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Lst>
  <p:notesMasterIdLst>
    <p:notesMasterId r:id="rId29"/>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Ouverture" id="{bdd4e3ad-a26c-bf91-eac9-3ff59ec8da15}">
          <p14:sldIdLst>
            <p14:sldId id="256"/>
          </p14:sldIdLst>
        </p14:section>
        <p14:section name="Découvrir" id="{f1647871-6afa-c8bc-2497-b42607cd54f8}">
          <p14:sldIdLst>
            <p14:sldId id="257"/>
            <p14:sldId id="258"/>
          </p14:sldIdLst>
        </p14:section>
        <p14:section name="Comprendre" id="{8e65bf24-b047-abdb-7be1-77e41ffa919b}">
          <p14:sldIdLst>
            <p14:sldId id="259"/>
            <p14:sldId id="260"/>
            <p14:sldId id="261"/>
            <p14:sldId id="262"/>
            <p14:sldId id="263"/>
            <p14:sldId id="264"/>
            <p14:sldId id="265"/>
            <p14:sldId id="266"/>
            <p14:sldId id="267"/>
            <p14:sldId id="268"/>
          </p14:sldIdLst>
        </p14:section>
        <p14:section name="JIJ NU ! — Oefeningen" id="{9a444e0a-c933-071a-689d-9ac61b629c8f}">
          <p14:sldIdLst>
            <p14:sldId id="269"/>
            <p14:sldId id="270"/>
            <p14:sldId id="271"/>
            <p14:sldId id="272"/>
            <p14:sldId id="273"/>
            <p14:sldId id="274"/>
            <p14:sldId id="275"/>
            <p14:sldId id="276"/>
            <p14:sldId id="277"/>
            <p14:sldId id="278"/>
            <p14:sldId id="279"/>
            <p14:sldId id="280"/>
            <p14:sldId id="281"/>
          </p14:sldIdLst>
        </p14:section>
        <p14:section name="Clôture" id="{694226a7-e9cd-e2cb-54d5-b98ba1161cea}">
          <p14:sldIdLst>
            <p14:sldId id="282"/>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notesMaster" Target="notesMasters/notesMaster1.xml"/><Relationship Id="rId30" Type="http://schemas.openxmlformats.org/officeDocument/2006/relationships/presProps" Target="presProps.xml"/><Relationship Id="rId31" Type="http://schemas.openxmlformats.org/officeDocument/2006/relationships/viewProps" Target="viewProps.xml"/><Relationship Id="rId32" Type="http://schemas.openxmlformats.org/officeDocument/2006/relationships/theme" Target="theme/theme1.xml"/><Relationship Id="rId33"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Objectif : Annoncer le thème : parler d'une chose sans la répéter.
Question d'entrée : « Comment dit-on J'y pense ? » Le néerlandais n'a ni « y » ni « en » : il combine er et une préposition.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Objectif : Rendre les objectifs explicites.
Ces petits mots sont partout à l'oral : Ik ben ermee bezig. Daar heb ik geen zin in. Waar gaat het over?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Objectif : Découvrir les formes dans un dialogue.
Faites retrouver le nom remplacé : er… mee = met de offerte, eraan = aan de offerte. bezig zijn met = être occupé à ; dringend = urgent.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Objectif : Comprendre la conversion het / dat / wat / dit → er / daar / waar / hier.
Pour une chose, la préposition ne se combine jamais avec het, dat, wat, dit. er = neutre, daar = « ça » (insistance, ce qu'on vient de dire), waar = question ou relatif (M22), hier = « ceci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Objectif : Retenir les deux prépositions qui changent de forme.
met → mee est très fréquent : Wat doe je ermee? Ik ben ermee bezig. tot → toe est surtout écrit : à reconnaître.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Objectif : Garder « préposition + pronom » pour les personnes.
Question-réflexe : « une personne ou une chose ? » Personne → préposition + hem, haar, hen… ; chose → er + préposition. Pour une personne, la norme est préposition + pronom ; à l'oral, on entend aussi waar / daar + préposition (de collega waar ik mee werk), à éviter à l'écrit.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Objectif : Placer er / daar / waar et la préposition dans la phrase.
À l'oral, la séparation est la règle : Waar wacht je op? La préposition va au bout, comme la particule (M11). Ik denk er niet aan! signifie aussi « il n'en est pas question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Objectif : Apprendre 12 verbes fréquents avec leur préposition.
On apprend le verbe et sa préposition en bloc, comme un mot composé. Exemples : Ik heb zin in koffie. · Wie zorgt voor de lunch? · Ik reken op jou!</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Objectif : Éviter de traduire la préposition française.
Le français « de » peut devenir van, in, voor, over, met… Seule solution : la carte « verbe + préposition ». Dat hangt ervan af (« ça dépend ») est une expression à apprendre telle quelle.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Objectif : Poser des questions sur une chose ou une personne.
Même logique que la diapo 6. La réponse courte reprend la préposition : Op de bus. Faites jouer les questions en chaîne autour de la classe.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Objectif : Utiliser waar + préposition comme relatif (lien M22).
✗ de pen met die ik schrijf : pour une chose, on dit waarmee. C'est l'équivalent de « avec lequel, sur laquelle, dont » : het boek waarover ik praat (le livre dont je parle).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Objectif : Reconnaître les quatre emplois de er.
À reconnaître : er a plusieurs « métiers ». Le contexte suffit presque toujours. Les emplois ①–③ sont travaillés en Néerlandais 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Objectif : Synthèse à photographier.
Ce schéma est la référence pour tous les exercices. La liste des 12 verbes (diapo 8) est à apprendre par cœur.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Objectif : Annoncer la séquence d'exercices.
Exercices 1 et 2 en séance 1, les autres en séance 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Objectif : Remplacer « préposition + chose » par er + préposition.
N° 1 et 4 : met → mee. Variante : ajoutez niet ou un adverbe pour forcer la séparation (Ik denk er vaak aan.).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CORRIGÉ — révélez les réponses une à une, en faisant justifier chaque choix.
Objectif : Remplacer « préposition + chose » par er + préposition.
N° 1 et 4 : met → mee. Variante : ajoutez niet ou un adverbe pour forcer la séparation (Ik denk er vaak aan.).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Objectif : Mémoriser les verbes à préposition fixe.
Une préposition par phrase, chacune utilisée une fois. Prolongez : faites remplacer le complément par er (Ik wacht erop.).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CORRIGÉ — révélez les réponses une à une, en faisant justifier chaque choix.
Objectif : Mémoriser les verbes à préposition fixe.
Une préposition par phrase, chacune utilisée une fois. Prolongez : faites remplacer le complément par er (Ik wacht erop.).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Objectif : Former la question avec waar + préposition ou préposition + wie.
Faites d'abord trier : chose (n° 1, 2, 3, 6) ou personne (n° 4, 5) ? Les formes collées (Waarop wacht je?) sont aussi correctes.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CORRIGÉ — révélez les réponses une à une, en faisant justifier chaque choix.
Objectif : Former la question avec waar + préposition ou préposition + wie.
Faites d'abord trier : chose (n° 1, 2, 3, 6) ou personne (n° 4, 5) ? Les formes collées (Waarop wacht je?) sont aussi correctes.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Objectif : Choisir entre er + préposition et préposition + pronom.
Les paires 3-4 et 5-6 sont construites en miroir : même verbe, même préposition, mais une chose / une personne. N° 3 et 5 : er avant l'adverbe, la préposition au bout (diapo 7) ; pour la personne, le groupe reste entier (graag met hem, al lang op haar).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CORRIGÉ — révélez les réponses une à une, en faisant justifier chaque choix.
Objectif : Choisir entre er + préposition et préposition + pronom.
Les paires 3-4 et 5-6 sont construites en miroir : même verbe, même préposition, mais une chose / une personne. N° 3 et 5 : er avant l'adverbe, la préposition au bout (diapo 7) ; pour la personne, le groupe reste entier (graag met hem, al lang op haar).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Objectif : Corriger les erreurs typiques dans un courriel.
Leurres : ik werk er elke dag aan et met Sofie over het budget (personne, puis nom) sont corrects. N° 3 : Lotte est une personne (diapo 6). N° 4 : Waar moet ik eerst mee beginnen? est aussi correct.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CORRIGÉ — révélez les réponses une à une, en faisant justifier chaque choix.
Objectif : Corriger les erreurs typiques dans un courriel.
Leurres : ik werk er elke dag aan et met Sofie over het budget (personne, puis nom) sont corrects. N° 3 : Lotte est une personne (diapo 6). N° 4 : Waar moet ik eerst mee beginnen? est aussi correct.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Objectif : Poser des questions personnelles avec waar + préposition.
bang zijn voor (avoir peur de), dromen van (rêver de), trots zijn op (être fier de), goed zijn in (être bon en), uitkijken naar (avoir hâte de). Les réactions avec daar (diapo 4) sont l'objectif principal.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Objectif : Mise en situation professionnelle : faire le point sur les tâches.
letten op = faire attention à ; zorgen voor = s'occuper de. Chaque membre déplace ses tâches sur le tableau en expliquant. Exigez au moins deux er + préposition.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Objectif : Vérifier les 3 objectifs.
Réponses :
1. Ik wacht erop.
2. in · aan · over.
3. Waarmee betaal je? (ou Waar betaal je mee?)
Teaser M24 : Kom maar even binnen, hoor!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N1_CONTENT">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6446520"/>
            <a:ext cx="8229600" cy="274320"/>
          </a:xfrm>
          <a:prstGeom prst="rect">
            <a:avLst/>
          </a:prstGeom>
          <a:noFill/>
          <a:ln/>
        </p:spPr>
        <p:txBody>
          <a:bodyPr wrap="square" lIns="0" tIns="0" rIns="0" bIns="0" rtlCol="0" anchor="ctr"/>
          <a:lstStyle/>
          <a:p>
            <a:pPr indent="0" marL="0">
              <a:buNone/>
            </a:pPr>
            <a:r>
              <a:rPr lang="en-US" sz="1000" dirty="0">
                <a:solidFill>
                  <a:schemeClr val="accent5"/>
                </a:solidFill>
              </a:rPr>
              <a:t>Néerlandais 1 · UE1 · Module 23 · Waar denk je aan?</a:t>
            </a:r>
            <a:endParaRPr lang="en-US" sz="1000" dirty="0"/>
          </a:p>
        </p:txBody>
      </p:sp>
      <p:sp>
        <p:nvSpPr>
          <p:cNvPr id="3" name="Text 1"/>
          <p:cNvSpPr/>
          <p:nvPr>
            <p:ph idx="101" type="title" hasCustomPrompt="1"/>
          </p:nvPr>
        </p:nvSpPr>
        <p:spPr>
          <a:xfrm>
            <a:off x="548640" y="621792"/>
            <a:ext cx="11091672" cy="713232"/>
          </a:xfrm>
          <a:prstGeom prst="rect">
            <a:avLst/>
          </a:prstGeom>
          <a:noFill/>
          <a:ln/>
        </p:spPr>
        <p:txBody>
          <a:bodyPr wrap="square" rtlCol="0"/>
          <a:lstStyle>
            <a:lvl1pPr algn="l" indent="0" marL="0">
              <a:buNone/>
              <a:defRPr lang="en-US" sz="3000" b="1" dirty="0">
                <a:solidFill>
                  <a:schemeClr val="tx2"/>
                </a:solidFill>
              </a:defRPr>
            </a:lvl1pPr>
          </a:lstStyle>
          <a:p>
            <a:pPr algn="l" indent="0" marL="0">
              <a:buNone/>
            </a:pPr>
            <a:endParaRPr lang="en-US" sz="3000" dirty="0"/>
          </a:p>
        </p:txBody>
      </p:sp>
      <p:sp>
        <p:nvSpPr>
          <p:cNvPr id="25" name="Slide Number Placeholder 0"/>
          <p:cNvSpPr>
            <a:spLocks noGrp="1"/>
          </p:cNvSpPr>
          <p:nvPr>
            <p:ph type="sldNum" sz="quarter" idx="4294967295"/>
          </p:nvPr>
        </p:nvSpPr>
        <p:spPr>
          <a:xfrm>
            <a:off x="11091672"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4A5A70"/>
                </a:solidFill>
              </a:defRPr>
            </a:lvl1pPr>
          </a:lstStyle>
          <a:p>
            <a:pPr algn="r"/>
            <a:fld id="{F7021451-1387-4CA6-816F-3879F97B5CBC}" type="slidenum">
              <a:rPr b="0"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N1_DARK">
    <p:bg>
      <p:bgPr>
        <a:solidFill>
          <a:srgbClr val="17375E"/>
        </a:solidFill>
      </p:bgPr>
    </p:bg>
    <p:spTree>
      <p:nvGrpSpPr>
        <p:cNvPr id="1" name=""/>
        <p:cNvGrpSpPr/>
        <p:nvPr/>
      </p:nvGrpSpPr>
      <p:grpSpPr>
        <a:xfrm>
          <a:off x="0" y="0"/>
          <a:ext cx="0" cy="0"/>
          <a:chOff x="0" y="0"/>
          <a:chExt cx="0" cy="0"/>
        </a:xfrm>
      </p:grpSpPr>
      <p:sp>
        <p:nvSpPr>
          <p:cNvPr id="2" name="Text 0"/>
          <p:cNvSpPr/>
          <p:nvPr/>
        </p:nvSpPr>
        <p:spPr>
          <a:xfrm>
            <a:off x="548640" y="6446520"/>
            <a:ext cx="8229600" cy="274320"/>
          </a:xfrm>
          <a:prstGeom prst="rect">
            <a:avLst/>
          </a:prstGeom>
          <a:noFill/>
          <a:ln/>
        </p:spPr>
        <p:txBody>
          <a:bodyPr wrap="square" lIns="0" tIns="0" rIns="0" bIns="0" rtlCol="0" anchor="ctr"/>
          <a:lstStyle/>
          <a:p>
            <a:pPr indent="0" marL="0">
              <a:buNone/>
            </a:pPr>
            <a:r>
              <a:rPr lang="en-US" sz="1000" dirty="0">
                <a:solidFill>
                  <a:schemeClr val="bg2"/>
                </a:solidFill>
              </a:rPr>
              <a:t>Néerlandais 1 · UE1 · Module 23 · Waar denk je aan?</a:t>
            </a:r>
            <a:endParaRPr lang="en-US" sz="1000" dirty="0"/>
          </a:p>
        </p:txBody>
      </p:sp>
      <p:sp>
        <p:nvSpPr>
          <p:cNvPr id="3" name="Text 1"/>
          <p:cNvSpPr/>
          <p:nvPr>
            <p:ph idx="101" type="title" hasCustomPrompt="1"/>
          </p:nvPr>
        </p:nvSpPr>
        <p:spPr>
          <a:xfrm>
            <a:off x="548640" y="621792"/>
            <a:ext cx="11091672" cy="713232"/>
          </a:xfrm>
          <a:prstGeom prst="rect">
            <a:avLst/>
          </a:prstGeom>
          <a:noFill/>
          <a:ln/>
        </p:spPr>
        <p:txBody>
          <a:bodyPr wrap="square" rtlCol="0"/>
          <a:lstStyle>
            <a:lvl1pPr algn="l" indent="0" marL="0">
              <a:buNone/>
              <a:defRPr lang="en-US" sz="3000" b="1" dirty="0">
                <a:solidFill>
                  <a:schemeClr val="bg1"/>
                </a:solidFill>
              </a:defRPr>
            </a:lvl1pPr>
          </a:lstStyle>
          <a:p>
            <a:pPr algn="l" indent="0" marL="0">
              <a:buNone/>
            </a:pPr>
            <a:endParaRPr lang="en-US" sz="3000" dirty="0"/>
          </a:p>
        </p:txBody>
      </p:sp>
      <p:sp>
        <p:nvSpPr>
          <p:cNvPr id="25" name="Slide Number Placeholder 0"/>
          <p:cNvSpPr>
            <a:spLocks noGrp="1"/>
          </p:cNvSpPr>
          <p:nvPr>
            <p:ph type="sldNum" sz="quarter" idx="4294967295"/>
          </p:nvPr>
        </p:nvSpPr>
        <p:spPr>
          <a:xfrm>
            <a:off x="11091672"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EEF3F8"/>
                </a:solidFill>
              </a:defRPr>
            </a:lvl1pPr>
          </a:lstStyle>
          <a:p>
            <a:pPr algn="r"/>
            <a:fld id="{F7021451-1387-4CA6-816F-3879F97B5CBC}" type="slidenum">
              <a:rPr b="0" lang="en-US"/>
              <a:t>1003</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N1_COVER">
    <p:bg>
      <p:bgPr>
        <a:solidFill>
          <a:srgbClr val="17375E"/>
        </a:solidFill>
      </p:bgPr>
    </p:bg>
    <p:spTree>
      <p:nvGrpSpPr>
        <p:cNvPr id="1" name=""/>
        <p:cNvGrpSpPr/>
        <p:nvPr/>
      </p:nvGrpSpPr>
      <p:grpSpPr>
        <a:xfrm>
          <a:off x="0" y="0"/>
          <a:ext cx="0" cy="0"/>
          <a:chOff x="0" y="0"/>
          <a:chExt cx="0" cy="0"/>
        </a:xfrm>
      </p:grpSpPr>
      <p:sp>
        <p:nvSpPr>
          <p:cNvPr id="2" name="Text 0"/>
          <p:cNvSpPr/>
          <p:nvPr/>
        </p:nvSpPr>
        <p:spPr>
          <a:xfrm>
            <a:off x="548640" y="6263640"/>
            <a:ext cx="8229600" cy="320040"/>
          </a:xfrm>
          <a:prstGeom prst="rect">
            <a:avLst/>
          </a:prstGeom>
          <a:noFill/>
          <a:ln/>
        </p:spPr>
        <p:txBody>
          <a:bodyPr wrap="square" lIns="0" tIns="0" rIns="0" bIns="0" rtlCol="0" anchor="ctr"/>
          <a:lstStyle/>
          <a:p>
            <a:pPr indent="0" marL="0">
              <a:buNone/>
            </a:pPr>
            <a:r>
              <a:rPr lang="en-US" sz="1200" dirty="0">
                <a:solidFill>
                  <a:schemeClr val="bg2"/>
                </a:solidFill>
              </a:rPr>
              <a:t>Néerlandais 1 · UE1 · Langue en situation, en milieu professionnel · A. Jouniaux · IRAM</a:t>
            </a:r>
            <a:endParaRPr lang="en-US" sz="1200" dirty="0"/>
          </a:p>
        </p:txBody>
      </p:sp>
      <p:sp>
        <p:nvSpPr>
          <p:cNvPr id="3" name="Text 1"/>
          <p:cNvSpPr/>
          <p:nvPr>
            <p:ph idx="101" type="title" hasCustomPrompt="1"/>
          </p:nvPr>
        </p:nvSpPr>
        <p:spPr>
          <a:xfrm>
            <a:off x="548640" y="1737360"/>
            <a:ext cx="5669280" cy="1828800"/>
          </a:xfrm>
          <a:prstGeom prst="rect">
            <a:avLst/>
          </a:prstGeom>
          <a:noFill/>
          <a:ln/>
        </p:spPr>
        <p:txBody>
          <a:bodyPr wrap="square" rtlCol="0"/>
          <a:lstStyle>
            <a:lvl1pPr algn="l" indent="0" marL="0">
              <a:buNone/>
              <a:defRPr lang="en-US" sz="4200" b="1" dirty="0">
                <a:solidFill>
                  <a:schemeClr val="bg1"/>
                </a:solidFill>
              </a:defRPr>
            </a:lvl1pPr>
          </a:lstStyle>
          <a:p>
            <a:pPr algn="l" indent="0" marL="0">
              <a:buNone/>
            </a:pPr>
            <a:endParaRPr lang="en-US" sz="4200" dirty="0"/>
          </a:p>
        </p:txBody>
      </p:sp>
      <p:sp>
        <p:nvSpPr>
          <p:cNvPr id="4" name="Text 1"/>
          <p:cNvSpPr/>
          <p:nvPr>
            <p:ph idx="102" type="body" hasCustomPrompt="1"/>
          </p:nvPr>
        </p:nvSpPr>
        <p:spPr>
          <a:xfrm>
            <a:off x="548640" y="3749040"/>
            <a:ext cx="5669280" cy="1463040"/>
          </a:xfrm>
          <a:prstGeom prst="rect">
            <a:avLst/>
          </a:prstGeom>
          <a:noFill/>
          <a:ln/>
        </p:spPr>
        <p:txBody>
          <a:bodyPr wrap="square" rtlCol="0"/>
          <a:lstStyle>
            <a:lvl1pPr algn="l" indent="0" marL="0">
              <a:buNone/>
              <a:defRPr lang="en-US" sz="2000" dirty="0">
                <a:solidFill>
                  <a:schemeClr val="bg2"/>
                </a:solidFill>
              </a:defRPr>
            </a:lvl1pPr>
          </a:lstStyle>
          <a:p>
            <a:pPr algn="l" indent="0" marL="0">
              <a:buNone/>
            </a:pPr>
            <a:endParaRPr lang="en-US" sz="20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091672"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4A5A70"/>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png"/><Relationship Id="rId3" Type="http://schemas.openxmlformats.org/officeDocument/2006/relationships/slideLayout" Target="../slideLayouts/slideLayout4.xml"/><Relationship Id="rId4"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image" Target="../media/image-2-5.png"/><Relationship Id="rId6" Type="http://schemas.openxmlformats.org/officeDocument/2006/relationships/image" Target="../media/image-2-6.png"/><Relationship Id="rId7" Type="http://schemas.openxmlformats.org/officeDocument/2006/relationships/slideLayout" Target="../slideLayouts/slideLayout2.xml"/><Relationship Id="rId8"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image" Target="../media/image-3-4.png"/><Relationship Id="rId5" Type="http://schemas.openxmlformats.org/officeDocument/2006/relationships/image" Target="../media/image-3-5.png"/><Relationship Id="rId6" Type="http://schemas.openxmlformats.org/officeDocument/2006/relationships/slideLayout" Target="../slideLayouts/slideLayout2.xml"/><Relationship Id="rId7"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slideLayout" Target="../slideLayouts/slideLayout2.xml"/><Relationship Id="rId4"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image" Target="../media/image-8-3.png"/><Relationship Id="rId4" Type="http://schemas.openxmlformats.org/officeDocument/2006/relationships/image" Target="../media/image-8-4.png"/><Relationship Id="rId5" Type="http://schemas.openxmlformats.org/officeDocument/2006/relationships/image" Target="../media/image-8-5.png"/><Relationship Id="rId6" Type="http://schemas.openxmlformats.org/officeDocument/2006/relationships/image" Target="../media/image-8-6.png"/><Relationship Id="rId7" Type="http://schemas.openxmlformats.org/officeDocument/2006/relationships/image" Target="../media/image-8-7.png"/><Relationship Id="rId8" Type="http://schemas.openxmlformats.org/officeDocument/2006/relationships/image" Target="../media/image-8-8.png"/><Relationship Id="rId9" Type="http://schemas.openxmlformats.org/officeDocument/2006/relationships/image" Target="../media/image-8-9.png"/><Relationship Id="rId10" Type="http://schemas.openxmlformats.org/officeDocument/2006/relationships/image" Target="../media/image-8-10.png"/><Relationship Id="rId11" Type="http://schemas.openxmlformats.org/officeDocument/2006/relationships/image" Target="../media/image-8-11.png"/><Relationship Id="rId12" Type="http://schemas.openxmlformats.org/officeDocument/2006/relationships/image" Target="../media/image-8-12.png"/><Relationship Id="rId13" Type="http://schemas.openxmlformats.org/officeDocument/2006/relationships/slideLayout" Target="../slideLayouts/slideLayout2.xml"/><Relationship Id="rId14"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image" Target="../media/image-9-3.png"/><Relationship Id="rId4" Type="http://schemas.openxmlformats.org/officeDocument/2006/relationships/image" Target="../media/image-9-4.png"/><Relationship Id="rId5" Type="http://schemas.openxmlformats.org/officeDocument/2006/relationships/slideLayout" Target="../slideLayouts/slideLayout2.xml"/><Relationship Id="rId6"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png"/><Relationship Id="rId3" Type="http://schemas.openxmlformats.org/officeDocument/2006/relationships/slideLayout" Target="../slideLayouts/slideLayout2.xml"/><Relationship Id="rId4"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image" Target="../media/image-11-2.png"/><Relationship Id="rId3" Type="http://schemas.openxmlformats.org/officeDocument/2006/relationships/image" Target="../media/image-11-3.png"/><Relationship Id="rId4" Type="http://schemas.openxmlformats.org/officeDocument/2006/relationships/image" Target="../media/image-11-4.png"/><Relationship Id="rId5" Type="http://schemas.openxmlformats.org/officeDocument/2006/relationships/image" Target="../media/image-11-5.png"/><Relationship Id="rId6" Type="http://schemas.openxmlformats.org/officeDocument/2006/relationships/slideLayout" Target="../slideLayouts/slideLayout2.xml"/><Relationship Id="rId7"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image" Target="../media/image-13-2.png"/><Relationship Id="rId3" Type="http://schemas.openxmlformats.org/officeDocument/2006/relationships/image" Target="../media/image-13-3.png"/><Relationship Id="rId4" Type="http://schemas.openxmlformats.org/officeDocument/2006/relationships/image" Target="../media/image-13-4.png"/><Relationship Id="rId5" Type="http://schemas.openxmlformats.org/officeDocument/2006/relationships/slideLayout" Target="../slideLayouts/slideLayout2.xml"/><Relationship Id="rId6"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image" Target="../media/image-14-2.png"/><Relationship Id="rId3" Type="http://schemas.openxmlformats.org/officeDocument/2006/relationships/image" Target="../media/image-14-3.png"/><Relationship Id="rId4" Type="http://schemas.openxmlformats.org/officeDocument/2006/relationships/image" Target="../media/image-14-4.png"/><Relationship Id="rId5" Type="http://schemas.openxmlformats.org/officeDocument/2006/relationships/image" Target="../media/image-14-5.png"/><Relationship Id="rId6" Type="http://schemas.openxmlformats.org/officeDocument/2006/relationships/image" Target="../media/image-14-6.png"/><Relationship Id="rId7" Type="http://schemas.openxmlformats.org/officeDocument/2006/relationships/image" Target="../media/image-14-7.png"/><Relationship Id="rId8" Type="http://schemas.openxmlformats.org/officeDocument/2006/relationships/image" Target="../media/image-14-8.png"/><Relationship Id="rId9" Type="http://schemas.openxmlformats.org/officeDocument/2006/relationships/slideLayout" Target="../slideLayouts/slideLayout3.xml"/><Relationship Id="rId10"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slideLayout" Target="../slideLayouts/slideLayout2.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slideLayout" Target="../slideLayouts/slideLayout2.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slideLayout" Target="../slideLayouts/slideLayout2.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slideLayout" Target="../slideLayouts/slideLayout2.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slideLayout" Target="../slideLayouts/slideLayout2.xml"/><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slideLayout" Target="../slideLayouts/slideLayout2.xml"/><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png"/><Relationship Id="rId2" Type="http://schemas.openxmlformats.org/officeDocument/2006/relationships/image" Target="../media/image-21-2.png"/><Relationship Id="rId3" Type="http://schemas.openxmlformats.org/officeDocument/2006/relationships/image" Target="../media/image-21-3.png"/><Relationship Id="rId4" Type="http://schemas.openxmlformats.org/officeDocument/2006/relationships/image" Target="../media/image-21-4.png"/><Relationship Id="rId5" Type="http://schemas.openxmlformats.org/officeDocument/2006/relationships/image" Target="../media/image-21-5.png"/><Relationship Id="rId6" Type="http://schemas.openxmlformats.org/officeDocument/2006/relationships/image" Target="../media/image-21-6.png"/><Relationship Id="rId7" Type="http://schemas.openxmlformats.org/officeDocument/2006/relationships/image" Target="../media/image-21-7.png"/><Relationship Id="rId8" Type="http://schemas.openxmlformats.org/officeDocument/2006/relationships/slideLayout" Target="../slideLayouts/slideLayout2.xml"/><Relationship Id="rId9"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png"/><Relationship Id="rId2" Type="http://schemas.openxmlformats.org/officeDocument/2006/relationships/image" Target="../media/image-22-2.png"/><Relationship Id="rId3" Type="http://schemas.openxmlformats.org/officeDocument/2006/relationships/image" Target="../media/image-22-3.png"/><Relationship Id="rId4" Type="http://schemas.openxmlformats.org/officeDocument/2006/relationships/image" Target="../media/image-22-4.png"/><Relationship Id="rId5" Type="http://schemas.openxmlformats.org/officeDocument/2006/relationships/image" Target="../media/image-22-5.png"/><Relationship Id="rId6" Type="http://schemas.openxmlformats.org/officeDocument/2006/relationships/image" Target="../media/image-22-6.png"/><Relationship Id="rId7" Type="http://schemas.openxmlformats.org/officeDocument/2006/relationships/image" Target="../media/image-22-7.png"/><Relationship Id="rId8" Type="http://schemas.openxmlformats.org/officeDocument/2006/relationships/slideLayout" Target="../slideLayouts/slideLayout2.xml"/><Relationship Id="rId9"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png"/><Relationship Id="rId2" Type="http://schemas.openxmlformats.org/officeDocument/2006/relationships/image" Target="../media/image-23-2.png"/><Relationship Id="rId3" Type="http://schemas.openxmlformats.org/officeDocument/2006/relationships/slideLayout" Target="../slideLayouts/slideLayout2.xml"/><Relationship Id="rId4"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image-24-1.png"/><Relationship Id="rId2" Type="http://schemas.openxmlformats.org/officeDocument/2006/relationships/image" Target="../media/image-24-2.png"/><Relationship Id="rId3" Type="http://schemas.openxmlformats.org/officeDocument/2006/relationships/slideLayout" Target="../slideLayouts/slideLayout2.xml"/><Relationship Id="rId4"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image" Target="../media/image-25-1.png"/><Relationship Id="rId2" Type="http://schemas.openxmlformats.org/officeDocument/2006/relationships/image" Target="../media/image-25-2.png"/><Relationship Id="rId3" Type="http://schemas.openxmlformats.org/officeDocument/2006/relationships/image" Target="../media/image-25-3.png"/><Relationship Id="rId4" Type="http://schemas.openxmlformats.org/officeDocument/2006/relationships/image" Target="../media/image-25-4.png"/><Relationship Id="rId5" Type="http://schemas.openxmlformats.org/officeDocument/2006/relationships/image" Target="../media/image-25-5.png"/><Relationship Id="rId6" Type="http://schemas.openxmlformats.org/officeDocument/2006/relationships/image" Target="../media/image-25-6.png"/><Relationship Id="rId7" Type="http://schemas.openxmlformats.org/officeDocument/2006/relationships/image" Target="../media/image-25-7.png"/><Relationship Id="rId8" Type="http://schemas.openxmlformats.org/officeDocument/2006/relationships/slideLayout" Target="../slideLayouts/slideLayout2.xml"/><Relationship Id="rId9"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image" Target="../media/image-27-1.png"/><Relationship Id="rId2" Type="http://schemas.openxmlformats.org/officeDocument/2006/relationships/image" Target="../media/image-27-2.png"/><Relationship Id="rId3" Type="http://schemas.openxmlformats.org/officeDocument/2006/relationships/image" Target="../media/image-27-3.png"/><Relationship Id="rId4" Type="http://schemas.openxmlformats.org/officeDocument/2006/relationships/image" Target="../media/image-27-4.png"/><Relationship Id="rId5" Type="http://schemas.openxmlformats.org/officeDocument/2006/relationships/image" Target="../media/image-27-5.png"/><Relationship Id="rId6" Type="http://schemas.openxmlformats.org/officeDocument/2006/relationships/image" Target="../media/image-27-6.png"/><Relationship Id="rId7" Type="http://schemas.openxmlformats.org/officeDocument/2006/relationships/image" Target="../media/image-27-7.png"/><Relationship Id="rId8" Type="http://schemas.openxmlformats.org/officeDocument/2006/relationships/image" Target="../media/image-27-8.png"/><Relationship Id="rId9" Type="http://schemas.openxmlformats.org/officeDocument/2006/relationships/image" Target="../media/image-27-9.png"/><Relationship Id="rId10" Type="http://schemas.openxmlformats.org/officeDocument/2006/relationships/image" Target="../media/image-27-10.png"/><Relationship Id="rId11" Type="http://schemas.openxmlformats.org/officeDocument/2006/relationships/slideLayout" Target="../slideLayouts/slideLayout2.xml"/><Relationship Id="rId12" Type="http://schemas.openxmlformats.org/officeDocument/2006/relationships/notesSlide" Target="../notesSlides/notesSlide27.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ag"/>
          <p:cNvSpPr/>
          <p:nvPr/>
        </p:nvSpPr>
        <p:spPr>
          <a:xfrm>
            <a:off x="548640" y="640080"/>
            <a:ext cx="2128114" cy="384048"/>
          </a:xfrm>
          <a:prstGeom prst="roundRect">
            <a:avLst>
              <a:gd name="adj" fmla="val 11905"/>
            </a:avLst>
          </a:prstGeom>
          <a:solidFill>
            <a:schemeClr val="accent1"/>
          </a:solidFill>
          <a:ln/>
        </p:spPr>
        <p:txBody>
          <a:bodyPr wrap="square" lIns="0" tIns="0" rIns="0" bIns="0" rtlCol="0" anchor="ctr"/>
          <a:lstStyle/>
          <a:p>
            <a:pPr algn="ctr" indent="0" marL="0">
              <a:buNone/>
            </a:pPr>
            <a:r>
              <a:rPr lang="en-US" sz="1400" b="1" spc="100" kern="0" dirty="0">
                <a:solidFill>
                  <a:srgbClr val="FFFFFF"/>
                </a:solidFill>
              </a:rPr>
              <a:t>MODULE 23 / 32</a:t>
            </a:r>
            <a:endParaRPr lang="en-US" sz="1400" dirty="0"/>
          </a:p>
        </p:txBody>
      </p:sp>
      <p:sp>
        <p:nvSpPr>
          <p:cNvPr id="3" name="Text 1"/>
          <p:cNvSpPr/>
          <p:nvPr>
            <p:ph idx="101" type="title" hasCustomPrompt="1"/>
          </p:nvPr>
        </p:nvSpPr>
        <p:spPr>
          <a:xfrm>
            <a:off x="548640" y="1737360"/>
            <a:ext cx="5669280" cy="1828800"/>
          </a:xfrm>
          <a:prstGeom prst="rect">
            <a:avLst/>
          </a:prstGeom>
          <a:noFill/>
          <a:ln/>
        </p:spPr>
        <p:txBody>
          <a:bodyPr wrap="square" lIns="0" tIns="0" rIns="0" bIns="0" rtlCol="0" anchor="b"/>
          <a:lstStyle/>
          <a:p>
            <a:pPr algn="l" indent="0" marL="0">
              <a:buNone/>
            </a:pPr>
            <a:r>
              <a:rPr lang="en-US" sz="4200" b="1" dirty="0">
                <a:solidFill>
                  <a:schemeClr val="bg1"/>
                </a:solidFill>
              </a:rPr>
              <a:t>Waar denk je aan?</a:t>
            </a:r>
            <a:endParaRPr lang="en-US" sz="4200" dirty="0"/>
          </a:p>
        </p:txBody>
      </p:sp>
      <p:sp>
        <p:nvSpPr>
          <p:cNvPr id="4" name="Text 1"/>
          <p:cNvSpPr/>
          <p:nvPr>
            <p:ph idx="102" type="body" hasCustomPrompt="1"/>
          </p:nvPr>
        </p:nvSpPr>
        <p:spPr>
          <a:xfrm>
            <a:off x="548640" y="3749040"/>
            <a:ext cx="5669280" cy="1463040"/>
          </a:xfrm>
          <a:prstGeom prst="rect">
            <a:avLst/>
          </a:prstGeom>
          <a:noFill/>
          <a:ln/>
        </p:spPr>
        <p:txBody>
          <a:bodyPr wrap="square" lIns="0" tIns="0" rIns="0" bIns="0" rtlCol="0" anchor="t"/>
          <a:lstStyle/>
          <a:p>
            <a:pPr algn="l" indent="0" marL="0">
              <a:spcAft>
                <a:spcPts val="1200"/>
              </a:spcAft>
              <a:buNone/>
            </a:pPr>
            <a:r>
              <a:rPr lang="en-US" sz="2000" i="1" dirty="0">
                <a:solidFill>
                  <a:schemeClr val="bg2"/>
                </a:solidFill>
              </a:rPr>
              <a:t>Les adverbes pronominaux : er, daar, waar + préposition</a:t>
            </a:r>
            <a:endParaRPr lang="en-US" sz="2000" dirty="0"/>
          </a:p>
          <a:p>
            <a:pPr algn="l" indent="0" marL="0">
              <a:buNone/>
            </a:pPr>
            <a:r>
              <a:rPr lang="en-US" sz="2000" b="1" dirty="0">
                <a:solidFill>
                  <a:srgbClr val="FFFFFF"/>
                </a:solidFill>
              </a:rPr>
              <a:t>Ik denk eraan. · Waarmee schrijf je?</a:t>
            </a:r>
            <a:endParaRPr lang="en-US" sz="2000" dirty="0"/>
          </a:p>
        </p:txBody>
      </p:sp>
      <p:sp>
        <p:nvSpPr>
          <p:cNvPr id="5" name="Shape 3"/>
          <p:cNvSpPr/>
          <p:nvPr/>
        </p:nvSpPr>
        <p:spPr>
          <a:xfrm>
            <a:off x="8915400" y="685800"/>
            <a:ext cx="2377440" cy="1554480"/>
          </a:xfrm>
          <a:prstGeom prst="ellipse">
            <a:avLst/>
          </a:prstGeom>
          <a:solidFill>
            <a:srgbClr val="FFFFFF"/>
          </a:solidFill>
          <a:ln w="12700">
            <a:solidFill>
              <a:srgbClr val="FFFFFF">
                <a:alpha val="0"/>
              </a:srgbClr>
            </a:solidFill>
            <a:prstDash val="solid"/>
          </a:ln>
        </p:spPr>
      </p:sp>
      <p:sp>
        <p:nvSpPr>
          <p:cNvPr id="6" name="Shape 4"/>
          <p:cNvSpPr/>
          <p:nvPr/>
        </p:nvSpPr>
        <p:spPr>
          <a:xfrm>
            <a:off x="8549640" y="2240280"/>
            <a:ext cx="347472" cy="256032"/>
          </a:xfrm>
          <a:prstGeom prst="ellipse">
            <a:avLst/>
          </a:prstGeom>
          <a:solidFill>
            <a:srgbClr val="FFFFFF"/>
          </a:solidFill>
          <a:ln w="12700">
            <a:solidFill>
              <a:srgbClr val="FFFFFF">
                <a:alpha val="0"/>
              </a:srgbClr>
            </a:solidFill>
            <a:prstDash val="solid"/>
          </a:ln>
        </p:spPr>
      </p:sp>
      <p:sp>
        <p:nvSpPr>
          <p:cNvPr id="7" name="Shape 5"/>
          <p:cNvSpPr/>
          <p:nvPr/>
        </p:nvSpPr>
        <p:spPr>
          <a:xfrm>
            <a:off x="8229600" y="2560320"/>
            <a:ext cx="219456" cy="164592"/>
          </a:xfrm>
          <a:prstGeom prst="ellipse">
            <a:avLst/>
          </a:prstGeom>
          <a:solidFill>
            <a:srgbClr val="FFFFFF"/>
          </a:solidFill>
          <a:ln w="12700">
            <a:solidFill>
              <a:srgbClr val="FFFFFF">
                <a:alpha val="0"/>
              </a:srgbClr>
            </a:solidFill>
            <a:prstDash val="solid"/>
          </a:ln>
        </p:spPr>
      </p:sp>
      <p:pic>
        <p:nvPicPr>
          <p:cNvPr id="8" name="Image 0" descr="spiral calendar">    </p:cNvPr>
          <p:cNvPicPr>
            <a:picLocks noChangeAspect="1"/>
          </p:cNvPicPr>
          <p:nvPr/>
        </p:nvPicPr>
        <p:blipFill>
          <a:blip r:embed="rId1"/>
          <a:stretch>
            <a:fillRect/>
          </a:stretch>
        </p:blipFill>
        <p:spPr>
          <a:xfrm>
            <a:off x="9646920" y="868680"/>
            <a:ext cx="1005840" cy="1005840"/>
          </a:xfrm>
          <a:prstGeom prst="rect">
            <a:avLst/>
          </a:prstGeom>
        </p:spPr>
      </p:pic>
      <p:sp>
        <p:nvSpPr>
          <p:cNvPr id="9" name="Text 6"/>
          <p:cNvSpPr txBox="1"/>
          <p:nvPr/>
        </p:nvSpPr>
        <p:spPr>
          <a:xfrm>
            <a:off x="8915400" y="1828800"/>
            <a:ext cx="2377440" cy="274320"/>
          </a:xfrm>
          <a:prstGeom prst="rect">
            <a:avLst/>
          </a:prstGeom>
          <a:noFill/>
          <a:ln/>
        </p:spPr>
        <p:txBody>
          <a:bodyPr wrap="square" lIns="0" tIns="0" rIns="0" bIns="0" rtlCol="0" anchor="t"/>
          <a:lstStyle/>
          <a:p>
            <a:pPr algn="ctr" indent="0" marL="0">
              <a:buNone/>
            </a:pPr>
            <a:r>
              <a:rPr lang="en-US" sz="1100" b="1" dirty="0">
                <a:solidFill>
                  <a:schemeClr val="accent6"/>
                </a:solidFill>
              </a:rPr>
              <a:t>DEADLINE</a:t>
            </a:r>
            <a:endParaRPr lang="en-US" sz="1100" dirty="0"/>
          </a:p>
        </p:txBody>
      </p:sp>
      <p:pic>
        <p:nvPicPr>
          <p:cNvPr id="10" name="Image 1" descr="thinking face">    </p:cNvPr>
          <p:cNvPicPr>
            <a:picLocks noChangeAspect="1"/>
          </p:cNvPicPr>
          <p:nvPr/>
        </p:nvPicPr>
        <p:blipFill>
          <a:blip r:embed="rId2"/>
          <a:stretch>
            <a:fillRect/>
          </a:stretch>
        </p:blipFill>
        <p:spPr>
          <a:xfrm>
            <a:off x="6766560" y="960120"/>
            <a:ext cx="1463040" cy="1463040"/>
          </a:xfrm>
          <a:prstGeom prst="rect">
            <a:avLst/>
          </a:prstGeom>
        </p:spPr>
      </p:pic>
      <p:sp>
        <p:nvSpPr>
          <p:cNvPr id="11" name="Shape 7"/>
          <p:cNvSpPr/>
          <p:nvPr/>
        </p:nvSpPr>
        <p:spPr>
          <a:xfrm>
            <a:off x="6400800" y="2880360"/>
            <a:ext cx="4023360" cy="685800"/>
          </a:xfrm>
          <a:prstGeom prst="roundRect">
            <a:avLst>
              <a:gd name="adj" fmla="val 24000"/>
            </a:avLst>
          </a:prstGeom>
          <a:solidFill>
            <a:srgbClr val="FFFFFF"/>
          </a:solidFill>
          <a:ln w="12700">
            <a:solidFill>
              <a:srgbClr val="FFFFFF">
                <a:alpha val="0"/>
              </a:srgbClr>
            </a:solidFill>
            <a:prstDash val="solid"/>
          </a:ln>
          <a:effectLst>
            <a:outerShdw sx="100000" sy="100000" kx="0" ky="0" algn="bl" rotWithShape="0" blurRad="101600" dist="25400" dir="3600000">
              <a:srgbClr val="000000">
                <a:alpha val="16000"/>
              </a:srgbClr>
            </a:outerShdw>
          </a:effectLst>
        </p:spPr>
      </p:sp>
      <p:sp>
        <p:nvSpPr>
          <p:cNvPr id="12" name="Text 8"/>
          <p:cNvSpPr txBox="1"/>
          <p:nvPr/>
        </p:nvSpPr>
        <p:spPr>
          <a:xfrm>
            <a:off x="6583680" y="2880360"/>
            <a:ext cx="3749040" cy="685800"/>
          </a:xfrm>
          <a:prstGeom prst="rect">
            <a:avLst/>
          </a:prstGeom>
          <a:noFill/>
          <a:ln/>
        </p:spPr>
        <p:txBody>
          <a:bodyPr wrap="square" lIns="0" tIns="0" rIns="0" bIns="0" rtlCol="0" anchor="ctr"/>
          <a:lstStyle/>
          <a:p>
            <a:pPr algn="l" indent="0" marL="0">
              <a:buNone/>
            </a:pPr>
            <a:r>
              <a:rPr lang="en-US" sz="2000" i="1" dirty="0">
                <a:solidFill>
                  <a:schemeClr val="tx1"/>
                </a:solidFill>
                <a:latin typeface="+mj-lt" pitchFamily="34" charset="0"/>
                <a:ea typeface="+mj-lt" pitchFamily="34" charset="-122"/>
                <a:cs typeface="+mj-lt" pitchFamily="34" charset="-120"/>
              </a:rPr>
              <a:t>Waar denk je aan?</a:t>
            </a:r>
            <a:endParaRPr lang="en-US" sz="2000" dirty="0"/>
          </a:p>
        </p:txBody>
      </p:sp>
      <p:sp>
        <p:nvSpPr>
          <p:cNvPr id="13" name="Shape 9"/>
          <p:cNvSpPr/>
          <p:nvPr/>
        </p:nvSpPr>
        <p:spPr>
          <a:xfrm>
            <a:off x="7315200" y="3749040"/>
            <a:ext cx="4297680" cy="1051560"/>
          </a:xfrm>
          <a:prstGeom prst="roundRect">
            <a:avLst>
              <a:gd name="adj" fmla="val 15652"/>
            </a:avLst>
          </a:prstGeom>
          <a:solidFill>
            <a:srgbClr val="FFFFFF"/>
          </a:solidFill>
          <a:ln w="12700">
            <a:solidFill>
              <a:srgbClr val="FFFFFF">
                <a:alpha val="0"/>
              </a:srgbClr>
            </a:solidFill>
            <a:prstDash val="solid"/>
          </a:ln>
          <a:effectLst>
            <a:outerShdw sx="100000" sy="100000" kx="0" ky="0" algn="bl" rotWithShape="0" blurRad="101600" dist="25400" dir="3600000">
              <a:srgbClr val="000000">
                <a:alpha val="16000"/>
              </a:srgbClr>
            </a:outerShdw>
          </a:effectLst>
        </p:spPr>
      </p:sp>
      <p:sp>
        <p:nvSpPr>
          <p:cNvPr id="14" name="Text 10"/>
          <p:cNvSpPr txBox="1"/>
          <p:nvPr/>
        </p:nvSpPr>
        <p:spPr>
          <a:xfrm>
            <a:off x="7498080" y="3749040"/>
            <a:ext cx="4023360" cy="1051560"/>
          </a:xfrm>
          <a:prstGeom prst="rect">
            <a:avLst/>
          </a:prstGeom>
          <a:noFill/>
          <a:ln/>
        </p:spPr>
        <p:txBody>
          <a:bodyPr wrap="square" lIns="0" tIns="0" rIns="0" bIns="0" rtlCol="0" anchor="ctr"/>
          <a:lstStyle/>
          <a:p>
            <a:pPr algn="l" indent="0" marL="0">
              <a:buNone/>
            </a:pPr>
            <a:r>
              <a:rPr lang="en-US" sz="1900" i="1" dirty="0">
                <a:solidFill>
                  <a:schemeClr val="tx1"/>
                </a:solidFill>
                <a:latin typeface="+mj-lt" pitchFamily="34" charset="0"/>
                <a:ea typeface="+mj-lt" pitchFamily="34" charset="-122"/>
                <a:cs typeface="+mj-lt" pitchFamily="34" charset="-120"/>
              </a:rPr>
              <a:t>Aan de deadline. Ik denk </a:t>
            </a:r>
            <a:r>
              <a:rPr lang="en-US" sz="1900" b="1" i="1" dirty="0">
                <a:solidFill>
                  <a:schemeClr val="accent3"/>
                </a:solidFill>
                <a:latin typeface="+mj-lt" pitchFamily="34" charset="0"/>
                <a:ea typeface="+mj-lt" pitchFamily="34" charset="-122"/>
                <a:cs typeface="+mj-lt" pitchFamily="34" charset="-120"/>
              </a:rPr>
              <a:t>er</a:t>
            </a:r>
            <a:r>
              <a:rPr lang="en-US" sz="1900" i="1" dirty="0">
                <a:solidFill>
                  <a:schemeClr val="tx1"/>
                </a:solidFill>
                <a:latin typeface="+mj-lt" pitchFamily="34" charset="0"/>
                <a:ea typeface="+mj-lt" pitchFamily="34" charset="-122"/>
                <a:cs typeface="+mj-lt" pitchFamily="34" charset="-120"/>
              </a:rPr>
              <a:t> de hele dag </a:t>
            </a:r>
            <a:r>
              <a:rPr lang="en-US" sz="1900" b="1" i="1" dirty="0">
                <a:solidFill>
                  <a:schemeClr val="accent1"/>
                </a:solidFill>
                <a:latin typeface="+mj-lt" pitchFamily="34" charset="0"/>
                <a:ea typeface="+mj-lt" pitchFamily="34" charset="-122"/>
                <a:cs typeface="+mj-lt" pitchFamily="34" charset="-120"/>
              </a:rPr>
              <a:t>aan</a:t>
            </a:r>
            <a:r>
              <a:rPr lang="en-US" sz="1900" i="1" dirty="0">
                <a:solidFill>
                  <a:schemeClr val="tx1"/>
                </a:solidFill>
                <a:latin typeface="+mj-lt" pitchFamily="34" charset="0"/>
                <a:ea typeface="+mj-lt" pitchFamily="34" charset="-122"/>
                <a:cs typeface="+mj-lt" pitchFamily="34" charset="-120"/>
              </a:rPr>
              <a:t>!</a:t>
            </a:r>
            <a:endParaRPr lang="en-US" sz="19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1"/>
          <p:cNvSpPr/>
          <p:nvPr>
            <p:ph idx="101" type="title" hasCustomPrompt="1"/>
          </p:nvPr>
        </p:nvSpPr>
        <p:spPr>
          <a:xfrm>
            <a:off x="548640" y="621792"/>
            <a:ext cx="11091672" cy="713232"/>
          </a:xfrm>
          <a:prstGeom prst="rect">
            <a:avLst/>
          </a:prstGeom>
          <a:noFill/>
          <a:ln/>
        </p:spPr>
        <p:txBody>
          <a:bodyPr wrap="square" lIns="0" tIns="0" rIns="0" bIns="0" rtlCol="0" anchor="ctr"/>
          <a:lstStyle/>
          <a:p>
            <a:pPr algn="l" indent="0" marL="0">
              <a:buNone/>
            </a:pPr>
            <a:r>
              <a:rPr lang="en-US" sz="3000" b="1" dirty="0">
                <a:solidFill>
                  <a:schemeClr val="tx2"/>
                </a:solidFill>
              </a:rPr>
              <a:t>Missie van vandaag</a:t>
            </a:r>
            <a:endParaRPr lang="en-US" sz="3000" dirty="0"/>
          </a:p>
        </p:txBody>
      </p:sp>
      <p:sp>
        <p:nvSpPr>
          <p:cNvPr id="3" name="tag"/>
          <p:cNvSpPr/>
          <p:nvPr/>
        </p:nvSpPr>
        <p:spPr>
          <a:xfrm>
            <a:off x="548640" y="237744"/>
            <a:ext cx="1013155" cy="310896"/>
          </a:xfrm>
          <a:prstGeom prst="roundRect">
            <a:avLst>
              <a:gd name="adj" fmla="val 14706"/>
            </a:avLst>
          </a:prstGeom>
          <a:solidFill>
            <a:schemeClr val="tx2"/>
          </a:solidFill>
          <a:ln/>
        </p:spPr>
        <p:txBody>
          <a:bodyPr wrap="square" lIns="0" tIns="0" rIns="0" bIns="0" rtlCol="0" anchor="ctr"/>
          <a:lstStyle/>
          <a:p>
            <a:pPr algn="ctr" indent="0" marL="0">
              <a:buNone/>
            </a:pPr>
            <a:r>
              <a:rPr lang="en-US" sz="1200" b="1" spc="100" kern="0" dirty="0">
                <a:solidFill>
                  <a:srgbClr val="FFFFFF"/>
                </a:solidFill>
              </a:rPr>
              <a:t>MISSIE</a:t>
            </a:r>
            <a:endParaRPr lang="en-US" sz="1200" dirty="0"/>
          </a:p>
        </p:txBody>
      </p:sp>
      <p:sp>
        <p:nvSpPr>
          <p:cNvPr id="5" name="Shape 2"/>
          <p:cNvSpPr/>
          <p:nvPr/>
        </p:nvSpPr>
        <p:spPr>
          <a:xfrm>
            <a:off x="548640" y="1554480"/>
            <a:ext cx="2865120" cy="3931920"/>
          </a:xfrm>
          <a:prstGeom prst="roundRect">
            <a:avLst>
              <a:gd name="adj" fmla="val 2553"/>
            </a:avLst>
          </a:prstGeom>
          <a:solidFill>
            <a:schemeClr val="bg2"/>
          </a:solidFill>
          <a:ln w="12700">
            <a:solidFill>
              <a:srgbClr val="D5DCE6"/>
            </a:solidFill>
            <a:prstDash val="solid"/>
          </a:ln>
        </p:spPr>
      </p:sp>
      <p:sp>
        <p:nvSpPr>
          <p:cNvPr id="6" name="Shape 3"/>
          <p:cNvSpPr/>
          <p:nvPr/>
        </p:nvSpPr>
        <p:spPr>
          <a:xfrm>
            <a:off x="1524000" y="1874520"/>
            <a:ext cx="914400" cy="914400"/>
          </a:xfrm>
          <a:prstGeom prst="ellipse">
            <a:avLst/>
          </a:prstGeom>
          <a:solidFill>
            <a:schemeClr val="accent3"/>
          </a:solidFill>
          <a:ln w="12700">
            <a:solidFill>
              <a:srgbClr val="FFFFFF">
                <a:alpha val="0"/>
              </a:srgbClr>
            </a:solidFill>
            <a:prstDash val="solid"/>
          </a:ln>
        </p:spPr>
      </p:sp>
      <p:pic>
        <p:nvPicPr>
          <p:cNvPr id="7" name="Image 0" descr="ExchangeAlt">    </p:cNvPr>
          <p:cNvPicPr>
            <a:picLocks noChangeAspect="1"/>
          </p:cNvPicPr>
          <p:nvPr/>
        </p:nvPicPr>
        <p:blipFill>
          <a:blip r:embed="rId1"/>
          <a:stretch>
            <a:fillRect/>
          </a:stretch>
        </p:blipFill>
        <p:spPr>
          <a:xfrm>
            <a:off x="1743456" y="2093976"/>
            <a:ext cx="475488" cy="475488"/>
          </a:xfrm>
          <a:prstGeom prst="rect">
            <a:avLst/>
          </a:prstGeom>
        </p:spPr>
      </p:pic>
      <p:sp>
        <p:nvSpPr>
          <p:cNvPr id="8" name="Text 4"/>
          <p:cNvSpPr txBox="1"/>
          <p:nvPr/>
        </p:nvSpPr>
        <p:spPr>
          <a:xfrm>
            <a:off x="731520" y="2926080"/>
            <a:ext cx="2499360" cy="548640"/>
          </a:xfrm>
          <a:prstGeom prst="rect">
            <a:avLst/>
          </a:prstGeom>
          <a:noFill/>
          <a:ln/>
        </p:spPr>
        <p:txBody>
          <a:bodyPr wrap="square" lIns="0" tIns="0" rIns="0" bIns="0" rtlCol="0" anchor="ctr"/>
          <a:lstStyle/>
          <a:p>
            <a:pPr algn="ctr" indent="0" marL="0">
              <a:buNone/>
            </a:pPr>
            <a:r>
              <a:rPr lang="en-US" sz="2400" b="1" dirty="0">
                <a:solidFill>
                  <a:schemeClr val="accent3"/>
                </a:solidFill>
                <a:latin typeface="+mj-lt" pitchFamily="34" charset="0"/>
                <a:ea typeface="+mj-lt" pitchFamily="34" charset="-122"/>
                <a:cs typeface="+mj-lt" pitchFamily="34" charset="-120"/>
              </a:rPr>
              <a:t>Remplacer</a:t>
            </a:r>
            <a:endParaRPr lang="en-US" sz="2400" dirty="0"/>
          </a:p>
        </p:txBody>
      </p:sp>
      <p:sp>
        <p:nvSpPr>
          <p:cNvPr id="9" name="Text 5"/>
          <p:cNvSpPr txBox="1"/>
          <p:nvPr/>
        </p:nvSpPr>
        <p:spPr>
          <a:xfrm>
            <a:off x="777240" y="3566160"/>
            <a:ext cx="2407920" cy="1737360"/>
          </a:xfrm>
          <a:prstGeom prst="rect">
            <a:avLst/>
          </a:prstGeom>
          <a:noFill/>
          <a:ln/>
        </p:spPr>
        <p:txBody>
          <a:bodyPr wrap="square" lIns="0" tIns="0" rIns="0" bIns="0" rtlCol="0" anchor="t"/>
          <a:lstStyle/>
          <a:p>
            <a:pPr algn="ctr" indent="0" marL="0">
              <a:buNone/>
            </a:pPr>
            <a:r>
              <a:rPr lang="en-US" sz="2000" dirty="0">
                <a:solidFill>
                  <a:schemeClr val="tx1"/>
                </a:solidFill>
              </a:rPr>
              <a:t>Je remplace « préposition + chose » : </a:t>
            </a:r>
            <a:r>
              <a:rPr lang="en-US" sz="2000" i="1" dirty="0">
                <a:solidFill>
                  <a:schemeClr val="tx1"/>
                </a:solidFill>
              </a:rPr>
              <a:t>met de pen → ermee</a:t>
            </a:r>
            <a:r>
              <a:rPr lang="en-US" sz="2000" dirty="0">
                <a:solidFill>
                  <a:schemeClr val="tx1"/>
                </a:solidFill>
              </a:rPr>
              <a:t>.</a:t>
            </a:r>
            <a:endParaRPr lang="en-US" sz="2000" dirty="0"/>
          </a:p>
        </p:txBody>
      </p:sp>
      <p:sp>
        <p:nvSpPr>
          <p:cNvPr id="10" name="Shape 6"/>
          <p:cNvSpPr/>
          <p:nvPr/>
        </p:nvSpPr>
        <p:spPr>
          <a:xfrm>
            <a:off x="3688080" y="1554480"/>
            <a:ext cx="2865120" cy="3931920"/>
          </a:xfrm>
          <a:prstGeom prst="roundRect">
            <a:avLst>
              <a:gd name="adj" fmla="val 2553"/>
            </a:avLst>
          </a:prstGeom>
          <a:solidFill>
            <a:schemeClr val="bg2"/>
          </a:solidFill>
          <a:ln w="12700">
            <a:solidFill>
              <a:srgbClr val="D5DCE6"/>
            </a:solidFill>
            <a:prstDash val="solid"/>
          </a:ln>
        </p:spPr>
      </p:sp>
      <p:sp>
        <p:nvSpPr>
          <p:cNvPr id="11" name="Shape 7"/>
          <p:cNvSpPr/>
          <p:nvPr/>
        </p:nvSpPr>
        <p:spPr>
          <a:xfrm>
            <a:off x="4663440" y="1874520"/>
            <a:ext cx="914400" cy="914400"/>
          </a:xfrm>
          <a:prstGeom prst="ellipse">
            <a:avLst/>
          </a:prstGeom>
          <a:solidFill>
            <a:schemeClr val="accent1"/>
          </a:solidFill>
          <a:ln w="12700">
            <a:solidFill>
              <a:srgbClr val="FFFFFF">
                <a:alpha val="0"/>
              </a:srgbClr>
            </a:solidFill>
            <a:prstDash val="solid"/>
          </a:ln>
        </p:spPr>
      </p:sp>
      <p:pic>
        <p:nvPicPr>
          <p:cNvPr id="12" name="Image 1" descr="Link">    </p:cNvPr>
          <p:cNvPicPr>
            <a:picLocks noChangeAspect="1"/>
          </p:cNvPicPr>
          <p:nvPr/>
        </p:nvPicPr>
        <p:blipFill>
          <a:blip r:embed="rId2"/>
          <a:stretch>
            <a:fillRect/>
          </a:stretch>
        </p:blipFill>
        <p:spPr>
          <a:xfrm>
            <a:off x="4882896" y="2093976"/>
            <a:ext cx="475488" cy="475488"/>
          </a:xfrm>
          <a:prstGeom prst="rect">
            <a:avLst/>
          </a:prstGeom>
        </p:spPr>
      </p:pic>
      <p:sp>
        <p:nvSpPr>
          <p:cNvPr id="13" name="Text 8"/>
          <p:cNvSpPr txBox="1"/>
          <p:nvPr/>
        </p:nvSpPr>
        <p:spPr>
          <a:xfrm>
            <a:off x="3870960" y="2926080"/>
            <a:ext cx="2499360" cy="548640"/>
          </a:xfrm>
          <a:prstGeom prst="rect">
            <a:avLst/>
          </a:prstGeom>
          <a:noFill/>
          <a:ln/>
        </p:spPr>
        <p:txBody>
          <a:bodyPr wrap="square" lIns="0" tIns="0" rIns="0" bIns="0" rtlCol="0" anchor="ctr"/>
          <a:lstStyle/>
          <a:p>
            <a:pPr algn="ctr" indent="0" marL="0">
              <a:buNone/>
            </a:pPr>
            <a:r>
              <a:rPr lang="en-US" sz="2400" b="1" dirty="0">
                <a:solidFill>
                  <a:schemeClr val="accent1"/>
                </a:solidFill>
                <a:latin typeface="+mj-lt" pitchFamily="34" charset="0"/>
                <a:ea typeface="+mj-lt" pitchFamily="34" charset="-122"/>
                <a:cs typeface="+mj-lt" pitchFamily="34" charset="-120"/>
              </a:rPr>
              <a:t>Combiner</a:t>
            </a:r>
            <a:endParaRPr lang="en-US" sz="2400" dirty="0"/>
          </a:p>
        </p:txBody>
      </p:sp>
      <p:sp>
        <p:nvSpPr>
          <p:cNvPr id="14" name="Text 9"/>
          <p:cNvSpPr txBox="1"/>
          <p:nvPr/>
        </p:nvSpPr>
        <p:spPr>
          <a:xfrm>
            <a:off x="3916680" y="3566160"/>
            <a:ext cx="2407920" cy="1737360"/>
          </a:xfrm>
          <a:prstGeom prst="rect">
            <a:avLst/>
          </a:prstGeom>
          <a:noFill/>
          <a:ln/>
        </p:spPr>
        <p:txBody>
          <a:bodyPr wrap="square" lIns="0" tIns="0" rIns="0" bIns="0" rtlCol="0" anchor="t"/>
          <a:lstStyle/>
          <a:p>
            <a:pPr algn="ctr" indent="0" marL="0">
              <a:buNone/>
            </a:pPr>
            <a:r>
              <a:rPr lang="en-US" sz="2000" dirty="0">
                <a:solidFill>
                  <a:schemeClr val="tx1"/>
                </a:solidFill>
              </a:rPr>
              <a:t>J’apprends le verbe avec sa préposition : </a:t>
            </a:r>
            <a:r>
              <a:rPr lang="en-US" sz="2000" i="1" dirty="0">
                <a:solidFill>
                  <a:schemeClr val="tx1"/>
                </a:solidFill>
              </a:rPr>
              <a:t>wachten op, denken aan</a:t>
            </a:r>
            <a:r>
              <a:rPr lang="en-US" sz="2000" dirty="0">
                <a:solidFill>
                  <a:schemeClr val="tx1"/>
                </a:solidFill>
              </a:rPr>
              <a:t>.</a:t>
            </a:r>
            <a:endParaRPr lang="en-US" sz="2000" dirty="0"/>
          </a:p>
        </p:txBody>
      </p:sp>
      <p:sp>
        <p:nvSpPr>
          <p:cNvPr id="15" name="Shape 10"/>
          <p:cNvSpPr/>
          <p:nvPr/>
        </p:nvSpPr>
        <p:spPr>
          <a:xfrm>
            <a:off x="6827520" y="1554480"/>
            <a:ext cx="2865120" cy="3931920"/>
          </a:xfrm>
          <a:prstGeom prst="roundRect">
            <a:avLst>
              <a:gd name="adj" fmla="val 2553"/>
            </a:avLst>
          </a:prstGeom>
          <a:solidFill>
            <a:schemeClr val="bg2"/>
          </a:solidFill>
          <a:ln w="12700">
            <a:solidFill>
              <a:srgbClr val="D5DCE6"/>
            </a:solidFill>
            <a:prstDash val="solid"/>
          </a:ln>
        </p:spPr>
      </p:sp>
      <p:sp>
        <p:nvSpPr>
          <p:cNvPr id="16" name="Shape 11"/>
          <p:cNvSpPr/>
          <p:nvPr/>
        </p:nvSpPr>
        <p:spPr>
          <a:xfrm>
            <a:off x="7802880" y="1874520"/>
            <a:ext cx="914400" cy="914400"/>
          </a:xfrm>
          <a:prstGeom prst="ellipse">
            <a:avLst/>
          </a:prstGeom>
          <a:solidFill>
            <a:schemeClr val="accent4"/>
          </a:solidFill>
          <a:ln w="12700">
            <a:solidFill>
              <a:srgbClr val="FFFFFF">
                <a:alpha val="0"/>
              </a:srgbClr>
            </a:solidFill>
            <a:prstDash val="solid"/>
          </a:ln>
        </p:spPr>
      </p:sp>
      <p:pic>
        <p:nvPicPr>
          <p:cNvPr id="17" name="Image 2" descr="Question">    </p:cNvPr>
          <p:cNvPicPr>
            <a:picLocks noChangeAspect="1"/>
          </p:cNvPicPr>
          <p:nvPr/>
        </p:nvPicPr>
        <p:blipFill>
          <a:blip r:embed="rId3"/>
          <a:stretch>
            <a:fillRect/>
          </a:stretch>
        </p:blipFill>
        <p:spPr>
          <a:xfrm>
            <a:off x="8022336" y="2093976"/>
            <a:ext cx="475488" cy="475488"/>
          </a:xfrm>
          <a:prstGeom prst="rect">
            <a:avLst/>
          </a:prstGeom>
        </p:spPr>
      </p:pic>
      <p:sp>
        <p:nvSpPr>
          <p:cNvPr id="18" name="Text 12"/>
          <p:cNvSpPr txBox="1"/>
          <p:nvPr/>
        </p:nvSpPr>
        <p:spPr>
          <a:xfrm>
            <a:off x="7010400" y="2926080"/>
            <a:ext cx="2499360" cy="548640"/>
          </a:xfrm>
          <a:prstGeom prst="rect">
            <a:avLst/>
          </a:prstGeom>
          <a:noFill/>
          <a:ln/>
        </p:spPr>
        <p:txBody>
          <a:bodyPr wrap="square" lIns="0" tIns="0" rIns="0" bIns="0" rtlCol="0" anchor="ctr"/>
          <a:lstStyle/>
          <a:p>
            <a:pPr algn="ctr" indent="0" marL="0">
              <a:buNone/>
            </a:pPr>
            <a:r>
              <a:rPr lang="en-US" sz="2400" b="1" dirty="0">
                <a:solidFill>
                  <a:schemeClr val="accent4"/>
                </a:solidFill>
                <a:latin typeface="+mj-lt" pitchFamily="34" charset="0"/>
                <a:ea typeface="+mj-lt" pitchFamily="34" charset="-122"/>
                <a:cs typeface="+mj-lt" pitchFamily="34" charset="-120"/>
              </a:rPr>
              <a:t>Questionner</a:t>
            </a:r>
            <a:endParaRPr lang="en-US" sz="2400" dirty="0"/>
          </a:p>
        </p:txBody>
      </p:sp>
      <p:sp>
        <p:nvSpPr>
          <p:cNvPr id="19" name="Text 13"/>
          <p:cNvSpPr txBox="1"/>
          <p:nvPr/>
        </p:nvSpPr>
        <p:spPr>
          <a:xfrm>
            <a:off x="7056120" y="3566160"/>
            <a:ext cx="2407920" cy="1737360"/>
          </a:xfrm>
          <a:prstGeom prst="rect">
            <a:avLst/>
          </a:prstGeom>
          <a:noFill/>
          <a:ln/>
        </p:spPr>
        <p:txBody>
          <a:bodyPr wrap="square" lIns="0" tIns="0" rIns="0" bIns="0" rtlCol="0" anchor="t"/>
          <a:lstStyle/>
          <a:p>
            <a:pPr algn="ctr" indent="0" marL="0">
              <a:buNone/>
            </a:pPr>
            <a:r>
              <a:rPr lang="en-US" sz="2000" dirty="0">
                <a:solidFill>
                  <a:schemeClr val="tx1"/>
                </a:solidFill>
              </a:rPr>
              <a:t>Je demande et je réponds : </a:t>
            </a:r>
            <a:r>
              <a:rPr lang="en-US" sz="2000" i="1" dirty="0">
                <a:solidFill>
                  <a:schemeClr val="tx1"/>
                </a:solidFill>
              </a:rPr>
              <a:t>Waar wacht je op? — Op de bus.</a:t>
            </a:r>
            <a:endParaRPr lang="en-US" sz="2000" dirty="0"/>
          </a:p>
        </p:txBody>
      </p:sp>
      <p:pic>
        <p:nvPicPr>
          <p:cNvPr id="20" name="Image 3" descr="man teacher">    </p:cNvPr>
          <p:cNvPicPr>
            <a:picLocks noChangeAspect="1"/>
          </p:cNvPicPr>
          <p:nvPr/>
        </p:nvPicPr>
        <p:blipFill>
          <a:blip r:embed="rId4"/>
          <a:stretch>
            <a:fillRect/>
          </a:stretch>
        </p:blipFill>
        <p:spPr>
          <a:xfrm>
            <a:off x="9921240" y="1737360"/>
            <a:ext cx="1737360" cy="1737360"/>
          </a:xfrm>
          <a:prstGeom prst="rect">
            <a:avLst/>
          </a:prstGeom>
        </p:spPr>
      </p:pic>
      <p:pic>
        <p:nvPicPr>
          <p:cNvPr id="21" name="Image 4" descr="speech balloon">    </p:cNvPr>
          <p:cNvPicPr>
            <a:picLocks noChangeAspect="1"/>
          </p:cNvPicPr>
          <p:nvPr/>
        </p:nvPicPr>
        <p:blipFill>
          <a:blip r:embed="rId5"/>
          <a:stretch>
            <a:fillRect/>
          </a:stretch>
        </p:blipFill>
        <p:spPr>
          <a:xfrm>
            <a:off x="10881360" y="1463040"/>
            <a:ext cx="731520" cy="731520"/>
          </a:xfrm>
          <a:prstGeom prst="rect">
            <a:avLst/>
          </a:prstGeom>
        </p:spPr>
      </p:pic>
      <p:sp>
        <p:nvSpPr>
          <p:cNvPr id="22" name="Shape 14"/>
          <p:cNvSpPr/>
          <p:nvPr/>
        </p:nvSpPr>
        <p:spPr>
          <a:xfrm>
            <a:off x="548640" y="5669280"/>
            <a:ext cx="11091672" cy="566928"/>
          </a:xfrm>
          <a:prstGeom prst="roundRect">
            <a:avLst>
              <a:gd name="adj" fmla="val 12903"/>
            </a:avLst>
          </a:prstGeom>
          <a:solidFill>
            <a:schemeClr val="bg2"/>
          </a:solidFill>
          <a:ln w="9525">
            <a:solidFill>
              <a:srgbClr val="17375E"/>
            </a:solidFill>
            <a:prstDash val="solid"/>
          </a:ln>
        </p:spPr>
      </p:sp>
      <p:pic>
        <p:nvPicPr>
          <p:cNvPr id="23" name="Image 5" descr="Lightbulb">    </p:cNvPr>
          <p:cNvPicPr>
            <a:picLocks noChangeAspect="1"/>
          </p:cNvPicPr>
          <p:nvPr/>
        </p:nvPicPr>
        <p:blipFill>
          <a:blip r:embed="rId6"/>
          <a:stretch>
            <a:fillRect/>
          </a:stretch>
        </p:blipFill>
        <p:spPr>
          <a:xfrm>
            <a:off x="731520" y="5788152"/>
            <a:ext cx="329184" cy="329184"/>
          </a:xfrm>
          <a:prstGeom prst="rect">
            <a:avLst/>
          </a:prstGeom>
        </p:spPr>
      </p:pic>
      <p:sp>
        <p:nvSpPr>
          <p:cNvPr id="24" name="Text 15"/>
          <p:cNvSpPr txBox="1"/>
          <p:nvPr/>
        </p:nvSpPr>
        <p:spPr>
          <a:xfrm>
            <a:off x="1188720" y="5669280"/>
            <a:ext cx="10241280" cy="566928"/>
          </a:xfrm>
          <a:prstGeom prst="rect">
            <a:avLst/>
          </a:prstGeom>
          <a:noFill/>
          <a:ln/>
        </p:spPr>
        <p:txBody>
          <a:bodyPr wrap="square" lIns="0" tIns="0" rIns="0" bIns="0" rtlCol="0" anchor="ctr"/>
          <a:lstStyle/>
          <a:p>
            <a:pPr algn="l" indent="0" marL="0">
              <a:buNone/>
            </a:pPr>
            <a:r>
              <a:rPr lang="en-US" sz="1700" dirty="0">
                <a:solidFill>
                  <a:schemeClr val="tx1"/>
                </a:solidFill>
              </a:rPr>
              <a:t>Partout à l’oral : </a:t>
            </a:r>
            <a:r>
              <a:rPr lang="en-US" sz="1700" i="1" dirty="0">
                <a:solidFill>
                  <a:schemeClr val="tx1"/>
                </a:solidFill>
              </a:rPr>
              <a:t>Ik ben ermee bezig. · Daar heb ik geen zin in. · Waar gaat het over?</a:t>
            </a:r>
            <a:endParaRPr lang="en-US" sz="1700" dirty="0"/>
          </a:p>
        </p:txBody>
      </p:sp>
      <p:sp>
        <p:nvSpPr>
          <p:cNvPr id="25" name="Slide Number Placeholder 0"/>
          <p:cNvSpPr>
            <a:spLocks noGrp="1"/>
          </p:cNvSpPr>
          <p:nvPr>
            <p:ph type="sldNum" sz="quarter" idx="4294967295"/>
          </p:nvPr>
        </p:nvSpPr>
        <p:spPr>
          <a:xfrm>
            <a:off x="11091672"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4A5A70"/>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1"/>
          <p:cNvSpPr/>
          <p:nvPr>
            <p:ph idx="101" type="title" hasCustomPrompt="1"/>
          </p:nvPr>
        </p:nvSpPr>
        <p:spPr>
          <a:xfrm>
            <a:off x="548640" y="621792"/>
            <a:ext cx="11091672" cy="713232"/>
          </a:xfrm>
          <a:prstGeom prst="rect">
            <a:avLst/>
          </a:prstGeom>
          <a:noFill/>
          <a:ln/>
        </p:spPr>
        <p:txBody>
          <a:bodyPr wrap="square" lIns="0" tIns="0" rIns="0" bIns="0" rtlCol="0" anchor="ctr"/>
          <a:lstStyle/>
          <a:p>
            <a:pPr algn="l" indent="0" marL="0">
              <a:buNone/>
            </a:pPr>
            <a:r>
              <a:rPr lang="en-US" sz="3000" b="1" dirty="0">
                <a:solidFill>
                  <a:schemeClr val="tx2"/>
                </a:solidFill>
              </a:rPr>
              <a:t>Échauffement — au bureau</a:t>
            </a:r>
            <a:endParaRPr lang="en-US" sz="3000" dirty="0"/>
          </a:p>
        </p:txBody>
      </p:sp>
      <p:sp>
        <p:nvSpPr>
          <p:cNvPr id="3" name="tag"/>
          <p:cNvSpPr/>
          <p:nvPr/>
        </p:nvSpPr>
        <p:spPr>
          <a:xfrm>
            <a:off x="548640" y="237744"/>
            <a:ext cx="1770278" cy="310896"/>
          </a:xfrm>
          <a:prstGeom prst="roundRect">
            <a:avLst>
              <a:gd name="adj" fmla="val 14706"/>
            </a:avLst>
          </a:prstGeom>
          <a:solidFill>
            <a:schemeClr val="accent2"/>
          </a:solidFill>
          <a:ln/>
        </p:spPr>
        <p:txBody>
          <a:bodyPr wrap="square" lIns="0" tIns="0" rIns="0" bIns="0" rtlCol="0" anchor="ctr"/>
          <a:lstStyle/>
          <a:p>
            <a:pPr algn="ctr" indent="0" marL="0">
              <a:buNone/>
            </a:pPr>
            <a:r>
              <a:rPr lang="en-US" sz="1200" b="1" spc="100" kern="0" dirty="0">
                <a:solidFill>
                  <a:srgbClr val="FFFFFF"/>
                </a:solidFill>
              </a:rPr>
              <a:t>ÉCHAUFFEMENT</a:t>
            </a:r>
            <a:endParaRPr lang="en-US" sz="1200" dirty="0"/>
          </a:p>
        </p:txBody>
      </p:sp>
      <p:pic>
        <p:nvPicPr>
          <p:cNvPr id="5" name="Image 0" descr="woman">    </p:cNvPr>
          <p:cNvPicPr>
            <a:picLocks noChangeAspect="1"/>
          </p:cNvPicPr>
          <p:nvPr/>
        </p:nvPicPr>
        <p:blipFill>
          <a:blip r:embed="rId1"/>
          <a:stretch>
            <a:fillRect/>
          </a:stretch>
        </p:blipFill>
        <p:spPr>
          <a:xfrm>
            <a:off x="548640" y="1554480"/>
            <a:ext cx="731520" cy="731520"/>
          </a:xfrm>
          <a:prstGeom prst="rect">
            <a:avLst/>
          </a:prstGeom>
        </p:spPr>
      </p:pic>
      <p:sp>
        <p:nvSpPr>
          <p:cNvPr id="6" name="Shape 2"/>
          <p:cNvSpPr/>
          <p:nvPr/>
        </p:nvSpPr>
        <p:spPr>
          <a:xfrm>
            <a:off x="1417320" y="1554480"/>
            <a:ext cx="6949440" cy="731520"/>
          </a:xfrm>
          <a:prstGeom prst="roundRect">
            <a:avLst>
              <a:gd name="adj" fmla="val 22500"/>
            </a:avLst>
          </a:prstGeom>
          <a:solidFill>
            <a:schemeClr val="accent4">
              <a:alpha val="12000"/>
            </a:schemeClr>
          </a:solidFill>
          <a:ln w="15875">
            <a:solidFill>
              <a:srgbClr val="B4236A"/>
            </a:solidFill>
            <a:prstDash val="solid"/>
          </a:ln>
        </p:spPr>
      </p:sp>
      <p:sp>
        <p:nvSpPr>
          <p:cNvPr id="7" name="Text 3"/>
          <p:cNvSpPr txBox="1"/>
          <p:nvPr/>
        </p:nvSpPr>
        <p:spPr>
          <a:xfrm>
            <a:off x="1581912" y="1554480"/>
            <a:ext cx="6620256" cy="731520"/>
          </a:xfrm>
          <a:prstGeom prst="rect">
            <a:avLst/>
          </a:prstGeom>
          <a:noFill/>
          <a:ln/>
        </p:spPr>
        <p:txBody>
          <a:bodyPr wrap="square" lIns="0" tIns="0" rIns="0" bIns="0" rtlCol="0" anchor="ctr"/>
          <a:lstStyle/>
          <a:p>
            <a:pPr algn="l" indent="0" marL="0">
              <a:buNone/>
            </a:pPr>
            <a:r>
              <a:rPr lang="en-US" sz="1800" b="1" dirty="0">
                <a:solidFill>
                  <a:schemeClr val="tx1"/>
                </a:solidFill>
              </a:rPr>
              <a:t>Sofie</a:t>
            </a:r>
            <a:r>
              <a:rPr lang="en-US" sz="1800" dirty="0">
                <a:solidFill>
                  <a:schemeClr val="tx1"/>
                </a:solidFill>
              </a:rPr>
              <a:t> · </a:t>
            </a:r>
            <a:r>
              <a:rPr lang="en-US" sz="1800" i="1" dirty="0">
                <a:solidFill>
                  <a:schemeClr val="tx1"/>
                </a:solidFill>
              </a:rPr>
              <a:t>Heb je de offerte al gestuurd?</a:t>
            </a:r>
            <a:endParaRPr lang="en-US" sz="1800" dirty="0"/>
          </a:p>
        </p:txBody>
      </p:sp>
      <p:pic>
        <p:nvPicPr>
          <p:cNvPr id="8" name="Image 1" descr="man office worker">    </p:cNvPr>
          <p:cNvPicPr>
            <a:picLocks noChangeAspect="1"/>
          </p:cNvPicPr>
          <p:nvPr/>
        </p:nvPicPr>
        <p:blipFill>
          <a:blip r:embed="rId2"/>
          <a:stretch>
            <a:fillRect/>
          </a:stretch>
        </p:blipFill>
        <p:spPr>
          <a:xfrm>
            <a:off x="10908792" y="2423160"/>
            <a:ext cx="731520" cy="731520"/>
          </a:xfrm>
          <a:prstGeom prst="rect">
            <a:avLst/>
          </a:prstGeom>
        </p:spPr>
      </p:pic>
      <p:sp>
        <p:nvSpPr>
          <p:cNvPr id="9" name="Shape 4"/>
          <p:cNvSpPr/>
          <p:nvPr/>
        </p:nvSpPr>
        <p:spPr>
          <a:xfrm>
            <a:off x="3840480" y="2423160"/>
            <a:ext cx="6949440" cy="731520"/>
          </a:xfrm>
          <a:prstGeom prst="roundRect">
            <a:avLst>
              <a:gd name="adj" fmla="val 22500"/>
            </a:avLst>
          </a:prstGeom>
          <a:solidFill>
            <a:schemeClr val="accent2">
              <a:alpha val="12000"/>
            </a:schemeClr>
          </a:solidFill>
          <a:ln w="15875">
            <a:solidFill>
              <a:srgbClr val="2A6FB0"/>
            </a:solidFill>
            <a:prstDash val="solid"/>
          </a:ln>
        </p:spPr>
      </p:sp>
      <p:sp>
        <p:nvSpPr>
          <p:cNvPr id="10" name="Text 5"/>
          <p:cNvSpPr txBox="1"/>
          <p:nvPr/>
        </p:nvSpPr>
        <p:spPr>
          <a:xfrm>
            <a:off x="4005072" y="2423160"/>
            <a:ext cx="6620256" cy="731520"/>
          </a:xfrm>
          <a:prstGeom prst="rect">
            <a:avLst/>
          </a:prstGeom>
          <a:noFill/>
          <a:ln/>
        </p:spPr>
        <p:txBody>
          <a:bodyPr wrap="square" lIns="0" tIns="0" rIns="0" bIns="0" rtlCol="0" anchor="ctr"/>
          <a:lstStyle/>
          <a:p>
            <a:pPr algn="l" indent="0" marL="0">
              <a:buNone/>
            </a:pPr>
            <a:r>
              <a:rPr lang="en-US" sz="1800" b="1" dirty="0">
                <a:solidFill>
                  <a:schemeClr val="tx1"/>
                </a:solidFill>
              </a:rPr>
              <a:t>Karim</a:t>
            </a:r>
            <a:r>
              <a:rPr lang="en-US" sz="1800" dirty="0">
                <a:solidFill>
                  <a:schemeClr val="tx1"/>
                </a:solidFill>
              </a:rPr>
              <a:t> · </a:t>
            </a:r>
            <a:r>
              <a:rPr lang="en-US" sz="1800" i="1" dirty="0">
                <a:solidFill>
                  <a:schemeClr val="tx1"/>
                </a:solidFill>
              </a:rPr>
              <a:t>Nee, ik ben </a:t>
            </a:r>
            <a:r>
              <a:rPr lang="en-US" sz="1800" b="1" i="1" dirty="0">
                <a:solidFill>
                  <a:schemeClr val="accent3"/>
                </a:solidFill>
              </a:rPr>
              <a:t>er</a:t>
            </a:r>
            <a:r>
              <a:rPr lang="en-US" sz="1800" i="1" dirty="0">
                <a:solidFill>
                  <a:schemeClr val="tx1"/>
                </a:solidFill>
              </a:rPr>
              <a:t> nog </a:t>
            </a:r>
            <a:r>
              <a:rPr lang="en-US" sz="1800" b="1" i="1" dirty="0">
                <a:solidFill>
                  <a:schemeClr val="accent1"/>
                </a:solidFill>
              </a:rPr>
              <a:t>mee</a:t>
            </a:r>
            <a:r>
              <a:rPr lang="en-US" sz="1800" i="1" dirty="0">
                <a:solidFill>
                  <a:schemeClr val="tx1"/>
                </a:solidFill>
              </a:rPr>
              <a:t> bezig.</a:t>
            </a:r>
            <a:endParaRPr lang="en-US" sz="1800" dirty="0"/>
          </a:p>
        </p:txBody>
      </p:sp>
      <p:pic>
        <p:nvPicPr>
          <p:cNvPr id="11" name="Image 2" descr="woman">    </p:cNvPr>
          <p:cNvPicPr>
            <a:picLocks noChangeAspect="1"/>
          </p:cNvPicPr>
          <p:nvPr/>
        </p:nvPicPr>
        <p:blipFill>
          <a:blip r:embed="rId3"/>
          <a:stretch>
            <a:fillRect/>
          </a:stretch>
        </p:blipFill>
        <p:spPr>
          <a:xfrm>
            <a:off x="548640" y="3291840"/>
            <a:ext cx="731520" cy="731520"/>
          </a:xfrm>
          <a:prstGeom prst="rect">
            <a:avLst/>
          </a:prstGeom>
        </p:spPr>
      </p:pic>
      <p:sp>
        <p:nvSpPr>
          <p:cNvPr id="12" name="Shape 6"/>
          <p:cNvSpPr/>
          <p:nvPr/>
        </p:nvSpPr>
        <p:spPr>
          <a:xfrm>
            <a:off x="1417320" y="3291840"/>
            <a:ext cx="6949440" cy="731520"/>
          </a:xfrm>
          <a:prstGeom prst="roundRect">
            <a:avLst>
              <a:gd name="adj" fmla="val 22500"/>
            </a:avLst>
          </a:prstGeom>
          <a:solidFill>
            <a:schemeClr val="accent4">
              <a:alpha val="12000"/>
            </a:schemeClr>
          </a:solidFill>
          <a:ln w="15875">
            <a:solidFill>
              <a:srgbClr val="B4236A"/>
            </a:solidFill>
            <a:prstDash val="solid"/>
          </a:ln>
        </p:spPr>
      </p:sp>
      <p:sp>
        <p:nvSpPr>
          <p:cNvPr id="13" name="Text 7"/>
          <p:cNvSpPr txBox="1"/>
          <p:nvPr/>
        </p:nvSpPr>
        <p:spPr>
          <a:xfrm>
            <a:off x="1581912" y="3291840"/>
            <a:ext cx="6620256" cy="731520"/>
          </a:xfrm>
          <a:prstGeom prst="rect">
            <a:avLst/>
          </a:prstGeom>
          <a:noFill/>
          <a:ln/>
        </p:spPr>
        <p:txBody>
          <a:bodyPr wrap="square" lIns="0" tIns="0" rIns="0" bIns="0" rtlCol="0" anchor="ctr"/>
          <a:lstStyle/>
          <a:p>
            <a:pPr algn="l" indent="0" marL="0">
              <a:buNone/>
            </a:pPr>
            <a:r>
              <a:rPr lang="en-US" sz="1800" b="1" dirty="0">
                <a:solidFill>
                  <a:schemeClr val="tx1"/>
                </a:solidFill>
              </a:rPr>
              <a:t>Sofie</a:t>
            </a:r>
            <a:r>
              <a:rPr lang="en-US" sz="1800" dirty="0">
                <a:solidFill>
                  <a:schemeClr val="tx1"/>
                </a:solidFill>
              </a:rPr>
              <a:t> · </a:t>
            </a:r>
            <a:r>
              <a:rPr lang="en-US" sz="1800" i="1" dirty="0">
                <a:solidFill>
                  <a:schemeClr val="tx1"/>
                </a:solidFill>
              </a:rPr>
              <a:t>Denk je </a:t>
            </a:r>
            <a:r>
              <a:rPr lang="en-US" sz="1800" b="1" i="1" dirty="0">
                <a:solidFill>
                  <a:schemeClr val="accent3"/>
                </a:solidFill>
              </a:rPr>
              <a:t>er</a:t>
            </a:r>
            <a:r>
              <a:rPr lang="en-US" sz="1800" b="1" i="1" dirty="0">
                <a:solidFill>
                  <a:schemeClr val="accent1"/>
                </a:solidFill>
              </a:rPr>
              <a:t>aan</a:t>
            </a:r>
            <a:r>
              <a:rPr lang="en-US" sz="1800" i="1" dirty="0">
                <a:solidFill>
                  <a:schemeClr val="tx1"/>
                </a:solidFill>
              </a:rPr>
              <a:t>? Het is dringend!</a:t>
            </a:r>
            <a:endParaRPr lang="en-US" sz="1800" dirty="0"/>
          </a:p>
        </p:txBody>
      </p:sp>
      <p:pic>
        <p:nvPicPr>
          <p:cNvPr id="14" name="Image 3" descr="man office worker">    </p:cNvPr>
          <p:cNvPicPr>
            <a:picLocks noChangeAspect="1"/>
          </p:cNvPicPr>
          <p:nvPr/>
        </p:nvPicPr>
        <p:blipFill>
          <a:blip r:embed="rId4"/>
          <a:stretch>
            <a:fillRect/>
          </a:stretch>
        </p:blipFill>
        <p:spPr>
          <a:xfrm>
            <a:off x="10908792" y="4160520"/>
            <a:ext cx="731520" cy="731520"/>
          </a:xfrm>
          <a:prstGeom prst="rect">
            <a:avLst/>
          </a:prstGeom>
        </p:spPr>
      </p:pic>
      <p:sp>
        <p:nvSpPr>
          <p:cNvPr id="15" name="Shape 8"/>
          <p:cNvSpPr/>
          <p:nvPr/>
        </p:nvSpPr>
        <p:spPr>
          <a:xfrm>
            <a:off x="3840480" y="4160520"/>
            <a:ext cx="6949440" cy="731520"/>
          </a:xfrm>
          <a:prstGeom prst="roundRect">
            <a:avLst>
              <a:gd name="adj" fmla="val 22500"/>
            </a:avLst>
          </a:prstGeom>
          <a:solidFill>
            <a:schemeClr val="accent2">
              <a:alpha val="12000"/>
            </a:schemeClr>
          </a:solidFill>
          <a:ln w="15875">
            <a:solidFill>
              <a:srgbClr val="2A6FB0"/>
            </a:solidFill>
            <a:prstDash val="solid"/>
          </a:ln>
        </p:spPr>
      </p:sp>
      <p:sp>
        <p:nvSpPr>
          <p:cNvPr id="16" name="Text 9"/>
          <p:cNvSpPr txBox="1"/>
          <p:nvPr/>
        </p:nvSpPr>
        <p:spPr>
          <a:xfrm>
            <a:off x="4005072" y="4160520"/>
            <a:ext cx="6620256" cy="731520"/>
          </a:xfrm>
          <a:prstGeom prst="rect">
            <a:avLst/>
          </a:prstGeom>
          <a:noFill/>
          <a:ln/>
        </p:spPr>
        <p:txBody>
          <a:bodyPr wrap="square" lIns="0" tIns="0" rIns="0" bIns="0" rtlCol="0" anchor="ctr"/>
          <a:lstStyle/>
          <a:p>
            <a:pPr algn="l" indent="0" marL="0">
              <a:buNone/>
            </a:pPr>
            <a:r>
              <a:rPr lang="en-US" sz="1800" b="1" dirty="0">
                <a:solidFill>
                  <a:schemeClr val="tx1"/>
                </a:solidFill>
              </a:rPr>
              <a:t>Karim</a:t>
            </a:r>
            <a:r>
              <a:rPr lang="en-US" sz="1800" dirty="0">
                <a:solidFill>
                  <a:schemeClr val="tx1"/>
                </a:solidFill>
              </a:rPr>
              <a:t> · </a:t>
            </a:r>
            <a:r>
              <a:rPr lang="en-US" sz="1800" i="1" dirty="0">
                <a:solidFill>
                  <a:schemeClr val="tx1"/>
                </a:solidFill>
              </a:rPr>
              <a:t>Ja, ik denk </a:t>
            </a:r>
            <a:r>
              <a:rPr lang="en-US" sz="1800" b="1" i="1" dirty="0">
                <a:solidFill>
                  <a:schemeClr val="accent3"/>
                </a:solidFill>
              </a:rPr>
              <a:t>er</a:t>
            </a:r>
            <a:r>
              <a:rPr lang="en-US" sz="1800" i="1" dirty="0">
                <a:solidFill>
                  <a:schemeClr val="tx1"/>
                </a:solidFill>
              </a:rPr>
              <a:t> de hele dag </a:t>
            </a:r>
            <a:r>
              <a:rPr lang="en-US" sz="1800" b="1" i="1" dirty="0">
                <a:solidFill>
                  <a:schemeClr val="accent1"/>
                </a:solidFill>
              </a:rPr>
              <a:t>aan</a:t>
            </a:r>
            <a:r>
              <a:rPr lang="en-US" sz="1800" i="1" dirty="0">
                <a:solidFill>
                  <a:schemeClr val="tx1"/>
                </a:solidFill>
              </a:rPr>
              <a:t>!</a:t>
            </a:r>
            <a:endParaRPr lang="en-US" sz="1800" dirty="0"/>
          </a:p>
        </p:txBody>
      </p:sp>
      <p:sp>
        <p:nvSpPr>
          <p:cNvPr id="17" name="Shape 10"/>
          <p:cNvSpPr/>
          <p:nvPr/>
        </p:nvSpPr>
        <p:spPr>
          <a:xfrm>
            <a:off x="548640" y="5166360"/>
            <a:ext cx="11091672" cy="1097280"/>
          </a:xfrm>
          <a:prstGeom prst="roundRect">
            <a:avLst>
              <a:gd name="adj" fmla="val 6667"/>
            </a:avLst>
          </a:prstGeom>
          <a:solidFill>
            <a:schemeClr val="accent1">
              <a:alpha val="15000"/>
            </a:schemeClr>
          </a:solidFill>
          <a:ln w="15875">
            <a:solidFill>
              <a:srgbClr val="D9700F"/>
            </a:solidFill>
            <a:prstDash val="solid"/>
          </a:ln>
        </p:spPr>
      </p:sp>
      <p:pic>
        <p:nvPicPr>
          <p:cNvPr id="18" name="Image 4" descr="thinking face">    </p:cNvPr>
          <p:cNvPicPr>
            <a:picLocks noChangeAspect="1"/>
          </p:cNvPicPr>
          <p:nvPr/>
        </p:nvPicPr>
        <p:blipFill>
          <a:blip r:embed="rId5"/>
          <a:stretch>
            <a:fillRect/>
          </a:stretch>
        </p:blipFill>
        <p:spPr>
          <a:xfrm>
            <a:off x="777240" y="5303520"/>
            <a:ext cx="822960" cy="822960"/>
          </a:xfrm>
          <a:prstGeom prst="rect">
            <a:avLst/>
          </a:prstGeom>
        </p:spPr>
      </p:pic>
      <p:sp>
        <p:nvSpPr>
          <p:cNvPr id="19" name="Text 11"/>
          <p:cNvSpPr txBox="1"/>
          <p:nvPr/>
        </p:nvSpPr>
        <p:spPr>
          <a:xfrm>
            <a:off x="1828800" y="5166360"/>
            <a:ext cx="9601200" cy="1097280"/>
          </a:xfrm>
          <a:prstGeom prst="rect">
            <a:avLst/>
          </a:prstGeom>
          <a:noFill/>
          <a:ln/>
        </p:spPr>
        <p:txBody>
          <a:bodyPr wrap="square" lIns="0" tIns="0" rIns="0" bIns="0" rtlCol="0" anchor="ctr"/>
          <a:lstStyle/>
          <a:p>
            <a:pPr algn="l" indent="0" marL="0">
              <a:spcAft>
                <a:spcPts val="400"/>
              </a:spcAft>
              <a:buNone/>
            </a:pPr>
            <a:r>
              <a:rPr lang="en-US" sz="1800" dirty="0">
                <a:solidFill>
                  <a:schemeClr val="tx1"/>
                </a:solidFill>
              </a:rPr>
              <a:t>Que remplacent </a:t>
            </a:r>
            <a:r>
              <a:rPr lang="en-US" sz="1800" i="1" dirty="0">
                <a:solidFill>
                  <a:schemeClr val="tx1"/>
                </a:solidFill>
              </a:rPr>
              <a:t>er… mee</a:t>
            </a:r>
            <a:r>
              <a:rPr lang="en-US" sz="1800" dirty="0">
                <a:solidFill>
                  <a:schemeClr val="tx1"/>
                </a:solidFill>
              </a:rPr>
              <a:t> et </a:t>
            </a:r>
            <a:r>
              <a:rPr lang="en-US" sz="1800" i="1" dirty="0">
                <a:solidFill>
                  <a:schemeClr val="tx1"/>
                </a:solidFill>
              </a:rPr>
              <a:t>eraan</a:t>
            </a:r>
            <a:r>
              <a:rPr lang="en-US" sz="1800" dirty="0">
                <a:solidFill>
                  <a:schemeClr val="tx1"/>
                </a:solidFill>
              </a:rPr>
              <a:t> ? Retrouvez le nom.</a:t>
            </a:r>
            <a:endParaRPr lang="en-US" sz="1800" dirty="0"/>
          </a:p>
          <a:p>
            <a:pPr algn="l" indent="0" marL="0">
              <a:spcAft>
                <a:spcPts val="400"/>
              </a:spcAft>
              <a:buNone/>
            </a:pPr>
            <a:r>
              <a:rPr lang="en-US" sz="1800" i="1" dirty="0">
                <a:solidFill>
                  <a:schemeClr val="tx1"/>
                </a:solidFill>
              </a:rPr>
              <a:t>bezig zijn met</a:t>
            </a:r>
            <a:r>
              <a:rPr lang="en-US" sz="1800" dirty="0">
                <a:solidFill>
                  <a:schemeClr val="tx1"/>
                </a:solidFill>
              </a:rPr>
              <a:t> = être occupé à · </a:t>
            </a:r>
            <a:r>
              <a:rPr lang="en-US" sz="1800" i="1" dirty="0">
                <a:solidFill>
                  <a:schemeClr val="tx1"/>
                </a:solidFill>
              </a:rPr>
              <a:t>dringend</a:t>
            </a:r>
            <a:r>
              <a:rPr lang="en-US" sz="1800" dirty="0">
                <a:solidFill>
                  <a:schemeClr val="tx1"/>
                </a:solidFill>
              </a:rPr>
              <a:t> = urgent</a:t>
            </a:r>
            <a:endParaRPr lang="en-US" sz="1800" dirty="0"/>
          </a:p>
        </p:txBody>
      </p:sp>
      <p:sp>
        <p:nvSpPr>
          <p:cNvPr id="25" name="Slide Number Placeholder 0"/>
          <p:cNvSpPr>
            <a:spLocks noGrp="1"/>
          </p:cNvSpPr>
          <p:nvPr>
            <p:ph type="sldNum" sz="quarter" idx="4294967295"/>
          </p:nvPr>
        </p:nvSpPr>
        <p:spPr>
          <a:xfrm>
            <a:off x="11091672"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4A5A70"/>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1"/>
          <p:cNvSpPr/>
          <p:nvPr>
            <p:ph idx="101" type="title" hasCustomPrompt="1"/>
          </p:nvPr>
        </p:nvSpPr>
        <p:spPr>
          <a:xfrm>
            <a:off x="548640" y="621792"/>
            <a:ext cx="11091672" cy="713232"/>
          </a:xfrm>
          <a:prstGeom prst="rect">
            <a:avLst/>
          </a:prstGeom>
          <a:noFill/>
          <a:ln/>
        </p:spPr>
        <p:txBody>
          <a:bodyPr wrap="square" lIns="0" tIns="0" rIns="0" bIns="0" rtlCol="0" anchor="ctr"/>
          <a:lstStyle/>
          <a:p>
            <a:pPr algn="l" indent="0" marL="0">
              <a:buNone/>
            </a:pPr>
            <a:r>
              <a:rPr lang="en-US" sz="3000" b="1" dirty="0">
                <a:solidFill>
                  <a:schemeClr val="tx2"/>
                </a:solidFill>
              </a:rPr>
              <a:t>Pas de « préposition + het » pour une chose</a:t>
            </a:r>
            <a:endParaRPr lang="en-US" sz="3000" dirty="0"/>
          </a:p>
        </p:txBody>
      </p:sp>
      <p:sp>
        <p:nvSpPr>
          <p:cNvPr id="3" name="tag"/>
          <p:cNvSpPr/>
          <p:nvPr/>
        </p:nvSpPr>
        <p:spPr>
          <a:xfrm>
            <a:off x="548640" y="237744"/>
            <a:ext cx="1336853" cy="310896"/>
          </a:xfrm>
          <a:prstGeom prst="roundRect">
            <a:avLst>
              <a:gd name="adj" fmla="val 14706"/>
            </a:avLst>
          </a:prstGeom>
          <a:solidFill>
            <a:schemeClr val="tx2"/>
          </a:solidFill>
          <a:ln/>
        </p:spPr>
        <p:txBody>
          <a:bodyPr wrap="square" lIns="0" tIns="0" rIns="0" bIns="0" rtlCol="0" anchor="ctr"/>
          <a:lstStyle/>
          <a:p>
            <a:pPr algn="ctr" indent="0" marL="0">
              <a:buNone/>
            </a:pPr>
            <a:r>
              <a:rPr lang="en-US" sz="1200" b="1" spc="100" kern="0" dirty="0">
                <a:solidFill>
                  <a:srgbClr val="FFFFFF"/>
                </a:solidFill>
              </a:rPr>
              <a:t>GRAMMAIRE</a:t>
            </a:r>
            <a:endParaRPr lang="en-US" sz="1200" dirty="0"/>
          </a:p>
        </p:txBody>
      </p:sp>
      <p:sp>
        <p:nvSpPr>
          <p:cNvPr id="5" name="Text 2"/>
          <p:cNvSpPr txBox="1"/>
          <p:nvPr/>
        </p:nvSpPr>
        <p:spPr>
          <a:xfrm>
            <a:off x="548640" y="1481328"/>
            <a:ext cx="2103120" cy="292608"/>
          </a:xfrm>
          <a:prstGeom prst="rect">
            <a:avLst/>
          </a:prstGeom>
          <a:noFill/>
          <a:ln/>
        </p:spPr>
        <p:txBody>
          <a:bodyPr wrap="square" lIns="0" tIns="0" rIns="0" bIns="0" rtlCol="0" anchor="t"/>
          <a:lstStyle/>
          <a:p>
            <a:pPr algn="ctr" indent="0" marL="0">
              <a:buNone/>
            </a:pPr>
            <a:r>
              <a:rPr lang="en-US" sz="1200" b="1" spc="100" kern="0" dirty="0">
                <a:solidFill>
                  <a:schemeClr val="accent6"/>
                </a:solidFill>
              </a:rPr>
              <a:t>✗ INTERDIT</a:t>
            </a:r>
            <a:endParaRPr lang="en-US" sz="1200" dirty="0"/>
          </a:p>
        </p:txBody>
      </p:sp>
      <p:sp>
        <p:nvSpPr>
          <p:cNvPr id="6" name="Text 3"/>
          <p:cNvSpPr txBox="1"/>
          <p:nvPr/>
        </p:nvSpPr>
        <p:spPr>
          <a:xfrm>
            <a:off x="3200400" y="1481328"/>
            <a:ext cx="2103120" cy="292608"/>
          </a:xfrm>
          <a:prstGeom prst="rect">
            <a:avLst/>
          </a:prstGeom>
          <a:noFill/>
          <a:ln/>
        </p:spPr>
        <p:txBody>
          <a:bodyPr wrap="square" lIns="0" tIns="0" rIns="0" bIns="0" rtlCol="0" anchor="t"/>
          <a:lstStyle/>
          <a:p>
            <a:pPr algn="ctr" indent="0" marL="0">
              <a:buNone/>
            </a:pPr>
            <a:r>
              <a:rPr lang="en-US" sz="1200" b="1" spc="100" kern="0" dirty="0">
                <a:solidFill>
                  <a:schemeClr val="accent3"/>
                </a:solidFill>
              </a:rPr>
              <a:t>✓ CORRECT</a:t>
            </a:r>
            <a:endParaRPr lang="en-US" sz="1200" dirty="0"/>
          </a:p>
        </p:txBody>
      </p:sp>
      <p:sp>
        <p:nvSpPr>
          <p:cNvPr id="7" name="Text 4"/>
          <p:cNvSpPr txBox="1"/>
          <p:nvPr/>
        </p:nvSpPr>
        <p:spPr>
          <a:xfrm>
            <a:off x="5532120" y="1481328"/>
            <a:ext cx="2011680" cy="292608"/>
          </a:xfrm>
          <a:prstGeom prst="rect">
            <a:avLst/>
          </a:prstGeom>
          <a:noFill/>
          <a:ln/>
        </p:spPr>
        <p:txBody>
          <a:bodyPr wrap="square" lIns="0" tIns="0" rIns="0" bIns="0" rtlCol="0" anchor="t"/>
          <a:lstStyle/>
          <a:p>
            <a:pPr algn="l" indent="0" marL="0">
              <a:buNone/>
            </a:pPr>
            <a:r>
              <a:rPr lang="en-US" sz="1200" b="1" spc="100" kern="0" dirty="0">
                <a:solidFill>
                  <a:schemeClr val="accent5"/>
                </a:solidFill>
              </a:rPr>
              <a:t>NUANCE</a:t>
            </a:r>
            <a:endParaRPr lang="en-US" sz="1200" dirty="0"/>
          </a:p>
        </p:txBody>
      </p:sp>
      <p:sp>
        <p:nvSpPr>
          <p:cNvPr id="8" name="Text 5"/>
          <p:cNvSpPr txBox="1"/>
          <p:nvPr/>
        </p:nvSpPr>
        <p:spPr>
          <a:xfrm>
            <a:off x="7726680" y="1481328"/>
            <a:ext cx="3840480" cy="292608"/>
          </a:xfrm>
          <a:prstGeom prst="rect">
            <a:avLst/>
          </a:prstGeom>
          <a:noFill/>
          <a:ln/>
        </p:spPr>
        <p:txBody>
          <a:bodyPr wrap="square" lIns="0" tIns="0" rIns="0" bIns="0" rtlCol="0" anchor="t"/>
          <a:lstStyle/>
          <a:p>
            <a:pPr algn="l" indent="0" marL="0">
              <a:buNone/>
            </a:pPr>
            <a:r>
              <a:rPr lang="en-US" sz="1200" b="1" spc="100" kern="0" dirty="0">
                <a:solidFill>
                  <a:schemeClr val="accent5"/>
                </a:solidFill>
              </a:rPr>
              <a:t>EXEMPLE</a:t>
            </a:r>
            <a:endParaRPr lang="en-US" sz="1200" dirty="0"/>
          </a:p>
        </p:txBody>
      </p:sp>
      <p:sp>
        <p:nvSpPr>
          <p:cNvPr id="9" name="Shape 6"/>
          <p:cNvSpPr/>
          <p:nvPr/>
        </p:nvSpPr>
        <p:spPr>
          <a:xfrm>
            <a:off x="548640" y="1874520"/>
            <a:ext cx="2103120" cy="713232"/>
          </a:xfrm>
          <a:prstGeom prst="roundRect">
            <a:avLst>
              <a:gd name="adj" fmla="val 12821"/>
            </a:avLst>
          </a:prstGeom>
          <a:solidFill>
            <a:schemeClr val="accent6">
              <a:alpha val="10000"/>
            </a:schemeClr>
          </a:solidFill>
          <a:ln w="15875">
            <a:solidFill>
              <a:srgbClr val="B83227"/>
            </a:solidFill>
            <a:prstDash val="solid"/>
          </a:ln>
        </p:spPr>
      </p:sp>
      <p:sp>
        <p:nvSpPr>
          <p:cNvPr id="10" name="Text 7"/>
          <p:cNvSpPr txBox="1"/>
          <p:nvPr/>
        </p:nvSpPr>
        <p:spPr>
          <a:xfrm>
            <a:off x="548640" y="1874520"/>
            <a:ext cx="2103120" cy="713232"/>
          </a:xfrm>
          <a:prstGeom prst="rect">
            <a:avLst/>
          </a:prstGeom>
          <a:noFill/>
          <a:ln/>
        </p:spPr>
        <p:txBody>
          <a:bodyPr wrap="square" lIns="0" tIns="0" rIns="0" bIns="0" rtlCol="0" anchor="ctr"/>
          <a:lstStyle/>
          <a:p>
            <a:pPr algn="ctr" indent="0" marL="0">
              <a:buNone/>
            </a:pPr>
            <a:r>
              <a:rPr lang="en-US" sz="2200" i="1" dirty="0">
                <a:solidFill>
                  <a:schemeClr val="tx1"/>
                </a:solidFill>
              </a:rPr>
              <a:t>op</a:t>
            </a:r>
            <a:r>
              <a:rPr lang="en-US" sz="2200" dirty="0">
                <a:solidFill>
                  <a:schemeClr val="tx1"/>
                </a:solidFill>
              </a:rPr>
              <a:t> </a:t>
            </a:r>
            <a:r>
              <a:rPr lang="en-US" sz="2200" strike="sngStrike" dirty="0">
                <a:solidFill>
                  <a:schemeClr val="accent6"/>
                </a:solidFill>
              </a:rPr>
              <a:t>het</a:t>
            </a:r>
            <a:endParaRPr lang="en-US" sz="2200" dirty="0"/>
          </a:p>
        </p:txBody>
      </p:sp>
      <p:sp>
        <p:nvSpPr>
          <p:cNvPr id="11" name="Shape 8"/>
          <p:cNvSpPr/>
          <p:nvPr/>
        </p:nvSpPr>
        <p:spPr>
          <a:xfrm>
            <a:off x="2697480" y="2231136"/>
            <a:ext cx="457200" cy="914"/>
          </a:xfrm>
          <a:prstGeom prst="line">
            <a:avLst/>
          </a:prstGeom>
          <a:noFill/>
          <a:ln w="31750">
            <a:solidFill>
              <a:srgbClr val="17375E"/>
            </a:solidFill>
            <a:prstDash val="solid"/>
            <a:tailEnd type="triangle"/>
          </a:ln>
        </p:spPr>
      </p:sp>
      <p:sp>
        <p:nvSpPr>
          <p:cNvPr id="12" name="Shape 9"/>
          <p:cNvSpPr/>
          <p:nvPr/>
        </p:nvSpPr>
        <p:spPr>
          <a:xfrm>
            <a:off x="3200400" y="1874520"/>
            <a:ext cx="2103120" cy="713232"/>
          </a:xfrm>
          <a:prstGeom prst="roundRect">
            <a:avLst>
              <a:gd name="adj" fmla="val 12821"/>
            </a:avLst>
          </a:prstGeom>
          <a:solidFill>
            <a:schemeClr val="accent3">
              <a:alpha val="15000"/>
            </a:schemeClr>
          </a:solidFill>
          <a:ln w="19050">
            <a:solidFill>
              <a:srgbClr val="2E7D4F"/>
            </a:solidFill>
            <a:prstDash val="solid"/>
          </a:ln>
        </p:spPr>
      </p:sp>
      <p:sp>
        <p:nvSpPr>
          <p:cNvPr id="13" name="Text 10"/>
          <p:cNvSpPr txBox="1"/>
          <p:nvPr/>
        </p:nvSpPr>
        <p:spPr>
          <a:xfrm>
            <a:off x="3200400" y="1874520"/>
            <a:ext cx="2103120" cy="713232"/>
          </a:xfrm>
          <a:prstGeom prst="rect">
            <a:avLst/>
          </a:prstGeom>
          <a:noFill/>
          <a:ln/>
        </p:spPr>
        <p:txBody>
          <a:bodyPr wrap="square" lIns="0" tIns="0" rIns="0" bIns="0" rtlCol="0" anchor="ctr"/>
          <a:lstStyle/>
          <a:p>
            <a:pPr algn="ctr" indent="0" marL="0">
              <a:buNone/>
            </a:pPr>
            <a:r>
              <a:rPr lang="en-US" sz="2400" b="1" dirty="0">
                <a:solidFill>
                  <a:schemeClr val="accent3"/>
                </a:solidFill>
              </a:rPr>
              <a:t>er</a:t>
            </a:r>
            <a:r>
              <a:rPr lang="en-US" sz="2400" b="1" dirty="0">
                <a:solidFill>
                  <a:schemeClr val="accent1"/>
                </a:solidFill>
              </a:rPr>
              <a:t>op</a:t>
            </a:r>
            <a:endParaRPr lang="en-US" sz="2400" dirty="0"/>
          </a:p>
        </p:txBody>
      </p:sp>
      <p:sp>
        <p:nvSpPr>
          <p:cNvPr id="14" name="Text 11"/>
          <p:cNvSpPr txBox="1"/>
          <p:nvPr/>
        </p:nvSpPr>
        <p:spPr>
          <a:xfrm>
            <a:off x="5532120" y="1874520"/>
            <a:ext cx="2103120" cy="713232"/>
          </a:xfrm>
          <a:prstGeom prst="rect">
            <a:avLst/>
          </a:prstGeom>
          <a:noFill/>
          <a:ln/>
        </p:spPr>
        <p:txBody>
          <a:bodyPr wrap="square" lIns="0" tIns="0" rIns="0" bIns="0" rtlCol="0" anchor="ctr"/>
          <a:lstStyle/>
          <a:p>
            <a:pPr algn="l" indent="0" marL="0">
              <a:buNone/>
            </a:pPr>
            <a:r>
              <a:rPr lang="en-US" sz="1500" i="1" dirty="0">
                <a:solidFill>
                  <a:schemeClr val="accent5"/>
                </a:solidFill>
              </a:rPr>
              <a:t>neutre</a:t>
            </a:r>
            <a:endParaRPr lang="en-US" sz="1500" dirty="0"/>
          </a:p>
        </p:txBody>
      </p:sp>
      <p:sp>
        <p:nvSpPr>
          <p:cNvPr id="15" name="Text 12"/>
          <p:cNvSpPr txBox="1"/>
          <p:nvPr/>
        </p:nvSpPr>
        <p:spPr>
          <a:xfrm>
            <a:off x="7726680" y="1874520"/>
            <a:ext cx="3913632" cy="713232"/>
          </a:xfrm>
          <a:prstGeom prst="rect">
            <a:avLst/>
          </a:prstGeom>
          <a:noFill/>
          <a:ln/>
        </p:spPr>
        <p:txBody>
          <a:bodyPr wrap="square" lIns="0" tIns="0" rIns="0" bIns="0" rtlCol="0" anchor="ctr"/>
          <a:lstStyle/>
          <a:p>
            <a:pPr algn="l" indent="0" marL="0">
              <a:buNone/>
            </a:pPr>
            <a:r>
              <a:rPr lang="en-US" sz="1900" i="1" dirty="0">
                <a:solidFill>
                  <a:schemeClr val="tx1"/>
                </a:solidFill>
              </a:rPr>
              <a:t>Ik wacht </a:t>
            </a:r>
            <a:r>
              <a:rPr lang="en-US" sz="1900" b="1" i="1" dirty="0">
                <a:solidFill>
                  <a:schemeClr val="accent3"/>
                </a:solidFill>
              </a:rPr>
              <a:t>er</a:t>
            </a:r>
            <a:r>
              <a:rPr lang="en-US" sz="1900" b="1" i="1" dirty="0">
                <a:solidFill>
                  <a:schemeClr val="accent1"/>
                </a:solidFill>
              </a:rPr>
              <a:t>op</a:t>
            </a:r>
            <a:r>
              <a:rPr lang="en-US" sz="1900" i="1" dirty="0">
                <a:solidFill>
                  <a:schemeClr val="tx1"/>
                </a:solidFill>
              </a:rPr>
              <a:t>.</a:t>
            </a:r>
            <a:endParaRPr lang="en-US" sz="1900" dirty="0"/>
          </a:p>
        </p:txBody>
      </p:sp>
      <p:sp>
        <p:nvSpPr>
          <p:cNvPr id="16" name="Shape 13"/>
          <p:cNvSpPr/>
          <p:nvPr/>
        </p:nvSpPr>
        <p:spPr>
          <a:xfrm>
            <a:off x="548640" y="2743200"/>
            <a:ext cx="2103120" cy="713232"/>
          </a:xfrm>
          <a:prstGeom prst="roundRect">
            <a:avLst>
              <a:gd name="adj" fmla="val 12821"/>
            </a:avLst>
          </a:prstGeom>
          <a:solidFill>
            <a:schemeClr val="accent6">
              <a:alpha val="10000"/>
            </a:schemeClr>
          </a:solidFill>
          <a:ln w="15875">
            <a:solidFill>
              <a:srgbClr val="B83227"/>
            </a:solidFill>
            <a:prstDash val="solid"/>
          </a:ln>
        </p:spPr>
      </p:sp>
      <p:sp>
        <p:nvSpPr>
          <p:cNvPr id="17" name="Text 14"/>
          <p:cNvSpPr txBox="1"/>
          <p:nvPr/>
        </p:nvSpPr>
        <p:spPr>
          <a:xfrm>
            <a:off x="548640" y="2743200"/>
            <a:ext cx="2103120" cy="713232"/>
          </a:xfrm>
          <a:prstGeom prst="rect">
            <a:avLst/>
          </a:prstGeom>
          <a:noFill/>
          <a:ln/>
        </p:spPr>
        <p:txBody>
          <a:bodyPr wrap="square" lIns="0" tIns="0" rIns="0" bIns="0" rtlCol="0" anchor="ctr"/>
          <a:lstStyle/>
          <a:p>
            <a:pPr algn="ctr" indent="0" marL="0">
              <a:buNone/>
            </a:pPr>
            <a:r>
              <a:rPr lang="en-US" sz="2200" i="1" dirty="0">
                <a:solidFill>
                  <a:schemeClr val="tx1"/>
                </a:solidFill>
              </a:rPr>
              <a:t>op</a:t>
            </a:r>
            <a:r>
              <a:rPr lang="en-US" sz="2200" dirty="0">
                <a:solidFill>
                  <a:schemeClr val="tx1"/>
                </a:solidFill>
              </a:rPr>
              <a:t> </a:t>
            </a:r>
            <a:r>
              <a:rPr lang="en-US" sz="2200" strike="sngStrike" dirty="0">
                <a:solidFill>
                  <a:schemeClr val="accent6"/>
                </a:solidFill>
              </a:rPr>
              <a:t>dat</a:t>
            </a:r>
            <a:endParaRPr lang="en-US" sz="2200" dirty="0"/>
          </a:p>
        </p:txBody>
      </p:sp>
      <p:sp>
        <p:nvSpPr>
          <p:cNvPr id="18" name="Shape 15"/>
          <p:cNvSpPr/>
          <p:nvPr/>
        </p:nvSpPr>
        <p:spPr>
          <a:xfrm>
            <a:off x="2697480" y="3099816"/>
            <a:ext cx="457200" cy="914"/>
          </a:xfrm>
          <a:prstGeom prst="line">
            <a:avLst/>
          </a:prstGeom>
          <a:noFill/>
          <a:ln w="31750">
            <a:solidFill>
              <a:srgbClr val="17375E"/>
            </a:solidFill>
            <a:prstDash val="solid"/>
            <a:tailEnd type="triangle"/>
          </a:ln>
        </p:spPr>
      </p:sp>
      <p:sp>
        <p:nvSpPr>
          <p:cNvPr id="19" name="Shape 16"/>
          <p:cNvSpPr/>
          <p:nvPr/>
        </p:nvSpPr>
        <p:spPr>
          <a:xfrm>
            <a:off x="3200400" y="2743200"/>
            <a:ext cx="2103120" cy="713232"/>
          </a:xfrm>
          <a:prstGeom prst="roundRect">
            <a:avLst>
              <a:gd name="adj" fmla="val 12821"/>
            </a:avLst>
          </a:prstGeom>
          <a:solidFill>
            <a:schemeClr val="accent3">
              <a:alpha val="15000"/>
            </a:schemeClr>
          </a:solidFill>
          <a:ln w="19050">
            <a:solidFill>
              <a:srgbClr val="2E7D4F"/>
            </a:solidFill>
            <a:prstDash val="solid"/>
          </a:ln>
        </p:spPr>
      </p:sp>
      <p:sp>
        <p:nvSpPr>
          <p:cNvPr id="20" name="Text 17"/>
          <p:cNvSpPr txBox="1"/>
          <p:nvPr/>
        </p:nvSpPr>
        <p:spPr>
          <a:xfrm>
            <a:off x="3200400" y="2743200"/>
            <a:ext cx="2103120" cy="713232"/>
          </a:xfrm>
          <a:prstGeom prst="rect">
            <a:avLst/>
          </a:prstGeom>
          <a:noFill/>
          <a:ln/>
        </p:spPr>
        <p:txBody>
          <a:bodyPr wrap="square" lIns="0" tIns="0" rIns="0" bIns="0" rtlCol="0" anchor="ctr"/>
          <a:lstStyle/>
          <a:p>
            <a:pPr algn="ctr" indent="0" marL="0">
              <a:buNone/>
            </a:pPr>
            <a:r>
              <a:rPr lang="en-US" sz="2400" b="1" dirty="0">
                <a:solidFill>
                  <a:schemeClr val="accent3"/>
                </a:solidFill>
              </a:rPr>
              <a:t>daar</a:t>
            </a:r>
            <a:r>
              <a:rPr lang="en-US" sz="2400" b="1" dirty="0">
                <a:solidFill>
                  <a:schemeClr val="accent1"/>
                </a:solidFill>
              </a:rPr>
              <a:t>op</a:t>
            </a:r>
            <a:endParaRPr lang="en-US" sz="2400" dirty="0"/>
          </a:p>
        </p:txBody>
      </p:sp>
      <p:sp>
        <p:nvSpPr>
          <p:cNvPr id="21" name="Text 18"/>
          <p:cNvSpPr txBox="1"/>
          <p:nvPr/>
        </p:nvSpPr>
        <p:spPr>
          <a:xfrm>
            <a:off x="5532120" y="2743200"/>
            <a:ext cx="2103120" cy="713232"/>
          </a:xfrm>
          <a:prstGeom prst="rect">
            <a:avLst/>
          </a:prstGeom>
          <a:noFill/>
          <a:ln/>
        </p:spPr>
        <p:txBody>
          <a:bodyPr wrap="square" lIns="0" tIns="0" rIns="0" bIns="0" rtlCol="0" anchor="ctr"/>
          <a:lstStyle/>
          <a:p>
            <a:pPr algn="l" indent="0" marL="0">
              <a:buNone/>
            </a:pPr>
            <a:r>
              <a:rPr lang="en-US" sz="1500" i="1" dirty="0">
                <a:solidFill>
                  <a:schemeClr val="accent5"/>
                </a:solidFill>
              </a:rPr>
              <a:t>« ça » (insistance)</a:t>
            </a:r>
            <a:endParaRPr lang="en-US" sz="1500" dirty="0"/>
          </a:p>
        </p:txBody>
      </p:sp>
      <p:sp>
        <p:nvSpPr>
          <p:cNvPr id="22" name="Text 19"/>
          <p:cNvSpPr txBox="1"/>
          <p:nvPr/>
        </p:nvSpPr>
        <p:spPr>
          <a:xfrm>
            <a:off x="7726680" y="2743200"/>
            <a:ext cx="3913632" cy="713232"/>
          </a:xfrm>
          <a:prstGeom prst="rect">
            <a:avLst/>
          </a:prstGeom>
          <a:noFill/>
          <a:ln/>
        </p:spPr>
        <p:txBody>
          <a:bodyPr wrap="square" lIns="0" tIns="0" rIns="0" bIns="0" rtlCol="0" anchor="ctr"/>
          <a:lstStyle/>
          <a:p>
            <a:pPr algn="l" indent="0" marL="0">
              <a:buNone/>
            </a:pPr>
            <a:r>
              <a:rPr lang="en-US" sz="1900" b="1" i="1" dirty="0">
                <a:solidFill>
                  <a:schemeClr val="accent3"/>
                </a:solidFill>
              </a:rPr>
              <a:t>Daar</a:t>
            </a:r>
            <a:r>
              <a:rPr lang="en-US" sz="1900" i="1" dirty="0">
                <a:solidFill>
                  <a:schemeClr val="tx1"/>
                </a:solidFill>
              </a:rPr>
              <a:t> wacht ik al lang </a:t>
            </a:r>
            <a:r>
              <a:rPr lang="en-US" sz="1900" b="1" i="1" dirty="0">
                <a:solidFill>
                  <a:schemeClr val="accent1"/>
                </a:solidFill>
              </a:rPr>
              <a:t>op</a:t>
            </a:r>
            <a:r>
              <a:rPr lang="en-US" sz="1900" i="1" dirty="0">
                <a:solidFill>
                  <a:schemeClr val="tx1"/>
                </a:solidFill>
              </a:rPr>
              <a:t>!</a:t>
            </a:r>
            <a:endParaRPr lang="en-US" sz="1900" dirty="0"/>
          </a:p>
        </p:txBody>
      </p:sp>
      <p:sp>
        <p:nvSpPr>
          <p:cNvPr id="23" name="Shape 20"/>
          <p:cNvSpPr/>
          <p:nvPr/>
        </p:nvSpPr>
        <p:spPr>
          <a:xfrm>
            <a:off x="548640" y="3611880"/>
            <a:ext cx="2103120" cy="713232"/>
          </a:xfrm>
          <a:prstGeom prst="roundRect">
            <a:avLst>
              <a:gd name="adj" fmla="val 12821"/>
            </a:avLst>
          </a:prstGeom>
          <a:solidFill>
            <a:schemeClr val="accent6">
              <a:alpha val="10000"/>
            </a:schemeClr>
          </a:solidFill>
          <a:ln w="15875">
            <a:solidFill>
              <a:srgbClr val="B83227"/>
            </a:solidFill>
            <a:prstDash val="solid"/>
          </a:ln>
        </p:spPr>
      </p:sp>
      <p:sp>
        <p:nvSpPr>
          <p:cNvPr id="24" name="Text 21"/>
          <p:cNvSpPr txBox="1"/>
          <p:nvPr/>
        </p:nvSpPr>
        <p:spPr>
          <a:xfrm>
            <a:off x="548640" y="3611880"/>
            <a:ext cx="2103120" cy="713232"/>
          </a:xfrm>
          <a:prstGeom prst="rect">
            <a:avLst/>
          </a:prstGeom>
          <a:noFill/>
          <a:ln/>
        </p:spPr>
        <p:txBody>
          <a:bodyPr wrap="square" lIns="0" tIns="0" rIns="0" bIns="0" rtlCol="0" anchor="ctr"/>
          <a:lstStyle/>
          <a:p>
            <a:pPr algn="ctr" indent="0" marL="0">
              <a:buNone/>
            </a:pPr>
            <a:r>
              <a:rPr lang="en-US" sz="2200" i="1" dirty="0">
                <a:solidFill>
                  <a:schemeClr val="tx1"/>
                </a:solidFill>
              </a:rPr>
              <a:t>op</a:t>
            </a:r>
            <a:r>
              <a:rPr lang="en-US" sz="2200" dirty="0">
                <a:solidFill>
                  <a:schemeClr val="tx1"/>
                </a:solidFill>
              </a:rPr>
              <a:t> </a:t>
            </a:r>
            <a:r>
              <a:rPr lang="en-US" sz="2200" strike="sngStrike" dirty="0">
                <a:solidFill>
                  <a:schemeClr val="accent6"/>
                </a:solidFill>
              </a:rPr>
              <a:t>wat</a:t>
            </a:r>
            <a:endParaRPr lang="en-US" sz="2200" dirty="0"/>
          </a:p>
        </p:txBody>
      </p:sp>
      <p:sp>
        <p:nvSpPr>
          <p:cNvPr id="25" name="Shape 22"/>
          <p:cNvSpPr/>
          <p:nvPr/>
        </p:nvSpPr>
        <p:spPr>
          <a:xfrm>
            <a:off x="2697480" y="3968496"/>
            <a:ext cx="457200" cy="914"/>
          </a:xfrm>
          <a:prstGeom prst="line">
            <a:avLst/>
          </a:prstGeom>
          <a:noFill/>
          <a:ln w="31750">
            <a:solidFill>
              <a:srgbClr val="17375E"/>
            </a:solidFill>
            <a:prstDash val="solid"/>
            <a:tailEnd type="triangle"/>
          </a:ln>
        </p:spPr>
      </p:sp>
      <p:sp>
        <p:nvSpPr>
          <p:cNvPr id="26" name="Shape 23"/>
          <p:cNvSpPr/>
          <p:nvPr/>
        </p:nvSpPr>
        <p:spPr>
          <a:xfrm>
            <a:off x="3200400" y="3611880"/>
            <a:ext cx="2103120" cy="713232"/>
          </a:xfrm>
          <a:prstGeom prst="roundRect">
            <a:avLst>
              <a:gd name="adj" fmla="val 12821"/>
            </a:avLst>
          </a:prstGeom>
          <a:solidFill>
            <a:schemeClr val="accent4">
              <a:alpha val="15000"/>
            </a:schemeClr>
          </a:solidFill>
          <a:ln w="19050">
            <a:solidFill>
              <a:srgbClr val="B4236A"/>
            </a:solidFill>
            <a:prstDash val="solid"/>
          </a:ln>
        </p:spPr>
      </p:sp>
      <p:sp>
        <p:nvSpPr>
          <p:cNvPr id="27" name="Text 24"/>
          <p:cNvSpPr txBox="1"/>
          <p:nvPr/>
        </p:nvSpPr>
        <p:spPr>
          <a:xfrm>
            <a:off x="3200400" y="3611880"/>
            <a:ext cx="2103120" cy="713232"/>
          </a:xfrm>
          <a:prstGeom prst="rect">
            <a:avLst/>
          </a:prstGeom>
          <a:noFill/>
          <a:ln/>
        </p:spPr>
        <p:txBody>
          <a:bodyPr wrap="square" lIns="0" tIns="0" rIns="0" bIns="0" rtlCol="0" anchor="ctr"/>
          <a:lstStyle/>
          <a:p>
            <a:pPr algn="ctr" indent="0" marL="0">
              <a:buNone/>
            </a:pPr>
            <a:r>
              <a:rPr lang="en-US" sz="2400" b="1" dirty="0">
                <a:solidFill>
                  <a:schemeClr val="accent4"/>
                </a:solidFill>
              </a:rPr>
              <a:t>waar</a:t>
            </a:r>
            <a:r>
              <a:rPr lang="en-US" sz="2400" b="1" dirty="0">
                <a:solidFill>
                  <a:schemeClr val="accent1"/>
                </a:solidFill>
              </a:rPr>
              <a:t>op</a:t>
            </a:r>
            <a:endParaRPr lang="en-US" sz="2400" dirty="0"/>
          </a:p>
        </p:txBody>
      </p:sp>
      <p:sp>
        <p:nvSpPr>
          <p:cNvPr id="28" name="Text 25"/>
          <p:cNvSpPr txBox="1"/>
          <p:nvPr/>
        </p:nvSpPr>
        <p:spPr>
          <a:xfrm>
            <a:off x="5532120" y="3611880"/>
            <a:ext cx="2103120" cy="713232"/>
          </a:xfrm>
          <a:prstGeom prst="rect">
            <a:avLst/>
          </a:prstGeom>
          <a:noFill/>
          <a:ln/>
        </p:spPr>
        <p:txBody>
          <a:bodyPr wrap="square" lIns="0" tIns="0" rIns="0" bIns="0" rtlCol="0" anchor="ctr"/>
          <a:lstStyle/>
          <a:p>
            <a:pPr algn="l" indent="0" marL="0">
              <a:buNone/>
            </a:pPr>
            <a:r>
              <a:rPr lang="en-US" sz="1500" i="1" dirty="0">
                <a:solidFill>
                  <a:schemeClr val="accent5"/>
                </a:solidFill>
              </a:rPr>
              <a:t>question, relatif</a:t>
            </a:r>
            <a:endParaRPr lang="en-US" sz="1500" dirty="0"/>
          </a:p>
        </p:txBody>
      </p:sp>
      <p:sp>
        <p:nvSpPr>
          <p:cNvPr id="29" name="Text 26"/>
          <p:cNvSpPr txBox="1"/>
          <p:nvPr/>
        </p:nvSpPr>
        <p:spPr>
          <a:xfrm>
            <a:off x="7726680" y="3611880"/>
            <a:ext cx="3913632" cy="713232"/>
          </a:xfrm>
          <a:prstGeom prst="rect">
            <a:avLst/>
          </a:prstGeom>
          <a:noFill/>
          <a:ln/>
        </p:spPr>
        <p:txBody>
          <a:bodyPr wrap="square" lIns="0" tIns="0" rIns="0" bIns="0" rtlCol="0" anchor="ctr"/>
          <a:lstStyle/>
          <a:p>
            <a:pPr algn="l" indent="0" marL="0">
              <a:buNone/>
            </a:pPr>
            <a:r>
              <a:rPr lang="en-US" sz="1900" b="1" i="1" dirty="0">
                <a:solidFill>
                  <a:schemeClr val="accent4"/>
                </a:solidFill>
              </a:rPr>
              <a:t>Waar</a:t>
            </a:r>
            <a:r>
              <a:rPr lang="en-US" sz="1900" b="1" i="1" dirty="0">
                <a:solidFill>
                  <a:schemeClr val="accent1"/>
                </a:solidFill>
              </a:rPr>
              <a:t>op</a:t>
            </a:r>
            <a:r>
              <a:rPr lang="en-US" sz="1900" i="1" dirty="0">
                <a:solidFill>
                  <a:schemeClr val="tx1"/>
                </a:solidFill>
              </a:rPr>
              <a:t> wacht je?</a:t>
            </a:r>
            <a:endParaRPr lang="en-US" sz="1900" dirty="0"/>
          </a:p>
        </p:txBody>
      </p:sp>
      <p:sp>
        <p:nvSpPr>
          <p:cNvPr id="30" name="Shape 27"/>
          <p:cNvSpPr/>
          <p:nvPr/>
        </p:nvSpPr>
        <p:spPr>
          <a:xfrm>
            <a:off x="548640" y="4480560"/>
            <a:ext cx="2103120" cy="713232"/>
          </a:xfrm>
          <a:prstGeom prst="roundRect">
            <a:avLst>
              <a:gd name="adj" fmla="val 12821"/>
            </a:avLst>
          </a:prstGeom>
          <a:solidFill>
            <a:schemeClr val="accent6">
              <a:alpha val="10000"/>
            </a:schemeClr>
          </a:solidFill>
          <a:ln w="15875">
            <a:solidFill>
              <a:srgbClr val="B83227"/>
            </a:solidFill>
            <a:prstDash val="solid"/>
          </a:ln>
        </p:spPr>
      </p:sp>
      <p:sp>
        <p:nvSpPr>
          <p:cNvPr id="31" name="Text 28"/>
          <p:cNvSpPr txBox="1"/>
          <p:nvPr/>
        </p:nvSpPr>
        <p:spPr>
          <a:xfrm>
            <a:off x="548640" y="4480560"/>
            <a:ext cx="2103120" cy="713232"/>
          </a:xfrm>
          <a:prstGeom prst="rect">
            <a:avLst/>
          </a:prstGeom>
          <a:noFill/>
          <a:ln/>
        </p:spPr>
        <p:txBody>
          <a:bodyPr wrap="square" lIns="0" tIns="0" rIns="0" bIns="0" rtlCol="0" anchor="ctr"/>
          <a:lstStyle/>
          <a:p>
            <a:pPr algn="ctr" indent="0" marL="0">
              <a:buNone/>
            </a:pPr>
            <a:r>
              <a:rPr lang="en-US" sz="2200" i="1" dirty="0">
                <a:solidFill>
                  <a:schemeClr val="tx1"/>
                </a:solidFill>
              </a:rPr>
              <a:t>op</a:t>
            </a:r>
            <a:r>
              <a:rPr lang="en-US" sz="2200" dirty="0">
                <a:solidFill>
                  <a:schemeClr val="tx1"/>
                </a:solidFill>
              </a:rPr>
              <a:t> </a:t>
            </a:r>
            <a:r>
              <a:rPr lang="en-US" sz="2200" strike="sngStrike" dirty="0">
                <a:solidFill>
                  <a:schemeClr val="accent6"/>
                </a:solidFill>
              </a:rPr>
              <a:t>dit</a:t>
            </a:r>
            <a:endParaRPr lang="en-US" sz="2200" dirty="0"/>
          </a:p>
        </p:txBody>
      </p:sp>
      <p:sp>
        <p:nvSpPr>
          <p:cNvPr id="32" name="Shape 29"/>
          <p:cNvSpPr/>
          <p:nvPr/>
        </p:nvSpPr>
        <p:spPr>
          <a:xfrm>
            <a:off x="2697480" y="4837176"/>
            <a:ext cx="457200" cy="914"/>
          </a:xfrm>
          <a:prstGeom prst="line">
            <a:avLst/>
          </a:prstGeom>
          <a:noFill/>
          <a:ln w="31750">
            <a:solidFill>
              <a:srgbClr val="17375E"/>
            </a:solidFill>
            <a:prstDash val="solid"/>
            <a:tailEnd type="triangle"/>
          </a:ln>
        </p:spPr>
      </p:sp>
      <p:sp>
        <p:nvSpPr>
          <p:cNvPr id="33" name="Shape 30"/>
          <p:cNvSpPr/>
          <p:nvPr/>
        </p:nvSpPr>
        <p:spPr>
          <a:xfrm>
            <a:off x="3200400" y="4480560"/>
            <a:ext cx="2103120" cy="713232"/>
          </a:xfrm>
          <a:prstGeom prst="roundRect">
            <a:avLst>
              <a:gd name="adj" fmla="val 12821"/>
            </a:avLst>
          </a:prstGeom>
          <a:solidFill>
            <a:schemeClr val="accent3">
              <a:alpha val="15000"/>
            </a:schemeClr>
          </a:solidFill>
          <a:ln w="19050">
            <a:solidFill>
              <a:srgbClr val="2E7D4F"/>
            </a:solidFill>
            <a:prstDash val="solid"/>
          </a:ln>
        </p:spPr>
      </p:sp>
      <p:sp>
        <p:nvSpPr>
          <p:cNvPr id="34" name="Text 31"/>
          <p:cNvSpPr txBox="1"/>
          <p:nvPr/>
        </p:nvSpPr>
        <p:spPr>
          <a:xfrm>
            <a:off x="3200400" y="4480560"/>
            <a:ext cx="2103120" cy="713232"/>
          </a:xfrm>
          <a:prstGeom prst="rect">
            <a:avLst/>
          </a:prstGeom>
          <a:noFill/>
          <a:ln/>
        </p:spPr>
        <p:txBody>
          <a:bodyPr wrap="square" lIns="0" tIns="0" rIns="0" bIns="0" rtlCol="0" anchor="ctr"/>
          <a:lstStyle/>
          <a:p>
            <a:pPr algn="ctr" indent="0" marL="0">
              <a:buNone/>
            </a:pPr>
            <a:r>
              <a:rPr lang="en-US" sz="2400" b="1" dirty="0">
                <a:solidFill>
                  <a:schemeClr val="accent3"/>
                </a:solidFill>
              </a:rPr>
              <a:t>hier</a:t>
            </a:r>
            <a:r>
              <a:rPr lang="en-US" sz="2400" b="1" dirty="0">
                <a:solidFill>
                  <a:schemeClr val="accent1"/>
                </a:solidFill>
              </a:rPr>
              <a:t>op</a:t>
            </a:r>
            <a:endParaRPr lang="en-US" sz="2400" dirty="0"/>
          </a:p>
        </p:txBody>
      </p:sp>
      <p:sp>
        <p:nvSpPr>
          <p:cNvPr id="35" name="Text 32"/>
          <p:cNvSpPr txBox="1"/>
          <p:nvPr/>
        </p:nvSpPr>
        <p:spPr>
          <a:xfrm>
            <a:off x="5532120" y="4480560"/>
            <a:ext cx="2103120" cy="713232"/>
          </a:xfrm>
          <a:prstGeom prst="rect">
            <a:avLst/>
          </a:prstGeom>
          <a:noFill/>
          <a:ln/>
        </p:spPr>
        <p:txBody>
          <a:bodyPr wrap="square" lIns="0" tIns="0" rIns="0" bIns="0" rtlCol="0" anchor="ctr"/>
          <a:lstStyle/>
          <a:p>
            <a:pPr algn="l" indent="0" marL="0">
              <a:buNone/>
            </a:pPr>
            <a:r>
              <a:rPr lang="en-US" sz="1500" i="1" dirty="0">
                <a:solidFill>
                  <a:schemeClr val="accent5"/>
                </a:solidFill>
              </a:rPr>
              <a:t>« ceci »</a:t>
            </a:r>
            <a:endParaRPr lang="en-US" sz="1500" dirty="0"/>
          </a:p>
        </p:txBody>
      </p:sp>
      <p:sp>
        <p:nvSpPr>
          <p:cNvPr id="36" name="Text 33"/>
          <p:cNvSpPr txBox="1"/>
          <p:nvPr/>
        </p:nvSpPr>
        <p:spPr>
          <a:xfrm>
            <a:off x="7726680" y="4480560"/>
            <a:ext cx="3913632" cy="713232"/>
          </a:xfrm>
          <a:prstGeom prst="rect">
            <a:avLst/>
          </a:prstGeom>
          <a:noFill/>
          <a:ln/>
        </p:spPr>
        <p:txBody>
          <a:bodyPr wrap="square" lIns="0" tIns="0" rIns="0" bIns="0" rtlCol="0" anchor="ctr"/>
          <a:lstStyle/>
          <a:p>
            <a:pPr algn="l" indent="0" marL="0">
              <a:buNone/>
            </a:pPr>
            <a:r>
              <a:rPr lang="en-US" sz="1900" b="1" i="1" dirty="0">
                <a:solidFill>
                  <a:schemeClr val="accent3"/>
                </a:solidFill>
              </a:rPr>
              <a:t>Hier</a:t>
            </a:r>
            <a:r>
              <a:rPr lang="en-US" sz="1900" b="1" i="1" dirty="0">
                <a:solidFill>
                  <a:schemeClr val="accent1"/>
                </a:solidFill>
              </a:rPr>
              <a:t>op</a:t>
            </a:r>
            <a:r>
              <a:rPr lang="en-US" sz="1900" i="1" dirty="0">
                <a:solidFill>
                  <a:schemeClr val="tx1"/>
                </a:solidFill>
              </a:rPr>
              <a:t> staat je naam.</a:t>
            </a:r>
            <a:endParaRPr lang="en-US" sz="1900" dirty="0"/>
          </a:p>
        </p:txBody>
      </p:sp>
      <p:sp>
        <p:nvSpPr>
          <p:cNvPr id="37" name="Shape 34"/>
          <p:cNvSpPr/>
          <p:nvPr/>
        </p:nvSpPr>
        <p:spPr>
          <a:xfrm>
            <a:off x="548640" y="5623560"/>
            <a:ext cx="11091672" cy="640080"/>
          </a:xfrm>
          <a:prstGeom prst="roundRect">
            <a:avLst>
              <a:gd name="adj" fmla="val 11429"/>
            </a:avLst>
          </a:prstGeom>
          <a:solidFill>
            <a:schemeClr val="tx2"/>
          </a:solidFill>
          <a:ln w="12700">
            <a:solidFill>
              <a:srgbClr val="FFFFFF">
                <a:alpha val="0"/>
              </a:srgbClr>
            </a:solidFill>
            <a:prstDash val="solid"/>
          </a:ln>
        </p:spPr>
      </p:sp>
      <p:sp>
        <p:nvSpPr>
          <p:cNvPr id="38" name="Text 35"/>
          <p:cNvSpPr txBox="1"/>
          <p:nvPr/>
        </p:nvSpPr>
        <p:spPr>
          <a:xfrm>
            <a:off x="822960" y="5623560"/>
            <a:ext cx="10607040" cy="640080"/>
          </a:xfrm>
          <a:prstGeom prst="rect">
            <a:avLst/>
          </a:prstGeom>
          <a:noFill/>
          <a:ln/>
        </p:spPr>
        <p:txBody>
          <a:bodyPr wrap="square" lIns="0" tIns="0" rIns="0" bIns="0" rtlCol="0" anchor="ctr"/>
          <a:lstStyle/>
          <a:p>
            <a:pPr algn="l" indent="0" marL="0">
              <a:buNone/>
            </a:pPr>
            <a:r>
              <a:rPr lang="en-US" sz="1700" dirty="0">
                <a:solidFill>
                  <a:schemeClr val="bg1"/>
                </a:solidFill>
              </a:rPr>
              <a:t>Pour une </a:t>
            </a:r>
            <a:r>
              <a:rPr lang="en-US" sz="1700" b="1" dirty="0">
                <a:solidFill>
                  <a:schemeClr val="bg1"/>
                </a:solidFill>
              </a:rPr>
              <a:t>chose</a:t>
            </a:r>
            <a:r>
              <a:rPr lang="en-US" sz="1700" dirty="0">
                <a:solidFill>
                  <a:schemeClr val="bg1"/>
                </a:solidFill>
              </a:rPr>
              <a:t> : jamais « préposition + </a:t>
            </a:r>
            <a:r>
              <a:rPr lang="en-US" sz="1700" i="1" dirty="0">
                <a:solidFill>
                  <a:schemeClr val="bg1"/>
                </a:solidFill>
              </a:rPr>
              <a:t>het, dat, wat, dit</a:t>
            </a:r>
            <a:r>
              <a:rPr lang="en-US" sz="1700" dirty="0">
                <a:solidFill>
                  <a:schemeClr val="bg1"/>
                </a:solidFill>
              </a:rPr>
              <a:t> » → </a:t>
            </a:r>
            <a:r>
              <a:rPr lang="en-US" sz="1700" i="1" dirty="0">
                <a:solidFill>
                  <a:schemeClr val="bg1"/>
                </a:solidFill>
              </a:rPr>
              <a:t>er, daar, waar, hier</a:t>
            </a:r>
            <a:r>
              <a:rPr lang="en-US" sz="1700" dirty="0">
                <a:solidFill>
                  <a:schemeClr val="bg1"/>
                </a:solidFill>
              </a:rPr>
              <a:t> + préposition</a:t>
            </a:r>
            <a:endParaRPr lang="en-US" sz="1700" dirty="0"/>
          </a:p>
        </p:txBody>
      </p:sp>
      <p:sp>
        <p:nvSpPr>
          <p:cNvPr id="25" name="Slide Number Placeholder 0"/>
          <p:cNvSpPr>
            <a:spLocks noGrp="1"/>
          </p:cNvSpPr>
          <p:nvPr>
            <p:ph type="sldNum" sz="quarter" idx="4294967295"/>
          </p:nvPr>
        </p:nvSpPr>
        <p:spPr>
          <a:xfrm>
            <a:off x="11091672"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4A5A70"/>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1"/>
          <p:cNvSpPr/>
          <p:nvPr>
            <p:ph idx="101" type="title" hasCustomPrompt="1"/>
          </p:nvPr>
        </p:nvSpPr>
        <p:spPr>
          <a:xfrm>
            <a:off x="548640" y="621792"/>
            <a:ext cx="11091672" cy="713232"/>
          </a:xfrm>
          <a:prstGeom prst="rect">
            <a:avLst/>
          </a:prstGeom>
          <a:noFill/>
          <a:ln/>
        </p:spPr>
        <p:txBody>
          <a:bodyPr wrap="square" lIns="0" tIns="0" rIns="0" bIns="0" rtlCol="0" anchor="ctr"/>
          <a:lstStyle/>
          <a:p>
            <a:pPr algn="l" indent="0" marL="0">
              <a:buNone/>
            </a:pPr>
            <a:r>
              <a:rPr lang="en-US" sz="3000" b="1" dirty="0">
                <a:solidFill>
                  <a:schemeClr val="tx2"/>
                </a:solidFill>
              </a:rPr>
              <a:t>met → mee, tot → toe</a:t>
            </a:r>
            <a:endParaRPr lang="en-US" sz="3000" dirty="0"/>
          </a:p>
        </p:txBody>
      </p:sp>
      <p:sp>
        <p:nvSpPr>
          <p:cNvPr id="3" name="tag"/>
          <p:cNvSpPr/>
          <p:nvPr/>
        </p:nvSpPr>
        <p:spPr>
          <a:xfrm>
            <a:off x="548640" y="237744"/>
            <a:ext cx="1336853" cy="310896"/>
          </a:xfrm>
          <a:prstGeom prst="roundRect">
            <a:avLst>
              <a:gd name="adj" fmla="val 14706"/>
            </a:avLst>
          </a:prstGeom>
          <a:solidFill>
            <a:schemeClr val="tx2"/>
          </a:solidFill>
          <a:ln/>
        </p:spPr>
        <p:txBody>
          <a:bodyPr wrap="square" lIns="0" tIns="0" rIns="0" bIns="0" rtlCol="0" anchor="ctr"/>
          <a:lstStyle/>
          <a:p>
            <a:pPr algn="ctr" indent="0" marL="0">
              <a:buNone/>
            </a:pPr>
            <a:r>
              <a:rPr lang="en-US" sz="1200" b="1" spc="100" kern="0" dirty="0">
                <a:solidFill>
                  <a:srgbClr val="FFFFFF"/>
                </a:solidFill>
              </a:rPr>
              <a:t>GRAMMAIRE</a:t>
            </a:r>
            <a:endParaRPr lang="en-US" sz="1200" dirty="0"/>
          </a:p>
        </p:txBody>
      </p:sp>
      <p:sp>
        <p:nvSpPr>
          <p:cNvPr id="5" name="Shape 2"/>
          <p:cNvSpPr/>
          <p:nvPr/>
        </p:nvSpPr>
        <p:spPr>
          <a:xfrm>
            <a:off x="548640" y="1554480"/>
            <a:ext cx="5413248" cy="3154680"/>
          </a:xfrm>
          <a:prstGeom prst="roundRect">
            <a:avLst>
              <a:gd name="adj" fmla="val 2319"/>
            </a:avLst>
          </a:prstGeom>
          <a:solidFill>
            <a:schemeClr val="bg1"/>
          </a:solidFill>
          <a:ln w="25400">
            <a:solidFill>
              <a:srgbClr val="2E7D4F"/>
            </a:solidFill>
            <a:prstDash val="solid"/>
          </a:ln>
          <a:effectLst>
            <a:outerShdw sx="100000" sy="100000" kx="0" ky="0" algn="bl" rotWithShape="0" blurRad="101600" dist="25400" dir="3600000">
              <a:srgbClr val="000000">
                <a:alpha val="16000"/>
              </a:srgbClr>
            </a:outerShdw>
          </a:effectLst>
        </p:spPr>
      </p:sp>
      <p:sp>
        <p:nvSpPr>
          <p:cNvPr id="6" name="tag"/>
          <p:cNvSpPr/>
          <p:nvPr/>
        </p:nvSpPr>
        <p:spPr>
          <a:xfrm>
            <a:off x="731520" y="1691640"/>
            <a:ext cx="1761287" cy="292608"/>
          </a:xfrm>
          <a:prstGeom prst="roundRect">
            <a:avLst>
              <a:gd name="adj" fmla="val 15625"/>
            </a:avLst>
          </a:prstGeom>
          <a:solidFill>
            <a:schemeClr val="accent3"/>
          </a:solidFill>
          <a:ln/>
        </p:spPr>
        <p:txBody>
          <a:bodyPr wrap="square" lIns="0" tIns="0" rIns="0" bIns="0" rtlCol="0" anchor="ctr"/>
          <a:lstStyle/>
          <a:p>
            <a:pPr algn="ctr" indent="0" marL="0">
              <a:buNone/>
            </a:pPr>
            <a:r>
              <a:rPr lang="en-US" sz="1100" b="1" spc="100" kern="0" dirty="0">
                <a:solidFill>
                  <a:srgbClr val="FFFFFF"/>
                </a:solidFill>
              </a:rPr>
              <a:t>TRÈS FRÉQUENT</a:t>
            </a:r>
            <a:endParaRPr lang="en-US" sz="1100" dirty="0"/>
          </a:p>
        </p:txBody>
      </p:sp>
      <p:sp>
        <p:nvSpPr>
          <p:cNvPr id="7" name="Shape 4"/>
          <p:cNvSpPr/>
          <p:nvPr/>
        </p:nvSpPr>
        <p:spPr>
          <a:xfrm>
            <a:off x="1097280" y="2148840"/>
            <a:ext cx="1371600" cy="868680"/>
          </a:xfrm>
          <a:prstGeom prst="roundRect">
            <a:avLst>
              <a:gd name="adj" fmla="val 12632"/>
            </a:avLst>
          </a:prstGeom>
          <a:solidFill>
            <a:schemeClr val="accent1"/>
          </a:solidFill>
          <a:ln w="12700">
            <a:solidFill>
              <a:srgbClr val="FFFFFF">
                <a:alpha val="0"/>
              </a:srgbClr>
            </a:solidFill>
            <a:prstDash val="solid"/>
          </a:ln>
        </p:spPr>
      </p:sp>
      <p:sp>
        <p:nvSpPr>
          <p:cNvPr id="8" name="Text 5"/>
          <p:cNvSpPr txBox="1"/>
          <p:nvPr/>
        </p:nvSpPr>
        <p:spPr>
          <a:xfrm>
            <a:off x="1097280" y="2148840"/>
            <a:ext cx="1371600" cy="868680"/>
          </a:xfrm>
          <a:prstGeom prst="rect">
            <a:avLst/>
          </a:prstGeom>
          <a:noFill/>
          <a:ln/>
        </p:spPr>
        <p:txBody>
          <a:bodyPr wrap="square" lIns="0" tIns="0" rIns="0" bIns="0" rtlCol="0" anchor="ctr"/>
          <a:lstStyle/>
          <a:p>
            <a:pPr algn="ctr" indent="0" marL="0">
              <a:buNone/>
            </a:pPr>
            <a:r>
              <a:rPr lang="en-US" sz="3000" b="1" dirty="0">
                <a:solidFill>
                  <a:schemeClr val="bg1"/>
                </a:solidFill>
                <a:latin typeface="+mj-lt" pitchFamily="34" charset="0"/>
                <a:ea typeface="+mj-lt" pitchFamily="34" charset="-122"/>
                <a:cs typeface="+mj-lt" pitchFamily="34" charset="-120"/>
              </a:rPr>
              <a:t>met</a:t>
            </a:r>
            <a:endParaRPr lang="en-US" sz="3000" dirty="0"/>
          </a:p>
        </p:txBody>
      </p:sp>
      <p:sp>
        <p:nvSpPr>
          <p:cNvPr id="9" name="Shape 6"/>
          <p:cNvSpPr/>
          <p:nvPr/>
        </p:nvSpPr>
        <p:spPr>
          <a:xfrm>
            <a:off x="2560320" y="2578608"/>
            <a:ext cx="822960" cy="914"/>
          </a:xfrm>
          <a:prstGeom prst="line">
            <a:avLst/>
          </a:prstGeom>
          <a:noFill/>
          <a:ln w="38100">
            <a:solidFill>
              <a:srgbClr val="17375E"/>
            </a:solidFill>
            <a:prstDash val="solid"/>
            <a:tailEnd type="triangle"/>
          </a:ln>
        </p:spPr>
      </p:sp>
      <p:sp>
        <p:nvSpPr>
          <p:cNvPr id="10" name="Shape 7"/>
          <p:cNvSpPr/>
          <p:nvPr/>
        </p:nvSpPr>
        <p:spPr>
          <a:xfrm>
            <a:off x="3474720" y="2148840"/>
            <a:ext cx="1463040" cy="868680"/>
          </a:xfrm>
          <a:prstGeom prst="roundRect">
            <a:avLst>
              <a:gd name="adj" fmla="val 12632"/>
            </a:avLst>
          </a:prstGeom>
          <a:solidFill>
            <a:schemeClr val="accent3"/>
          </a:solidFill>
          <a:ln w="12700">
            <a:solidFill>
              <a:srgbClr val="FFFFFF">
                <a:alpha val="0"/>
              </a:srgbClr>
            </a:solidFill>
            <a:prstDash val="solid"/>
          </a:ln>
        </p:spPr>
      </p:sp>
      <p:sp>
        <p:nvSpPr>
          <p:cNvPr id="11" name="Text 8"/>
          <p:cNvSpPr txBox="1"/>
          <p:nvPr/>
        </p:nvSpPr>
        <p:spPr>
          <a:xfrm>
            <a:off x="3474720" y="2148840"/>
            <a:ext cx="1463040" cy="868680"/>
          </a:xfrm>
          <a:prstGeom prst="rect">
            <a:avLst/>
          </a:prstGeom>
          <a:noFill/>
          <a:ln/>
        </p:spPr>
        <p:txBody>
          <a:bodyPr wrap="square" lIns="0" tIns="0" rIns="0" bIns="0" rtlCol="0" anchor="ctr"/>
          <a:lstStyle/>
          <a:p>
            <a:pPr algn="ctr" indent="0" marL="0">
              <a:buNone/>
            </a:pPr>
            <a:r>
              <a:rPr lang="en-US" sz="3000" b="1" dirty="0">
                <a:solidFill>
                  <a:schemeClr val="bg1"/>
                </a:solidFill>
                <a:latin typeface="+mj-lt" pitchFamily="34" charset="0"/>
                <a:ea typeface="+mj-lt" pitchFamily="34" charset="-122"/>
                <a:cs typeface="+mj-lt" pitchFamily="34" charset="-120"/>
              </a:rPr>
              <a:t>mee</a:t>
            </a:r>
            <a:endParaRPr lang="en-US" sz="3000" dirty="0"/>
          </a:p>
        </p:txBody>
      </p:sp>
      <p:sp>
        <p:nvSpPr>
          <p:cNvPr id="12" name="Text 9"/>
          <p:cNvSpPr txBox="1"/>
          <p:nvPr/>
        </p:nvSpPr>
        <p:spPr>
          <a:xfrm>
            <a:off x="822960" y="3154680"/>
            <a:ext cx="4864608" cy="1463040"/>
          </a:xfrm>
          <a:prstGeom prst="rect">
            <a:avLst/>
          </a:prstGeom>
          <a:noFill/>
          <a:ln/>
        </p:spPr>
        <p:txBody>
          <a:bodyPr wrap="square" lIns="0" tIns="0" rIns="0" bIns="0" rtlCol="0" anchor="ctr"/>
          <a:lstStyle/>
          <a:p>
            <a:pPr algn="ctr" indent="0" marL="0">
              <a:spcAft>
                <a:spcPts val="600"/>
              </a:spcAft>
              <a:buNone/>
            </a:pPr>
            <a:r>
              <a:rPr lang="en-US" sz="1800" b="1" i="1" dirty="0">
                <a:solidFill>
                  <a:schemeClr val="tx1"/>
                </a:solidFill>
              </a:rPr>
              <a:t>er</a:t>
            </a:r>
            <a:r>
              <a:rPr lang="en-US" sz="1800" b="1" i="1" dirty="0">
                <a:solidFill>
                  <a:schemeClr val="accent3"/>
                </a:solidFill>
              </a:rPr>
              <a:t>mee</a:t>
            </a:r>
            <a:r>
              <a:rPr lang="en-US" sz="1800" i="1" dirty="0">
                <a:solidFill>
                  <a:schemeClr val="tx1"/>
                </a:solidFill>
              </a:rPr>
              <a:t> · daar</a:t>
            </a:r>
            <a:r>
              <a:rPr lang="en-US" sz="1800" b="1" i="1" dirty="0">
                <a:solidFill>
                  <a:schemeClr val="accent3"/>
                </a:solidFill>
              </a:rPr>
              <a:t>mee</a:t>
            </a:r>
            <a:r>
              <a:rPr lang="en-US" sz="1800" i="1" dirty="0">
                <a:solidFill>
                  <a:schemeClr val="tx1"/>
                </a:solidFill>
              </a:rPr>
              <a:t> · waar</a:t>
            </a:r>
            <a:r>
              <a:rPr lang="en-US" sz="1800" b="1" i="1" dirty="0">
                <a:solidFill>
                  <a:schemeClr val="accent3"/>
                </a:solidFill>
              </a:rPr>
              <a:t>mee</a:t>
            </a:r>
            <a:endParaRPr lang="en-US" sz="1800" dirty="0"/>
          </a:p>
          <a:p>
            <a:pPr algn="ctr" indent="0" marL="0">
              <a:spcAft>
                <a:spcPts val="600"/>
              </a:spcAft>
              <a:buNone/>
            </a:pPr>
            <a:r>
              <a:rPr lang="en-US" sz="1800" i="1" dirty="0">
                <a:solidFill>
                  <a:schemeClr val="tx1"/>
                </a:solidFill>
              </a:rPr>
              <a:t>Heb je je kaart? — Ja, ik betaal </a:t>
            </a:r>
            <a:r>
              <a:rPr lang="en-US" sz="1800" b="1" i="1" dirty="0">
                <a:solidFill>
                  <a:schemeClr val="tx1"/>
                </a:solidFill>
              </a:rPr>
              <a:t>ermee</a:t>
            </a:r>
            <a:r>
              <a:rPr lang="en-US" sz="1800" i="1" dirty="0">
                <a:solidFill>
                  <a:schemeClr val="tx1"/>
                </a:solidFill>
              </a:rPr>
              <a:t>.</a:t>
            </a:r>
            <a:endParaRPr lang="en-US" sz="1800" dirty="0"/>
          </a:p>
          <a:p>
            <a:pPr algn="ctr" indent="0" marL="0">
              <a:spcAft>
                <a:spcPts val="600"/>
              </a:spcAft>
              <a:buNone/>
            </a:pPr>
            <a:r>
              <a:rPr lang="en-US" sz="1800" i="1" dirty="0">
                <a:solidFill>
                  <a:schemeClr val="tx1"/>
                </a:solidFill>
              </a:rPr>
              <a:t>Wat doe je </a:t>
            </a:r>
            <a:r>
              <a:rPr lang="en-US" sz="1800" b="1" i="1" dirty="0">
                <a:solidFill>
                  <a:schemeClr val="tx1"/>
                </a:solidFill>
              </a:rPr>
              <a:t>ermee</a:t>
            </a:r>
            <a:r>
              <a:rPr lang="en-US" sz="1800" i="1" dirty="0">
                <a:solidFill>
                  <a:schemeClr val="tx1"/>
                </a:solidFill>
              </a:rPr>
              <a:t>? · Ik ben </a:t>
            </a:r>
            <a:r>
              <a:rPr lang="en-US" sz="1800" b="1" i="1" dirty="0">
                <a:solidFill>
                  <a:schemeClr val="tx1"/>
                </a:solidFill>
              </a:rPr>
              <a:t>ermee</a:t>
            </a:r>
            <a:r>
              <a:rPr lang="en-US" sz="1800" i="1" dirty="0">
                <a:solidFill>
                  <a:schemeClr val="tx1"/>
                </a:solidFill>
              </a:rPr>
              <a:t> bezig.</a:t>
            </a:r>
            <a:endParaRPr lang="en-US" sz="1800" dirty="0"/>
          </a:p>
        </p:txBody>
      </p:sp>
      <p:sp>
        <p:nvSpPr>
          <p:cNvPr id="13" name="Shape 10"/>
          <p:cNvSpPr/>
          <p:nvPr/>
        </p:nvSpPr>
        <p:spPr>
          <a:xfrm>
            <a:off x="6227064" y="1554480"/>
            <a:ext cx="5413248" cy="3154680"/>
          </a:xfrm>
          <a:prstGeom prst="roundRect">
            <a:avLst>
              <a:gd name="adj" fmla="val 2319"/>
            </a:avLst>
          </a:prstGeom>
          <a:solidFill>
            <a:schemeClr val="bg1"/>
          </a:solidFill>
          <a:ln w="25400">
            <a:solidFill>
              <a:srgbClr val="4A5A70"/>
            </a:solidFill>
            <a:prstDash val="solid"/>
          </a:ln>
          <a:effectLst>
            <a:outerShdw sx="100000" sy="100000" kx="0" ky="0" algn="bl" rotWithShape="0" blurRad="101600" dist="25400" dir="3600000">
              <a:srgbClr val="000000">
                <a:alpha val="16000"/>
              </a:srgbClr>
            </a:outerShdw>
          </a:effectLst>
        </p:spPr>
      </p:sp>
      <p:sp>
        <p:nvSpPr>
          <p:cNvPr id="14" name="tag"/>
          <p:cNvSpPr/>
          <p:nvPr/>
        </p:nvSpPr>
        <p:spPr>
          <a:xfrm>
            <a:off x="6409944" y="1691640"/>
            <a:ext cx="1255928" cy="292608"/>
          </a:xfrm>
          <a:prstGeom prst="roundRect">
            <a:avLst>
              <a:gd name="adj" fmla="val 15625"/>
            </a:avLst>
          </a:prstGeom>
          <a:solidFill>
            <a:schemeClr val="accent5"/>
          </a:solidFill>
          <a:ln/>
        </p:spPr>
        <p:txBody>
          <a:bodyPr wrap="square" lIns="0" tIns="0" rIns="0" bIns="0" rtlCol="0" anchor="ctr"/>
          <a:lstStyle/>
          <a:p>
            <a:pPr algn="ctr" indent="0" marL="0">
              <a:buNone/>
            </a:pPr>
            <a:r>
              <a:rPr lang="en-US" sz="1100" b="1" spc="100" kern="0" dirty="0">
                <a:solidFill>
                  <a:srgbClr val="FFFFFF"/>
                </a:solidFill>
              </a:rPr>
              <a:t>PLUS RARE</a:t>
            </a:r>
            <a:endParaRPr lang="en-US" sz="1100" dirty="0"/>
          </a:p>
        </p:txBody>
      </p:sp>
      <p:sp>
        <p:nvSpPr>
          <p:cNvPr id="15" name="Shape 12"/>
          <p:cNvSpPr/>
          <p:nvPr/>
        </p:nvSpPr>
        <p:spPr>
          <a:xfrm>
            <a:off x="6775704" y="2148840"/>
            <a:ext cx="1371600" cy="868680"/>
          </a:xfrm>
          <a:prstGeom prst="roundRect">
            <a:avLst>
              <a:gd name="adj" fmla="val 12632"/>
            </a:avLst>
          </a:prstGeom>
          <a:solidFill>
            <a:schemeClr val="accent1"/>
          </a:solidFill>
          <a:ln w="12700">
            <a:solidFill>
              <a:srgbClr val="FFFFFF">
                <a:alpha val="0"/>
              </a:srgbClr>
            </a:solidFill>
            <a:prstDash val="solid"/>
          </a:ln>
        </p:spPr>
      </p:sp>
      <p:sp>
        <p:nvSpPr>
          <p:cNvPr id="16" name="Text 13"/>
          <p:cNvSpPr txBox="1"/>
          <p:nvPr/>
        </p:nvSpPr>
        <p:spPr>
          <a:xfrm>
            <a:off x="6775704" y="2148840"/>
            <a:ext cx="1371600" cy="868680"/>
          </a:xfrm>
          <a:prstGeom prst="rect">
            <a:avLst/>
          </a:prstGeom>
          <a:noFill/>
          <a:ln/>
        </p:spPr>
        <p:txBody>
          <a:bodyPr wrap="square" lIns="0" tIns="0" rIns="0" bIns="0" rtlCol="0" anchor="ctr"/>
          <a:lstStyle/>
          <a:p>
            <a:pPr algn="ctr" indent="0" marL="0">
              <a:buNone/>
            </a:pPr>
            <a:r>
              <a:rPr lang="en-US" sz="3000" b="1" dirty="0">
                <a:solidFill>
                  <a:schemeClr val="bg1"/>
                </a:solidFill>
                <a:latin typeface="+mj-lt" pitchFamily="34" charset="0"/>
                <a:ea typeface="+mj-lt" pitchFamily="34" charset="-122"/>
                <a:cs typeface="+mj-lt" pitchFamily="34" charset="-120"/>
              </a:rPr>
              <a:t>tot</a:t>
            </a:r>
            <a:endParaRPr lang="en-US" sz="3000" dirty="0"/>
          </a:p>
        </p:txBody>
      </p:sp>
      <p:sp>
        <p:nvSpPr>
          <p:cNvPr id="17" name="Shape 14"/>
          <p:cNvSpPr/>
          <p:nvPr/>
        </p:nvSpPr>
        <p:spPr>
          <a:xfrm>
            <a:off x="8238744" y="2578608"/>
            <a:ext cx="822960" cy="914"/>
          </a:xfrm>
          <a:prstGeom prst="line">
            <a:avLst/>
          </a:prstGeom>
          <a:noFill/>
          <a:ln w="38100">
            <a:solidFill>
              <a:srgbClr val="17375E"/>
            </a:solidFill>
            <a:prstDash val="solid"/>
            <a:tailEnd type="triangle"/>
          </a:ln>
        </p:spPr>
      </p:sp>
      <p:sp>
        <p:nvSpPr>
          <p:cNvPr id="18" name="Shape 15"/>
          <p:cNvSpPr/>
          <p:nvPr/>
        </p:nvSpPr>
        <p:spPr>
          <a:xfrm>
            <a:off x="9153144" y="2148840"/>
            <a:ext cx="1463040" cy="868680"/>
          </a:xfrm>
          <a:prstGeom prst="roundRect">
            <a:avLst>
              <a:gd name="adj" fmla="val 12632"/>
            </a:avLst>
          </a:prstGeom>
          <a:solidFill>
            <a:schemeClr val="accent5"/>
          </a:solidFill>
          <a:ln w="12700">
            <a:solidFill>
              <a:srgbClr val="FFFFFF">
                <a:alpha val="0"/>
              </a:srgbClr>
            </a:solidFill>
            <a:prstDash val="solid"/>
          </a:ln>
        </p:spPr>
      </p:sp>
      <p:sp>
        <p:nvSpPr>
          <p:cNvPr id="19" name="Text 16"/>
          <p:cNvSpPr txBox="1"/>
          <p:nvPr/>
        </p:nvSpPr>
        <p:spPr>
          <a:xfrm>
            <a:off x="9153144" y="2148840"/>
            <a:ext cx="1463040" cy="868680"/>
          </a:xfrm>
          <a:prstGeom prst="rect">
            <a:avLst/>
          </a:prstGeom>
          <a:noFill/>
          <a:ln/>
        </p:spPr>
        <p:txBody>
          <a:bodyPr wrap="square" lIns="0" tIns="0" rIns="0" bIns="0" rtlCol="0" anchor="ctr"/>
          <a:lstStyle/>
          <a:p>
            <a:pPr algn="ctr" indent="0" marL="0">
              <a:buNone/>
            </a:pPr>
            <a:r>
              <a:rPr lang="en-US" sz="3000" b="1" dirty="0">
                <a:solidFill>
                  <a:schemeClr val="bg1"/>
                </a:solidFill>
                <a:latin typeface="+mj-lt" pitchFamily="34" charset="0"/>
                <a:ea typeface="+mj-lt" pitchFamily="34" charset="-122"/>
                <a:cs typeface="+mj-lt" pitchFamily="34" charset="-120"/>
              </a:rPr>
              <a:t>toe</a:t>
            </a:r>
            <a:endParaRPr lang="en-US" sz="3000" dirty="0"/>
          </a:p>
        </p:txBody>
      </p:sp>
      <p:sp>
        <p:nvSpPr>
          <p:cNvPr id="20" name="Text 17"/>
          <p:cNvSpPr txBox="1"/>
          <p:nvPr/>
        </p:nvSpPr>
        <p:spPr>
          <a:xfrm>
            <a:off x="6501384" y="3154680"/>
            <a:ext cx="4864608" cy="1463040"/>
          </a:xfrm>
          <a:prstGeom prst="rect">
            <a:avLst/>
          </a:prstGeom>
          <a:noFill/>
          <a:ln/>
        </p:spPr>
        <p:txBody>
          <a:bodyPr wrap="square" lIns="0" tIns="0" rIns="0" bIns="0" rtlCol="0" anchor="ctr"/>
          <a:lstStyle/>
          <a:p>
            <a:pPr algn="ctr" indent="0" marL="0">
              <a:spcAft>
                <a:spcPts val="600"/>
              </a:spcAft>
              <a:buNone/>
            </a:pPr>
            <a:r>
              <a:rPr lang="en-US" sz="1800" b="1" i="1" dirty="0">
                <a:solidFill>
                  <a:schemeClr val="accent5"/>
                </a:solidFill>
              </a:rPr>
              <a:t>er</a:t>
            </a:r>
            <a:r>
              <a:rPr lang="en-US" sz="1800" b="1" i="1" dirty="0">
                <a:solidFill>
                  <a:schemeClr val="accent3"/>
                </a:solidFill>
              </a:rPr>
              <a:t>toe</a:t>
            </a:r>
            <a:r>
              <a:rPr lang="en-US" sz="1800" i="1" dirty="0">
                <a:solidFill>
                  <a:schemeClr val="accent5"/>
                </a:solidFill>
              </a:rPr>
              <a:t> · waar</a:t>
            </a:r>
            <a:r>
              <a:rPr lang="en-US" sz="1800" b="1" i="1" dirty="0">
                <a:solidFill>
                  <a:schemeClr val="accent3"/>
                </a:solidFill>
              </a:rPr>
              <a:t>toe</a:t>
            </a:r>
            <a:endParaRPr lang="en-US" sz="1800" dirty="0"/>
          </a:p>
          <a:p>
            <a:pPr algn="ctr" indent="0" marL="0">
              <a:spcAft>
                <a:spcPts val="600"/>
              </a:spcAft>
              <a:buNone/>
            </a:pPr>
            <a:r>
              <a:rPr lang="en-US" sz="1800" i="1" dirty="0">
                <a:solidFill>
                  <a:schemeClr val="accent5"/>
                </a:solidFill>
              </a:rPr>
              <a:t>surtout à l’écrit</a:t>
            </a:r>
            <a:endParaRPr lang="en-US" sz="1800" dirty="0"/>
          </a:p>
          <a:p>
            <a:pPr algn="ctr" indent="0" marL="0">
              <a:spcAft>
                <a:spcPts val="600"/>
              </a:spcAft>
              <a:buNone/>
            </a:pPr>
            <a:r>
              <a:rPr lang="en-US" sz="1800" i="1" dirty="0">
                <a:solidFill>
                  <a:schemeClr val="accent5"/>
                </a:solidFill>
              </a:rPr>
              <a:t>à reconnaître</a:t>
            </a:r>
            <a:endParaRPr lang="en-US" sz="1800" dirty="0"/>
          </a:p>
        </p:txBody>
      </p:sp>
      <p:sp>
        <p:nvSpPr>
          <p:cNvPr id="21" name="Shape 18"/>
          <p:cNvSpPr/>
          <p:nvPr/>
        </p:nvSpPr>
        <p:spPr>
          <a:xfrm>
            <a:off x="548640" y="4937760"/>
            <a:ext cx="11091672" cy="777240"/>
          </a:xfrm>
          <a:prstGeom prst="roundRect">
            <a:avLst>
              <a:gd name="adj" fmla="val 9412"/>
            </a:avLst>
          </a:prstGeom>
          <a:solidFill>
            <a:schemeClr val="bg2"/>
          </a:solidFill>
          <a:ln w="12700">
            <a:solidFill>
              <a:srgbClr val="D5DCE6"/>
            </a:solidFill>
            <a:prstDash val="solid"/>
          </a:ln>
        </p:spPr>
      </p:sp>
      <p:sp>
        <p:nvSpPr>
          <p:cNvPr id="22" name="Text 19"/>
          <p:cNvSpPr txBox="1"/>
          <p:nvPr/>
        </p:nvSpPr>
        <p:spPr>
          <a:xfrm>
            <a:off x="777240" y="4937760"/>
            <a:ext cx="10698480" cy="777240"/>
          </a:xfrm>
          <a:prstGeom prst="rect">
            <a:avLst/>
          </a:prstGeom>
          <a:noFill/>
          <a:ln/>
        </p:spPr>
        <p:txBody>
          <a:bodyPr wrap="square" lIns="0" tIns="0" rIns="0" bIns="0" rtlCol="0" anchor="ctr"/>
          <a:lstStyle/>
          <a:p>
            <a:pPr algn="ctr" indent="0" marL="0">
              <a:buNone/>
            </a:pPr>
            <a:r>
              <a:rPr lang="en-US" sz="1900" dirty="0">
                <a:solidFill>
                  <a:schemeClr val="tx1"/>
                </a:solidFill>
              </a:rPr>
              <a:t>Les autres ne changent pas : </a:t>
            </a:r>
            <a:r>
              <a:rPr lang="en-US" sz="1900" i="1" dirty="0">
                <a:solidFill>
                  <a:schemeClr val="tx1"/>
                </a:solidFill>
              </a:rPr>
              <a:t>er</a:t>
            </a:r>
            <a:r>
              <a:rPr lang="en-US" sz="1900" b="1" i="1" dirty="0">
                <a:solidFill>
                  <a:schemeClr val="accent1"/>
                </a:solidFill>
              </a:rPr>
              <a:t>aan</a:t>
            </a:r>
            <a:r>
              <a:rPr lang="en-US" sz="1900" i="1" dirty="0">
                <a:solidFill>
                  <a:schemeClr val="tx1"/>
                </a:solidFill>
              </a:rPr>
              <a:t> · er</a:t>
            </a:r>
            <a:r>
              <a:rPr lang="en-US" sz="1900" b="1" i="1" dirty="0">
                <a:solidFill>
                  <a:schemeClr val="accent1"/>
                </a:solidFill>
              </a:rPr>
              <a:t>op</a:t>
            </a:r>
            <a:r>
              <a:rPr lang="en-US" sz="1900" i="1" dirty="0">
                <a:solidFill>
                  <a:schemeClr val="tx1"/>
                </a:solidFill>
              </a:rPr>
              <a:t> · er</a:t>
            </a:r>
            <a:r>
              <a:rPr lang="en-US" sz="1900" b="1" i="1" dirty="0">
                <a:solidFill>
                  <a:schemeClr val="accent1"/>
                </a:solidFill>
              </a:rPr>
              <a:t>over</a:t>
            </a:r>
            <a:r>
              <a:rPr lang="en-US" sz="1900" i="1" dirty="0">
                <a:solidFill>
                  <a:schemeClr val="tx1"/>
                </a:solidFill>
              </a:rPr>
              <a:t> · er</a:t>
            </a:r>
            <a:r>
              <a:rPr lang="en-US" sz="1900" b="1" i="1" dirty="0">
                <a:solidFill>
                  <a:schemeClr val="accent1"/>
                </a:solidFill>
              </a:rPr>
              <a:t>van</a:t>
            </a:r>
            <a:r>
              <a:rPr lang="en-US" sz="1900" i="1" dirty="0">
                <a:solidFill>
                  <a:schemeClr val="tx1"/>
                </a:solidFill>
              </a:rPr>
              <a:t> · er</a:t>
            </a:r>
            <a:r>
              <a:rPr lang="en-US" sz="1900" b="1" i="1" dirty="0">
                <a:solidFill>
                  <a:schemeClr val="accent1"/>
                </a:solidFill>
              </a:rPr>
              <a:t>in</a:t>
            </a:r>
            <a:r>
              <a:rPr lang="en-US" sz="1900" i="1" dirty="0">
                <a:solidFill>
                  <a:schemeClr val="tx1"/>
                </a:solidFill>
              </a:rPr>
              <a:t> · er</a:t>
            </a:r>
            <a:r>
              <a:rPr lang="en-US" sz="1900" b="1" i="1" dirty="0">
                <a:solidFill>
                  <a:schemeClr val="accent1"/>
                </a:solidFill>
              </a:rPr>
              <a:t>naar</a:t>
            </a:r>
            <a:r>
              <a:rPr lang="en-US" sz="1900" i="1" dirty="0">
                <a:solidFill>
                  <a:schemeClr val="tx1"/>
                </a:solidFill>
              </a:rPr>
              <a:t> · er</a:t>
            </a:r>
            <a:r>
              <a:rPr lang="en-US" sz="1900" b="1" i="1" dirty="0">
                <a:solidFill>
                  <a:schemeClr val="accent1"/>
                </a:solidFill>
              </a:rPr>
              <a:t>voor</a:t>
            </a:r>
            <a:endParaRPr lang="en-US" sz="1900" dirty="0"/>
          </a:p>
        </p:txBody>
      </p:sp>
      <p:sp>
        <p:nvSpPr>
          <p:cNvPr id="25" name="Slide Number Placeholder 0"/>
          <p:cNvSpPr>
            <a:spLocks noGrp="1"/>
          </p:cNvSpPr>
          <p:nvPr>
            <p:ph type="sldNum" sz="quarter" idx="4294967295"/>
          </p:nvPr>
        </p:nvSpPr>
        <p:spPr>
          <a:xfrm>
            <a:off x="11091672"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4A5A70"/>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1"/>
          <p:cNvSpPr/>
          <p:nvPr>
            <p:ph idx="101" type="title" hasCustomPrompt="1"/>
          </p:nvPr>
        </p:nvSpPr>
        <p:spPr>
          <a:xfrm>
            <a:off x="548640" y="621792"/>
            <a:ext cx="11091672" cy="713232"/>
          </a:xfrm>
          <a:prstGeom prst="rect">
            <a:avLst/>
          </a:prstGeom>
          <a:noFill/>
          <a:ln/>
        </p:spPr>
        <p:txBody>
          <a:bodyPr wrap="square" lIns="0" tIns="0" rIns="0" bIns="0" rtlCol="0" anchor="ctr"/>
          <a:lstStyle/>
          <a:p>
            <a:pPr algn="l" indent="0" marL="0">
              <a:buNone/>
            </a:pPr>
            <a:r>
              <a:rPr lang="en-US" sz="3000" b="1" dirty="0">
                <a:solidFill>
                  <a:schemeClr val="tx2"/>
                </a:solidFill>
              </a:rPr>
              <a:t>PIÈGE : une personne ou une chose ?</a:t>
            </a:r>
            <a:endParaRPr lang="en-US" sz="3000" dirty="0"/>
          </a:p>
        </p:txBody>
      </p:sp>
      <p:sp>
        <p:nvSpPr>
          <p:cNvPr id="3" name="tag"/>
          <p:cNvSpPr/>
          <p:nvPr/>
        </p:nvSpPr>
        <p:spPr>
          <a:xfrm>
            <a:off x="548640" y="237744"/>
            <a:ext cx="1878178" cy="310896"/>
          </a:xfrm>
          <a:prstGeom prst="roundRect">
            <a:avLst>
              <a:gd name="adj" fmla="val 14706"/>
            </a:avLst>
          </a:prstGeom>
          <a:solidFill>
            <a:schemeClr val="accent6"/>
          </a:solidFill>
          <a:ln/>
        </p:spPr>
        <p:txBody>
          <a:bodyPr wrap="square" lIns="0" tIns="0" rIns="0" bIns="0" rtlCol="0" anchor="ctr"/>
          <a:lstStyle/>
          <a:p>
            <a:pPr algn="ctr" indent="0" marL="0">
              <a:buNone/>
            </a:pPr>
            <a:r>
              <a:rPr lang="en-US" sz="1200" b="1" spc="100" kern="0" dirty="0">
                <a:solidFill>
                  <a:srgbClr val="FFFFFF"/>
                </a:solidFill>
              </a:rPr>
              <a:t>PIÈGE FR ≠ NL</a:t>
            </a:r>
            <a:endParaRPr lang="en-US" sz="1200" dirty="0"/>
          </a:p>
        </p:txBody>
      </p:sp>
      <p:sp>
        <p:nvSpPr>
          <p:cNvPr id="5" name="Shape 2"/>
          <p:cNvSpPr/>
          <p:nvPr/>
        </p:nvSpPr>
        <p:spPr>
          <a:xfrm>
            <a:off x="548640" y="1554480"/>
            <a:ext cx="11091672" cy="3977640"/>
          </a:xfrm>
          <a:prstGeom prst="roundRect">
            <a:avLst>
              <a:gd name="adj" fmla="val 1839"/>
            </a:avLst>
          </a:prstGeom>
          <a:solidFill>
            <a:schemeClr val="accent6">
              <a:alpha val="6000"/>
            </a:schemeClr>
          </a:solidFill>
          <a:ln w="12700">
            <a:solidFill>
              <a:srgbClr val="B83227">
                <a:alpha val="60000"/>
              </a:srgbClr>
            </a:solidFill>
            <a:prstDash val="solid"/>
          </a:ln>
        </p:spPr>
      </p:sp>
      <p:sp>
        <p:nvSpPr>
          <p:cNvPr id="6" name="tag"/>
          <p:cNvSpPr/>
          <p:nvPr/>
        </p:nvSpPr>
        <p:spPr>
          <a:xfrm>
            <a:off x="731520" y="1691640"/>
            <a:ext cx="1230782" cy="292608"/>
          </a:xfrm>
          <a:prstGeom prst="roundRect">
            <a:avLst>
              <a:gd name="adj" fmla="val 15625"/>
            </a:avLst>
          </a:prstGeom>
          <a:solidFill>
            <a:schemeClr val="accent6"/>
          </a:solidFill>
          <a:ln/>
        </p:spPr>
        <p:txBody>
          <a:bodyPr wrap="square" lIns="0" tIns="0" rIns="0" bIns="0" rtlCol="0" anchor="ctr"/>
          <a:lstStyle/>
          <a:p>
            <a:pPr algn="ctr" indent="0" marL="0">
              <a:buNone/>
            </a:pPr>
            <a:r>
              <a:rPr lang="en-US" sz="1200" b="1" spc="100" kern="0" dirty="0">
                <a:solidFill>
                  <a:srgbClr val="FFFFFF"/>
                </a:solidFill>
              </a:rPr>
              <a:t>⚠ PIÈGE</a:t>
            </a:r>
            <a:endParaRPr lang="en-US" sz="1200" dirty="0"/>
          </a:p>
        </p:txBody>
      </p:sp>
      <p:sp>
        <p:nvSpPr>
          <p:cNvPr id="7" name="Shape 4"/>
          <p:cNvSpPr/>
          <p:nvPr/>
        </p:nvSpPr>
        <p:spPr>
          <a:xfrm>
            <a:off x="777240" y="2148840"/>
            <a:ext cx="5193792" cy="3200400"/>
          </a:xfrm>
          <a:prstGeom prst="roundRect">
            <a:avLst>
              <a:gd name="adj" fmla="val 2286"/>
            </a:avLst>
          </a:prstGeom>
          <a:solidFill>
            <a:srgbClr val="FFFFFF"/>
          </a:solidFill>
          <a:ln w="25400">
            <a:solidFill>
              <a:srgbClr val="2A6FB0"/>
            </a:solidFill>
            <a:prstDash val="solid"/>
          </a:ln>
        </p:spPr>
      </p:sp>
      <p:sp>
        <p:nvSpPr>
          <p:cNvPr id="8" name="Shape 5"/>
          <p:cNvSpPr/>
          <p:nvPr/>
        </p:nvSpPr>
        <p:spPr>
          <a:xfrm>
            <a:off x="777240" y="2148840"/>
            <a:ext cx="5193792" cy="457200"/>
          </a:xfrm>
          <a:prstGeom prst="roundRect">
            <a:avLst>
              <a:gd name="adj" fmla="val 16000"/>
            </a:avLst>
          </a:prstGeom>
          <a:solidFill>
            <a:schemeClr val="accent2"/>
          </a:solidFill>
          <a:ln w="12700">
            <a:solidFill>
              <a:srgbClr val="FFFFFF">
                <a:alpha val="0"/>
              </a:srgbClr>
            </a:solidFill>
            <a:prstDash val="solid"/>
          </a:ln>
        </p:spPr>
      </p:sp>
      <p:sp>
        <p:nvSpPr>
          <p:cNvPr id="9" name="Text 6"/>
          <p:cNvSpPr txBox="1"/>
          <p:nvPr/>
        </p:nvSpPr>
        <p:spPr>
          <a:xfrm>
            <a:off x="777240" y="2148840"/>
            <a:ext cx="5193792" cy="457200"/>
          </a:xfrm>
          <a:prstGeom prst="rect">
            <a:avLst/>
          </a:prstGeom>
          <a:noFill/>
          <a:ln/>
        </p:spPr>
        <p:txBody>
          <a:bodyPr wrap="square" lIns="0" tIns="0" rIns="0" bIns="0" rtlCol="0" anchor="ctr"/>
          <a:lstStyle/>
          <a:p>
            <a:pPr algn="ctr" indent="0" marL="0">
              <a:buNone/>
            </a:pPr>
            <a:r>
              <a:rPr lang="en-US" sz="1500" b="1" spc="200" kern="0" dirty="0">
                <a:solidFill>
                  <a:schemeClr val="bg1"/>
                </a:solidFill>
              </a:rPr>
              <a:t>UNE PERSONNE</a:t>
            </a:r>
            <a:endParaRPr lang="en-US" sz="1500" dirty="0"/>
          </a:p>
        </p:txBody>
      </p:sp>
      <p:pic>
        <p:nvPicPr>
          <p:cNvPr id="10" name="Image 0" descr="woman">    </p:cNvPr>
          <p:cNvPicPr>
            <a:picLocks noChangeAspect="1"/>
          </p:cNvPicPr>
          <p:nvPr/>
        </p:nvPicPr>
        <p:blipFill>
          <a:blip r:embed="rId1"/>
          <a:stretch>
            <a:fillRect/>
          </a:stretch>
        </p:blipFill>
        <p:spPr>
          <a:xfrm>
            <a:off x="960120" y="2743200"/>
            <a:ext cx="731520" cy="731520"/>
          </a:xfrm>
          <a:prstGeom prst="rect">
            <a:avLst/>
          </a:prstGeom>
        </p:spPr>
      </p:pic>
      <p:sp>
        <p:nvSpPr>
          <p:cNvPr id="11" name="Text 7"/>
          <p:cNvSpPr txBox="1"/>
          <p:nvPr/>
        </p:nvSpPr>
        <p:spPr>
          <a:xfrm>
            <a:off x="1828800" y="2743200"/>
            <a:ext cx="4005072" cy="731520"/>
          </a:xfrm>
          <a:prstGeom prst="rect">
            <a:avLst/>
          </a:prstGeom>
          <a:noFill/>
          <a:ln/>
        </p:spPr>
        <p:txBody>
          <a:bodyPr wrap="square" lIns="0" tIns="0" rIns="0" bIns="0" rtlCol="0" anchor="ctr"/>
          <a:lstStyle/>
          <a:p>
            <a:pPr algn="l" indent="0" marL="0">
              <a:buNone/>
            </a:pPr>
            <a:r>
              <a:rPr lang="en-US" sz="1800" b="1" dirty="0">
                <a:solidFill>
                  <a:schemeClr val="accent2"/>
                </a:solidFill>
              </a:rPr>
              <a:t>préposition + </a:t>
            </a:r>
            <a:r>
              <a:rPr lang="en-US" sz="1800" b="1" i="1" dirty="0">
                <a:solidFill>
                  <a:schemeClr val="accent2"/>
                </a:solidFill>
              </a:rPr>
              <a:t>hem, haar, hen</a:t>
            </a:r>
            <a:endParaRPr lang="en-US" sz="1800" dirty="0"/>
          </a:p>
        </p:txBody>
      </p:sp>
      <p:sp>
        <p:nvSpPr>
          <p:cNvPr id="12" name="Text 8"/>
          <p:cNvSpPr txBox="1"/>
          <p:nvPr/>
        </p:nvSpPr>
        <p:spPr>
          <a:xfrm>
            <a:off x="1005840" y="3566160"/>
            <a:ext cx="4782312" cy="1737360"/>
          </a:xfrm>
          <a:prstGeom prst="rect">
            <a:avLst/>
          </a:prstGeom>
          <a:noFill/>
          <a:ln/>
        </p:spPr>
        <p:txBody>
          <a:bodyPr wrap="square" lIns="0" tIns="0" rIns="0" bIns="0" rtlCol="0" anchor="ctr"/>
          <a:lstStyle/>
          <a:p>
            <a:pPr algn="l" indent="0" marL="0">
              <a:spcAft>
                <a:spcPts val="300"/>
              </a:spcAft>
              <a:buNone/>
            </a:pPr>
            <a:r>
              <a:rPr lang="en-US" sz="1600" dirty="0">
                <a:solidFill>
                  <a:schemeClr val="tx1"/>
                </a:solidFill>
              </a:rPr>
              <a:t>« Je pense à </a:t>
            </a:r>
            <a:r>
              <a:rPr lang="en-US" sz="1600" b="1" dirty="0">
                <a:solidFill>
                  <a:schemeClr val="tx1"/>
                </a:solidFill>
              </a:rPr>
              <a:t>elle</a:t>
            </a:r>
            <a:r>
              <a:rPr lang="en-US" sz="1600" dirty="0">
                <a:solidFill>
                  <a:schemeClr val="tx1"/>
                </a:solidFill>
              </a:rPr>
              <a:t> »</a:t>
            </a:r>
            <a:endParaRPr lang="en-US" sz="1600" dirty="0"/>
          </a:p>
          <a:p>
            <a:pPr algn="l" indent="0" marL="0">
              <a:spcAft>
                <a:spcPts val="300"/>
              </a:spcAft>
              <a:buNone/>
            </a:pPr>
            <a:r>
              <a:rPr lang="en-US" sz="1600" dirty="0">
                <a:solidFill>
                  <a:schemeClr val="tx1"/>
                </a:solidFill>
              </a:rPr>
              <a:t>→ </a:t>
            </a:r>
            <a:r>
              <a:rPr lang="en-US" sz="1600" i="1" dirty="0">
                <a:solidFill>
                  <a:schemeClr val="tx1"/>
                </a:solidFill>
              </a:rPr>
              <a:t>Ik denk </a:t>
            </a:r>
            <a:r>
              <a:rPr lang="en-US" sz="1600" b="1" i="1" dirty="0">
                <a:solidFill>
                  <a:schemeClr val="accent2"/>
                </a:solidFill>
              </a:rPr>
              <a:t>aan haar</a:t>
            </a:r>
            <a:r>
              <a:rPr lang="en-US" sz="1600" i="1" dirty="0">
                <a:solidFill>
                  <a:schemeClr val="tx1"/>
                </a:solidFill>
              </a:rPr>
              <a:t>.</a:t>
            </a:r>
            <a:endParaRPr lang="en-US" sz="1600" dirty="0"/>
          </a:p>
          <a:p>
            <a:pPr algn="l" indent="0" marL="0">
              <a:spcAft>
                <a:spcPts val="300"/>
              </a:spcAft>
              <a:buNone/>
            </a:pPr>
            <a:r>
              <a:rPr lang="en-US" sz="1600" dirty="0">
                <a:solidFill>
                  <a:schemeClr val="tx1"/>
                </a:solidFill>
              </a:rPr>
              <a:t>« Je travaille avec </a:t>
            </a:r>
            <a:r>
              <a:rPr lang="en-US" sz="1600" b="1" dirty="0">
                <a:solidFill>
                  <a:schemeClr val="tx1"/>
                </a:solidFill>
              </a:rPr>
              <a:t>lui</a:t>
            </a:r>
            <a:r>
              <a:rPr lang="en-US" sz="1600" dirty="0">
                <a:solidFill>
                  <a:schemeClr val="tx1"/>
                </a:solidFill>
              </a:rPr>
              <a:t> »</a:t>
            </a:r>
            <a:endParaRPr lang="en-US" sz="1600" dirty="0"/>
          </a:p>
          <a:p>
            <a:pPr algn="l" indent="0" marL="0">
              <a:spcAft>
                <a:spcPts val="300"/>
              </a:spcAft>
              <a:buNone/>
            </a:pPr>
            <a:r>
              <a:rPr lang="en-US" sz="1600" dirty="0">
                <a:solidFill>
                  <a:schemeClr val="tx1"/>
                </a:solidFill>
              </a:rPr>
              <a:t>→ </a:t>
            </a:r>
            <a:r>
              <a:rPr lang="en-US" sz="1600" i="1" dirty="0">
                <a:solidFill>
                  <a:schemeClr val="tx1"/>
                </a:solidFill>
              </a:rPr>
              <a:t>Ik werk </a:t>
            </a:r>
            <a:r>
              <a:rPr lang="en-US" sz="1600" b="1" i="1" dirty="0">
                <a:solidFill>
                  <a:schemeClr val="accent2"/>
                </a:solidFill>
              </a:rPr>
              <a:t>met hem</a:t>
            </a:r>
            <a:r>
              <a:rPr lang="en-US" sz="1600" i="1" dirty="0">
                <a:solidFill>
                  <a:schemeClr val="tx1"/>
                </a:solidFill>
              </a:rPr>
              <a:t>.</a:t>
            </a:r>
            <a:endParaRPr lang="en-US" sz="1600" dirty="0"/>
          </a:p>
        </p:txBody>
      </p:sp>
      <p:sp>
        <p:nvSpPr>
          <p:cNvPr id="13" name="Shape 9"/>
          <p:cNvSpPr/>
          <p:nvPr/>
        </p:nvSpPr>
        <p:spPr>
          <a:xfrm>
            <a:off x="6217920" y="2148840"/>
            <a:ext cx="5193792" cy="3200400"/>
          </a:xfrm>
          <a:prstGeom prst="roundRect">
            <a:avLst>
              <a:gd name="adj" fmla="val 2286"/>
            </a:avLst>
          </a:prstGeom>
          <a:solidFill>
            <a:srgbClr val="FFFFFF"/>
          </a:solidFill>
          <a:ln w="25400">
            <a:solidFill>
              <a:srgbClr val="2E7D4F"/>
            </a:solidFill>
            <a:prstDash val="solid"/>
          </a:ln>
        </p:spPr>
      </p:sp>
      <p:sp>
        <p:nvSpPr>
          <p:cNvPr id="14" name="Shape 10"/>
          <p:cNvSpPr/>
          <p:nvPr/>
        </p:nvSpPr>
        <p:spPr>
          <a:xfrm>
            <a:off x="6217920" y="2148840"/>
            <a:ext cx="5193792" cy="457200"/>
          </a:xfrm>
          <a:prstGeom prst="roundRect">
            <a:avLst>
              <a:gd name="adj" fmla="val 16000"/>
            </a:avLst>
          </a:prstGeom>
          <a:solidFill>
            <a:schemeClr val="accent3"/>
          </a:solidFill>
          <a:ln w="12700">
            <a:solidFill>
              <a:srgbClr val="FFFFFF">
                <a:alpha val="0"/>
              </a:srgbClr>
            </a:solidFill>
            <a:prstDash val="solid"/>
          </a:ln>
        </p:spPr>
      </p:sp>
      <p:sp>
        <p:nvSpPr>
          <p:cNvPr id="15" name="Text 11"/>
          <p:cNvSpPr txBox="1"/>
          <p:nvPr/>
        </p:nvSpPr>
        <p:spPr>
          <a:xfrm>
            <a:off x="6217920" y="2148840"/>
            <a:ext cx="5193792" cy="457200"/>
          </a:xfrm>
          <a:prstGeom prst="rect">
            <a:avLst/>
          </a:prstGeom>
          <a:noFill/>
          <a:ln/>
        </p:spPr>
        <p:txBody>
          <a:bodyPr wrap="square" lIns="0" tIns="0" rIns="0" bIns="0" rtlCol="0" anchor="ctr"/>
          <a:lstStyle/>
          <a:p>
            <a:pPr algn="ctr" indent="0" marL="0">
              <a:buNone/>
            </a:pPr>
            <a:r>
              <a:rPr lang="en-US" sz="1500" b="1" spc="200" kern="0" dirty="0">
                <a:solidFill>
                  <a:schemeClr val="bg1"/>
                </a:solidFill>
              </a:rPr>
              <a:t>UNE CHOSE</a:t>
            </a:r>
            <a:endParaRPr lang="en-US" sz="1500" dirty="0"/>
          </a:p>
        </p:txBody>
      </p:sp>
      <p:pic>
        <p:nvPicPr>
          <p:cNvPr id="16" name="Image 1" descr="spiral calendar">    </p:cNvPr>
          <p:cNvPicPr>
            <a:picLocks noChangeAspect="1"/>
          </p:cNvPicPr>
          <p:nvPr/>
        </p:nvPicPr>
        <p:blipFill>
          <a:blip r:embed="rId2"/>
          <a:stretch>
            <a:fillRect/>
          </a:stretch>
        </p:blipFill>
        <p:spPr>
          <a:xfrm>
            <a:off x="6400800" y="2743200"/>
            <a:ext cx="731520" cy="731520"/>
          </a:xfrm>
          <a:prstGeom prst="rect">
            <a:avLst/>
          </a:prstGeom>
        </p:spPr>
      </p:pic>
      <p:sp>
        <p:nvSpPr>
          <p:cNvPr id="17" name="Text 12"/>
          <p:cNvSpPr txBox="1"/>
          <p:nvPr/>
        </p:nvSpPr>
        <p:spPr>
          <a:xfrm>
            <a:off x="7269480" y="2743200"/>
            <a:ext cx="4005072" cy="731520"/>
          </a:xfrm>
          <a:prstGeom prst="rect">
            <a:avLst/>
          </a:prstGeom>
          <a:noFill/>
          <a:ln/>
        </p:spPr>
        <p:txBody>
          <a:bodyPr wrap="square" lIns="0" tIns="0" rIns="0" bIns="0" rtlCol="0" anchor="ctr"/>
          <a:lstStyle/>
          <a:p>
            <a:pPr algn="l" indent="0" marL="0">
              <a:buNone/>
            </a:pPr>
            <a:r>
              <a:rPr lang="en-US" sz="1800" b="1" i="1" dirty="0">
                <a:solidFill>
                  <a:schemeClr val="accent3"/>
                </a:solidFill>
              </a:rPr>
              <a:t>er</a:t>
            </a:r>
            <a:r>
              <a:rPr lang="en-US" sz="1800" b="1" dirty="0">
                <a:solidFill>
                  <a:schemeClr val="accent3"/>
                </a:solidFill>
              </a:rPr>
              <a:t> + préposition</a:t>
            </a:r>
            <a:endParaRPr lang="en-US" sz="1800" dirty="0"/>
          </a:p>
        </p:txBody>
      </p:sp>
      <p:sp>
        <p:nvSpPr>
          <p:cNvPr id="18" name="Text 13"/>
          <p:cNvSpPr txBox="1"/>
          <p:nvPr/>
        </p:nvSpPr>
        <p:spPr>
          <a:xfrm>
            <a:off x="6446520" y="3566160"/>
            <a:ext cx="4782312" cy="1737360"/>
          </a:xfrm>
          <a:prstGeom prst="rect">
            <a:avLst/>
          </a:prstGeom>
          <a:noFill/>
          <a:ln/>
        </p:spPr>
        <p:txBody>
          <a:bodyPr wrap="square" lIns="0" tIns="0" rIns="0" bIns="0" rtlCol="0" anchor="ctr"/>
          <a:lstStyle/>
          <a:p>
            <a:pPr algn="l" indent="0" marL="0">
              <a:spcAft>
                <a:spcPts val="300"/>
              </a:spcAft>
              <a:buNone/>
            </a:pPr>
            <a:r>
              <a:rPr lang="en-US" sz="1600" dirty="0">
                <a:solidFill>
                  <a:schemeClr val="tx1"/>
                </a:solidFill>
              </a:rPr>
              <a:t>« J’</a:t>
            </a:r>
            <a:r>
              <a:rPr lang="en-US" sz="1600" b="1" dirty="0">
                <a:solidFill>
                  <a:schemeClr val="tx1"/>
                </a:solidFill>
              </a:rPr>
              <a:t>y</a:t>
            </a:r>
            <a:r>
              <a:rPr lang="en-US" sz="1600" dirty="0">
                <a:solidFill>
                  <a:schemeClr val="tx1"/>
                </a:solidFill>
              </a:rPr>
              <a:t> pense » (le rendez-vous)</a:t>
            </a:r>
            <a:endParaRPr lang="en-US" sz="1600" dirty="0"/>
          </a:p>
          <a:p>
            <a:pPr algn="l" indent="0" marL="0">
              <a:spcAft>
                <a:spcPts val="300"/>
              </a:spcAft>
              <a:buNone/>
            </a:pPr>
            <a:r>
              <a:rPr lang="en-US" sz="1600" dirty="0">
                <a:solidFill>
                  <a:schemeClr val="tx1"/>
                </a:solidFill>
              </a:rPr>
              <a:t>→ ✗ </a:t>
            </a:r>
            <a:r>
              <a:rPr lang="en-US" sz="1600" i="1" strike="sngStrike" dirty="0">
                <a:solidFill>
                  <a:schemeClr val="accent6"/>
                </a:solidFill>
              </a:rPr>
              <a:t>Ik denk aan het.</a:t>
            </a:r>
            <a:r>
              <a:rPr lang="en-US" sz="1600" dirty="0">
                <a:solidFill>
                  <a:schemeClr val="tx1"/>
                </a:solidFill>
              </a:rPr>
              <a:t> ✓ </a:t>
            </a:r>
            <a:r>
              <a:rPr lang="en-US" sz="1600" i="1" dirty="0">
                <a:solidFill>
                  <a:schemeClr val="tx1"/>
                </a:solidFill>
              </a:rPr>
              <a:t>Ik denk </a:t>
            </a:r>
            <a:r>
              <a:rPr lang="en-US" sz="1600" b="1" i="1" dirty="0">
                <a:solidFill>
                  <a:schemeClr val="accent3"/>
                </a:solidFill>
              </a:rPr>
              <a:t>eraan</a:t>
            </a:r>
            <a:r>
              <a:rPr lang="en-US" sz="1600" i="1" dirty="0">
                <a:solidFill>
                  <a:schemeClr val="tx1"/>
                </a:solidFill>
              </a:rPr>
              <a:t>.</a:t>
            </a:r>
            <a:endParaRPr lang="en-US" sz="1600" dirty="0"/>
          </a:p>
          <a:p>
            <a:pPr algn="l" indent="0" marL="0">
              <a:spcAft>
                <a:spcPts val="300"/>
              </a:spcAft>
              <a:buNone/>
            </a:pPr>
            <a:r>
              <a:rPr lang="en-US" sz="1600" dirty="0">
                <a:solidFill>
                  <a:schemeClr val="tx1"/>
                </a:solidFill>
              </a:rPr>
              <a:t>« Je travaille avec » (l’ordinateur)</a:t>
            </a:r>
            <a:endParaRPr lang="en-US" sz="1600" dirty="0"/>
          </a:p>
          <a:p>
            <a:pPr algn="l" indent="0" marL="0">
              <a:spcAft>
                <a:spcPts val="300"/>
              </a:spcAft>
              <a:buNone/>
            </a:pPr>
            <a:r>
              <a:rPr lang="en-US" sz="1600" dirty="0">
                <a:solidFill>
                  <a:schemeClr val="tx1"/>
                </a:solidFill>
              </a:rPr>
              <a:t>→ </a:t>
            </a:r>
            <a:r>
              <a:rPr lang="en-US" sz="1600" i="1" dirty="0">
                <a:solidFill>
                  <a:schemeClr val="tx1"/>
                </a:solidFill>
              </a:rPr>
              <a:t>Ik werk </a:t>
            </a:r>
            <a:r>
              <a:rPr lang="en-US" sz="1600" b="1" i="1" dirty="0">
                <a:solidFill>
                  <a:schemeClr val="accent3"/>
                </a:solidFill>
              </a:rPr>
              <a:t>ermee</a:t>
            </a:r>
            <a:r>
              <a:rPr lang="en-US" sz="1600" i="1" dirty="0">
                <a:solidFill>
                  <a:schemeClr val="tx1"/>
                </a:solidFill>
              </a:rPr>
              <a:t>.</a:t>
            </a:r>
            <a:endParaRPr lang="en-US" sz="1600" dirty="0"/>
          </a:p>
        </p:txBody>
      </p:sp>
      <p:sp>
        <p:nvSpPr>
          <p:cNvPr id="19" name="Shape 14"/>
          <p:cNvSpPr/>
          <p:nvPr/>
        </p:nvSpPr>
        <p:spPr>
          <a:xfrm>
            <a:off x="548640" y="5715000"/>
            <a:ext cx="11091672" cy="566928"/>
          </a:xfrm>
          <a:prstGeom prst="roundRect">
            <a:avLst>
              <a:gd name="adj" fmla="val 12903"/>
            </a:avLst>
          </a:prstGeom>
          <a:solidFill>
            <a:schemeClr val="tx2"/>
          </a:solidFill>
          <a:ln w="12700">
            <a:solidFill>
              <a:srgbClr val="FFFFFF">
                <a:alpha val="0"/>
              </a:srgbClr>
            </a:solidFill>
            <a:prstDash val="solid"/>
          </a:ln>
        </p:spPr>
      </p:sp>
      <p:sp>
        <p:nvSpPr>
          <p:cNvPr id="20" name="Text 15"/>
          <p:cNvSpPr txBox="1"/>
          <p:nvPr/>
        </p:nvSpPr>
        <p:spPr>
          <a:xfrm>
            <a:off x="822960" y="5715000"/>
            <a:ext cx="10607040" cy="566928"/>
          </a:xfrm>
          <a:prstGeom prst="rect">
            <a:avLst/>
          </a:prstGeom>
          <a:noFill/>
          <a:ln/>
        </p:spPr>
        <p:txBody>
          <a:bodyPr wrap="square" lIns="0" tIns="0" rIns="0" bIns="0" rtlCol="0" anchor="ctr"/>
          <a:lstStyle/>
          <a:p>
            <a:pPr algn="l" indent="0" marL="0">
              <a:buNone/>
            </a:pPr>
            <a:r>
              <a:rPr lang="en-US" sz="1800" dirty="0">
                <a:solidFill>
                  <a:schemeClr val="bg1"/>
                </a:solidFill>
              </a:rPr>
              <a:t>Question-réflexe : « une </a:t>
            </a:r>
            <a:r>
              <a:rPr lang="en-US" sz="1800" b="1" dirty="0">
                <a:solidFill>
                  <a:schemeClr val="bg1"/>
                </a:solidFill>
              </a:rPr>
              <a:t>personne</a:t>
            </a:r>
            <a:r>
              <a:rPr lang="en-US" sz="1800" dirty="0">
                <a:solidFill>
                  <a:schemeClr val="bg1"/>
                </a:solidFill>
              </a:rPr>
              <a:t> ou une </a:t>
            </a:r>
            <a:r>
              <a:rPr lang="en-US" sz="1800" b="1" dirty="0">
                <a:solidFill>
                  <a:schemeClr val="bg1"/>
                </a:solidFill>
              </a:rPr>
              <a:t>chose</a:t>
            </a:r>
            <a:r>
              <a:rPr lang="en-US" sz="1800" dirty="0">
                <a:solidFill>
                  <a:schemeClr val="bg1"/>
                </a:solidFill>
              </a:rPr>
              <a:t> ? » — personne : préposition + pronom</a:t>
            </a:r>
            <a:endParaRPr lang="en-US" sz="1800" dirty="0"/>
          </a:p>
        </p:txBody>
      </p:sp>
      <p:sp>
        <p:nvSpPr>
          <p:cNvPr id="25" name="Slide Number Placeholder 0"/>
          <p:cNvSpPr>
            <a:spLocks noGrp="1"/>
          </p:cNvSpPr>
          <p:nvPr>
            <p:ph type="sldNum" sz="quarter" idx="4294967295"/>
          </p:nvPr>
        </p:nvSpPr>
        <p:spPr>
          <a:xfrm>
            <a:off x="11091672"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4A5A70"/>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1"/>
          <p:cNvSpPr/>
          <p:nvPr>
            <p:ph idx="101" type="title" hasCustomPrompt="1"/>
          </p:nvPr>
        </p:nvSpPr>
        <p:spPr>
          <a:xfrm>
            <a:off x="548640" y="621792"/>
            <a:ext cx="11091672" cy="713232"/>
          </a:xfrm>
          <a:prstGeom prst="rect">
            <a:avLst/>
          </a:prstGeom>
          <a:noFill/>
          <a:ln/>
        </p:spPr>
        <p:txBody>
          <a:bodyPr wrap="square" lIns="0" tIns="0" rIns="0" bIns="0" rtlCol="0" anchor="ctr"/>
          <a:lstStyle/>
          <a:p>
            <a:pPr algn="l" indent="0" marL="0">
              <a:buNone/>
            </a:pPr>
            <a:r>
              <a:rPr lang="en-US" sz="3000" b="1" dirty="0">
                <a:solidFill>
                  <a:schemeClr val="tx2"/>
                </a:solidFill>
              </a:rPr>
              <a:t>Les deux morceaux se séparent</a:t>
            </a:r>
            <a:endParaRPr lang="en-US" sz="3000" dirty="0"/>
          </a:p>
        </p:txBody>
      </p:sp>
      <p:sp>
        <p:nvSpPr>
          <p:cNvPr id="3" name="tag"/>
          <p:cNvSpPr/>
          <p:nvPr/>
        </p:nvSpPr>
        <p:spPr>
          <a:xfrm>
            <a:off x="548640" y="237744"/>
            <a:ext cx="1336853" cy="310896"/>
          </a:xfrm>
          <a:prstGeom prst="roundRect">
            <a:avLst>
              <a:gd name="adj" fmla="val 14706"/>
            </a:avLst>
          </a:prstGeom>
          <a:solidFill>
            <a:schemeClr val="tx2"/>
          </a:solidFill>
          <a:ln/>
        </p:spPr>
        <p:txBody>
          <a:bodyPr wrap="square" lIns="0" tIns="0" rIns="0" bIns="0" rtlCol="0" anchor="ctr"/>
          <a:lstStyle/>
          <a:p>
            <a:pPr algn="ctr" indent="0" marL="0">
              <a:buNone/>
            </a:pPr>
            <a:r>
              <a:rPr lang="en-US" sz="1200" b="1" spc="100" kern="0" dirty="0">
                <a:solidFill>
                  <a:srgbClr val="FFFFFF"/>
                </a:solidFill>
              </a:rPr>
              <a:t>GRAMMAIRE</a:t>
            </a:r>
            <a:endParaRPr lang="en-US" sz="1200" dirty="0"/>
          </a:p>
        </p:txBody>
      </p:sp>
      <p:sp>
        <p:nvSpPr>
          <p:cNvPr id="5" name="Shape 2"/>
          <p:cNvSpPr/>
          <p:nvPr/>
        </p:nvSpPr>
        <p:spPr>
          <a:xfrm>
            <a:off x="548640" y="1874520"/>
            <a:ext cx="1390985" cy="566928"/>
          </a:xfrm>
          <a:prstGeom prst="roundRect">
            <a:avLst>
              <a:gd name="adj" fmla="val 12903"/>
            </a:avLst>
          </a:prstGeom>
          <a:solidFill>
            <a:schemeClr val="bg1"/>
          </a:solidFill>
          <a:ln w="15875">
            <a:solidFill>
              <a:srgbClr val="D5DCE6"/>
            </a:solidFill>
            <a:prstDash val="solid"/>
          </a:ln>
        </p:spPr>
      </p:sp>
      <p:sp>
        <p:nvSpPr>
          <p:cNvPr id="6" name="Text 3"/>
          <p:cNvSpPr txBox="1"/>
          <p:nvPr/>
        </p:nvSpPr>
        <p:spPr>
          <a:xfrm>
            <a:off x="548640" y="1874520"/>
            <a:ext cx="1390985" cy="566928"/>
          </a:xfrm>
          <a:prstGeom prst="rect">
            <a:avLst/>
          </a:prstGeom>
          <a:noFill/>
          <a:ln/>
        </p:spPr>
        <p:txBody>
          <a:bodyPr wrap="square" lIns="0" tIns="0" rIns="0" bIns="0" rtlCol="0" anchor="ctr"/>
          <a:lstStyle/>
          <a:p>
            <a:pPr algn="ctr" indent="0" marL="0">
              <a:buNone/>
            </a:pPr>
            <a:r>
              <a:rPr lang="en-US" sz="2200" dirty="0">
                <a:solidFill>
                  <a:schemeClr val="tx1"/>
                </a:solidFill>
              </a:rPr>
              <a:t>Ik denk</a:t>
            </a:r>
            <a:endParaRPr lang="en-US" sz="2200" dirty="0"/>
          </a:p>
        </p:txBody>
      </p:sp>
      <p:sp>
        <p:nvSpPr>
          <p:cNvPr id="7" name="Shape 4"/>
          <p:cNvSpPr/>
          <p:nvPr/>
        </p:nvSpPr>
        <p:spPr>
          <a:xfrm>
            <a:off x="2031065" y="1874520"/>
            <a:ext cx="606430" cy="566928"/>
          </a:xfrm>
          <a:prstGeom prst="roundRect">
            <a:avLst>
              <a:gd name="adj" fmla="val 12903"/>
            </a:avLst>
          </a:prstGeom>
          <a:solidFill>
            <a:schemeClr val="accent3"/>
          </a:solidFill>
          <a:ln w="12700">
            <a:solidFill>
              <a:srgbClr val="FFFFFF">
                <a:alpha val="0"/>
              </a:srgbClr>
            </a:solidFill>
            <a:prstDash val="solid"/>
          </a:ln>
        </p:spPr>
      </p:sp>
      <p:sp>
        <p:nvSpPr>
          <p:cNvPr id="8" name="Text 5"/>
          <p:cNvSpPr txBox="1"/>
          <p:nvPr/>
        </p:nvSpPr>
        <p:spPr>
          <a:xfrm>
            <a:off x="2031065" y="1874520"/>
            <a:ext cx="606430" cy="566928"/>
          </a:xfrm>
          <a:prstGeom prst="rect">
            <a:avLst/>
          </a:prstGeom>
          <a:noFill/>
          <a:ln/>
        </p:spPr>
        <p:txBody>
          <a:bodyPr wrap="square" lIns="0" tIns="0" rIns="0" bIns="0" rtlCol="0" anchor="ctr"/>
          <a:lstStyle/>
          <a:p>
            <a:pPr algn="ctr" indent="0" marL="0">
              <a:buNone/>
            </a:pPr>
            <a:r>
              <a:rPr lang="en-US" sz="2200" b="1" dirty="0">
                <a:solidFill>
                  <a:schemeClr val="bg1"/>
                </a:solidFill>
              </a:rPr>
              <a:t>er</a:t>
            </a:r>
            <a:endParaRPr lang="en-US" sz="2200" dirty="0"/>
          </a:p>
        </p:txBody>
      </p:sp>
      <p:sp>
        <p:nvSpPr>
          <p:cNvPr id="9" name="Shape 6"/>
          <p:cNvSpPr/>
          <p:nvPr/>
        </p:nvSpPr>
        <p:spPr>
          <a:xfrm>
            <a:off x="2728935" y="1874520"/>
            <a:ext cx="920252" cy="566928"/>
          </a:xfrm>
          <a:prstGeom prst="roundRect">
            <a:avLst>
              <a:gd name="adj" fmla="val 12903"/>
            </a:avLst>
          </a:prstGeom>
          <a:solidFill>
            <a:schemeClr val="bg1"/>
          </a:solidFill>
          <a:ln w="15875">
            <a:solidFill>
              <a:srgbClr val="D5DCE6"/>
            </a:solidFill>
            <a:prstDash val="solid"/>
          </a:ln>
        </p:spPr>
      </p:sp>
      <p:sp>
        <p:nvSpPr>
          <p:cNvPr id="10" name="Text 7"/>
          <p:cNvSpPr txBox="1"/>
          <p:nvPr/>
        </p:nvSpPr>
        <p:spPr>
          <a:xfrm>
            <a:off x="2728935" y="1874520"/>
            <a:ext cx="920252" cy="566928"/>
          </a:xfrm>
          <a:prstGeom prst="rect">
            <a:avLst/>
          </a:prstGeom>
          <a:noFill/>
          <a:ln/>
        </p:spPr>
        <p:txBody>
          <a:bodyPr wrap="square" lIns="0" tIns="0" rIns="0" bIns="0" rtlCol="0" anchor="ctr"/>
          <a:lstStyle/>
          <a:p>
            <a:pPr algn="ctr" indent="0" marL="0">
              <a:buNone/>
            </a:pPr>
            <a:r>
              <a:rPr lang="en-US" sz="2200" dirty="0">
                <a:solidFill>
                  <a:schemeClr val="tx1"/>
                </a:solidFill>
              </a:rPr>
              <a:t>vaak</a:t>
            </a:r>
            <a:endParaRPr lang="en-US" sz="2200" dirty="0"/>
          </a:p>
        </p:txBody>
      </p:sp>
      <p:sp>
        <p:nvSpPr>
          <p:cNvPr id="11" name="Shape 8"/>
          <p:cNvSpPr/>
          <p:nvPr/>
        </p:nvSpPr>
        <p:spPr>
          <a:xfrm>
            <a:off x="3740628" y="1874520"/>
            <a:ext cx="920252" cy="566928"/>
          </a:xfrm>
          <a:prstGeom prst="roundRect">
            <a:avLst>
              <a:gd name="adj" fmla="val 12903"/>
            </a:avLst>
          </a:prstGeom>
          <a:solidFill>
            <a:schemeClr val="accent1"/>
          </a:solidFill>
          <a:ln w="12700">
            <a:solidFill>
              <a:srgbClr val="FFFFFF">
                <a:alpha val="0"/>
              </a:srgbClr>
            </a:solidFill>
            <a:prstDash val="solid"/>
          </a:ln>
        </p:spPr>
      </p:sp>
      <p:sp>
        <p:nvSpPr>
          <p:cNvPr id="12" name="Text 9"/>
          <p:cNvSpPr txBox="1"/>
          <p:nvPr/>
        </p:nvSpPr>
        <p:spPr>
          <a:xfrm>
            <a:off x="3740628" y="1874520"/>
            <a:ext cx="920252" cy="566928"/>
          </a:xfrm>
          <a:prstGeom prst="rect">
            <a:avLst/>
          </a:prstGeom>
          <a:noFill/>
          <a:ln/>
        </p:spPr>
        <p:txBody>
          <a:bodyPr wrap="square" lIns="0" tIns="0" rIns="0" bIns="0" rtlCol="0" anchor="ctr"/>
          <a:lstStyle/>
          <a:p>
            <a:pPr algn="ctr" indent="0" marL="0">
              <a:buNone/>
            </a:pPr>
            <a:r>
              <a:rPr lang="en-US" sz="2200" b="1" dirty="0">
                <a:solidFill>
                  <a:schemeClr val="bg1"/>
                </a:solidFill>
              </a:rPr>
              <a:t>aan.</a:t>
            </a:r>
            <a:endParaRPr lang="en-US" sz="2200" dirty="0"/>
          </a:p>
        </p:txBody>
      </p:sp>
      <p:sp>
        <p:nvSpPr>
          <p:cNvPr id="13" name="Shape 10"/>
          <p:cNvSpPr/>
          <p:nvPr/>
        </p:nvSpPr>
        <p:spPr>
          <a:xfrm>
            <a:off x="2334280" y="1536192"/>
            <a:ext cx="1866473" cy="640080"/>
          </a:xfrm>
          <a:prstGeom prst="arc">
            <a:avLst>
              <a:gd name="adj1" fmla="val 10800000"/>
              <a:gd name="adj2" fmla="val 21600000"/>
            </a:avLst>
          </a:prstGeom>
          <a:solidFill>
            <a:srgbClr val="FFFFFF">
              <a:alpha val="0"/>
            </a:srgbClr>
          </a:solidFill>
          <a:ln w="25400">
            <a:solidFill>
              <a:srgbClr val="2E7D4F"/>
            </a:solidFill>
            <a:prstDash val="solid"/>
            <a:tailEnd type="triangle"/>
          </a:ln>
        </p:spPr>
      </p:sp>
      <p:sp>
        <p:nvSpPr>
          <p:cNvPr id="14" name="Text 11"/>
          <p:cNvSpPr txBox="1"/>
          <p:nvPr/>
        </p:nvSpPr>
        <p:spPr>
          <a:xfrm>
            <a:off x="6126480" y="1874520"/>
            <a:ext cx="5486400" cy="566928"/>
          </a:xfrm>
          <a:prstGeom prst="rect">
            <a:avLst/>
          </a:prstGeom>
          <a:noFill/>
          <a:ln/>
        </p:spPr>
        <p:txBody>
          <a:bodyPr wrap="square" lIns="0" tIns="0" rIns="0" bIns="0" rtlCol="0" anchor="ctr"/>
          <a:lstStyle/>
          <a:p>
            <a:pPr algn="l" indent="0" marL="0">
              <a:buNone/>
            </a:pPr>
            <a:r>
              <a:rPr lang="en-US" sz="1700" i="1" dirty="0">
                <a:solidFill>
                  <a:schemeClr val="accent5"/>
                </a:solidFill>
              </a:rPr>
              <a:t>la préposition va au bout</a:t>
            </a:r>
            <a:endParaRPr lang="en-US" sz="1700" dirty="0"/>
          </a:p>
        </p:txBody>
      </p:sp>
      <p:sp>
        <p:nvSpPr>
          <p:cNvPr id="15" name="Shape 12"/>
          <p:cNvSpPr/>
          <p:nvPr/>
        </p:nvSpPr>
        <p:spPr>
          <a:xfrm>
            <a:off x="548640" y="2834640"/>
            <a:ext cx="920252" cy="566928"/>
          </a:xfrm>
          <a:prstGeom prst="roundRect">
            <a:avLst>
              <a:gd name="adj" fmla="val 12903"/>
            </a:avLst>
          </a:prstGeom>
          <a:solidFill>
            <a:schemeClr val="accent3"/>
          </a:solidFill>
          <a:ln w="12700">
            <a:solidFill>
              <a:srgbClr val="FFFFFF">
                <a:alpha val="0"/>
              </a:srgbClr>
            </a:solidFill>
            <a:prstDash val="solid"/>
          </a:ln>
        </p:spPr>
      </p:sp>
      <p:sp>
        <p:nvSpPr>
          <p:cNvPr id="16" name="Text 13"/>
          <p:cNvSpPr txBox="1"/>
          <p:nvPr/>
        </p:nvSpPr>
        <p:spPr>
          <a:xfrm>
            <a:off x="548640" y="2834640"/>
            <a:ext cx="920252" cy="566928"/>
          </a:xfrm>
          <a:prstGeom prst="rect">
            <a:avLst/>
          </a:prstGeom>
          <a:noFill/>
          <a:ln/>
        </p:spPr>
        <p:txBody>
          <a:bodyPr wrap="square" lIns="0" tIns="0" rIns="0" bIns="0" rtlCol="0" anchor="ctr"/>
          <a:lstStyle/>
          <a:p>
            <a:pPr algn="ctr" indent="0" marL="0">
              <a:buNone/>
            </a:pPr>
            <a:r>
              <a:rPr lang="en-US" sz="2200" b="1" dirty="0">
                <a:solidFill>
                  <a:schemeClr val="bg1"/>
                </a:solidFill>
              </a:rPr>
              <a:t>Daar</a:t>
            </a:r>
            <a:endParaRPr lang="en-US" sz="2200" dirty="0"/>
          </a:p>
        </p:txBody>
      </p:sp>
      <p:sp>
        <p:nvSpPr>
          <p:cNvPr id="17" name="Shape 14"/>
          <p:cNvSpPr/>
          <p:nvPr/>
        </p:nvSpPr>
        <p:spPr>
          <a:xfrm>
            <a:off x="1560332" y="2834640"/>
            <a:ext cx="2646274" cy="566928"/>
          </a:xfrm>
          <a:prstGeom prst="roundRect">
            <a:avLst>
              <a:gd name="adj" fmla="val 12903"/>
            </a:avLst>
          </a:prstGeom>
          <a:solidFill>
            <a:schemeClr val="bg1"/>
          </a:solidFill>
          <a:ln w="15875">
            <a:solidFill>
              <a:srgbClr val="D5DCE6"/>
            </a:solidFill>
            <a:prstDash val="solid"/>
          </a:ln>
        </p:spPr>
      </p:sp>
      <p:sp>
        <p:nvSpPr>
          <p:cNvPr id="18" name="Text 15"/>
          <p:cNvSpPr txBox="1"/>
          <p:nvPr/>
        </p:nvSpPr>
        <p:spPr>
          <a:xfrm>
            <a:off x="1560332" y="2834640"/>
            <a:ext cx="2646274" cy="566928"/>
          </a:xfrm>
          <a:prstGeom prst="rect">
            <a:avLst/>
          </a:prstGeom>
          <a:noFill/>
          <a:ln/>
        </p:spPr>
        <p:txBody>
          <a:bodyPr wrap="square" lIns="0" tIns="0" rIns="0" bIns="0" rtlCol="0" anchor="ctr"/>
          <a:lstStyle/>
          <a:p>
            <a:pPr algn="ctr" indent="0" marL="0">
              <a:buNone/>
            </a:pPr>
            <a:r>
              <a:rPr lang="en-US" sz="2200" dirty="0">
                <a:solidFill>
                  <a:schemeClr val="tx1"/>
                </a:solidFill>
              </a:rPr>
              <a:t>heb ik geen zin</a:t>
            </a:r>
            <a:endParaRPr lang="en-US" sz="2200" dirty="0"/>
          </a:p>
        </p:txBody>
      </p:sp>
      <p:sp>
        <p:nvSpPr>
          <p:cNvPr id="19" name="Shape 16"/>
          <p:cNvSpPr/>
          <p:nvPr/>
        </p:nvSpPr>
        <p:spPr>
          <a:xfrm>
            <a:off x="4298046" y="2834640"/>
            <a:ext cx="763341" cy="566928"/>
          </a:xfrm>
          <a:prstGeom prst="roundRect">
            <a:avLst>
              <a:gd name="adj" fmla="val 12903"/>
            </a:avLst>
          </a:prstGeom>
          <a:solidFill>
            <a:schemeClr val="accent1"/>
          </a:solidFill>
          <a:ln w="12700">
            <a:solidFill>
              <a:srgbClr val="FFFFFF">
                <a:alpha val="0"/>
              </a:srgbClr>
            </a:solidFill>
            <a:prstDash val="solid"/>
          </a:ln>
        </p:spPr>
      </p:sp>
      <p:sp>
        <p:nvSpPr>
          <p:cNvPr id="20" name="Text 17"/>
          <p:cNvSpPr txBox="1"/>
          <p:nvPr/>
        </p:nvSpPr>
        <p:spPr>
          <a:xfrm>
            <a:off x="4298046" y="2834640"/>
            <a:ext cx="763341" cy="566928"/>
          </a:xfrm>
          <a:prstGeom prst="rect">
            <a:avLst/>
          </a:prstGeom>
          <a:noFill/>
          <a:ln/>
        </p:spPr>
        <p:txBody>
          <a:bodyPr wrap="square" lIns="0" tIns="0" rIns="0" bIns="0" rtlCol="0" anchor="ctr"/>
          <a:lstStyle/>
          <a:p>
            <a:pPr algn="ctr" indent="0" marL="0">
              <a:buNone/>
            </a:pPr>
            <a:r>
              <a:rPr lang="en-US" sz="2200" b="1" dirty="0">
                <a:solidFill>
                  <a:schemeClr val="bg1"/>
                </a:solidFill>
              </a:rPr>
              <a:t>in.</a:t>
            </a:r>
            <a:endParaRPr lang="en-US" sz="2200" dirty="0"/>
          </a:p>
        </p:txBody>
      </p:sp>
      <p:sp>
        <p:nvSpPr>
          <p:cNvPr id="21" name="Shape 18"/>
          <p:cNvSpPr/>
          <p:nvPr/>
        </p:nvSpPr>
        <p:spPr>
          <a:xfrm>
            <a:off x="1008766" y="2496312"/>
            <a:ext cx="3670950" cy="640080"/>
          </a:xfrm>
          <a:prstGeom prst="arc">
            <a:avLst>
              <a:gd name="adj1" fmla="val 10800000"/>
              <a:gd name="adj2" fmla="val 21600000"/>
            </a:avLst>
          </a:prstGeom>
          <a:solidFill>
            <a:srgbClr val="FFFFFF">
              <a:alpha val="0"/>
            </a:srgbClr>
          </a:solidFill>
          <a:ln w="25400">
            <a:solidFill>
              <a:srgbClr val="2E7D4F"/>
            </a:solidFill>
            <a:prstDash val="solid"/>
            <a:tailEnd type="triangle"/>
          </a:ln>
        </p:spPr>
      </p:sp>
      <p:sp>
        <p:nvSpPr>
          <p:cNvPr id="22" name="Text 19"/>
          <p:cNvSpPr txBox="1"/>
          <p:nvPr/>
        </p:nvSpPr>
        <p:spPr>
          <a:xfrm>
            <a:off x="6126480" y="2834640"/>
            <a:ext cx="5486400" cy="566928"/>
          </a:xfrm>
          <a:prstGeom prst="rect">
            <a:avLst/>
          </a:prstGeom>
          <a:noFill/>
          <a:ln/>
        </p:spPr>
        <p:txBody>
          <a:bodyPr wrap="square" lIns="0" tIns="0" rIns="0" bIns="0" rtlCol="0" anchor="ctr"/>
          <a:lstStyle/>
          <a:p>
            <a:pPr algn="l" indent="0" marL="0">
              <a:buNone/>
            </a:pPr>
            <a:r>
              <a:rPr lang="en-US" sz="1700" i="1" dirty="0">
                <a:solidFill>
                  <a:schemeClr val="accent5"/>
                </a:solidFill>
              </a:rPr>
              <a:t>« ça ne me dit rien »</a:t>
            </a:r>
            <a:endParaRPr lang="en-US" sz="1700" dirty="0"/>
          </a:p>
        </p:txBody>
      </p:sp>
      <p:sp>
        <p:nvSpPr>
          <p:cNvPr id="23" name="Shape 20"/>
          <p:cNvSpPr/>
          <p:nvPr/>
        </p:nvSpPr>
        <p:spPr>
          <a:xfrm>
            <a:off x="548640" y="3794760"/>
            <a:ext cx="920252" cy="566928"/>
          </a:xfrm>
          <a:prstGeom prst="roundRect">
            <a:avLst>
              <a:gd name="adj" fmla="val 12903"/>
            </a:avLst>
          </a:prstGeom>
          <a:solidFill>
            <a:schemeClr val="accent4"/>
          </a:solidFill>
          <a:ln w="12700">
            <a:solidFill>
              <a:srgbClr val="FFFFFF">
                <a:alpha val="0"/>
              </a:srgbClr>
            </a:solidFill>
            <a:prstDash val="solid"/>
          </a:ln>
        </p:spPr>
      </p:sp>
      <p:sp>
        <p:nvSpPr>
          <p:cNvPr id="24" name="Text 21"/>
          <p:cNvSpPr txBox="1"/>
          <p:nvPr/>
        </p:nvSpPr>
        <p:spPr>
          <a:xfrm>
            <a:off x="548640" y="3794760"/>
            <a:ext cx="920252" cy="566928"/>
          </a:xfrm>
          <a:prstGeom prst="rect">
            <a:avLst/>
          </a:prstGeom>
          <a:noFill/>
          <a:ln/>
        </p:spPr>
        <p:txBody>
          <a:bodyPr wrap="square" lIns="0" tIns="0" rIns="0" bIns="0" rtlCol="0" anchor="ctr"/>
          <a:lstStyle/>
          <a:p>
            <a:pPr algn="ctr" indent="0" marL="0">
              <a:buNone/>
            </a:pPr>
            <a:r>
              <a:rPr lang="en-US" sz="2200" b="1" dirty="0">
                <a:solidFill>
                  <a:schemeClr val="bg1"/>
                </a:solidFill>
              </a:rPr>
              <a:t>Waar</a:t>
            </a:r>
            <a:endParaRPr lang="en-US" sz="2200" dirty="0"/>
          </a:p>
        </p:txBody>
      </p:sp>
      <p:sp>
        <p:nvSpPr>
          <p:cNvPr id="25" name="Shape 22"/>
          <p:cNvSpPr/>
          <p:nvPr/>
        </p:nvSpPr>
        <p:spPr>
          <a:xfrm>
            <a:off x="1560332" y="3794760"/>
            <a:ext cx="1547896" cy="566928"/>
          </a:xfrm>
          <a:prstGeom prst="roundRect">
            <a:avLst>
              <a:gd name="adj" fmla="val 12903"/>
            </a:avLst>
          </a:prstGeom>
          <a:solidFill>
            <a:schemeClr val="bg1"/>
          </a:solidFill>
          <a:ln w="15875">
            <a:solidFill>
              <a:srgbClr val="D5DCE6"/>
            </a:solidFill>
            <a:prstDash val="solid"/>
          </a:ln>
        </p:spPr>
      </p:sp>
      <p:sp>
        <p:nvSpPr>
          <p:cNvPr id="26" name="Text 23"/>
          <p:cNvSpPr txBox="1"/>
          <p:nvPr/>
        </p:nvSpPr>
        <p:spPr>
          <a:xfrm>
            <a:off x="1560332" y="3794760"/>
            <a:ext cx="1547896" cy="566928"/>
          </a:xfrm>
          <a:prstGeom prst="rect">
            <a:avLst/>
          </a:prstGeom>
          <a:noFill/>
          <a:ln/>
        </p:spPr>
        <p:txBody>
          <a:bodyPr wrap="square" lIns="0" tIns="0" rIns="0" bIns="0" rtlCol="0" anchor="ctr"/>
          <a:lstStyle/>
          <a:p>
            <a:pPr algn="ctr" indent="0" marL="0">
              <a:buNone/>
            </a:pPr>
            <a:r>
              <a:rPr lang="en-US" sz="2200" dirty="0">
                <a:solidFill>
                  <a:schemeClr val="tx1"/>
                </a:solidFill>
              </a:rPr>
              <a:t>wacht je</a:t>
            </a:r>
            <a:endParaRPr lang="en-US" sz="2200" dirty="0"/>
          </a:p>
        </p:txBody>
      </p:sp>
      <p:sp>
        <p:nvSpPr>
          <p:cNvPr id="27" name="Shape 24"/>
          <p:cNvSpPr/>
          <p:nvPr/>
        </p:nvSpPr>
        <p:spPr>
          <a:xfrm>
            <a:off x="3199668" y="3794760"/>
            <a:ext cx="763341" cy="566928"/>
          </a:xfrm>
          <a:prstGeom prst="roundRect">
            <a:avLst>
              <a:gd name="adj" fmla="val 12903"/>
            </a:avLst>
          </a:prstGeom>
          <a:solidFill>
            <a:schemeClr val="accent1"/>
          </a:solidFill>
          <a:ln w="12700">
            <a:solidFill>
              <a:srgbClr val="FFFFFF">
                <a:alpha val="0"/>
              </a:srgbClr>
            </a:solidFill>
            <a:prstDash val="solid"/>
          </a:ln>
        </p:spPr>
      </p:sp>
      <p:sp>
        <p:nvSpPr>
          <p:cNvPr id="28" name="Text 25"/>
          <p:cNvSpPr txBox="1"/>
          <p:nvPr/>
        </p:nvSpPr>
        <p:spPr>
          <a:xfrm>
            <a:off x="3199668" y="3794760"/>
            <a:ext cx="763341" cy="566928"/>
          </a:xfrm>
          <a:prstGeom prst="rect">
            <a:avLst/>
          </a:prstGeom>
          <a:noFill/>
          <a:ln/>
        </p:spPr>
        <p:txBody>
          <a:bodyPr wrap="square" lIns="0" tIns="0" rIns="0" bIns="0" rtlCol="0" anchor="ctr"/>
          <a:lstStyle/>
          <a:p>
            <a:pPr algn="ctr" indent="0" marL="0">
              <a:buNone/>
            </a:pPr>
            <a:r>
              <a:rPr lang="en-US" sz="2200" b="1" dirty="0">
                <a:solidFill>
                  <a:schemeClr val="bg1"/>
                </a:solidFill>
              </a:rPr>
              <a:t>op?</a:t>
            </a:r>
            <a:endParaRPr lang="en-US" sz="2200" dirty="0"/>
          </a:p>
        </p:txBody>
      </p:sp>
      <p:sp>
        <p:nvSpPr>
          <p:cNvPr id="29" name="Shape 26"/>
          <p:cNvSpPr/>
          <p:nvPr/>
        </p:nvSpPr>
        <p:spPr>
          <a:xfrm>
            <a:off x="1008766" y="3456432"/>
            <a:ext cx="2572573" cy="640080"/>
          </a:xfrm>
          <a:prstGeom prst="arc">
            <a:avLst>
              <a:gd name="adj1" fmla="val 10800000"/>
              <a:gd name="adj2" fmla="val 21600000"/>
            </a:avLst>
          </a:prstGeom>
          <a:solidFill>
            <a:srgbClr val="FFFFFF">
              <a:alpha val="0"/>
            </a:srgbClr>
          </a:solidFill>
          <a:ln w="25400">
            <a:solidFill>
              <a:srgbClr val="2E7D4F"/>
            </a:solidFill>
            <a:prstDash val="solid"/>
            <a:tailEnd type="triangle"/>
          </a:ln>
        </p:spPr>
      </p:sp>
      <p:sp>
        <p:nvSpPr>
          <p:cNvPr id="30" name="Text 27"/>
          <p:cNvSpPr txBox="1"/>
          <p:nvPr/>
        </p:nvSpPr>
        <p:spPr>
          <a:xfrm>
            <a:off x="6126480" y="3794760"/>
            <a:ext cx="5486400" cy="566928"/>
          </a:xfrm>
          <a:prstGeom prst="rect">
            <a:avLst/>
          </a:prstGeom>
          <a:noFill/>
          <a:ln/>
        </p:spPr>
        <p:txBody>
          <a:bodyPr wrap="square" lIns="0" tIns="0" rIns="0" bIns="0" rtlCol="0" anchor="ctr"/>
          <a:lstStyle/>
          <a:p>
            <a:pPr algn="l" indent="0" marL="0">
              <a:buNone/>
            </a:pPr>
            <a:r>
              <a:rPr lang="en-US" sz="1700" i="1" dirty="0">
                <a:solidFill>
                  <a:schemeClr val="accent5"/>
                </a:solidFill>
              </a:rPr>
              <a:t>la question (diapo 10)</a:t>
            </a:r>
            <a:endParaRPr lang="en-US" sz="1700" dirty="0"/>
          </a:p>
        </p:txBody>
      </p:sp>
      <p:sp>
        <p:nvSpPr>
          <p:cNvPr id="31" name="Shape 28"/>
          <p:cNvSpPr/>
          <p:nvPr/>
        </p:nvSpPr>
        <p:spPr>
          <a:xfrm>
            <a:off x="548640" y="4754880"/>
            <a:ext cx="1390985" cy="566928"/>
          </a:xfrm>
          <a:prstGeom prst="roundRect">
            <a:avLst>
              <a:gd name="adj" fmla="val 12903"/>
            </a:avLst>
          </a:prstGeom>
          <a:solidFill>
            <a:schemeClr val="bg1"/>
          </a:solidFill>
          <a:ln w="15875">
            <a:solidFill>
              <a:srgbClr val="D5DCE6"/>
            </a:solidFill>
            <a:prstDash val="solid"/>
          </a:ln>
        </p:spPr>
      </p:sp>
      <p:sp>
        <p:nvSpPr>
          <p:cNvPr id="32" name="Text 29"/>
          <p:cNvSpPr txBox="1"/>
          <p:nvPr/>
        </p:nvSpPr>
        <p:spPr>
          <a:xfrm>
            <a:off x="548640" y="4754880"/>
            <a:ext cx="1390985" cy="566928"/>
          </a:xfrm>
          <a:prstGeom prst="rect">
            <a:avLst/>
          </a:prstGeom>
          <a:noFill/>
          <a:ln/>
        </p:spPr>
        <p:txBody>
          <a:bodyPr wrap="square" lIns="0" tIns="0" rIns="0" bIns="0" rtlCol="0" anchor="ctr"/>
          <a:lstStyle/>
          <a:p>
            <a:pPr algn="ctr" indent="0" marL="0">
              <a:buNone/>
            </a:pPr>
            <a:r>
              <a:rPr lang="en-US" sz="2200" dirty="0">
                <a:solidFill>
                  <a:schemeClr val="tx1"/>
                </a:solidFill>
              </a:rPr>
              <a:t>Ik denk</a:t>
            </a:r>
            <a:endParaRPr lang="en-US" sz="2200" dirty="0"/>
          </a:p>
        </p:txBody>
      </p:sp>
      <p:sp>
        <p:nvSpPr>
          <p:cNvPr id="33" name="Shape 30"/>
          <p:cNvSpPr/>
          <p:nvPr/>
        </p:nvSpPr>
        <p:spPr>
          <a:xfrm>
            <a:off x="2031065" y="4754880"/>
            <a:ext cx="606430" cy="566928"/>
          </a:xfrm>
          <a:prstGeom prst="roundRect">
            <a:avLst>
              <a:gd name="adj" fmla="val 12903"/>
            </a:avLst>
          </a:prstGeom>
          <a:solidFill>
            <a:schemeClr val="accent3"/>
          </a:solidFill>
          <a:ln w="12700">
            <a:solidFill>
              <a:srgbClr val="FFFFFF">
                <a:alpha val="0"/>
              </a:srgbClr>
            </a:solidFill>
            <a:prstDash val="solid"/>
          </a:ln>
        </p:spPr>
      </p:sp>
      <p:sp>
        <p:nvSpPr>
          <p:cNvPr id="34" name="Text 31"/>
          <p:cNvSpPr txBox="1"/>
          <p:nvPr/>
        </p:nvSpPr>
        <p:spPr>
          <a:xfrm>
            <a:off x="2031065" y="4754880"/>
            <a:ext cx="606430" cy="566928"/>
          </a:xfrm>
          <a:prstGeom prst="rect">
            <a:avLst/>
          </a:prstGeom>
          <a:noFill/>
          <a:ln/>
        </p:spPr>
        <p:txBody>
          <a:bodyPr wrap="square" lIns="0" tIns="0" rIns="0" bIns="0" rtlCol="0" anchor="ctr"/>
          <a:lstStyle/>
          <a:p>
            <a:pPr algn="ctr" indent="0" marL="0">
              <a:buNone/>
            </a:pPr>
            <a:r>
              <a:rPr lang="en-US" sz="2200" b="1" dirty="0">
                <a:solidFill>
                  <a:schemeClr val="bg1"/>
                </a:solidFill>
              </a:rPr>
              <a:t>er</a:t>
            </a:r>
            <a:endParaRPr lang="en-US" sz="2200" dirty="0"/>
          </a:p>
        </p:txBody>
      </p:sp>
      <p:sp>
        <p:nvSpPr>
          <p:cNvPr id="35" name="Shape 32"/>
          <p:cNvSpPr/>
          <p:nvPr/>
        </p:nvSpPr>
        <p:spPr>
          <a:xfrm>
            <a:off x="2728935" y="4754880"/>
            <a:ext cx="920252" cy="566928"/>
          </a:xfrm>
          <a:prstGeom prst="roundRect">
            <a:avLst>
              <a:gd name="adj" fmla="val 12903"/>
            </a:avLst>
          </a:prstGeom>
          <a:solidFill>
            <a:schemeClr val="bg1"/>
          </a:solidFill>
          <a:ln w="25400">
            <a:solidFill>
              <a:srgbClr val="B83227"/>
            </a:solidFill>
            <a:prstDash val="solid"/>
          </a:ln>
        </p:spPr>
      </p:sp>
      <p:sp>
        <p:nvSpPr>
          <p:cNvPr id="36" name="Text 33"/>
          <p:cNvSpPr txBox="1"/>
          <p:nvPr/>
        </p:nvSpPr>
        <p:spPr>
          <a:xfrm>
            <a:off x="2728935" y="4754880"/>
            <a:ext cx="920252" cy="566928"/>
          </a:xfrm>
          <a:prstGeom prst="rect">
            <a:avLst/>
          </a:prstGeom>
          <a:noFill/>
          <a:ln/>
        </p:spPr>
        <p:txBody>
          <a:bodyPr wrap="square" lIns="0" tIns="0" rIns="0" bIns="0" rtlCol="0" anchor="ctr"/>
          <a:lstStyle/>
          <a:p>
            <a:pPr algn="ctr" indent="0" marL="0">
              <a:buNone/>
            </a:pPr>
            <a:r>
              <a:rPr lang="en-US" sz="2200" b="1" dirty="0">
                <a:solidFill>
                  <a:schemeClr val="accent6"/>
                </a:solidFill>
              </a:rPr>
              <a:t>niet</a:t>
            </a:r>
            <a:endParaRPr lang="en-US" sz="2200" dirty="0"/>
          </a:p>
        </p:txBody>
      </p:sp>
      <p:sp>
        <p:nvSpPr>
          <p:cNvPr id="37" name="Shape 34"/>
          <p:cNvSpPr/>
          <p:nvPr/>
        </p:nvSpPr>
        <p:spPr>
          <a:xfrm>
            <a:off x="3740628" y="4754880"/>
            <a:ext cx="920252" cy="566928"/>
          </a:xfrm>
          <a:prstGeom prst="roundRect">
            <a:avLst>
              <a:gd name="adj" fmla="val 12903"/>
            </a:avLst>
          </a:prstGeom>
          <a:solidFill>
            <a:schemeClr val="accent1"/>
          </a:solidFill>
          <a:ln w="12700">
            <a:solidFill>
              <a:srgbClr val="FFFFFF">
                <a:alpha val="0"/>
              </a:srgbClr>
            </a:solidFill>
            <a:prstDash val="solid"/>
          </a:ln>
        </p:spPr>
      </p:sp>
      <p:sp>
        <p:nvSpPr>
          <p:cNvPr id="38" name="Text 35"/>
          <p:cNvSpPr txBox="1"/>
          <p:nvPr/>
        </p:nvSpPr>
        <p:spPr>
          <a:xfrm>
            <a:off x="3740628" y="4754880"/>
            <a:ext cx="920252" cy="566928"/>
          </a:xfrm>
          <a:prstGeom prst="rect">
            <a:avLst/>
          </a:prstGeom>
          <a:noFill/>
          <a:ln/>
        </p:spPr>
        <p:txBody>
          <a:bodyPr wrap="square" lIns="0" tIns="0" rIns="0" bIns="0" rtlCol="0" anchor="ctr"/>
          <a:lstStyle/>
          <a:p>
            <a:pPr algn="ctr" indent="0" marL="0">
              <a:buNone/>
            </a:pPr>
            <a:r>
              <a:rPr lang="en-US" sz="2200" b="1" dirty="0">
                <a:solidFill>
                  <a:schemeClr val="bg1"/>
                </a:solidFill>
              </a:rPr>
              <a:t>aan.</a:t>
            </a:r>
            <a:endParaRPr lang="en-US" sz="2200" dirty="0"/>
          </a:p>
        </p:txBody>
      </p:sp>
      <p:sp>
        <p:nvSpPr>
          <p:cNvPr id="39" name="Shape 36"/>
          <p:cNvSpPr/>
          <p:nvPr/>
        </p:nvSpPr>
        <p:spPr>
          <a:xfrm>
            <a:off x="2334280" y="4416552"/>
            <a:ext cx="1866473" cy="640080"/>
          </a:xfrm>
          <a:prstGeom prst="arc">
            <a:avLst>
              <a:gd name="adj1" fmla="val 10800000"/>
              <a:gd name="adj2" fmla="val 21600000"/>
            </a:avLst>
          </a:prstGeom>
          <a:solidFill>
            <a:srgbClr val="FFFFFF">
              <a:alpha val="0"/>
            </a:srgbClr>
          </a:solidFill>
          <a:ln w="25400">
            <a:solidFill>
              <a:srgbClr val="2E7D4F"/>
            </a:solidFill>
            <a:prstDash val="solid"/>
            <a:tailEnd type="triangle"/>
          </a:ln>
        </p:spPr>
      </p:sp>
      <p:sp>
        <p:nvSpPr>
          <p:cNvPr id="40" name="Text 37"/>
          <p:cNvSpPr txBox="1"/>
          <p:nvPr/>
        </p:nvSpPr>
        <p:spPr>
          <a:xfrm>
            <a:off x="6126480" y="4754880"/>
            <a:ext cx="5486400" cy="566928"/>
          </a:xfrm>
          <a:prstGeom prst="rect">
            <a:avLst/>
          </a:prstGeom>
          <a:noFill/>
          <a:ln/>
        </p:spPr>
        <p:txBody>
          <a:bodyPr wrap="square" lIns="0" tIns="0" rIns="0" bIns="0" rtlCol="0" anchor="ctr"/>
          <a:lstStyle/>
          <a:p>
            <a:pPr algn="l" indent="0" marL="0">
              <a:buNone/>
            </a:pPr>
            <a:r>
              <a:rPr lang="en-US" sz="1700" i="1" dirty="0">
                <a:solidFill>
                  <a:schemeClr val="accent6"/>
                </a:solidFill>
              </a:rPr>
              <a:t>niet</a:t>
            </a:r>
            <a:r>
              <a:rPr lang="en-US" sz="1700" i="1" dirty="0">
                <a:solidFill>
                  <a:schemeClr val="accent6"/>
                </a:solidFill>
              </a:rPr>
              <a:t> avant la préposition · aussi « pas question ! »</a:t>
            </a:r>
            <a:endParaRPr lang="en-US" sz="1700" dirty="0"/>
          </a:p>
        </p:txBody>
      </p:sp>
      <p:sp>
        <p:nvSpPr>
          <p:cNvPr id="41" name="Shape 38"/>
          <p:cNvSpPr/>
          <p:nvPr/>
        </p:nvSpPr>
        <p:spPr>
          <a:xfrm>
            <a:off x="548640" y="5577840"/>
            <a:ext cx="11091672" cy="640080"/>
          </a:xfrm>
          <a:prstGeom prst="roundRect">
            <a:avLst>
              <a:gd name="adj" fmla="val 11429"/>
            </a:avLst>
          </a:prstGeom>
          <a:solidFill>
            <a:schemeClr val="tx2"/>
          </a:solidFill>
          <a:ln w="12700">
            <a:solidFill>
              <a:srgbClr val="FFFFFF">
                <a:alpha val="0"/>
              </a:srgbClr>
            </a:solidFill>
            <a:prstDash val="solid"/>
          </a:ln>
        </p:spPr>
      </p:sp>
      <p:sp>
        <p:nvSpPr>
          <p:cNvPr id="42" name="Text 39"/>
          <p:cNvSpPr txBox="1"/>
          <p:nvPr/>
        </p:nvSpPr>
        <p:spPr>
          <a:xfrm>
            <a:off x="822960" y="5577840"/>
            <a:ext cx="10607040" cy="640080"/>
          </a:xfrm>
          <a:prstGeom prst="rect">
            <a:avLst/>
          </a:prstGeom>
          <a:noFill/>
          <a:ln/>
        </p:spPr>
        <p:txBody>
          <a:bodyPr wrap="square" lIns="0" tIns="0" rIns="0" bIns="0" rtlCol="0" anchor="ctr"/>
          <a:lstStyle/>
          <a:p>
            <a:pPr algn="l" indent="0" marL="0">
              <a:buNone/>
            </a:pPr>
            <a:r>
              <a:rPr lang="en-US" sz="1700" dirty="0">
                <a:solidFill>
                  <a:schemeClr val="bg1"/>
                </a:solidFill>
              </a:rPr>
              <a:t>Rien entre les deux → collé : </a:t>
            </a:r>
            <a:r>
              <a:rPr lang="en-US" sz="1700" i="1" dirty="0">
                <a:solidFill>
                  <a:schemeClr val="bg1"/>
                </a:solidFill>
              </a:rPr>
              <a:t>Ik denk eraan.</a:t>
            </a:r>
            <a:r>
              <a:rPr lang="en-US" sz="1700" dirty="0">
                <a:solidFill>
                  <a:schemeClr val="bg1"/>
                </a:solidFill>
              </a:rPr>
              <a:t> · </a:t>
            </a:r>
            <a:r>
              <a:rPr lang="en-US" sz="1700" i="1" dirty="0">
                <a:solidFill>
                  <a:schemeClr val="bg1"/>
                </a:solidFill>
              </a:rPr>
              <a:t>Waarop wacht je?</a:t>
            </a:r>
            <a:r>
              <a:rPr lang="en-US" sz="1700" dirty="0">
                <a:solidFill>
                  <a:schemeClr val="bg1"/>
                </a:solidFill>
              </a:rPr>
              <a:t> = plus formel</a:t>
            </a:r>
            <a:endParaRPr lang="en-US" sz="1700" dirty="0"/>
          </a:p>
        </p:txBody>
      </p:sp>
      <p:sp>
        <p:nvSpPr>
          <p:cNvPr id="25" name="Slide Number Placeholder 0"/>
          <p:cNvSpPr>
            <a:spLocks noGrp="1"/>
          </p:cNvSpPr>
          <p:nvPr>
            <p:ph type="sldNum" sz="quarter" idx="4294967295"/>
          </p:nvPr>
        </p:nvSpPr>
        <p:spPr>
          <a:xfrm>
            <a:off x="11091672"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4A5A70"/>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1"/>
          <p:cNvSpPr/>
          <p:nvPr>
            <p:ph idx="101" type="title" hasCustomPrompt="1"/>
          </p:nvPr>
        </p:nvSpPr>
        <p:spPr>
          <a:xfrm>
            <a:off x="548640" y="621792"/>
            <a:ext cx="11091672" cy="713232"/>
          </a:xfrm>
          <a:prstGeom prst="rect">
            <a:avLst/>
          </a:prstGeom>
          <a:noFill/>
          <a:ln/>
        </p:spPr>
        <p:txBody>
          <a:bodyPr wrap="square" lIns="0" tIns="0" rIns="0" bIns="0" rtlCol="0" anchor="ctr"/>
          <a:lstStyle/>
          <a:p>
            <a:pPr algn="l" indent="0" marL="0">
              <a:buNone/>
            </a:pPr>
            <a:r>
              <a:rPr lang="en-US" sz="3000" b="1" dirty="0">
                <a:solidFill>
                  <a:schemeClr val="tx2"/>
                </a:solidFill>
              </a:rPr>
              <a:t>Les verbes à préposition fixe</a:t>
            </a:r>
            <a:endParaRPr lang="en-US" sz="3000" dirty="0"/>
          </a:p>
        </p:txBody>
      </p:sp>
      <p:sp>
        <p:nvSpPr>
          <p:cNvPr id="3" name="tag"/>
          <p:cNvSpPr/>
          <p:nvPr/>
        </p:nvSpPr>
        <p:spPr>
          <a:xfrm>
            <a:off x="548640" y="237744"/>
            <a:ext cx="1552651" cy="310896"/>
          </a:xfrm>
          <a:prstGeom prst="roundRect">
            <a:avLst>
              <a:gd name="adj" fmla="val 14706"/>
            </a:avLst>
          </a:prstGeom>
          <a:solidFill>
            <a:schemeClr val="accent3"/>
          </a:solidFill>
          <a:ln/>
        </p:spPr>
        <p:txBody>
          <a:bodyPr wrap="square" lIns="0" tIns="0" rIns="0" bIns="0" rtlCol="0" anchor="ctr"/>
          <a:lstStyle/>
          <a:p>
            <a:pPr algn="ctr" indent="0" marL="0">
              <a:buNone/>
            </a:pPr>
            <a:r>
              <a:rPr lang="en-US" sz="1200" b="1" spc="100" kern="0" dirty="0">
                <a:solidFill>
                  <a:srgbClr val="FFFFFF"/>
                </a:solidFill>
              </a:rPr>
              <a:t>VOCABULAIRE</a:t>
            </a:r>
            <a:endParaRPr lang="en-US" sz="1200" dirty="0"/>
          </a:p>
        </p:txBody>
      </p:sp>
      <p:sp>
        <p:nvSpPr>
          <p:cNvPr id="5" name="Shape 2"/>
          <p:cNvSpPr/>
          <p:nvPr/>
        </p:nvSpPr>
        <p:spPr>
          <a:xfrm>
            <a:off x="548640" y="1554480"/>
            <a:ext cx="2649474" cy="1188720"/>
          </a:xfrm>
          <a:prstGeom prst="roundRect">
            <a:avLst>
              <a:gd name="adj" fmla="val 6154"/>
            </a:avLst>
          </a:prstGeom>
          <a:solidFill>
            <a:schemeClr val="bg1"/>
          </a:solidFill>
          <a:ln w="12700">
            <a:solidFill>
              <a:srgbClr val="D5DCE6"/>
            </a:solidFill>
            <a:prstDash val="solid"/>
          </a:ln>
          <a:effectLst>
            <a:outerShdw sx="100000" sy="100000" kx="0" ky="0" algn="bl" rotWithShape="0" blurRad="101600" dist="25400" dir="3600000">
              <a:srgbClr val="000000">
                <a:alpha val="16000"/>
              </a:srgbClr>
            </a:outerShdw>
          </a:effectLst>
        </p:spPr>
      </p:sp>
      <p:pic>
        <p:nvPicPr>
          <p:cNvPr id="6" name="Image 0" descr="thought balloon">    </p:cNvPr>
          <p:cNvPicPr>
            <a:picLocks noChangeAspect="1"/>
          </p:cNvPicPr>
          <p:nvPr/>
        </p:nvPicPr>
        <p:blipFill>
          <a:blip r:embed="rId1"/>
          <a:stretch>
            <a:fillRect/>
          </a:stretch>
        </p:blipFill>
        <p:spPr>
          <a:xfrm>
            <a:off x="658368" y="1856232"/>
            <a:ext cx="566928" cy="566928"/>
          </a:xfrm>
          <a:prstGeom prst="rect">
            <a:avLst/>
          </a:prstGeom>
        </p:spPr>
      </p:pic>
      <p:sp>
        <p:nvSpPr>
          <p:cNvPr id="7" name="Text 3"/>
          <p:cNvSpPr txBox="1"/>
          <p:nvPr/>
        </p:nvSpPr>
        <p:spPr>
          <a:xfrm>
            <a:off x="1325880" y="1645920"/>
            <a:ext cx="1780794" cy="384048"/>
          </a:xfrm>
          <a:prstGeom prst="rect">
            <a:avLst/>
          </a:prstGeom>
          <a:noFill/>
          <a:ln/>
        </p:spPr>
        <p:txBody>
          <a:bodyPr wrap="square" lIns="0" tIns="0" rIns="0" bIns="0" rtlCol="0" anchor="ctr"/>
          <a:lstStyle/>
          <a:p>
            <a:pPr algn="l" indent="0" marL="0">
              <a:buNone/>
            </a:pPr>
            <a:r>
              <a:rPr lang="en-US" sz="1700" b="1" dirty="0">
                <a:solidFill>
                  <a:schemeClr val="tx1"/>
                </a:solidFill>
              </a:rPr>
              <a:t>denken</a:t>
            </a:r>
            <a:endParaRPr lang="en-US" sz="1700" dirty="0"/>
          </a:p>
        </p:txBody>
      </p:sp>
      <p:sp>
        <p:nvSpPr>
          <p:cNvPr id="8" name="Text 4"/>
          <p:cNvSpPr txBox="1"/>
          <p:nvPr/>
        </p:nvSpPr>
        <p:spPr>
          <a:xfrm>
            <a:off x="1325880" y="1993392"/>
            <a:ext cx="1780794" cy="347472"/>
          </a:xfrm>
          <a:prstGeom prst="rect">
            <a:avLst/>
          </a:prstGeom>
          <a:noFill/>
          <a:ln/>
        </p:spPr>
        <p:txBody>
          <a:bodyPr wrap="square" lIns="0" tIns="0" rIns="0" bIns="0" rtlCol="0" anchor="ctr"/>
          <a:lstStyle/>
          <a:p>
            <a:pPr algn="l" indent="0" marL="0">
              <a:buNone/>
            </a:pPr>
            <a:r>
              <a:rPr lang="en-US" sz="1700" b="1" dirty="0">
                <a:solidFill>
                  <a:schemeClr val="accent1"/>
                </a:solidFill>
              </a:rPr>
              <a:t>aan</a:t>
            </a:r>
            <a:endParaRPr lang="en-US" sz="1700" dirty="0"/>
          </a:p>
        </p:txBody>
      </p:sp>
      <p:sp>
        <p:nvSpPr>
          <p:cNvPr id="9" name="Text 5"/>
          <p:cNvSpPr txBox="1"/>
          <p:nvPr/>
        </p:nvSpPr>
        <p:spPr>
          <a:xfrm>
            <a:off x="1325880" y="2340864"/>
            <a:ext cx="1780794" cy="329184"/>
          </a:xfrm>
          <a:prstGeom prst="rect">
            <a:avLst/>
          </a:prstGeom>
          <a:noFill/>
          <a:ln/>
        </p:spPr>
        <p:txBody>
          <a:bodyPr wrap="square" lIns="0" tIns="0" rIns="0" bIns="0" rtlCol="0" anchor="ctr"/>
          <a:lstStyle/>
          <a:p>
            <a:pPr algn="l" indent="0" marL="0">
              <a:buNone/>
            </a:pPr>
            <a:r>
              <a:rPr lang="en-US" sz="1400" i="1" dirty="0">
                <a:solidFill>
                  <a:schemeClr val="accent5"/>
                </a:solidFill>
              </a:rPr>
              <a:t>penser à</a:t>
            </a:r>
            <a:endParaRPr lang="en-US" sz="1400" dirty="0"/>
          </a:p>
        </p:txBody>
      </p:sp>
      <p:sp>
        <p:nvSpPr>
          <p:cNvPr id="10" name="Shape 6"/>
          <p:cNvSpPr/>
          <p:nvPr/>
        </p:nvSpPr>
        <p:spPr>
          <a:xfrm>
            <a:off x="3362706" y="1554480"/>
            <a:ext cx="2649474" cy="1188720"/>
          </a:xfrm>
          <a:prstGeom prst="roundRect">
            <a:avLst>
              <a:gd name="adj" fmla="val 6154"/>
            </a:avLst>
          </a:prstGeom>
          <a:solidFill>
            <a:schemeClr val="bg1"/>
          </a:solidFill>
          <a:ln w="12700">
            <a:solidFill>
              <a:srgbClr val="D5DCE6"/>
            </a:solidFill>
            <a:prstDash val="solid"/>
          </a:ln>
          <a:effectLst>
            <a:outerShdw sx="100000" sy="100000" kx="0" ky="0" algn="bl" rotWithShape="0" blurRad="101600" dist="25400" dir="3600000">
              <a:srgbClr val="000000">
                <a:alpha val="16000"/>
              </a:srgbClr>
            </a:outerShdw>
          </a:effectLst>
        </p:spPr>
      </p:sp>
      <p:pic>
        <p:nvPicPr>
          <p:cNvPr id="11" name="Image 1" descr="hourglass not done">    </p:cNvPr>
          <p:cNvPicPr>
            <a:picLocks noChangeAspect="1"/>
          </p:cNvPicPr>
          <p:nvPr/>
        </p:nvPicPr>
        <p:blipFill>
          <a:blip r:embed="rId2"/>
          <a:stretch>
            <a:fillRect/>
          </a:stretch>
        </p:blipFill>
        <p:spPr>
          <a:xfrm>
            <a:off x="3472434" y="1856232"/>
            <a:ext cx="566928" cy="566928"/>
          </a:xfrm>
          <a:prstGeom prst="rect">
            <a:avLst/>
          </a:prstGeom>
        </p:spPr>
      </p:pic>
      <p:sp>
        <p:nvSpPr>
          <p:cNvPr id="12" name="Text 7"/>
          <p:cNvSpPr txBox="1"/>
          <p:nvPr/>
        </p:nvSpPr>
        <p:spPr>
          <a:xfrm>
            <a:off x="4139946" y="1645920"/>
            <a:ext cx="1780794" cy="384048"/>
          </a:xfrm>
          <a:prstGeom prst="rect">
            <a:avLst/>
          </a:prstGeom>
          <a:noFill/>
          <a:ln/>
        </p:spPr>
        <p:txBody>
          <a:bodyPr wrap="square" lIns="0" tIns="0" rIns="0" bIns="0" rtlCol="0" anchor="ctr"/>
          <a:lstStyle/>
          <a:p>
            <a:pPr algn="l" indent="0" marL="0">
              <a:buNone/>
            </a:pPr>
            <a:r>
              <a:rPr lang="en-US" sz="1700" b="1" dirty="0">
                <a:solidFill>
                  <a:schemeClr val="tx1"/>
                </a:solidFill>
              </a:rPr>
              <a:t>wachten</a:t>
            </a:r>
            <a:endParaRPr lang="en-US" sz="1700" dirty="0"/>
          </a:p>
        </p:txBody>
      </p:sp>
      <p:sp>
        <p:nvSpPr>
          <p:cNvPr id="13" name="Text 8"/>
          <p:cNvSpPr txBox="1"/>
          <p:nvPr/>
        </p:nvSpPr>
        <p:spPr>
          <a:xfrm>
            <a:off x="4139946" y="1993392"/>
            <a:ext cx="1780794" cy="347472"/>
          </a:xfrm>
          <a:prstGeom prst="rect">
            <a:avLst/>
          </a:prstGeom>
          <a:noFill/>
          <a:ln/>
        </p:spPr>
        <p:txBody>
          <a:bodyPr wrap="square" lIns="0" tIns="0" rIns="0" bIns="0" rtlCol="0" anchor="ctr"/>
          <a:lstStyle/>
          <a:p>
            <a:pPr algn="l" indent="0" marL="0">
              <a:buNone/>
            </a:pPr>
            <a:r>
              <a:rPr lang="en-US" sz="1700" b="1" dirty="0">
                <a:solidFill>
                  <a:schemeClr val="accent1"/>
                </a:solidFill>
              </a:rPr>
              <a:t>op</a:t>
            </a:r>
            <a:endParaRPr lang="en-US" sz="1700" dirty="0"/>
          </a:p>
        </p:txBody>
      </p:sp>
      <p:sp>
        <p:nvSpPr>
          <p:cNvPr id="14" name="Text 9"/>
          <p:cNvSpPr txBox="1"/>
          <p:nvPr/>
        </p:nvSpPr>
        <p:spPr>
          <a:xfrm>
            <a:off x="4139946" y="2340864"/>
            <a:ext cx="1780794" cy="329184"/>
          </a:xfrm>
          <a:prstGeom prst="rect">
            <a:avLst/>
          </a:prstGeom>
          <a:noFill/>
          <a:ln/>
        </p:spPr>
        <p:txBody>
          <a:bodyPr wrap="square" lIns="0" tIns="0" rIns="0" bIns="0" rtlCol="0" anchor="ctr"/>
          <a:lstStyle/>
          <a:p>
            <a:pPr algn="l" indent="0" marL="0">
              <a:buNone/>
            </a:pPr>
            <a:r>
              <a:rPr lang="en-US" sz="1400" i="1" dirty="0">
                <a:solidFill>
                  <a:schemeClr val="accent5"/>
                </a:solidFill>
              </a:rPr>
              <a:t>attendre</a:t>
            </a:r>
            <a:endParaRPr lang="en-US" sz="1400" dirty="0"/>
          </a:p>
        </p:txBody>
      </p:sp>
      <p:sp>
        <p:nvSpPr>
          <p:cNvPr id="15" name="Shape 10"/>
          <p:cNvSpPr/>
          <p:nvPr/>
        </p:nvSpPr>
        <p:spPr>
          <a:xfrm>
            <a:off x="6176772" y="1554480"/>
            <a:ext cx="2649474" cy="1188720"/>
          </a:xfrm>
          <a:prstGeom prst="roundRect">
            <a:avLst>
              <a:gd name="adj" fmla="val 6154"/>
            </a:avLst>
          </a:prstGeom>
          <a:solidFill>
            <a:schemeClr val="bg1"/>
          </a:solidFill>
          <a:ln w="12700">
            <a:solidFill>
              <a:srgbClr val="D5DCE6"/>
            </a:solidFill>
            <a:prstDash val="solid"/>
          </a:ln>
          <a:effectLst>
            <a:outerShdw sx="100000" sy="100000" kx="0" ky="0" algn="bl" rotWithShape="0" blurRad="101600" dist="25400" dir="3600000">
              <a:srgbClr val="000000">
                <a:alpha val="16000"/>
              </a:srgbClr>
            </a:outerShdw>
          </a:effectLst>
        </p:spPr>
      </p:sp>
      <p:pic>
        <p:nvPicPr>
          <p:cNvPr id="16" name="Image 2" descr="speaking head">    </p:cNvPr>
          <p:cNvPicPr>
            <a:picLocks noChangeAspect="1"/>
          </p:cNvPicPr>
          <p:nvPr/>
        </p:nvPicPr>
        <p:blipFill>
          <a:blip r:embed="rId3"/>
          <a:stretch>
            <a:fillRect/>
          </a:stretch>
        </p:blipFill>
        <p:spPr>
          <a:xfrm>
            <a:off x="6286500" y="1856232"/>
            <a:ext cx="566928" cy="566928"/>
          </a:xfrm>
          <a:prstGeom prst="rect">
            <a:avLst/>
          </a:prstGeom>
        </p:spPr>
      </p:pic>
      <p:sp>
        <p:nvSpPr>
          <p:cNvPr id="17" name="Text 11"/>
          <p:cNvSpPr txBox="1"/>
          <p:nvPr/>
        </p:nvSpPr>
        <p:spPr>
          <a:xfrm>
            <a:off x="6954012" y="1645920"/>
            <a:ext cx="1780794" cy="384048"/>
          </a:xfrm>
          <a:prstGeom prst="rect">
            <a:avLst/>
          </a:prstGeom>
          <a:noFill/>
          <a:ln/>
        </p:spPr>
        <p:txBody>
          <a:bodyPr wrap="square" lIns="0" tIns="0" rIns="0" bIns="0" rtlCol="0" anchor="ctr"/>
          <a:lstStyle/>
          <a:p>
            <a:pPr algn="l" indent="0" marL="0">
              <a:buNone/>
            </a:pPr>
            <a:r>
              <a:rPr lang="en-US" sz="1700" b="1" dirty="0">
                <a:solidFill>
                  <a:schemeClr val="tx1"/>
                </a:solidFill>
              </a:rPr>
              <a:t>praten</a:t>
            </a:r>
            <a:endParaRPr lang="en-US" sz="1700" dirty="0"/>
          </a:p>
        </p:txBody>
      </p:sp>
      <p:sp>
        <p:nvSpPr>
          <p:cNvPr id="18" name="Text 12"/>
          <p:cNvSpPr txBox="1"/>
          <p:nvPr/>
        </p:nvSpPr>
        <p:spPr>
          <a:xfrm>
            <a:off x="6954012" y="1993392"/>
            <a:ext cx="1780794" cy="347472"/>
          </a:xfrm>
          <a:prstGeom prst="rect">
            <a:avLst/>
          </a:prstGeom>
          <a:noFill/>
          <a:ln/>
        </p:spPr>
        <p:txBody>
          <a:bodyPr wrap="square" lIns="0" tIns="0" rIns="0" bIns="0" rtlCol="0" anchor="ctr"/>
          <a:lstStyle/>
          <a:p>
            <a:pPr algn="l" indent="0" marL="0">
              <a:buNone/>
            </a:pPr>
            <a:r>
              <a:rPr lang="en-US" sz="1700" b="1" dirty="0">
                <a:solidFill>
                  <a:schemeClr val="accent1"/>
                </a:solidFill>
              </a:rPr>
              <a:t>over</a:t>
            </a:r>
            <a:endParaRPr lang="en-US" sz="1700" dirty="0"/>
          </a:p>
        </p:txBody>
      </p:sp>
      <p:sp>
        <p:nvSpPr>
          <p:cNvPr id="19" name="Text 13"/>
          <p:cNvSpPr txBox="1"/>
          <p:nvPr/>
        </p:nvSpPr>
        <p:spPr>
          <a:xfrm>
            <a:off x="6954012" y="2340864"/>
            <a:ext cx="1780794" cy="329184"/>
          </a:xfrm>
          <a:prstGeom prst="rect">
            <a:avLst/>
          </a:prstGeom>
          <a:noFill/>
          <a:ln/>
        </p:spPr>
        <p:txBody>
          <a:bodyPr wrap="square" lIns="0" tIns="0" rIns="0" bIns="0" rtlCol="0" anchor="ctr"/>
          <a:lstStyle/>
          <a:p>
            <a:pPr algn="l" indent="0" marL="0">
              <a:buNone/>
            </a:pPr>
            <a:r>
              <a:rPr lang="en-US" sz="1400" i="1" dirty="0">
                <a:solidFill>
                  <a:schemeClr val="accent5"/>
                </a:solidFill>
              </a:rPr>
              <a:t>parler de</a:t>
            </a:r>
            <a:endParaRPr lang="en-US" sz="1400" dirty="0"/>
          </a:p>
        </p:txBody>
      </p:sp>
      <p:sp>
        <p:nvSpPr>
          <p:cNvPr id="20" name="Shape 14"/>
          <p:cNvSpPr/>
          <p:nvPr/>
        </p:nvSpPr>
        <p:spPr>
          <a:xfrm>
            <a:off x="8990838" y="1554480"/>
            <a:ext cx="2649474" cy="1188720"/>
          </a:xfrm>
          <a:prstGeom prst="roundRect">
            <a:avLst>
              <a:gd name="adj" fmla="val 6154"/>
            </a:avLst>
          </a:prstGeom>
          <a:solidFill>
            <a:schemeClr val="bg1"/>
          </a:solidFill>
          <a:ln w="12700">
            <a:solidFill>
              <a:srgbClr val="D5DCE6"/>
            </a:solidFill>
            <a:prstDash val="solid"/>
          </a:ln>
          <a:effectLst>
            <a:outerShdw sx="100000" sy="100000" kx="0" ky="0" algn="bl" rotWithShape="0" blurRad="101600" dist="25400" dir="3600000">
              <a:srgbClr val="000000">
                <a:alpha val="16000"/>
              </a:srgbClr>
            </a:outerShdw>
          </a:effectLst>
        </p:spPr>
      </p:sp>
      <p:pic>
        <p:nvPicPr>
          <p:cNvPr id="21" name="Image 3" descr="red heart">    </p:cNvPr>
          <p:cNvPicPr>
            <a:picLocks noChangeAspect="1"/>
          </p:cNvPicPr>
          <p:nvPr/>
        </p:nvPicPr>
        <p:blipFill>
          <a:blip r:embed="rId4"/>
          <a:stretch>
            <a:fillRect/>
          </a:stretch>
        </p:blipFill>
        <p:spPr>
          <a:xfrm>
            <a:off x="9100566" y="1856232"/>
            <a:ext cx="566928" cy="566928"/>
          </a:xfrm>
          <a:prstGeom prst="rect">
            <a:avLst/>
          </a:prstGeom>
        </p:spPr>
      </p:pic>
      <p:sp>
        <p:nvSpPr>
          <p:cNvPr id="22" name="Text 15"/>
          <p:cNvSpPr txBox="1"/>
          <p:nvPr/>
        </p:nvSpPr>
        <p:spPr>
          <a:xfrm>
            <a:off x="9768078" y="1645920"/>
            <a:ext cx="1780794" cy="384048"/>
          </a:xfrm>
          <a:prstGeom prst="rect">
            <a:avLst/>
          </a:prstGeom>
          <a:noFill/>
          <a:ln/>
        </p:spPr>
        <p:txBody>
          <a:bodyPr wrap="square" lIns="0" tIns="0" rIns="0" bIns="0" rtlCol="0" anchor="ctr"/>
          <a:lstStyle/>
          <a:p>
            <a:pPr algn="l" indent="0" marL="0">
              <a:buNone/>
            </a:pPr>
            <a:r>
              <a:rPr lang="en-US" sz="1700" b="1" dirty="0">
                <a:solidFill>
                  <a:schemeClr val="tx1"/>
                </a:solidFill>
              </a:rPr>
              <a:t>houden</a:t>
            </a:r>
            <a:endParaRPr lang="en-US" sz="1700" dirty="0"/>
          </a:p>
        </p:txBody>
      </p:sp>
      <p:sp>
        <p:nvSpPr>
          <p:cNvPr id="23" name="Text 16"/>
          <p:cNvSpPr txBox="1"/>
          <p:nvPr/>
        </p:nvSpPr>
        <p:spPr>
          <a:xfrm>
            <a:off x="9768078" y="1993392"/>
            <a:ext cx="1780794" cy="347472"/>
          </a:xfrm>
          <a:prstGeom prst="rect">
            <a:avLst/>
          </a:prstGeom>
          <a:noFill/>
          <a:ln/>
        </p:spPr>
        <p:txBody>
          <a:bodyPr wrap="square" lIns="0" tIns="0" rIns="0" bIns="0" rtlCol="0" anchor="ctr"/>
          <a:lstStyle/>
          <a:p>
            <a:pPr algn="l" indent="0" marL="0">
              <a:buNone/>
            </a:pPr>
            <a:r>
              <a:rPr lang="en-US" sz="1700" b="1" dirty="0">
                <a:solidFill>
                  <a:schemeClr val="accent1"/>
                </a:solidFill>
              </a:rPr>
              <a:t>van</a:t>
            </a:r>
            <a:endParaRPr lang="en-US" sz="1700" dirty="0"/>
          </a:p>
        </p:txBody>
      </p:sp>
      <p:sp>
        <p:nvSpPr>
          <p:cNvPr id="24" name="Text 17"/>
          <p:cNvSpPr txBox="1"/>
          <p:nvPr/>
        </p:nvSpPr>
        <p:spPr>
          <a:xfrm>
            <a:off x="9768078" y="2340864"/>
            <a:ext cx="1780794" cy="329184"/>
          </a:xfrm>
          <a:prstGeom prst="rect">
            <a:avLst/>
          </a:prstGeom>
          <a:noFill/>
          <a:ln/>
        </p:spPr>
        <p:txBody>
          <a:bodyPr wrap="square" lIns="0" tIns="0" rIns="0" bIns="0" rtlCol="0" anchor="ctr"/>
          <a:lstStyle/>
          <a:p>
            <a:pPr algn="l" indent="0" marL="0">
              <a:buNone/>
            </a:pPr>
            <a:r>
              <a:rPr lang="en-US" sz="1400" i="1" dirty="0">
                <a:solidFill>
                  <a:schemeClr val="accent5"/>
                </a:solidFill>
              </a:rPr>
              <a:t>aimer</a:t>
            </a:r>
            <a:endParaRPr lang="en-US" sz="1400" dirty="0"/>
          </a:p>
        </p:txBody>
      </p:sp>
      <p:sp>
        <p:nvSpPr>
          <p:cNvPr id="25" name="Shape 18"/>
          <p:cNvSpPr/>
          <p:nvPr/>
        </p:nvSpPr>
        <p:spPr>
          <a:xfrm>
            <a:off x="548640" y="2880360"/>
            <a:ext cx="2649474" cy="1188720"/>
          </a:xfrm>
          <a:prstGeom prst="roundRect">
            <a:avLst>
              <a:gd name="adj" fmla="val 6154"/>
            </a:avLst>
          </a:prstGeom>
          <a:solidFill>
            <a:schemeClr val="bg1"/>
          </a:solidFill>
          <a:ln w="12700">
            <a:solidFill>
              <a:srgbClr val="D5DCE6"/>
            </a:solidFill>
            <a:prstDash val="solid"/>
          </a:ln>
          <a:effectLst>
            <a:outerShdw sx="100000" sy="100000" kx="0" ky="0" algn="bl" rotWithShape="0" blurRad="101600" dist="25400" dir="3600000">
              <a:srgbClr val="000000">
                <a:alpha val="16000"/>
              </a:srgbClr>
            </a:outerShdw>
          </a:effectLst>
        </p:spPr>
      </p:sp>
      <p:pic>
        <p:nvPicPr>
          <p:cNvPr id="26" name="Image 4" descr="face savoring food">    </p:cNvPr>
          <p:cNvPicPr>
            <a:picLocks noChangeAspect="1"/>
          </p:cNvPicPr>
          <p:nvPr/>
        </p:nvPicPr>
        <p:blipFill>
          <a:blip r:embed="rId5"/>
          <a:stretch>
            <a:fillRect/>
          </a:stretch>
        </p:blipFill>
        <p:spPr>
          <a:xfrm>
            <a:off x="658368" y="3182112"/>
            <a:ext cx="566928" cy="566928"/>
          </a:xfrm>
          <a:prstGeom prst="rect">
            <a:avLst/>
          </a:prstGeom>
        </p:spPr>
      </p:pic>
      <p:sp>
        <p:nvSpPr>
          <p:cNvPr id="27" name="Text 19"/>
          <p:cNvSpPr txBox="1"/>
          <p:nvPr/>
        </p:nvSpPr>
        <p:spPr>
          <a:xfrm>
            <a:off x="1325880" y="2971800"/>
            <a:ext cx="1780794" cy="384048"/>
          </a:xfrm>
          <a:prstGeom prst="rect">
            <a:avLst/>
          </a:prstGeom>
          <a:noFill/>
          <a:ln/>
        </p:spPr>
        <p:txBody>
          <a:bodyPr wrap="square" lIns="0" tIns="0" rIns="0" bIns="0" rtlCol="0" anchor="ctr"/>
          <a:lstStyle/>
          <a:p>
            <a:pPr algn="l" indent="0" marL="0">
              <a:buNone/>
            </a:pPr>
            <a:r>
              <a:rPr lang="en-US" sz="1700" b="1" dirty="0">
                <a:solidFill>
                  <a:schemeClr val="tx1"/>
                </a:solidFill>
              </a:rPr>
              <a:t>zin hebben</a:t>
            </a:r>
            <a:endParaRPr lang="en-US" sz="1700" dirty="0"/>
          </a:p>
        </p:txBody>
      </p:sp>
      <p:sp>
        <p:nvSpPr>
          <p:cNvPr id="28" name="Text 20"/>
          <p:cNvSpPr txBox="1"/>
          <p:nvPr/>
        </p:nvSpPr>
        <p:spPr>
          <a:xfrm>
            <a:off x="1325880" y="3319272"/>
            <a:ext cx="1780794" cy="347472"/>
          </a:xfrm>
          <a:prstGeom prst="rect">
            <a:avLst/>
          </a:prstGeom>
          <a:noFill/>
          <a:ln/>
        </p:spPr>
        <p:txBody>
          <a:bodyPr wrap="square" lIns="0" tIns="0" rIns="0" bIns="0" rtlCol="0" anchor="ctr"/>
          <a:lstStyle/>
          <a:p>
            <a:pPr algn="l" indent="0" marL="0">
              <a:buNone/>
            </a:pPr>
            <a:r>
              <a:rPr lang="en-US" sz="1700" b="1" dirty="0">
                <a:solidFill>
                  <a:schemeClr val="accent1"/>
                </a:solidFill>
              </a:rPr>
              <a:t>in</a:t>
            </a:r>
            <a:endParaRPr lang="en-US" sz="1700" dirty="0"/>
          </a:p>
        </p:txBody>
      </p:sp>
      <p:sp>
        <p:nvSpPr>
          <p:cNvPr id="29" name="Text 21"/>
          <p:cNvSpPr txBox="1"/>
          <p:nvPr/>
        </p:nvSpPr>
        <p:spPr>
          <a:xfrm>
            <a:off x="1325880" y="3666744"/>
            <a:ext cx="1780794" cy="329184"/>
          </a:xfrm>
          <a:prstGeom prst="rect">
            <a:avLst/>
          </a:prstGeom>
          <a:noFill/>
          <a:ln/>
        </p:spPr>
        <p:txBody>
          <a:bodyPr wrap="square" lIns="0" tIns="0" rIns="0" bIns="0" rtlCol="0" anchor="ctr"/>
          <a:lstStyle/>
          <a:p>
            <a:pPr algn="l" indent="0" marL="0">
              <a:buNone/>
            </a:pPr>
            <a:r>
              <a:rPr lang="en-US" sz="1400" i="1" dirty="0">
                <a:solidFill>
                  <a:schemeClr val="accent5"/>
                </a:solidFill>
              </a:rPr>
              <a:t>avoir envie de</a:t>
            </a:r>
            <a:endParaRPr lang="en-US" sz="1400" dirty="0"/>
          </a:p>
        </p:txBody>
      </p:sp>
      <p:sp>
        <p:nvSpPr>
          <p:cNvPr id="30" name="Shape 22"/>
          <p:cNvSpPr/>
          <p:nvPr/>
        </p:nvSpPr>
        <p:spPr>
          <a:xfrm>
            <a:off x="3362706" y="2880360"/>
            <a:ext cx="2649474" cy="1188720"/>
          </a:xfrm>
          <a:prstGeom prst="roundRect">
            <a:avLst>
              <a:gd name="adj" fmla="val 6154"/>
            </a:avLst>
          </a:prstGeom>
          <a:solidFill>
            <a:schemeClr val="bg1"/>
          </a:solidFill>
          <a:ln w="12700">
            <a:solidFill>
              <a:srgbClr val="D5DCE6"/>
            </a:solidFill>
            <a:prstDash val="solid"/>
          </a:ln>
          <a:effectLst>
            <a:outerShdw sx="100000" sy="100000" kx="0" ky="0" algn="bl" rotWithShape="0" blurRad="101600" dist="25400" dir="3600000">
              <a:srgbClr val="000000">
                <a:alpha val="16000"/>
              </a:srgbClr>
            </a:outerShdw>
          </a:effectLst>
        </p:spPr>
      </p:sp>
      <p:pic>
        <p:nvPicPr>
          <p:cNvPr id="31" name="Image 5" descr="laptop">    </p:cNvPr>
          <p:cNvPicPr>
            <a:picLocks noChangeAspect="1"/>
          </p:cNvPicPr>
          <p:nvPr/>
        </p:nvPicPr>
        <p:blipFill>
          <a:blip r:embed="rId6"/>
          <a:stretch>
            <a:fillRect/>
          </a:stretch>
        </p:blipFill>
        <p:spPr>
          <a:xfrm>
            <a:off x="3472434" y="3182112"/>
            <a:ext cx="566928" cy="566928"/>
          </a:xfrm>
          <a:prstGeom prst="rect">
            <a:avLst/>
          </a:prstGeom>
        </p:spPr>
      </p:pic>
      <p:sp>
        <p:nvSpPr>
          <p:cNvPr id="32" name="Text 23"/>
          <p:cNvSpPr txBox="1"/>
          <p:nvPr/>
        </p:nvSpPr>
        <p:spPr>
          <a:xfrm>
            <a:off x="4139946" y="2971800"/>
            <a:ext cx="1780794" cy="384048"/>
          </a:xfrm>
          <a:prstGeom prst="rect">
            <a:avLst/>
          </a:prstGeom>
          <a:noFill/>
          <a:ln/>
        </p:spPr>
        <p:txBody>
          <a:bodyPr wrap="square" lIns="0" tIns="0" rIns="0" bIns="0" rtlCol="0" anchor="ctr"/>
          <a:lstStyle/>
          <a:p>
            <a:pPr algn="l" indent="0" marL="0">
              <a:buNone/>
            </a:pPr>
            <a:r>
              <a:rPr lang="en-US" sz="1700" b="1" dirty="0">
                <a:solidFill>
                  <a:schemeClr val="tx1"/>
                </a:solidFill>
              </a:rPr>
              <a:t>bezig zijn</a:t>
            </a:r>
            <a:endParaRPr lang="en-US" sz="1700" dirty="0"/>
          </a:p>
        </p:txBody>
      </p:sp>
      <p:sp>
        <p:nvSpPr>
          <p:cNvPr id="33" name="Text 24"/>
          <p:cNvSpPr txBox="1"/>
          <p:nvPr/>
        </p:nvSpPr>
        <p:spPr>
          <a:xfrm>
            <a:off x="4139946" y="3319272"/>
            <a:ext cx="1780794" cy="347472"/>
          </a:xfrm>
          <a:prstGeom prst="rect">
            <a:avLst/>
          </a:prstGeom>
          <a:noFill/>
          <a:ln/>
        </p:spPr>
        <p:txBody>
          <a:bodyPr wrap="square" lIns="0" tIns="0" rIns="0" bIns="0" rtlCol="0" anchor="ctr"/>
          <a:lstStyle/>
          <a:p>
            <a:pPr algn="l" indent="0" marL="0">
              <a:buNone/>
            </a:pPr>
            <a:r>
              <a:rPr lang="en-US" sz="1700" b="1" dirty="0">
                <a:solidFill>
                  <a:schemeClr val="accent1"/>
                </a:solidFill>
              </a:rPr>
              <a:t>met</a:t>
            </a:r>
            <a:endParaRPr lang="en-US" sz="1700" dirty="0"/>
          </a:p>
        </p:txBody>
      </p:sp>
      <p:sp>
        <p:nvSpPr>
          <p:cNvPr id="34" name="Text 25"/>
          <p:cNvSpPr txBox="1"/>
          <p:nvPr/>
        </p:nvSpPr>
        <p:spPr>
          <a:xfrm>
            <a:off x="4139946" y="3666744"/>
            <a:ext cx="1780794" cy="329184"/>
          </a:xfrm>
          <a:prstGeom prst="rect">
            <a:avLst/>
          </a:prstGeom>
          <a:noFill/>
          <a:ln/>
        </p:spPr>
        <p:txBody>
          <a:bodyPr wrap="square" lIns="0" tIns="0" rIns="0" bIns="0" rtlCol="0" anchor="ctr"/>
          <a:lstStyle/>
          <a:p>
            <a:pPr algn="l" indent="0" marL="0">
              <a:buNone/>
            </a:pPr>
            <a:r>
              <a:rPr lang="en-US" sz="1400" i="1" dirty="0">
                <a:solidFill>
                  <a:schemeClr val="accent5"/>
                </a:solidFill>
              </a:rPr>
              <a:t>être occupé à</a:t>
            </a:r>
            <a:endParaRPr lang="en-US" sz="1400" dirty="0"/>
          </a:p>
        </p:txBody>
      </p:sp>
      <p:sp>
        <p:nvSpPr>
          <p:cNvPr id="35" name="Shape 26"/>
          <p:cNvSpPr/>
          <p:nvPr/>
        </p:nvSpPr>
        <p:spPr>
          <a:xfrm>
            <a:off x="6176772" y="2880360"/>
            <a:ext cx="2649474" cy="1188720"/>
          </a:xfrm>
          <a:prstGeom prst="roundRect">
            <a:avLst>
              <a:gd name="adj" fmla="val 6154"/>
            </a:avLst>
          </a:prstGeom>
          <a:solidFill>
            <a:schemeClr val="bg1"/>
          </a:solidFill>
          <a:ln w="12700">
            <a:solidFill>
              <a:srgbClr val="D5DCE6"/>
            </a:solidFill>
            <a:prstDash val="solid"/>
          </a:ln>
          <a:effectLst>
            <a:outerShdw sx="100000" sy="100000" kx="0" ky="0" algn="bl" rotWithShape="0" blurRad="101600" dist="25400" dir="3600000">
              <a:srgbClr val="000000">
                <a:alpha val="16000"/>
              </a:srgbClr>
            </a:outerShdw>
          </a:effectLst>
        </p:spPr>
      </p:sp>
      <p:pic>
        <p:nvPicPr>
          <p:cNvPr id="36" name="Image 6" descr="potted plant">    </p:cNvPr>
          <p:cNvPicPr>
            <a:picLocks noChangeAspect="1"/>
          </p:cNvPicPr>
          <p:nvPr/>
        </p:nvPicPr>
        <p:blipFill>
          <a:blip r:embed="rId7"/>
          <a:stretch>
            <a:fillRect/>
          </a:stretch>
        </p:blipFill>
        <p:spPr>
          <a:xfrm>
            <a:off x="6286500" y="3182112"/>
            <a:ext cx="566928" cy="566928"/>
          </a:xfrm>
          <a:prstGeom prst="rect">
            <a:avLst/>
          </a:prstGeom>
        </p:spPr>
      </p:pic>
      <p:sp>
        <p:nvSpPr>
          <p:cNvPr id="37" name="Text 27"/>
          <p:cNvSpPr txBox="1"/>
          <p:nvPr/>
        </p:nvSpPr>
        <p:spPr>
          <a:xfrm>
            <a:off x="6954012" y="2971800"/>
            <a:ext cx="1780794" cy="384048"/>
          </a:xfrm>
          <a:prstGeom prst="rect">
            <a:avLst/>
          </a:prstGeom>
          <a:noFill/>
          <a:ln/>
        </p:spPr>
        <p:txBody>
          <a:bodyPr wrap="square" lIns="0" tIns="0" rIns="0" bIns="0" rtlCol="0" anchor="ctr"/>
          <a:lstStyle/>
          <a:p>
            <a:pPr algn="l" indent="0" marL="0">
              <a:buNone/>
            </a:pPr>
            <a:r>
              <a:rPr lang="en-US" sz="1700" b="1" dirty="0">
                <a:solidFill>
                  <a:schemeClr val="tx1"/>
                </a:solidFill>
              </a:rPr>
              <a:t>zorgen</a:t>
            </a:r>
            <a:endParaRPr lang="en-US" sz="1700" dirty="0"/>
          </a:p>
        </p:txBody>
      </p:sp>
      <p:sp>
        <p:nvSpPr>
          <p:cNvPr id="38" name="Text 28"/>
          <p:cNvSpPr txBox="1"/>
          <p:nvPr/>
        </p:nvSpPr>
        <p:spPr>
          <a:xfrm>
            <a:off x="6954012" y="3319272"/>
            <a:ext cx="1780794" cy="347472"/>
          </a:xfrm>
          <a:prstGeom prst="rect">
            <a:avLst/>
          </a:prstGeom>
          <a:noFill/>
          <a:ln/>
        </p:spPr>
        <p:txBody>
          <a:bodyPr wrap="square" lIns="0" tIns="0" rIns="0" bIns="0" rtlCol="0" anchor="ctr"/>
          <a:lstStyle/>
          <a:p>
            <a:pPr algn="l" indent="0" marL="0">
              <a:buNone/>
            </a:pPr>
            <a:r>
              <a:rPr lang="en-US" sz="1700" b="1" dirty="0">
                <a:solidFill>
                  <a:schemeClr val="accent1"/>
                </a:solidFill>
              </a:rPr>
              <a:t>voor</a:t>
            </a:r>
            <a:endParaRPr lang="en-US" sz="1700" dirty="0"/>
          </a:p>
        </p:txBody>
      </p:sp>
      <p:sp>
        <p:nvSpPr>
          <p:cNvPr id="39" name="Text 29"/>
          <p:cNvSpPr txBox="1"/>
          <p:nvPr/>
        </p:nvSpPr>
        <p:spPr>
          <a:xfrm>
            <a:off x="6954012" y="3666744"/>
            <a:ext cx="1780794" cy="329184"/>
          </a:xfrm>
          <a:prstGeom prst="rect">
            <a:avLst/>
          </a:prstGeom>
          <a:noFill/>
          <a:ln/>
        </p:spPr>
        <p:txBody>
          <a:bodyPr wrap="square" lIns="0" tIns="0" rIns="0" bIns="0" rtlCol="0" anchor="ctr"/>
          <a:lstStyle/>
          <a:p>
            <a:pPr algn="l" indent="0" marL="0">
              <a:buNone/>
            </a:pPr>
            <a:r>
              <a:rPr lang="en-US" sz="1400" i="1" dirty="0">
                <a:solidFill>
                  <a:schemeClr val="accent5"/>
                </a:solidFill>
              </a:rPr>
              <a:t>s’occuper de</a:t>
            </a:r>
            <a:endParaRPr lang="en-US" sz="1400" dirty="0"/>
          </a:p>
        </p:txBody>
      </p:sp>
      <p:sp>
        <p:nvSpPr>
          <p:cNvPr id="40" name="Shape 30"/>
          <p:cNvSpPr/>
          <p:nvPr/>
        </p:nvSpPr>
        <p:spPr>
          <a:xfrm>
            <a:off x="8990838" y="2880360"/>
            <a:ext cx="2649474" cy="1188720"/>
          </a:xfrm>
          <a:prstGeom prst="roundRect">
            <a:avLst>
              <a:gd name="adj" fmla="val 6154"/>
            </a:avLst>
          </a:prstGeom>
          <a:solidFill>
            <a:schemeClr val="bg1"/>
          </a:solidFill>
          <a:ln w="12700">
            <a:solidFill>
              <a:srgbClr val="D5DCE6"/>
            </a:solidFill>
            <a:prstDash val="solid"/>
          </a:ln>
          <a:effectLst>
            <a:outerShdw sx="100000" sy="100000" kx="0" ky="0" algn="bl" rotWithShape="0" blurRad="101600" dist="25400" dir="3600000">
              <a:srgbClr val="000000">
                <a:alpha val="16000"/>
              </a:srgbClr>
            </a:outerShdw>
          </a:effectLst>
        </p:spPr>
      </p:sp>
      <p:pic>
        <p:nvPicPr>
          <p:cNvPr id="41" name="Image 7" descr="eyes">    </p:cNvPr>
          <p:cNvPicPr>
            <a:picLocks noChangeAspect="1"/>
          </p:cNvPicPr>
          <p:nvPr/>
        </p:nvPicPr>
        <p:blipFill>
          <a:blip r:embed="rId8"/>
          <a:stretch>
            <a:fillRect/>
          </a:stretch>
        </p:blipFill>
        <p:spPr>
          <a:xfrm>
            <a:off x="9100566" y="3182112"/>
            <a:ext cx="566928" cy="566928"/>
          </a:xfrm>
          <a:prstGeom prst="rect">
            <a:avLst/>
          </a:prstGeom>
        </p:spPr>
      </p:pic>
      <p:sp>
        <p:nvSpPr>
          <p:cNvPr id="42" name="Text 31"/>
          <p:cNvSpPr txBox="1"/>
          <p:nvPr/>
        </p:nvSpPr>
        <p:spPr>
          <a:xfrm>
            <a:off x="9768078" y="2971800"/>
            <a:ext cx="1780794" cy="384048"/>
          </a:xfrm>
          <a:prstGeom prst="rect">
            <a:avLst/>
          </a:prstGeom>
          <a:noFill/>
          <a:ln/>
        </p:spPr>
        <p:txBody>
          <a:bodyPr wrap="square" lIns="0" tIns="0" rIns="0" bIns="0" rtlCol="0" anchor="ctr"/>
          <a:lstStyle/>
          <a:p>
            <a:pPr algn="l" indent="0" marL="0">
              <a:buNone/>
            </a:pPr>
            <a:r>
              <a:rPr lang="en-US" sz="1700" b="1" dirty="0">
                <a:solidFill>
                  <a:schemeClr val="tx1"/>
                </a:solidFill>
              </a:rPr>
              <a:t>kijken</a:t>
            </a:r>
            <a:endParaRPr lang="en-US" sz="1700" dirty="0"/>
          </a:p>
        </p:txBody>
      </p:sp>
      <p:sp>
        <p:nvSpPr>
          <p:cNvPr id="43" name="Text 32"/>
          <p:cNvSpPr txBox="1"/>
          <p:nvPr/>
        </p:nvSpPr>
        <p:spPr>
          <a:xfrm>
            <a:off x="9768078" y="3319272"/>
            <a:ext cx="1780794" cy="347472"/>
          </a:xfrm>
          <a:prstGeom prst="rect">
            <a:avLst/>
          </a:prstGeom>
          <a:noFill/>
          <a:ln/>
        </p:spPr>
        <p:txBody>
          <a:bodyPr wrap="square" lIns="0" tIns="0" rIns="0" bIns="0" rtlCol="0" anchor="ctr"/>
          <a:lstStyle/>
          <a:p>
            <a:pPr algn="l" indent="0" marL="0">
              <a:buNone/>
            </a:pPr>
            <a:r>
              <a:rPr lang="en-US" sz="1700" b="1" dirty="0">
                <a:solidFill>
                  <a:schemeClr val="accent1"/>
                </a:solidFill>
              </a:rPr>
              <a:t>naar</a:t>
            </a:r>
            <a:endParaRPr lang="en-US" sz="1700" dirty="0"/>
          </a:p>
        </p:txBody>
      </p:sp>
      <p:sp>
        <p:nvSpPr>
          <p:cNvPr id="44" name="Text 33"/>
          <p:cNvSpPr txBox="1"/>
          <p:nvPr/>
        </p:nvSpPr>
        <p:spPr>
          <a:xfrm>
            <a:off x="9768078" y="3666744"/>
            <a:ext cx="1780794" cy="329184"/>
          </a:xfrm>
          <a:prstGeom prst="rect">
            <a:avLst/>
          </a:prstGeom>
          <a:noFill/>
          <a:ln/>
        </p:spPr>
        <p:txBody>
          <a:bodyPr wrap="square" lIns="0" tIns="0" rIns="0" bIns="0" rtlCol="0" anchor="ctr"/>
          <a:lstStyle/>
          <a:p>
            <a:pPr algn="l" indent="0" marL="0">
              <a:buNone/>
            </a:pPr>
            <a:r>
              <a:rPr lang="en-US" sz="1400" i="1" dirty="0">
                <a:solidFill>
                  <a:schemeClr val="accent5"/>
                </a:solidFill>
              </a:rPr>
              <a:t>regarder</a:t>
            </a:r>
            <a:endParaRPr lang="en-US" sz="1400" dirty="0"/>
          </a:p>
        </p:txBody>
      </p:sp>
      <p:sp>
        <p:nvSpPr>
          <p:cNvPr id="45" name="Shape 34"/>
          <p:cNvSpPr/>
          <p:nvPr/>
        </p:nvSpPr>
        <p:spPr>
          <a:xfrm>
            <a:off x="548640" y="4206240"/>
            <a:ext cx="2649474" cy="1188720"/>
          </a:xfrm>
          <a:prstGeom prst="roundRect">
            <a:avLst>
              <a:gd name="adj" fmla="val 6154"/>
            </a:avLst>
          </a:prstGeom>
          <a:solidFill>
            <a:schemeClr val="bg1"/>
          </a:solidFill>
          <a:ln w="12700">
            <a:solidFill>
              <a:srgbClr val="D5DCE6"/>
            </a:solidFill>
            <a:prstDash val="solid"/>
          </a:ln>
          <a:effectLst>
            <a:outerShdw sx="100000" sy="100000" kx="0" ky="0" algn="bl" rotWithShape="0" blurRad="101600" dist="25400" dir="3600000">
              <a:srgbClr val="000000">
                <a:alpha val="16000"/>
              </a:srgbClr>
            </a:outerShdw>
          </a:effectLst>
        </p:spPr>
      </p:sp>
      <p:pic>
        <p:nvPicPr>
          <p:cNvPr id="46" name="Image 8" descr="headphone">    </p:cNvPr>
          <p:cNvPicPr>
            <a:picLocks noChangeAspect="1"/>
          </p:cNvPicPr>
          <p:nvPr/>
        </p:nvPicPr>
        <p:blipFill>
          <a:blip r:embed="rId9"/>
          <a:stretch>
            <a:fillRect/>
          </a:stretch>
        </p:blipFill>
        <p:spPr>
          <a:xfrm>
            <a:off x="658368" y="4507992"/>
            <a:ext cx="566928" cy="566928"/>
          </a:xfrm>
          <a:prstGeom prst="rect">
            <a:avLst/>
          </a:prstGeom>
        </p:spPr>
      </p:pic>
      <p:sp>
        <p:nvSpPr>
          <p:cNvPr id="47" name="Text 35"/>
          <p:cNvSpPr txBox="1"/>
          <p:nvPr/>
        </p:nvSpPr>
        <p:spPr>
          <a:xfrm>
            <a:off x="1325880" y="4297680"/>
            <a:ext cx="1780794" cy="384048"/>
          </a:xfrm>
          <a:prstGeom prst="rect">
            <a:avLst/>
          </a:prstGeom>
          <a:noFill/>
          <a:ln/>
        </p:spPr>
        <p:txBody>
          <a:bodyPr wrap="square" lIns="0" tIns="0" rIns="0" bIns="0" rtlCol="0" anchor="ctr"/>
          <a:lstStyle/>
          <a:p>
            <a:pPr algn="l" indent="0" marL="0">
              <a:buNone/>
            </a:pPr>
            <a:r>
              <a:rPr lang="en-US" sz="1700" b="1" dirty="0">
                <a:solidFill>
                  <a:schemeClr val="tx1"/>
                </a:solidFill>
              </a:rPr>
              <a:t>luisteren</a:t>
            </a:r>
            <a:endParaRPr lang="en-US" sz="1700" dirty="0"/>
          </a:p>
        </p:txBody>
      </p:sp>
      <p:sp>
        <p:nvSpPr>
          <p:cNvPr id="48" name="Text 36"/>
          <p:cNvSpPr txBox="1"/>
          <p:nvPr/>
        </p:nvSpPr>
        <p:spPr>
          <a:xfrm>
            <a:off x="1325880" y="4645152"/>
            <a:ext cx="1780794" cy="347472"/>
          </a:xfrm>
          <a:prstGeom prst="rect">
            <a:avLst/>
          </a:prstGeom>
          <a:noFill/>
          <a:ln/>
        </p:spPr>
        <p:txBody>
          <a:bodyPr wrap="square" lIns="0" tIns="0" rIns="0" bIns="0" rtlCol="0" anchor="ctr"/>
          <a:lstStyle/>
          <a:p>
            <a:pPr algn="l" indent="0" marL="0">
              <a:buNone/>
            </a:pPr>
            <a:r>
              <a:rPr lang="en-US" sz="1700" b="1" dirty="0">
                <a:solidFill>
                  <a:schemeClr val="accent1"/>
                </a:solidFill>
              </a:rPr>
              <a:t>naar</a:t>
            </a:r>
            <a:endParaRPr lang="en-US" sz="1700" dirty="0"/>
          </a:p>
        </p:txBody>
      </p:sp>
      <p:sp>
        <p:nvSpPr>
          <p:cNvPr id="49" name="Text 37"/>
          <p:cNvSpPr txBox="1"/>
          <p:nvPr/>
        </p:nvSpPr>
        <p:spPr>
          <a:xfrm>
            <a:off x="1325880" y="4992624"/>
            <a:ext cx="1780794" cy="329184"/>
          </a:xfrm>
          <a:prstGeom prst="rect">
            <a:avLst/>
          </a:prstGeom>
          <a:noFill/>
          <a:ln/>
        </p:spPr>
        <p:txBody>
          <a:bodyPr wrap="square" lIns="0" tIns="0" rIns="0" bIns="0" rtlCol="0" anchor="ctr"/>
          <a:lstStyle/>
          <a:p>
            <a:pPr algn="l" indent="0" marL="0">
              <a:buNone/>
            </a:pPr>
            <a:r>
              <a:rPr lang="en-US" sz="1400" i="1" dirty="0">
                <a:solidFill>
                  <a:schemeClr val="accent5"/>
                </a:solidFill>
              </a:rPr>
              <a:t>écouter</a:t>
            </a:r>
            <a:endParaRPr lang="en-US" sz="1400" dirty="0"/>
          </a:p>
        </p:txBody>
      </p:sp>
      <p:sp>
        <p:nvSpPr>
          <p:cNvPr id="50" name="Shape 38"/>
          <p:cNvSpPr/>
          <p:nvPr/>
        </p:nvSpPr>
        <p:spPr>
          <a:xfrm>
            <a:off x="3362706" y="4206240"/>
            <a:ext cx="2649474" cy="1188720"/>
          </a:xfrm>
          <a:prstGeom prst="roundRect">
            <a:avLst>
              <a:gd name="adj" fmla="val 6154"/>
            </a:avLst>
          </a:prstGeom>
          <a:solidFill>
            <a:schemeClr val="bg1"/>
          </a:solidFill>
          <a:ln w="12700">
            <a:solidFill>
              <a:srgbClr val="D5DCE6"/>
            </a:solidFill>
            <a:prstDash val="solid"/>
          </a:ln>
          <a:effectLst>
            <a:outerShdw sx="100000" sy="100000" kx="0" ky="0" algn="bl" rotWithShape="0" blurRad="101600" dist="25400" dir="3600000">
              <a:srgbClr val="000000">
                <a:alpha val="16000"/>
              </a:srgbClr>
            </a:outerShdw>
          </a:effectLst>
        </p:spPr>
      </p:sp>
      <p:pic>
        <p:nvPicPr>
          <p:cNvPr id="51" name="Image 9" descr="rocket">    </p:cNvPr>
          <p:cNvPicPr>
            <a:picLocks noChangeAspect="1"/>
          </p:cNvPicPr>
          <p:nvPr/>
        </p:nvPicPr>
        <p:blipFill>
          <a:blip r:embed="rId10"/>
          <a:stretch>
            <a:fillRect/>
          </a:stretch>
        </p:blipFill>
        <p:spPr>
          <a:xfrm>
            <a:off x="3472434" y="4507992"/>
            <a:ext cx="566928" cy="566928"/>
          </a:xfrm>
          <a:prstGeom prst="rect">
            <a:avLst/>
          </a:prstGeom>
        </p:spPr>
      </p:pic>
      <p:sp>
        <p:nvSpPr>
          <p:cNvPr id="52" name="Text 39"/>
          <p:cNvSpPr txBox="1"/>
          <p:nvPr/>
        </p:nvSpPr>
        <p:spPr>
          <a:xfrm>
            <a:off x="4139946" y="4297680"/>
            <a:ext cx="1780794" cy="384048"/>
          </a:xfrm>
          <a:prstGeom prst="rect">
            <a:avLst/>
          </a:prstGeom>
          <a:noFill/>
          <a:ln/>
        </p:spPr>
        <p:txBody>
          <a:bodyPr wrap="square" lIns="0" tIns="0" rIns="0" bIns="0" rtlCol="0" anchor="ctr"/>
          <a:lstStyle/>
          <a:p>
            <a:pPr algn="l" indent="0" marL="0">
              <a:buNone/>
            </a:pPr>
            <a:r>
              <a:rPr lang="en-US" sz="1700" b="1" dirty="0">
                <a:solidFill>
                  <a:schemeClr val="tx1"/>
                </a:solidFill>
              </a:rPr>
              <a:t>beginnen</a:t>
            </a:r>
            <a:endParaRPr lang="en-US" sz="1700" dirty="0"/>
          </a:p>
        </p:txBody>
      </p:sp>
      <p:sp>
        <p:nvSpPr>
          <p:cNvPr id="53" name="Text 40"/>
          <p:cNvSpPr txBox="1"/>
          <p:nvPr/>
        </p:nvSpPr>
        <p:spPr>
          <a:xfrm>
            <a:off x="4139946" y="4645152"/>
            <a:ext cx="1780794" cy="347472"/>
          </a:xfrm>
          <a:prstGeom prst="rect">
            <a:avLst/>
          </a:prstGeom>
          <a:noFill/>
          <a:ln/>
        </p:spPr>
        <p:txBody>
          <a:bodyPr wrap="square" lIns="0" tIns="0" rIns="0" bIns="0" rtlCol="0" anchor="ctr"/>
          <a:lstStyle/>
          <a:p>
            <a:pPr algn="l" indent="0" marL="0">
              <a:buNone/>
            </a:pPr>
            <a:r>
              <a:rPr lang="en-US" sz="1700" b="1" dirty="0">
                <a:solidFill>
                  <a:schemeClr val="accent1"/>
                </a:solidFill>
              </a:rPr>
              <a:t>met</a:t>
            </a:r>
            <a:endParaRPr lang="en-US" sz="1700" dirty="0"/>
          </a:p>
        </p:txBody>
      </p:sp>
      <p:sp>
        <p:nvSpPr>
          <p:cNvPr id="54" name="Text 41"/>
          <p:cNvSpPr txBox="1"/>
          <p:nvPr/>
        </p:nvSpPr>
        <p:spPr>
          <a:xfrm>
            <a:off x="4139946" y="4992624"/>
            <a:ext cx="1780794" cy="329184"/>
          </a:xfrm>
          <a:prstGeom prst="rect">
            <a:avLst/>
          </a:prstGeom>
          <a:noFill/>
          <a:ln/>
        </p:spPr>
        <p:txBody>
          <a:bodyPr wrap="square" lIns="0" tIns="0" rIns="0" bIns="0" rtlCol="0" anchor="ctr"/>
          <a:lstStyle/>
          <a:p>
            <a:pPr algn="l" indent="0" marL="0">
              <a:buNone/>
            </a:pPr>
            <a:r>
              <a:rPr lang="en-US" sz="1400" i="1" dirty="0">
                <a:solidFill>
                  <a:schemeClr val="accent5"/>
                </a:solidFill>
              </a:rPr>
              <a:t>commencer par</a:t>
            </a:r>
            <a:endParaRPr lang="en-US" sz="1400" dirty="0"/>
          </a:p>
        </p:txBody>
      </p:sp>
      <p:sp>
        <p:nvSpPr>
          <p:cNvPr id="55" name="Shape 42"/>
          <p:cNvSpPr/>
          <p:nvPr/>
        </p:nvSpPr>
        <p:spPr>
          <a:xfrm>
            <a:off x="6176772" y="4206240"/>
            <a:ext cx="2649474" cy="1188720"/>
          </a:xfrm>
          <a:prstGeom prst="roundRect">
            <a:avLst>
              <a:gd name="adj" fmla="val 6154"/>
            </a:avLst>
          </a:prstGeom>
          <a:solidFill>
            <a:schemeClr val="bg1"/>
          </a:solidFill>
          <a:ln w="12700">
            <a:solidFill>
              <a:srgbClr val="D5DCE6"/>
            </a:solidFill>
            <a:prstDash val="solid"/>
          </a:ln>
          <a:effectLst>
            <a:outerShdw sx="100000" sy="100000" kx="0" ky="0" algn="bl" rotWithShape="0" blurRad="101600" dist="25400" dir="3600000">
              <a:srgbClr val="000000">
                <a:alpha val="16000"/>
              </a:srgbClr>
            </a:outerShdw>
          </a:effectLst>
        </p:spPr>
      </p:sp>
      <p:pic>
        <p:nvPicPr>
          <p:cNvPr id="56" name="Image 10" descr="stop sign">    </p:cNvPr>
          <p:cNvPicPr>
            <a:picLocks noChangeAspect="1"/>
          </p:cNvPicPr>
          <p:nvPr/>
        </p:nvPicPr>
        <p:blipFill>
          <a:blip r:embed="rId11"/>
          <a:stretch>
            <a:fillRect/>
          </a:stretch>
        </p:blipFill>
        <p:spPr>
          <a:xfrm>
            <a:off x="6286500" y="4507992"/>
            <a:ext cx="566928" cy="566928"/>
          </a:xfrm>
          <a:prstGeom prst="rect">
            <a:avLst/>
          </a:prstGeom>
        </p:spPr>
      </p:pic>
      <p:sp>
        <p:nvSpPr>
          <p:cNvPr id="57" name="Text 43"/>
          <p:cNvSpPr txBox="1"/>
          <p:nvPr/>
        </p:nvSpPr>
        <p:spPr>
          <a:xfrm>
            <a:off x="6954012" y="4297680"/>
            <a:ext cx="1780794" cy="384048"/>
          </a:xfrm>
          <a:prstGeom prst="rect">
            <a:avLst/>
          </a:prstGeom>
          <a:noFill/>
          <a:ln/>
        </p:spPr>
        <p:txBody>
          <a:bodyPr wrap="square" lIns="0" tIns="0" rIns="0" bIns="0" rtlCol="0" anchor="ctr"/>
          <a:lstStyle/>
          <a:p>
            <a:pPr algn="l" indent="0" marL="0">
              <a:buNone/>
            </a:pPr>
            <a:r>
              <a:rPr lang="en-US" sz="1700" b="1" dirty="0">
                <a:solidFill>
                  <a:schemeClr val="tx1"/>
                </a:solidFill>
              </a:rPr>
              <a:t>stoppen</a:t>
            </a:r>
            <a:endParaRPr lang="en-US" sz="1700" dirty="0"/>
          </a:p>
        </p:txBody>
      </p:sp>
      <p:sp>
        <p:nvSpPr>
          <p:cNvPr id="58" name="Text 44"/>
          <p:cNvSpPr txBox="1"/>
          <p:nvPr/>
        </p:nvSpPr>
        <p:spPr>
          <a:xfrm>
            <a:off x="6954012" y="4645152"/>
            <a:ext cx="1780794" cy="347472"/>
          </a:xfrm>
          <a:prstGeom prst="rect">
            <a:avLst/>
          </a:prstGeom>
          <a:noFill/>
          <a:ln/>
        </p:spPr>
        <p:txBody>
          <a:bodyPr wrap="square" lIns="0" tIns="0" rIns="0" bIns="0" rtlCol="0" anchor="ctr"/>
          <a:lstStyle/>
          <a:p>
            <a:pPr algn="l" indent="0" marL="0">
              <a:buNone/>
            </a:pPr>
            <a:r>
              <a:rPr lang="en-US" sz="1700" b="1" dirty="0">
                <a:solidFill>
                  <a:schemeClr val="accent1"/>
                </a:solidFill>
              </a:rPr>
              <a:t>met</a:t>
            </a:r>
            <a:endParaRPr lang="en-US" sz="1700" dirty="0"/>
          </a:p>
        </p:txBody>
      </p:sp>
      <p:sp>
        <p:nvSpPr>
          <p:cNvPr id="59" name="Text 45"/>
          <p:cNvSpPr txBox="1"/>
          <p:nvPr/>
        </p:nvSpPr>
        <p:spPr>
          <a:xfrm>
            <a:off x="6954012" y="4992624"/>
            <a:ext cx="1780794" cy="329184"/>
          </a:xfrm>
          <a:prstGeom prst="rect">
            <a:avLst/>
          </a:prstGeom>
          <a:noFill/>
          <a:ln/>
        </p:spPr>
        <p:txBody>
          <a:bodyPr wrap="square" lIns="0" tIns="0" rIns="0" bIns="0" rtlCol="0" anchor="ctr"/>
          <a:lstStyle/>
          <a:p>
            <a:pPr algn="l" indent="0" marL="0">
              <a:buNone/>
            </a:pPr>
            <a:r>
              <a:rPr lang="en-US" sz="1400" i="1" dirty="0">
                <a:solidFill>
                  <a:schemeClr val="accent5"/>
                </a:solidFill>
              </a:rPr>
              <a:t>arrêter de</a:t>
            </a:r>
            <a:endParaRPr lang="en-US" sz="1400" dirty="0"/>
          </a:p>
        </p:txBody>
      </p:sp>
      <p:sp>
        <p:nvSpPr>
          <p:cNvPr id="60" name="Shape 46"/>
          <p:cNvSpPr/>
          <p:nvPr/>
        </p:nvSpPr>
        <p:spPr>
          <a:xfrm>
            <a:off x="8990838" y="4206240"/>
            <a:ext cx="2649474" cy="1188720"/>
          </a:xfrm>
          <a:prstGeom prst="roundRect">
            <a:avLst>
              <a:gd name="adj" fmla="val 6154"/>
            </a:avLst>
          </a:prstGeom>
          <a:solidFill>
            <a:schemeClr val="bg1"/>
          </a:solidFill>
          <a:ln w="12700">
            <a:solidFill>
              <a:srgbClr val="D5DCE6"/>
            </a:solidFill>
            <a:prstDash val="solid"/>
          </a:ln>
          <a:effectLst>
            <a:outerShdw sx="100000" sy="100000" kx="0" ky="0" algn="bl" rotWithShape="0" blurRad="101600" dist="25400" dir="3600000">
              <a:srgbClr val="000000">
                <a:alpha val="16000"/>
              </a:srgbClr>
            </a:outerShdw>
          </a:effectLst>
        </p:spPr>
      </p:sp>
      <p:pic>
        <p:nvPicPr>
          <p:cNvPr id="61" name="Image 11" descr="handshake">    </p:cNvPr>
          <p:cNvPicPr>
            <a:picLocks noChangeAspect="1"/>
          </p:cNvPicPr>
          <p:nvPr/>
        </p:nvPicPr>
        <p:blipFill>
          <a:blip r:embed="rId12"/>
          <a:stretch>
            <a:fillRect/>
          </a:stretch>
        </p:blipFill>
        <p:spPr>
          <a:xfrm>
            <a:off x="9100566" y="4507992"/>
            <a:ext cx="566928" cy="566928"/>
          </a:xfrm>
          <a:prstGeom prst="rect">
            <a:avLst/>
          </a:prstGeom>
        </p:spPr>
      </p:pic>
      <p:sp>
        <p:nvSpPr>
          <p:cNvPr id="62" name="Text 47"/>
          <p:cNvSpPr txBox="1"/>
          <p:nvPr/>
        </p:nvSpPr>
        <p:spPr>
          <a:xfrm>
            <a:off x="9768078" y="4297680"/>
            <a:ext cx="1780794" cy="384048"/>
          </a:xfrm>
          <a:prstGeom prst="rect">
            <a:avLst/>
          </a:prstGeom>
          <a:noFill/>
          <a:ln/>
        </p:spPr>
        <p:txBody>
          <a:bodyPr wrap="square" lIns="0" tIns="0" rIns="0" bIns="0" rtlCol="0" anchor="ctr"/>
          <a:lstStyle/>
          <a:p>
            <a:pPr algn="l" indent="0" marL="0">
              <a:buNone/>
            </a:pPr>
            <a:r>
              <a:rPr lang="en-US" sz="1700" b="1" dirty="0">
                <a:solidFill>
                  <a:schemeClr val="tx1"/>
                </a:solidFill>
              </a:rPr>
              <a:t>rekenen</a:t>
            </a:r>
            <a:endParaRPr lang="en-US" sz="1700" dirty="0"/>
          </a:p>
        </p:txBody>
      </p:sp>
      <p:sp>
        <p:nvSpPr>
          <p:cNvPr id="63" name="Text 48"/>
          <p:cNvSpPr txBox="1"/>
          <p:nvPr/>
        </p:nvSpPr>
        <p:spPr>
          <a:xfrm>
            <a:off x="9768078" y="4645152"/>
            <a:ext cx="1780794" cy="347472"/>
          </a:xfrm>
          <a:prstGeom prst="rect">
            <a:avLst/>
          </a:prstGeom>
          <a:noFill/>
          <a:ln/>
        </p:spPr>
        <p:txBody>
          <a:bodyPr wrap="square" lIns="0" tIns="0" rIns="0" bIns="0" rtlCol="0" anchor="ctr"/>
          <a:lstStyle/>
          <a:p>
            <a:pPr algn="l" indent="0" marL="0">
              <a:buNone/>
            </a:pPr>
            <a:r>
              <a:rPr lang="en-US" sz="1700" b="1" dirty="0">
                <a:solidFill>
                  <a:schemeClr val="accent1"/>
                </a:solidFill>
              </a:rPr>
              <a:t>op</a:t>
            </a:r>
            <a:endParaRPr lang="en-US" sz="1700" dirty="0"/>
          </a:p>
        </p:txBody>
      </p:sp>
      <p:sp>
        <p:nvSpPr>
          <p:cNvPr id="64" name="Text 49"/>
          <p:cNvSpPr txBox="1"/>
          <p:nvPr/>
        </p:nvSpPr>
        <p:spPr>
          <a:xfrm>
            <a:off x="9768078" y="4992624"/>
            <a:ext cx="1780794" cy="329184"/>
          </a:xfrm>
          <a:prstGeom prst="rect">
            <a:avLst/>
          </a:prstGeom>
          <a:noFill/>
          <a:ln/>
        </p:spPr>
        <p:txBody>
          <a:bodyPr wrap="square" lIns="0" tIns="0" rIns="0" bIns="0" rtlCol="0" anchor="ctr"/>
          <a:lstStyle/>
          <a:p>
            <a:pPr algn="l" indent="0" marL="0">
              <a:buNone/>
            </a:pPr>
            <a:r>
              <a:rPr lang="en-US" sz="1400" i="1" dirty="0">
                <a:solidFill>
                  <a:schemeClr val="accent5"/>
                </a:solidFill>
              </a:rPr>
              <a:t>compter sur</a:t>
            </a:r>
            <a:endParaRPr lang="en-US" sz="1400" dirty="0"/>
          </a:p>
        </p:txBody>
      </p:sp>
      <p:sp>
        <p:nvSpPr>
          <p:cNvPr id="65" name="Shape 50"/>
          <p:cNvSpPr/>
          <p:nvPr/>
        </p:nvSpPr>
        <p:spPr>
          <a:xfrm>
            <a:off x="548640" y="5669280"/>
            <a:ext cx="11091672" cy="594360"/>
          </a:xfrm>
          <a:prstGeom prst="roundRect">
            <a:avLst>
              <a:gd name="adj" fmla="val 12308"/>
            </a:avLst>
          </a:prstGeom>
          <a:solidFill>
            <a:schemeClr val="tx2"/>
          </a:solidFill>
          <a:ln w="12700">
            <a:solidFill>
              <a:srgbClr val="FFFFFF">
                <a:alpha val="0"/>
              </a:srgbClr>
            </a:solidFill>
            <a:prstDash val="solid"/>
          </a:ln>
        </p:spPr>
      </p:sp>
      <p:sp>
        <p:nvSpPr>
          <p:cNvPr id="66" name="Text 51"/>
          <p:cNvSpPr txBox="1"/>
          <p:nvPr/>
        </p:nvSpPr>
        <p:spPr>
          <a:xfrm>
            <a:off x="822960" y="5669280"/>
            <a:ext cx="10607040" cy="594360"/>
          </a:xfrm>
          <a:prstGeom prst="rect">
            <a:avLst/>
          </a:prstGeom>
          <a:noFill/>
          <a:ln/>
        </p:spPr>
        <p:txBody>
          <a:bodyPr wrap="square" lIns="0" tIns="0" rIns="0" bIns="0" rtlCol="0" anchor="ctr"/>
          <a:lstStyle/>
          <a:p>
            <a:pPr algn="l" indent="0" marL="0">
              <a:buNone/>
            </a:pPr>
            <a:r>
              <a:rPr lang="en-US" sz="1700" dirty="0">
                <a:solidFill>
                  <a:schemeClr val="bg1"/>
                </a:solidFill>
              </a:rPr>
              <a:t>On apprend le verbe </a:t>
            </a:r>
            <a:r>
              <a:rPr lang="en-US" sz="1700" b="1" dirty="0">
                <a:solidFill>
                  <a:schemeClr val="bg1"/>
                </a:solidFill>
              </a:rPr>
              <a:t>et</a:t>
            </a:r>
            <a:r>
              <a:rPr lang="en-US" sz="1700" dirty="0">
                <a:solidFill>
                  <a:schemeClr val="bg1"/>
                </a:solidFill>
              </a:rPr>
              <a:t> sa préposition : </a:t>
            </a:r>
            <a:r>
              <a:rPr lang="en-US" sz="1700" i="1" dirty="0">
                <a:solidFill>
                  <a:schemeClr val="bg1"/>
                </a:solidFill>
              </a:rPr>
              <a:t>Ik heb zin in koffie. · Wie zorgt voor de lunch?</a:t>
            </a:r>
            <a:endParaRPr lang="en-US" sz="1700" dirty="0"/>
          </a:p>
        </p:txBody>
      </p:sp>
      <p:sp>
        <p:nvSpPr>
          <p:cNvPr id="25" name="Slide Number Placeholder 0"/>
          <p:cNvSpPr>
            <a:spLocks noGrp="1"/>
          </p:cNvSpPr>
          <p:nvPr>
            <p:ph type="sldNum" sz="quarter" idx="4294967295"/>
          </p:nvPr>
        </p:nvSpPr>
        <p:spPr>
          <a:xfrm>
            <a:off x="11091672"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4A5A70"/>
                </a:solidFil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1"/>
          <p:cNvSpPr/>
          <p:nvPr>
            <p:ph idx="101" type="title" hasCustomPrompt="1"/>
          </p:nvPr>
        </p:nvSpPr>
        <p:spPr>
          <a:xfrm>
            <a:off x="548640" y="621792"/>
            <a:ext cx="11091672" cy="713232"/>
          </a:xfrm>
          <a:prstGeom prst="rect">
            <a:avLst/>
          </a:prstGeom>
          <a:noFill/>
          <a:ln/>
        </p:spPr>
        <p:txBody>
          <a:bodyPr wrap="square" lIns="0" tIns="0" rIns="0" bIns="0" rtlCol="0" anchor="ctr"/>
          <a:lstStyle/>
          <a:p>
            <a:pPr algn="l" indent="0" marL="0">
              <a:buNone/>
            </a:pPr>
            <a:r>
              <a:rPr lang="en-US" sz="3000" b="1" dirty="0">
                <a:solidFill>
                  <a:schemeClr val="tx2"/>
                </a:solidFill>
              </a:rPr>
              <a:t>PIÈGE : les prépositions ne se traduisent pas</a:t>
            </a:r>
            <a:endParaRPr lang="en-US" sz="3000" dirty="0"/>
          </a:p>
        </p:txBody>
      </p:sp>
      <p:sp>
        <p:nvSpPr>
          <p:cNvPr id="3" name="tag"/>
          <p:cNvSpPr/>
          <p:nvPr/>
        </p:nvSpPr>
        <p:spPr>
          <a:xfrm>
            <a:off x="548640" y="237744"/>
            <a:ext cx="1878178" cy="310896"/>
          </a:xfrm>
          <a:prstGeom prst="roundRect">
            <a:avLst>
              <a:gd name="adj" fmla="val 14706"/>
            </a:avLst>
          </a:prstGeom>
          <a:solidFill>
            <a:schemeClr val="accent6"/>
          </a:solidFill>
          <a:ln/>
        </p:spPr>
        <p:txBody>
          <a:bodyPr wrap="square" lIns="0" tIns="0" rIns="0" bIns="0" rtlCol="0" anchor="ctr"/>
          <a:lstStyle/>
          <a:p>
            <a:pPr algn="ctr" indent="0" marL="0">
              <a:buNone/>
            </a:pPr>
            <a:r>
              <a:rPr lang="en-US" sz="1200" b="1" spc="100" kern="0" dirty="0">
                <a:solidFill>
                  <a:srgbClr val="FFFFFF"/>
                </a:solidFill>
              </a:rPr>
              <a:t>PIÈGE FR ≠ NL</a:t>
            </a:r>
            <a:endParaRPr lang="en-US" sz="1200" dirty="0"/>
          </a:p>
        </p:txBody>
      </p:sp>
      <p:sp>
        <p:nvSpPr>
          <p:cNvPr id="5" name="Shape 2"/>
          <p:cNvSpPr/>
          <p:nvPr/>
        </p:nvSpPr>
        <p:spPr>
          <a:xfrm>
            <a:off x="548640" y="1554480"/>
            <a:ext cx="11091672" cy="3977640"/>
          </a:xfrm>
          <a:prstGeom prst="roundRect">
            <a:avLst>
              <a:gd name="adj" fmla="val 1839"/>
            </a:avLst>
          </a:prstGeom>
          <a:solidFill>
            <a:schemeClr val="accent6">
              <a:alpha val="6000"/>
            </a:schemeClr>
          </a:solidFill>
          <a:ln w="12700">
            <a:solidFill>
              <a:srgbClr val="B83227">
                <a:alpha val="60000"/>
              </a:srgbClr>
            </a:solidFill>
            <a:prstDash val="solid"/>
          </a:ln>
        </p:spPr>
      </p:sp>
      <p:sp>
        <p:nvSpPr>
          <p:cNvPr id="6" name="tag"/>
          <p:cNvSpPr/>
          <p:nvPr/>
        </p:nvSpPr>
        <p:spPr>
          <a:xfrm>
            <a:off x="731520" y="1691640"/>
            <a:ext cx="1230782" cy="292608"/>
          </a:xfrm>
          <a:prstGeom prst="roundRect">
            <a:avLst>
              <a:gd name="adj" fmla="val 15625"/>
            </a:avLst>
          </a:prstGeom>
          <a:solidFill>
            <a:schemeClr val="accent6"/>
          </a:solidFill>
          <a:ln/>
        </p:spPr>
        <p:txBody>
          <a:bodyPr wrap="square" lIns="0" tIns="0" rIns="0" bIns="0" rtlCol="0" anchor="ctr"/>
          <a:lstStyle/>
          <a:p>
            <a:pPr algn="ctr" indent="0" marL="0">
              <a:buNone/>
            </a:pPr>
            <a:r>
              <a:rPr lang="en-US" sz="1200" b="1" spc="100" kern="0" dirty="0">
                <a:solidFill>
                  <a:srgbClr val="FFFFFF"/>
                </a:solidFill>
              </a:rPr>
              <a:t>⚠ PIÈGE</a:t>
            </a:r>
            <a:endParaRPr lang="en-US" sz="1200" dirty="0"/>
          </a:p>
        </p:txBody>
      </p:sp>
      <p:pic>
        <p:nvPicPr>
          <p:cNvPr id="7" name="Image 0" descr="bus">    </p:cNvPr>
          <p:cNvPicPr>
            <a:picLocks noChangeAspect="1"/>
          </p:cNvPicPr>
          <p:nvPr/>
        </p:nvPicPr>
        <p:blipFill>
          <a:blip r:embed="rId1"/>
          <a:stretch>
            <a:fillRect/>
          </a:stretch>
        </p:blipFill>
        <p:spPr>
          <a:xfrm>
            <a:off x="777240" y="2221992"/>
            <a:ext cx="594360" cy="594360"/>
          </a:xfrm>
          <a:prstGeom prst="rect">
            <a:avLst/>
          </a:prstGeom>
        </p:spPr>
      </p:pic>
      <p:sp>
        <p:nvSpPr>
          <p:cNvPr id="8" name="Text 4"/>
          <p:cNvSpPr txBox="1"/>
          <p:nvPr/>
        </p:nvSpPr>
        <p:spPr>
          <a:xfrm>
            <a:off x="1554480" y="2148840"/>
            <a:ext cx="3291840" cy="731520"/>
          </a:xfrm>
          <a:prstGeom prst="rect">
            <a:avLst/>
          </a:prstGeom>
          <a:noFill/>
          <a:ln/>
        </p:spPr>
        <p:txBody>
          <a:bodyPr wrap="square" lIns="0" tIns="0" rIns="0" bIns="0" rtlCol="0" anchor="ctr"/>
          <a:lstStyle/>
          <a:p>
            <a:pPr algn="l" indent="0" marL="0">
              <a:buNone/>
            </a:pPr>
            <a:r>
              <a:rPr lang="en-US" sz="1700" dirty="0">
                <a:solidFill>
                  <a:schemeClr val="tx1"/>
                </a:solidFill>
              </a:rPr>
              <a:t>« attendre </a:t>
            </a:r>
            <a:r>
              <a:rPr lang="en-US" sz="1700" b="1" dirty="0">
                <a:solidFill>
                  <a:schemeClr val="tx1"/>
                </a:solidFill>
              </a:rPr>
              <a:t>le</a:t>
            </a:r>
            <a:r>
              <a:rPr lang="en-US" sz="1700" dirty="0">
                <a:solidFill>
                  <a:schemeClr val="tx1"/>
                </a:solidFill>
              </a:rPr>
              <a:t> bus »</a:t>
            </a:r>
            <a:endParaRPr lang="en-US" sz="1700" dirty="0"/>
          </a:p>
        </p:txBody>
      </p:sp>
      <p:sp>
        <p:nvSpPr>
          <p:cNvPr id="9" name="Text 5"/>
          <p:cNvSpPr txBox="1"/>
          <p:nvPr/>
        </p:nvSpPr>
        <p:spPr>
          <a:xfrm>
            <a:off x="4846320" y="2148840"/>
            <a:ext cx="2651760" cy="731520"/>
          </a:xfrm>
          <a:prstGeom prst="rect">
            <a:avLst/>
          </a:prstGeom>
          <a:noFill/>
          <a:ln/>
        </p:spPr>
        <p:txBody>
          <a:bodyPr wrap="square" lIns="0" tIns="0" rIns="0" bIns="0" rtlCol="0" anchor="ctr"/>
          <a:lstStyle/>
          <a:p>
            <a:pPr algn="l" indent="0" marL="0">
              <a:buNone/>
            </a:pPr>
            <a:r>
              <a:rPr lang="en-US" sz="1500" dirty="0">
                <a:solidFill>
                  <a:schemeClr val="accent6"/>
                </a:solidFill>
              </a:rPr>
              <a:t>✗ </a:t>
            </a:r>
            <a:r>
              <a:rPr lang="en-US" sz="1500" i="1" strike="sngStrike" dirty="0">
                <a:solidFill>
                  <a:schemeClr val="accent6"/>
                </a:solidFill>
              </a:rPr>
              <a:t>wachten de bus</a:t>
            </a:r>
            <a:endParaRPr lang="en-US" sz="1500" dirty="0"/>
          </a:p>
        </p:txBody>
      </p:sp>
      <p:sp>
        <p:nvSpPr>
          <p:cNvPr id="10" name="Shape 6"/>
          <p:cNvSpPr/>
          <p:nvPr/>
        </p:nvSpPr>
        <p:spPr>
          <a:xfrm>
            <a:off x="7543800" y="2514600"/>
            <a:ext cx="320040" cy="914"/>
          </a:xfrm>
          <a:prstGeom prst="line">
            <a:avLst/>
          </a:prstGeom>
          <a:noFill/>
          <a:ln w="25400">
            <a:solidFill>
              <a:srgbClr val="2E7D4F"/>
            </a:solidFill>
            <a:prstDash val="solid"/>
            <a:tailEnd type="triangle"/>
          </a:ln>
        </p:spPr>
      </p:sp>
      <p:sp>
        <p:nvSpPr>
          <p:cNvPr id="11" name="Shape 7"/>
          <p:cNvSpPr/>
          <p:nvPr/>
        </p:nvSpPr>
        <p:spPr>
          <a:xfrm>
            <a:off x="7909560" y="2203704"/>
            <a:ext cx="3566160" cy="640080"/>
          </a:xfrm>
          <a:prstGeom prst="roundRect">
            <a:avLst>
              <a:gd name="adj" fmla="val 14286"/>
            </a:avLst>
          </a:prstGeom>
          <a:solidFill>
            <a:schemeClr val="accent3">
              <a:alpha val="12000"/>
            </a:schemeClr>
          </a:solidFill>
          <a:ln w="19050">
            <a:solidFill>
              <a:srgbClr val="2E7D4F"/>
            </a:solidFill>
            <a:prstDash val="solid"/>
          </a:ln>
        </p:spPr>
      </p:sp>
      <p:sp>
        <p:nvSpPr>
          <p:cNvPr id="12" name="Text 8"/>
          <p:cNvSpPr txBox="1"/>
          <p:nvPr/>
        </p:nvSpPr>
        <p:spPr>
          <a:xfrm>
            <a:off x="8046720" y="2203704"/>
            <a:ext cx="3383280" cy="640080"/>
          </a:xfrm>
          <a:prstGeom prst="rect">
            <a:avLst/>
          </a:prstGeom>
          <a:noFill/>
          <a:ln/>
        </p:spPr>
        <p:txBody>
          <a:bodyPr wrap="square" lIns="0" tIns="0" rIns="0" bIns="0" rtlCol="0" anchor="ctr"/>
          <a:lstStyle/>
          <a:p>
            <a:pPr algn="l" indent="0" marL="0">
              <a:buNone/>
            </a:pPr>
            <a:r>
              <a:rPr lang="en-US" sz="1800" dirty="0">
                <a:solidFill>
                  <a:schemeClr val="tx1"/>
                </a:solidFill>
              </a:rPr>
              <a:t>✓ </a:t>
            </a:r>
            <a:r>
              <a:rPr lang="en-US" sz="1800" i="1" dirty="0">
                <a:solidFill>
                  <a:schemeClr val="tx1"/>
                </a:solidFill>
              </a:rPr>
              <a:t>wachten </a:t>
            </a:r>
            <a:r>
              <a:rPr lang="en-US" sz="1800" b="1" i="1" dirty="0">
                <a:solidFill>
                  <a:schemeClr val="accent1"/>
                </a:solidFill>
              </a:rPr>
              <a:t>op</a:t>
            </a:r>
            <a:r>
              <a:rPr lang="en-US" sz="1800" i="1" dirty="0">
                <a:solidFill>
                  <a:schemeClr val="tx1"/>
                </a:solidFill>
              </a:rPr>
              <a:t> de bus</a:t>
            </a:r>
            <a:endParaRPr lang="en-US" sz="1800" dirty="0"/>
          </a:p>
        </p:txBody>
      </p:sp>
      <p:pic>
        <p:nvPicPr>
          <p:cNvPr id="13" name="Image 1" descr="hot beverage">    </p:cNvPr>
          <p:cNvPicPr>
            <a:picLocks noChangeAspect="1"/>
          </p:cNvPicPr>
          <p:nvPr/>
        </p:nvPicPr>
        <p:blipFill>
          <a:blip r:embed="rId2"/>
          <a:stretch>
            <a:fillRect/>
          </a:stretch>
        </p:blipFill>
        <p:spPr>
          <a:xfrm>
            <a:off x="777240" y="3090672"/>
            <a:ext cx="594360" cy="594360"/>
          </a:xfrm>
          <a:prstGeom prst="rect">
            <a:avLst/>
          </a:prstGeom>
        </p:spPr>
      </p:pic>
      <p:sp>
        <p:nvSpPr>
          <p:cNvPr id="14" name="Text 9"/>
          <p:cNvSpPr txBox="1"/>
          <p:nvPr/>
        </p:nvSpPr>
        <p:spPr>
          <a:xfrm>
            <a:off x="1554480" y="3017520"/>
            <a:ext cx="3291840" cy="731520"/>
          </a:xfrm>
          <a:prstGeom prst="rect">
            <a:avLst/>
          </a:prstGeom>
          <a:noFill/>
          <a:ln/>
        </p:spPr>
        <p:txBody>
          <a:bodyPr wrap="square" lIns="0" tIns="0" rIns="0" bIns="0" rtlCol="0" anchor="ctr"/>
          <a:lstStyle/>
          <a:p>
            <a:pPr algn="l" indent="0" marL="0">
              <a:buNone/>
            </a:pPr>
            <a:r>
              <a:rPr lang="en-US" sz="1700" dirty="0">
                <a:solidFill>
                  <a:schemeClr val="tx1"/>
                </a:solidFill>
              </a:rPr>
              <a:t>« avoir envie </a:t>
            </a:r>
            <a:r>
              <a:rPr lang="en-US" sz="1700" b="1" dirty="0">
                <a:solidFill>
                  <a:schemeClr val="tx1"/>
                </a:solidFill>
              </a:rPr>
              <a:t>d’</a:t>
            </a:r>
            <a:r>
              <a:rPr lang="en-US" sz="1700" dirty="0">
                <a:solidFill>
                  <a:schemeClr val="tx1"/>
                </a:solidFill>
              </a:rPr>
              <a:t>un café »</a:t>
            </a:r>
            <a:endParaRPr lang="en-US" sz="1700" dirty="0"/>
          </a:p>
        </p:txBody>
      </p:sp>
      <p:sp>
        <p:nvSpPr>
          <p:cNvPr id="15" name="Text 10"/>
          <p:cNvSpPr txBox="1"/>
          <p:nvPr/>
        </p:nvSpPr>
        <p:spPr>
          <a:xfrm>
            <a:off x="4846320" y="3017520"/>
            <a:ext cx="2651760" cy="731520"/>
          </a:xfrm>
          <a:prstGeom prst="rect">
            <a:avLst/>
          </a:prstGeom>
          <a:noFill/>
          <a:ln/>
        </p:spPr>
        <p:txBody>
          <a:bodyPr wrap="square" lIns="0" tIns="0" rIns="0" bIns="0" rtlCol="0" anchor="ctr"/>
          <a:lstStyle/>
          <a:p>
            <a:pPr algn="l" indent="0" marL="0">
              <a:buNone/>
            </a:pPr>
            <a:r>
              <a:rPr lang="en-US" sz="1500" dirty="0">
                <a:solidFill>
                  <a:schemeClr val="accent6"/>
                </a:solidFill>
              </a:rPr>
              <a:t>✗ </a:t>
            </a:r>
            <a:r>
              <a:rPr lang="en-US" sz="1500" i="1" strike="sngStrike" dirty="0">
                <a:solidFill>
                  <a:schemeClr val="accent6"/>
                </a:solidFill>
              </a:rPr>
              <a:t>zin hebben van koffie</a:t>
            </a:r>
            <a:endParaRPr lang="en-US" sz="1500" dirty="0"/>
          </a:p>
        </p:txBody>
      </p:sp>
      <p:sp>
        <p:nvSpPr>
          <p:cNvPr id="16" name="Shape 11"/>
          <p:cNvSpPr/>
          <p:nvPr/>
        </p:nvSpPr>
        <p:spPr>
          <a:xfrm>
            <a:off x="7543800" y="3383280"/>
            <a:ext cx="320040" cy="914"/>
          </a:xfrm>
          <a:prstGeom prst="line">
            <a:avLst/>
          </a:prstGeom>
          <a:noFill/>
          <a:ln w="25400">
            <a:solidFill>
              <a:srgbClr val="2E7D4F"/>
            </a:solidFill>
            <a:prstDash val="solid"/>
            <a:tailEnd type="triangle"/>
          </a:ln>
        </p:spPr>
      </p:sp>
      <p:sp>
        <p:nvSpPr>
          <p:cNvPr id="17" name="Shape 12"/>
          <p:cNvSpPr/>
          <p:nvPr/>
        </p:nvSpPr>
        <p:spPr>
          <a:xfrm>
            <a:off x="7909560" y="3072384"/>
            <a:ext cx="3566160" cy="640080"/>
          </a:xfrm>
          <a:prstGeom prst="roundRect">
            <a:avLst>
              <a:gd name="adj" fmla="val 14286"/>
            </a:avLst>
          </a:prstGeom>
          <a:solidFill>
            <a:schemeClr val="accent3">
              <a:alpha val="12000"/>
            </a:schemeClr>
          </a:solidFill>
          <a:ln w="19050">
            <a:solidFill>
              <a:srgbClr val="2E7D4F"/>
            </a:solidFill>
            <a:prstDash val="solid"/>
          </a:ln>
        </p:spPr>
      </p:sp>
      <p:sp>
        <p:nvSpPr>
          <p:cNvPr id="18" name="Text 13"/>
          <p:cNvSpPr txBox="1"/>
          <p:nvPr/>
        </p:nvSpPr>
        <p:spPr>
          <a:xfrm>
            <a:off x="8046720" y="3072384"/>
            <a:ext cx="3383280" cy="640080"/>
          </a:xfrm>
          <a:prstGeom prst="rect">
            <a:avLst/>
          </a:prstGeom>
          <a:noFill/>
          <a:ln/>
        </p:spPr>
        <p:txBody>
          <a:bodyPr wrap="square" lIns="0" tIns="0" rIns="0" bIns="0" rtlCol="0" anchor="ctr"/>
          <a:lstStyle/>
          <a:p>
            <a:pPr algn="l" indent="0" marL="0">
              <a:buNone/>
            </a:pPr>
            <a:r>
              <a:rPr lang="en-US" sz="1800" dirty="0">
                <a:solidFill>
                  <a:schemeClr val="tx1"/>
                </a:solidFill>
              </a:rPr>
              <a:t>✓ </a:t>
            </a:r>
            <a:r>
              <a:rPr lang="en-US" sz="1800" i="1" dirty="0">
                <a:solidFill>
                  <a:schemeClr val="tx1"/>
                </a:solidFill>
              </a:rPr>
              <a:t>zin hebben </a:t>
            </a:r>
            <a:r>
              <a:rPr lang="en-US" sz="1800" b="1" i="1" dirty="0">
                <a:solidFill>
                  <a:schemeClr val="accent1"/>
                </a:solidFill>
              </a:rPr>
              <a:t>in</a:t>
            </a:r>
            <a:r>
              <a:rPr lang="en-US" sz="1800" i="1" dirty="0">
                <a:solidFill>
                  <a:schemeClr val="tx1"/>
                </a:solidFill>
              </a:rPr>
              <a:t> een koffie</a:t>
            </a:r>
            <a:endParaRPr lang="en-US" sz="1800" dirty="0"/>
          </a:p>
        </p:txBody>
      </p:sp>
      <p:pic>
        <p:nvPicPr>
          <p:cNvPr id="19" name="Image 2" descr="thinking face">    </p:cNvPr>
          <p:cNvPicPr>
            <a:picLocks noChangeAspect="1"/>
          </p:cNvPicPr>
          <p:nvPr/>
        </p:nvPicPr>
        <p:blipFill>
          <a:blip r:embed="rId3"/>
          <a:stretch>
            <a:fillRect/>
          </a:stretch>
        </p:blipFill>
        <p:spPr>
          <a:xfrm>
            <a:off x="777240" y="3959352"/>
            <a:ext cx="594360" cy="594360"/>
          </a:xfrm>
          <a:prstGeom prst="rect">
            <a:avLst/>
          </a:prstGeom>
        </p:spPr>
      </p:pic>
      <p:sp>
        <p:nvSpPr>
          <p:cNvPr id="20" name="Text 14"/>
          <p:cNvSpPr txBox="1"/>
          <p:nvPr/>
        </p:nvSpPr>
        <p:spPr>
          <a:xfrm>
            <a:off x="1554480" y="3886200"/>
            <a:ext cx="3291840" cy="731520"/>
          </a:xfrm>
          <a:prstGeom prst="rect">
            <a:avLst/>
          </a:prstGeom>
          <a:noFill/>
          <a:ln/>
        </p:spPr>
        <p:txBody>
          <a:bodyPr wrap="square" lIns="0" tIns="0" rIns="0" bIns="0" rtlCol="0" anchor="ctr"/>
          <a:lstStyle/>
          <a:p>
            <a:pPr algn="l" indent="0" marL="0">
              <a:buNone/>
            </a:pPr>
            <a:r>
              <a:rPr lang="en-US" sz="1700" dirty="0">
                <a:solidFill>
                  <a:schemeClr val="tx1"/>
                </a:solidFill>
              </a:rPr>
              <a:t>« ça dépend </a:t>
            </a:r>
            <a:r>
              <a:rPr lang="en-US" sz="1700" b="1" dirty="0">
                <a:solidFill>
                  <a:schemeClr val="tx1"/>
                </a:solidFill>
              </a:rPr>
              <a:t>de</a:t>
            </a:r>
            <a:r>
              <a:rPr lang="en-US" sz="1700" dirty="0">
                <a:solidFill>
                  <a:schemeClr val="tx1"/>
                </a:solidFill>
              </a:rPr>
              <a:t>… »</a:t>
            </a:r>
            <a:endParaRPr lang="en-US" sz="1700" dirty="0"/>
          </a:p>
        </p:txBody>
      </p:sp>
      <p:sp>
        <p:nvSpPr>
          <p:cNvPr id="21" name="Text 15"/>
          <p:cNvSpPr txBox="1"/>
          <p:nvPr/>
        </p:nvSpPr>
        <p:spPr>
          <a:xfrm>
            <a:off x="4846320" y="3886200"/>
            <a:ext cx="2651760" cy="731520"/>
          </a:xfrm>
          <a:prstGeom prst="rect">
            <a:avLst/>
          </a:prstGeom>
          <a:noFill/>
          <a:ln/>
        </p:spPr>
        <p:txBody>
          <a:bodyPr wrap="square" lIns="0" tIns="0" rIns="0" bIns="0" rtlCol="0" anchor="ctr"/>
          <a:lstStyle/>
          <a:p>
            <a:pPr algn="l" indent="0" marL="0">
              <a:buNone/>
            </a:pPr>
            <a:r>
              <a:rPr lang="en-US" sz="1500" dirty="0">
                <a:solidFill>
                  <a:schemeClr val="accent6"/>
                </a:solidFill>
              </a:rPr>
              <a:t>✗ </a:t>
            </a:r>
            <a:r>
              <a:rPr lang="en-US" sz="1500" i="1" strike="sngStrike" dirty="0">
                <a:solidFill>
                  <a:schemeClr val="accent6"/>
                </a:solidFill>
              </a:rPr>
              <a:t>Dat hangt af van het.</a:t>
            </a:r>
            <a:endParaRPr lang="en-US" sz="1500" dirty="0"/>
          </a:p>
        </p:txBody>
      </p:sp>
      <p:sp>
        <p:nvSpPr>
          <p:cNvPr id="22" name="Shape 16"/>
          <p:cNvSpPr/>
          <p:nvPr/>
        </p:nvSpPr>
        <p:spPr>
          <a:xfrm>
            <a:off x="7543800" y="4251960"/>
            <a:ext cx="320040" cy="914"/>
          </a:xfrm>
          <a:prstGeom prst="line">
            <a:avLst/>
          </a:prstGeom>
          <a:noFill/>
          <a:ln w="25400">
            <a:solidFill>
              <a:srgbClr val="2E7D4F"/>
            </a:solidFill>
            <a:prstDash val="solid"/>
            <a:tailEnd type="triangle"/>
          </a:ln>
        </p:spPr>
      </p:sp>
      <p:sp>
        <p:nvSpPr>
          <p:cNvPr id="23" name="Shape 17"/>
          <p:cNvSpPr/>
          <p:nvPr/>
        </p:nvSpPr>
        <p:spPr>
          <a:xfrm>
            <a:off x="7909560" y="3941064"/>
            <a:ext cx="3566160" cy="640080"/>
          </a:xfrm>
          <a:prstGeom prst="roundRect">
            <a:avLst>
              <a:gd name="adj" fmla="val 14286"/>
            </a:avLst>
          </a:prstGeom>
          <a:solidFill>
            <a:schemeClr val="accent3">
              <a:alpha val="12000"/>
            </a:schemeClr>
          </a:solidFill>
          <a:ln w="19050">
            <a:solidFill>
              <a:srgbClr val="2E7D4F"/>
            </a:solidFill>
            <a:prstDash val="solid"/>
          </a:ln>
        </p:spPr>
      </p:sp>
      <p:sp>
        <p:nvSpPr>
          <p:cNvPr id="24" name="Text 18"/>
          <p:cNvSpPr txBox="1"/>
          <p:nvPr/>
        </p:nvSpPr>
        <p:spPr>
          <a:xfrm>
            <a:off x="8046720" y="3941064"/>
            <a:ext cx="3383280" cy="640080"/>
          </a:xfrm>
          <a:prstGeom prst="rect">
            <a:avLst/>
          </a:prstGeom>
          <a:noFill/>
          <a:ln/>
        </p:spPr>
        <p:txBody>
          <a:bodyPr wrap="square" lIns="0" tIns="0" rIns="0" bIns="0" rtlCol="0" anchor="ctr"/>
          <a:lstStyle/>
          <a:p>
            <a:pPr algn="l" indent="0" marL="0">
              <a:buNone/>
            </a:pPr>
            <a:r>
              <a:rPr lang="en-US" sz="1800" dirty="0">
                <a:solidFill>
                  <a:schemeClr val="tx1"/>
                </a:solidFill>
              </a:rPr>
              <a:t>✓ </a:t>
            </a:r>
            <a:r>
              <a:rPr lang="en-US" sz="1800" i="1" dirty="0">
                <a:solidFill>
                  <a:schemeClr val="tx1"/>
                </a:solidFill>
              </a:rPr>
              <a:t>Dat hangt </a:t>
            </a:r>
            <a:r>
              <a:rPr lang="en-US" sz="1800" b="1" i="1" dirty="0">
                <a:solidFill>
                  <a:schemeClr val="accent3"/>
                </a:solidFill>
              </a:rPr>
              <a:t>er</a:t>
            </a:r>
            <a:r>
              <a:rPr lang="en-US" sz="1800" b="1" i="1" dirty="0">
                <a:solidFill>
                  <a:schemeClr val="accent1"/>
                </a:solidFill>
              </a:rPr>
              <a:t>van</a:t>
            </a:r>
            <a:r>
              <a:rPr lang="en-US" sz="1800" i="1" dirty="0">
                <a:solidFill>
                  <a:schemeClr val="tx1"/>
                </a:solidFill>
              </a:rPr>
              <a:t> af.</a:t>
            </a:r>
            <a:endParaRPr lang="en-US" sz="1800" dirty="0"/>
          </a:p>
        </p:txBody>
      </p:sp>
      <p:pic>
        <p:nvPicPr>
          <p:cNvPr id="25" name="Image 3" descr="potted plant">    </p:cNvPr>
          <p:cNvPicPr>
            <a:picLocks noChangeAspect="1"/>
          </p:cNvPicPr>
          <p:nvPr/>
        </p:nvPicPr>
        <p:blipFill>
          <a:blip r:embed="rId4"/>
          <a:stretch>
            <a:fillRect/>
          </a:stretch>
        </p:blipFill>
        <p:spPr>
          <a:xfrm>
            <a:off x="777240" y="4828032"/>
            <a:ext cx="594360" cy="594360"/>
          </a:xfrm>
          <a:prstGeom prst="rect">
            <a:avLst/>
          </a:prstGeom>
        </p:spPr>
      </p:pic>
      <p:sp>
        <p:nvSpPr>
          <p:cNvPr id="26" name="Text 19"/>
          <p:cNvSpPr txBox="1"/>
          <p:nvPr/>
        </p:nvSpPr>
        <p:spPr>
          <a:xfrm>
            <a:off x="1554480" y="4754880"/>
            <a:ext cx="3291840" cy="731520"/>
          </a:xfrm>
          <a:prstGeom prst="rect">
            <a:avLst/>
          </a:prstGeom>
          <a:noFill/>
          <a:ln/>
        </p:spPr>
        <p:txBody>
          <a:bodyPr wrap="square" lIns="0" tIns="0" rIns="0" bIns="0" rtlCol="0" anchor="ctr"/>
          <a:lstStyle/>
          <a:p>
            <a:pPr algn="l" indent="0" marL="0">
              <a:buNone/>
            </a:pPr>
            <a:r>
              <a:rPr lang="en-US" sz="1700" dirty="0">
                <a:solidFill>
                  <a:schemeClr val="tx1"/>
                </a:solidFill>
              </a:rPr>
              <a:t>« s’occuper </a:t>
            </a:r>
            <a:r>
              <a:rPr lang="en-US" sz="1700" b="1" dirty="0">
                <a:solidFill>
                  <a:schemeClr val="tx1"/>
                </a:solidFill>
              </a:rPr>
              <a:t>de</a:t>
            </a:r>
            <a:r>
              <a:rPr lang="en-US" sz="1700" dirty="0">
                <a:solidFill>
                  <a:schemeClr val="tx1"/>
                </a:solidFill>
              </a:rPr>
              <a:t> »</a:t>
            </a:r>
            <a:endParaRPr lang="en-US" sz="1700" dirty="0"/>
          </a:p>
        </p:txBody>
      </p:sp>
      <p:sp>
        <p:nvSpPr>
          <p:cNvPr id="27" name="Text 20"/>
          <p:cNvSpPr txBox="1"/>
          <p:nvPr/>
        </p:nvSpPr>
        <p:spPr>
          <a:xfrm>
            <a:off x="4846320" y="4754880"/>
            <a:ext cx="2651760" cy="731520"/>
          </a:xfrm>
          <a:prstGeom prst="rect">
            <a:avLst/>
          </a:prstGeom>
          <a:noFill/>
          <a:ln/>
        </p:spPr>
        <p:txBody>
          <a:bodyPr wrap="square" lIns="0" tIns="0" rIns="0" bIns="0" rtlCol="0" anchor="ctr"/>
          <a:lstStyle/>
          <a:p>
            <a:pPr algn="l" indent="0" marL="0">
              <a:buNone/>
            </a:pPr>
            <a:r>
              <a:rPr lang="en-US" sz="1500" dirty="0">
                <a:solidFill>
                  <a:schemeClr val="accent6"/>
                </a:solidFill>
              </a:rPr>
              <a:t>✗ </a:t>
            </a:r>
            <a:r>
              <a:rPr lang="en-US" sz="1500" i="1" strike="sngStrike" dirty="0">
                <a:solidFill>
                  <a:schemeClr val="accent6"/>
                </a:solidFill>
              </a:rPr>
              <a:t>zorgen van</a:t>
            </a:r>
            <a:endParaRPr lang="en-US" sz="1500" dirty="0"/>
          </a:p>
        </p:txBody>
      </p:sp>
      <p:sp>
        <p:nvSpPr>
          <p:cNvPr id="28" name="Shape 21"/>
          <p:cNvSpPr/>
          <p:nvPr/>
        </p:nvSpPr>
        <p:spPr>
          <a:xfrm>
            <a:off x="7543800" y="5120640"/>
            <a:ext cx="320040" cy="914"/>
          </a:xfrm>
          <a:prstGeom prst="line">
            <a:avLst/>
          </a:prstGeom>
          <a:noFill/>
          <a:ln w="25400">
            <a:solidFill>
              <a:srgbClr val="2E7D4F"/>
            </a:solidFill>
            <a:prstDash val="solid"/>
            <a:tailEnd type="triangle"/>
          </a:ln>
        </p:spPr>
      </p:sp>
      <p:sp>
        <p:nvSpPr>
          <p:cNvPr id="29" name="Shape 22"/>
          <p:cNvSpPr/>
          <p:nvPr/>
        </p:nvSpPr>
        <p:spPr>
          <a:xfrm>
            <a:off x="7909560" y="4809744"/>
            <a:ext cx="3566160" cy="640080"/>
          </a:xfrm>
          <a:prstGeom prst="roundRect">
            <a:avLst>
              <a:gd name="adj" fmla="val 14286"/>
            </a:avLst>
          </a:prstGeom>
          <a:solidFill>
            <a:schemeClr val="accent3">
              <a:alpha val="12000"/>
            </a:schemeClr>
          </a:solidFill>
          <a:ln w="19050">
            <a:solidFill>
              <a:srgbClr val="2E7D4F"/>
            </a:solidFill>
            <a:prstDash val="solid"/>
          </a:ln>
        </p:spPr>
      </p:sp>
      <p:sp>
        <p:nvSpPr>
          <p:cNvPr id="30" name="Text 23"/>
          <p:cNvSpPr txBox="1"/>
          <p:nvPr/>
        </p:nvSpPr>
        <p:spPr>
          <a:xfrm>
            <a:off x="8046720" y="4809744"/>
            <a:ext cx="3383280" cy="640080"/>
          </a:xfrm>
          <a:prstGeom prst="rect">
            <a:avLst/>
          </a:prstGeom>
          <a:noFill/>
          <a:ln/>
        </p:spPr>
        <p:txBody>
          <a:bodyPr wrap="square" lIns="0" tIns="0" rIns="0" bIns="0" rtlCol="0" anchor="ctr"/>
          <a:lstStyle/>
          <a:p>
            <a:pPr algn="l" indent="0" marL="0">
              <a:buNone/>
            </a:pPr>
            <a:r>
              <a:rPr lang="en-US" sz="1800" dirty="0">
                <a:solidFill>
                  <a:schemeClr val="tx1"/>
                </a:solidFill>
              </a:rPr>
              <a:t>✓ </a:t>
            </a:r>
            <a:r>
              <a:rPr lang="en-US" sz="1800" i="1" dirty="0">
                <a:solidFill>
                  <a:schemeClr val="tx1"/>
                </a:solidFill>
              </a:rPr>
              <a:t>zorgen </a:t>
            </a:r>
            <a:r>
              <a:rPr lang="en-US" sz="1800" b="1" i="1" dirty="0">
                <a:solidFill>
                  <a:schemeClr val="accent1"/>
                </a:solidFill>
              </a:rPr>
              <a:t>voor</a:t>
            </a:r>
            <a:endParaRPr lang="en-US" sz="1800" dirty="0"/>
          </a:p>
        </p:txBody>
      </p:sp>
      <p:sp>
        <p:nvSpPr>
          <p:cNvPr id="31" name="Shape 24"/>
          <p:cNvSpPr/>
          <p:nvPr/>
        </p:nvSpPr>
        <p:spPr>
          <a:xfrm>
            <a:off x="548640" y="5715000"/>
            <a:ext cx="11091672" cy="566928"/>
          </a:xfrm>
          <a:prstGeom prst="roundRect">
            <a:avLst>
              <a:gd name="adj" fmla="val 12903"/>
            </a:avLst>
          </a:prstGeom>
          <a:solidFill>
            <a:schemeClr val="tx2"/>
          </a:solidFill>
          <a:ln w="12700">
            <a:solidFill>
              <a:srgbClr val="FFFFFF">
                <a:alpha val="0"/>
              </a:srgbClr>
            </a:solidFill>
            <a:prstDash val="solid"/>
          </a:ln>
        </p:spPr>
      </p:sp>
      <p:sp>
        <p:nvSpPr>
          <p:cNvPr id="32" name="Text 25"/>
          <p:cNvSpPr txBox="1"/>
          <p:nvPr/>
        </p:nvSpPr>
        <p:spPr>
          <a:xfrm>
            <a:off x="822960" y="5715000"/>
            <a:ext cx="10607040" cy="566928"/>
          </a:xfrm>
          <a:prstGeom prst="rect">
            <a:avLst/>
          </a:prstGeom>
          <a:noFill/>
          <a:ln/>
        </p:spPr>
        <p:txBody>
          <a:bodyPr wrap="square" lIns="0" tIns="0" rIns="0" bIns="0" rtlCol="0" anchor="ctr"/>
          <a:lstStyle/>
          <a:p>
            <a:pPr algn="l" indent="0" marL="0">
              <a:buNone/>
            </a:pPr>
            <a:r>
              <a:rPr lang="en-US" sz="1700" dirty="0">
                <a:solidFill>
                  <a:schemeClr val="bg1"/>
                </a:solidFill>
              </a:rPr>
              <a:t>« de » peut devenir </a:t>
            </a:r>
            <a:r>
              <a:rPr lang="en-US" sz="1700" i="1" dirty="0">
                <a:solidFill>
                  <a:schemeClr val="bg1"/>
                </a:solidFill>
              </a:rPr>
              <a:t>van, in, voor, over, met</a:t>
            </a:r>
            <a:r>
              <a:rPr lang="en-US" sz="1700" dirty="0">
                <a:solidFill>
                  <a:schemeClr val="bg1"/>
                </a:solidFill>
              </a:rPr>
              <a:t>… Apprenez la carte « verbe + préposition ».</a:t>
            </a:r>
            <a:endParaRPr lang="en-US" sz="1700" dirty="0"/>
          </a:p>
        </p:txBody>
      </p:sp>
      <p:sp>
        <p:nvSpPr>
          <p:cNvPr id="25" name="Slide Number Placeholder 0"/>
          <p:cNvSpPr>
            <a:spLocks noGrp="1"/>
          </p:cNvSpPr>
          <p:nvPr>
            <p:ph type="sldNum" sz="quarter" idx="4294967295"/>
          </p:nvPr>
        </p:nvSpPr>
        <p:spPr>
          <a:xfrm>
            <a:off x="11091672"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4A5A70"/>
                </a:solidFill>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1"/>
          <p:cNvSpPr/>
          <p:nvPr>
            <p:ph idx="101" type="title" hasCustomPrompt="1"/>
          </p:nvPr>
        </p:nvSpPr>
        <p:spPr>
          <a:xfrm>
            <a:off x="548640" y="621792"/>
            <a:ext cx="11091672" cy="713232"/>
          </a:xfrm>
          <a:prstGeom prst="rect">
            <a:avLst/>
          </a:prstGeom>
          <a:noFill/>
          <a:ln/>
        </p:spPr>
        <p:txBody>
          <a:bodyPr wrap="square" lIns="0" tIns="0" rIns="0" bIns="0" rtlCol="0" anchor="ctr"/>
          <a:lstStyle/>
          <a:p>
            <a:pPr algn="l" indent="0" marL="0">
              <a:buNone/>
            </a:pPr>
            <a:r>
              <a:rPr lang="en-US" sz="3000" b="1" dirty="0">
                <a:solidFill>
                  <a:schemeClr val="tx2"/>
                </a:solidFill>
              </a:rPr>
              <a:t>Poser une question : waar… op ? op wie ?</a:t>
            </a:r>
            <a:endParaRPr lang="en-US" sz="3000" dirty="0"/>
          </a:p>
        </p:txBody>
      </p:sp>
      <p:sp>
        <p:nvSpPr>
          <p:cNvPr id="3" name="tag"/>
          <p:cNvSpPr/>
          <p:nvPr/>
        </p:nvSpPr>
        <p:spPr>
          <a:xfrm>
            <a:off x="548640" y="237744"/>
            <a:ext cx="1336853" cy="310896"/>
          </a:xfrm>
          <a:prstGeom prst="roundRect">
            <a:avLst>
              <a:gd name="adj" fmla="val 14706"/>
            </a:avLst>
          </a:prstGeom>
          <a:solidFill>
            <a:schemeClr val="tx2"/>
          </a:solidFill>
          <a:ln/>
        </p:spPr>
        <p:txBody>
          <a:bodyPr wrap="square" lIns="0" tIns="0" rIns="0" bIns="0" rtlCol="0" anchor="ctr"/>
          <a:lstStyle/>
          <a:p>
            <a:pPr algn="ctr" indent="0" marL="0">
              <a:buNone/>
            </a:pPr>
            <a:r>
              <a:rPr lang="en-US" sz="1200" b="1" spc="100" kern="0" dirty="0">
                <a:solidFill>
                  <a:srgbClr val="FFFFFF"/>
                </a:solidFill>
              </a:rPr>
              <a:t>GRAMMAIRE</a:t>
            </a:r>
            <a:endParaRPr lang="en-US" sz="1200" dirty="0"/>
          </a:p>
        </p:txBody>
      </p:sp>
      <p:sp>
        <p:nvSpPr>
          <p:cNvPr id="5" name="Shape 2"/>
          <p:cNvSpPr/>
          <p:nvPr/>
        </p:nvSpPr>
        <p:spPr>
          <a:xfrm>
            <a:off x="548640" y="1554480"/>
            <a:ext cx="5413248" cy="3931920"/>
          </a:xfrm>
          <a:prstGeom prst="roundRect">
            <a:avLst>
              <a:gd name="adj" fmla="val 1860"/>
            </a:avLst>
          </a:prstGeom>
          <a:solidFill>
            <a:schemeClr val="bg1"/>
          </a:solidFill>
          <a:ln w="25400">
            <a:solidFill>
              <a:srgbClr val="2E7D4F"/>
            </a:solidFill>
            <a:prstDash val="solid"/>
          </a:ln>
          <a:effectLst>
            <a:outerShdw sx="100000" sy="100000" kx="0" ky="0" algn="bl" rotWithShape="0" blurRad="101600" dist="25400" dir="3600000">
              <a:srgbClr val="000000">
                <a:alpha val="16000"/>
              </a:srgbClr>
            </a:outerShdw>
          </a:effectLst>
        </p:spPr>
      </p:sp>
      <p:sp>
        <p:nvSpPr>
          <p:cNvPr id="6" name="Shape 3"/>
          <p:cNvSpPr/>
          <p:nvPr/>
        </p:nvSpPr>
        <p:spPr>
          <a:xfrm>
            <a:off x="548640" y="1554480"/>
            <a:ext cx="5413248" cy="502920"/>
          </a:xfrm>
          <a:prstGeom prst="roundRect">
            <a:avLst>
              <a:gd name="adj" fmla="val 14545"/>
            </a:avLst>
          </a:prstGeom>
          <a:solidFill>
            <a:schemeClr val="accent3"/>
          </a:solidFill>
          <a:ln w="12700">
            <a:solidFill>
              <a:srgbClr val="FFFFFF">
                <a:alpha val="0"/>
              </a:srgbClr>
            </a:solidFill>
            <a:prstDash val="solid"/>
          </a:ln>
        </p:spPr>
      </p:sp>
      <p:sp>
        <p:nvSpPr>
          <p:cNvPr id="7" name="Text 4"/>
          <p:cNvSpPr txBox="1"/>
          <p:nvPr/>
        </p:nvSpPr>
        <p:spPr>
          <a:xfrm>
            <a:off x="548640" y="1554480"/>
            <a:ext cx="5413248" cy="502920"/>
          </a:xfrm>
          <a:prstGeom prst="rect">
            <a:avLst/>
          </a:prstGeom>
          <a:noFill/>
          <a:ln/>
        </p:spPr>
        <p:txBody>
          <a:bodyPr wrap="square" lIns="0" tIns="0" rIns="0" bIns="0" rtlCol="0" anchor="ctr"/>
          <a:lstStyle/>
          <a:p>
            <a:pPr algn="ctr" indent="0" marL="0">
              <a:buNone/>
            </a:pPr>
            <a:r>
              <a:rPr lang="en-US" sz="1700" b="1" spc="200" kern="0" dirty="0">
                <a:solidFill>
                  <a:schemeClr val="bg1"/>
                </a:solidFill>
              </a:rPr>
              <a:t>UNE CHOSE</a:t>
            </a:r>
            <a:endParaRPr lang="en-US" sz="1700" dirty="0"/>
          </a:p>
        </p:txBody>
      </p:sp>
      <p:pic>
        <p:nvPicPr>
          <p:cNvPr id="8" name="Image 0" descr="spiral calendar">    </p:cNvPr>
          <p:cNvPicPr>
            <a:picLocks noChangeAspect="1"/>
          </p:cNvPicPr>
          <p:nvPr/>
        </p:nvPicPr>
        <p:blipFill>
          <a:blip r:embed="rId1"/>
          <a:stretch>
            <a:fillRect/>
          </a:stretch>
        </p:blipFill>
        <p:spPr>
          <a:xfrm>
            <a:off x="777240" y="2194560"/>
            <a:ext cx="640080" cy="640080"/>
          </a:xfrm>
          <a:prstGeom prst="rect">
            <a:avLst/>
          </a:prstGeom>
        </p:spPr>
      </p:pic>
      <p:sp>
        <p:nvSpPr>
          <p:cNvPr id="9" name="Text 5"/>
          <p:cNvSpPr txBox="1"/>
          <p:nvPr/>
        </p:nvSpPr>
        <p:spPr>
          <a:xfrm>
            <a:off x="1554480" y="2194560"/>
            <a:ext cx="4224528" cy="640080"/>
          </a:xfrm>
          <a:prstGeom prst="rect">
            <a:avLst/>
          </a:prstGeom>
          <a:noFill/>
          <a:ln/>
        </p:spPr>
        <p:txBody>
          <a:bodyPr wrap="square" lIns="0" tIns="0" rIns="0" bIns="0" rtlCol="0" anchor="ctr"/>
          <a:lstStyle/>
          <a:p>
            <a:pPr algn="l" indent="0" marL="0">
              <a:buNone/>
            </a:pPr>
            <a:r>
              <a:rPr lang="en-US" sz="1800" b="1" i="1" dirty="0">
                <a:solidFill>
                  <a:schemeClr val="accent3"/>
                </a:solidFill>
              </a:rPr>
              <a:t>waar</a:t>
            </a:r>
            <a:r>
              <a:rPr lang="en-US" sz="1800" b="1" dirty="0">
                <a:solidFill>
                  <a:schemeClr val="accent3"/>
                </a:solidFill>
              </a:rPr>
              <a:t> … préposition au bout</a:t>
            </a:r>
            <a:endParaRPr lang="en-US" sz="1800" dirty="0"/>
          </a:p>
        </p:txBody>
      </p:sp>
      <p:sp>
        <p:nvSpPr>
          <p:cNvPr id="10" name="Shape 6"/>
          <p:cNvSpPr/>
          <p:nvPr/>
        </p:nvSpPr>
        <p:spPr>
          <a:xfrm>
            <a:off x="777240" y="3017520"/>
            <a:ext cx="4956048" cy="685800"/>
          </a:xfrm>
          <a:prstGeom prst="roundRect">
            <a:avLst>
              <a:gd name="adj" fmla="val 10667"/>
            </a:avLst>
          </a:prstGeom>
          <a:solidFill>
            <a:schemeClr val="bg2"/>
          </a:solidFill>
          <a:ln w="12700">
            <a:solidFill>
              <a:srgbClr val="FFFFFF">
                <a:alpha val="0"/>
              </a:srgbClr>
            </a:solidFill>
            <a:prstDash val="solid"/>
          </a:ln>
        </p:spPr>
      </p:sp>
      <p:sp>
        <p:nvSpPr>
          <p:cNvPr id="11" name="Text 7"/>
          <p:cNvSpPr txBox="1"/>
          <p:nvPr/>
        </p:nvSpPr>
        <p:spPr>
          <a:xfrm>
            <a:off x="914400" y="3017520"/>
            <a:ext cx="2834640" cy="685800"/>
          </a:xfrm>
          <a:prstGeom prst="rect">
            <a:avLst/>
          </a:prstGeom>
          <a:noFill/>
          <a:ln/>
        </p:spPr>
        <p:txBody>
          <a:bodyPr wrap="square" lIns="0" tIns="0" rIns="0" bIns="0" rtlCol="0" anchor="ctr"/>
          <a:lstStyle/>
          <a:p>
            <a:pPr algn="l" indent="0" marL="0">
              <a:buNone/>
            </a:pPr>
            <a:r>
              <a:rPr lang="en-US" sz="1900" b="1" i="1" dirty="0">
                <a:solidFill>
                  <a:schemeClr val="accent4"/>
                </a:solidFill>
              </a:rPr>
              <a:t>Waar</a:t>
            </a:r>
            <a:r>
              <a:rPr lang="en-US" sz="1900" i="1" dirty="0">
                <a:solidFill>
                  <a:schemeClr val="tx1"/>
                </a:solidFill>
              </a:rPr>
              <a:t> wacht je </a:t>
            </a:r>
            <a:r>
              <a:rPr lang="en-US" sz="1900" b="1" i="1" dirty="0">
                <a:solidFill>
                  <a:schemeClr val="accent1"/>
                </a:solidFill>
              </a:rPr>
              <a:t>op</a:t>
            </a:r>
            <a:r>
              <a:rPr lang="en-US" sz="1900" i="1" dirty="0">
                <a:solidFill>
                  <a:schemeClr val="tx1"/>
                </a:solidFill>
              </a:rPr>
              <a:t>?</a:t>
            </a:r>
            <a:endParaRPr lang="en-US" sz="1900" dirty="0"/>
          </a:p>
        </p:txBody>
      </p:sp>
      <p:sp>
        <p:nvSpPr>
          <p:cNvPr id="12" name="Text 8"/>
          <p:cNvSpPr txBox="1"/>
          <p:nvPr/>
        </p:nvSpPr>
        <p:spPr>
          <a:xfrm>
            <a:off x="3703320" y="3017520"/>
            <a:ext cx="1984248" cy="685800"/>
          </a:xfrm>
          <a:prstGeom prst="rect">
            <a:avLst/>
          </a:prstGeom>
          <a:noFill/>
          <a:ln/>
        </p:spPr>
        <p:txBody>
          <a:bodyPr wrap="square" lIns="0" tIns="0" rIns="0" bIns="0" rtlCol="0" anchor="ctr"/>
          <a:lstStyle/>
          <a:p>
            <a:pPr algn="l" indent="0" marL="0">
              <a:buNone/>
            </a:pPr>
            <a:r>
              <a:rPr lang="en-US" sz="1600" i="1" dirty="0">
                <a:solidFill>
                  <a:schemeClr val="accent5"/>
                </a:solidFill>
              </a:rPr>
              <a:t>Op de bus.</a:t>
            </a:r>
            <a:endParaRPr lang="en-US" sz="1600" dirty="0"/>
          </a:p>
        </p:txBody>
      </p:sp>
      <p:sp>
        <p:nvSpPr>
          <p:cNvPr id="13" name="Shape 9"/>
          <p:cNvSpPr/>
          <p:nvPr/>
        </p:nvSpPr>
        <p:spPr>
          <a:xfrm>
            <a:off x="777240" y="3822192"/>
            <a:ext cx="4956048" cy="685800"/>
          </a:xfrm>
          <a:prstGeom prst="roundRect">
            <a:avLst>
              <a:gd name="adj" fmla="val 10667"/>
            </a:avLst>
          </a:prstGeom>
          <a:solidFill>
            <a:schemeClr val="bg2"/>
          </a:solidFill>
          <a:ln w="12700">
            <a:solidFill>
              <a:srgbClr val="FFFFFF">
                <a:alpha val="0"/>
              </a:srgbClr>
            </a:solidFill>
            <a:prstDash val="solid"/>
          </a:ln>
        </p:spPr>
      </p:sp>
      <p:sp>
        <p:nvSpPr>
          <p:cNvPr id="14" name="Text 10"/>
          <p:cNvSpPr txBox="1"/>
          <p:nvPr/>
        </p:nvSpPr>
        <p:spPr>
          <a:xfrm>
            <a:off x="914400" y="3822192"/>
            <a:ext cx="2834640" cy="685800"/>
          </a:xfrm>
          <a:prstGeom prst="rect">
            <a:avLst/>
          </a:prstGeom>
          <a:noFill/>
          <a:ln/>
        </p:spPr>
        <p:txBody>
          <a:bodyPr wrap="square" lIns="0" tIns="0" rIns="0" bIns="0" rtlCol="0" anchor="ctr"/>
          <a:lstStyle/>
          <a:p>
            <a:pPr algn="l" indent="0" marL="0">
              <a:buNone/>
            </a:pPr>
            <a:r>
              <a:rPr lang="en-US" sz="1900" b="1" i="1" dirty="0">
                <a:solidFill>
                  <a:schemeClr val="accent4"/>
                </a:solidFill>
              </a:rPr>
              <a:t>Waar</a:t>
            </a:r>
            <a:r>
              <a:rPr lang="en-US" sz="1900" i="1" dirty="0">
                <a:solidFill>
                  <a:schemeClr val="tx1"/>
                </a:solidFill>
              </a:rPr>
              <a:t> denk je </a:t>
            </a:r>
            <a:r>
              <a:rPr lang="en-US" sz="1900" b="1" i="1" dirty="0">
                <a:solidFill>
                  <a:schemeClr val="accent1"/>
                </a:solidFill>
              </a:rPr>
              <a:t>aan</a:t>
            </a:r>
            <a:r>
              <a:rPr lang="en-US" sz="1900" i="1" dirty="0">
                <a:solidFill>
                  <a:schemeClr val="tx1"/>
                </a:solidFill>
              </a:rPr>
              <a:t>?</a:t>
            </a:r>
            <a:endParaRPr lang="en-US" sz="1900" dirty="0"/>
          </a:p>
        </p:txBody>
      </p:sp>
      <p:sp>
        <p:nvSpPr>
          <p:cNvPr id="15" name="Text 11"/>
          <p:cNvSpPr txBox="1"/>
          <p:nvPr/>
        </p:nvSpPr>
        <p:spPr>
          <a:xfrm>
            <a:off x="3703320" y="3822192"/>
            <a:ext cx="1984248" cy="685800"/>
          </a:xfrm>
          <a:prstGeom prst="rect">
            <a:avLst/>
          </a:prstGeom>
          <a:noFill/>
          <a:ln/>
        </p:spPr>
        <p:txBody>
          <a:bodyPr wrap="square" lIns="0" tIns="0" rIns="0" bIns="0" rtlCol="0" anchor="ctr"/>
          <a:lstStyle/>
          <a:p>
            <a:pPr algn="l" indent="0" marL="0">
              <a:buNone/>
            </a:pPr>
            <a:r>
              <a:rPr lang="en-US" sz="1600" i="1" dirty="0">
                <a:solidFill>
                  <a:schemeClr val="accent5"/>
                </a:solidFill>
              </a:rPr>
              <a:t>Aan mijn vakantie.</a:t>
            </a:r>
            <a:endParaRPr lang="en-US" sz="1600" dirty="0"/>
          </a:p>
        </p:txBody>
      </p:sp>
      <p:sp>
        <p:nvSpPr>
          <p:cNvPr id="16" name="Shape 12"/>
          <p:cNvSpPr/>
          <p:nvPr/>
        </p:nvSpPr>
        <p:spPr>
          <a:xfrm>
            <a:off x="777240" y="4626864"/>
            <a:ext cx="4956048" cy="685800"/>
          </a:xfrm>
          <a:prstGeom prst="roundRect">
            <a:avLst>
              <a:gd name="adj" fmla="val 10667"/>
            </a:avLst>
          </a:prstGeom>
          <a:solidFill>
            <a:schemeClr val="bg2"/>
          </a:solidFill>
          <a:ln w="12700">
            <a:solidFill>
              <a:srgbClr val="FFFFFF">
                <a:alpha val="0"/>
              </a:srgbClr>
            </a:solidFill>
            <a:prstDash val="solid"/>
          </a:ln>
        </p:spPr>
      </p:sp>
      <p:sp>
        <p:nvSpPr>
          <p:cNvPr id="17" name="Text 13"/>
          <p:cNvSpPr txBox="1"/>
          <p:nvPr/>
        </p:nvSpPr>
        <p:spPr>
          <a:xfrm>
            <a:off x="914400" y="4626864"/>
            <a:ext cx="2834640" cy="685800"/>
          </a:xfrm>
          <a:prstGeom prst="rect">
            <a:avLst/>
          </a:prstGeom>
          <a:noFill/>
          <a:ln/>
        </p:spPr>
        <p:txBody>
          <a:bodyPr wrap="square" lIns="0" tIns="0" rIns="0" bIns="0" rtlCol="0" anchor="ctr"/>
          <a:lstStyle/>
          <a:p>
            <a:pPr algn="l" indent="0" marL="0">
              <a:buNone/>
            </a:pPr>
            <a:r>
              <a:rPr lang="en-US" sz="1900" b="1" i="1" dirty="0">
                <a:solidFill>
                  <a:schemeClr val="accent4"/>
                </a:solidFill>
              </a:rPr>
              <a:t>Waar</a:t>
            </a:r>
            <a:r>
              <a:rPr lang="en-US" sz="1900" b="1" i="1" dirty="0">
                <a:solidFill>
                  <a:schemeClr val="accent1"/>
                </a:solidFill>
              </a:rPr>
              <a:t>mee</a:t>
            </a:r>
            <a:r>
              <a:rPr lang="en-US" sz="1900" i="1" dirty="0">
                <a:solidFill>
                  <a:schemeClr val="tx1"/>
                </a:solidFill>
              </a:rPr>
              <a:t> betaal je?</a:t>
            </a:r>
            <a:endParaRPr lang="en-US" sz="1900" dirty="0"/>
          </a:p>
        </p:txBody>
      </p:sp>
      <p:sp>
        <p:nvSpPr>
          <p:cNvPr id="18" name="Text 14"/>
          <p:cNvSpPr txBox="1"/>
          <p:nvPr/>
        </p:nvSpPr>
        <p:spPr>
          <a:xfrm>
            <a:off x="3703320" y="4626864"/>
            <a:ext cx="1984248" cy="685800"/>
          </a:xfrm>
          <a:prstGeom prst="rect">
            <a:avLst/>
          </a:prstGeom>
          <a:noFill/>
          <a:ln/>
        </p:spPr>
        <p:txBody>
          <a:bodyPr wrap="square" lIns="0" tIns="0" rIns="0" bIns="0" rtlCol="0" anchor="ctr"/>
          <a:lstStyle/>
          <a:p>
            <a:pPr algn="l" indent="0" marL="0">
              <a:buNone/>
            </a:pPr>
            <a:r>
              <a:rPr lang="en-US" sz="1600" i="1" dirty="0">
                <a:solidFill>
                  <a:schemeClr val="accent5"/>
                </a:solidFill>
              </a:rPr>
              <a:t>Met mijn kaart.</a:t>
            </a:r>
            <a:endParaRPr lang="en-US" sz="1600" dirty="0"/>
          </a:p>
        </p:txBody>
      </p:sp>
      <p:sp>
        <p:nvSpPr>
          <p:cNvPr id="19" name="Shape 15"/>
          <p:cNvSpPr/>
          <p:nvPr/>
        </p:nvSpPr>
        <p:spPr>
          <a:xfrm>
            <a:off x="6227064" y="1554480"/>
            <a:ext cx="5413248" cy="3931920"/>
          </a:xfrm>
          <a:prstGeom prst="roundRect">
            <a:avLst>
              <a:gd name="adj" fmla="val 1860"/>
            </a:avLst>
          </a:prstGeom>
          <a:solidFill>
            <a:schemeClr val="bg1"/>
          </a:solidFill>
          <a:ln w="25400">
            <a:solidFill>
              <a:srgbClr val="2A6FB0"/>
            </a:solidFill>
            <a:prstDash val="solid"/>
          </a:ln>
          <a:effectLst>
            <a:outerShdw sx="100000" sy="100000" kx="0" ky="0" algn="bl" rotWithShape="0" blurRad="101600" dist="25400" dir="3600000">
              <a:srgbClr val="000000">
                <a:alpha val="16000"/>
              </a:srgbClr>
            </a:outerShdw>
          </a:effectLst>
        </p:spPr>
      </p:sp>
      <p:sp>
        <p:nvSpPr>
          <p:cNvPr id="20" name="Shape 16"/>
          <p:cNvSpPr/>
          <p:nvPr/>
        </p:nvSpPr>
        <p:spPr>
          <a:xfrm>
            <a:off x="6227064" y="1554480"/>
            <a:ext cx="5413248" cy="502920"/>
          </a:xfrm>
          <a:prstGeom prst="roundRect">
            <a:avLst>
              <a:gd name="adj" fmla="val 14545"/>
            </a:avLst>
          </a:prstGeom>
          <a:solidFill>
            <a:schemeClr val="accent2"/>
          </a:solidFill>
          <a:ln w="12700">
            <a:solidFill>
              <a:srgbClr val="FFFFFF">
                <a:alpha val="0"/>
              </a:srgbClr>
            </a:solidFill>
            <a:prstDash val="solid"/>
          </a:ln>
        </p:spPr>
      </p:sp>
      <p:sp>
        <p:nvSpPr>
          <p:cNvPr id="21" name="Text 17"/>
          <p:cNvSpPr txBox="1"/>
          <p:nvPr/>
        </p:nvSpPr>
        <p:spPr>
          <a:xfrm>
            <a:off x="6227064" y="1554480"/>
            <a:ext cx="5413248" cy="502920"/>
          </a:xfrm>
          <a:prstGeom prst="rect">
            <a:avLst/>
          </a:prstGeom>
          <a:noFill/>
          <a:ln/>
        </p:spPr>
        <p:txBody>
          <a:bodyPr wrap="square" lIns="0" tIns="0" rIns="0" bIns="0" rtlCol="0" anchor="ctr"/>
          <a:lstStyle/>
          <a:p>
            <a:pPr algn="ctr" indent="0" marL="0">
              <a:buNone/>
            </a:pPr>
            <a:r>
              <a:rPr lang="en-US" sz="1700" b="1" spc="200" kern="0" dirty="0">
                <a:solidFill>
                  <a:schemeClr val="bg1"/>
                </a:solidFill>
              </a:rPr>
              <a:t>UNE PERSONNE</a:t>
            </a:r>
            <a:endParaRPr lang="en-US" sz="1700" dirty="0"/>
          </a:p>
        </p:txBody>
      </p:sp>
      <p:pic>
        <p:nvPicPr>
          <p:cNvPr id="22" name="Image 1" descr="busts in silhouette">    </p:cNvPr>
          <p:cNvPicPr>
            <a:picLocks noChangeAspect="1"/>
          </p:cNvPicPr>
          <p:nvPr/>
        </p:nvPicPr>
        <p:blipFill>
          <a:blip r:embed="rId2"/>
          <a:stretch>
            <a:fillRect/>
          </a:stretch>
        </p:blipFill>
        <p:spPr>
          <a:xfrm>
            <a:off x="6455664" y="2194560"/>
            <a:ext cx="640080" cy="640080"/>
          </a:xfrm>
          <a:prstGeom prst="rect">
            <a:avLst/>
          </a:prstGeom>
        </p:spPr>
      </p:pic>
      <p:sp>
        <p:nvSpPr>
          <p:cNvPr id="23" name="Text 18"/>
          <p:cNvSpPr txBox="1"/>
          <p:nvPr/>
        </p:nvSpPr>
        <p:spPr>
          <a:xfrm>
            <a:off x="7232904" y="2194560"/>
            <a:ext cx="4224528" cy="640080"/>
          </a:xfrm>
          <a:prstGeom prst="rect">
            <a:avLst/>
          </a:prstGeom>
          <a:noFill/>
          <a:ln/>
        </p:spPr>
        <p:txBody>
          <a:bodyPr wrap="square" lIns="0" tIns="0" rIns="0" bIns="0" rtlCol="0" anchor="ctr"/>
          <a:lstStyle/>
          <a:p>
            <a:pPr algn="l" indent="0" marL="0">
              <a:buNone/>
            </a:pPr>
            <a:r>
              <a:rPr lang="en-US" sz="1800" b="1" dirty="0">
                <a:solidFill>
                  <a:schemeClr val="accent2"/>
                </a:solidFill>
              </a:rPr>
              <a:t>préposition + </a:t>
            </a:r>
            <a:r>
              <a:rPr lang="en-US" sz="1800" b="1" i="1" dirty="0">
                <a:solidFill>
                  <a:schemeClr val="accent2"/>
                </a:solidFill>
              </a:rPr>
              <a:t>wie</a:t>
            </a:r>
            <a:endParaRPr lang="en-US" sz="1800" dirty="0"/>
          </a:p>
        </p:txBody>
      </p:sp>
      <p:sp>
        <p:nvSpPr>
          <p:cNvPr id="24" name="Shape 19"/>
          <p:cNvSpPr/>
          <p:nvPr/>
        </p:nvSpPr>
        <p:spPr>
          <a:xfrm>
            <a:off x="6455664" y="3017520"/>
            <a:ext cx="4956048" cy="685800"/>
          </a:xfrm>
          <a:prstGeom prst="roundRect">
            <a:avLst>
              <a:gd name="adj" fmla="val 10667"/>
            </a:avLst>
          </a:prstGeom>
          <a:solidFill>
            <a:schemeClr val="bg2"/>
          </a:solidFill>
          <a:ln w="12700">
            <a:solidFill>
              <a:srgbClr val="FFFFFF">
                <a:alpha val="0"/>
              </a:srgbClr>
            </a:solidFill>
            <a:prstDash val="solid"/>
          </a:ln>
        </p:spPr>
      </p:sp>
      <p:sp>
        <p:nvSpPr>
          <p:cNvPr id="25" name="Text 20"/>
          <p:cNvSpPr txBox="1"/>
          <p:nvPr/>
        </p:nvSpPr>
        <p:spPr>
          <a:xfrm>
            <a:off x="6592824" y="3017520"/>
            <a:ext cx="2834640" cy="685800"/>
          </a:xfrm>
          <a:prstGeom prst="rect">
            <a:avLst/>
          </a:prstGeom>
          <a:noFill/>
          <a:ln/>
        </p:spPr>
        <p:txBody>
          <a:bodyPr wrap="square" lIns="0" tIns="0" rIns="0" bIns="0" rtlCol="0" anchor="ctr"/>
          <a:lstStyle/>
          <a:p>
            <a:pPr algn="l" indent="0" marL="0">
              <a:buNone/>
            </a:pPr>
            <a:r>
              <a:rPr lang="en-US" sz="1900" b="1" i="1" dirty="0">
                <a:solidFill>
                  <a:schemeClr val="accent1"/>
                </a:solidFill>
              </a:rPr>
              <a:t>Op</a:t>
            </a:r>
            <a:r>
              <a:rPr lang="en-US" sz="1900" i="1" dirty="0">
                <a:solidFill>
                  <a:schemeClr val="tx1"/>
                </a:solidFill>
              </a:rPr>
              <a:t> </a:t>
            </a:r>
            <a:r>
              <a:rPr lang="en-US" sz="1900" b="1" i="1" dirty="0">
                <a:solidFill>
                  <a:schemeClr val="accent2"/>
                </a:solidFill>
              </a:rPr>
              <a:t>wie</a:t>
            </a:r>
            <a:r>
              <a:rPr lang="en-US" sz="1900" i="1" dirty="0">
                <a:solidFill>
                  <a:schemeClr val="tx1"/>
                </a:solidFill>
              </a:rPr>
              <a:t> wacht je?</a:t>
            </a:r>
            <a:endParaRPr lang="en-US" sz="1900" dirty="0"/>
          </a:p>
        </p:txBody>
      </p:sp>
      <p:sp>
        <p:nvSpPr>
          <p:cNvPr id="26" name="Text 21"/>
          <p:cNvSpPr txBox="1"/>
          <p:nvPr/>
        </p:nvSpPr>
        <p:spPr>
          <a:xfrm>
            <a:off x="9381744" y="3017520"/>
            <a:ext cx="1984248" cy="685800"/>
          </a:xfrm>
          <a:prstGeom prst="rect">
            <a:avLst/>
          </a:prstGeom>
          <a:noFill/>
          <a:ln/>
        </p:spPr>
        <p:txBody>
          <a:bodyPr wrap="square" lIns="0" tIns="0" rIns="0" bIns="0" rtlCol="0" anchor="ctr"/>
          <a:lstStyle/>
          <a:p>
            <a:pPr algn="l" indent="0" marL="0">
              <a:buNone/>
            </a:pPr>
            <a:r>
              <a:rPr lang="en-US" sz="1600" i="1" dirty="0">
                <a:solidFill>
                  <a:schemeClr val="accent5"/>
                </a:solidFill>
              </a:rPr>
              <a:t>Op An.</a:t>
            </a:r>
            <a:endParaRPr lang="en-US" sz="1600" dirty="0"/>
          </a:p>
        </p:txBody>
      </p:sp>
      <p:sp>
        <p:nvSpPr>
          <p:cNvPr id="27" name="Shape 22"/>
          <p:cNvSpPr/>
          <p:nvPr/>
        </p:nvSpPr>
        <p:spPr>
          <a:xfrm>
            <a:off x="6455664" y="3822192"/>
            <a:ext cx="4956048" cy="685800"/>
          </a:xfrm>
          <a:prstGeom prst="roundRect">
            <a:avLst>
              <a:gd name="adj" fmla="val 10667"/>
            </a:avLst>
          </a:prstGeom>
          <a:solidFill>
            <a:schemeClr val="bg2"/>
          </a:solidFill>
          <a:ln w="12700">
            <a:solidFill>
              <a:srgbClr val="FFFFFF">
                <a:alpha val="0"/>
              </a:srgbClr>
            </a:solidFill>
            <a:prstDash val="solid"/>
          </a:ln>
        </p:spPr>
      </p:sp>
      <p:sp>
        <p:nvSpPr>
          <p:cNvPr id="28" name="Text 23"/>
          <p:cNvSpPr txBox="1"/>
          <p:nvPr/>
        </p:nvSpPr>
        <p:spPr>
          <a:xfrm>
            <a:off x="6592824" y="3822192"/>
            <a:ext cx="2834640" cy="685800"/>
          </a:xfrm>
          <a:prstGeom prst="rect">
            <a:avLst/>
          </a:prstGeom>
          <a:noFill/>
          <a:ln/>
        </p:spPr>
        <p:txBody>
          <a:bodyPr wrap="square" lIns="0" tIns="0" rIns="0" bIns="0" rtlCol="0" anchor="ctr"/>
          <a:lstStyle/>
          <a:p>
            <a:pPr algn="l" indent="0" marL="0">
              <a:buNone/>
            </a:pPr>
            <a:r>
              <a:rPr lang="en-US" sz="1900" b="1" i="1" dirty="0">
                <a:solidFill>
                  <a:schemeClr val="accent1"/>
                </a:solidFill>
              </a:rPr>
              <a:t>Aan</a:t>
            </a:r>
            <a:r>
              <a:rPr lang="en-US" sz="1900" i="1" dirty="0">
                <a:solidFill>
                  <a:schemeClr val="tx1"/>
                </a:solidFill>
              </a:rPr>
              <a:t> </a:t>
            </a:r>
            <a:r>
              <a:rPr lang="en-US" sz="1900" b="1" i="1" dirty="0">
                <a:solidFill>
                  <a:schemeClr val="accent2"/>
                </a:solidFill>
              </a:rPr>
              <a:t>wie</a:t>
            </a:r>
            <a:r>
              <a:rPr lang="en-US" sz="1900" i="1" dirty="0">
                <a:solidFill>
                  <a:schemeClr val="tx1"/>
                </a:solidFill>
              </a:rPr>
              <a:t> denk je?</a:t>
            </a:r>
            <a:endParaRPr lang="en-US" sz="1900" dirty="0"/>
          </a:p>
        </p:txBody>
      </p:sp>
      <p:sp>
        <p:nvSpPr>
          <p:cNvPr id="29" name="Text 24"/>
          <p:cNvSpPr txBox="1"/>
          <p:nvPr/>
        </p:nvSpPr>
        <p:spPr>
          <a:xfrm>
            <a:off x="9381744" y="3822192"/>
            <a:ext cx="1984248" cy="685800"/>
          </a:xfrm>
          <a:prstGeom prst="rect">
            <a:avLst/>
          </a:prstGeom>
          <a:noFill/>
          <a:ln/>
        </p:spPr>
        <p:txBody>
          <a:bodyPr wrap="square" lIns="0" tIns="0" rIns="0" bIns="0" rtlCol="0" anchor="ctr"/>
          <a:lstStyle/>
          <a:p>
            <a:pPr algn="l" indent="0" marL="0">
              <a:buNone/>
            </a:pPr>
            <a:r>
              <a:rPr lang="en-US" sz="1600" i="1" dirty="0">
                <a:solidFill>
                  <a:schemeClr val="accent5"/>
                </a:solidFill>
              </a:rPr>
              <a:t>Aan mijn moeder.</a:t>
            </a:r>
            <a:endParaRPr lang="en-US" sz="1600" dirty="0"/>
          </a:p>
        </p:txBody>
      </p:sp>
      <p:sp>
        <p:nvSpPr>
          <p:cNvPr id="30" name="Shape 25"/>
          <p:cNvSpPr/>
          <p:nvPr/>
        </p:nvSpPr>
        <p:spPr>
          <a:xfrm>
            <a:off x="6455664" y="4626864"/>
            <a:ext cx="4956048" cy="685800"/>
          </a:xfrm>
          <a:prstGeom prst="roundRect">
            <a:avLst>
              <a:gd name="adj" fmla="val 10667"/>
            </a:avLst>
          </a:prstGeom>
          <a:solidFill>
            <a:schemeClr val="bg2"/>
          </a:solidFill>
          <a:ln w="12700">
            <a:solidFill>
              <a:srgbClr val="FFFFFF">
                <a:alpha val="0"/>
              </a:srgbClr>
            </a:solidFill>
            <a:prstDash val="solid"/>
          </a:ln>
        </p:spPr>
      </p:sp>
      <p:sp>
        <p:nvSpPr>
          <p:cNvPr id="31" name="Text 26"/>
          <p:cNvSpPr txBox="1"/>
          <p:nvPr/>
        </p:nvSpPr>
        <p:spPr>
          <a:xfrm>
            <a:off x="6592824" y="4626864"/>
            <a:ext cx="2834640" cy="685800"/>
          </a:xfrm>
          <a:prstGeom prst="rect">
            <a:avLst/>
          </a:prstGeom>
          <a:noFill/>
          <a:ln/>
        </p:spPr>
        <p:txBody>
          <a:bodyPr wrap="square" lIns="0" tIns="0" rIns="0" bIns="0" rtlCol="0" anchor="ctr"/>
          <a:lstStyle/>
          <a:p>
            <a:pPr algn="l" indent="0" marL="0">
              <a:buNone/>
            </a:pPr>
            <a:r>
              <a:rPr lang="en-US" sz="1900" b="1" i="1" dirty="0">
                <a:solidFill>
                  <a:schemeClr val="accent1"/>
                </a:solidFill>
              </a:rPr>
              <a:t>Met</a:t>
            </a:r>
            <a:r>
              <a:rPr lang="en-US" sz="1900" i="1" dirty="0">
                <a:solidFill>
                  <a:schemeClr val="tx1"/>
                </a:solidFill>
              </a:rPr>
              <a:t> </a:t>
            </a:r>
            <a:r>
              <a:rPr lang="en-US" sz="1900" b="1" i="1" dirty="0">
                <a:solidFill>
                  <a:schemeClr val="accent2"/>
                </a:solidFill>
              </a:rPr>
              <a:t>wie</a:t>
            </a:r>
            <a:r>
              <a:rPr lang="en-US" sz="1900" i="1" dirty="0">
                <a:solidFill>
                  <a:schemeClr val="tx1"/>
                </a:solidFill>
              </a:rPr>
              <a:t> praat je?</a:t>
            </a:r>
            <a:endParaRPr lang="en-US" sz="1900" dirty="0"/>
          </a:p>
        </p:txBody>
      </p:sp>
      <p:sp>
        <p:nvSpPr>
          <p:cNvPr id="32" name="Text 27"/>
          <p:cNvSpPr txBox="1"/>
          <p:nvPr/>
        </p:nvSpPr>
        <p:spPr>
          <a:xfrm>
            <a:off x="9381744" y="4626864"/>
            <a:ext cx="1984248" cy="685800"/>
          </a:xfrm>
          <a:prstGeom prst="rect">
            <a:avLst/>
          </a:prstGeom>
          <a:noFill/>
          <a:ln/>
        </p:spPr>
        <p:txBody>
          <a:bodyPr wrap="square" lIns="0" tIns="0" rIns="0" bIns="0" rtlCol="0" anchor="ctr"/>
          <a:lstStyle/>
          <a:p>
            <a:pPr algn="l" indent="0" marL="0">
              <a:buNone/>
            </a:pPr>
            <a:r>
              <a:rPr lang="en-US" sz="1600" i="1" dirty="0">
                <a:solidFill>
                  <a:schemeClr val="accent5"/>
                </a:solidFill>
              </a:rPr>
              <a:t>Met Sofie.</a:t>
            </a:r>
            <a:endParaRPr lang="en-US" sz="1600" dirty="0"/>
          </a:p>
        </p:txBody>
      </p:sp>
      <p:sp>
        <p:nvSpPr>
          <p:cNvPr id="33" name="Shape 28"/>
          <p:cNvSpPr/>
          <p:nvPr/>
        </p:nvSpPr>
        <p:spPr>
          <a:xfrm>
            <a:off x="548640" y="5669280"/>
            <a:ext cx="11091672" cy="594360"/>
          </a:xfrm>
          <a:prstGeom prst="roundRect">
            <a:avLst>
              <a:gd name="adj" fmla="val 12308"/>
            </a:avLst>
          </a:prstGeom>
          <a:solidFill>
            <a:schemeClr val="tx2"/>
          </a:solidFill>
          <a:ln w="12700">
            <a:solidFill>
              <a:srgbClr val="FFFFFF">
                <a:alpha val="0"/>
              </a:srgbClr>
            </a:solidFill>
            <a:prstDash val="solid"/>
          </a:ln>
        </p:spPr>
      </p:sp>
      <p:sp>
        <p:nvSpPr>
          <p:cNvPr id="34" name="Text 29"/>
          <p:cNvSpPr txBox="1"/>
          <p:nvPr/>
        </p:nvSpPr>
        <p:spPr>
          <a:xfrm>
            <a:off x="822960" y="5669280"/>
            <a:ext cx="10607040" cy="594360"/>
          </a:xfrm>
          <a:prstGeom prst="rect">
            <a:avLst/>
          </a:prstGeom>
          <a:noFill/>
          <a:ln/>
        </p:spPr>
        <p:txBody>
          <a:bodyPr wrap="square" lIns="0" tIns="0" rIns="0" bIns="0" rtlCol="0" anchor="ctr"/>
          <a:lstStyle/>
          <a:p>
            <a:pPr algn="l" indent="0" marL="0">
              <a:buNone/>
            </a:pPr>
            <a:r>
              <a:rPr lang="en-US" sz="1700" dirty="0">
                <a:solidFill>
                  <a:schemeClr val="bg1"/>
                </a:solidFill>
              </a:rPr>
              <a:t>La réponse courte reprend la préposition : </a:t>
            </a:r>
            <a:r>
              <a:rPr lang="en-US" sz="1700" i="1" dirty="0">
                <a:solidFill>
                  <a:schemeClr val="bg1"/>
                </a:solidFill>
              </a:rPr>
              <a:t>Op de bus. · Met Sofie.</a:t>
            </a:r>
            <a:r>
              <a:rPr lang="en-US" sz="1700" dirty="0">
                <a:solidFill>
                  <a:schemeClr val="bg1"/>
                </a:solidFill>
              </a:rPr>
              <a:t> Collé, plus formel : </a:t>
            </a:r>
            <a:r>
              <a:rPr lang="en-US" sz="1700" i="1" dirty="0">
                <a:solidFill>
                  <a:schemeClr val="bg1"/>
                </a:solidFill>
              </a:rPr>
              <a:t>Waarop wacht je?</a:t>
            </a:r>
            <a:endParaRPr lang="en-US" sz="1700" dirty="0"/>
          </a:p>
        </p:txBody>
      </p:sp>
      <p:sp>
        <p:nvSpPr>
          <p:cNvPr id="25" name="Slide Number Placeholder 0"/>
          <p:cNvSpPr>
            <a:spLocks noGrp="1"/>
          </p:cNvSpPr>
          <p:nvPr>
            <p:ph type="sldNum" sz="quarter" idx="4294967295"/>
          </p:nvPr>
        </p:nvSpPr>
        <p:spPr>
          <a:xfrm>
            <a:off x="11091672"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4A5A70"/>
                </a:solidFill>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1"/>
          <p:cNvSpPr/>
          <p:nvPr>
            <p:ph idx="101" type="title" hasCustomPrompt="1"/>
          </p:nvPr>
        </p:nvSpPr>
        <p:spPr>
          <a:xfrm>
            <a:off x="548640" y="621792"/>
            <a:ext cx="11091672" cy="713232"/>
          </a:xfrm>
          <a:prstGeom prst="rect">
            <a:avLst/>
          </a:prstGeom>
          <a:noFill/>
          <a:ln/>
        </p:spPr>
        <p:txBody>
          <a:bodyPr wrap="square" lIns="0" tIns="0" rIns="0" bIns="0" rtlCol="0" anchor="ctr"/>
          <a:lstStyle/>
          <a:p>
            <a:pPr algn="l" indent="0" marL="0">
              <a:buNone/>
            </a:pPr>
            <a:r>
              <a:rPr lang="en-US" sz="3000" b="1" dirty="0">
                <a:solidFill>
                  <a:schemeClr val="tx2"/>
                </a:solidFill>
              </a:rPr>
              <a:t>Dans une relative : waarmee, waarover</a:t>
            </a:r>
            <a:endParaRPr lang="en-US" sz="3000" dirty="0"/>
          </a:p>
        </p:txBody>
      </p:sp>
      <p:sp>
        <p:nvSpPr>
          <p:cNvPr id="3" name="tag"/>
          <p:cNvSpPr/>
          <p:nvPr/>
        </p:nvSpPr>
        <p:spPr>
          <a:xfrm>
            <a:off x="548640" y="237744"/>
            <a:ext cx="1336853" cy="310896"/>
          </a:xfrm>
          <a:prstGeom prst="roundRect">
            <a:avLst>
              <a:gd name="adj" fmla="val 14706"/>
            </a:avLst>
          </a:prstGeom>
          <a:solidFill>
            <a:schemeClr val="tx2"/>
          </a:solidFill>
          <a:ln/>
        </p:spPr>
        <p:txBody>
          <a:bodyPr wrap="square" lIns="0" tIns="0" rIns="0" bIns="0" rtlCol="0" anchor="ctr"/>
          <a:lstStyle/>
          <a:p>
            <a:pPr algn="ctr" indent="0" marL="0">
              <a:buNone/>
            </a:pPr>
            <a:r>
              <a:rPr lang="en-US" sz="1200" b="1" spc="100" kern="0" dirty="0">
                <a:solidFill>
                  <a:srgbClr val="FFFFFF"/>
                </a:solidFill>
              </a:rPr>
              <a:t>GRAMMAIRE</a:t>
            </a:r>
            <a:endParaRPr lang="en-US" sz="1200" dirty="0"/>
          </a:p>
        </p:txBody>
      </p:sp>
      <p:pic>
        <p:nvPicPr>
          <p:cNvPr id="5" name="Image 0" descr="pen">    </p:cNvPr>
          <p:cNvPicPr>
            <a:picLocks noChangeAspect="1"/>
          </p:cNvPicPr>
          <p:nvPr/>
        </p:nvPicPr>
        <p:blipFill>
          <a:blip r:embed="rId1"/>
          <a:stretch>
            <a:fillRect/>
          </a:stretch>
        </p:blipFill>
        <p:spPr>
          <a:xfrm>
            <a:off x="548640" y="1645920"/>
            <a:ext cx="640080" cy="640080"/>
          </a:xfrm>
          <a:prstGeom prst="rect">
            <a:avLst/>
          </a:prstGeom>
        </p:spPr>
      </p:pic>
      <p:sp>
        <p:nvSpPr>
          <p:cNvPr id="6" name="Shape 2"/>
          <p:cNvSpPr/>
          <p:nvPr/>
        </p:nvSpPr>
        <p:spPr>
          <a:xfrm>
            <a:off x="1371600" y="1600200"/>
            <a:ext cx="1920240" cy="713232"/>
          </a:xfrm>
          <a:prstGeom prst="roundRect">
            <a:avLst>
              <a:gd name="adj" fmla="val 10256"/>
            </a:avLst>
          </a:prstGeom>
          <a:solidFill>
            <a:schemeClr val="bg1"/>
          </a:solidFill>
          <a:ln w="15875">
            <a:solidFill>
              <a:srgbClr val="D5DCE6"/>
            </a:solidFill>
            <a:prstDash val="solid"/>
          </a:ln>
        </p:spPr>
      </p:sp>
      <p:sp>
        <p:nvSpPr>
          <p:cNvPr id="7" name="Text 3"/>
          <p:cNvSpPr txBox="1"/>
          <p:nvPr/>
        </p:nvSpPr>
        <p:spPr>
          <a:xfrm>
            <a:off x="1371600" y="1600200"/>
            <a:ext cx="1920240" cy="713232"/>
          </a:xfrm>
          <a:prstGeom prst="rect">
            <a:avLst/>
          </a:prstGeom>
          <a:noFill/>
          <a:ln/>
        </p:spPr>
        <p:txBody>
          <a:bodyPr wrap="square" lIns="0" tIns="0" rIns="0" bIns="0" rtlCol="0" anchor="ctr"/>
          <a:lstStyle/>
          <a:p>
            <a:pPr algn="ctr" indent="0" marL="0">
              <a:buNone/>
            </a:pPr>
            <a:r>
              <a:rPr lang="en-US" sz="2200" dirty="0">
                <a:solidFill>
                  <a:schemeClr val="tx1"/>
                </a:solidFill>
              </a:rPr>
              <a:t>de pen</a:t>
            </a:r>
            <a:endParaRPr lang="en-US" sz="2200" dirty="0"/>
          </a:p>
        </p:txBody>
      </p:sp>
      <p:sp>
        <p:nvSpPr>
          <p:cNvPr id="8" name="Shape 4"/>
          <p:cNvSpPr/>
          <p:nvPr/>
        </p:nvSpPr>
        <p:spPr>
          <a:xfrm>
            <a:off x="3383280" y="1600200"/>
            <a:ext cx="1737360" cy="713232"/>
          </a:xfrm>
          <a:prstGeom prst="roundRect">
            <a:avLst>
              <a:gd name="adj" fmla="val 10256"/>
            </a:avLst>
          </a:prstGeom>
          <a:solidFill>
            <a:schemeClr val="accent4"/>
          </a:solidFill>
          <a:ln w="12700">
            <a:solidFill>
              <a:srgbClr val="FFFFFF">
                <a:alpha val="0"/>
              </a:srgbClr>
            </a:solidFill>
            <a:prstDash val="solid"/>
          </a:ln>
        </p:spPr>
      </p:sp>
      <p:sp>
        <p:nvSpPr>
          <p:cNvPr id="9" name="Text 5"/>
          <p:cNvSpPr txBox="1"/>
          <p:nvPr/>
        </p:nvSpPr>
        <p:spPr>
          <a:xfrm>
            <a:off x="3383280" y="1600200"/>
            <a:ext cx="1737360" cy="713232"/>
          </a:xfrm>
          <a:prstGeom prst="rect">
            <a:avLst/>
          </a:prstGeom>
          <a:noFill/>
          <a:ln/>
        </p:spPr>
        <p:txBody>
          <a:bodyPr wrap="square" lIns="0" tIns="0" rIns="0" bIns="0" rtlCol="0" anchor="ctr"/>
          <a:lstStyle/>
          <a:p>
            <a:pPr algn="ctr" indent="0" marL="0">
              <a:buNone/>
            </a:pPr>
            <a:r>
              <a:rPr lang="en-US" sz="2200" b="1" dirty="0">
                <a:solidFill>
                  <a:schemeClr val="bg1"/>
                </a:solidFill>
              </a:rPr>
              <a:t>waarmee</a:t>
            </a:r>
            <a:endParaRPr lang="en-US" sz="2200" dirty="0"/>
          </a:p>
        </p:txBody>
      </p:sp>
      <p:sp>
        <p:nvSpPr>
          <p:cNvPr id="10" name="Shape 6"/>
          <p:cNvSpPr/>
          <p:nvPr/>
        </p:nvSpPr>
        <p:spPr>
          <a:xfrm>
            <a:off x="5212080" y="1600200"/>
            <a:ext cx="640080" cy="713232"/>
          </a:xfrm>
          <a:prstGeom prst="roundRect">
            <a:avLst>
              <a:gd name="adj" fmla="val 11429"/>
            </a:avLst>
          </a:prstGeom>
          <a:solidFill>
            <a:srgbClr val="FDF1E6"/>
          </a:solidFill>
          <a:ln w="15875">
            <a:solidFill>
              <a:srgbClr val="D9700F"/>
            </a:solidFill>
            <a:prstDash val="solid"/>
          </a:ln>
        </p:spPr>
      </p:sp>
      <p:sp>
        <p:nvSpPr>
          <p:cNvPr id="11" name="Text 7"/>
          <p:cNvSpPr txBox="1"/>
          <p:nvPr/>
        </p:nvSpPr>
        <p:spPr>
          <a:xfrm>
            <a:off x="5212080" y="1600200"/>
            <a:ext cx="640080" cy="713232"/>
          </a:xfrm>
          <a:prstGeom prst="rect">
            <a:avLst/>
          </a:prstGeom>
          <a:noFill/>
          <a:ln/>
        </p:spPr>
        <p:txBody>
          <a:bodyPr wrap="square" lIns="0" tIns="0" rIns="0" bIns="0" rtlCol="0" anchor="ctr"/>
          <a:lstStyle/>
          <a:p>
            <a:pPr algn="ctr" indent="0" marL="0">
              <a:buNone/>
            </a:pPr>
            <a:r>
              <a:rPr lang="en-US" sz="2200" dirty="0">
                <a:solidFill>
                  <a:schemeClr val="tx1"/>
                </a:solidFill>
              </a:rPr>
              <a:t>ik</a:t>
            </a:r>
            <a:endParaRPr lang="en-US" sz="2200" dirty="0"/>
          </a:p>
        </p:txBody>
      </p:sp>
      <p:sp>
        <p:nvSpPr>
          <p:cNvPr id="12" name="Shape 8"/>
          <p:cNvSpPr/>
          <p:nvPr/>
        </p:nvSpPr>
        <p:spPr>
          <a:xfrm>
            <a:off x="5943600" y="1600200"/>
            <a:ext cx="1371600" cy="713232"/>
          </a:xfrm>
          <a:prstGeom prst="roundRect">
            <a:avLst>
              <a:gd name="adj" fmla="val 10256"/>
            </a:avLst>
          </a:prstGeom>
          <a:solidFill>
            <a:srgbClr val="FBEDEB"/>
          </a:solidFill>
          <a:ln w="31750">
            <a:solidFill>
              <a:srgbClr val="B83227"/>
            </a:solidFill>
            <a:prstDash val="solid"/>
          </a:ln>
        </p:spPr>
      </p:sp>
      <p:sp>
        <p:nvSpPr>
          <p:cNvPr id="13" name="Text 9"/>
          <p:cNvSpPr txBox="1"/>
          <p:nvPr/>
        </p:nvSpPr>
        <p:spPr>
          <a:xfrm>
            <a:off x="5943600" y="1600200"/>
            <a:ext cx="1371600" cy="713232"/>
          </a:xfrm>
          <a:prstGeom prst="rect">
            <a:avLst/>
          </a:prstGeom>
          <a:noFill/>
          <a:ln/>
        </p:spPr>
        <p:txBody>
          <a:bodyPr wrap="square" lIns="0" tIns="0" rIns="0" bIns="0" rtlCol="0" anchor="ctr"/>
          <a:lstStyle/>
          <a:p>
            <a:pPr algn="ctr" indent="0" marL="0">
              <a:buNone/>
            </a:pPr>
            <a:r>
              <a:rPr lang="en-US" sz="2200" b="1" dirty="0">
                <a:solidFill>
                  <a:schemeClr val="accent6"/>
                </a:solidFill>
              </a:rPr>
              <a:t>schrijf</a:t>
            </a:r>
            <a:endParaRPr lang="en-US" sz="2200" dirty="0"/>
          </a:p>
        </p:txBody>
      </p:sp>
      <p:pic>
        <p:nvPicPr>
          <p:cNvPr id="14" name="Image 1" descr="file folder">    </p:cNvPr>
          <p:cNvPicPr>
            <a:picLocks noChangeAspect="1"/>
          </p:cNvPicPr>
          <p:nvPr/>
        </p:nvPicPr>
        <p:blipFill>
          <a:blip r:embed="rId2"/>
          <a:stretch>
            <a:fillRect/>
          </a:stretch>
        </p:blipFill>
        <p:spPr>
          <a:xfrm>
            <a:off x="548640" y="2560320"/>
            <a:ext cx="640080" cy="640080"/>
          </a:xfrm>
          <a:prstGeom prst="rect">
            <a:avLst/>
          </a:prstGeom>
        </p:spPr>
      </p:pic>
      <p:sp>
        <p:nvSpPr>
          <p:cNvPr id="15" name="Shape 10"/>
          <p:cNvSpPr/>
          <p:nvPr/>
        </p:nvSpPr>
        <p:spPr>
          <a:xfrm>
            <a:off x="1371600" y="2514600"/>
            <a:ext cx="1920240" cy="713232"/>
          </a:xfrm>
          <a:prstGeom prst="roundRect">
            <a:avLst>
              <a:gd name="adj" fmla="val 10256"/>
            </a:avLst>
          </a:prstGeom>
          <a:solidFill>
            <a:schemeClr val="bg1"/>
          </a:solidFill>
          <a:ln w="15875">
            <a:solidFill>
              <a:srgbClr val="D5DCE6"/>
            </a:solidFill>
            <a:prstDash val="solid"/>
          </a:ln>
        </p:spPr>
      </p:sp>
      <p:sp>
        <p:nvSpPr>
          <p:cNvPr id="16" name="Text 11"/>
          <p:cNvSpPr txBox="1"/>
          <p:nvPr/>
        </p:nvSpPr>
        <p:spPr>
          <a:xfrm>
            <a:off x="1371600" y="2514600"/>
            <a:ext cx="1920240" cy="713232"/>
          </a:xfrm>
          <a:prstGeom prst="rect">
            <a:avLst/>
          </a:prstGeom>
          <a:noFill/>
          <a:ln/>
        </p:spPr>
        <p:txBody>
          <a:bodyPr wrap="square" lIns="0" tIns="0" rIns="0" bIns="0" rtlCol="0" anchor="ctr"/>
          <a:lstStyle/>
          <a:p>
            <a:pPr algn="ctr" indent="0" marL="0">
              <a:buNone/>
            </a:pPr>
            <a:r>
              <a:rPr lang="en-US" sz="2200" dirty="0">
                <a:solidFill>
                  <a:schemeClr val="tx1"/>
                </a:solidFill>
              </a:rPr>
              <a:t>het project</a:t>
            </a:r>
            <a:endParaRPr lang="en-US" sz="2200" dirty="0"/>
          </a:p>
        </p:txBody>
      </p:sp>
      <p:sp>
        <p:nvSpPr>
          <p:cNvPr id="17" name="Shape 12"/>
          <p:cNvSpPr/>
          <p:nvPr/>
        </p:nvSpPr>
        <p:spPr>
          <a:xfrm>
            <a:off x="3383280" y="2514600"/>
            <a:ext cx="1737360" cy="713232"/>
          </a:xfrm>
          <a:prstGeom prst="roundRect">
            <a:avLst>
              <a:gd name="adj" fmla="val 10256"/>
            </a:avLst>
          </a:prstGeom>
          <a:solidFill>
            <a:schemeClr val="accent4"/>
          </a:solidFill>
          <a:ln w="12700">
            <a:solidFill>
              <a:srgbClr val="FFFFFF">
                <a:alpha val="0"/>
              </a:srgbClr>
            </a:solidFill>
            <a:prstDash val="solid"/>
          </a:ln>
        </p:spPr>
      </p:sp>
      <p:sp>
        <p:nvSpPr>
          <p:cNvPr id="18" name="Text 13"/>
          <p:cNvSpPr txBox="1"/>
          <p:nvPr/>
        </p:nvSpPr>
        <p:spPr>
          <a:xfrm>
            <a:off x="3383280" y="2514600"/>
            <a:ext cx="1737360" cy="713232"/>
          </a:xfrm>
          <a:prstGeom prst="rect">
            <a:avLst/>
          </a:prstGeom>
          <a:noFill/>
          <a:ln/>
        </p:spPr>
        <p:txBody>
          <a:bodyPr wrap="square" lIns="0" tIns="0" rIns="0" bIns="0" rtlCol="0" anchor="ctr"/>
          <a:lstStyle/>
          <a:p>
            <a:pPr algn="ctr" indent="0" marL="0">
              <a:buNone/>
            </a:pPr>
            <a:r>
              <a:rPr lang="en-US" sz="2200" b="1" dirty="0">
                <a:solidFill>
                  <a:schemeClr val="bg1"/>
                </a:solidFill>
              </a:rPr>
              <a:t>waaraan</a:t>
            </a:r>
            <a:endParaRPr lang="en-US" sz="2200" dirty="0"/>
          </a:p>
        </p:txBody>
      </p:sp>
      <p:sp>
        <p:nvSpPr>
          <p:cNvPr id="19" name="Shape 14"/>
          <p:cNvSpPr/>
          <p:nvPr/>
        </p:nvSpPr>
        <p:spPr>
          <a:xfrm>
            <a:off x="5212080" y="2514600"/>
            <a:ext cx="640080" cy="713232"/>
          </a:xfrm>
          <a:prstGeom prst="roundRect">
            <a:avLst>
              <a:gd name="adj" fmla="val 11429"/>
            </a:avLst>
          </a:prstGeom>
          <a:solidFill>
            <a:srgbClr val="FDF1E6"/>
          </a:solidFill>
          <a:ln w="15875">
            <a:solidFill>
              <a:srgbClr val="D9700F"/>
            </a:solidFill>
            <a:prstDash val="solid"/>
          </a:ln>
        </p:spPr>
      </p:sp>
      <p:sp>
        <p:nvSpPr>
          <p:cNvPr id="20" name="Text 15"/>
          <p:cNvSpPr txBox="1"/>
          <p:nvPr/>
        </p:nvSpPr>
        <p:spPr>
          <a:xfrm>
            <a:off x="5212080" y="2514600"/>
            <a:ext cx="640080" cy="713232"/>
          </a:xfrm>
          <a:prstGeom prst="rect">
            <a:avLst/>
          </a:prstGeom>
          <a:noFill/>
          <a:ln/>
        </p:spPr>
        <p:txBody>
          <a:bodyPr wrap="square" lIns="0" tIns="0" rIns="0" bIns="0" rtlCol="0" anchor="ctr"/>
          <a:lstStyle/>
          <a:p>
            <a:pPr algn="ctr" indent="0" marL="0">
              <a:buNone/>
            </a:pPr>
            <a:r>
              <a:rPr lang="en-US" sz="2200" dirty="0">
                <a:solidFill>
                  <a:schemeClr val="tx1"/>
                </a:solidFill>
              </a:rPr>
              <a:t>ik</a:t>
            </a:r>
            <a:endParaRPr lang="en-US" sz="2200" dirty="0"/>
          </a:p>
        </p:txBody>
      </p:sp>
      <p:sp>
        <p:nvSpPr>
          <p:cNvPr id="21" name="Shape 16"/>
          <p:cNvSpPr/>
          <p:nvPr/>
        </p:nvSpPr>
        <p:spPr>
          <a:xfrm>
            <a:off x="5943600" y="2514600"/>
            <a:ext cx="1371600" cy="713232"/>
          </a:xfrm>
          <a:prstGeom prst="roundRect">
            <a:avLst>
              <a:gd name="adj" fmla="val 10256"/>
            </a:avLst>
          </a:prstGeom>
          <a:solidFill>
            <a:srgbClr val="FBEDEB"/>
          </a:solidFill>
          <a:ln w="31750">
            <a:solidFill>
              <a:srgbClr val="B83227"/>
            </a:solidFill>
            <a:prstDash val="solid"/>
          </a:ln>
        </p:spPr>
      </p:sp>
      <p:sp>
        <p:nvSpPr>
          <p:cNvPr id="22" name="Text 17"/>
          <p:cNvSpPr txBox="1"/>
          <p:nvPr/>
        </p:nvSpPr>
        <p:spPr>
          <a:xfrm>
            <a:off x="5943600" y="2514600"/>
            <a:ext cx="1371600" cy="713232"/>
          </a:xfrm>
          <a:prstGeom prst="rect">
            <a:avLst/>
          </a:prstGeom>
          <a:noFill/>
          <a:ln/>
        </p:spPr>
        <p:txBody>
          <a:bodyPr wrap="square" lIns="0" tIns="0" rIns="0" bIns="0" rtlCol="0" anchor="ctr"/>
          <a:lstStyle/>
          <a:p>
            <a:pPr algn="ctr" indent="0" marL="0">
              <a:buNone/>
            </a:pPr>
            <a:r>
              <a:rPr lang="en-US" sz="2200" b="1" dirty="0">
                <a:solidFill>
                  <a:schemeClr val="accent6"/>
                </a:solidFill>
              </a:rPr>
              <a:t>werk</a:t>
            </a:r>
            <a:endParaRPr lang="en-US" sz="2200" dirty="0"/>
          </a:p>
        </p:txBody>
      </p:sp>
      <p:pic>
        <p:nvPicPr>
          <p:cNvPr id="23" name="Image 2" descr="chair">    </p:cNvPr>
          <p:cNvPicPr>
            <a:picLocks noChangeAspect="1"/>
          </p:cNvPicPr>
          <p:nvPr/>
        </p:nvPicPr>
        <p:blipFill>
          <a:blip r:embed="rId3"/>
          <a:stretch>
            <a:fillRect/>
          </a:stretch>
        </p:blipFill>
        <p:spPr>
          <a:xfrm>
            <a:off x="548640" y="3474720"/>
            <a:ext cx="640080" cy="640080"/>
          </a:xfrm>
          <a:prstGeom prst="rect">
            <a:avLst/>
          </a:prstGeom>
        </p:spPr>
      </p:pic>
      <p:sp>
        <p:nvSpPr>
          <p:cNvPr id="24" name="Shape 18"/>
          <p:cNvSpPr/>
          <p:nvPr/>
        </p:nvSpPr>
        <p:spPr>
          <a:xfrm>
            <a:off x="1371600" y="3429000"/>
            <a:ext cx="1920240" cy="713232"/>
          </a:xfrm>
          <a:prstGeom prst="roundRect">
            <a:avLst>
              <a:gd name="adj" fmla="val 10256"/>
            </a:avLst>
          </a:prstGeom>
          <a:solidFill>
            <a:schemeClr val="bg1"/>
          </a:solidFill>
          <a:ln w="15875">
            <a:solidFill>
              <a:srgbClr val="D5DCE6"/>
            </a:solidFill>
            <a:prstDash val="solid"/>
          </a:ln>
        </p:spPr>
      </p:sp>
      <p:sp>
        <p:nvSpPr>
          <p:cNvPr id="25" name="Text 19"/>
          <p:cNvSpPr txBox="1"/>
          <p:nvPr/>
        </p:nvSpPr>
        <p:spPr>
          <a:xfrm>
            <a:off x="1371600" y="3429000"/>
            <a:ext cx="1920240" cy="713232"/>
          </a:xfrm>
          <a:prstGeom prst="rect">
            <a:avLst/>
          </a:prstGeom>
          <a:noFill/>
          <a:ln/>
        </p:spPr>
        <p:txBody>
          <a:bodyPr wrap="square" lIns="0" tIns="0" rIns="0" bIns="0" rtlCol="0" anchor="ctr"/>
          <a:lstStyle/>
          <a:p>
            <a:pPr algn="ctr" indent="0" marL="0">
              <a:buNone/>
            </a:pPr>
            <a:r>
              <a:rPr lang="en-US" sz="2200" dirty="0">
                <a:solidFill>
                  <a:schemeClr val="tx1"/>
                </a:solidFill>
              </a:rPr>
              <a:t>de stoel</a:t>
            </a:r>
            <a:endParaRPr lang="en-US" sz="2200" dirty="0"/>
          </a:p>
        </p:txBody>
      </p:sp>
      <p:sp>
        <p:nvSpPr>
          <p:cNvPr id="26" name="Shape 20"/>
          <p:cNvSpPr/>
          <p:nvPr/>
        </p:nvSpPr>
        <p:spPr>
          <a:xfrm>
            <a:off x="3383280" y="3429000"/>
            <a:ext cx="1737360" cy="713232"/>
          </a:xfrm>
          <a:prstGeom prst="roundRect">
            <a:avLst>
              <a:gd name="adj" fmla="val 10256"/>
            </a:avLst>
          </a:prstGeom>
          <a:solidFill>
            <a:schemeClr val="accent4"/>
          </a:solidFill>
          <a:ln w="12700">
            <a:solidFill>
              <a:srgbClr val="FFFFFF">
                <a:alpha val="0"/>
              </a:srgbClr>
            </a:solidFill>
            <a:prstDash val="solid"/>
          </a:ln>
        </p:spPr>
      </p:sp>
      <p:sp>
        <p:nvSpPr>
          <p:cNvPr id="27" name="Text 21"/>
          <p:cNvSpPr txBox="1"/>
          <p:nvPr/>
        </p:nvSpPr>
        <p:spPr>
          <a:xfrm>
            <a:off x="3383280" y="3429000"/>
            <a:ext cx="1737360" cy="713232"/>
          </a:xfrm>
          <a:prstGeom prst="rect">
            <a:avLst/>
          </a:prstGeom>
          <a:noFill/>
          <a:ln/>
        </p:spPr>
        <p:txBody>
          <a:bodyPr wrap="square" lIns="0" tIns="0" rIns="0" bIns="0" rtlCol="0" anchor="ctr"/>
          <a:lstStyle/>
          <a:p>
            <a:pPr algn="ctr" indent="0" marL="0">
              <a:buNone/>
            </a:pPr>
            <a:r>
              <a:rPr lang="en-US" sz="2200" b="1" dirty="0">
                <a:solidFill>
                  <a:schemeClr val="bg1"/>
                </a:solidFill>
              </a:rPr>
              <a:t>waarop</a:t>
            </a:r>
            <a:endParaRPr lang="en-US" sz="2200" dirty="0"/>
          </a:p>
        </p:txBody>
      </p:sp>
      <p:sp>
        <p:nvSpPr>
          <p:cNvPr id="28" name="Shape 22"/>
          <p:cNvSpPr/>
          <p:nvPr/>
        </p:nvSpPr>
        <p:spPr>
          <a:xfrm>
            <a:off x="5212080" y="3429000"/>
            <a:ext cx="640080" cy="713232"/>
          </a:xfrm>
          <a:prstGeom prst="roundRect">
            <a:avLst>
              <a:gd name="adj" fmla="val 11429"/>
            </a:avLst>
          </a:prstGeom>
          <a:solidFill>
            <a:srgbClr val="FDF1E6"/>
          </a:solidFill>
          <a:ln w="15875">
            <a:solidFill>
              <a:srgbClr val="D9700F"/>
            </a:solidFill>
            <a:prstDash val="solid"/>
          </a:ln>
        </p:spPr>
      </p:sp>
      <p:sp>
        <p:nvSpPr>
          <p:cNvPr id="29" name="Text 23"/>
          <p:cNvSpPr txBox="1"/>
          <p:nvPr/>
        </p:nvSpPr>
        <p:spPr>
          <a:xfrm>
            <a:off x="5212080" y="3429000"/>
            <a:ext cx="640080" cy="713232"/>
          </a:xfrm>
          <a:prstGeom prst="rect">
            <a:avLst/>
          </a:prstGeom>
          <a:noFill/>
          <a:ln/>
        </p:spPr>
        <p:txBody>
          <a:bodyPr wrap="square" lIns="0" tIns="0" rIns="0" bIns="0" rtlCol="0" anchor="ctr"/>
          <a:lstStyle/>
          <a:p>
            <a:pPr algn="ctr" indent="0" marL="0">
              <a:buNone/>
            </a:pPr>
            <a:r>
              <a:rPr lang="en-US" sz="2200" dirty="0">
                <a:solidFill>
                  <a:schemeClr val="tx1"/>
                </a:solidFill>
              </a:rPr>
              <a:t>je</a:t>
            </a:r>
            <a:endParaRPr lang="en-US" sz="2200" dirty="0"/>
          </a:p>
        </p:txBody>
      </p:sp>
      <p:sp>
        <p:nvSpPr>
          <p:cNvPr id="30" name="Shape 24"/>
          <p:cNvSpPr/>
          <p:nvPr/>
        </p:nvSpPr>
        <p:spPr>
          <a:xfrm>
            <a:off x="5943600" y="3429000"/>
            <a:ext cx="1371600" cy="713232"/>
          </a:xfrm>
          <a:prstGeom prst="roundRect">
            <a:avLst>
              <a:gd name="adj" fmla="val 10256"/>
            </a:avLst>
          </a:prstGeom>
          <a:solidFill>
            <a:srgbClr val="FBEDEB"/>
          </a:solidFill>
          <a:ln w="31750">
            <a:solidFill>
              <a:srgbClr val="B83227"/>
            </a:solidFill>
            <a:prstDash val="solid"/>
          </a:ln>
        </p:spPr>
      </p:sp>
      <p:sp>
        <p:nvSpPr>
          <p:cNvPr id="31" name="Text 25"/>
          <p:cNvSpPr txBox="1"/>
          <p:nvPr/>
        </p:nvSpPr>
        <p:spPr>
          <a:xfrm>
            <a:off x="5943600" y="3429000"/>
            <a:ext cx="1371600" cy="713232"/>
          </a:xfrm>
          <a:prstGeom prst="rect">
            <a:avLst/>
          </a:prstGeom>
          <a:noFill/>
          <a:ln/>
        </p:spPr>
        <p:txBody>
          <a:bodyPr wrap="square" lIns="0" tIns="0" rIns="0" bIns="0" rtlCol="0" anchor="ctr"/>
          <a:lstStyle/>
          <a:p>
            <a:pPr algn="ctr" indent="0" marL="0">
              <a:buNone/>
            </a:pPr>
            <a:r>
              <a:rPr lang="en-US" sz="2200" b="1" dirty="0">
                <a:solidFill>
                  <a:schemeClr val="accent6"/>
                </a:solidFill>
              </a:rPr>
              <a:t>zit</a:t>
            </a:r>
            <a:endParaRPr lang="en-US" sz="2200" dirty="0"/>
          </a:p>
        </p:txBody>
      </p:sp>
      <p:sp>
        <p:nvSpPr>
          <p:cNvPr id="32" name="Text 26"/>
          <p:cNvSpPr txBox="1"/>
          <p:nvPr/>
        </p:nvSpPr>
        <p:spPr>
          <a:xfrm>
            <a:off x="1371600" y="4389120"/>
            <a:ext cx="6035040" cy="292608"/>
          </a:xfrm>
          <a:prstGeom prst="rect">
            <a:avLst/>
          </a:prstGeom>
          <a:noFill/>
          <a:ln/>
        </p:spPr>
        <p:txBody>
          <a:bodyPr wrap="square" lIns="0" tIns="0" rIns="0" bIns="0" rtlCol="0" anchor="t"/>
          <a:lstStyle/>
          <a:p>
            <a:pPr algn="l" indent="0" marL="0">
              <a:buNone/>
            </a:pPr>
            <a:r>
              <a:rPr lang="en-US" sz="1200" b="1" spc="200" kern="0" dirty="0">
                <a:solidFill>
                  <a:schemeClr val="accent1"/>
                </a:solidFill>
              </a:rPr>
              <a:t>LE WAGON (M9, M22)</a:t>
            </a:r>
            <a:endParaRPr lang="en-US" sz="1200" dirty="0"/>
          </a:p>
        </p:txBody>
      </p:sp>
      <p:sp>
        <p:nvSpPr>
          <p:cNvPr id="33" name="Text 27"/>
          <p:cNvSpPr txBox="1"/>
          <p:nvPr/>
        </p:nvSpPr>
        <p:spPr>
          <a:xfrm>
            <a:off x="1371600" y="4663440"/>
            <a:ext cx="6035040" cy="411480"/>
          </a:xfrm>
          <a:prstGeom prst="rect">
            <a:avLst/>
          </a:prstGeom>
          <a:noFill/>
          <a:ln/>
        </p:spPr>
        <p:txBody>
          <a:bodyPr wrap="square" lIns="0" tIns="0" rIns="0" bIns="0" rtlCol="0" anchor="t"/>
          <a:lstStyle/>
          <a:p>
            <a:pPr algn="l" indent="0" marL="0">
              <a:buNone/>
            </a:pPr>
            <a:r>
              <a:rPr lang="en-US" sz="1600" i="1" dirty="0">
                <a:solidFill>
                  <a:schemeClr val="accent5"/>
                </a:solidFill>
              </a:rPr>
              <a:t>nom → </a:t>
            </a:r>
            <a:r>
              <a:rPr lang="en-US" sz="1600" i="1" dirty="0">
                <a:solidFill>
                  <a:schemeClr val="accent5"/>
                </a:solidFill>
              </a:rPr>
              <a:t>waar</a:t>
            </a:r>
            <a:r>
              <a:rPr lang="en-US" sz="1600" i="1" dirty="0">
                <a:solidFill>
                  <a:schemeClr val="accent5"/>
                </a:solidFill>
              </a:rPr>
              <a:t> + préposition → … → verbe à la fin</a:t>
            </a:r>
            <a:endParaRPr lang="en-US" sz="1600" dirty="0"/>
          </a:p>
        </p:txBody>
      </p:sp>
      <p:sp>
        <p:nvSpPr>
          <p:cNvPr id="34" name="Shape 28"/>
          <p:cNvSpPr/>
          <p:nvPr/>
        </p:nvSpPr>
        <p:spPr>
          <a:xfrm>
            <a:off x="7863840" y="1600200"/>
            <a:ext cx="3776472" cy="1600200"/>
          </a:xfrm>
          <a:prstGeom prst="roundRect">
            <a:avLst>
              <a:gd name="adj" fmla="val 5714"/>
            </a:avLst>
          </a:prstGeom>
          <a:solidFill>
            <a:schemeClr val="bg1"/>
          </a:solidFill>
          <a:ln w="12700">
            <a:solidFill>
              <a:srgbClr val="D5DCE6"/>
            </a:solidFill>
            <a:prstDash val="solid"/>
          </a:ln>
          <a:effectLst>
            <a:outerShdw sx="100000" sy="100000" kx="0" ky="0" algn="bl" rotWithShape="0" blurRad="101600" dist="25400" dir="3600000">
              <a:srgbClr val="000000">
                <a:alpha val="16000"/>
              </a:srgbClr>
            </a:outerShdw>
          </a:effectLst>
        </p:spPr>
      </p:sp>
      <p:sp>
        <p:nvSpPr>
          <p:cNvPr id="35" name="Shape 29"/>
          <p:cNvSpPr/>
          <p:nvPr/>
        </p:nvSpPr>
        <p:spPr>
          <a:xfrm>
            <a:off x="8046720" y="1764792"/>
            <a:ext cx="566928" cy="566928"/>
          </a:xfrm>
          <a:prstGeom prst="ellipse">
            <a:avLst/>
          </a:prstGeom>
          <a:solidFill>
            <a:schemeClr val="accent1"/>
          </a:solidFill>
          <a:ln w="12700">
            <a:solidFill>
              <a:srgbClr val="FFFFFF">
                <a:alpha val="0"/>
              </a:srgbClr>
            </a:solidFill>
            <a:prstDash val="solid"/>
          </a:ln>
        </p:spPr>
      </p:sp>
      <p:pic>
        <p:nvPicPr>
          <p:cNvPr id="36" name="Image 3" descr="Comments">    </p:cNvPr>
          <p:cNvPicPr>
            <a:picLocks noChangeAspect="1"/>
          </p:cNvPicPr>
          <p:nvPr/>
        </p:nvPicPr>
        <p:blipFill>
          <a:blip r:embed="rId4"/>
          <a:stretch>
            <a:fillRect/>
          </a:stretch>
        </p:blipFill>
        <p:spPr>
          <a:xfrm>
            <a:off x="8182783" y="1900855"/>
            <a:ext cx="294803" cy="294803"/>
          </a:xfrm>
          <a:prstGeom prst="rect">
            <a:avLst/>
          </a:prstGeom>
        </p:spPr>
      </p:pic>
      <p:sp>
        <p:nvSpPr>
          <p:cNvPr id="37" name="Text 30"/>
          <p:cNvSpPr txBox="1"/>
          <p:nvPr/>
        </p:nvSpPr>
        <p:spPr>
          <a:xfrm>
            <a:off x="8759952" y="1746504"/>
            <a:ext cx="2743200" cy="603504"/>
          </a:xfrm>
          <a:prstGeom prst="rect">
            <a:avLst/>
          </a:prstGeom>
          <a:noFill/>
          <a:ln/>
        </p:spPr>
        <p:txBody>
          <a:bodyPr wrap="square" lIns="0" tIns="0" rIns="0" bIns="0" rtlCol="0" anchor="ctr"/>
          <a:lstStyle/>
          <a:p>
            <a:pPr algn="l" indent="0" marL="0">
              <a:buNone/>
            </a:pPr>
            <a:r>
              <a:rPr lang="en-US" sz="1900" b="1" dirty="0">
                <a:solidFill>
                  <a:schemeClr val="accent1"/>
                </a:solidFill>
              </a:rPr>
              <a:t>À l’oral</a:t>
            </a:r>
            <a:endParaRPr lang="en-US" sz="1900" dirty="0"/>
          </a:p>
        </p:txBody>
      </p:sp>
      <p:sp>
        <p:nvSpPr>
          <p:cNvPr id="38" name="Text 31"/>
          <p:cNvSpPr txBox="1"/>
          <p:nvPr/>
        </p:nvSpPr>
        <p:spPr>
          <a:xfrm>
            <a:off x="8065008" y="2468880"/>
            <a:ext cx="3374136" cy="621792"/>
          </a:xfrm>
          <a:prstGeom prst="rect">
            <a:avLst/>
          </a:prstGeom>
          <a:noFill/>
          <a:ln/>
        </p:spPr>
        <p:txBody>
          <a:bodyPr wrap="square" lIns="0" tIns="0" rIns="0" bIns="0" rtlCol="0" anchor="t"/>
          <a:lstStyle/>
          <a:p>
            <a:pPr algn="l" indent="0" marL="0">
              <a:spcAft>
                <a:spcPts val="600"/>
              </a:spcAft>
              <a:buNone/>
            </a:pPr>
            <a:r>
              <a:rPr lang="en-US" sz="1700" i="1" dirty="0">
                <a:solidFill>
                  <a:schemeClr val="tx1"/>
                </a:solidFill>
              </a:rPr>
              <a:t>het project </a:t>
            </a:r>
            <a:r>
              <a:rPr lang="en-US" sz="1700" b="1" i="1" dirty="0">
                <a:solidFill>
                  <a:schemeClr val="accent4"/>
                </a:solidFill>
              </a:rPr>
              <a:t>waar</a:t>
            </a:r>
            <a:r>
              <a:rPr lang="en-US" sz="1700" i="1" dirty="0">
                <a:solidFill>
                  <a:schemeClr val="tx1"/>
                </a:solidFill>
              </a:rPr>
              <a:t> ik </a:t>
            </a:r>
            <a:r>
              <a:rPr lang="en-US" sz="1700" b="1" i="1" dirty="0">
                <a:solidFill>
                  <a:schemeClr val="accent1"/>
                </a:solidFill>
              </a:rPr>
              <a:t>aan</a:t>
            </a:r>
            <a:r>
              <a:rPr lang="en-US" sz="1700" i="1" dirty="0">
                <a:solidFill>
                  <a:schemeClr val="tx1"/>
                </a:solidFill>
              </a:rPr>
              <a:t> werk</a:t>
            </a:r>
            <a:endParaRPr lang="en-US" sz="1700" dirty="0"/>
          </a:p>
        </p:txBody>
      </p:sp>
      <p:sp>
        <p:nvSpPr>
          <p:cNvPr id="39" name="Shape 32"/>
          <p:cNvSpPr/>
          <p:nvPr/>
        </p:nvSpPr>
        <p:spPr>
          <a:xfrm>
            <a:off x="7863840" y="3383280"/>
            <a:ext cx="3776472" cy="1600200"/>
          </a:xfrm>
          <a:prstGeom prst="roundRect">
            <a:avLst>
              <a:gd name="adj" fmla="val 5714"/>
            </a:avLst>
          </a:prstGeom>
          <a:solidFill>
            <a:schemeClr val="bg1"/>
          </a:solidFill>
          <a:ln w="12700">
            <a:solidFill>
              <a:srgbClr val="D5DCE6"/>
            </a:solidFill>
            <a:prstDash val="solid"/>
          </a:ln>
          <a:effectLst>
            <a:outerShdw sx="100000" sy="100000" kx="0" ky="0" algn="bl" rotWithShape="0" blurRad="101600" dist="25400" dir="3600000">
              <a:srgbClr val="000000">
                <a:alpha val="16000"/>
              </a:srgbClr>
            </a:outerShdw>
          </a:effectLst>
        </p:spPr>
      </p:sp>
      <p:sp>
        <p:nvSpPr>
          <p:cNvPr id="40" name="Shape 33"/>
          <p:cNvSpPr/>
          <p:nvPr/>
        </p:nvSpPr>
        <p:spPr>
          <a:xfrm>
            <a:off x="8046720" y="3547872"/>
            <a:ext cx="566928" cy="566928"/>
          </a:xfrm>
          <a:prstGeom prst="ellipse">
            <a:avLst/>
          </a:prstGeom>
          <a:solidFill>
            <a:schemeClr val="accent2"/>
          </a:solidFill>
          <a:ln w="12700">
            <a:solidFill>
              <a:srgbClr val="FFFFFF">
                <a:alpha val="0"/>
              </a:srgbClr>
            </a:solidFill>
            <a:prstDash val="solid"/>
          </a:ln>
        </p:spPr>
      </p:sp>
      <p:pic>
        <p:nvPicPr>
          <p:cNvPr id="41" name="Image 4" descr="UserFriends">    </p:cNvPr>
          <p:cNvPicPr>
            <a:picLocks noChangeAspect="1"/>
          </p:cNvPicPr>
          <p:nvPr/>
        </p:nvPicPr>
        <p:blipFill>
          <a:blip r:embed="rId5"/>
          <a:stretch>
            <a:fillRect/>
          </a:stretch>
        </p:blipFill>
        <p:spPr>
          <a:xfrm>
            <a:off x="8182783" y="3683935"/>
            <a:ext cx="294803" cy="294803"/>
          </a:xfrm>
          <a:prstGeom prst="rect">
            <a:avLst/>
          </a:prstGeom>
        </p:spPr>
      </p:pic>
      <p:sp>
        <p:nvSpPr>
          <p:cNvPr id="42" name="Text 34"/>
          <p:cNvSpPr txBox="1"/>
          <p:nvPr/>
        </p:nvSpPr>
        <p:spPr>
          <a:xfrm>
            <a:off x="8759952" y="3529584"/>
            <a:ext cx="2743200" cy="603504"/>
          </a:xfrm>
          <a:prstGeom prst="rect">
            <a:avLst/>
          </a:prstGeom>
          <a:noFill/>
          <a:ln/>
        </p:spPr>
        <p:txBody>
          <a:bodyPr wrap="square" lIns="0" tIns="0" rIns="0" bIns="0" rtlCol="0" anchor="ctr"/>
          <a:lstStyle/>
          <a:p>
            <a:pPr algn="l" indent="0" marL="0">
              <a:buNone/>
            </a:pPr>
            <a:r>
              <a:rPr lang="en-US" sz="1900" b="1" dirty="0">
                <a:solidFill>
                  <a:schemeClr val="accent2"/>
                </a:solidFill>
              </a:rPr>
              <a:t>Personnes</a:t>
            </a:r>
            <a:endParaRPr lang="en-US" sz="1900" dirty="0"/>
          </a:p>
        </p:txBody>
      </p:sp>
      <p:sp>
        <p:nvSpPr>
          <p:cNvPr id="43" name="Text 35"/>
          <p:cNvSpPr txBox="1"/>
          <p:nvPr/>
        </p:nvSpPr>
        <p:spPr>
          <a:xfrm>
            <a:off x="8065008" y="4251960"/>
            <a:ext cx="3374136" cy="621792"/>
          </a:xfrm>
          <a:prstGeom prst="rect">
            <a:avLst/>
          </a:prstGeom>
          <a:noFill/>
          <a:ln/>
        </p:spPr>
        <p:txBody>
          <a:bodyPr wrap="square" lIns="0" tIns="0" rIns="0" bIns="0" rtlCol="0" anchor="t"/>
          <a:lstStyle/>
          <a:p>
            <a:pPr algn="l" indent="0" marL="0">
              <a:spcAft>
                <a:spcPts val="600"/>
              </a:spcAft>
              <a:buNone/>
            </a:pPr>
            <a:r>
              <a:rPr lang="en-US" sz="1700" i="1" dirty="0">
                <a:solidFill>
                  <a:schemeClr val="tx1"/>
                </a:solidFill>
              </a:rPr>
              <a:t>de collega </a:t>
            </a:r>
            <a:r>
              <a:rPr lang="en-US" sz="1700" b="1" i="1" dirty="0">
                <a:solidFill>
                  <a:schemeClr val="accent2"/>
                </a:solidFill>
              </a:rPr>
              <a:t>met wie</a:t>
            </a:r>
            <a:r>
              <a:rPr lang="en-US" sz="1700" i="1" dirty="0">
                <a:solidFill>
                  <a:schemeClr val="tx1"/>
                </a:solidFill>
              </a:rPr>
              <a:t> ik werk</a:t>
            </a:r>
            <a:r>
              <a:rPr lang="en-US" sz="1700" dirty="0">
                <a:solidFill>
                  <a:schemeClr val="tx1"/>
                </a:solidFill>
              </a:rPr>
              <a:t> (M22)</a:t>
            </a:r>
            <a:endParaRPr lang="en-US" sz="1700" dirty="0"/>
          </a:p>
        </p:txBody>
      </p:sp>
      <p:sp>
        <p:nvSpPr>
          <p:cNvPr id="44" name="Shape 36"/>
          <p:cNvSpPr/>
          <p:nvPr/>
        </p:nvSpPr>
        <p:spPr>
          <a:xfrm>
            <a:off x="548640" y="5440680"/>
            <a:ext cx="11091672" cy="777240"/>
          </a:xfrm>
          <a:prstGeom prst="roundRect">
            <a:avLst>
              <a:gd name="adj" fmla="val 9412"/>
            </a:avLst>
          </a:prstGeom>
          <a:solidFill>
            <a:schemeClr val="tx2"/>
          </a:solidFill>
          <a:ln w="12700">
            <a:solidFill>
              <a:srgbClr val="FFFFFF">
                <a:alpha val="0"/>
              </a:srgbClr>
            </a:solidFill>
            <a:prstDash val="solid"/>
          </a:ln>
        </p:spPr>
      </p:sp>
      <p:sp>
        <p:nvSpPr>
          <p:cNvPr id="45" name="Text 37"/>
          <p:cNvSpPr txBox="1"/>
          <p:nvPr/>
        </p:nvSpPr>
        <p:spPr>
          <a:xfrm>
            <a:off x="822960" y="5440680"/>
            <a:ext cx="10607040" cy="777240"/>
          </a:xfrm>
          <a:prstGeom prst="rect">
            <a:avLst/>
          </a:prstGeom>
          <a:noFill/>
          <a:ln/>
        </p:spPr>
        <p:txBody>
          <a:bodyPr wrap="square" lIns="0" tIns="0" rIns="0" bIns="0" rtlCol="0" anchor="ctr"/>
          <a:lstStyle/>
          <a:p>
            <a:pPr algn="l" indent="0" marL="0">
              <a:buNone/>
            </a:pPr>
            <a:r>
              <a:rPr lang="en-US" sz="1800" dirty="0">
                <a:solidFill>
                  <a:schemeClr val="bg1"/>
                </a:solidFill>
              </a:rPr>
              <a:t>✗ </a:t>
            </a:r>
            <a:r>
              <a:rPr lang="en-US" sz="1800" i="1" strike="sngStrike" dirty="0">
                <a:solidFill>
                  <a:schemeClr val="accent6"/>
                </a:solidFill>
              </a:rPr>
              <a:t>de pen met die ik schrijf</a:t>
            </a:r>
            <a:r>
              <a:rPr lang="en-US" sz="1800" dirty="0">
                <a:solidFill>
                  <a:schemeClr val="bg1"/>
                </a:solidFill>
              </a:rPr>
              <a:t> → </a:t>
            </a:r>
            <a:r>
              <a:rPr lang="en-US" sz="1800" i="1" dirty="0">
                <a:solidFill>
                  <a:schemeClr val="bg1"/>
                </a:solidFill>
              </a:rPr>
              <a:t>de pen </a:t>
            </a:r>
            <a:r>
              <a:rPr lang="en-US" sz="1800" b="1" i="1" dirty="0">
                <a:solidFill>
                  <a:schemeClr val="bg1"/>
                </a:solidFill>
              </a:rPr>
              <a:t>waarmee</a:t>
            </a:r>
            <a:r>
              <a:rPr lang="en-US" sz="1800" i="1" dirty="0">
                <a:solidFill>
                  <a:schemeClr val="bg1"/>
                </a:solidFill>
              </a:rPr>
              <a:t> ik schrijf</a:t>
            </a:r>
            <a:r>
              <a:rPr lang="en-US" sz="1800" dirty="0">
                <a:solidFill>
                  <a:schemeClr val="bg1"/>
                </a:solidFill>
              </a:rPr>
              <a:t> (« avec lequel », « dont »)</a:t>
            </a:r>
            <a:endParaRPr lang="en-US" sz="1800" dirty="0"/>
          </a:p>
        </p:txBody>
      </p:sp>
      <p:sp>
        <p:nvSpPr>
          <p:cNvPr id="25" name="Slide Number Placeholder 0"/>
          <p:cNvSpPr>
            <a:spLocks noGrp="1"/>
          </p:cNvSpPr>
          <p:nvPr>
            <p:ph type="sldNum" sz="quarter" idx="4294967295"/>
          </p:nvPr>
        </p:nvSpPr>
        <p:spPr>
          <a:xfrm>
            <a:off x="11091672"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4A5A70"/>
                </a:solidFill>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1"/>
          <p:cNvSpPr/>
          <p:nvPr>
            <p:ph idx="101" type="title" hasCustomPrompt="1"/>
          </p:nvPr>
        </p:nvSpPr>
        <p:spPr>
          <a:xfrm>
            <a:off x="548640" y="621792"/>
            <a:ext cx="11091672" cy="713232"/>
          </a:xfrm>
          <a:prstGeom prst="rect">
            <a:avLst/>
          </a:prstGeom>
          <a:noFill/>
          <a:ln/>
        </p:spPr>
        <p:txBody>
          <a:bodyPr wrap="square" lIns="0" tIns="0" rIns="0" bIns="0" rtlCol="0" anchor="ctr"/>
          <a:lstStyle/>
          <a:p>
            <a:pPr algn="l" indent="0" marL="0">
              <a:buNone/>
            </a:pPr>
            <a:r>
              <a:rPr lang="en-US" sz="3000" b="1" dirty="0">
                <a:solidFill>
                  <a:schemeClr val="tx2"/>
                </a:solidFill>
              </a:rPr>
              <a:t>+ APERÇU : les autres emplois de er</a:t>
            </a:r>
            <a:endParaRPr lang="en-US" sz="3000" dirty="0"/>
          </a:p>
        </p:txBody>
      </p:sp>
      <p:sp>
        <p:nvSpPr>
          <p:cNvPr id="3" name="tag"/>
          <p:cNvSpPr/>
          <p:nvPr/>
        </p:nvSpPr>
        <p:spPr>
          <a:xfrm>
            <a:off x="548640" y="237744"/>
            <a:ext cx="1338682" cy="310896"/>
          </a:xfrm>
          <a:prstGeom prst="roundRect">
            <a:avLst>
              <a:gd name="adj" fmla="val 14706"/>
            </a:avLst>
          </a:prstGeom>
          <a:solidFill>
            <a:schemeClr val="accent5"/>
          </a:solidFill>
          <a:ln/>
        </p:spPr>
        <p:txBody>
          <a:bodyPr wrap="square" lIns="0" tIns="0" rIns="0" bIns="0" rtlCol="0" anchor="ctr"/>
          <a:lstStyle/>
          <a:p>
            <a:pPr algn="ctr" indent="0" marL="0">
              <a:buNone/>
            </a:pPr>
            <a:r>
              <a:rPr lang="en-US" sz="1200" b="1" spc="100" kern="0" dirty="0">
                <a:solidFill>
                  <a:srgbClr val="FFFFFF"/>
                </a:solidFill>
              </a:rPr>
              <a:t>+ APERÇU</a:t>
            </a:r>
            <a:endParaRPr lang="en-US" sz="1200" dirty="0"/>
          </a:p>
        </p:txBody>
      </p:sp>
      <p:sp>
        <p:nvSpPr>
          <p:cNvPr id="5" name="Shape 2"/>
          <p:cNvSpPr/>
          <p:nvPr/>
        </p:nvSpPr>
        <p:spPr>
          <a:xfrm flipH="1" flipV="1">
            <a:off x="4389120" y="2446020"/>
            <a:ext cx="365760" cy="617220"/>
          </a:xfrm>
          <a:prstGeom prst="line">
            <a:avLst/>
          </a:prstGeom>
          <a:noFill/>
          <a:ln w="38100">
            <a:solidFill>
              <a:srgbClr val="A9B4C2"/>
            </a:solidFill>
            <a:prstDash val="solid"/>
          </a:ln>
        </p:spPr>
      </p:sp>
      <p:sp>
        <p:nvSpPr>
          <p:cNvPr id="6" name="Shape 3"/>
          <p:cNvSpPr/>
          <p:nvPr/>
        </p:nvSpPr>
        <p:spPr>
          <a:xfrm>
            <a:off x="548640" y="1554480"/>
            <a:ext cx="3840480" cy="1783080"/>
          </a:xfrm>
          <a:prstGeom prst="roundRect">
            <a:avLst>
              <a:gd name="adj" fmla="val 4103"/>
            </a:avLst>
          </a:prstGeom>
          <a:solidFill>
            <a:schemeClr val="bg1"/>
          </a:solidFill>
          <a:ln w="15875">
            <a:solidFill>
              <a:srgbClr val="D5DCE6"/>
            </a:solidFill>
            <a:prstDash val="solid"/>
          </a:ln>
          <a:effectLst>
            <a:outerShdw sx="100000" sy="100000" kx="0" ky="0" algn="bl" rotWithShape="0" blurRad="101600" dist="25400" dir="3600000">
              <a:srgbClr val="000000">
                <a:alpha val="16000"/>
              </a:srgbClr>
            </a:outerShdw>
          </a:effectLst>
        </p:spPr>
      </p:sp>
      <p:sp>
        <p:nvSpPr>
          <p:cNvPr id="7" name="Text 4"/>
          <p:cNvSpPr txBox="1"/>
          <p:nvPr/>
        </p:nvSpPr>
        <p:spPr>
          <a:xfrm>
            <a:off x="731520" y="1664208"/>
            <a:ext cx="3474720" cy="411480"/>
          </a:xfrm>
          <a:prstGeom prst="rect">
            <a:avLst/>
          </a:prstGeom>
          <a:noFill/>
          <a:ln/>
        </p:spPr>
        <p:txBody>
          <a:bodyPr wrap="square" lIns="0" tIns="0" rIns="0" bIns="0" rtlCol="0" anchor="ctr"/>
          <a:lstStyle/>
          <a:p>
            <a:pPr algn="l" indent="0" marL="0">
              <a:buNone/>
            </a:pPr>
            <a:r>
              <a:rPr lang="en-US" sz="1800" b="1" dirty="0">
                <a:solidFill>
                  <a:schemeClr val="tx2"/>
                </a:solidFill>
              </a:rPr>
              <a:t>① lieu</a:t>
            </a:r>
            <a:endParaRPr lang="en-US" sz="1800" dirty="0"/>
          </a:p>
        </p:txBody>
      </p:sp>
      <p:sp>
        <p:nvSpPr>
          <p:cNvPr id="8" name="Text 5"/>
          <p:cNvSpPr txBox="1"/>
          <p:nvPr/>
        </p:nvSpPr>
        <p:spPr>
          <a:xfrm>
            <a:off x="731520" y="2057400"/>
            <a:ext cx="3474720" cy="320040"/>
          </a:xfrm>
          <a:prstGeom prst="rect">
            <a:avLst/>
          </a:prstGeom>
          <a:noFill/>
          <a:ln/>
        </p:spPr>
        <p:txBody>
          <a:bodyPr wrap="square" lIns="0" tIns="0" rIns="0" bIns="0" rtlCol="0" anchor="ctr"/>
          <a:lstStyle/>
          <a:p>
            <a:pPr algn="l" indent="0" marL="0">
              <a:buNone/>
            </a:pPr>
            <a:r>
              <a:rPr lang="en-US" sz="1400" i="1" dirty="0">
                <a:solidFill>
                  <a:schemeClr val="accent5"/>
                </a:solidFill>
              </a:rPr>
              <a:t>« y », « là »</a:t>
            </a:r>
            <a:endParaRPr lang="en-US" sz="1400" dirty="0"/>
          </a:p>
        </p:txBody>
      </p:sp>
      <p:sp>
        <p:nvSpPr>
          <p:cNvPr id="9" name="Text 6"/>
          <p:cNvSpPr txBox="1"/>
          <p:nvPr/>
        </p:nvSpPr>
        <p:spPr>
          <a:xfrm>
            <a:off x="731520" y="2423160"/>
            <a:ext cx="3474720" cy="822960"/>
          </a:xfrm>
          <a:prstGeom prst="rect">
            <a:avLst/>
          </a:prstGeom>
          <a:noFill/>
          <a:ln/>
        </p:spPr>
        <p:txBody>
          <a:bodyPr wrap="square" lIns="0" tIns="0" rIns="0" bIns="0" rtlCol="0" anchor="ctr"/>
          <a:lstStyle/>
          <a:p>
            <a:pPr algn="l" indent="0" marL="0">
              <a:buNone/>
            </a:pPr>
            <a:r>
              <a:rPr lang="en-US" sz="1700" i="1" dirty="0">
                <a:solidFill>
                  <a:schemeClr val="tx1"/>
                </a:solidFill>
              </a:rPr>
              <a:t>Ken je Gent? Ik woon </a:t>
            </a:r>
            <a:r>
              <a:rPr lang="en-US" sz="1700" b="1" i="1" dirty="0">
                <a:solidFill>
                  <a:schemeClr val="tx1"/>
                </a:solidFill>
              </a:rPr>
              <a:t>er</a:t>
            </a:r>
            <a:r>
              <a:rPr lang="en-US" sz="1700" i="1" dirty="0">
                <a:solidFill>
                  <a:schemeClr val="tx1"/>
                </a:solidFill>
              </a:rPr>
              <a:t> al tien jaar.</a:t>
            </a:r>
            <a:endParaRPr lang="en-US" sz="1700" dirty="0"/>
          </a:p>
        </p:txBody>
      </p:sp>
      <p:sp>
        <p:nvSpPr>
          <p:cNvPr id="10" name="Shape 7"/>
          <p:cNvSpPr/>
          <p:nvPr/>
        </p:nvSpPr>
        <p:spPr>
          <a:xfrm flipV="1">
            <a:off x="7434072" y="2446020"/>
            <a:ext cx="365760" cy="617220"/>
          </a:xfrm>
          <a:prstGeom prst="line">
            <a:avLst/>
          </a:prstGeom>
          <a:noFill/>
          <a:ln w="38100">
            <a:solidFill>
              <a:srgbClr val="A9B4C2"/>
            </a:solidFill>
            <a:prstDash val="solid"/>
          </a:ln>
        </p:spPr>
      </p:sp>
      <p:sp>
        <p:nvSpPr>
          <p:cNvPr id="11" name="Shape 8"/>
          <p:cNvSpPr/>
          <p:nvPr/>
        </p:nvSpPr>
        <p:spPr>
          <a:xfrm>
            <a:off x="7799832" y="1554480"/>
            <a:ext cx="3840480" cy="1783080"/>
          </a:xfrm>
          <a:prstGeom prst="roundRect">
            <a:avLst>
              <a:gd name="adj" fmla="val 4103"/>
            </a:avLst>
          </a:prstGeom>
          <a:solidFill>
            <a:schemeClr val="bg1"/>
          </a:solidFill>
          <a:ln w="15875">
            <a:solidFill>
              <a:srgbClr val="D5DCE6"/>
            </a:solidFill>
            <a:prstDash val="solid"/>
          </a:ln>
          <a:effectLst>
            <a:outerShdw sx="100000" sy="100000" kx="0" ky="0" algn="bl" rotWithShape="0" blurRad="101600" dist="25400" dir="3600000">
              <a:srgbClr val="000000">
                <a:alpha val="16000"/>
              </a:srgbClr>
            </a:outerShdw>
          </a:effectLst>
        </p:spPr>
      </p:sp>
      <p:sp>
        <p:nvSpPr>
          <p:cNvPr id="12" name="Text 9"/>
          <p:cNvSpPr txBox="1"/>
          <p:nvPr/>
        </p:nvSpPr>
        <p:spPr>
          <a:xfrm>
            <a:off x="7982712" y="1664208"/>
            <a:ext cx="3474720" cy="411480"/>
          </a:xfrm>
          <a:prstGeom prst="rect">
            <a:avLst/>
          </a:prstGeom>
          <a:noFill/>
          <a:ln/>
        </p:spPr>
        <p:txBody>
          <a:bodyPr wrap="square" lIns="0" tIns="0" rIns="0" bIns="0" rtlCol="0" anchor="ctr"/>
          <a:lstStyle/>
          <a:p>
            <a:pPr algn="l" indent="0" marL="0">
              <a:buNone/>
            </a:pPr>
            <a:r>
              <a:rPr lang="en-US" sz="1800" b="1" dirty="0">
                <a:solidFill>
                  <a:schemeClr val="tx2"/>
                </a:solidFill>
              </a:rPr>
              <a:t>② « il y a »</a:t>
            </a:r>
            <a:endParaRPr lang="en-US" sz="1800" dirty="0"/>
          </a:p>
        </p:txBody>
      </p:sp>
      <p:sp>
        <p:nvSpPr>
          <p:cNvPr id="13" name="Text 10"/>
          <p:cNvSpPr txBox="1"/>
          <p:nvPr/>
        </p:nvSpPr>
        <p:spPr>
          <a:xfrm>
            <a:off x="7982712" y="2057400"/>
            <a:ext cx="3474720" cy="320040"/>
          </a:xfrm>
          <a:prstGeom prst="rect">
            <a:avLst/>
          </a:prstGeom>
          <a:noFill/>
          <a:ln/>
        </p:spPr>
        <p:txBody>
          <a:bodyPr wrap="square" lIns="0" tIns="0" rIns="0" bIns="0" rtlCol="0" anchor="ctr"/>
          <a:lstStyle/>
          <a:p>
            <a:pPr algn="l" indent="0" marL="0">
              <a:buNone/>
            </a:pPr>
            <a:r>
              <a:rPr lang="en-US" sz="1400" i="1" dirty="0">
                <a:solidFill>
                  <a:schemeClr val="accent5"/>
                </a:solidFill>
              </a:rPr>
              <a:t>er is · er zijn</a:t>
            </a:r>
            <a:endParaRPr lang="en-US" sz="1400" dirty="0"/>
          </a:p>
        </p:txBody>
      </p:sp>
      <p:sp>
        <p:nvSpPr>
          <p:cNvPr id="14" name="Text 11"/>
          <p:cNvSpPr txBox="1"/>
          <p:nvPr/>
        </p:nvSpPr>
        <p:spPr>
          <a:xfrm>
            <a:off x="7982712" y="2423160"/>
            <a:ext cx="3474720" cy="822960"/>
          </a:xfrm>
          <a:prstGeom prst="rect">
            <a:avLst/>
          </a:prstGeom>
          <a:noFill/>
          <a:ln/>
        </p:spPr>
        <p:txBody>
          <a:bodyPr wrap="square" lIns="0" tIns="0" rIns="0" bIns="0" rtlCol="0" anchor="ctr"/>
          <a:lstStyle/>
          <a:p>
            <a:pPr algn="l" indent="0" marL="0">
              <a:buNone/>
            </a:pPr>
            <a:r>
              <a:rPr lang="en-US" sz="1700" b="1" i="1" dirty="0">
                <a:solidFill>
                  <a:schemeClr val="tx1"/>
                </a:solidFill>
              </a:rPr>
              <a:t>Er</a:t>
            </a:r>
            <a:r>
              <a:rPr lang="en-US" sz="1700" i="1" dirty="0">
                <a:solidFill>
                  <a:schemeClr val="tx1"/>
                </a:solidFill>
              </a:rPr>
              <a:t> is een probleem. · </a:t>
            </a:r>
            <a:r>
              <a:rPr lang="en-US" sz="1700" b="1" i="1" dirty="0">
                <a:solidFill>
                  <a:schemeClr val="tx1"/>
                </a:solidFill>
              </a:rPr>
              <a:t>Er</a:t>
            </a:r>
            <a:r>
              <a:rPr lang="en-US" sz="1700" i="1" dirty="0">
                <a:solidFill>
                  <a:schemeClr val="tx1"/>
                </a:solidFill>
              </a:rPr>
              <a:t> zijn veel klanten.</a:t>
            </a:r>
            <a:endParaRPr lang="en-US" sz="1700" dirty="0"/>
          </a:p>
        </p:txBody>
      </p:sp>
      <p:sp>
        <p:nvSpPr>
          <p:cNvPr id="15" name="Shape 12"/>
          <p:cNvSpPr/>
          <p:nvPr/>
        </p:nvSpPr>
        <p:spPr>
          <a:xfrm flipH="1">
            <a:off x="4389120" y="3840480"/>
            <a:ext cx="365760" cy="1028700"/>
          </a:xfrm>
          <a:prstGeom prst="line">
            <a:avLst/>
          </a:prstGeom>
          <a:noFill/>
          <a:ln w="38100">
            <a:solidFill>
              <a:srgbClr val="A9B4C2"/>
            </a:solidFill>
            <a:prstDash val="solid"/>
          </a:ln>
        </p:spPr>
      </p:sp>
      <p:sp>
        <p:nvSpPr>
          <p:cNvPr id="16" name="Shape 13"/>
          <p:cNvSpPr/>
          <p:nvPr/>
        </p:nvSpPr>
        <p:spPr>
          <a:xfrm>
            <a:off x="548640" y="3977640"/>
            <a:ext cx="3840480" cy="1783080"/>
          </a:xfrm>
          <a:prstGeom prst="roundRect">
            <a:avLst>
              <a:gd name="adj" fmla="val 4103"/>
            </a:avLst>
          </a:prstGeom>
          <a:solidFill>
            <a:schemeClr val="bg1"/>
          </a:solidFill>
          <a:ln w="15875">
            <a:solidFill>
              <a:srgbClr val="D5DCE6"/>
            </a:solidFill>
            <a:prstDash val="solid"/>
          </a:ln>
          <a:effectLst>
            <a:outerShdw sx="100000" sy="100000" kx="0" ky="0" algn="bl" rotWithShape="0" blurRad="101600" dist="25400" dir="3600000">
              <a:srgbClr val="000000">
                <a:alpha val="16000"/>
              </a:srgbClr>
            </a:outerShdw>
          </a:effectLst>
        </p:spPr>
      </p:sp>
      <p:sp>
        <p:nvSpPr>
          <p:cNvPr id="17" name="Text 14"/>
          <p:cNvSpPr txBox="1"/>
          <p:nvPr/>
        </p:nvSpPr>
        <p:spPr>
          <a:xfrm>
            <a:off x="731520" y="4087368"/>
            <a:ext cx="3474720" cy="411480"/>
          </a:xfrm>
          <a:prstGeom prst="rect">
            <a:avLst/>
          </a:prstGeom>
          <a:noFill/>
          <a:ln/>
        </p:spPr>
        <p:txBody>
          <a:bodyPr wrap="square" lIns="0" tIns="0" rIns="0" bIns="0" rtlCol="0" anchor="ctr"/>
          <a:lstStyle/>
          <a:p>
            <a:pPr algn="l" indent="0" marL="0">
              <a:buNone/>
            </a:pPr>
            <a:r>
              <a:rPr lang="en-US" sz="1800" b="1" dirty="0">
                <a:solidFill>
                  <a:schemeClr val="tx2"/>
                </a:solidFill>
              </a:rPr>
              <a:t>③ avec un nombre</a:t>
            </a:r>
            <a:endParaRPr lang="en-US" sz="1800" dirty="0"/>
          </a:p>
        </p:txBody>
      </p:sp>
      <p:sp>
        <p:nvSpPr>
          <p:cNvPr id="18" name="Text 15"/>
          <p:cNvSpPr txBox="1"/>
          <p:nvPr/>
        </p:nvSpPr>
        <p:spPr>
          <a:xfrm>
            <a:off x="731520" y="4480560"/>
            <a:ext cx="3474720" cy="320040"/>
          </a:xfrm>
          <a:prstGeom prst="rect">
            <a:avLst/>
          </a:prstGeom>
          <a:noFill/>
          <a:ln/>
        </p:spPr>
        <p:txBody>
          <a:bodyPr wrap="square" lIns="0" tIns="0" rIns="0" bIns="0" rtlCol="0" anchor="ctr"/>
          <a:lstStyle/>
          <a:p>
            <a:pPr algn="l" indent="0" marL="0">
              <a:buNone/>
            </a:pPr>
            <a:r>
              <a:rPr lang="en-US" sz="1400" i="1" dirty="0">
                <a:solidFill>
                  <a:schemeClr val="accent5"/>
                </a:solidFill>
              </a:rPr>
              <a:t>« en »</a:t>
            </a:r>
            <a:endParaRPr lang="en-US" sz="1400" dirty="0"/>
          </a:p>
        </p:txBody>
      </p:sp>
      <p:sp>
        <p:nvSpPr>
          <p:cNvPr id="19" name="Text 16"/>
          <p:cNvSpPr txBox="1"/>
          <p:nvPr/>
        </p:nvSpPr>
        <p:spPr>
          <a:xfrm>
            <a:off x="731520" y="4846320"/>
            <a:ext cx="3474720" cy="822960"/>
          </a:xfrm>
          <a:prstGeom prst="rect">
            <a:avLst/>
          </a:prstGeom>
          <a:noFill/>
          <a:ln/>
        </p:spPr>
        <p:txBody>
          <a:bodyPr wrap="square" lIns="0" tIns="0" rIns="0" bIns="0" rtlCol="0" anchor="ctr"/>
          <a:lstStyle/>
          <a:p>
            <a:pPr algn="l" indent="0" marL="0">
              <a:buNone/>
            </a:pPr>
            <a:r>
              <a:rPr lang="en-US" sz="1700" i="1" dirty="0">
                <a:solidFill>
                  <a:schemeClr val="tx1"/>
                </a:solidFill>
              </a:rPr>
              <a:t>Hoeveel kinderen heb je? Ik heb </a:t>
            </a:r>
            <a:r>
              <a:rPr lang="en-US" sz="1700" b="1" i="1" dirty="0">
                <a:solidFill>
                  <a:schemeClr val="tx1"/>
                </a:solidFill>
              </a:rPr>
              <a:t>er</a:t>
            </a:r>
            <a:r>
              <a:rPr lang="en-US" sz="1700" i="1" dirty="0">
                <a:solidFill>
                  <a:schemeClr val="tx1"/>
                </a:solidFill>
              </a:rPr>
              <a:t> twee.</a:t>
            </a:r>
            <a:endParaRPr lang="en-US" sz="1700" dirty="0"/>
          </a:p>
        </p:txBody>
      </p:sp>
      <p:sp>
        <p:nvSpPr>
          <p:cNvPr id="20" name="Shape 17"/>
          <p:cNvSpPr/>
          <p:nvPr/>
        </p:nvSpPr>
        <p:spPr>
          <a:xfrm>
            <a:off x="7434072" y="3840480"/>
            <a:ext cx="365760" cy="1028700"/>
          </a:xfrm>
          <a:prstGeom prst="line">
            <a:avLst/>
          </a:prstGeom>
          <a:noFill/>
          <a:ln w="50800">
            <a:solidFill>
              <a:srgbClr val="2E7D4F"/>
            </a:solidFill>
            <a:prstDash val="solid"/>
          </a:ln>
        </p:spPr>
      </p:sp>
      <p:sp>
        <p:nvSpPr>
          <p:cNvPr id="21" name="Shape 18"/>
          <p:cNvSpPr/>
          <p:nvPr/>
        </p:nvSpPr>
        <p:spPr>
          <a:xfrm>
            <a:off x="7799832" y="3977640"/>
            <a:ext cx="3840480" cy="1783080"/>
          </a:xfrm>
          <a:prstGeom prst="roundRect">
            <a:avLst>
              <a:gd name="adj" fmla="val 4103"/>
            </a:avLst>
          </a:prstGeom>
          <a:solidFill>
            <a:srgbClr val="EDF6F0"/>
          </a:solidFill>
          <a:ln w="31750">
            <a:solidFill>
              <a:srgbClr val="2E7D4F"/>
            </a:solidFill>
            <a:prstDash val="solid"/>
          </a:ln>
          <a:effectLst>
            <a:outerShdw sx="100000" sy="100000" kx="0" ky="0" algn="bl" rotWithShape="0" blurRad="101600" dist="25400" dir="3600000">
              <a:srgbClr val="000000">
                <a:alpha val="16000"/>
              </a:srgbClr>
            </a:outerShdw>
          </a:effectLst>
        </p:spPr>
      </p:sp>
      <p:sp>
        <p:nvSpPr>
          <p:cNvPr id="22" name="Text 19"/>
          <p:cNvSpPr txBox="1"/>
          <p:nvPr/>
        </p:nvSpPr>
        <p:spPr>
          <a:xfrm>
            <a:off x="7982712" y="4087368"/>
            <a:ext cx="3474720" cy="411480"/>
          </a:xfrm>
          <a:prstGeom prst="rect">
            <a:avLst/>
          </a:prstGeom>
          <a:noFill/>
          <a:ln/>
        </p:spPr>
        <p:txBody>
          <a:bodyPr wrap="square" lIns="0" tIns="0" rIns="0" bIns="0" rtlCol="0" anchor="ctr"/>
          <a:lstStyle/>
          <a:p>
            <a:pPr algn="l" indent="0" marL="0">
              <a:buNone/>
            </a:pPr>
            <a:r>
              <a:rPr lang="en-US" sz="1800" b="1" dirty="0">
                <a:solidFill>
                  <a:schemeClr val="accent3"/>
                </a:solidFill>
              </a:rPr>
              <a:t>④ + préposition</a:t>
            </a:r>
            <a:endParaRPr lang="en-US" sz="1800" dirty="0"/>
          </a:p>
        </p:txBody>
      </p:sp>
      <p:sp>
        <p:nvSpPr>
          <p:cNvPr id="23" name="Text 20"/>
          <p:cNvSpPr txBox="1"/>
          <p:nvPr/>
        </p:nvSpPr>
        <p:spPr>
          <a:xfrm>
            <a:off x="7982712" y="4480560"/>
            <a:ext cx="3474720" cy="320040"/>
          </a:xfrm>
          <a:prstGeom prst="rect">
            <a:avLst/>
          </a:prstGeom>
          <a:noFill/>
          <a:ln/>
        </p:spPr>
        <p:txBody>
          <a:bodyPr wrap="square" lIns="0" tIns="0" rIns="0" bIns="0" rtlCol="0" anchor="ctr"/>
          <a:lstStyle/>
          <a:p>
            <a:pPr algn="l" indent="0" marL="0">
              <a:buNone/>
            </a:pPr>
            <a:r>
              <a:rPr lang="en-US" sz="1400" i="1" dirty="0">
                <a:solidFill>
                  <a:schemeClr val="accent5"/>
                </a:solidFill>
              </a:rPr>
              <a:t>ce module</a:t>
            </a:r>
            <a:endParaRPr lang="en-US" sz="1400" dirty="0"/>
          </a:p>
        </p:txBody>
      </p:sp>
      <p:sp>
        <p:nvSpPr>
          <p:cNvPr id="24" name="Text 21"/>
          <p:cNvSpPr txBox="1"/>
          <p:nvPr/>
        </p:nvSpPr>
        <p:spPr>
          <a:xfrm>
            <a:off x="7982712" y="4846320"/>
            <a:ext cx="3474720" cy="822960"/>
          </a:xfrm>
          <a:prstGeom prst="rect">
            <a:avLst/>
          </a:prstGeom>
          <a:noFill/>
          <a:ln/>
        </p:spPr>
        <p:txBody>
          <a:bodyPr wrap="square" lIns="0" tIns="0" rIns="0" bIns="0" rtlCol="0" anchor="ctr"/>
          <a:lstStyle/>
          <a:p>
            <a:pPr algn="l" indent="0" marL="0">
              <a:buNone/>
            </a:pPr>
            <a:r>
              <a:rPr lang="en-US" sz="1700" i="1" dirty="0">
                <a:solidFill>
                  <a:schemeClr val="tx1"/>
                </a:solidFill>
              </a:rPr>
              <a:t>Ik denk </a:t>
            </a:r>
            <a:r>
              <a:rPr lang="en-US" sz="1700" b="1" i="1" dirty="0">
                <a:solidFill>
                  <a:schemeClr val="accent3"/>
                </a:solidFill>
              </a:rPr>
              <a:t>er</a:t>
            </a:r>
            <a:r>
              <a:rPr lang="en-US" sz="1700" b="1" i="1" dirty="0">
                <a:solidFill>
                  <a:schemeClr val="accent1"/>
                </a:solidFill>
              </a:rPr>
              <a:t>aan</a:t>
            </a:r>
            <a:r>
              <a:rPr lang="en-US" sz="1700" i="1" dirty="0">
                <a:solidFill>
                  <a:schemeClr val="tx1"/>
                </a:solidFill>
              </a:rPr>
              <a:t>.</a:t>
            </a:r>
            <a:endParaRPr lang="en-US" sz="1700" dirty="0"/>
          </a:p>
        </p:txBody>
      </p:sp>
      <p:sp>
        <p:nvSpPr>
          <p:cNvPr id="25" name="Shape 22"/>
          <p:cNvSpPr/>
          <p:nvPr/>
        </p:nvSpPr>
        <p:spPr>
          <a:xfrm>
            <a:off x="4754880" y="2926080"/>
            <a:ext cx="2679192" cy="1051560"/>
          </a:xfrm>
          <a:prstGeom prst="roundRect">
            <a:avLst>
              <a:gd name="adj" fmla="val 26087"/>
            </a:avLst>
          </a:prstGeom>
          <a:solidFill>
            <a:schemeClr val="accent6"/>
          </a:solidFill>
          <a:ln w="12700">
            <a:solidFill>
              <a:srgbClr val="FFFFFF">
                <a:alpha val="0"/>
              </a:srgbClr>
            </a:solidFill>
            <a:prstDash val="solid"/>
          </a:ln>
          <a:effectLst>
            <a:outerShdw sx="100000" sy="100000" kx="0" ky="0" algn="bl" rotWithShape="0" blurRad="101600" dist="25400" dir="3600000">
              <a:srgbClr val="000000">
                <a:alpha val="16000"/>
              </a:srgbClr>
            </a:outerShdw>
          </a:effectLst>
        </p:spPr>
      </p:sp>
      <p:sp>
        <p:nvSpPr>
          <p:cNvPr id="26" name="Shape 23"/>
          <p:cNvSpPr/>
          <p:nvPr/>
        </p:nvSpPr>
        <p:spPr>
          <a:xfrm>
            <a:off x="5074920" y="3355848"/>
            <a:ext cx="384048" cy="128016"/>
          </a:xfrm>
          <a:prstGeom prst="roundRect">
            <a:avLst>
              <a:gd name="adj" fmla="val 57143"/>
            </a:avLst>
          </a:prstGeom>
          <a:solidFill>
            <a:srgbClr val="FFFFFF"/>
          </a:solidFill>
          <a:ln w="12700">
            <a:solidFill>
              <a:srgbClr val="FFFFFF">
                <a:alpha val="0"/>
              </a:srgbClr>
            </a:solidFill>
            <a:prstDash val="solid"/>
          </a:ln>
        </p:spPr>
      </p:sp>
      <p:sp>
        <p:nvSpPr>
          <p:cNvPr id="27" name="Shape 24"/>
          <p:cNvSpPr/>
          <p:nvPr/>
        </p:nvSpPr>
        <p:spPr>
          <a:xfrm>
            <a:off x="5202936" y="3227832"/>
            <a:ext cx="128016" cy="384048"/>
          </a:xfrm>
          <a:prstGeom prst="roundRect">
            <a:avLst>
              <a:gd name="adj" fmla="val 57143"/>
            </a:avLst>
          </a:prstGeom>
          <a:solidFill>
            <a:srgbClr val="FFFFFF"/>
          </a:solidFill>
          <a:ln w="12700">
            <a:solidFill>
              <a:srgbClr val="FFFFFF">
                <a:alpha val="0"/>
              </a:srgbClr>
            </a:solidFill>
            <a:prstDash val="solid"/>
          </a:ln>
        </p:spPr>
      </p:sp>
      <p:sp>
        <p:nvSpPr>
          <p:cNvPr id="28" name="Text 25"/>
          <p:cNvSpPr txBox="1"/>
          <p:nvPr/>
        </p:nvSpPr>
        <p:spPr>
          <a:xfrm>
            <a:off x="5577840" y="2926080"/>
            <a:ext cx="1673352" cy="1051560"/>
          </a:xfrm>
          <a:prstGeom prst="rect">
            <a:avLst/>
          </a:prstGeom>
          <a:noFill/>
          <a:ln/>
        </p:spPr>
        <p:txBody>
          <a:bodyPr wrap="square" lIns="0" tIns="0" rIns="0" bIns="0" rtlCol="0" anchor="ctr"/>
          <a:lstStyle/>
          <a:p>
            <a:pPr algn="ctr" indent="0" marL="0">
              <a:buNone/>
            </a:pPr>
            <a:r>
              <a:rPr lang="en-US" sz="4000" b="1" dirty="0">
                <a:solidFill>
                  <a:schemeClr val="bg1"/>
                </a:solidFill>
                <a:latin typeface="+mj-lt" pitchFamily="34" charset="0"/>
                <a:ea typeface="+mj-lt" pitchFamily="34" charset="-122"/>
                <a:cs typeface="+mj-lt" pitchFamily="34" charset="-120"/>
              </a:rPr>
              <a:t>er</a:t>
            </a:r>
            <a:endParaRPr lang="en-US" sz="4000" dirty="0"/>
          </a:p>
        </p:txBody>
      </p:sp>
      <p:sp>
        <p:nvSpPr>
          <p:cNvPr id="29" name="Text 26"/>
          <p:cNvSpPr txBox="1"/>
          <p:nvPr/>
        </p:nvSpPr>
        <p:spPr>
          <a:xfrm>
            <a:off x="548640" y="5852160"/>
            <a:ext cx="11091672" cy="411480"/>
          </a:xfrm>
          <a:prstGeom prst="rect">
            <a:avLst/>
          </a:prstGeom>
          <a:noFill/>
          <a:ln/>
        </p:spPr>
        <p:txBody>
          <a:bodyPr wrap="square" lIns="0" tIns="0" rIns="0" bIns="0" rtlCol="0" anchor="t"/>
          <a:lstStyle/>
          <a:p>
            <a:pPr algn="ctr" indent="0" marL="0">
              <a:buNone/>
            </a:pPr>
            <a:r>
              <a:rPr lang="en-US" sz="1500" i="1" dirty="0">
                <a:solidFill>
                  <a:schemeClr val="accent5"/>
                </a:solidFill>
              </a:rPr>
              <a:t>① à ③ : à reconnaître — travaillés en Néerlandais 2. Le contexte suffit presque toujours.</a:t>
            </a:r>
            <a:endParaRPr lang="en-US" sz="1500" dirty="0"/>
          </a:p>
        </p:txBody>
      </p:sp>
      <p:sp>
        <p:nvSpPr>
          <p:cNvPr id="25" name="Slide Number Placeholder 0"/>
          <p:cNvSpPr>
            <a:spLocks noGrp="1"/>
          </p:cNvSpPr>
          <p:nvPr>
            <p:ph type="sldNum" sz="quarter" idx="4294967295"/>
          </p:nvPr>
        </p:nvSpPr>
        <p:spPr>
          <a:xfrm>
            <a:off x="11091672"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4A5A70"/>
                </a:solidFill>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1"/>
          <p:cNvSpPr/>
          <p:nvPr>
            <p:ph idx="101" type="title" hasCustomPrompt="1"/>
          </p:nvPr>
        </p:nvSpPr>
        <p:spPr>
          <a:xfrm>
            <a:off x="548640" y="621792"/>
            <a:ext cx="11091672" cy="713232"/>
          </a:xfrm>
          <a:prstGeom prst="rect">
            <a:avLst/>
          </a:prstGeom>
          <a:noFill/>
          <a:ln/>
        </p:spPr>
        <p:txBody>
          <a:bodyPr wrap="square" lIns="0" tIns="0" rIns="0" bIns="0" rtlCol="0" anchor="ctr"/>
          <a:lstStyle/>
          <a:p>
            <a:pPr algn="l" indent="0" marL="0">
              <a:buNone/>
            </a:pPr>
            <a:r>
              <a:rPr lang="en-US" sz="3000" b="1" dirty="0">
                <a:solidFill>
                  <a:schemeClr val="tx2"/>
                </a:solidFill>
              </a:rPr>
              <a:t>À retenir : la fiche er / daar / waar</a:t>
            </a:r>
            <a:endParaRPr lang="en-US" sz="3000" dirty="0"/>
          </a:p>
        </p:txBody>
      </p:sp>
      <p:sp>
        <p:nvSpPr>
          <p:cNvPr id="3" name="tag"/>
          <p:cNvSpPr/>
          <p:nvPr/>
        </p:nvSpPr>
        <p:spPr>
          <a:xfrm>
            <a:off x="548640" y="237744"/>
            <a:ext cx="1446581" cy="310896"/>
          </a:xfrm>
          <a:prstGeom prst="roundRect">
            <a:avLst>
              <a:gd name="adj" fmla="val 14706"/>
            </a:avLst>
          </a:prstGeom>
          <a:solidFill>
            <a:schemeClr val="tx2"/>
          </a:solidFill>
          <a:ln/>
        </p:spPr>
        <p:txBody>
          <a:bodyPr wrap="square" lIns="0" tIns="0" rIns="0" bIns="0" rtlCol="0" anchor="ctr"/>
          <a:lstStyle/>
          <a:p>
            <a:pPr algn="ctr" indent="0" marL="0">
              <a:buNone/>
            </a:pPr>
            <a:r>
              <a:rPr lang="en-US" sz="1200" b="1" spc="100" kern="0" dirty="0">
                <a:solidFill>
                  <a:srgbClr val="FFFFFF"/>
                </a:solidFill>
              </a:rPr>
              <a:t>À RETENIR</a:t>
            </a:r>
            <a:endParaRPr lang="en-US" sz="1200" dirty="0"/>
          </a:p>
        </p:txBody>
      </p:sp>
      <p:sp>
        <p:nvSpPr>
          <p:cNvPr id="5" name="Shape 2"/>
          <p:cNvSpPr/>
          <p:nvPr/>
        </p:nvSpPr>
        <p:spPr>
          <a:xfrm>
            <a:off x="548640" y="1554480"/>
            <a:ext cx="3544824" cy="3611880"/>
          </a:xfrm>
          <a:prstGeom prst="roundRect">
            <a:avLst>
              <a:gd name="adj" fmla="val 2580"/>
            </a:avLst>
          </a:prstGeom>
          <a:solidFill>
            <a:schemeClr val="bg1"/>
          </a:solidFill>
          <a:ln w="25400">
            <a:solidFill>
              <a:srgbClr val="2E7D4F"/>
            </a:solidFill>
            <a:prstDash val="solid"/>
          </a:ln>
          <a:effectLst>
            <a:outerShdw sx="100000" sy="100000" kx="0" ky="0" algn="bl" rotWithShape="0" blurRad="101600" dist="25400" dir="3600000">
              <a:srgbClr val="000000">
                <a:alpha val="16000"/>
              </a:srgbClr>
            </a:outerShdw>
          </a:effectLst>
        </p:spPr>
      </p:sp>
      <p:sp>
        <p:nvSpPr>
          <p:cNvPr id="6" name="Shape 3"/>
          <p:cNvSpPr/>
          <p:nvPr/>
        </p:nvSpPr>
        <p:spPr>
          <a:xfrm>
            <a:off x="777240" y="1737360"/>
            <a:ext cx="640080" cy="640080"/>
          </a:xfrm>
          <a:prstGeom prst="ellipse">
            <a:avLst/>
          </a:prstGeom>
          <a:solidFill>
            <a:schemeClr val="accent3"/>
          </a:solidFill>
          <a:ln w="12700">
            <a:solidFill>
              <a:srgbClr val="FFFFFF">
                <a:alpha val="0"/>
              </a:srgbClr>
            </a:solidFill>
            <a:prstDash val="solid"/>
          </a:ln>
        </p:spPr>
      </p:sp>
      <p:pic>
        <p:nvPicPr>
          <p:cNvPr id="7" name="Image 0" descr="ExchangeAlt">    </p:cNvPr>
          <p:cNvPicPr>
            <a:picLocks noChangeAspect="1"/>
          </p:cNvPicPr>
          <p:nvPr/>
        </p:nvPicPr>
        <p:blipFill>
          <a:blip r:embed="rId1"/>
          <a:stretch>
            <a:fillRect/>
          </a:stretch>
        </p:blipFill>
        <p:spPr>
          <a:xfrm>
            <a:off x="930859" y="1890979"/>
            <a:ext cx="332842" cy="332842"/>
          </a:xfrm>
          <a:prstGeom prst="rect">
            <a:avLst/>
          </a:prstGeom>
        </p:spPr>
      </p:pic>
      <p:sp>
        <p:nvSpPr>
          <p:cNvPr id="8" name="Text 4"/>
          <p:cNvSpPr txBox="1"/>
          <p:nvPr/>
        </p:nvSpPr>
        <p:spPr>
          <a:xfrm>
            <a:off x="1554480" y="1737360"/>
            <a:ext cx="2401824" cy="640080"/>
          </a:xfrm>
          <a:prstGeom prst="rect">
            <a:avLst/>
          </a:prstGeom>
          <a:noFill/>
          <a:ln/>
        </p:spPr>
        <p:txBody>
          <a:bodyPr wrap="square" lIns="0" tIns="0" rIns="0" bIns="0" rtlCol="0" anchor="ctr"/>
          <a:lstStyle/>
          <a:p>
            <a:pPr algn="l" indent="0" marL="0">
              <a:buNone/>
            </a:pPr>
            <a:r>
              <a:rPr lang="en-US" sz="2200" b="1" dirty="0">
                <a:solidFill>
                  <a:schemeClr val="accent3"/>
                </a:solidFill>
                <a:latin typeface="+mj-lt" pitchFamily="34" charset="0"/>
                <a:ea typeface="+mj-lt" pitchFamily="34" charset="-122"/>
                <a:cs typeface="+mj-lt" pitchFamily="34" charset="-120"/>
              </a:rPr>
              <a:t>Convertir</a:t>
            </a:r>
            <a:endParaRPr lang="en-US" sz="2200" dirty="0"/>
          </a:p>
        </p:txBody>
      </p:sp>
      <p:sp>
        <p:nvSpPr>
          <p:cNvPr id="9" name="Text 5"/>
          <p:cNvSpPr txBox="1"/>
          <p:nvPr/>
        </p:nvSpPr>
        <p:spPr>
          <a:xfrm>
            <a:off x="822960" y="2560320"/>
            <a:ext cx="3041904" cy="2468880"/>
          </a:xfrm>
          <a:prstGeom prst="rect">
            <a:avLst/>
          </a:prstGeom>
          <a:noFill/>
          <a:ln/>
        </p:spPr>
        <p:txBody>
          <a:bodyPr wrap="square" lIns="0" tIns="0" rIns="0" bIns="0" rtlCol="0" anchor="t"/>
          <a:lstStyle/>
          <a:p>
            <a:pPr algn="l" indent="0" marL="0">
              <a:spcAft>
                <a:spcPts val="1400"/>
              </a:spcAft>
              <a:buNone/>
            </a:pPr>
            <a:r>
              <a:rPr lang="en-US" sz="1900" dirty="0">
                <a:solidFill>
                  <a:schemeClr val="tx1"/>
                </a:solidFill>
              </a:rPr>
              <a:t>chose → </a:t>
            </a:r>
            <a:r>
              <a:rPr lang="en-US" sz="1900" i="1" dirty="0">
                <a:solidFill>
                  <a:schemeClr val="tx1"/>
                </a:solidFill>
              </a:rPr>
              <a:t>er, daar, waar, hier</a:t>
            </a:r>
            <a:r>
              <a:rPr lang="en-US" sz="1900" dirty="0">
                <a:solidFill>
                  <a:schemeClr val="tx1"/>
                </a:solidFill>
              </a:rPr>
              <a:t> + préposition</a:t>
            </a:r>
            <a:endParaRPr lang="en-US" sz="1900" dirty="0"/>
          </a:p>
          <a:p>
            <a:pPr algn="l" indent="0" marL="0">
              <a:spcAft>
                <a:spcPts val="1400"/>
              </a:spcAft>
              <a:buNone/>
            </a:pPr>
            <a:r>
              <a:rPr lang="en-US" sz="1900" i="1" dirty="0">
                <a:solidFill>
                  <a:schemeClr val="tx1"/>
                </a:solidFill>
              </a:rPr>
              <a:t>met → mee</a:t>
            </a:r>
            <a:endParaRPr lang="en-US" sz="1900" dirty="0"/>
          </a:p>
          <a:p>
            <a:pPr algn="l" indent="0" marL="0">
              <a:spcAft>
                <a:spcPts val="1400"/>
              </a:spcAft>
              <a:buNone/>
            </a:pPr>
            <a:r>
              <a:rPr lang="en-US" sz="1900" dirty="0">
                <a:solidFill>
                  <a:schemeClr val="tx1"/>
                </a:solidFill>
              </a:rPr>
              <a:t>personne → préposition + </a:t>
            </a:r>
            <a:r>
              <a:rPr lang="en-US" sz="1900" i="1" dirty="0">
                <a:solidFill>
                  <a:schemeClr val="tx1"/>
                </a:solidFill>
              </a:rPr>
              <a:t>hem, haar, wie</a:t>
            </a:r>
            <a:endParaRPr lang="en-US" sz="1900" dirty="0"/>
          </a:p>
        </p:txBody>
      </p:sp>
      <p:sp>
        <p:nvSpPr>
          <p:cNvPr id="10" name="Shape 6"/>
          <p:cNvSpPr/>
          <p:nvPr/>
        </p:nvSpPr>
        <p:spPr>
          <a:xfrm>
            <a:off x="4322064" y="1554480"/>
            <a:ext cx="3544824" cy="3611880"/>
          </a:xfrm>
          <a:prstGeom prst="roundRect">
            <a:avLst>
              <a:gd name="adj" fmla="val 2580"/>
            </a:avLst>
          </a:prstGeom>
          <a:solidFill>
            <a:schemeClr val="bg1"/>
          </a:solidFill>
          <a:ln w="25400">
            <a:solidFill>
              <a:srgbClr val="D9700F"/>
            </a:solidFill>
            <a:prstDash val="solid"/>
          </a:ln>
          <a:effectLst>
            <a:outerShdw sx="100000" sy="100000" kx="0" ky="0" algn="bl" rotWithShape="0" blurRad="101600" dist="25400" dir="3600000">
              <a:srgbClr val="000000">
                <a:alpha val="16000"/>
              </a:srgbClr>
            </a:outerShdw>
          </a:effectLst>
        </p:spPr>
      </p:sp>
      <p:sp>
        <p:nvSpPr>
          <p:cNvPr id="11" name="Shape 7"/>
          <p:cNvSpPr/>
          <p:nvPr/>
        </p:nvSpPr>
        <p:spPr>
          <a:xfrm>
            <a:off x="4550664" y="1737360"/>
            <a:ext cx="640080" cy="640080"/>
          </a:xfrm>
          <a:prstGeom prst="ellipse">
            <a:avLst/>
          </a:prstGeom>
          <a:solidFill>
            <a:schemeClr val="accent1"/>
          </a:solidFill>
          <a:ln w="12700">
            <a:solidFill>
              <a:srgbClr val="FFFFFF">
                <a:alpha val="0"/>
              </a:srgbClr>
            </a:solidFill>
            <a:prstDash val="solid"/>
          </a:ln>
        </p:spPr>
      </p:sp>
      <p:pic>
        <p:nvPicPr>
          <p:cNvPr id="12" name="Image 1" descr="ArrowsAltH">    </p:cNvPr>
          <p:cNvPicPr>
            <a:picLocks noChangeAspect="1"/>
          </p:cNvPicPr>
          <p:nvPr/>
        </p:nvPicPr>
        <p:blipFill>
          <a:blip r:embed="rId2"/>
          <a:stretch>
            <a:fillRect/>
          </a:stretch>
        </p:blipFill>
        <p:spPr>
          <a:xfrm>
            <a:off x="4704283" y="1890979"/>
            <a:ext cx="332842" cy="332842"/>
          </a:xfrm>
          <a:prstGeom prst="rect">
            <a:avLst/>
          </a:prstGeom>
        </p:spPr>
      </p:pic>
      <p:sp>
        <p:nvSpPr>
          <p:cNvPr id="13" name="Text 8"/>
          <p:cNvSpPr txBox="1"/>
          <p:nvPr/>
        </p:nvSpPr>
        <p:spPr>
          <a:xfrm>
            <a:off x="5327904" y="1737360"/>
            <a:ext cx="2401824" cy="640080"/>
          </a:xfrm>
          <a:prstGeom prst="rect">
            <a:avLst/>
          </a:prstGeom>
          <a:noFill/>
          <a:ln/>
        </p:spPr>
        <p:txBody>
          <a:bodyPr wrap="square" lIns="0" tIns="0" rIns="0" bIns="0" rtlCol="0" anchor="ctr"/>
          <a:lstStyle/>
          <a:p>
            <a:pPr algn="l" indent="0" marL="0">
              <a:buNone/>
            </a:pPr>
            <a:r>
              <a:rPr lang="en-US" sz="2200" b="1" dirty="0">
                <a:solidFill>
                  <a:schemeClr val="accent1"/>
                </a:solidFill>
                <a:latin typeface="+mj-lt" pitchFamily="34" charset="0"/>
                <a:ea typeface="+mj-lt" pitchFamily="34" charset="-122"/>
                <a:cs typeface="+mj-lt" pitchFamily="34" charset="-120"/>
              </a:rPr>
              <a:t>Placer</a:t>
            </a:r>
            <a:endParaRPr lang="en-US" sz="2200" dirty="0"/>
          </a:p>
        </p:txBody>
      </p:sp>
      <p:sp>
        <p:nvSpPr>
          <p:cNvPr id="14" name="Text 9"/>
          <p:cNvSpPr txBox="1"/>
          <p:nvPr/>
        </p:nvSpPr>
        <p:spPr>
          <a:xfrm>
            <a:off x="4596384" y="2560320"/>
            <a:ext cx="3041904" cy="2468880"/>
          </a:xfrm>
          <a:prstGeom prst="rect">
            <a:avLst/>
          </a:prstGeom>
          <a:noFill/>
          <a:ln/>
        </p:spPr>
        <p:txBody>
          <a:bodyPr wrap="square" lIns="0" tIns="0" rIns="0" bIns="0" rtlCol="0" anchor="t"/>
          <a:lstStyle/>
          <a:p>
            <a:pPr algn="l" indent="0" marL="0">
              <a:spcAft>
                <a:spcPts val="1400"/>
              </a:spcAft>
              <a:buNone/>
            </a:pPr>
            <a:r>
              <a:rPr lang="en-US" sz="1900" dirty="0">
                <a:solidFill>
                  <a:schemeClr val="tx1"/>
                </a:solidFill>
              </a:rPr>
              <a:t>Les deux morceaux se séparent :</a:t>
            </a:r>
            <a:endParaRPr lang="en-US" sz="1900" dirty="0"/>
          </a:p>
          <a:p>
            <a:pPr algn="l" indent="0" marL="0">
              <a:spcAft>
                <a:spcPts val="1400"/>
              </a:spcAft>
              <a:buNone/>
            </a:pPr>
            <a:r>
              <a:rPr lang="en-US" sz="1900" i="1" dirty="0">
                <a:solidFill>
                  <a:schemeClr val="tx1"/>
                </a:solidFill>
              </a:rPr>
              <a:t>Ik denk </a:t>
            </a:r>
            <a:r>
              <a:rPr lang="en-US" sz="1900" b="1" i="1" dirty="0">
                <a:solidFill>
                  <a:schemeClr val="tx1"/>
                </a:solidFill>
              </a:rPr>
              <a:t>er</a:t>
            </a:r>
            <a:r>
              <a:rPr lang="en-US" sz="1900" i="1" dirty="0">
                <a:solidFill>
                  <a:schemeClr val="tx1"/>
                </a:solidFill>
              </a:rPr>
              <a:t> vaak </a:t>
            </a:r>
            <a:r>
              <a:rPr lang="en-US" sz="1900" b="1" i="1" dirty="0">
                <a:solidFill>
                  <a:schemeClr val="tx1"/>
                </a:solidFill>
              </a:rPr>
              <a:t>aan</a:t>
            </a:r>
            <a:r>
              <a:rPr lang="en-US" sz="1900" i="1" dirty="0">
                <a:solidFill>
                  <a:schemeClr val="tx1"/>
                </a:solidFill>
              </a:rPr>
              <a:t>.</a:t>
            </a:r>
            <a:endParaRPr lang="en-US" sz="1900" dirty="0"/>
          </a:p>
          <a:p>
            <a:pPr algn="l" indent="0" marL="0">
              <a:spcAft>
                <a:spcPts val="1400"/>
              </a:spcAft>
              <a:buNone/>
            </a:pPr>
            <a:r>
              <a:rPr lang="en-US" sz="1900" i="1" dirty="0">
                <a:solidFill>
                  <a:schemeClr val="tx1"/>
                </a:solidFill>
              </a:rPr>
              <a:t>Ik denk </a:t>
            </a:r>
            <a:r>
              <a:rPr lang="en-US" sz="1900" b="1" i="1" dirty="0">
                <a:solidFill>
                  <a:schemeClr val="tx1"/>
                </a:solidFill>
              </a:rPr>
              <a:t>er</a:t>
            </a:r>
            <a:r>
              <a:rPr lang="en-US" sz="1900" i="1" dirty="0">
                <a:solidFill>
                  <a:schemeClr val="tx1"/>
                </a:solidFill>
              </a:rPr>
              <a:t> niet </a:t>
            </a:r>
            <a:r>
              <a:rPr lang="en-US" sz="1900" b="1" i="1" dirty="0">
                <a:solidFill>
                  <a:schemeClr val="tx1"/>
                </a:solidFill>
              </a:rPr>
              <a:t>aan</a:t>
            </a:r>
            <a:r>
              <a:rPr lang="en-US" sz="1900" i="1" dirty="0">
                <a:solidFill>
                  <a:schemeClr val="tx1"/>
                </a:solidFill>
              </a:rPr>
              <a:t>.</a:t>
            </a:r>
            <a:endParaRPr lang="en-US" sz="1900" dirty="0"/>
          </a:p>
        </p:txBody>
      </p:sp>
      <p:sp>
        <p:nvSpPr>
          <p:cNvPr id="15" name="Shape 10"/>
          <p:cNvSpPr/>
          <p:nvPr/>
        </p:nvSpPr>
        <p:spPr>
          <a:xfrm>
            <a:off x="8095488" y="1554480"/>
            <a:ext cx="3544824" cy="3611880"/>
          </a:xfrm>
          <a:prstGeom prst="roundRect">
            <a:avLst>
              <a:gd name="adj" fmla="val 2580"/>
            </a:avLst>
          </a:prstGeom>
          <a:solidFill>
            <a:schemeClr val="bg1"/>
          </a:solidFill>
          <a:ln w="25400">
            <a:solidFill>
              <a:srgbClr val="B4236A"/>
            </a:solidFill>
            <a:prstDash val="solid"/>
          </a:ln>
          <a:effectLst>
            <a:outerShdw sx="100000" sy="100000" kx="0" ky="0" algn="bl" rotWithShape="0" blurRad="101600" dist="25400" dir="3600000">
              <a:srgbClr val="000000">
                <a:alpha val="16000"/>
              </a:srgbClr>
            </a:outerShdw>
          </a:effectLst>
        </p:spPr>
      </p:sp>
      <p:sp>
        <p:nvSpPr>
          <p:cNvPr id="16" name="Shape 11"/>
          <p:cNvSpPr/>
          <p:nvPr/>
        </p:nvSpPr>
        <p:spPr>
          <a:xfrm>
            <a:off x="8324088" y="1737360"/>
            <a:ext cx="640080" cy="640080"/>
          </a:xfrm>
          <a:prstGeom prst="ellipse">
            <a:avLst/>
          </a:prstGeom>
          <a:solidFill>
            <a:schemeClr val="accent4"/>
          </a:solidFill>
          <a:ln w="12700">
            <a:solidFill>
              <a:srgbClr val="FFFFFF">
                <a:alpha val="0"/>
              </a:srgbClr>
            </a:solidFill>
            <a:prstDash val="solid"/>
          </a:ln>
        </p:spPr>
      </p:sp>
      <p:pic>
        <p:nvPicPr>
          <p:cNvPr id="17" name="Image 2" descr="Question">    </p:cNvPr>
          <p:cNvPicPr>
            <a:picLocks noChangeAspect="1"/>
          </p:cNvPicPr>
          <p:nvPr/>
        </p:nvPicPr>
        <p:blipFill>
          <a:blip r:embed="rId3"/>
          <a:stretch>
            <a:fillRect/>
          </a:stretch>
        </p:blipFill>
        <p:spPr>
          <a:xfrm>
            <a:off x="8477707" y="1890979"/>
            <a:ext cx="332842" cy="332842"/>
          </a:xfrm>
          <a:prstGeom prst="rect">
            <a:avLst/>
          </a:prstGeom>
        </p:spPr>
      </p:pic>
      <p:sp>
        <p:nvSpPr>
          <p:cNvPr id="18" name="Text 12"/>
          <p:cNvSpPr txBox="1"/>
          <p:nvPr/>
        </p:nvSpPr>
        <p:spPr>
          <a:xfrm>
            <a:off x="9101328" y="1737360"/>
            <a:ext cx="2401824" cy="640080"/>
          </a:xfrm>
          <a:prstGeom prst="rect">
            <a:avLst/>
          </a:prstGeom>
          <a:noFill/>
          <a:ln/>
        </p:spPr>
        <p:txBody>
          <a:bodyPr wrap="square" lIns="0" tIns="0" rIns="0" bIns="0" rtlCol="0" anchor="ctr"/>
          <a:lstStyle/>
          <a:p>
            <a:pPr algn="l" indent="0" marL="0">
              <a:buNone/>
            </a:pPr>
            <a:r>
              <a:rPr lang="en-US" sz="2200" b="1" dirty="0">
                <a:solidFill>
                  <a:schemeClr val="accent4"/>
                </a:solidFill>
                <a:latin typeface="+mj-lt" pitchFamily="34" charset="0"/>
                <a:ea typeface="+mj-lt" pitchFamily="34" charset="-122"/>
                <a:cs typeface="+mj-lt" pitchFamily="34" charset="-120"/>
              </a:rPr>
              <a:t>Questionner</a:t>
            </a:r>
            <a:endParaRPr lang="en-US" sz="2200" dirty="0"/>
          </a:p>
        </p:txBody>
      </p:sp>
      <p:sp>
        <p:nvSpPr>
          <p:cNvPr id="19" name="Text 13"/>
          <p:cNvSpPr txBox="1"/>
          <p:nvPr/>
        </p:nvSpPr>
        <p:spPr>
          <a:xfrm>
            <a:off x="8369808" y="2560320"/>
            <a:ext cx="3041904" cy="2468880"/>
          </a:xfrm>
          <a:prstGeom prst="rect">
            <a:avLst/>
          </a:prstGeom>
          <a:noFill/>
          <a:ln/>
        </p:spPr>
        <p:txBody>
          <a:bodyPr wrap="square" lIns="0" tIns="0" rIns="0" bIns="0" rtlCol="0" anchor="t"/>
          <a:lstStyle/>
          <a:p>
            <a:pPr algn="l" indent="0" marL="0">
              <a:spcAft>
                <a:spcPts val="1400"/>
              </a:spcAft>
              <a:buNone/>
            </a:pPr>
            <a:r>
              <a:rPr lang="en-US" sz="1900" b="1" i="1" dirty="0">
                <a:solidFill>
                  <a:schemeClr val="tx1"/>
                </a:solidFill>
              </a:rPr>
              <a:t>Waar</a:t>
            </a:r>
            <a:r>
              <a:rPr lang="en-US" sz="1900" i="1" dirty="0">
                <a:solidFill>
                  <a:schemeClr val="tx1"/>
                </a:solidFill>
              </a:rPr>
              <a:t> wacht je </a:t>
            </a:r>
            <a:r>
              <a:rPr lang="en-US" sz="1900" b="1" i="1" dirty="0">
                <a:solidFill>
                  <a:schemeClr val="tx1"/>
                </a:solidFill>
              </a:rPr>
              <a:t>op</a:t>
            </a:r>
            <a:r>
              <a:rPr lang="en-US" sz="1900" i="1" dirty="0">
                <a:solidFill>
                  <a:schemeClr val="tx1"/>
                </a:solidFill>
              </a:rPr>
              <a:t>?</a:t>
            </a:r>
            <a:endParaRPr lang="en-US" sz="1900" dirty="0"/>
          </a:p>
          <a:p>
            <a:pPr algn="l" indent="0" marL="0">
              <a:spcAft>
                <a:spcPts val="1400"/>
              </a:spcAft>
              <a:buNone/>
            </a:pPr>
            <a:r>
              <a:rPr lang="en-US" sz="1900" b="1" i="1" dirty="0">
                <a:solidFill>
                  <a:schemeClr val="tx1"/>
                </a:solidFill>
              </a:rPr>
              <a:t>Op wie</a:t>
            </a:r>
            <a:r>
              <a:rPr lang="en-US" sz="1900" i="1" dirty="0">
                <a:solidFill>
                  <a:schemeClr val="tx1"/>
                </a:solidFill>
              </a:rPr>
              <a:t> wacht je?</a:t>
            </a:r>
            <a:endParaRPr lang="en-US" sz="1900" dirty="0"/>
          </a:p>
          <a:p>
            <a:pPr algn="l" indent="0" marL="0">
              <a:spcAft>
                <a:spcPts val="1400"/>
              </a:spcAft>
              <a:buNone/>
            </a:pPr>
            <a:r>
              <a:rPr lang="en-US" sz="1900" dirty="0">
                <a:solidFill>
                  <a:schemeClr val="tx1"/>
                </a:solidFill>
              </a:rPr>
              <a:t>relatif : </a:t>
            </a:r>
            <a:r>
              <a:rPr lang="en-US" sz="1900" i="1" dirty="0">
                <a:solidFill>
                  <a:schemeClr val="tx1"/>
                </a:solidFill>
              </a:rPr>
              <a:t>de pen </a:t>
            </a:r>
            <a:r>
              <a:rPr lang="en-US" sz="1900" b="1" i="1" dirty="0">
                <a:solidFill>
                  <a:schemeClr val="tx1"/>
                </a:solidFill>
              </a:rPr>
              <a:t>waarmee</a:t>
            </a:r>
            <a:r>
              <a:rPr lang="en-US" sz="1900" i="1" dirty="0">
                <a:solidFill>
                  <a:schemeClr val="tx1"/>
                </a:solidFill>
              </a:rPr>
              <a:t> ik schrijf</a:t>
            </a:r>
            <a:endParaRPr lang="en-US" sz="1900" dirty="0"/>
          </a:p>
        </p:txBody>
      </p:sp>
      <p:sp>
        <p:nvSpPr>
          <p:cNvPr id="20" name="Shape 14"/>
          <p:cNvSpPr/>
          <p:nvPr/>
        </p:nvSpPr>
        <p:spPr>
          <a:xfrm>
            <a:off x="548640" y="5440680"/>
            <a:ext cx="11091672" cy="640080"/>
          </a:xfrm>
          <a:prstGeom prst="roundRect">
            <a:avLst>
              <a:gd name="adj" fmla="val 11429"/>
            </a:avLst>
          </a:prstGeom>
          <a:solidFill>
            <a:schemeClr val="accent6"/>
          </a:solidFill>
          <a:ln w="12700">
            <a:solidFill>
              <a:srgbClr val="FFFFFF">
                <a:alpha val="0"/>
              </a:srgbClr>
            </a:solidFill>
            <a:prstDash val="solid"/>
          </a:ln>
        </p:spPr>
      </p:sp>
      <p:sp>
        <p:nvSpPr>
          <p:cNvPr id="21" name="Text 15"/>
          <p:cNvSpPr txBox="1"/>
          <p:nvPr/>
        </p:nvSpPr>
        <p:spPr>
          <a:xfrm>
            <a:off x="822960" y="5440680"/>
            <a:ext cx="10607040" cy="640080"/>
          </a:xfrm>
          <a:prstGeom prst="rect">
            <a:avLst/>
          </a:prstGeom>
          <a:noFill/>
          <a:ln/>
        </p:spPr>
        <p:txBody>
          <a:bodyPr wrap="square" lIns="0" tIns="0" rIns="0" bIns="0" rtlCol="0" anchor="ctr"/>
          <a:lstStyle/>
          <a:p>
            <a:pPr algn="l" indent="0" marL="0">
              <a:buNone/>
            </a:pPr>
            <a:r>
              <a:rPr lang="en-US" sz="1800" dirty="0">
                <a:solidFill>
                  <a:schemeClr val="bg1"/>
                </a:solidFill>
              </a:rPr>
              <a:t>Les 12 verbes à préposition (diapo 8) : à apprendre </a:t>
            </a:r>
            <a:r>
              <a:rPr lang="en-US" sz="1800" b="1" dirty="0">
                <a:solidFill>
                  <a:schemeClr val="bg1"/>
                </a:solidFill>
              </a:rPr>
              <a:t>par cœur</a:t>
            </a:r>
            <a:r>
              <a:rPr lang="en-US" sz="1800" dirty="0">
                <a:solidFill>
                  <a:schemeClr val="bg1"/>
                </a:solidFill>
              </a:rPr>
              <a:t>, avec leur préposition !</a:t>
            </a:r>
            <a:endParaRPr lang="en-US" sz="1800" dirty="0"/>
          </a:p>
        </p:txBody>
      </p:sp>
      <p:pic>
        <p:nvPicPr>
          <p:cNvPr id="22" name="Image 3" descr="Camera">    </p:cNvPr>
          <p:cNvPicPr>
            <a:picLocks noChangeAspect="1"/>
          </p:cNvPicPr>
          <p:nvPr/>
        </p:nvPicPr>
        <p:blipFill>
          <a:blip r:embed="rId4"/>
          <a:stretch>
            <a:fillRect/>
          </a:stretch>
        </p:blipFill>
        <p:spPr>
          <a:xfrm>
            <a:off x="11247120" y="960120"/>
            <a:ext cx="347472" cy="347472"/>
          </a:xfrm>
          <a:prstGeom prst="rect">
            <a:avLst/>
          </a:prstGeom>
        </p:spPr>
      </p:pic>
      <p:sp>
        <p:nvSpPr>
          <p:cNvPr id="25" name="Slide Number Placeholder 0"/>
          <p:cNvSpPr>
            <a:spLocks noGrp="1"/>
          </p:cNvSpPr>
          <p:nvPr>
            <p:ph type="sldNum" sz="quarter" idx="4294967295"/>
          </p:nvPr>
        </p:nvSpPr>
        <p:spPr>
          <a:xfrm>
            <a:off x="11091672"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4A5A70"/>
                </a:solidFill>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1"/>
          <p:cNvSpPr/>
          <p:nvPr>
            <p:ph idx="101" type="title" hasCustomPrompt="1"/>
          </p:nvPr>
        </p:nvSpPr>
        <p:spPr>
          <a:xfrm>
            <a:off x="548640" y="621792"/>
            <a:ext cx="11091672" cy="713232"/>
          </a:xfrm>
          <a:prstGeom prst="rect">
            <a:avLst/>
          </a:prstGeom>
          <a:noFill/>
          <a:ln/>
        </p:spPr>
        <p:txBody>
          <a:bodyPr wrap="square" lIns="0" tIns="0" rIns="0" bIns="0" rtlCol="0" anchor="ctr"/>
          <a:lstStyle/>
          <a:p>
            <a:pPr algn="l" indent="0" marL="0">
              <a:buNone/>
            </a:pPr>
            <a:r>
              <a:rPr lang="en-US" sz="3000" b="1" dirty="0">
                <a:solidFill>
                  <a:schemeClr val="bg1"/>
                </a:solidFill>
              </a:rPr>
              <a:t>Oefeningen</a:t>
            </a:r>
            <a:endParaRPr lang="en-US" sz="3000" dirty="0"/>
          </a:p>
        </p:txBody>
      </p:sp>
      <p:sp>
        <p:nvSpPr>
          <p:cNvPr id="3" name="tag"/>
          <p:cNvSpPr/>
          <p:nvPr/>
        </p:nvSpPr>
        <p:spPr>
          <a:xfrm>
            <a:off x="548640" y="237744"/>
            <a:ext cx="1228954" cy="310896"/>
          </a:xfrm>
          <a:prstGeom prst="roundRect">
            <a:avLst>
              <a:gd name="adj" fmla="val 14706"/>
            </a:avLst>
          </a:prstGeom>
          <a:solidFill>
            <a:schemeClr val="accent1"/>
          </a:solidFill>
          <a:ln/>
        </p:spPr>
        <p:txBody>
          <a:bodyPr wrap="square" lIns="0" tIns="0" rIns="0" bIns="0" rtlCol="0" anchor="ctr"/>
          <a:lstStyle/>
          <a:p>
            <a:pPr algn="ctr" indent="0" marL="0">
              <a:buNone/>
            </a:pPr>
            <a:r>
              <a:rPr lang="en-US" sz="1200" b="1" spc="100" kern="0" dirty="0">
                <a:solidFill>
                  <a:srgbClr val="FFFFFF"/>
                </a:solidFill>
              </a:rPr>
              <a:t>JIJ NU !</a:t>
            </a:r>
            <a:endParaRPr lang="en-US" sz="1200" dirty="0"/>
          </a:p>
        </p:txBody>
      </p:sp>
      <p:sp>
        <p:nvSpPr>
          <p:cNvPr id="5" name="Text 2"/>
          <p:cNvSpPr txBox="1"/>
          <p:nvPr/>
        </p:nvSpPr>
        <p:spPr>
          <a:xfrm>
            <a:off x="548640" y="1417320"/>
            <a:ext cx="7315200" cy="914400"/>
          </a:xfrm>
          <a:prstGeom prst="rect">
            <a:avLst/>
          </a:prstGeom>
          <a:noFill/>
          <a:ln/>
        </p:spPr>
        <p:txBody>
          <a:bodyPr wrap="square" lIns="0" tIns="0" rIns="0" bIns="0" rtlCol="0" anchor="ctr"/>
          <a:lstStyle/>
          <a:p>
            <a:pPr algn="l" indent="0" marL="0">
              <a:buNone/>
            </a:pPr>
            <a:r>
              <a:rPr lang="en-US" sz="5400" b="1" dirty="0">
                <a:solidFill>
                  <a:schemeClr val="accent1"/>
                </a:solidFill>
                <a:latin typeface="+mj-lt" pitchFamily="34" charset="0"/>
                <a:ea typeface="+mj-lt" pitchFamily="34" charset="-122"/>
                <a:cs typeface="+mj-lt" pitchFamily="34" charset="-120"/>
              </a:rPr>
              <a:t>JIJ NU !</a:t>
            </a:r>
            <a:endParaRPr lang="en-US" sz="5400" dirty="0"/>
          </a:p>
        </p:txBody>
      </p:sp>
      <p:sp>
        <p:nvSpPr>
          <p:cNvPr id="6" name="Shape 3"/>
          <p:cNvSpPr/>
          <p:nvPr/>
        </p:nvSpPr>
        <p:spPr>
          <a:xfrm>
            <a:off x="548640" y="2606040"/>
            <a:ext cx="2183130" cy="1600200"/>
          </a:xfrm>
          <a:prstGeom prst="roundRect">
            <a:avLst>
              <a:gd name="adj" fmla="val 4571"/>
            </a:avLst>
          </a:prstGeom>
          <a:solidFill>
            <a:srgbClr val="FFFFFF">
              <a:alpha val="12000"/>
            </a:srgbClr>
          </a:solidFill>
          <a:ln w="12700">
            <a:solidFill>
              <a:srgbClr val="FFFFFF">
                <a:alpha val="50000"/>
              </a:srgbClr>
            </a:solidFill>
            <a:prstDash val="solid"/>
          </a:ln>
        </p:spPr>
      </p:sp>
      <p:sp>
        <p:nvSpPr>
          <p:cNvPr id="7" name="Shape 4"/>
          <p:cNvSpPr/>
          <p:nvPr/>
        </p:nvSpPr>
        <p:spPr>
          <a:xfrm>
            <a:off x="685800" y="2743200"/>
            <a:ext cx="438912" cy="438912"/>
          </a:xfrm>
          <a:prstGeom prst="ellipse">
            <a:avLst/>
          </a:prstGeom>
          <a:solidFill>
            <a:schemeClr val="accent1"/>
          </a:solidFill>
          <a:ln w="12700">
            <a:solidFill>
              <a:srgbClr val="FFFFFF">
                <a:alpha val="0"/>
              </a:srgbClr>
            </a:solidFill>
            <a:prstDash val="solid"/>
          </a:ln>
        </p:spPr>
      </p:sp>
      <p:sp>
        <p:nvSpPr>
          <p:cNvPr id="8" name="Text 5"/>
          <p:cNvSpPr txBox="1"/>
          <p:nvPr/>
        </p:nvSpPr>
        <p:spPr>
          <a:xfrm>
            <a:off x="685800" y="2743200"/>
            <a:ext cx="438912" cy="438912"/>
          </a:xfrm>
          <a:prstGeom prst="rect">
            <a:avLst/>
          </a:prstGeom>
          <a:noFill/>
          <a:ln/>
        </p:spPr>
        <p:txBody>
          <a:bodyPr wrap="square" lIns="0" tIns="0" rIns="0" bIns="0" rtlCol="0" anchor="ctr"/>
          <a:lstStyle/>
          <a:p>
            <a:pPr algn="ctr" indent="0" marL="0">
              <a:buNone/>
            </a:pPr>
            <a:r>
              <a:rPr lang="en-US" sz="1600" b="1" dirty="0">
                <a:solidFill>
                  <a:schemeClr val="bg1"/>
                </a:solidFill>
              </a:rPr>
              <a:t>1</a:t>
            </a:r>
            <a:endParaRPr lang="en-US" sz="1600" dirty="0"/>
          </a:p>
        </p:txBody>
      </p:sp>
      <p:pic>
        <p:nvPicPr>
          <p:cNvPr id="9" name="Image 0" descr="ExchangeAlt">    </p:cNvPr>
          <p:cNvPicPr>
            <a:picLocks noChangeAspect="1"/>
          </p:cNvPicPr>
          <p:nvPr/>
        </p:nvPicPr>
        <p:blipFill>
          <a:blip r:embed="rId1"/>
          <a:stretch>
            <a:fillRect/>
          </a:stretch>
        </p:blipFill>
        <p:spPr>
          <a:xfrm>
            <a:off x="2183130" y="2770632"/>
            <a:ext cx="384048" cy="384048"/>
          </a:xfrm>
          <a:prstGeom prst="rect">
            <a:avLst/>
          </a:prstGeom>
        </p:spPr>
      </p:pic>
      <p:sp>
        <p:nvSpPr>
          <p:cNvPr id="10" name="Text 6"/>
          <p:cNvSpPr txBox="1"/>
          <p:nvPr/>
        </p:nvSpPr>
        <p:spPr>
          <a:xfrm>
            <a:off x="685800" y="3264408"/>
            <a:ext cx="1908810" cy="621792"/>
          </a:xfrm>
          <a:prstGeom prst="rect">
            <a:avLst/>
          </a:prstGeom>
          <a:noFill/>
          <a:ln/>
        </p:spPr>
        <p:txBody>
          <a:bodyPr wrap="square" lIns="0" tIns="0" rIns="0" bIns="0" rtlCol="0" anchor="t"/>
          <a:lstStyle/>
          <a:p>
            <a:pPr algn="l" indent="0" marL="0">
              <a:buNone/>
            </a:pPr>
            <a:r>
              <a:rPr lang="en-US" sz="1600" b="1" dirty="0">
                <a:solidFill>
                  <a:schemeClr val="bg1"/>
                </a:solidFill>
              </a:rPr>
              <a:t>Remplacez</a:t>
            </a:r>
            <a:endParaRPr lang="en-US" sz="1600" dirty="0"/>
          </a:p>
        </p:txBody>
      </p:sp>
      <p:sp>
        <p:nvSpPr>
          <p:cNvPr id="11" name="Text 7"/>
          <p:cNvSpPr txBox="1"/>
          <p:nvPr/>
        </p:nvSpPr>
        <p:spPr>
          <a:xfrm>
            <a:off x="685800" y="3840480"/>
            <a:ext cx="1908810" cy="292608"/>
          </a:xfrm>
          <a:prstGeom prst="rect">
            <a:avLst/>
          </a:prstGeom>
          <a:noFill/>
          <a:ln/>
        </p:spPr>
        <p:txBody>
          <a:bodyPr wrap="square" lIns="0" tIns="0" rIns="0" bIns="0" rtlCol="0" anchor="t"/>
          <a:lstStyle/>
          <a:p>
            <a:pPr algn="l" indent="0" marL="0">
              <a:buNone/>
            </a:pPr>
            <a:r>
              <a:rPr lang="en-US" sz="1400" b="1" dirty="0">
                <a:solidFill>
                  <a:schemeClr val="accent1"/>
                </a:solidFill>
              </a:rPr>
              <a:t>★</a:t>
            </a:r>
            <a:endParaRPr lang="en-US" sz="1400" dirty="0"/>
          </a:p>
        </p:txBody>
      </p:sp>
      <p:sp>
        <p:nvSpPr>
          <p:cNvPr id="12" name="Shape 8"/>
          <p:cNvSpPr/>
          <p:nvPr/>
        </p:nvSpPr>
        <p:spPr>
          <a:xfrm>
            <a:off x="2960370" y="2606040"/>
            <a:ext cx="2183130" cy="1600200"/>
          </a:xfrm>
          <a:prstGeom prst="roundRect">
            <a:avLst>
              <a:gd name="adj" fmla="val 4571"/>
            </a:avLst>
          </a:prstGeom>
          <a:solidFill>
            <a:srgbClr val="FFFFFF">
              <a:alpha val="12000"/>
            </a:srgbClr>
          </a:solidFill>
          <a:ln w="12700">
            <a:solidFill>
              <a:srgbClr val="FFFFFF">
                <a:alpha val="50000"/>
              </a:srgbClr>
            </a:solidFill>
            <a:prstDash val="solid"/>
          </a:ln>
        </p:spPr>
      </p:sp>
      <p:sp>
        <p:nvSpPr>
          <p:cNvPr id="13" name="Shape 9"/>
          <p:cNvSpPr/>
          <p:nvPr/>
        </p:nvSpPr>
        <p:spPr>
          <a:xfrm>
            <a:off x="3097530" y="2743200"/>
            <a:ext cx="438912" cy="438912"/>
          </a:xfrm>
          <a:prstGeom prst="ellipse">
            <a:avLst/>
          </a:prstGeom>
          <a:solidFill>
            <a:schemeClr val="accent1"/>
          </a:solidFill>
          <a:ln w="12700">
            <a:solidFill>
              <a:srgbClr val="FFFFFF">
                <a:alpha val="0"/>
              </a:srgbClr>
            </a:solidFill>
            <a:prstDash val="solid"/>
          </a:ln>
        </p:spPr>
      </p:sp>
      <p:sp>
        <p:nvSpPr>
          <p:cNvPr id="14" name="Text 10"/>
          <p:cNvSpPr txBox="1"/>
          <p:nvPr/>
        </p:nvSpPr>
        <p:spPr>
          <a:xfrm>
            <a:off x="3097530" y="2743200"/>
            <a:ext cx="438912" cy="438912"/>
          </a:xfrm>
          <a:prstGeom prst="rect">
            <a:avLst/>
          </a:prstGeom>
          <a:noFill/>
          <a:ln/>
        </p:spPr>
        <p:txBody>
          <a:bodyPr wrap="square" lIns="0" tIns="0" rIns="0" bIns="0" rtlCol="0" anchor="ctr"/>
          <a:lstStyle/>
          <a:p>
            <a:pPr algn="ctr" indent="0" marL="0">
              <a:buNone/>
            </a:pPr>
            <a:r>
              <a:rPr lang="en-US" sz="1600" b="1" dirty="0">
                <a:solidFill>
                  <a:schemeClr val="bg1"/>
                </a:solidFill>
              </a:rPr>
              <a:t>2</a:t>
            </a:r>
            <a:endParaRPr lang="en-US" sz="1600" dirty="0"/>
          </a:p>
        </p:txBody>
      </p:sp>
      <p:pic>
        <p:nvPicPr>
          <p:cNvPr id="15" name="Image 1" descr="Link">    </p:cNvPr>
          <p:cNvPicPr>
            <a:picLocks noChangeAspect="1"/>
          </p:cNvPicPr>
          <p:nvPr/>
        </p:nvPicPr>
        <p:blipFill>
          <a:blip r:embed="rId2"/>
          <a:stretch>
            <a:fillRect/>
          </a:stretch>
        </p:blipFill>
        <p:spPr>
          <a:xfrm>
            <a:off x="4594860" y="2770632"/>
            <a:ext cx="384048" cy="384048"/>
          </a:xfrm>
          <a:prstGeom prst="rect">
            <a:avLst/>
          </a:prstGeom>
        </p:spPr>
      </p:pic>
      <p:sp>
        <p:nvSpPr>
          <p:cNvPr id="16" name="Text 11"/>
          <p:cNvSpPr txBox="1"/>
          <p:nvPr/>
        </p:nvSpPr>
        <p:spPr>
          <a:xfrm>
            <a:off x="3097530" y="3264408"/>
            <a:ext cx="1908810" cy="621792"/>
          </a:xfrm>
          <a:prstGeom prst="rect">
            <a:avLst/>
          </a:prstGeom>
          <a:noFill/>
          <a:ln/>
        </p:spPr>
        <p:txBody>
          <a:bodyPr wrap="square" lIns="0" tIns="0" rIns="0" bIns="0" rtlCol="0" anchor="t"/>
          <a:lstStyle/>
          <a:p>
            <a:pPr algn="l" indent="0" marL="0">
              <a:buNone/>
            </a:pPr>
            <a:r>
              <a:rPr lang="en-US" sz="1600" b="1" dirty="0">
                <a:solidFill>
                  <a:schemeClr val="bg1"/>
                </a:solidFill>
              </a:rPr>
              <a:t>Le verbe et sa préposition</a:t>
            </a:r>
            <a:endParaRPr lang="en-US" sz="1600" dirty="0"/>
          </a:p>
        </p:txBody>
      </p:sp>
      <p:sp>
        <p:nvSpPr>
          <p:cNvPr id="17" name="Text 12"/>
          <p:cNvSpPr txBox="1"/>
          <p:nvPr/>
        </p:nvSpPr>
        <p:spPr>
          <a:xfrm>
            <a:off x="3097530" y="3840480"/>
            <a:ext cx="1908810" cy="292608"/>
          </a:xfrm>
          <a:prstGeom prst="rect">
            <a:avLst/>
          </a:prstGeom>
          <a:noFill/>
          <a:ln/>
        </p:spPr>
        <p:txBody>
          <a:bodyPr wrap="square" lIns="0" tIns="0" rIns="0" bIns="0" rtlCol="0" anchor="t"/>
          <a:lstStyle/>
          <a:p>
            <a:pPr algn="l" indent="0" marL="0">
              <a:buNone/>
            </a:pPr>
            <a:r>
              <a:rPr lang="en-US" sz="1400" b="1" dirty="0">
                <a:solidFill>
                  <a:schemeClr val="accent1"/>
                </a:solidFill>
              </a:rPr>
              <a:t>★</a:t>
            </a:r>
            <a:endParaRPr lang="en-US" sz="1400" dirty="0"/>
          </a:p>
        </p:txBody>
      </p:sp>
      <p:sp>
        <p:nvSpPr>
          <p:cNvPr id="18" name="Shape 13"/>
          <p:cNvSpPr/>
          <p:nvPr/>
        </p:nvSpPr>
        <p:spPr>
          <a:xfrm>
            <a:off x="5372100" y="2606040"/>
            <a:ext cx="2183130" cy="1600200"/>
          </a:xfrm>
          <a:prstGeom prst="roundRect">
            <a:avLst>
              <a:gd name="adj" fmla="val 4571"/>
            </a:avLst>
          </a:prstGeom>
          <a:solidFill>
            <a:srgbClr val="FFFFFF">
              <a:alpha val="12000"/>
            </a:srgbClr>
          </a:solidFill>
          <a:ln w="12700">
            <a:solidFill>
              <a:srgbClr val="FFFFFF">
                <a:alpha val="50000"/>
              </a:srgbClr>
            </a:solidFill>
            <a:prstDash val="solid"/>
          </a:ln>
        </p:spPr>
      </p:sp>
      <p:sp>
        <p:nvSpPr>
          <p:cNvPr id="19" name="Shape 14"/>
          <p:cNvSpPr/>
          <p:nvPr/>
        </p:nvSpPr>
        <p:spPr>
          <a:xfrm>
            <a:off x="5509260" y="2743200"/>
            <a:ext cx="438912" cy="438912"/>
          </a:xfrm>
          <a:prstGeom prst="ellipse">
            <a:avLst/>
          </a:prstGeom>
          <a:solidFill>
            <a:schemeClr val="accent1"/>
          </a:solidFill>
          <a:ln w="12700">
            <a:solidFill>
              <a:srgbClr val="FFFFFF">
                <a:alpha val="0"/>
              </a:srgbClr>
            </a:solidFill>
            <a:prstDash val="solid"/>
          </a:ln>
        </p:spPr>
      </p:sp>
      <p:sp>
        <p:nvSpPr>
          <p:cNvPr id="20" name="Text 15"/>
          <p:cNvSpPr txBox="1"/>
          <p:nvPr/>
        </p:nvSpPr>
        <p:spPr>
          <a:xfrm>
            <a:off x="5509260" y="2743200"/>
            <a:ext cx="438912" cy="438912"/>
          </a:xfrm>
          <a:prstGeom prst="rect">
            <a:avLst/>
          </a:prstGeom>
          <a:noFill/>
          <a:ln/>
        </p:spPr>
        <p:txBody>
          <a:bodyPr wrap="square" lIns="0" tIns="0" rIns="0" bIns="0" rtlCol="0" anchor="ctr"/>
          <a:lstStyle/>
          <a:p>
            <a:pPr algn="ctr" indent="0" marL="0">
              <a:buNone/>
            </a:pPr>
            <a:r>
              <a:rPr lang="en-US" sz="1600" b="1" dirty="0">
                <a:solidFill>
                  <a:schemeClr val="bg1"/>
                </a:solidFill>
              </a:rPr>
              <a:t>3</a:t>
            </a:r>
            <a:endParaRPr lang="en-US" sz="1600" dirty="0"/>
          </a:p>
        </p:txBody>
      </p:sp>
      <p:pic>
        <p:nvPicPr>
          <p:cNvPr id="21" name="Image 2" descr="Question">    </p:cNvPr>
          <p:cNvPicPr>
            <a:picLocks noChangeAspect="1"/>
          </p:cNvPicPr>
          <p:nvPr/>
        </p:nvPicPr>
        <p:blipFill>
          <a:blip r:embed="rId3"/>
          <a:stretch>
            <a:fillRect/>
          </a:stretch>
        </p:blipFill>
        <p:spPr>
          <a:xfrm>
            <a:off x="7006590" y="2770632"/>
            <a:ext cx="384048" cy="384048"/>
          </a:xfrm>
          <a:prstGeom prst="rect">
            <a:avLst/>
          </a:prstGeom>
        </p:spPr>
      </p:pic>
      <p:sp>
        <p:nvSpPr>
          <p:cNvPr id="22" name="Text 16"/>
          <p:cNvSpPr txBox="1"/>
          <p:nvPr/>
        </p:nvSpPr>
        <p:spPr>
          <a:xfrm>
            <a:off x="5509260" y="3264408"/>
            <a:ext cx="1908810" cy="621792"/>
          </a:xfrm>
          <a:prstGeom prst="rect">
            <a:avLst/>
          </a:prstGeom>
          <a:noFill/>
          <a:ln/>
        </p:spPr>
        <p:txBody>
          <a:bodyPr wrap="square" lIns="0" tIns="0" rIns="0" bIns="0" rtlCol="0" anchor="t"/>
          <a:lstStyle/>
          <a:p>
            <a:pPr algn="l" indent="0" marL="0">
              <a:buNone/>
            </a:pPr>
            <a:r>
              <a:rPr lang="en-US" sz="1600" b="1" dirty="0">
                <a:solidFill>
                  <a:schemeClr val="bg1"/>
                </a:solidFill>
              </a:rPr>
              <a:t>Posez la question</a:t>
            </a:r>
            <a:endParaRPr lang="en-US" sz="1600" dirty="0"/>
          </a:p>
        </p:txBody>
      </p:sp>
      <p:sp>
        <p:nvSpPr>
          <p:cNvPr id="23" name="Text 17"/>
          <p:cNvSpPr txBox="1"/>
          <p:nvPr/>
        </p:nvSpPr>
        <p:spPr>
          <a:xfrm>
            <a:off x="5509260" y="3840480"/>
            <a:ext cx="1908810" cy="292608"/>
          </a:xfrm>
          <a:prstGeom prst="rect">
            <a:avLst/>
          </a:prstGeom>
          <a:noFill/>
          <a:ln/>
        </p:spPr>
        <p:txBody>
          <a:bodyPr wrap="square" lIns="0" tIns="0" rIns="0" bIns="0" rtlCol="0" anchor="t"/>
          <a:lstStyle/>
          <a:p>
            <a:pPr algn="l" indent="0" marL="0">
              <a:buNone/>
            </a:pPr>
            <a:r>
              <a:rPr lang="en-US" sz="1400" b="1" dirty="0">
                <a:solidFill>
                  <a:schemeClr val="accent1"/>
                </a:solidFill>
              </a:rPr>
              <a:t>★★</a:t>
            </a:r>
            <a:endParaRPr lang="en-US" sz="1400" dirty="0"/>
          </a:p>
        </p:txBody>
      </p:sp>
      <p:sp>
        <p:nvSpPr>
          <p:cNvPr id="24" name="Shape 18"/>
          <p:cNvSpPr/>
          <p:nvPr/>
        </p:nvSpPr>
        <p:spPr>
          <a:xfrm>
            <a:off x="7783830" y="2606040"/>
            <a:ext cx="2183130" cy="1600200"/>
          </a:xfrm>
          <a:prstGeom prst="roundRect">
            <a:avLst>
              <a:gd name="adj" fmla="val 4571"/>
            </a:avLst>
          </a:prstGeom>
          <a:solidFill>
            <a:srgbClr val="FFFFFF">
              <a:alpha val="12000"/>
            </a:srgbClr>
          </a:solidFill>
          <a:ln w="12700">
            <a:solidFill>
              <a:srgbClr val="FFFFFF">
                <a:alpha val="50000"/>
              </a:srgbClr>
            </a:solidFill>
            <a:prstDash val="solid"/>
          </a:ln>
        </p:spPr>
      </p:sp>
      <p:sp>
        <p:nvSpPr>
          <p:cNvPr id="25" name="Shape 19"/>
          <p:cNvSpPr/>
          <p:nvPr/>
        </p:nvSpPr>
        <p:spPr>
          <a:xfrm>
            <a:off x="7920990" y="2743200"/>
            <a:ext cx="438912" cy="438912"/>
          </a:xfrm>
          <a:prstGeom prst="ellipse">
            <a:avLst/>
          </a:prstGeom>
          <a:solidFill>
            <a:schemeClr val="accent1"/>
          </a:solidFill>
          <a:ln w="12700">
            <a:solidFill>
              <a:srgbClr val="FFFFFF">
                <a:alpha val="0"/>
              </a:srgbClr>
            </a:solidFill>
            <a:prstDash val="solid"/>
          </a:ln>
        </p:spPr>
      </p:sp>
      <p:sp>
        <p:nvSpPr>
          <p:cNvPr id="26" name="Text 20"/>
          <p:cNvSpPr txBox="1"/>
          <p:nvPr/>
        </p:nvSpPr>
        <p:spPr>
          <a:xfrm>
            <a:off x="7920990" y="2743200"/>
            <a:ext cx="438912" cy="438912"/>
          </a:xfrm>
          <a:prstGeom prst="rect">
            <a:avLst/>
          </a:prstGeom>
          <a:noFill/>
          <a:ln/>
        </p:spPr>
        <p:txBody>
          <a:bodyPr wrap="square" lIns="0" tIns="0" rIns="0" bIns="0" rtlCol="0" anchor="ctr"/>
          <a:lstStyle/>
          <a:p>
            <a:pPr algn="ctr" indent="0" marL="0">
              <a:buNone/>
            </a:pPr>
            <a:r>
              <a:rPr lang="en-US" sz="1600" b="1" dirty="0">
                <a:solidFill>
                  <a:schemeClr val="bg1"/>
                </a:solidFill>
              </a:rPr>
              <a:t>4</a:t>
            </a:r>
            <a:endParaRPr lang="en-US" sz="1600" dirty="0"/>
          </a:p>
        </p:txBody>
      </p:sp>
      <p:pic>
        <p:nvPicPr>
          <p:cNvPr id="27" name="Image 3" descr="UserFriends">    </p:cNvPr>
          <p:cNvPicPr>
            <a:picLocks noChangeAspect="1"/>
          </p:cNvPicPr>
          <p:nvPr/>
        </p:nvPicPr>
        <p:blipFill>
          <a:blip r:embed="rId4"/>
          <a:stretch>
            <a:fillRect/>
          </a:stretch>
        </p:blipFill>
        <p:spPr>
          <a:xfrm>
            <a:off x="9418320" y="2770632"/>
            <a:ext cx="384048" cy="384048"/>
          </a:xfrm>
          <a:prstGeom prst="rect">
            <a:avLst/>
          </a:prstGeom>
        </p:spPr>
      </p:pic>
      <p:sp>
        <p:nvSpPr>
          <p:cNvPr id="28" name="Text 21"/>
          <p:cNvSpPr txBox="1"/>
          <p:nvPr/>
        </p:nvSpPr>
        <p:spPr>
          <a:xfrm>
            <a:off x="7920990" y="3264408"/>
            <a:ext cx="1908810" cy="621792"/>
          </a:xfrm>
          <a:prstGeom prst="rect">
            <a:avLst/>
          </a:prstGeom>
          <a:noFill/>
          <a:ln/>
        </p:spPr>
        <p:txBody>
          <a:bodyPr wrap="square" lIns="0" tIns="0" rIns="0" bIns="0" rtlCol="0" anchor="t"/>
          <a:lstStyle/>
          <a:p>
            <a:pPr algn="l" indent="0" marL="0">
              <a:buNone/>
            </a:pPr>
            <a:r>
              <a:rPr lang="en-US" sz="1600" b="1" dirty="0">
                <a:solidFill>
                  <a:schemeClr val="bg1"/>
                </a:solidFill>
              </a:rPr>
              <a:t>Chose ou personne ?</a:t>
            </a:r>
            <a:endParaRPr lang="en-US" sz="1600" dirty="0"/>
          </a:p>
        </p:txBody>
      </p:sp>
      <p:sp>
        <p:nvSpPr>
          <p:cNvPr id="29" name="Text 22"/>
          <p:cNvSpPr txBox="1"/>
          <p:nvPr/>
        </p:nvSpPr>
        <p:spPr>
          <a:xfrm>
            <a:off x="7920990" y="3840480"/>
            <a:ext cx="1908810" cy="292608"/>
          </a:xfrm>
          <a:prstGeom prst="rect">
            <a:avLst/>
          </a:prstGeom>
          <a:noFill/>
          <a:ln/>
        </p:spPr>
        <p:txBody>
          <a:bodyPr wrap="square" lIns="0" tIns="0" rIns="0" bIns="0" rtlCol="0" anchor="t"/>
          <a:lstStyle/>
          <a:p>
            <a:pPr algn="l" indent="0" marL="0">
              <a:buNone/>
            </a:pPr>
            <a:r>
              <a:rPr lang="en-US" sz="1400" b="1" dirty="0">
                <a:solidFill>
                  <a:schemeClr val="accent1"/>
                </a:solidFill>
              </a:rPr>
              <a:t>★★</a:t>
            </a:r>
            <a:endParaRPr lang="en-US" sz="1400" dirty="0"/>
          </a:p>
        </p:txBody>
      </p:sp>
      <p:sp>
        <p:nvSpPr>
          <p:cNvPr id="30" name="Shape 23"/>
          <p:cNvSpPr/>
          <p:nvPr/>
        </p:nvSpPr>
        <p:spPr>
          <a:xfrm>
            <a:off x="548640" y="4434840"/>
            <a:ext cx="2183130" cy="1600200"/>
          </a:xfrm>
          <a:prstGeom prst="roundRect">
            <a:avLst>
              <a:gd name="adj" fmla="val 4571"/>
            </a:avLst>
          </a:prstGeom>
          <a:solidFill>
            <a:srgbClr val="FFFFFF">
              <a:alpha val="12000"/>
            </a:srgbClr>
          </a:solidFill>
          <a:ln w="12700">
            <a:solidFill>
              <a:srgbClr val="FFFFFF">
                <a:alpha val="50000"/>
              </a:srgbClr>
            </a:solidFill>
            <a:prstDash val="solid"/>
          </a:ln>
        </p:spPr>
      </p:sp>
      <p:sp>
        <p:nvSpPr>
          <p:cNvPr id="31" name="Shape 24"/>
          <p:cNvSpPr/>
          <p:nvPr/>
        </p:nvSpPr>
        <p:spPr>
          <a:xfrm>
            <a:off x="685800" y="4572000"/>
            <a:ext cx="438912" cy="438912"/>
          </a:xfrm>
          <a:prstGeom prst="ellipse">
            <a:avLst/>
          </a:prstGeom>
          <a:solidFill>
            <a:schemeClr val="accent1"/>
          </a:solidFill>
          <a:ln w="12700">
            <a:solidFill>
              <a:srgbClr val="FFFFFF">
                <a:alpha val="0"/>
              </a:srgbClr>
            </a:solidFill>
            <a:prstDash val="solid"/>
          </a:ln>
        </p:spPr>
      </p:sp>
      <p:sp>
        <p:nvSpPr>
          <p:cNvPr id="32" name="Text 25"/>
          <p:cNvSpPr txBox="1"/>
          <p:nvPr/>
        </p:nvSpPr>
        <p:spPr>
          <a:xfrm>
            <a:off x="685800" y="4572000"/>
            <a:ext cx="438912" cy="438912"/>
          </a:xfrm>
          <a:prstGeom prst="rect">
            <a:avLst/>
          </a:prstGeom>
          <a:noFill/>
          <a:ln/>
        </p:spPr>
        <p:txBody>
          <a:bodyPr wrap="square" lIns="0" tIns="0" rIns="0" bIns="0" rtlCol="0" anchor="ctr"/>
          <a:lstStyle/>
          <a:p>
            <a:pPr algn="ctr" indent="0" marL="0">
              <a:buNone/>
            </a:pPr>
            <a:r>
              <a:rPr lang="en-US" sz="1600" b="1" dirty="0">
                <a:solidFill>
                  <a:schemeClr val="bg1"/>
                </a:solidFill>
              </a:rPr>
              <a:t>5</a:t>
            </a:r>
            <a:endParaRPr lang="en-US" sz="1600" dirty="0"/>
          </a:p>
        </p:txBody>
      </p:sp>
      <p:pic>
        <p:nvPicPr>
          <p:cNvPr id="33" name="Image 4" descr="Search">    </p:cNvPr>
          <p:cNvPicPr>
            <a:picLocks noChangeAspect="1"/>
          </p:cNvPicPr>
          <p:nvPr/>
        </p:nvPicPr>
        <p:blipFill>
          <a:blip r:embed="rId5"/>
          <a:stretch>
            <a:fillRect/>
          </a:stretch>
        </p:blipFill>
        <p:spPr>
          <a:xfrm>
            <a:off x="2183130" y="4599432"/>
            <a:ext cx="384048" cy="384048"/>
          </a:xfrm>
          <a:prstGeom prst="rect">
            <a:avLst/>
          </a:prstGeom>
        </p:spPr>
      </p:pic>
      <p:sp>
        <p:nvSpPr>
          <p:cNvPr id="34" name="Text 26"/>
          <p:cNvSpPr txBox="1"/>
          <p:nvPr/>
        </p:nvSpPr>
        <p:spPr>
          <a:xfrm>
            <a:off x="685800" y="5093208"/>
            <a:ext cx="1908810" cy="621792"/>
          </a:xfrm>
          <a:prstGeom prst="rect">
            <a:avLst/>
          </a:prstGeom>
          <a:noFill/>
          <a:ln/>
        </p:spPr>
        <p:txBody>
          <a:bodyPr wrap="square" lIns="0" tIns="0" rIns="0" bIns="0" rtlCol="0" anchor="t"/>
          <a:lstStyle/>
          <a:p>
            <a:pPr algn="l" indent="0" marL="0">
              <a:buNone/>
            </a:pPr>
            <a:r>
              <a:rPr lang="en-US" sz="1600" b="1" dirty="0">
                <a:solidFill>
                  <a:schemeClr val="bg1"/>
                </a:solidFill>
              </a:rPr>
              <a:t>Le détective</a:t>
            </a:r>
            <a:endParaRPr lang="en-US" sz="1600" dirty="0"/>
          </a:p>
        </p:txBody>
      </p:sp>
      <p:sp>
        <p:nvSpPr>
          <p:cNvPr id="35" name="Text 27"/>
          <p:cNvSpPr txBox="1"/>
          <p:nvPr/>
        </p:nvSpPr>
        <p:spPr>
          <a:xfrm>
            <a:off x="685800" y="5669280"/>
            <a:ext cx="1908810" cy="292608"/>
          </a:xfrm>
          <a:prstGeom prst="rect">
            <a:avLst/>
          </a:prstGeom>
          <a:noFill/>
          <a:ln/>
        </p:spPr>
        <p:txBody>
          <a:bodyPr wrap="square" lIns="0" tIns="0" rIns="0" bIns="0" rtlCol="0" anchor="t"/>
          <a:lstStyle/>
          <a:p>
            <a:pPr algn="l" indent="0" marL="0">
              <a:buNone/>
            </a:pPr>
            <a:r>
              <a:rPr lang="en-US" sz="1400" b="1" dirty="0">
                <a:solidFill>
                  <a:schemeClr val="accent1"/>
                </a:solidFill>
              </a:rPr>
              <a:t>★★</a:t>
            </a:r>
            <a:endParaRPr lang="en-US" sz="1400" dirty="0"/>
          </a:p>
        </p:txBody>
      </p:sp>
      <p:sp>
        <p:nvSpPr>
          <p:cNvPr id="36" name="Shape 28"/>
          <p:cNvSpPr/>
          <p:nvPr/>
        </p:nvSpPr>
        <p:spPr>
          <a:xfrm>
            <a:off x="2960370" y="4434840"/>
            <a:ext cx="2183130" cy="1600200"/>
          </a:xfrm>
          <a:prstGeom prst="roundRect">
            <a:avLst>
              <a:gd name="adj" fmla="val 4571"/>
            </a:avLst>
          </a:prstGeom>
          <a:solidFill>
            <a:srgbClr val="FFFFFF">
              <a:alpha val="12000"/>
            </a:srgbClr>
          </a:solidFill>
          <a:ln w="12700">
            <a:solidFill>
              <a:srgbClr val="FFFFFF">
                <a:alpha val="50000"/>
              </a:srgbClr>
            </a:solidFill>
            <a:prstDash val="solid"/>
          </a:ln>
        </p:spPr>
      </p:sp>
      <p:sp>
        <p:nvSpPr>
          <p:cNvPr id="37" name="Shape 29"/>
          <p:cNvSpPr/>
          <p:nvPr/>
        </p:nvSpPr>
        <p:spPr>
          <a:xfrm>
            <a:off x="3097530" y="4572000"/>
            <a:ext cx="438912" cy="438912"/>
          </a:xfrm>
          <a:prstGeom prst="ellipse">
            <a:avLst/>
          </a:prstGeom>
          <a:solidFill>
            <a:schemeClr val="accent1"/>
          </a:solidFill>
          <a:ln w="12700">
            <a:solidFill>
              <a:srgbClr val="FFFFFF">
                <a:alpha val="0"/>
              </a:srgbClr>
            </a:solidFill>
            <a:prstDash val="solid"/>
          </a:ln>
        </p:spPr>
      </p:sp>
      <p:sp>
        <p:nvSpPr>
          <p:cNvPr id="38" name="Text 30"/>
          <p:cNvSpPr txBox="1"/>
          <p:nvPr/>
        </p:nvSpPr>
        <p:spPr>
          <a:xfrm>
            <a:off x="3097530" y="4572000"/>
            <a:ext cx="438912" cy="438912"/>
          </a:xfrm>
          <a:prstGeom prst="rect">
            <a:avLst/>
          </a:prstGeom>
          <a:noFill/>
          <a:ln/>
        </p:spPr>
        <p:txBody>
          <a:bodyPr wrap="square" lIns="0" tIns="0" rIns="0" bIns="0" rtlCol="0" anchor="ctr"/>
          <a:lstStyle/>
          <a:p>
            <a:pPr algn="ctr" indent="0" marL="0">
              <a:buNone/>
            </a:pPr>
            <a:r>
              <a:rPr lang="en-US" sz="1600" b="1" dirty="0">
                <a:solidFill>
                  <a:schemeClr val="bg1"/>
                </a:solidFill>
              </a:rPr>
              <a:t>6</a:t>
            </a:r>
            <a:endParaRPr lang="en-US" sz="1600" dirty="0"/>
          </a:p>
        </p:txBody>
      </p:sp>
      <p:pic>
        <p:nvPicPr>
          <p:cNvPr id="39" name="Image 5" descr="Microphone">    </p:cNvPr>
          <p:cNvPicPr>
            <a:picLocks noChangeAspect="1"/>
          </p:cNvPicPr>
          <p:nvPr/>
        </p:nvPicPr>
        <p:blipFill>
          <a:blip r:embed="rId6"/>
          <a:stretch>
            <a:fillRect/>
          </a:stretch>
        </p:blipFill>
        <p:spPr>
          <a:xfrm>
            <a:off x="4594860" y="4599432"/>
            <a:ext cx="384048" cy="384048"/>
          </a:xfrm>
          <a:prstGeom prst="rect">
            <a:avLst/>
          </a:prstGeom>
        </p:spPr>
      </p:pic>
      <p:sp>
        <p:nvSpPr>
          <p:cNvPr id="40" name="Text 31"/>
          <p:cNvSpPr txBox="1"/>
          <p:nvPr/>
        </p:nvSpPr>
        <p:spPr>
          <a:xfrm>
            <a:off x="3097530" y="5093208"/>
            <a:ext cx="1908810" cy="621792"/>
          </a:xfrm>
          <a:prstGeom prst="rect">
            <a:avLst/>
          </a:prstGeom>
          <a:noFill/>
          <a:ln/>
        </p:spPr>
        <p:txBody>
          <a:bodyPr wrap="square" lIns="0" tIns="0" rIns="0" bIns="0" rtlCol="0" anchor="t"/>
          <a:lstStyle/>
          <a:p>
            <a:pPr algn="l" indent="0" marL="0">
              <a:buNone/>
            </a:pPr>
            <a:r>
              <a:rPr lang="en-US" sz="1600" b="1" dirty="0">
                <a:solidFill>
                  <a:schemeClr val="bg1"/>
                </a:solidFill>
              </a:rPr>
              <a:t>L’interview</a:t>
            </a:r>
            <a:endParaRPr lang="en-US" sz="1600" dirty="0"/>
          </a:p>
        </p:txBody>
      </p:sp>
      <p:sp>
        <p:nvSpPr>
          <p:cNvPr id="41" name="Text 32"/>
          <p:cNvSpPr txBox="1"/>
          <p:nvPr/>
        </p:nvSpPr>
        <p:spPr>
          <a:xfrm>
            <a:off x="3097530" y="5669280"/>
            <a:ext cx="1908810" cy="292608"/>
          </a:xfrm>
          <a:prstGeom prst="rect">
            <a:avLst/>
          </a:prstGeom>
          <a:noFill/>
          <a:ln/>
        </p:spPr>
        <p:txBody>
          <a:bodyPr wrap="square" lIns="0" tIns="0" rIns="0" bIns="0" rtlCol="0" anchor="t"/>
          <a:lstStyle/>
          <a:p>
            <a:pPr algn="l" indent="0" marL="0">
              <a:buNone/>
            </a:pPr>
            <a:r>
              <a:rPr lang="en-US" sz="1400" b="1" dirty="0">
                <a:solidFill>
                  <a:schemeClr val="accent1"/>
                </a:solidFill>
              </a:rPr>
              <a:t>★</a:t>
            </a:r>
            <a:endParaRPr lang="en-US" sz="1400" dirty="0"/>
          </a:p>
        </p:txBody>
      </p:sp>
      <p:sp>
        <p:nvSpPr>
          <p:cNvPr id="42" name="Shape 33"/>
          <p:cNvSpPr/>
          <p:nvPr/>
        </p:nvSpPr>
        <p:spPr>
          <a:xfrm>
            <a:off x="5372100" y="4434840"/>
            <a:ext cx="2183130" cy="1600200"/>
          </a:xfrm>
          <a:prstGeom prst="roundRect">
            <a:avLst>
              <a:gd name="adj" fmla="val 4571"/>
            </a:avLst>
          </a:prstGeom>
          <a:solidFill>
            <a:srgbClr val="FFFFFF">
              <a:alpha val="12000"/>
            </a:srgbClr>
          </a:solidFill>
          <a:ln w="12700">
            <a:solidFill>
              <a:srgbClr val="FFFFFF">
                <a:alpha val="50000"/>
              </a:srgbClr>
            </a:solidFill>
            <a:prstDash val="solid"/>
          </a:ln>
        </p:spPr>
      </p:sp>
      <p:sp>
        <p:nvSpPr>
          <p:cNvPr id="43" name="Shape 34"/>
          <p:cNvSpPr/>
          <p:nvPr/>
        </p:nvSpPr>
        <p:spPr>
          <a:xfrm>
            <a:off x="5509260" y="4572000"/>
            <a:ext cx="438912" cy="438912"/>
          </a:xfrm>
          <a:prstGeom prst="ellipse">
            <a:avLst/>
          </a:prstGeom>
          <a:solidFill>
            <a:schemeClr val="accent1"/>
          </a:solidFill>
          <a:ln w="12700">
            <a:solidFill>
              <a:srgbClr val="FFFFFF">
                <a:alpha val="0"/>
              </a:srgbClr>
            </a:solidFill>
            <a:prstDash val="solid"/>
          </a:ln>
        </p:spPr>
      </p:sp>
      <p:sp>
        <p:nvSpPr>
          <p:cNvPr id="44" name="Text 35"/>
          <p:cNvSpPr txBox="1"/>
          <p:nvPr/>
        </p:nvSpPr>
        <p:spPr>
          <a:xfrm>
            <a:off x="5509260" y="4572000"/>
            <a:ext cx="438912" cy="438912"/>
          </a:xfrm>
          <a:prstGeom prst="rect">
            <a:avLst/>
          </a:prstGeom>
          <a:noFill/>
          <a:ln/>
        </p:spPr>
        <p:txBody>
          <a:bodyPr wrap="square" lIns="0" tIns="0" rIns="0" bIns="0" rtlCol="0" anchor="ctr"/>
          <a:lstStyle/>
          <a:p>
            <a:pPr algn="ctr" indent="0" marL="0">
              <a:buNone/>
            </a:pPr>
            <a:r>
              <a:rPr lang="en-US" sz="1600" b="1" dirty="0">
                <a:solidFill>
                  <a:schemeClr val="bg1"/>
                </a:solidFill>
              </a:rPr>
              <a:t>7</a:t>
            </a:r>
            <a:endParaRPr lang="en-US" sz="1600" dirty="0"/>
          </a:p>
        </p:txBody>
      </p:sp>
      <p:pic>
        <p:nvPicPr>
          <p:cNvPr id="45" name="Image 6" descr="Tasks">    </p:cNvPr>
          <p:cNvPicPr>
            <a:picLocks noChangeAspect="1"/>
          </p:cNvPicPr>
          <p:nvPr/>
        </p:nvPicPr>
        <p:blipFill>
          <a:blip r:embed="rId7"/>
          <a:stretch>
            <a:fillRect/>
          </a:stretch>
        </p:blipFill>
        <p:spPr>
          <a:xfrm>
            <a:off x="7006590" y="4599432"/>
            <a:ext cx="384048" cy="384048"/>
          </a:xfrm>
          <a:prstGeom prst="rect">
            <a:avLst/>
          </a:prstGeom>
        </p:spPr>
      </p:pic>
      <p:sp>
        <p:nvSpPr>
          <p:cNvPr id="46" name="Text 36"/>
          <p:cNvSpPr txBox="1"/>
          <p:nvPr/>
        </p:nvSpPr>
        <p:spPr>
          <a:xfrm>
            <a:off x="5509260" y="5093208"/>
            <a:ext cx="1908810" cy="621792"/>
          </a:xfrm>
          <a:prstGeom prst="rect">
            <a:avLst/>
          </a:prstGeom>
          <a:noFill/>
          <a:ln/>
        </p:spPr>
        <p:txBody>
          <a:bodyPr wrap="square" lIns="0" tIns="0" rIns="0" bIns="0" rtlCol="0" anchor="t"/>
          <a:lstStyle/>
          <a:p>
            <a:pPr algn="l" indent="0" marL="0">
              <a:buNone/>
            </a:pPr>
            <a:r>
              <a:rPr lang="en-US" sz="1600" b="1" dirty="0">
                <a:solidFill>
                  <a:schemeClr val="bg1"/>
                </a:solidFill>
              </a:rPr>
              <a:t>La réunion de suivi</a:t>
            </a:r>
            <a:endParaRPr lang="en-US" sz="1600" dirty="0"/>
          </a:p>
        </p:txBody>
      </p:sp>
      <p:sp>
        <p:nvSpPr>
          <p:cNvPr id="47" name="Text 37"/>
          <p:cNvSpPr txBox="1"/>
          <p:nvPr/>
        </p:nvSpPr>
        <p:spPr>
          <a:xfrm>
            <a:off x="5509260" y="5669280"/>
            <a:ext cx="1908810" cy="292608"/>
          </a:xfrm>
          <a:prstGeom prst="rect">
            <a:avLst/>
          </a:prstGeom>
          <a:noFill/>
          <a:ln/>
        </p:spPr>
        <p:txBody>
          <a:bodyPr wrap="square" lIns="0" tIns="0" rIns="0" bIns="0" rtlCol="0" anchor="t"/>
          <a:lstStyle/>
          <a:p>
            <a:pPr algn="l" indent="0" marL="0">
              <a:buNone/>
            </a:pPr>
            <a:r>
              <a:rPr lang="en-US" sz="1400" b="1" dirty="0">
                <a:solidFill>
                  <a:schemeClr val="accent1"/>
                </a:solidFill>
              </a:rPr>
              <a:t>★★★</a:t>
            </a:r>
            <a:endParaRPr lang="en-US" sz="1400" dirty="0"/>
          </a:p>
        </p:txBody>
      </p:sp>
      <p:pic>
        <p:nvPicPr>
          <p:cNvPr id="48" name="Image 7" descr="man teacher">    </p:cNvPr>
          <p:cNvPicPr>
            <a:picLocks noChangeAspect="1"/>
          </p:cNvPicPr>
          <p:nvPr/>
        </p:nvPicPr>
        <p:blipFill>
          <a:blip r:embed="rId8"/>
          <a:stretch>
            <a:fillRect/>
          </a:stretch>
        </p:blipFill>
        <p:spPr>
          <a:xfrm>
            <a:off x="10058400" y="3657600"/>
            <a:ext cx="1645920" cy="1645920"/>
          </a:xfrm>
          <a:prstGeom prst="rect">
            <a:avLst/>
          </a:prstGeom>
        </p:spPr>
      </p:pic>
      <p:sp>
        <p:nvSpPr>
          <p:cNvPr id="25" name="Slide Number Placeholder 0"/>
          <p:cNvSpPr>
            <a:spLocks noGrp="1"/>
          </p:cNvSpPr>
          <p:nvPr>
            <p:ph type="sldNum" sz="quarter" idx="4294967295"/>
          </p:nvPr>
        </p:nvSpPr>
        <p:spPr>
          <a:xfrm>
            <a:off x="11091672"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EEF3F8"/>
                </a:solidFill>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1"/>
          <p:cNvSpPr/>
          <p:nvPr>
            <p:ph idx="101" type="title" hasCustomPrompt="1"/>
          </p:nvPr>
        </p:nvSpPr>
        <p:spPr>
          <a:xfrm>
            <a:off x="548640" y="621792"/>
            <a:ext cx="11091672" cy="713232"/>
          </a:xfrm>
          <a:prstGeom prst="rect">
            <a:avLst/>
          </a:prstGeom>
          <a:noFill/>
          <a:ln/>
        </p:spPr>
        <p:txBody>
          <a:bodyPr wrap="square" lIns="0" tIns="0" rIns="0" bIns="0" rtlCol="0" anchor="ctr"/>
          <a:lstStyle/>
          <a:p>
            <a:pPr algn="l" indent="0" marL="0">
              <a:buNone/>
            </a:pPr>
            <a:r>
              <a:rPr lang="en-US" sz="3000" b="1" dirty="0">
                <a:solidFill>
                  <a:schemeClr val="tx2"/>
                </a:solidFill>
              </a:rPr>
              <a:t>Exercice 1 — Remplacez</a:t>
            </a:r>
            <a:endParaRPr lang="en-US" sz="3000" dirty="0"/>
          </a:p>
        </p:txBody>
      </p:sp>
      <p:sp>
        <p:nvSpPr>
          <p:cNvPr id="3" name="tag"/>
          <p:cNvSpPr/>
          <p:nvPr/>
        </p:nvSpPr>
        <p:spPr>
          <a:xfrm>
            <a:off x="548640" y="237744"/>
            <a:ext cx="1228954" cy="310896"/>
          </a:xfrm>
          <a:prstGeom prst="roundRect">
            <a:avLst>
              <a:gd name="adj" fmla="val 14706"/>
            </a:avLst>
          </a:prstGeom>
          <a:solidFill>
            <a:schemeClr val="accent1"/>
          </a:solidFill>
          <a:ln/>
        </p:spPr>
        <p:txBody>
          <a:bodyPr wrap="square" lIns="0" tIns="0" rIns="0" bIns="0" rtlCol="0" anchor="ctr"/>
          <a:lstStyle/>
          <a:p>
            <a:pPr algn="ctr" indent="0" marL="0">
              <a:buNone/>
            </a:pPr>
            <a:r>
              <a:rPr lang="en-US" sz="1200" b="1" spc="100" kern="0" dirty="0">
                <a:solidFill>
                  <a:srgbClr val="FFFFFF"/>
                </a:solidFill>
              </a:rPr>
              <a:t>JIJ NU !</a:t>
            </a:r>
            <a:endParaRPr lang="en-US" sz="1200" dirty="0"/>
          </a:p>
        </p:txBody>
      </p:sp>
      <p:sp>
        <p:nvSpPr>
          <p:cNvPr id="4" name="Text 2"/>
          <p:cNvSpPr txBox="1"/>
          <p:nvPr/>
        </p:nvSpPr>
        <p:spPr>
          <a:xfrm>
            <a:off x="10177272" y="219456"/>
            <a:ext cx="1463040" cy="347472"/>
          </a:xfrm>
          <a:prstGeom prst="rect">
            <a:avLst/>
          </a:prstGeom>
          <a:noFill/>
          <a:ln/>
        </p:spPr>
        <p:txBody>
          <a:bodyPr wrap="square" lIns="0" tIns="0" rIns="0" bIns="0" rtlCol="0" anchor="ctr"/>
          <a:lstStyle/>
          <a:p>
            <a:pPr algn="r" indent="0" marL="0">
              <a:buNone/>
            </a:pPr>
            <a:r>
              <a:rPr lang="en-US" sz="1600" b="1" dirty="0">
                <a:solidFill>
                  <a:schemeClr val="accent1"/>
                </a:solidFill>
              </a:rPr>
              <a:t>★</a:t>
            </a:r>
            <a:endParaRPr lang="en-US" sz="1600" dirty="0"/>
          </a:p>
        </p:txBody>
      </p:sp>
      <p:pic>
        <p:nvPicPr>
          <p:cNvPr id="6" name="Image 0" descr="HandPointRight">    </p:cNvPr>
          <p:cNvPicPr>
            <a:picLocks noChangeAspect="1"/>
          </p:cNvPicPr>
          <p:nvPr/>
        </p:nvPicPr>
        <p:blipFill>
          <a:blip r:embed="rId1"/>
          <a:stretch>
            <a:fillRect/>
          </a:stretch>
        </p:blipFill>
        <p:spPr>
          <a:xfrm>
            <a:off x="548640" y="1517904"/>
            <a:ext cx="274320" cy="274320"/>
          </a:xfrm>
          <a:prstGeom prst="rect">
            <a:avLst/>
          </a:prstGeom>
        </p:spPr>
      </p:pic>
      <p:sp>
        <p:nvSpPr>
          <p:cNvPr id="7" name="Text 3"/>
          <p:cNvSpPr txBox="1"/>
          <p:nvPr/>
        </p:nvSpPr>
        <p:spPr>
          <a:xfrm>
            <a:off x="960120" y="1481328"/>
            <a:ext cx="10680192" cy="313944"/>
          </a:xfrm>
          <a:prstGeom prst="rect">
            <a:avLst/>
          </a:prstGeom>
          <a:noFill/>
          <a:ln/>
        </p:spPr>
        <p:txBody>
          <a:bodyPr wrap="square" lIns="0" tIns="0" rIns="0" bIns="0" rtlCol="0" anchor="t"/>
          <a:lstStyle/>
          <a:p>
            <a:pPr algn="l" indent="0" marL="0">
              <a:buNone/>
            </a:pPr>
            <a:r>
              <a:rPr lang="en-US" sz="1700" i="1" dirty="0">
                <a:solidFill>
                  <a:schemeClr val="accent5"/>
                </a:solidFill>
              </a:rPr>
              <a:t>Remplacez la partie soulignée par er + préposition. Attention : met → mee !</a:t>
            </a:r>
            <a:endParaRPr lang="en-US" sz="1700" dirty="0"/>
          </a:p>
        </p:txBody>
      </p:sp>
      <p:sp>
        <p:nvSpPr>
          <p:cNvPr id="8" name="Shape 4"/>
          <p:cNvSpPr/>
          <p:nvPr/>
        </p:nvSpPr>
        <p:spPr>
          <a:xfrm>
            <a:off x="548640" y="2112772"/>
            <a:ext cx="365760" cy="365760"/>
          </a:xfrm>
          <a:prstGeom prst="ellipse">
            <a:avLst/>
          </a:prstGeom>
          <a:solidFill>
            <a:schemeClr val="tx2"/>
          </a:solidFill>
          <a:ln w="12700">
            <a:solidFill>
              <a:srgbClr val="FFFFFF">
                <a:alpha val="0"/>
              </a:srgbClr>
            </a:solidFill>
            <a:prstDash val="solid"/>
          </a:ln>
        </p:spPr>
      </p:sp>
      <p:sp>
        <p:nvSpPr>
          <p:cNvPr id="9" name="Text 5"/>
          <p:cNvSpPr txBox="1"/>
          <p:nvPr/>
        </p:nvSpPr>
        <p:spPr>
          <a:xfrm>
            <a:off x="548640" y="2112772"/>
            <a:ext cx="365760" cy="365760"/>
          </a:xfrm>
          <a:prstGeom prst="rect">
            <a:avLst/>
          </a:prstGeom>
          <a:noFill/>
          <a:ln/>
        </p:spPr>
        <p:txBody>
          <a:bodyPr wrap="square" lIns="0" tIns="0" rIns="0" bIns="0" rtlCol="0" anchor="ctr"/>
          <a:lstStyle/>
          <a:p>
            <a:pPr algn="ctr" indent="0" marL="0">
              <a:buNone/>
            </a:pPr>
            <a:r>
              <a:rPr lang="en-US" sz="1300" b="1" dirty="0">
                <a:solidFill>
                  <a:schemeClr val="bg1"/>
                </a:solidFill>
              </a:rPr>
              <a:t>1</a:t>
            </a:r>
            <a:endParaRPr lang="en-US" sz="1300" dirty="0"/>
          </a:p>
        </p:txBody>
      </p:sp>
      <p:sp>
        <p:nvSpPr>
          <p:cNvPr id="10" name="Shape 6"/>
          <p:cNvSpPr/>
          <p:nvPr/>
        </p:nvSpPr>
        <p:spPr>
          <a:xfrm>
            <a:off x="1005840" y="1978152"/>
            <a:ext cx="4937760" cy="616712"/>
          </a:xfrm>
          <a:prstGeom prst="roundRect">
            <a:avLst>
              <a:gd name="adj" fmla="val 11862"/>
            </a:avLst>
          </a:prstGeom>
          <a:solidFill>
            <a:schemeClr val="bg2"/>
          </a:solidFill>
          <a:ln w="12700">
            <a:solidFill>
              <a:srgbClr val="D5DCE6"/>
            </a:solidFill>
            <a:prstDash val="solid"/>
          </a:ln>
        </p:spPr>
      </p:sp>
      <p:sp>
        <p:nvSpPr>
          <p:cNvPr id="11" name="Text 7"/>
          <p:cNvSpPr txBox="1"/>
          <p:nvPr/>
        </p:nvSpPr>
        <p:spPr>
          <a:xfrm>
            <a:off x="1143000" y="1978152"/>
            <a:ext cx="4754880" cy="616712"/>
          </a:xfrm>
          <a:prstGeom prst="rect">
            <a:avLst/>
          </a:prstGeom>
          <a:noFill/>
          <a:ln/>
        </p:spPr>
        <p:txBody>
          <a:bodyPr wrap="square" lIns="0" tIns="0" rIns="0" bIns="0" rtlCol="0" anchor="ctr"/>
          <a:lstStyle/>
          <a:p>
            <a:pPr algn="l" indent="0" marL="0">
              <a:buNone/>
            </a:pPr>
            <a:r>
              <a:rPr lang="en-US" sz="1800" i="1" dirty="0">
                <a:solidFill>
                  <a:schemeClr val="tx1"/>
                </a:solidFill>
              </a:rPr>
              <a:t>Ik schrijf </a:t>
            </a:r>
            <a:r>
              <a:rPr lang="en-US" sz="1800" i="1" u="sng" dirty="0">
                <a:solidFill>
                  <a:schemeClr val="tx1"/>
                </a:solidFill>
              </a:rPr>
              <a:t>met de pen</a:t>
            </a:r>
            <a:r>
              <a:rPr lang="en-US" sz="1800" i="1" dirty="0">
                <a:solidFill>
                  <a:schemeClr val="tx1"/>
                </a:solidFill>
              </a:rPr>
              <a:t>.</a:t>
            </a:r>
            <a:endParaRPr lang="en-US" sz="1800" dirty="0"/>
          </a:p>
        </p:txBody>
      </p:sp>
      <p:sp>
        <p:nvSpPr>
          <p:cNvPr id="12" name="Shape 8"/>
          <p:cNvSpPr/>
          <p:nvPr/>
        </p:nvSpPr>
        <p:spPr>
          <a:xfrm>
            <a:off x="6035040" y="2295652"/>
            <a:ext cx="868680" cy="914"/>
          </a:xfrm>
          <a:prstGeom prst="line">
            <a:avLst/>
          </a:prstGeom>
          <a:noFill/>
          <a:ln w="38100">
            <a:solidFill>
              <a:srgbClr val="2E7D4F"/>
            </a:solidFill>
            <a:prstDash val="solid"/>
            <a:tailEnd type="triangle"/>
          </a:ln>
        </p:spPr>
      </p:sp>
      <p:sp>
        <p:nvSpPr>
          <p:cNvPr id="13" name="Text 9"/>
          <p:cNvSpPr txBox="1"/>
          <p:nvPr/>
        </p:nvSpPr>
        <p:spPr>
          <a:xfrm>
            <a:off x="6035040" y="1966468"/>
            <a:ext cx="822960" cy="274320"/>
          </a:xfrm>
          <a:prstGeom prst="rect">
            <a:avLst/>
          </a:prstGeom>
          <a:noFill/>
          <a:ln/>
        </p:spPr>
        <p:txBody>
          <a:bodyPr wrap="square" lIns="0" tIns="0" rIns="0" bIns="0" rtlCol="0" anchor="t"/>
          <a:lstStyle/>
          <a:p>
            <a:pPr algn="ctr" indent="0" marL="0">
              <a:buNone/>
            </a:pPr>
            <a:r>
              <a:rPr lang="en-US" sz="1200" b="1" dirty="0">
                <a:solidFill>
                  <a:schemeClr val="accent3"/>
                </a:solidFill>
              </a:rPr>
              <a:t>er</a:t>
            </a:r>
            <a:endParaRPr lang="en-US" sz="1200" dirty="0"/>
          </a:p>
        </p:txBody>
      </p:sp>
      <p:sp>
        <p:nvSpPr>
          <p:cNvPr id="14" name="Shape 10"/>
          <p:cNvSpPr/>
          <p:nvPr/>
        </p:nvSpPr>
        <p:spPr>
          <a:xfrm>
            <a:off x="6995160" y="1978152"/>
            <a:ext cx="4645152" cy="616712"/>
          </a:xfrm>
          <a:prstGeom prst="roundRect">
            <a:avLst>
              <a:gd name="adj" fmla="val 11862"/>
            </a:avLst>
          </a:prstGeom>
          <a:solidFill>
            <a:schemeClr val="bg1"/>
          </a:solidFill>
          <a:ln w="15875">
            <a:solidFill>
              <a:srgbClr val="D5DCE6"/>
            </a:solidFill>
            <a:prstDash val="solid"/>
          </a:ln>
        </p:spPr>
      </p:sp>
      <p:sp>
        <p:nvSpPr>
          <p:cNvPr id="15" name="Shape 11"/>
          <p:cNvSpPr/>
          <p:nvPr/>
        </p:nvSpPr>
        <p:spPr>
          <a:xfrm>
            <a:off x="548640" y="2839212"/>
            <a:ext cx="365760" cy="365760"/>
          </a:xfrm>
          <a:prstGeom prst="ellipse">
            <a:avLst/>
          </a:prstGeom>
          <a:solidFill>
            <a:schemeClr val="tx2"/>
          </a:solidFill>
          <a:ln w="12700">
            <a:solidFill>
              <a:srgbClr val="FFFFFF">
                <a:alpha val="0"/>
              </a:srgbClr>
            </a:solidFill>
            <a:prstDash val="solid"/>
          </a:ln>
        </p:spPr>
      </p:sp>
      <p:sp>
        <p:nvSpPr>
          <p:cNvPr id="16" name="Text 12"/>
          <p:cNvSpPr txBox="1"/>
          <p:nvPr/>
        </p:nvSpPr>
        <p:spPr>
          <a:xfrm>
            <a:off x="548640" y="2839212"/>
            <a:ext cx="365760" cy="365760"/>
          </a:xfrm>
          <a:prstGeom prst="rect">
            <a:avLst/>
          </a:prstGeom>
          <a:noFill/>
          <a:ln/>
        </p:spPr>
        <p:txBody>
          <a:bodyPr wrap="square" lIns="0" tIns="0" rIns="0" bIns="0" rtlCol="0" anchor="ctr"/>
          <a:lstStyle/>
          <a:p>
            <a:pPr algn="ctr" indent="0" marL="0">
              <a:buNone/>
            </a:pPr>
            <a:r>
              <a:rPr lang="en-US" sz="1300" b="1" dirty="0">
                <a:solidFill>
                  <a:schemeClr val="bg1"/>
                </a:solidFill>
              </a:rPr>
              <a:t>2</a:t>
            </a:r>
            <a:endParaRPr lang="en-US" sz="1300" dirty="0"/>
          </a:p>
        </p:txBody>
      </p:sp>
      <p:sp>
        <p:nvSpPr>
          <p:cNvPr id="17" name="Shape 13"/>
          <p:cNvSpPr/>
          <p:nvPr/>
        </p:nvSpPr>
        <p:spPr>
          <a:xfrm>
            <a:off x="1005840" y="2704592"/>
            <a:ext cx="4937760" cy="616712"/>
          </a:xfrm>
          <a:prstGeom prst="roundRect">
            <a:avLst>
              <a:gd name="adj" fmla="val 11862"/>
            </a:avLst>
          </a:prstGeom>
          <a:solidFill>
            <a:schemeClr val="bg2"/>
          </a:solidFill>
          <a:ln w="12700">
            <a:solidFill>
              <a:srgbClr val="D5DCE6"/>
            </a:solidFill>
            <a:prstDash val="solid"/>
          </a:ln>
        </p:spPr>
      </p:sp>
      <p:sp>
        <p:nvSpPr>
          <p:cNvPr id="18" name="Text 14"/>
          <p:cNvSpPr txBox="1"/>
          <p:nvPr/>
        </p:nvSpPr>
        <p:spPr>
          <a:xfrm>
            <a:off x="1143000" y="2704592"/>
            <a:ext cx="4754880" cy="616712"/>
          </a:xfrm>
          <a:prstGeom prst="rect">
            <a:avLst/>
          </a:prstGeom>
          <a:noFill/>
          <a:ln/>
        </p:spPr>
        <p:txBody>
          <a:bodyPr wrap="square" lIns="0" tIns="0" rIns="0" bIns="0" rtlCol="0" anchor="ctr"/>
          <a:lstStyle/>
          <a:p>
            <a:pPr algn="l" indent="0" marL="0">
              <a:buNone/>
            </a:pPr>
            <a:r>
              <a:rPr lang="en-US" sz="1800" i="1" dirty="0">
                <a:solidFill>
                  <a:schemeClr val="tx1"/>
                </a:solidFill>
              </a:rPr>
              <a:t>Ik wacht </a:t>
            </a:r>
            <a:r>
              <a:rPr lang="en-US" sz="1800" i="1" u="sng" dirty="0">
                <a:solidFill>
                  <a:schemeClr val="tx1"/>
                </a:solidFill>
              </a:rPr>
              <a:t>op de bus</a:t>
            </a:r>
            <a:r>
              <a:rPr lang="en-US" sz="1800" i="1" dirty="0">
                <a:solidFill>
                  <a:schemeClr val="tx1"/>
                </a:solidFill>
              </a:rPr>
              <a:t>.</a:t>
            </a:r>
            <a:endParaRPr lang="en-US" sz="1800" dirty="0"/>
          </a:p>
        </p:txBody>
      </p:sp>
      <p:sp>
        <p:nvSpPr>
          <p:cNvPr id="19" name="Shape 15"/>
          <p:cNvSpPr/>
          <p:nvPr/>
        </p:nvSpPr>
        <p:spPr>
          <a:xfrm>
            <a:off x="6035040" y="3022092"/>
            <a:ext cx="868680" cy="914"/>
          </a:xfrm>
          <a:prstGeom prst="line">
            <a:avLst/>
          </a:prstGeom>
          <a:noFill/>
          <a:ln w="38100">
            <a:solidFill>
              <a:srgbClr val="2E7D4F"/>
            </a:solidFill>
            <a:prstDash val="solid"/>
            <a:tailEnd type="triangle"/>
          </a:ln>
        </p:spPr>
      </p:sp>
      <p:sp>
        <p:nvSpPr>
          <p:cNvPr id="20" name="Text 16"/>
          <p:cNvSpPr txBox="1"/>
          <p:nvPr/>
        </p:nvSpPr>
        <p:spPr>
          <a:xfrm>
            <a:off x="6035040" y="2692908"/>
            <a:ext cx="822960" cy="274320"/>
          </a:xfrm>
          <a:prstGeom prst="rect">
            <a:avLst/>
          </a:prstGeom>
          <a:noFill/>
          <a:ln/>
        </p:spPr>
        <p:txBody>
          <a:bodyPr wrap="square" lIns="0" tIns="0" rIns="0" bIns="0" rtlCol="0" anchor="t"/>
          <a:lstStyle/>
          <a:p>
            <a:pPr algn="ctr" indent="0" marL="0">
              <a:buNone/>
            </a:pPr>
            <a:r>
              <a:rPr lang="en-US" sz="1200" b="1" dirty="0">
                <a:solidFill>
                  <a:schemeClr val="accent3"/>
                </a:solidFill>
              </a:rPr>
              <a:t>er</a:t>
            </a:r>
            <a:endParaRPr lang="en-US" sz="1200" dirty="0"/>
          </a:p>
        </p:txBody>
      </p:sp>
      <p:sp>
        <p:nvSpPr>
          <p:cNvPr id="21" name="Shape 17"/>
          <p:cNvSpPr/>
          <p:nvPr/>
        </p:nvSpPr>
        <p:spPr>
          <a:xfrm>
            <a:off x="6995160" y="2704592"/>
            <a:ext cx="4645152" cy="616712"/>
          </a:xfrm>
          <a:prstGeom prst="roundRect">
            <a:avLst>
              <a:gd name="adj" fmla="val 11862"/>
            </a:avLst>
          </a:prstGeom>
          <a:solidFill>
            <a:schemeClr val="bg1"/>
          </a:solidFill>
          <a:ln w="15875">
            <a:solidFill>
              <a:srgbClr val="D5DCE6"/>
            </a:solidFill>
            <a:prstDash val="solid"/>
          </a:ln>
        </p:spPr>
      </p:sp>
      <p:sp>
        <p:nvSpPr>
          <p:cNvPr id="22" name="Shape 18"/>
          <p:cNvSpPr/>
          <p:nvPr/>
        </p:nvSpPr>
        <p:spPr>
          <a:xfrm>
            <a:off x="548640" y="3565652"/>
            <a:ext cx="365760" cy="365760"/>
          </a:xfrm>
          <a:prstGeom prst="ellipse">
            <a:avLst/>
          </a:prstGeom>
          <a:solidFill>
            <a:schemeClr val="tx2"/>
          </a:solidFill>
          <a:ln w="12700">
            <a:solidFill>
              <a:srgbClr val="FFFFFF">
                <a:alpha val="0"/>
              </a:srgbClr>
            </a:solidFill>
            <a:prstDash val="solid"/>
          </a:ln>
        </p:spPr>
      </p:sp>
      <p:sp>
        <p:nvSpPr>
          <p:cNvPr id="23" name="Text 19"/>
          <p:cNvSpPr txBox="1"/>
          <p:nvPr/>
        </p:nvSpPr>
        <p:spPr>
          <a:xfrm>
            <a:off x="548640" y="3565652"/>
            <a:ext cx="365760" cy="365760"/>
          </a:xfrm>
          <a:prstGeom prst="rect">
            <a:avLst/>
          </a:prstGeom>
          <a:noFill/>
          <a:ln/>
        </p:spPr>
        <p:txBody>
          <a:bodyPr wrap="square" lIns="0" tIns="0" rIns="0" bIns="0" rtlCol="0" anchor="ctr"/>
          <a:lstStyle/>
          <a:p>
            <a:pPr algn="ctr" indent="0" marL="0">
              <a:buNone/>
            </a:pPr>
            <a:r>
              <a:rPr lang="en-US" sz="1300" b="1" dirty="0">
                <a:solidFill>
                  <a:schemeClr val="bg1"/>
                </a:solidFill>
              </a:rPr>
              <a:t>3</a:t>
            </a:r>
            <a:endParaRPr lang="en-US" sz="1300" dirty="0"/>
          </a:p>
        </p:txBody>
      </p:sp>
      <p:sp>
        <p:nvSpPr>
          <p:cNvPr id="24" name="Shape 20"/>
          <p:cNvSpPr/>
          <p:nvPr/>
        </p:nvSpPr>
        <p:spPr>
          <a:xfrm>
            <a:off x="1005840" y="3431032"/>
            <a:ext cx="4937760" cy="616712"/>
          </a:xfrm>
          <a:prstGeom prst="roundRect">
            <a:avLst>
              <a:gd name="adj" fmla="val 11862"/>
            </a:avLst>
          </a:prstGeom>
          <a:solidFill>
            <a:schemeClr val="bg2"/>
          </a:solidFill>
          <a:ln w="12700">
            <a:solidFill>
              <a:srgbClr val="D5DCE6"/>
            </a:solidFill>
            <a:prstDash val="solid"/>
          </a:ln>
        </p:spPr>
      </p:sp>
      <p:sp>
        <p:nvSpPr>
          <p:cNvPr id="25" name="Text 21"/>
          <p:cNvSpPr txBox="1"/>
          <p:nvPr/>
        </p:nvSpPr>
        <p:spPr>
          <a:xfrm>
            <a:off x="1143000" y="3431032"/>
            <a:ext cx="4754880" cy="616712"/>
          </a:xfrm>
          <a:prstGeom prst="rect">
            <a:avLst/>
          </a:prstGeom>
          <a:noFill/>
          <a:ln/>
        </p:spPr>
        <p:txBody>
          <a:bodyPr wrap="square" lIns="0" tIns="0" rIns="0" bIns="0" rtlCol="0" anchor="ctr"/>
          <a:lstStyle/>
          <a:p>
            <a:pPr algn="l" indent="0" marL="0">
              <a:buNone/>
            </a:pPr>
            <a:r>
              <a:rPr lang="en-US" sz="1800" i="1" dirty="0">
                <a:solidFill>
                  <a:schemeClr val="tx1"/>
                </a:solidFill>
              </a:rPr>
              <a:t>Hij praat </a:t>
            </a:r>
            <a:r>
              <a:rPr lang="en-US" sz="1800" i="1" u="sng" dirty="0">
                <a:solidFill>
                  <a:schemeClr val="tx1"/>
                </a:solidFill>
              </a:rPr>
              <a:t>over het project</a:t>
            </a:r>
            <a:r>
              <a:rPr lang="en-US" sz="1800" i="1" dirty="0">
                <a:solidFill>
                  <a:schemeClr val="tx1"/>
                </a:solidFill>
              </a:rPr>
              <a:t>.</a:t>
            </a:r>
            <a:endParaRPr lang="en-US" sz="1800" dirty="0"/>
          </a:p>
        </p:txBody>
      </p:sp>
      <p:sp>
        <p:nvSpPr>
          <p:cNvPr id="26" name="Shape 22"/>
          <p:cNvSpPr/>
          <p:nvPr/>
        </p:nvSpPr>
        <p:spPr>
          <a:xfrm>
            <a:off x="6035040" y="3748532"/>
            <a:ext cx="868680" cy="914"/>
          </a:xfrm>
          <a:prstGeom prst="line">
            <a:avLst/>
          </a:prstGeom>
          <a:noFill/>
          <a:ln w="38100">
            <a:solidFill>
              <a:srgbClr val="2E7D4F"/>
            </a:solidFill>
            <a:prstDash val="solid"/>
            <a:tailEnd type="triangle"/>
          </a:ln>
        </p:spPr>
      </p:sp>
      <p:sp>
        <p:nvSpPr>
          <p:cNvPr id="27" name="Text 23"/>
          <p:cNvSpPr txBox="1"/>
          <p:nvPr/>
        </p:nvSpPr>
        <p:spPr>
          <a:xfrm>
            <a:off x="6035040" y="3419348"/>
            <a:ext cx="822960" cy="274320"/>
          </a:xfrm>
          <a:prstGeom prst="rect">
            <a:avLst/>
          </a:prstGeom>
          <a:noFill/>
          <a:ln/>
        </p:spPr>
        <p:txBody>
          <a:bodyPr wrap="square" lIns="0" tIns="0" rIns="0" bIns="0" rtlCol="0" anchor="t"/>
          <a:lstStyle/>
          <a:p>
            <a:pPr algn="ctr" indent="0" marL="0">
              <a:buNone/>
            </a:pPr>
            <a:r>
              <a:rPr lang="en-US" sz="1200" b="1" dirty="0">
                <a:solidFill>
                  <a:schemeClr val="accent3"/>
                </a:solidFill>
              </a:rPr>
              <a:t>er</a:t>
            </a:r>
            <a:endParaRPr lang="en-US" sz="1200" dirty="0"/>
          </a:p>
        </p:txBody>
      </p:sp>
      <p:sp>
        <p:nvSpPr>
          <p:cNvPr id="28" name="Shape 24"/>
          <p:cNvSpPr/>
          <p:nvPr/>
        </p:nvSpPr>
        <p:spPr>
          <a:xfrm>
            <a:off x="6995160" y="3431032"/>
            <a:ext cx="4645152" cy="616712"/>
          </a:xfrm>
          <a:prstGeom prst="roundRect">
            <a:avLst>
              <a:gd name="adj" fmla="val 11862"/>
            </a:avLst>
          </a:prstGeom>
          <a:solidFill>
            <a:schemeClr val="bg1"/>
          </a:solidFill>
          <a:ln w="15875">
            <a:solidFill>
              <a:srgbClr val="D5DCE6"/>
            </a:solidFill>
            <a:prstDash val="solid"/>
          </a:ln>
        </p:spPr>
      </p:sp>
      <p:sp>
        <p:nvSpPr>
          <p:cNvPr id="29" name="Shape 25"/>
          <p:cNvSpPr/>
          <p:nvPr/>
        </p:nvSpPr>
        <p:spPr>
          <a:xfrm>
            <a:off x="548640" y="4292092"/>
            <a:ext cx="365760" cy="365760"/>
          </a:xfrm>
          <a:prstGeom prst="ellipse">
            <a:avLst/>
          </a:prstGeom>
          <a:solidFill>
            <a:schemeClr val="tx2"/>
          </a:solidFill>
          <a:ln w="12700">
            <a:solidFill>
              <a:srgbClr val="FFFFFF">
                <a:alpha val="0"/>
              </a:srgbClr>
            </a:solidFill>
            <a:prstDash val="solid"/>
          </a:ln>
        </p:spPr>
      </p:sp>
      <p:sp>
        <p:nvSpPr>
          <p:cNvPr id="30" name="Text 26"/>
          <p:cNvSpPr txBox="1"/>
          <p:nvPr/>
        </p:nvSpPr>
        <p:spPr>
          <a:xfrm>
            <a:off x="548640" y="4292092"/>
            <a:ext cx="365760" cy="365760"/>
          </a:xfrm>
          <a:prstGeom prst="rect">
            <a:avLst/>
          </a:prstGeom>
          <a:noFill/>
          <a:ln/>
        </p:spPr>
        <p:txBody>
          <a:bodyPr wrap="square" lIns="0" tIns="0" rIns="0" bIns="0" rtlCol="0" anchor="ctr"/>
          <a:lstStyle/>
          <a:p>
            <a:pPr algn="ctr" indent="0" marL="0">
              <a:buNone/>
            </a:pPr>
            <a:r>
              <a:rPr lang="en-US" sz="1300" b="1" dirty="0">
                <a:solidFill>
                  <a:schemeClr val="bg1"/>
                </a:solidFill>
              </a:rPr>
              <a:t>4</a:t>
            </a:r>
            <a:endParaRPr lang="en-US" sz="1300" dirty="0"/>
          </a:p>
        </p:txBody>
      </p:sp>
      <p:sp>
        <p:nvSpPr>
          <p:cNvPr id="31" name="Shape 27"/>
          <p:cNvSpPr/>
          <p:nvPr/>
        </p:nvSpPr>
        <p:spPr>
          <a:xfrm>
            <a:off x="1005840" y="4157472"/>
            <a:ext cx="4937760" cy="616712"/>
          </a:xfrm>
          <a:prstGeom prst="roundRect">
            <a:avLst>
              <a:gd name="adj" fmla="val 11862"/>
            </a:avLst>
          </a:prstGeom>
          <a:solidFill>
            <a:schemeClr val="bg2"/>
          </a:solidFill>
          <a:ln w="12700">
            <a:solidFill>
              <a:srgbClr val="D5DCE6"/>
            </a:solidFill>
            <a:prstDash val="solid"/>
          </a:ln>
        </p:spPr>
      </p:sp>
      <p:sp>
        <p:nvSpPr>
          <p:cNvPr id="32" name="Text 28"/>
          <p:cNvSpPr txBox="1"/>
          <p:nvPr/>
        </p:nvSpPr>
        <p:spPr>
          <a:xfrm>
            <a:off x="1143000" y="4157472"/>
            <a:ext cx="4754880" cy="616712"/>
          </a:xfrm>
          <a:prstGeom prst="rect">
            <a:avLst/>
          </a:prstGeom>
          <a:noFill/>
          <a:ln/>
        </p:spPr>
        <p:txBody>
          <a:bodyPr wrap="square" lIns="0" tIns="0" rIns="0" bIns="0" rtlCol="0" anchor="ctr"/>
          <a:lstStyle/>
          <a:p>
            <a:pPr algn="l" indent="0" marL="0">
              <a:buNone/>
            </a:pPr>
            <a:r>
              <a:rPr lang="en-US" sz="1800" i="1" dirty="0">
                <a:solidFill>
                  <a:schemeClr val="tx1"/>
                </a:solidFill>
              </a:rPr>
              <a:t>We beginnen </a:t>
            </a:r>
            <a:r>
              <a:rPr lang="en-US" sz="1800" i="1" u="sng" dirty="0">
                <a:solidFill>
                  <a:schemeClr val="tx1"/>
                </a:solidFill>
              </a:rPr>
              <a:t>met de vergadering</a:t>
            </a:r>
            <a:r>
              <a:rPr lang="en-US" sz="1800" i="1" dirty="0">
                <a:solidFill>
                  <a:schemeClr val="tx1"/>
                </a:solidFill>
              </a:rPr>
              <a:t>.</a:t>
            </a:r>
            <a:endParaRPr lang="en-US" sz="1800" dirty="0"/>
          </a:p>
        </p:txBody>
      </p:sp>
      <p:sp>
        <p:nvSpPr>
          <p:cNvPr id="33" name="Shape 29"/>
          <p:cNvSpPr/>
          <p:nvPr/>
        </p:nvSpPr>
        <p:spPr>
          <a:xfrm>
            <a:off x="6035040" y="4474972"/>
            <a:ext cx="868680" cy="914"/>
          </a:xfrm>
          <a:prstGeom prst="line">
            <a:avLst/>
          </a:prstGeom>
          <a:noFill/>
          <a:ln w="38100">
            <a:solidFill>
              <a:srgbClr val="2E7D4F"/>
            </a:solidFill>
            <a:prstDash val="solid"/>
            <a:tailEnd type="triangle"/>
          </a:ln>
        </p:spPr>
      </p:sp>
      <p:sp>
        <p:nvSpPr>
          <p:cNvPr id="34" name="Text 30"/>
          <p:cNvSpPr txBox="1"/>
          <p:nvPr/>
        </p:nvSpPr>
        <p:spPr>
          <a:xfrm>
            <a:off x="6035040" y="4145788"/>
            <a:ext cx="822960" cy="274320"/>
          </a:xfrm>
          <a:prstGeom prst="rect">
            <a:avLst/>
          </a:prstGeom>
          <a:noFill/>
          <a:ln/>
        </p:spPr>
        <p:txBody>
          <a:bodyPr wrap="square" lIns="0" tIns="0" rIns="0" bIns="0" rtlCol="0" anchor="t"/>
          <a:lstStyle/>
          <a:p>
            <a:pPr algn="ctr" indent="0" marL="0">
              <a:buNone/>
            </a:pPr>
            <a:r>
              <a:rPr lang="en-US" sz="1200" b="1" dirty="0">
                <a:solidFill>
                  <a:schemeClr val="accent3"/>
                </a:solidFill>
              </a:rPr>
              <a:t>er</a:t>
            </a:r>
            <a:endParaRPr lang="en-US" sz="1200" dirty="0"/>
          </a:p>
        </p:txBody>
      </p:sp>
      <p:sp>
        <p:nvSpPr>
          <p:cNvPr id="35" name="Shape 31"/>
          <p:cNvSpPr/>
          <p:nvPr/>
        </p:nvSpPr>
        <p:spPr>
          <a:xfrm>
            <a:off x="6995160" y="4157472"/>
            <a:ext cx="4645152" cy="616712"/>
          </a:xfrm>
          <a:prstGeom prst="roundRect">
            <a:avLst>
              <a:gd name="adj" fmla="val 11862"/>
            </a:avLst>
          </a:prstGeom>
          <a:solidFill>
            <a:schemeClr val="bg1"/>
          </a:solidFill>
          <a:ln w="15875">
            <a:solidFill>
              <a:srgbClr val="D5DCE6"/>
            </a:solidFill>
            <a:prstDash val="solid"/>
          </a:ln>
        </p:spPr>
      </p:sp>
      <p:sp>
        <p:nvSpPr>
          <p:cNvPr id="36" name="Shape 32"/>
          <p:cNvSpPr/>
          <p:nvPr/>
        </p:nvSpPr>
        <p:spPr>
          <a:xfrm>
            <a:off x="548640" y="5018532"/>
            <a:ext cx="365760" cy="365760"/>
          </a:xfrm>
          <a:prstGeom prst="ellipse">
            <a:avLst/>
          </a:prstGeom>
          <a:solidFill>
            <a:schemeClr val="tx2"/>
          </a:solidFill>
          <a:ln w="12700">
            <a:solidFill>
              <a:srgbClr val="FFFFFF">
                <a:alpha val="0"/>
              </a:srgbClr>
            </a:solidFill>
            <a:prstDash val="solid"/>
          </a:ln>
        </p:spPr>
      </p:sp>
      <p:sp>
        <p:nvSpPr>
          <p:cNvPr id="37" name="Text 33"/>
          <p:cNvSpPr txBox="1"/>
          <p:nvPr/>
        </p:nvSpPr>
        <p:spPr>
          <a:xfrm>
            <a:off x="548640" y="5018532"/>
            <a:ext cx="365760" cy="365760"/>
          </a:xfrm>
          <a:prstGeom prst="rect">
            <a:avLst/>
          </a:prstGeom>
          <a:noFill/>
          <a:ln/>
        </p:spPr>
        <p:txBody>
          <a:bodyPr wrap="square" lIns="0" tIns="0" rIns="0" bIns="0" rtlCol="0" anchor="ctr"/>
          <a:lstStyle/>
          <a:p>
            <a:pPr algn="ctr" indent="0" marL="0">
              <a:buNone/>
            </a:pPr>
            <a:r>
              <a:rPr lang="en-US" sz="1300" b="1" dirty="0">
                <a:solidFill>
                  <a:schemeClr val="bg1"/>
                </a:solidFill>
              </a:rPr>
              <a:t>5</a:t>
            </a:r>
            <a:endParaRPr lang="en-US" sz="1300" dirty="0"/>
          </a:p>
        </p:txBody>
      </p:sp>
      <p:sp>
        <p:nvSpPr>
          <p:cNvPr id="38" name="Shape 34"/>
          <p:cNvSpPr/>
          <p:nvPr/>
        </p:nvSpPr>
        <p:spPr>
          <a:xfrm>
            <a:off x="1005840" y="4883912"/>
            <a:ext cx="4937760" cy="616712"/>
          </a:xfrm>
          <a:prstGeom prst="roundRect">
            <a:avLst>
              <a:gd name="adj" fmla="val 11862"/>
            </a:avLst>
          </a:prstGeom>
          <a:solidFill>
            <a:schemeClr val="bg2"/>
          </a:solidFill>
          <a:ln w="12700">
            <a:solidFill>
              <a:srgbClr val="D5DCE6"/>
            </a:solidFill>
            <a:prstDash val="solid"/>
          </a:ln>
        </p:spPr>
      </p:sp>
      <p:sp>
        <p:nvSpPr>
          <p:cNvPr id="39" name="Text 35"/>
          <p:cNvSpPr txBox="1"/>
          <p:nvPr/>
        </p:nvSpPr>
        <p:spPr>
          <a:xfrm>
            <a:off x="1143000" y="4883912"/>
            <a:ext cx="4754880" cy="616712"/>
          </a:xfrm>
          <a:prstGeom prst="rect">
            <a:avLst/>
          </a:prstGeom>
          <a:noFill/>
          <a:ln/>
        </p:spPr>
        <p:txBody>
          <a:bodyPr wrap="square" lIns="0" tIns="0" rIns="0" bIns="0" rtlCol="0" anchor="ctr"/>
          <a:lstStyle/>
          <a:p>
            <a:pPr algn="l" indent="0" marL="0">
              <a:buNone/>
            </a:pPr>
            <a:r>
              <a:rPr lang="en-US" sz="1800" i="1" dirty="0">
                <a:solidFill>
                  <a:schemeClr val="tx1"/>
                </a:solidFill>
              </a:rPr>
              <a:t>Ik denk </a:t>
            </a:r>
            <a:r>
              <a:rPr lang="en-US" sz="1800" i="1" u="sng" dirty="0">
                <a:solidFill>
                  <a:schemeClr val="tx1"/>
                </a:solidFill>
              </a:rPr>
              <a:t>aan de afspraak</a:t>
            </a:r>
            <a:r>
              <a:rPr lang="en-US" sz="1800" i="1" dirty="0">
                <a:solidFill>
                  <a:schemeClr val="tx1"/>
                </a:solidFill>
              </a:rPr>
              <a:t>.</a:t>
            </a:r>
            <a:endParaRPr lang="en-US" sz="1800" dirty="0"/>
          </a:p>
        </p:txBody>
      </p:sp>
      <p:sp>
        <p:nvSpPr>
          <p:cNvPr id="40" name="Shape 36"/>
          <p:cNvSpPr/>
          <p:nvPr/>
        </p:nvSpPr>
        <p:spPr>
          <a:xfrm>
            <a:off x="6035040" y="5201412"/>
            <a:ext cx="868680" cy="914"/>
          </a:xfrm>
          <a:prstGeom prst="line">
            <a:avLst/>
          </a:prstGeom>
          <a:noFill/>
          <a:ln w="38100">
            <a:solidFill>
              <a:srgbClr val="2E7D4F"/>
            </a:solidFill>
            <a:prstDash val="solid"/>
            <a:tailEnd type="triangle"/>
          </a:ln>
        </p:spPr>
      </p:sp>
      <p:sp>
        <p:nvSpPr>
          <p:cNvPr id="41" name="Text 37"/>
          <p:cNvSpPr txBox="1"/>
          <p:nvPr/>
        </p:nvSpPr>
        <p:spPr>
          <a:xfrm>
            <a:off x="6035040" y="4872228"/>
            <a:ext cx="822960" cy="274320"/>
          </a:xfrm>
          <a:prstGeom prst="rect">
            <a:avLst/>
          </a:prstGeom>
          <a:noFill/>
          <a:ln/>
        </p:spPr>
        <p:txBody>
          <a:bodyPr wrap="square" lIns="0" tIns="0" rIns="0" bIns="0" rtlCol="0" anchor="t"/>
          <a:lstStyle/>
          <a:p>
            <a:pPr algn="ctr" indent="0" marL="0">
              <a:buNone/>
            </a:pPr>
            <a:r>
              <a:rPr lang="en-US" sz="1200" b="1" dirty="0">
                <a:solidFill>
                  <a:schemeClr val="accent3"/>
                </a:solidFill>
              </a:rPr>
              <a:t>er</a:t>
            </a:r>
            <a:endParaRPr lang="en-US" sz="1200" dirty="0"/>
          </a:p>
        </p:txBody>
      </p:sp>
      <p:sp>
        <p:nvSpPr>
          <p:cNvPr id="42" name="Shape 38"/>
          <p:cNvSpPr/>
          <p:nvPr/>
        </p:nvSpPr>
        <p:spPr>
          <a:xfrm>
            <a:off x="6995160" y="4883912"/>
            <a:ext cx="4645152" cy="616712"/>
          </a:xfrm>
          <a:prstGeom prst="roundRect">
            <a:avLst>
              <a:gd name="adj" fmla="val 11862"/>
            </a:avLst>
          </a:prstGeom>
          <a:solidFill>
            <a:schemeClr val="bg1"/>
          </a:solidFill>
          <a:ln w="15875">
            <a:solidFill>
              <a:srgbClr val="D5DCE6"/>
            </a:solidFill>
            <a:prstDash val="solid"/>
          </a:ln>
        </p:spPr>
      </p:sp>
      <p:sp>
        <p:nvSpPr>
          <p:cNvPr id="43" name="Shape 39"/>
          <p:cNvSpPr/>
          <p:nvPr/>
        </p:nvSpPr>
        <p:spPr>
          <a:xfrm>
            <a:off x="548640" y="5744972"/>
            <a:ext cx="365760" cy="365760"/>
          </a:xfrm>
          <a:prstGeom prst="ellipse">
            <a:avLst/>
          </a:prstGeom>
          <a:solidFill>
            <a:schemeClr val="tx2"/>
          </a:solidFill>
          <a:ln w="12700">
            <a:solidFill>
              <a:srgbClr val="FFFFFF">
                <a:alpha val="0"/>
              </a:srgbClr>
            </a:solidFill>
            <a:prstDash val="solid"/>
          </a:ln>
        </p:spPr>
      </p:sp>
      <p:sp>
        <p:nvSpPr>
          <p:cNvPr id="44" name="Text 40"/>
          <p:cNvSpPr txBox="1"/>
          <p:nvPr/>
        </p:nvSpPr>
        <p:spPr>
          <a:xfrm>
            <a:off x="548640" y="5744972"/>
            <a:ext cx="365760" cy="365760"/>
          </a:xfrm>
          <a:prstGeom prst="rect">
            <a:avLst/>
          </a:prstGeom>
          <a:noFill/>
          <a:ln/>
        </p:spPr>
        <p:txBody>
          <a:bodyPr wrap="square" lIns="0" tIns="0" rIns="0" bIns="0" rtlCol="0" anchor="ctr"/>
          <a:lstStyle/>
          <a:p>
            <a:pPr algn="ctr" indent="0" marL="0">
              <a:buNone/>
            </a:pPr>
            <a:r>
              <a:rPr lang="en-US" sz="1300" b="1" dirty="0">
                <a:solidFill>
                  <a:schemeClr val="bg1"/>
                </a:solidFill>
              </a:rPr>
              <a:t>6</a:t>
            </a:r>
            <a:endParaRPr lang="en-US" sz="1300" dirty="0"/>
          </a:p>
        </p:txBody>
      </p:sp>
      <p:sp>
        <p:nvSpPr>
          <p:cNvPr id="45" name="Shape 41"/>
          <p:cNvSpPr/>
          <p:nvPr/>
        </p:nvSpPr>
        <p:spPr>
          <a:xfrm>
            <a:off x="1005840" y="5610352"/>
            <a:ext cx="4937760" cy="616712"/>
          </a:xfrm>
          <a:prstGeom prst="roundRect">
            <a:avLst>
              <a:gd name="adj" fmla="val 11862"/>
            </a:avLst>
          </a:prstGeom>
          <a:solidFill>
            <a:schemeClr val="bg2"/>
          </a:solidFill>
          <a:ln w="12700">
            <a:solidFill>
              <a:srgbClr val="D5DCE6"/>
            </a:solidFill>
            <a:prstDash val="solid"/>
          </a:ln>
        </p:spPr>
      </p:sp>
      <p:sp>
        <p:nvSpPr>
          <p:cNvPr id="46" name="Text 42"/>
          <p:cNvSpPr txBox="1"/>
          <p:nvPr/>
        </p:nvSpPr>
        <p:spPr>
          <a:xfrm>
            <a:off x="1143000" y="5610352"/>
            <a:ext cx="4754880" cy="616712"/>
          </a:xfrm>
          <a:prstGeom prst="rect">
            <a:avLst/>
          </a:prstGeom>
          <a:noFill/>
          <a:ln/>
        </p:spPr>
        <p:txBody>
          <a:bodyPr wrap="square" lIns="0" tIns="0" rIns="0" bIns="0" rtlCol="0" anchor="ctr"/>
          <a:lstStyle/>
          <a:p>
            <a:pPr algn="l" indent="0" marL="0">
              <a:buNone/>
            </a:pPr>
            <a:r>
              <a:rPr lang="en-US" sz="1800" i="1" dirty="0">
                <a:solidFill>
                  <a:schemeClr val="tx1"/>
                </a:solidFill>
              </a:rPr>
              <a:t>Ze houdt </a:t>
            </a:r>
            <a:r>
              <a:rPr lang="en-US" sz="1800" i="1" u="sng" dirty="0">
                <a:solidFill>
                  <a:schemeClr val="tx1"/>
                </a:solidFill>
              </a:rPr>
              <a:t>van chocolade</a:t>
            </a:r>
            <a:r>
              <a:rPr lang="en-US" sz="1800" i="1" dirty="0">
                <a:solidFill>
                  <a:schemeClr val="tx1"/>
                </a:solidFill>
              </a:rPr>
              <a:t>.</a:t>
            </a:r>
            <a:endParaRPr lang="en-US" sz="1800" dirty="0"/>
          </a:p>
        </p:txBody>
      </p:sp>
      <p:sp>
        <p:nvSpPr>
          <p:cNvPr id="47" name="Shape 43"/>
          <p:cNvSpPr/>
          <p:nvPr/>
        </p:nvSpPr>
        <p:spPr>
          <a:xfrm>
            <a:off x="6035040" y="5927852"/>
            <a:ext cx="868680" cy="914"/>
          </a:xfrm>
          <a:prstGeom prst="line">
            <a:avLst/>
          </a:prstGeom>
          <a:noFill/>
          <a:ln w="38100">
            <a:solidFill>
              <a:srgbClr val="2E7D4F"/>
            </a:solidFill>
            <a:prstDash val="solid"/>
            <a:tailEnd type="triangle"/>
          </a:ln>
        </p:spPr>
      </p:sp>
      <p:sp>
        <p:nvSpPr>
          <p:cNvPr id="48" name="Text 44"/>
          <p:cNvSpPr txBox="1"/>
          <p:nvPr/>
        </p:nvSpPr>
        <p:spPr>
          <a:xfrm>
            <a:off x="6035040" y="5598668"/>
            <a:ext cx="822960" cy="274320"/>
          </a:xfrm>
          <a:prstGeom prst="rect">
            <a:avLst/>
          </a:prstGeom>
          <a:noFill/>
          <a:ln/>
        </p:spPr>
        <p:txBody>
          <a:bodyPr wrap="square" lIns="0" tIns="0" rIns="0" bIns="0" rtlCol="0" anchor="t"/>
          <a:lstStyle/>
          <a:p>
            <a:pPr algn="ctr" indent="0" marL="0">
              <a:buNone/>
            </a:pPr>
            <a:r>
              <a:rPr lang="en-US" sz="1200" b="1" dirty="0">
                <a:solidFill>
                  <a:schemeClr val="accent3"/>
                </a:solidFill>
              </a:rPr>
              <a:t>er</a:t>
            </a:r>
            <a:endParaRPr lang="en-US" sz="1200" dirty="0"/>
          </a:p>
        </p:txBody>
      </p:sp>
      <p:sp>
        <p:nvSpPr>
          <p:cNvPr id="49" name="Shape 45"/>
          <p:cNvSpPr/>
          <p:nvPr/>
        </p:nvSpPr>
        <p:spPr>
          <a:xfrm>
            <a:off x="6995160" y="5610352"/>
            <a:ext cx="4645152" cy="616712"/>
          </a:xfrm>
          <a:prstGeom prst="roundRect">
            <a:avLst>
              <a:gd name="adj" fmla="val 11862"/>
            </a:avLst>
          </a:prstGeom>
          <a:solidFill>
            <a:schemeClr val="bg1"/>
          </a:solidFill>
          <a:ln w="15875">
            <a:solidFill>
              <a:srgbClr val="D5DCE6"/>
            </a:solidFill>
            <a:prstDash val="solid"/>
          </a:ln>
        </p:spPr>
      </p:sp>
      <p:sp>
        <p:nvSpPr>
          <p:cNvPr id="25" name="Slide Number Placeholder 0"/>
          <p:cNvSpPr>
            <a:spLocks noGrp="1"/>
          </p:cNvSpPr>
          <p:nvPr>
            <p:ph type="sldNum" sz="quarter" idx="4294967295"/>
          </p:nvPr>
        </p:nvSpPr>
        <p:spPr>
          <a:xfrm>
            <a:off x="11091672"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4A5A70"/>
                </a:solidFill>
              </a:defRPr>
            </a:lvl1pPr>
          </a:lstStyle>
          <a:p>
            <a:pPr algn="r"/>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1"/>
          <p:cNvSpPr/>
          <p:nvPr>
            <p:ph idx="101" type="title" hasCustomPrompt="1"/>
          </p:nvPr>
        </p:nvSpPr>
        <p:spPr>
          <a:xfrm>
            <a:off x="548640" y="621792"/>
            <a:ext cx="11091672" cy="713232"/>
          </a:xfrm>
          <a:prstGeom prst="rect">
            <a:avLst/>
          </a:prstGeom>
          <a:noFill/>
          <a:ln/>
        </p:spPr>
        <p:txBody>
          <a:bodyPr wrap="square" lIns="0" tIns="0" rIns="0" bIns="0" rtlCol="0" anchor="ctr"/>
          <a:lstStyle/>
          <a:p>
            <a:pPr algn="l" indent="0" marL="0">
              <a:buNone/>
            </a:pPr>
            <a:r>
              <a:rPr lang="en-US" sz="3000" b="1" dirty="0">
                <a:solidFill>
                  <a:schemeClr val="tx2"/>
                </a:solidFill>
              </a:rPr>
              <a:t>Exercice 1 — Remplacez</a:t>
            </a:r>
            <a:endParaRPr lang="en-US" sz="3000" dirty="0"/>
          </a:p>
        </p:txBody>
      </p:sp>
      <p:sp>
        <p:nvSpPr>
          <p:cNvPr id="3" name="tag"/>
          <p:cNvSpPr/>
          <p:nvPr/>
        </p:nvSpPr>
        <p:spPr>
          <a:xfrm>
            <a:off x="548640" y="237744"/>
            <a:ext cx="1228954" cy="310896"/>
          </a:xfrm>
          <a:prstGeom prst="roundRect">
            <a:avLst>
              <a:gd name="adj" fmla="val 14706"/>
            </a:avLst>
          </a:prstGeom>
          <a:solidFill>
            <a:schemeClr val="accent1"/>
          </a:solidFill>
          <a:ln/>
        </p:spPr>
        <p:txBody>
          <a:bodyPr wrap="square" lIns="0" tIns="0" rIns="0" bIns="0" rtlCol="0" anchor="ctr"/>
          <a:lstStyle/>
          <a:p>
            <a:pPr algn="ctr" indent="0" marL="0">
              <a:buNone/>
            </a:pPr>
            <a:r>
              <a:rPr lang="en-US" sz="1200" b="1" spc="100" kern="0" dirty="0">
                <a:solidFill>
                  <a:srgbClr val="FFFFFF"/>
                </a:solidFill>
              </a:rPr>
              <a:t>JIJ NU !</a:t>
            </a:r>
            <a:endParaRPr lang="en-US" sz="1200" dirty="0"/>
          </a:p>
        </p:txBody>
      </p:sp>
      <p:sp>
        <p:nvSpPr>
          <p:cNvPr id="4" name="tag"/>
          <p:cNvSpPr/>
          <p:nvPr/>
        </p:nvSpPr>
        <p:spPr>
          <a:xfrm>
            <a:off x="1887322" y="237744"/>
            <a:ext cx="1662379" cy="310896"/>
          </a:xfrm>
          <a:prstGeom prst="roundRect">
            <a:avLst>
              <a:gd name="adj" fmla="val 14706"/>
            </a:avLst>
          </a:prstGeom>
          <a:solidFill>
            <a:schemeClr val="accent3"/>
          </a:solidFill>
          <a:ln/>
        </p:spPr>
        <p:txBody>
          <a:bodyPr wrap="square" lIns="0" tIns="0" rIns="0" bIns="0" rtlCol="0" anchor="ctr"/>
          <a:lstStyle/>
          <a:p>
            <a:pPr algn="ctr" indent="0" marL="0">
              <a:buNone/>
            </a:pPr>
            <a:r>
              <a:rPr lang="en-US" sz="1200" b="1" spc="100" kern="0" dirty="0">
                <a:solidFill>
                  <a:srgbClr val="FFFFFF"/>
                </a:solidFill>
              </a:rPr>
              <a:t>✓ CORRECTIE</a:t>
            </a:r>
            <a:endParaRPr lang="en-US" sz="1200" dirty="0"/>
          </a:p>
        </p:txBody>
      </p:sp>
      <p:sp>
        <p:nvSpPr>
          <p:cNvPr id="5" name="Text 3"/>
          <p:cNvSpPr txBox="1"/>
          <p:nvPr/>
        </p:nvSpPr>
        <p:spPr>
          <a:xfrm>
            <a:off x="10177272" y="219456"/>
            <a:ext cx="1463040" cy="347472"/>
          </a:xfrm>
          <a:prstGeom prst="rect">
            <a:avLst/>
          </a:prstGeom>
          <a:noFill/>
          <a:ln/>
        </p:spPr>
        <p:txBody>
          <a:bodyPr wrap="square" lIns="0" tIns="0" rIns="0" bIns="0" rtlCol="0" anchor="ctr"/>
          <a:lstStyle/>
          <a:p>
            <a:pPr algn="r" indent="0" marL="0">
              <a:buNone/>
            </a:pPr>
            <a:r>
              <a:rPr lang="en-US" sz="1600" b="1" dirty="0">
                <a:solidFill>
                  <a:schemeClr val="accent1"/>
                </a:solidFill>
              </a:rPr>
              <a:t>★</a:t>
            </a:r>
            <a:endParaRPr lang="en-US" sz="1600" dirty="0"/>
          </a:p>
        </p:txBody>
      </p:sp>
      <p:pic>
        <p:nvPicPr>
          <p:cNvPr id="7" name="Image 0" descr="HandPointRight">    </p:cNvPr>
          <p:cNvPicPr>
            <a:picLocks noChangeAspect="1"/>
          </p:cNvPicPr>
          <p:nvPr/>
        </p:nvPicPr>
        <p:blipFill>
          <a:blip r:embed="rId1"/>
          <a:stretch>
            <a:fillRect/>
          </a:stretch>
        </p:blipFill>
        <p:spPr>
          <a:xfrm>
            <a:off x="548640" y="1517904"/>
            <a:ext cx="274320" cy="274320"/>
          </a:xfrm>
          <a:prstGeom prst="rect">
            <a:avLst/>
          </a:prstGeom>
        </p:spPr>
      </p:pic>
      <p:sp>
        <p:nvSpPr>
          <p:cNvPr id="8" name="Text 4"/>
          <p:cNvSpPr txBox="1"/>
          <p:nvPr/>
        </p:nvSpPr>
        <p:spPr>
          <a:xfrm>
            <a:off x="960120" y="1481328"/>
            <a:ext cx="10680192" cy="313944"/>
          </a:xfrm>
          <a:prstGeom prst="rect">
            <a:avLst/>
          </a:prstGeom>
          <a:noFill/>
          <a:ln/>
        </p:spPr>
        <p:txBody>
          <a:bodyPr wrap="square" lIns="0" tIns="0" rIns="0" bIns="0" rtlCol="0" anchor="t"/>
          <a:lstStyle/>
          <a:p>
            <a:pPr algn="l" indent="0" marL="0">
              <a:buNone/>
            </a:pPr>
            <a:r>
              <a:rPr lang="en-US" sz="1700" i="1" dirty="0">
                <a:solidFill>
                  <a:schemeClr val="accent5"/>
                </a:solidFill>
              </a:rPr>
              <a:t>Remplacez la partie soulignée par er + préposition. Attention : met → mee !</a:t>
            </a:r>
            <a:endParaRPr lang="en-US" sz="1700" dirty="0"/>
          </a:p>
        </p:txBody>
      </p:sp>
      <p:sp>
        <p:nvSpPr>
          <p:cNvPr id="9" name="Shape 5"/>
          <p:cNvSpPr/>
          <p:nvPr/>
        </p:nvSpPr>
        <p:spPr>
          <a:xfrm>
            <a:off x="548640" y="2112772"/>
            <a:ext cx="365760" cy="365760"/>
          </a:xfrm>
          <a:prstGeom prst="ellipse">
            <a:avLst/>
          </a:prstGeom>
          <a:solidFill>
            <a:schemeClr val="tx2"/>
          </a:solidFill>
          <a:ln w="12700">
            <a:solidFill>
              <a:srgbClr val="FFFFFF">
                <a:alpha val="0"/>
              </a:srgbClr>
            </a:solidFill>
            <a:prstDash val="solid"/>
          </a:ln>
        </p:spPr>
      </p:sp>
      <p:sp>
        <p:nvSpPr>
          <p:cNvPr id="10" name="Text 6"/>
          <p:cNvSpPr txBox="1"/>
          <p:nvPr/>
        </p:nvSpPr>
        <p:spPr>
          <a:xfrm>
            <a:off x="548640" y="2112772"/>
            <a:ext cx="365760" cy="365760"/>
          </a:xfrm>
          <a:prstGeom prst="rect">
            <a:avLst/>
          </a:prstGeom>
          <a:noFill/>
          <a:ln/>
        </p:spPr>
        <p:txBody>
          <a:bodyPr wrap="square" lIns="0" tIns="0" rIns="0" bIns="0" rtlCol="0" anchor="ctr"/>
          <a:lstStyle/>
          <a:p>
            <a:pPr algn="ctr" indent="0" marL="0">
              <a:buNone/>
            </a:pPr>
            <a:r>
              <a:rPr lang="en-US" sz="1300" b="1" dirty="0">
                <a:solidFill>
                  <a:schemeClr val="bg1"/>
                </a:solidFill>
              </a:rPr>
              <a:t>1</a:t>
            </a:r>
            <a:endParaRPr lang="en-US" sz="1300" dirty="0"/>
          </a:p>
        </p:txBody>
      </p:sp>
      <p:sp>
        <p:nvSpPr>
          <p:cNvPr id="11" name="Shape 7"/>
          <p:cNvSpPr/>
          <p:nvPr/>
        </p:nvSpPr>
        <p:spPr>
          <a:xfrm>
            <a:off x="1005840" y="1978152"/>
            <a:ext cx="4937760" cy="616712"/>
          </a:xfrm>
          <a:prstGeom prst="roundRect">
            <a:avLst>
              <a:gd name="adj" fmla="val 11862"/>
            </a:avLst>
          </a:prstGeom>
          <a:solidFill>
            <a:schemeClr val="bg2"/>
          </a:solidFill>
          <a:ln w="12700">
            <a:solidFill>
              <a:srgbClr val="D5DCE6"/>
            </a:solidFill>
            <a:prstDash val="solid"/>
          </a:ln>
        </p:spPr>
      </p:sp>
      <p:sp>
        <p:nvSpPr>
          <p:cNvPr id="12" name="Text 8"/>
          <p:cNvSpPr txBox="1"/>
          <p:nvPr/>
        </p:nvSpPr>
        <p:spPr>
          <a:xfrm>
            <a:off x="1143000" y="1978152"/>
            <a:ext cx="4754880" cy="616712"/>
          </a:xfrm>
          <a:prstGeom prst="rect">
            <a:avLst/>
          </a:prstGeom>
          <a:noFill/>
          <a:ln/>
        </p:spPr>
        <p:txBody>
          <a:bodyPr wrap="square" lIns="0" tIns="0" rIns="0" bIns="0" rtlCol="0" anchor="ctr"/>
          <a:lstStyle/>
          <a:p>
            <a:pPr algn="l" indent="0" marL="0">
              <a:buNone/>
            </a:pPr>
            <a:r>
              <a:rPr lang="en-US" sz="1800" i="1" dirty="0">
                <a:solidFill>
                  <a:schemeClr val="tx1"/>
                </a:solidFill>
              </a:rPr>
              <a:t>Ik schrijf </a:t>
            </a:r>
            <a:r>
              <a:rPr lang="en-US" sz="1800" i="1" u="sng" dirty="0">
                <a:solidFill>
                  <a:schemeClr val="tx1"/>
                </a:solidFill>
              </a:rPr>
              <a:t>met de pen</a:t>
            </a:r>
            <a:r>
              <a:rPr lang="en-US" sz="1800" i="1" dirty="0">
                <a:solidFill>
                  <a:schemeClr val="tx1"/>
                </a:solidFill>
              </a:rPr>
              <a:t>.</a:t>
            </a:r>
            <a:endParaRPr lang="en-US" sz="1800" dirty="0"/>
          </a:p>
        </p:txBody>
      </p:sp>
      <p:sp>
        <p:nvSpPr>
          <p:cNvPr id="13" name="Shape 9"/>
          <p:cNvSpPr/>
          <p:nvPr/>
        </p:nvSpPr>
        <p:spPr>
          <a:xfrm>
            <a:off x="6035040" y="2295652"/>
            <a:ext cx="868680" cy="914"/>
          </a:xfrm>
          <a:prstGeom prst="line">
            <a:avLst/>
          </a:prstGeom>
          <a:noFill/>
          <a:ln w="38100">
            <a:solidFill>
              <a:srgbClr val="2E7D4F"/>
            </a:solidFill>
            <a:prstDash val="solid"/>
            <a:tailEnd type="triangle"/>
          </a:ln>
        </p:spPr>
      </p:sp>
      <p:sp>
        <p:nvSpPr>
          <p:cNvPr id="14" name="Text 10"/>
          <p:cNvSpPr txBox="1"/>
          <p:nvPr/>
        </p:nvSpPr>
        <p:spPr>
          <a:xfrm>
            <a:off x="6035040" y="1966468"/>
            <a:ext cx="822960" cy="274320"/>
          </a:xfrm>
          <a:prstGeom prst="rect">
            <a:avLst/>
          </a:prstGeom>
          <a:noFill/>
          <a:ln/>
        </p:spPr>
        <p:txBody>
          <a:bodyPr wrap="square" lIns="0" tIns="0" rIns="0" bIns="0" rtlCol="0" anchor="t"/>
          <a:lstStyle/>
          <a:p>
            <a:pPr algn="ctr" indent="0" marL="0">
              <a:buNone/>
            </a:pPr>
            <a:r>
              <a:rPr lang="en-US" sz="1200" b="1" dirty="0">
                <a:solidFill>
                  <a:schemeClr val="accent3"/>
                </a:solidFill>
              </a:rPr>
              <a:t>er</a:t>
            </a:r>
            <a:endParaRPr lang="en-US" sz="1200" dirty="0"/>
          </a:p>
        </p:txBody>
      </p:sp>
      <p:sp>
        <p:nvSpPr>
          <p:cNvPr id="15" name="Shape 11"/>
          <p:cNvSpPr/>
          <p:nvPr/>
        </p:nvSpPr>
        <p:spPr>
          <a:xfrm>
            <a:off x="6995160" y="1978152"/>
            <a:ext cx="4645152" cy="616712"/>
          </a:xfrm>
          <a:prstGeom prst="roundRect">
            <a:avLst>
              <a:gd name="adj" fmla="val 11862"/>
            </a:avLst>
          </a:prstGeom>
          <a:solidFill>
            <a:srgbClr val="EDF6F0"/>
          </a:solidFill>
          <a:ln w="15875">
            <a:solidFill>
              <a:srgbClr val="2E7D4F"/>
            </a:solidFill>
            <a:prstDash val="solid"/>
          </a:ln>
        </p:spPr>
      </p:sp>
      <p:sp>
        <p:nvSpPr>
          <p:cNvPr id="16" name="Text 12"/>
          <p:cNvSpPr txBox="1"/>
          <p:nvPr/>
        </p:nvSpPr>
        <p:spPr>
          <a:xfrm>
            <a:off x="7132320" y="1978152"/>
            <a:ext cx="4434840" cy="616712"/>
          </a:xfrm>
          <a:prstGeom prst="rect">
            <a:avLst/>
          </a:prstGeom>
          <a:noFill/>
          <a:ln/>
        </p:spPr>
        <p:txBody>
          <a:bodyPr wrap="square" lIns="0" tIns="0" rIns="0" bIns="0" rtlCol="0" anchor="ctr"/>
          <a:lstStyle/>
          <a:p>
            <a:pPr algn="l" indent="0" marL="0">
              <a:buNone/>
            </a:pPr>
            <a:r>
              <a:rPr lang="en-US" sz="1900" b="1" i="1" dirty="0">
                <a:solidFill>
                  <a:schemeClr val="accent3"/>
                </a:solidFill>
              </a:rPr>
              <a:t>Ik schrijf ermee.</a:t>
            </a:r>
            <a:endParaRPr lang="en-US" sz="1900" dirty="0"/>
          </a:p>
        </p:txBody>
      </p:sp>
      <p:sp>
        <p:nvSpPr>
          <p:cNvPr id="17" name="Shape 13"/>
          <p:cNvSpPr/>
          <p:nvPr/>
        </p:nvSpPr>
        <p:spPr>
          <a:xfrm>
            <a:off x="548640" y="2839212"/>
            <a:ext cx="365760" cy="365760"/>
          </a:xfrm>
          <a:prstGeom prst="ellipse">
            <a:avLst/>
          </a:prstGeom>
          <a:solidFill>
            <a:schemeClr val="tx2"/>
          </a:solidFill>
          <a:ln w="12700">
            <a:solidFill>
              <a:srgbClr val="FFFFFF">
                <a:alpha val="0"/>
              </a:srgbClr>
            </a:solidFill>
            <a:prstDash val="solid"/>
          </a:ln>
        </p:spPr>
      </p:sp>
      <p:sp>
        <p:nvSpPr>
          <p:cNvPr id="18" name="Text 14"/>
          <p:cNvSpPr txBox="1"/>
          <p:nvPr/>
        </p:nvSpPr>
        <p:spPr>
          <a:xfrm>
            <a:off x="548640" y="2839212"/>
            <a:ext cx="365760" cy="365760"/>
          </a:xfrm>
          <a:prstGeom prst="rect">
            <a:avLst/>
          </a:prstGeom>
          <a:noFill/>
          <a:ln/>
        </p:spPr>
        <p:txBody>
          <a:bodyPr wrap="square" lIns="0" tIns="0" rIns="0" bIns="0" rtlCol="0" anchor="ctr"/>
          <a:lstStyle/>
          <a:p>
            <a:pPr algn="ctr" indent="0" marL="0">
              <a:buNone/>
            </a:pPr>
            <a:r>
              <a:rPr lang="en-US" sz="1300" b="1" dirty="0">
                <a:solidFill>
                  <a:schemeClr val="bg1"/>
                </a:solidFill>
              </a:rPr>
              <a:t>2</a:t>
            </a:r>
            <a:endParaRPr lang="en-US" sz="1300" dirty="0"/>
          </a:p>
        </p:txBody>
      </p:sp>
      <p:sp>
        <p:nvSpPr>
          <p:cNvPr id="19" name="Shape 15"/>
          <p:cNvSpPr/>
          <p:nvPr/>
        </p:nvSpPr>
        <p:spPr>
          <a:xfrm>
            <a:off x="1005840" y="2704592"/>
            <a:ext cx="4937760" cy="616712"/>
          </a:xfrm>
          <a:prstGeom prst="roundRect">
            <a:avLst>
              <a:gd name="adj" fmla="val 11862"/>
            </a:avLst>
          </a:prstGeom>
          <a:solidFill>
            <a:schemeClr val="bg2"/>
          </a:solidFill>
          <a:ln w="12700">
            <a:solidFill>
              <a:srgbClr val="D5DCE6"/>
            </a:solidFill>
            <a:prstDash val="solid"/>
          </a:ln>
        </p:spPr>
      </p:sp>
      <p:sp>
        <p:nvSpPr>
          <p:cNvPr id="20" name="Text 16"/>
          <p:cNvSpPr txBox="1"/>
          <p:nvPr/>
        </p:nvSpPr>
        <p:spPr>
          <a:xfrm>
            <a:off x="1143000" y="2704592"/>
            <a:ext cx="4754880" cy="616712"/>
          </a:xfrm>
          <a:prstGeom prst="rect">
            <a:avLst/>
          </a:prstGeom>
          <a:noFill/>
          <a:ln/>
        </p:spPr>
        <p:txBody>
          <a:bodyPr wrap="square" lIns="0" tIns="0" rIns="0" bIns="0" rtlCol="0" anchor="ctr"/>
          <a:lstStyle/>
          <a:p>
            <a:pPr algn="l" indent="0" marL="0">
              <a:buNone/>
            </a:pPr>
            <a:r>
              <a:rPr lang="en-US" sz="1800" i="1" dirty="0">
                <a:solidFill>
                  <a:schemeClr val="tx1"/>
                </a:solidFill>
              </a:rPr>
              <a:t>Ik wacht </a:t>
            </a:r>
            <a:r>
              <a:rPr lang="en-US" sz="1800" i="1" u="sng" dirty="0">
                <a:solidFill>
                  <a:schemeClr val="tx1"/>
                </a:solidFill>
              </a:rPr>
              <a:t>op de bus</a:t>
            </a:r>
            <a:r>
              <a:rPr lang="en-US" sz="1800" i="1" dirty="0">
                <a:solidFill>
                  <a:schemeClr val="tx1"/>
                </a:solidFill>
              </a:rPr>
              <a:t>.</a:t>
            </a:r>
            <a:endParaRPr lang="en-US" sz="1800" dirty="0"/>
          </a:p>
        </p:txBody>
      </p:sp>
      <p:sp>
        <p:nvSpPr>
          <p:cNvPr id="21" name="Shape 17"/>
          <p:cNvSpPr/>
          <p:nvPr/>
        </p:nvSpPr>
        <p:spPr>
          <a:xfrm>
            <a:off x="6035040" y="3022092"/>
            <a:ext cx="868680" cy="914"/>
          </a:xfrm>
          <a:prstGeom prst="line">
            <a:avLst/>
          </a:prstGeom>
          <a:noFill/>
          <a:ln w="38100">
            <a:solidFill>
              <a:srgbClr val="2E7D4F"/>
            </a:solidFill>
            <a:prstDash val="solid"/>
            <a:tailEnd type="triangle"/>
          </a:ln>
        </p:spPr>
      </p:sp>
      <p:sp>
        <p:nvSpPr>
          <p:cNvPr id="22" name="Text 18"/>
          <p:cNvSpPr txBox="1"/>
          <p:nvPr/>
        </p:nvSpPr>
        <p:spPr>
          <a:xfrm>
            <a:off x="6035040" y="2692908"/>
            <a:ext cx="822960" cy="274320"/>
          </a:xfrm>
          <a:prstGeom prst="rect">
            <a:avLst/>
          </a:prstGeom>
          <a:noFill/>
          <a:ln/>
        </p:spPr>
        <p:txBody>
          <a:bodyPr wrap="square" lIns="0" tIns="0" rIns="0" bIns="0" rtlCol="0" anchor="t"/>
          <a:lstStyle/>
          <a:p>
            <a:pPr algn="ctr" indent="0" marL="0">
              <a:buNone/>
            </a:pPr>
            <a:r>
              <a:rPr lang="en-US" sz="1200" b="1" dirty="0">
                <a:solidFill>
                  <a:schemeClr val="accent3"/>
                </a:solidFill>
              </a:rPr>
              <a:t>er</a:t>
            </a:r>
            <a:endParaRPr lang="en-US" sz="1200" dirty="0"/>
          </a:p>
        </p:txBody>
      </p:sp>
      <p:sp>
        <p:nvSpPr>
          <p:cNvPr id="23" name="Shape 19"/>
          <p:cNvSpPr/>
          <p:nvPr/>
        </p:nvSpPr>
        <p:spPr>
          <a:xfrm>
            <a:off x="6995160" y="2704592"/>
            <a:ext cx="4645152" cy="616712"/>
          </a:xfrm>
          <a:prstGeom prst="roundRect">
            <a:avLst>
              <a:gd name="adj" fmla="val 11862"/>
            </a:avLst>
          </a:prstGeom>
          <a:solidFill>
            <a:srgbClr val="EDF6F0"/>
          </a:solidFill>
          <a:ln w="15875">
            <a:solidFill>
              <a:srgbClr val="2E7D4F"/>
            </a:solidFill>
            <a:prstDash val="solid"/>
          </a:ln>
        </p:spPr>
      </p:sp>
      <p:sp>
        <p:nvSpPr>
          <p:cNvPr id="24" name="Text 20"/>
          <p:cNvSpPr txBox="1"/>
          <p:nvPr/>
        </p:nvSpPr>
        <p:spPr>
          <a:xfrm>
            <a:off x="7132320" y="2704592"/>
            <a:ext cx="4434840" cy="616712"/>
          </a:xfrm>
          <a:prstGeom prst="rect">
            <a:avLst/>
          </a:prstGeom>
          <a:noFill/>
          <a:ln/>
        </p:spPr>
        <p:txBody>
          <a:bodyPr wrap="square" lIns="0" tIns="0" rIns="0" bIns="0" rtlCol="0" anchor="ctr"/>
          <a:lstStyle/>
          <a:p>
            <a:pPr algn="l" indent="0" marL="0">
              <a:buNone/>
            </a:pPr>
            <a:r>
              <a:rPr lang="en-US" sz="1900" b="1" i="1" dirty="0">
                <a:solidFill>
                  <a:schemeClr val="accent3"/>
                </a:solidFill>
              </a:rPr>
              <a:t>Ik wacht erop.</a:t>
            </a:r>
            <a:endParaRPr lang="en-US" sz="1900" dirty="0"/>
          </a:p>
        </p:txBody>
      </p:sp>
      <p:sp>
        <p:nvSpPr>
          <p:cNvPr id="25" name="Shape 21"/>
          <p:cNvSpPr/>
          <p:nvPr/>
        </p:nvSpPr>
        <p:spPr>
          <a:xfrm>
            <a:off x="548640" y="3565652"/>
            <a:ext cx="365760" cy="365760"/>
          </a:xfrm>
          <a:prstGeom prst="ellipse">
            <a:avLst/>
          </a:prstGeom>
          <a:solidFill>
            <a:schemeClr val="tx2"/>
          </a:solidFill>
          <a:ln w="12700">
            <a:solidFill>
              <a:srgbClr val="FFFFFF">
                <a:alpha val="0"/>
              </a:srgbClr>
            </a:solidFill>
            <a:prstDash val="solid"/>
          </a:ln>
        </p:spPr>
      </p:sp>
      <p:sp>
        <p:nvSpPr>
          <p:cNvPr id="26" name="Text 22"/>
          <p:cNvSpPr txBox="1"/>
          <p:nvPr/>
        </p:nvSpPr>
        <p:spPr>
          <a:xfrm>
            <a:off x="548640" y="3565652"/>
            <a:ext cx="365760" cy="365760"/>
          </a:xfrm>
          <a:prstGeom prst="rect">
            <a:avLst/>
          </a:prstGeom>
          <a:noFill/>
          <a:ln/>
        </p:spPr>
        <p:txBody>
          <a:bodyPr wrap="square" lIns="0" tIns="0" rIns="0" bIns="0" rtlCol="0" anchor="ctr"/>
          <a:lstStyle/>
          <a:p>
            <a:pPr algn="ctr" indent="0" marL="0">
              <a:buNone/>
            </a:pPr>
            <a:r>
              <a:rPr lang="en-US" sz="1300" b="1" dirty="0">
                <a:solidFill>
                  <a:schemeClr val="bg1"/>
                </a:solidFill>
              </a:rPr>
              <a:t>3</a:t>
            </a:r>
            <a:endParaRPr lang="en-US" sz="1300" dirty="0"/>
          </a:p>
        </p:txBody>
      </p:sp>
      <p:sp>
        <p:nvSpPr>
          <p:cNvPr id="27" name="Shape 23"/>
          <p:cNvSpPr/>
          <p:nvPr/>
        </p:nvSpPr>
        <p:spPr>
          <a:xfrm>
            <a:off x="1005840" y="3431032"/>
            <a:ext cx="4937760" cy="616712"/>
          </a:xfrm>
          <a:prstGeom prst="roundRect">
            <a:avLst>
              <a:gd name="adj" fmla="val 11862"/>
            </a:avLst>
          </a:prstGeom>
          <a:solidFill>
            <a:schemeClr val="bg2"/>
          </a:solidFill>
          <a:ln w="12700">
            <a:solidFill>
              <a:srgbClr val="D5DCE6"/>
            </a:solidFill>
            <a:prstDash val="solid"/>
          </a:ln>
        </p:spPr>
      </p:sp>
      <p:sp>
        <p:nvSpPr>
          <p:cNvPr id="28" name="Text 24"/>
          <p:cNvSpPr txBox="1"/>
          <p:nvPr/>
        </p:nvSpPr>
        <p:spPr>
          <a:xfrm>
            <a:off x="1143000" y="3431032"/>
            <a:ext cx="4754880" cy="616712"/>
          </a:xfrm>
          <a:prstGeom prst="rect">
            <a:avLst/>
          </a:prstGeom>
          <a:noFill/>
          <a:ln/>
        </p:spPr>
        <p:txBody>
          <a:bodyPr wrap="square" lIns="0" tIns="0" rIns="0" bIns="0" rtlCol="0" anchor="ctr"/>
          <a:lstStyle/>
          <a:p>
            <a:pPr algn="l" indent="0" marL="0">
              <a:buNone/>
            </a:pPr>
            <a:r>
              <a:rPr lang="en-US" sz="1800" i="1" dirty="0">
                <a:solidFill>
                  <a:schemeClr val="tx1"/>
                </a:solidFill>
              </a:rPr>
              <a:t>Hij praat </a:t>
            </a:r>
            <a:r>
              <a:rPr lang="en-US" sz="1800" i="1" u="sng" dirty="0">
                <a:solidFill>
                  <a:schemeClr val="tx1"/>
                </a:solidFill>
              </a:rPr>
              <a:t>over het project</a:t>
            </a:r>
            <a:r>
              <a:rPr lang="en-US" sz="1800" i="1" dirty="0">
                <a:solidFill>
                  <a:schemeClr val="tx1"/>
                </a:solidFill>
              </a:rPr>
              <a:t>.</a:t>
            </a:r>
            <a:endParaRPr lang="en-US" sz="1800" dirty="0"/>
          </a:p>
        </p:txBody>
      </p:sp>
      <p:sp>
        <p:nvSpPr>
          <p:cNvPr id="29" name="Shape 25"/>
          <p:cNvSpPr/>
          <p:nvPr/>
        </p:nvSpPr>
        <p:spPr>
          <a:xfrm>
            <a:off x="6035040" y="3748532"/>
            <a:ext cx="868680" cy="914"/>
          </a:xfrm>
          <a:prstGeom prst="line">
            <a:avLst/>
          </a:prstGeom>
          <a:noFill/>
          <a:ln w="38100">
            <a:solidFill>
              <a:srgbClr val="2E7D4F"/>
            </a:solidFill>
            <a:prstDash val="solid"/>
            <a:tailEnd type="triangle"/>
          </a:ln>
        </p:spPr>
      </p:sp>
      <p:sp>
        <p:nvSpPr>
          <p:cNvPr id="30" name="Text 26"/>
          <p:cNvSpPr txBox="1"/>
          <p:nvPr/>
        </p:nvSpPr>
        <p:spPr>
          <a:xfrm>
            <a:off x="6035040" y="3419348"/>
            <a:ext cx="822960" cy="274320"/>
          </a:xfrm>
          <a:prstGeom prst="rect">
            <a:avLst/>
          </a:prstGeom>
          <a:noFill/>
          <a:ln/>
        </p:spPr>
        <p:txBody>
          <a:bodyPr wrap="square" lIns="0" tIns="0" rIns="0" bIns="0" rtlCol="0" anchor="t"/>
          <a:lstStyle/>
          <a:p>
            <a:pPr algn="ctr" indent="0" marL="0">
              <a:buNone/>
            </a:pPr>
            <a:r>
              <a:rPr lang="en-US" sz="1200" b="1" dirty="0">
                <a:solidFill>
                  <a:schemeClr val="accent3"/>
                </a:solidFill>
              </a:rPr>
              <a:t>er</a:t>
            </a:r>
            <a:endParaRPr lang="en-US" sz="1200" dirty="0"/>
          </a:p>
        </p:txBody>
      </p:sp>
      <p:sp>
        <p:nvSpPr>
          <p:cNvPr id="31" name="Shape 27"/>
          <p:cNvSpPr/>
          <p:nvPr/>
        </p:nvSpPr>
        <p:spPr>
          <a:xfrm>
            <a:off x="6995160" y="3431032"/>
            <a:ext cx="4645152" cy="616712"/>
          </a:xfrm>
          <a:prstGeom prst="roundRect">
            <a:avLst>
              <a:gd name="adj" fmla="val 11862"/>
            </a:avLst>
          </a:prstGeom>
          <a:solidFill>
            <a:srgbClr val="EDF6F0"/>
          </a:solidFill>
          <a:ln w="15875">
            <a:solidFill>
              <a:srgbClr val="2E7D4F"/>
            </a:solidFill>
            <a:prstDash val="solid"/>
          </a:ln>
        </p:spPr>
      </p:sp>
      <p:sp>
        <p:nvSpPr>
          <p:cNvPr id="32" name="Text 28"/>
          <p:cNvSpPr txBox="1"/>
          <p:nvPr/>
        </p:nvSpPr>
        <p:spPr>
          <a:xfrm>
            <a:off x="7132320" y="3431032"/>
            <a:ext cx="4434840" cy="616712"/>
          </a:xfrm>
          <a:prstGeom prst="rect">
            <a:avLst/>
          </a:prstGeom>
          <a:noFill/>
          <a:ln/>
        </p:spPr>
        <p:txBody>
          <a:bodyPr wrap="square" lIns="0" tIns="0" rIns="0" bIns="0" rtlCol="0" anchor="ctr"/>
          <a:lstStyle/>
          <a:p>
            <a:pPr algn="l" indent="0" marL="0">
              <a:buNone/>
            </a:pPr>
            <a:r>
              <a:rPr lang="en-US" sz="1900" b="1" i="1" dirty="0">
                <a:solidFill>
                  <a:schemeClr val="accent3"/>
                </a:solidFill>
              </a:rPr>
              <a:t>Hij praat erover.</a:t>
            </a:r>
            <a:endParaRPr lang="en-US" sz="1900" dirty="0"/>
          </a:p>
        </p:txBody>
      </p:sp>
      <p:sp>
        <p:nvSpPr>
          <p:cNvPr id="33" name="Shape 29"/>
          <p:cNvSpPr/>
          <p:nvPr/>
        </p:nvSpPr>
        <p:spPr>
          <a:xfrm>
            <a:off x="548640" y="4292092"/>
            <a:ext cx="365760" cy="365760"/>
          </a:xfrm>
          <a:prstGeom prst="ellipse">
            <a:avLst/>
          </a:prstGeom>
          <a:solidFill>
            <a:schemeClr val="tx2"/>
          </a:solidFill>
          <a:ln w="12700">
            <a:solidFill>
              <a:srgbClr val="FFFFFF">
                <a:alpha val="0"/>
              </a:srgbClr>
            </a:solidFill>
            <a:prstDash val="solid"/>
          </a:ln>
        </p:spPr>
      </p:sp>
      <p:sp>
        <p:nvSpPr>
          <p:cNvPr id="34" name="Text 30"/>
          <p:cNvSpPr txBox="1"/>
          <p:nvPr/>
        </p:nvSpPr>
        <p:spPr>
          <a:xfrm>
            <a:off x="548640" y="4292092"/>
            <a:ext cx="365760" cy="365760"/>
          </a:xfrm>
          <a:prstGeom prst="rect">
            <a:avLst/>
          </a:prstGeom>
          <a:noFill/>
          <a:ln/>
        </p:spPr>
        <p:txBody>
          <a:bodyPr wrap="square" lIns="0" tIns="0" rIns="0" bIns="0" rtlCol="0" anchor="ctr"/>
          <a:lstStyle/>
          <a:p>
            <a:pPr algn="ctr" indent="0" marL="0">
              <a:buNone/>
            </a:pPr>
            <a:r>
              <a:rPr lang="en-US" sz="1300" b="1" dirty="0">
                <a:solidFill>
                  <a:schemeClr val="bg1"/>
                </a:solidFill>
              </a:rPr>
              <a:t>4</a:t>
            </a:r>
            <a:endParaRPr lang="en-US" sz="1300" dirty="0"/>
          </a:p>
        </p:txBody>
      </p:sp>
      <p:sp>
        <p:nvSpPr>
          <p:cNvPr id="35" name="Shape 31"/>
          <p:cNvSpPr/>
          <p:nvPr/>
        </p:nvSpPr>
        <p:spPr>
          <a:xfrm>
            <a:off x="1005840" y="4157472"/>
            <a:ext cx="4937760" cy="616712"/>
          </a:xfrm>
          <a:prstGeom prst="roundRect">
            <a:avLst>
              <a:gd name="adj" fmla="val 11862"/>
            </a:avLst>
          </a:prstGeom>
          <a:solidFill>
            <a:schemeClr val="bg2"/>
          </a:solidFill>
          <a:ln w="12700">
            <a:solidFill>
              <a:srgbClr val="D5DCE6"/>
            </a:solidFill>
            <a:prstDash val="solid"/>
          </a:ln>
        </p:spPr>
      </p:sp>
      <p:sp>
        <p:nvSpPr>
          <p:cNvPr id="36" name="Text 32"/>
          <p:cNvSpPr txBox="1"/>
          <p:nvPr/>
        </p:nvSpPr>
        <p:spPr>
          <a:xfrm>
            <a:off x="1143000" y="4157472"/>
            <a:ext cx="4754880" cy="616712"/>
          </a:xfrm>
          <a:prstGeom prst="rect">
            <a:avLst/>
          </a:prstGeom>
          <a:noFill/>
          <a:ln/>
        </p:spPr>
        <p:txBody>
          <a:bodyPr wrap="square" lIns="0" tIns="0" rIns="0" bIns="0" rtlCol="0" anchor="ctr"/>
          <a:lstStyle/>
          <a:p>
            <a:pPr algn="l" indent="0" marL="0">
              <a:buNone/>
            </a:pPr>
            <a:r>
              <a:rPr lang="en-US" sz="1800" i="1" dirty="0">
                <a:solidFill>
                  <a:schemeClr val="tx1"/>
                </a:solidFill>
              </a:rPr>
              <a:t>We beginnen </a:t>
            </a:r>
            <a:r>
              <a:rPr lang="en-US" sz="1800" i="1" u="sng" dirty="0">
                <a:solidFill>
                  <a:schemeClr val="tx1"/>
                </a:solidFill>
              </a:rPr>
              <a:t>met de vergadering</a:t>
            </a:r>
            <a:r>
              <a:rPr lang="en-US" sz="1800" i="1" dirty="0">
                <a:solidFill>
                  <a:schemeClr val="tx1"/>
                </a:solidFill>
              </a:rPr>
              <a:t>.</a:t>
            </a:r>
            <a:endParaRPr lang="en-US" sz="1800" dirty="0"/>
          </a:p>
        </p:txBody>
      </p:sp>
      <p:sp>
        <p:nvSpPr>
          <p:cNvPr id="37" name="Shape 33"/>
          <p:cNvSpPr/>
          <p:nvPr/>
        </p:nvSpPr>
        <p:spPr>
          <a:xfrm>
            <a:off x="6035040" y="4474972"/>
            <a:ext cx="868680" cy="914"/>
          </a:xfrm>
          <a:prstGeom prst="line">
            <a:avLst/>
          </a:prstGeom>
          <a:noFill/>
          <a:ln w="38100">
            <a:solidFill>
              <a:srgbClr val="2E7D4F"/>
            </a:solidFill>
            <a:prstDash val="solid"/>
            <a:tailEnd type="triangle"/>
          </a:ln>
        </p:spPr>
      </p:sp>
      <p:sp>
        <p:nvSpPr>
          <p:cNvPr id="38" name="Text 34"/>
          <p:cNvSpPr txBox="1"/>
          <p:nvPr/>
        </p:nvSpPr>
        <p:spPr>
          <a:xfrm>
            <a:off x="6035040" y="4145788"/>
            <a:ext cx="822960" cy="274320"/>
          </a:xfrm>
          <a:prstGeom prst="rect">
            <a:avLst/>
          </a:prstGeom>
          <a:noFill/>
          <a:ln/>
        </p:spPr>
        <p:txBody>
          <a:bodyPr wrap="square" lIns="0" tIns="0" rIns="0" bIns="0" rtlCol="0" anchor="t"/>
          <a:lstStyle/>
          <a:p>
            <a:pPr algn="ctr" indent="0" marL="0">
              <a:buNone/>
            </a:pPr>
            <a:r>
              <a:rPr lang="en-US" sz="1200" b="1" dirty="0">
                <a:solidFill>
                  <a:schemeClr val="accent3"/>
                </a:solidFill>
              </a:rPr>
              <a:t>er</a:t>
            </a:r>
            <a:endParaRPr lang="en-US" sz="1200" dirty="0"/>
          </a:p>
        </p:txBody>
      </p:sp>
      <p:sp>
        <p:nvSpPr>
          <p:cNvPr id="39" name="Shape 35"/>
          <p:cNvSpPr/>
          <p:nvPr/>
        </p:nvSpPr>
        <p:spPr>
          <a:xfrm>
            <a:off x="6995160" y="4157472"/>
            <a:ext cx="4645152" cy="616712"/>
          </a:xfrm>
          <a:prstGeom prst="roundRect">
            <a:avLst>
              <a:gd name="adj" fmla="val 11862"/>
            </a:avLst>
          </a:prstGeom>
          <a:solidFill>
            <a:srgbClr val="EDF6F0"/>
          </a:solidFill>
          <a:ln w="15875">
            <a:solidFill>
              <a:srgbClr val="2E7D4F"/>
            </a:solidFill>
            <a:prstDash val="solid"/>
          </a:ln>
        </p:spPr>
      </p:sp>
      <p:sp>
        <p:nvSpPr>
          <p:cNvPr id="40" name="Text 36"/>
          <p:cNvSpPr txBox="1"/>
          <p:nvPr/>
        </p:nvSpPr>
        <p:spPr>
          <a:xfrm>
            <a:off x="7132320" y="4157472"/>
            <a:ext cx="4434840" cy="616712"/>
          </a:xfrm>
          <a:prstGeom prst="rect">
            <a:avLst/>
          </a:prstGeom>
          <a:noFill/>
          <a:ln/>
        </p:spPr>
        <p:txBody>
          <a:bodyPr wrap="square" lIns="0" tIns="0" rIns="0" bIns="0" rtlCol="0" anchor="ctr"/>
          <a:lstStyle/>
          <a:p>
            <a:pPr algn="l" indent="0" marL="0">
              <a:buNone/>
            </a:pPr>
            <a:r>
              <a:rPr lang="en-US" sz="1900" b="1" i="1" dirty="0">
                <a:solidFill>
                  <a:schemeClr val="accent3"/>
                </a:solidFill>
              </a:rPr>
              <a:t>We beginnen ermee.</a:t>
            </a:r>
            <a:endParaRPr lang="en-US" sz="1900" dirty="0"/>
          </a:p>
        </p:txBody>
      </p:sp>
      <p:sp>
        <p:nvSpPr>
          <p:cNvPr id="41" name="Shape 37"/>
          <p:cNvSpPr/>
          <p:nvPr/>
        </p:nvSpPr>
        <p:spPr>
          <a:xfrm>
            <a:off x="548640" y="5018532"/>
            <a:ext cx="365760" cy="365760"/>
          </a:xfrm>
          <a:prstGeom prst="ellipse">
            <a:avLst/>
          </a:prstGeom>
          <a:solidFill>
            <a:schemeClr val="tx2"/>
          </a:solidFill>
          <a:ln w="12700">
            <a:solidFill>
              <a:srgbClr val="FFFFFF">
                <a:alpha val="0"/>
              </a:srgbClr>
            </a:solidFill>
            <a:prstDash val="solid"/>
          </a:ln>
        </p:spPr>
      </p:sp>
      <p:sp>
        <p:nvSpPr>
          <p:cNvPr id="42" name="Text 38"/>
          <p:cNvSpPr txBox="1"/>
          <p:nvPr/>
        </p:nvSpPr>
        <p:spPr>
          <a:xfrm>
            <a:off x="548640" y="5018532"/>
            <a:ext cx="365760" cy="365760"/>
          </a:xfrm>
          <a:prstGeom prst="rect">
            <a:avLst/>
          </a:prstGeom>
          <a:noFill/>
          <a:ln/>
        </p:spPr>
        <p:txBody>
          <a:bodyPr wrap="square" lIns="0" tIns="0" rIns="0" bIns="0" rtlCol="0" anchor="ctr"/>
          <a:lstStyle/>
          <a:p>
            <a:pPr algn="ctr" indent="0" marL="0">
              <a:buNone/>
            </a:pPr>
            <a:r>
              <a:rPr lang="en-US" sz="1300" b="1" dirty="0">
                <a:solidFill>
                  <a:schemeClr val="bg1"/>
                </a:solidFill>
              </a:rPr>
              <a:t>5</a:t>
            </a:r>
            <a:endParaRPr lang="en-US" sz="1300" dirty="0"/>
          </a:p>
        </p:txBody>
      </p:sp>
      <p:sp>
        <p:nvSpPr>
          <p:cNvPr id="43" name="Shape 39"/>
          <p:cNvSpPr/>
          <p:nvPr/>
        </p:nvSpPr>
        <p:spPr>
          <a:xfrm>
            <a:off x="1005840" y="4883912"/>
            <a:ext cx="4937760" cy="616712"/>
          </a:xfrm>
          <a:prstGeom prst="roundRect">
            <a:avLst>
              <a:gd name="adj" fmla="val 11862"/>
            </a:avLst>
          </a:prstGeom>
          <a:solidFill>
            <a:schemeClr val="bg2"/>
          </a:solidFill>
          <a:ln w="12700">
            <a:solidFill>
              <a:srgbClr val="D5DCE6"/>
            </a:solidFill>
            <a:prstDash val="solid"/>
          </a:ln>
        </p:spPr>
      </p:sp>
      <p:sp>
        <p:nvSpPr>
          <p:cNvPr id="44" name="Text 40"/>
          <p:cNvSpPr txBox="1"/>
          <p:nvPr/>
        </p:nvSpPr>
        <p:spPr>
          <a:xfrm>
            <a:off x="1143000" y="4883912"/>
            <a:ext cx="4754880" cy="616712"/>
          </a:xfrm>
          <a:prstGeom prst="rect">
            <a:avLst/>
          </a:prstGeom>
          <a:noFill/>
          <a:ln/>
        </p:spPr>
        <p:txBody>
          <a:bodyPr wrap="square" lIns="0" tIns="0" rIns="0" bIns="0" rtlCol="0" anchor="ctr"/>
          <a:lstStyle/>
          <a:p>
            <a:pPr algn="l" indent="0" marL="0">
              <a:buNone/>
            </a:pPr>
            <a:r>
              <a:rPr lang="en-US" sz="1800" i="1" dirty="0">
                <a:solidFill>
                  <a:schemeClr val="tx1"/>
                </a:solidFill>
              </a:rPr>
              <a:t>Ik denk </a:t>
            </a:r>
            <a:r>
              <a:rPr lang="en-US" sz="1800" i="1" u="sng" dirty="0">
                <a:solidFill>
                  <a:schemeClr val="tx1"/>
                </a:solidFill>
              </a:rPr>
              <a:t>aan de afspraak</a:t>
            </a:r>
            <a:r>
              <a:rPr lang="en-US" sz="1800" i="1" dirty="0">
                <a:solidFill>
                  <a:schemeClr val="tx1"/>
                </a:solidFill>
              </a:rPr>
              <a:t>.</a:t>
            </a:r>
            <a:endParaRPr lang="en-US" sz="1800" dirty="0"/>
          </a:p>
        </p:txBody>
      </p:sp>
      <p:sp>
        <p:nvSpPr>
          <p:cNvPr id="45" name="Shape 41"/>
          <p:cNvSpPr/>
          <p:nvPr/>
        </p:nvSpPr>
        <p:spPr>
          <a:xfrm>
            <a:off x="6035040" y="5201412"/>
            <a:ext cx="868680" cy="914"/>
          </a:xfrm>
          <a:prstGeom prst="line">
            <a:avLst/>
          </a:prstGeom>
          <a:noFill/>
          <a:ln w="38100">
            <a:solidFill>
              <a:srgbClr val="2E7D4F"/>
            </a:solidFill>
            <a:prstDash val="solid"/>
            <a:tailEnd type="triangle"/>
          </a:ln>
        </p:spPr>
      </p:sp>
      <p:sp>
        <p:nvSpPr>
          <p:cNvPr id="46" name="Text 42"/>
          <p:cNvSpPr txBox="1"/>
          <p:nvPr/>
        </p:nvSpPr>
        <p:spPr>
          <a:xfrm>
            <a:off x="6035040" y="4872228"/>
            <a:ext cx="822960" cy="274320"/>
          </a:xfrm>
          <a:prstGeom prst="rect">
            <a:avLst/>
          </a:prstGeom>
          <a:noFill/>
          <a:ln/>
        </p:spPr>
        <p:txBody>
          <a:bodyPr wrap="square" lIns="0" tIns="0" rIns="0" bIns="0" rtlCol="0" anchor="t"/>
          <a:lstStyle/>
          <a:p>
            <a:pPr algn="ctr" indent="0" marL="0">
              <a:buNone/>
            </a:pPr>
            <a:r>
              <a:rPr lang="en-US" sz="1200" b="1" dirty="0">
                <a:solidFill>
                  <a:schemeClr val="accent3"/>
                </a:solidFill>
              </a:rPr>
              <a:t>er</a:t>
            </a:r>
            <a:endParaRPr lang="en-US" sz="1200" dirty="0"/>
          </a:p>
        </p:txBody>
      </p:sp>
      <p:sp>
        <p:nvSpPr>
          <p:cNvPr id="47" name="Shape 43"/>
          <p:cNvSpPr/>
          <p:nvPr/>
        </p:nvSpPr>
        <p:spPr>
          <a:xfrm>
            <a:off x="6995160" y="4883912"/>
            <a:ext cx="4645152" cy="616712"/>
          </a:xfrm>
          <a:prstGeom prst="roundRect">
            <a:avLst>
              <a:gd name="adj" fmla="val 11862"/>
            </a:avLst>
          </a:prstGeom>
          <a:solidFill>
            <a:srgbClr val="EDF6F0"/>
          </a:solidFill>
          <a:ln w="15875">
            <a:solidFill>
              <a:srgbClr val="2E7D4F"/>
            </a:solidFill>
            <a:prstDash val="solid"/>
          </a:ln>
        </p:spPr>
      </p:sp>
      <p:sp>
        <p:nvSpPr>
          <p:cNvPr id="48" name="Text 44"/>
          <p:cNvSpPr txBox="1"/>
          <p:nvPr/>
        </p:nvSpPr>
        <p:spPr>
          <a:xfrm>
            <a:off x="7132320" y="4883912"/>
            <a:ext cx="4434840" cy="616712"/>
          </a:xfrm>
          <a:prstGeom prst="rect">
            <a:avLst/>
          </a:prstGeom>
          <a:noFill/>
          <a:ln/>
        </p:spPr>
        <p:txBody>
          <a:bodyPr wrap="square" lIns="0" tIns="0" rIns="0" bIns="0" rtlCol="0" anchor="ctr"/>
          <a:lstStyle/>
          <a:p>
            <a:pPr algn="l" indent="0" marL="0">
              <a:buNone/>
            </a:pPr>
            <a:r>
              <a:rPr lang="en-US" sz="1900" b="1" i="1" dirty="0">
                <a:solidFill>
                  <a:schemeClr val="accent3"/>
                </a:solidFill>
              </a:rPr>
              <a:t>Ik denk eraan.</a:t>
            </a:r>
            <a:endParaRPr lang="en-US" sz="1900" dirty="0"/>
          </a:p>
        </p:txBody>
      </p:sp>
      <p:sp>
        <p:nvSpPr>
          <p:cNvPr id="49" name="Shape 45"/>
          <p:cNvSpPr/>
          <p:nvPr/>
        </p:nvSpPr>
        <p:spPr>
          <a:xfrm>
            <a:off x="548640" y="5744972"/>
            <a:ext cx="365760" cy="365760"/>
          </a:xfrm>
          <a:prstGeom prst="ellipse">
            <a:avLst/>
          </a:prstGeom>
          <a:solidFill>
            <a:schemeClr val="tx2"/>
          </a:solidFill>
          <a:ln w="12700">
            <a:solidFill>
              <a:srgbClr val="FFFFFF">
                <a:alpha val="0"/>
              </a:srgbClr>
            </a:solidFill>
            <a:prstDash val="solid"/>
          </a:ln>
        </p:spPr>
      </p:sp>
      <p:sp>
        <p:nvSpPr>
          <p:cNvPr id="50" name="Text 46"/>
          <p:cNvSpPr txBox="1"/>
          <p:nvPr/>
        </p:nvSpPr>
        <p:spPr>
          <a:xfrm>
            <a:off x="548640" y="5744972"/>
            <a:ext cx="365760" cy="365760"/>
          </a:xfrm>
          <a:prstGeom prst="rect">
            <a:avLst/>
          </a:prstGeom>
          <a:noFill/>
          <a:ln/>
        </p:spPr>
        <p:txBody>
          <a:bodyPr wrap="square" lIns="0" tIns="0" rIns="0" bIns="0" rtlCol="0" anchor="ctr"/>
          <a:lstStyle/>
          <a:p>
            <a:pPr algn="ctr" indent="0" marL="0">
              <a:buNone/>
            </a:pPr>
            <a:r>
              <a:rPr lang="en-US" sz="1300" b="1" dirty="0">
                <a:solidFill>
                  <a:schemeClr val="bg1"/>
                </a:solidFill>
              </a:rPr>
              <a:t>6</a:t>
            </a:r>
            <a:endParaRPr lang="en-US" sz="1300" dirty="0"/>
          </a:p>
        </p:txBody>
      </p:sp>
      <p:sp>
        <p:nvSpPr>
          <p:cNvPr id="51" name="Shape 47"/>
          <p:cNvSpPr/>
          <p:nvPr/>
        </p:nvSpPr>
        <p:spPr>
          <a:xfrm>
            <a:off x="1005840" y="5610352"/>
            <a:ext cx="4937760" cy="616712"/>
          </a:xfrm>
          <a:prstGeom prst="roundRect">
            <a:avLst>
              <a:gd name="adj" fmla="val 11862"/>
            </a:avLst>
          </a:prstGeom>
          <a:solidFill>
            <a:schemeClr val="bg2"/>
          </a:solidFill>
          <a:ln w="12700">
            <a:solidFill>
              <a:srgbClr val="D5DCE6"/>
            </a:solidFill>
            <a:prstDash val="solid"/>
          </a:ln>
        </p:spPr>
      </p:sp>
      <p:sp>
        <p:nvSpPr>
          <p:cNvPr id="52" name="Text 48"/>
          <p:cNvSpPr txBox="1"/>
          <p:nvPr/>
        </p:nvSpPr>
        <p:spPr>
          <a:xfrm>
            <a:off x="1143000" y="5610352"/>
            <a:ext cx="4754880" cy="616712"/>
          </a:xfrm>
          <a:prstGeom prst="rect">
            <a:avLst/>
          </a:prstGeom>
          <a:noFill/>
          <a:ln/>
        </p:spPr>
        <p:txBody>
          <a:bodyPr wrap="square" lIns="0" tIns="0" rIns="0" bIns="0" rtlCol="0" anchor="ctr"/>
          <a:lstStyle/>
          <a:p>
            <a:pPr algn="l" indent="0" marL="0">
              <a:buNone/>
            </a:pPr>
            <a:r>
              <a:rPr lang="en-US" sz="1800" i="1" dirty="0">
                <a:solidFill>
                  <a:schemeClr val="tx1"/>
                </a:solidFill>
              </a:rPr>
              <a:t>Ze houdt </a:t>
            </a:r>
            <a:r>
              <a:rPr lang="en-US" sz="1800" i="1" u="sng" dirty="0">
                <a:solidFill>
                  <a:schemeClr val="tx1"/>
                </a:solidFill>
              </a:rPr>
              <a:t>van chocolade</a:t>
            </a:r>
            <a:r>
              <a:rPr lang="en-US" sz="1800" i="1" dirty="0">
                <a:solidFill>
                  <a:schemeClr val="tx1"/>
                </a:solidFill>
              </a:rPr>
              <a:t>.</a:t>
            </a:r>
            <a:endParaRPr lang="en-US" sz="1800" dirty="0"/>
          </a:p>
        </p:txBody>
      </p:sp>
      <p:sp>
        <p:nvSpPr>
          <p:cNvPr id="53" name="Shape 49"/>
          <p:cNvSpPr/>
          <p:nvPr/>
        </p:nvSpPr>
        <p:spPr>
          <a:xfrm>
            <a:off x="6035040" y="5927852"/>
            <a:ext cx="868680" cy="914"/>
          </a:xfrm>
          <a:prstGeom prst="line">
            <a:avLst/>
          </a:prstGeom>
          <a:noFill/>
          <a:ln w="38100">
            <a:solidFill>
              <a:srgbClr val="2E7D4F"/>
            </a:solidFill>
            <a:prstDash val="solid"/>
            <a:tailEnd type="triangle"/>
          </a:ln>
        </p:spPr>
      </p:sp>
      <p:sp>
        <p:nvSpPr>
          <p:cNvPr id="54" name="Text 50"/>
          <p:cNvSpPr txBox="1"/>
          <p:nvPr/>
        </p:nvSpPr>
        <p:spPr>
          <a:xfrm>
            <a:off x="6035040" y="5598668"/>
            <a:ext cx="822960" cy="274320"/>
          </a:xfrm>
          <a:prstGeom prst="rect">
            <a:avLst/>
          </a:prstGeom>
          <a:noFill/>
          <a:ln/>
        </p:spPr>
        <p:txBody>
          <a:bodyPr wrap="square" lIns="0" tIns="0" rIns="0" bIns="0" rtlCol="0" anchor="t"/>
          <a:lstStyle/>
          <a:p>
            <a:pPr algn="ctr" indent="0" marL="0">
              <a:buNone/>
            </a:pPr>
            <a:r>
              <a:rPr lang="en-US" sz="1200" b="1" dirty="0">
                <a:solidFill>
                  <a:schemeClr val="accent3"/>
                </a:solidFill>
              </a:rPr>
              <a:t>er</a:t>
            </a:r>
            <a:endParaRPr lang="en-US" sz="1200" dirty="0"/>
          </a:p>
        </p:txBody>
      </p:sp>
      <p:sp>
        <p:nvSpPr>
          <p:cNvPr id="55" name="Shape 51"/>
          <p:cNvSpPr/>
          <p:nvPr/>
        </p:nvSpPr>
        <p:spPr>
          <a:xfrm>
            <a:off x="6995160" y="5610352"/>
            <a:ext cx="4645152" cy="616712"/>
          </a:xfrm>
          <a:prstGeom prst="roundRect">
            <a:avLst>
              <a:gd name="adj" fmla="val 11862"/>
            </a:avLst>
          </a:prstGeom>
          <a:solidFill>
            <a:srgbClr val="EDF6F0"/>
          </a:solidFill>
          <a:ln w="15875">
            <a:solidFill>
              <a:srgbClr val="2E7D4F"/>
            </a:solidFill>
            <a:prstDash val="solid"/>
          </a:ln>
        </p:spPr>
      </p:sp>
      <p:sp>
        <p:nvSpPr>
          <p:cNvPr id="56" name="Text 52"/>
          <p:cNvSpPr txBox="1"/>
          <p:nvPr/>
        </p:nvSpPr>
        <p:spPr>
          <a:xfrm>
            <a:off x="7132320" y="5610352"/>
            <a:ext cx="4434840" cy="616712"/>
          </a:xfrm>
          <a:prstGeom prst="rect">
            <a:avLst/>
          </a:prstGeom>
          <a:noFill/>
          <a:ln/>
        </p:spPr>
        <p:txBody>
          <a:bodyPr wrap="square" lIns="0" tIns="0" rIns="0" bIns="0" rtlCol="0" anchor="ctr"/>
          <a:lstStyle/>
          <a:p>
            <a:pPr algn="l" indent="0" marL="0">
              <a:buNone/>
            </a:pPr>
            <a:r>
              <a:rPr lang="en-US" sz="1900" b="1" i="1" dirty="0">
                <a:solidFill>
                  <a:schemeClr val="accent3"/>
                </a:solidFill>
              </a:rPr>
              <a:t>Ze houdt ervan.</a:t>
            </a:r>
            <a:endParaRPr lang="en-US" sz="1900" dirty="0"/>
          </a:p>
        </p:txBody>
      </p:sp>
      <p:sp>
        <p:nvSpPr>
          <p:cNvPr id="25" name="Slide Number Placeholder 0"/>
          <p:cNvSpPr>
            <a:spLocks noGrp="1"/>
          </p:cNvSpPr>
          <p:nvPr>
            <p:ph type="sldNum" sz="quarter" idx="4294967295"/>
          </p:nvPr>
        </p:nvSpPr>
        <p:spPr>
          <a:xfrm>
            <a:off x="11091672"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4A5A70"/>
                </a:solidFill>
              </a:defRPr>
            </a:lvl1pPr>
          </a:lstStyle>
          <a:p>
            <a:pPr algn="r"/>
            <a:fld id="{F7021451-1387-4CA6-816F-3879F97B5CBC}" type="slidenum">
              <a:rPr b="0"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1"/>
          <p:cNvSpPr/>
          <p:nvPr>
            <p:ph idx="101" type="title" hasCustomPrompt="1"/>
          </p:nvPr>
        </p:nvSpPr>
        <p:spPr>
          <a:xfrm>
            <a:off x="548640" y="621792"/>
            <a:ext cx="11091672" cy="713232"/>
          </a:xfrm>
          <a:prstGeom prst="rect">
            <a:avLst/>
          </a:prstGeom>
          <a:noFill/>
          <a:ln/>
        </p:spPr>
        <p:txBody>
          <a:bodyPr wrap="square" lIns="0" tIns="0" rIns="0" bIns="0" rtlCol="0" anchor="ctr"/>
          <a:lstStyle/>
          <a:p>
            <a:pPr algn="l" indent="0" marL="0">
              <a:buNone/>
            </a:pPr>
            <a:r>
              <a:rPr lang="en-US" sz="3000" b="1" dirty="0">
                <a:solidFill>
                  <a:schemeClr val="tx2"/>
                </a:solidFill>
              </a:rPr>
              <a:t>Exercice 2 — Le verbe et sa préposition</a:t>
            </a:r>
            <a:endParaRPr lang="en-US" sz="3000" dirty="0"/>
          </a:p>
        </p:txBody>
      </p:sp>
      <p:sp>
        <p:nvSpPr>
          <p:cNvPr id="3" name="tag"/>
          <p:cNvSpPr/>
          <p:nvPr/>
        </p:nvSpPr>
        <p:spPr>
          <a:xfrm>
            <a:off x="548640" y="237744"/>
            <a:ext cx="1228954" cy="310896"/>
          </a:xfrm>
          <a:prstGeom prst="roundRect">
            <a:avLst>
              <a:gd name="adj" fmla="val 14706"/>
            </a:avLst>
          </a:prstGeom>
          <a:solidFill>
            <a:schemeClr val="accent1"/>
          </a:solidFill>
          <a:ln/>
        </p:spPr>
        <p:txBody>
          <a:bodyPr wrap="square" lIns="0" tIns="0" rIns="0" bIns="0" rtlCol="0" anchor="ctr"/>
          <a:lstStyle/>
          <a:p>
            <a:pPr algn="ctr" indent="0" marL="0">
              <a:buNone/>
            </a:pPr>
            <a:r>
              <a:rPr lang="en-US" sz="1200" b="1" spc="100" kern="0" dirty="0">
                <a:solidFill>
                  <a:srgbClr val="FFFFFF"/>
                </a:solidFill>
              </a:rPr>
              <a:t>JIJ NU !</a:t>
            </a:r>
            <a:endParaRPr lang="en-US" sz="1200" dirty="0"/>
          </a:p>
        </p:txBody>
      </p:sp>
      <p:sp>
        <p:nvSpPr>
          <p:cNvPr id="4" name="Text 2"/>
          <p:cNvSpPr txBox="1"/>
          <p:nvPr/>
        </p:nvSpPr>
        <p:spPr>
          <a:xfrm>
            <a:off x="10177272" y="219456"/>
            <a:ext cx="1463040" cy="347472"/>
          </a:xfrm>
          <a:prstGeom prst="rect">
            <a:avLst/>
          </a:prstGeom>
          <a:noFill/>
          <a:ln/>
        </p:spPr>
        <p:txBody>
          <a:bodyPr wrap="square" lIns="0" tIns="0" rIns="0" bIns="0" rtlCol="0" anchor="ctr"/>
          <a:lstStyle/>
          <a:p>
            <a:pPr algn="r" indent="0" marL="0">
              <a:buNone/>
            </a:pPr>
            <a:r>
              <a:rPr lang="en-US" sz="1600" b="1" dirty="0">
                <a:solidFill>
                  <a:schemeClr val="accent1"/>
                </a:solidFill>
              </a:rPr>
              <a:t>★</a:t>
            </a:r>
            <a:endParaRPr lang="en-US" sz="1600" dirty="0"/>
          </a:p>
        </p:txBody>
      </p:sp>
      <p:pic>
        <p:nvPicPr>
          <p:cNvPr id="6" name="Image 0" descr="HandPointRight">    </p:cNvPr>
          <p:cNvPicPr>
            <a:picLocks noChangeAspect="1"/>
          </p:cNvPicPr>
          <p:nvPr/>
        </p:nvPicPr>
        <p:blipFill>
          <a:blip r:embed="rId1"/>
          <a:stretch>
            <a:fillRect/>
          </a:stretch>
        </p:blipFill>
        <p:spPr>
          <a:xfrm>
            <a:off x="548640" y="1517904"/>
            <a:ext cx="274320" cy="274320"/>
          </a:xfrm>
          <a:prstGeom prst="rect">
            <a:avLst/>
          </a:prstGeom>
        </p:spPr>
      </p:pic>
      <p:sp>
        <p:nvSpPr>
          <p:cNvPr id="7" name="Text 3"/>
          <p:cNvSpPr txBox="1"/>
          <p:nvPr/>
        </p:nvSpPr>
        <p:spPr>
          <a:xfrm>
            <a:off x="960120" y="1481328"/>
            <a:ext cx="10680192" cy="313944"/>
          </a:xfrm>
          <a:prstGeom prst="rect">
            <a:avLst/>
          </a:prstGeom>
          <a:noFill/>
          <a:ln/>
        </p:spPr>
        <p:txBody>
          <a:bodyPr wrap="square" lIns="0" tIns="0" rIns="0" bIns="0" rtlCol="0" anchor="t"/>
          <a:lstStyle/>
          <a:p>
            <a:pPr algn="l" indent="0" marL="0">
              <a:buNone/>
            </a:pPr>
            <a:r>
              <a:rPr lang="en-US" sz="1700" i="1" dirty="0">
                <a:solidFill>
                  <a:schemeClr val="accent5"/>
                </a:solidFill>
              </a:rPr>
              <a:t>Complétez avec la bonne préposition. Chaque préposition sert une fois.</a:t>
            </a:r>
            <a:endParaRPr lang="en-US" sz="1700" dirty="0"/>
          </a:p>
        </p:txBody>
      </p:sp>
      <p:sp>
        <p:nvSpPr>
          <p:cNvPr id="8" name="Text 4"/>
          <p:cNvSpPr txBox="1"/>
          <p:nvPr/>
        </p:nvSpPr>
        <p:spPr>
          <a:xfrm>
            <a:off x="548640" y="2115312"/>
            <a:ext cx="5340096" cy="3657600"/>
          </a:xfrm>
          <a:prstGeom prst="rect">
            <a:avLst/>
          </a:prstGeom>
          <a:noFill/>
          <a:ln/>
        </p:spPr>
        <p:txBody>
          <a:bodyPr wrap="square" lIns="0" tIns="0" rIns="0" bIns="0" rtlCol="0" anchor="t"/>
          <a:lstStyle/>
          <a:p>
            <a:pPr indent="0" marL="0">
              <a:spcAft>
                <a:spcPts val="3000"/>
              </a:spcAft>
              <a:buNone/>
            </a:pPr>
            <a:r>
              <a:rPr lang="en-US" sz="2100" b="1" dirty="0">
                <a:solidFill>
                  <a:schemeClr val="tx2"/>
                </a:solidFill>
              </a:rPr>
              <a:t>1  </a:t>
            </a:r>
            <a:r>
              <a:rPr lang="en-US" sz="2100" i="1" dirty="0">
                <a:solidFill>
                  <a:schemeClr val="tx1"/>
                </a:solidFill>
              </a:rPr>
              <a:t>Ik wacht </a:t>
            </a:r>
            <a:r>
              <a:rPr lang="en-US" sz="2100" i="1" dirty="0">
                <a:solidFill>
                  <a:schemeClr val="accent5"/>
                </a:solidFill>
              </a:rPr>
              <a:t>…………</a:t>
            </a:r>
            <a:r>
              <a:rPr lang="en-US" sz="2100" i="1" dirty="0">
                <a:solidFill>
                  <a:schemeClr val="tx1"/>
                </a:solidFill>
              </a:rPr>
              <a:t> de trein.</a:t>
            </a:r>
            <a:endParaRPr lang="en-US" sz="2100" dirty="0"/>
          </a:p>
          <a:p>
            <a:pPr indent="0" marL="0">
              <a:spcAft>
                <a:spcPts val="3000"/>
              </a:spcAft>
              <a:buNone/>
            </a:pPr>
            <a:r>
              <a:rPr lang="en-US" sz="2100" b="1" dirty="0">
                <a:solidFill>
                  <a:schemeClr val="tx2"/>
                </a:solidFill>
              </a:rPr>
              <a:t>2  </a:t>
            </a:r>
            <a:r>
              <a:rPr lang="en-US" sz="2100" i="1" dirty="0">
                <a:solidFill>
                  <a:schemeClr val="tx1"/>
                </a:solidFill>
              </a:rPr>
              <a:t>Denk je </a:t>
            </a:r>
            <a:r>
              <a:rPr lang="en-US" sz="2100" i="1" dirty="0">
                <a:solidFill>
                  <a:schemeClr val="accent5"/>
                </a:solidFill>
              </a:rPr>
              <a:t>…………</a:t>
            </a:r>
            <a:r>
              <a:rPr lang="en-US" sz="2100" i="1" dirty="0">
                <a:solidFill>
                  <a:schemeClr val="tx1"/>
                </a:solidFill>
              </a:rPr>
              <a:t> de vergadering?</a:t>
            </a:r>
            <a:endParaRPr lang="en-US" sz="2100" dirty="0"/>
          </a:p>
          <a:p>
            <a:pPr indent="0" marL="0">
              <a:spcAft>
                <a:spcPts val="3000"/>
              </a:spcAft>
              <a:buNone/>
            </a:pPr>
            <a:r>
              <a:rPr lang="en-US" sz="2100" b="1" dirty="0">
                <a:solidFill>
                  <a:schemeClr val="tx2"/>
                </a:solidFill>
              </a:rPr>
              <a:t>3  </a:t>
            </a:r>
            <a:r>
              <a:rPr lang="en-US" sz="2100" i="1" dirty="0">
                <a:solidFill>
                  <a:schemeClr val="tx1"/>
                </a:solidFill>
              </a:rPr>
              <a:t>We praten </a:t>
            </a:r>
            <a:r>
              <a:rPr lang="en-US" sz="2100" i="1" dirty="0">
                <a:solidFill>
                  <a:schemeClr val="accent5"/>
                </a:solidFill>
              </a:rPr>
              <a:t>…………</a:t>
            </a:r>
            <a:r>
              <a:rPr lang="en-US" sz="2100" i="1" dirty="0">
                <a:solidFill>
                  <a:schemeClr val="tx1"/>
                </a:solidFill>
              </a:rPr>
              <a:t> het budget.</a:t>
            </a:r>
            <a:endParaRPr lang="en-US" sz="2100" dirty="0"/>
          </a:p>
          <a:p>
            <a:pPr indent="0" marL="0">
              <a:spcAft>
                <a:spcPts val="3000"/>
              </a:spcAft>
              <a:buNone/>
            </a:pPr>
            <a:r>
              <a:rPr lang="en-US" sz="2100" b="1" dirty="0">
                <a:solidFill>
                  <a:schemeClr val="tx2"/>
                </a:solidFill>
              </a:rPr>
              <a:t>4  </a:t>
            </a:r>
            <a:r>
              <a:rPr lang="en-US" sz="2100" i="1" dirty="0">
                <a:solidFill>
                  <a:schemeClr val="tx1"/>
                </a:solidFill>
              </a:rPr>
              <a:t>Hij houdt </a:t>
            </a:r>
            <a:r>
              <a:rPr lang="en-US" sz="2100" i="1" dirty="0">
                <a:solidFill>
                  <a:schemeClr val="accent5"/>
                </a:solidFill>
              </a:rPr>
              <a:t>…………</a:t>
            </a:r>
            <a:r>
              <a:rPr lang="en-US" sz="2100" i="1" dirty="0">
                <a:solidFill>
                  <a:schemeClr val="tx1"/>
                </a:solidFill>
              </a:rPr>
              <a:t> koken.</a:t>
            </a:r>
            <a:endParaRPr lang="en-US" sz="2100" dirty="0"/>
          </a:p>
        </p:txBody>
      </p:sp>
      <p:sp>
        <p:nvSpPr>
          <p:cNvPr id="9" name="Text 5"/>
          <p:cNvSpPr txBox="1"/>
          <p:nvPr/>
        </p:nvSpPr>
        <p:spPr>
          <a:xfrm>
            <a:off x="6300216" y="2115312"/>
            <a:ext cx="5340096" cy="3657600"/>
          </a:xfrm>
          <a:prstGeom prst="rect">
            <a:avLst/>
          </a:prstGeom>
          <a:noFill/>
          <a:ln/>
        </p:spPr>
        <p:txBody>
          <a:bodyPr wrap="square" lIns="0" tIns="0" rIns="0" bIns="0" rtlCol="0" anchor="t"/>
          <a:lstStyle/>
          <a:p>
            <a:pPr indent="0" marL="0">
              <a:spcAft>
                <a:spcPts val="3000"/>
              </a:spcAft>
              <a:buNone/>
            </a:pPr>
            <a:r>
              <a:rPr lang="en-US" sz="2100" b="1" dirty="0">
                <a:solidFill>
                  <a:schemeClr val="tx2"/>
                </a:solidFill>
              </a:rPr>
              <a:t>5  </a:t>
            </a:r>
            <a:r>
              <a:rPr lang="en-US" sz="2100" i="1" dirty="0">
                <a:solidFill>
                  <a:schemeClr val="tx1"/>
                </a:solidFill>
              </a:rPr>
              <a:t>Ik heb zin </a:t>
            </a:r>
            <a:r>
              <a:rPr lang="en-US" sz="2100" i="1" dirty="0">
                <a:solidFill>
                  <a:schemeClr val="accent5"/>
                </a:solidFill>
              </a:rPr>
              <a:t>…………</a:t>
            </a:r>
            <a:r>
              <a:rPr lang="en-US" sz="2100" i="1" dirty="0">
                <a:solidFill>
                  <a:schemeClr val="tx1"/>
                </a:solidFill>
              </a:rPr>
              <a:t> een koffie.</a:t>
            </a:r>
            <a:endParaRPr lang="en-US" sz="2100" dirty="0"/>
          </a:p>
          <a:p>
            <a:pPr indent="0" marL="0">
              <a:spcAft>
                <a:spcPts val="3000"/>
              </a:spcAft>
              <a:buNone/>
            </a:pPr>
            <a:r>
              <a:rPr lang="en-US" sz="2100" b="1" dirty="0">
                <a:solidFill>
                  <a:schemeClr val="tx2"/>
                </a:solidFill>
              </a:rPr>
              <a:t>6  </a:t>
            </a:r>
            <a:r>
              <a:rPr lang="en-US" sz="2100" i="1" dirty="0">
                <a:solidFill>
                  <a:schemeClr val="tx1"/>
                </a:solidFill>
              </a:rPr>
              <a:t>Ze is bezig </a:t>
            </a:r>
            <a:r>
              <a:rPr lang="en-US" sz="2100" i="1" dirty="0">
                <a:solidFill>
                  <a:schemeClr val="accent5"/>
                </a:solidFill>
              </a:rPr>
              <a:t>…………</a:t>
            </a:r>
            <a:r>
              <a:rPr lang="en-US" sz="2100" i="1" dirty="0">
                <a:solidFill>
                  <a:schemeClr val="tx1"/>
                </a:solidFill>
              </a:rPr>
              <a:t> een rapport.</a:t>
            </a:r>
            <a:endParaRPr lang="en-US" sz="2100" dirty="0"/>
          </a:p>
          <a:p>
            <a:pPr indent="0" marL="0">
              <a:spcAft>
                <a:spcPts val="3000"/>
              </a:spcAft>
              <a:buNone/>
            </a:pPr>
            <a:r>
              <a:rPr lang="en-US" sz="2100" b="1" dirty="0">
                <a:solidFill>
                  <a:schemeClr val="tx2"/>
                </a:solidFill>
              </a:rPr>
              <a:t>7  </a:t>
            </a:r>
            <a:r>
              <a:rPr lang="en-US" sz="2100" i="1" dirty="0">
                <a:solidFill>
                  <a:schemeClr val="tx1"/>
                </a:solidFill>
              </a:rPr>
              <a:t>Wie zorgt </a:t>
            </a:r>
            <a:r>
              <a:rPr lang="en-US" sz="2100" i="1" dirty="0">
                <a:solidFill>
                  <a:schemeClr val="accent5"/>
                </a:solidFill>
              </a:rPr>
              <a:t>…………</a:t>
            </a:r>
            <a:r>
              <a:rPr lang="en-US" sz="2100" i="1" dirty="0">
                <a:solidFill>
                  <a:schemeClr val="tx1"/>
                </a:solidFill>
              </a:rPr>
              <a:t> de lunch?</a:t>
            </a:r>
            <a:endParaRPr lang="en-US" sz="2100" dirty="0"/>
          </a:p>
          <a:p>
            <a:pPr indent="0" marL="0">
              <a:spcAft>
                <a:spcPts val="3000"/>
              </a:spcAft>
              <a:buNone/>
            </a:pPr>
            <a:r>
              <a:rPr lang="en-US" sz="2100" b="1" dirty="0">
                <a:solidFill>
                  <a:schemeClr val="tx2"/>
                </a:solidFill>
              </a:rPr>
              <a:t>8  </a:t>
            </a:r>
            <a:r>
              <a:rPr lang="en-US" sz="2100" i="1" dirty="0">
                <a:solidFill>
                  <a:schemeClr val="tx1"/>
                </a:solidFill>
              </a:rPr>
              <a:t>Ik kijk </a:t>
            </a:r>
            <a:r>
              <a:rPr lang="en-US" sz="2100" i="1" dirty="0">
                <a:solidFill>
                  <a:schemeClr val="accent5"/>
                </a:solidFill>
              </a:rPr>
              <a:t>…………</a:t>
            </a:r>
            <a:r>
              <a:rPr lang="en-US" sz="2100" i="1" dirty="0">
                <a:solidFill>
                  <a:schemeClr val="tx1"/>
                </a:solidFill>
              </a:rPr>
              <a:t> het nieuws.</a:t>
            </a:r>
            <a:endParaRPr lang="en-US" sz="2100" dirty="0"/>
          </a:p>
        </p:txBody>
      </p:sp>
      <p:sp>
        <p:nvSpPr>
          <p:cNvPr id="10" name="Shape 6"/>
          <p:cNvSpPr/>
          <p:nvPr/>
        </p:nvSpPr>
        <p:spPr>
          <a:xfrm>
            <a:off x="548640" y="5486400"/>
            <a:ext cx="11091672" cy="777240"/>
          </a:xfrm>
          <a:prstGeom prst="roundRect">
            <a:avLst>
              <a:gd name="adj" fmla="val 9412"/>
            </a:avLst>
          </a:prstGeom>
          <a:solidFill>
            <a:schemeClr val="bg2"/>
          </a:solidFill>
          <a:ln w="12700">
            <a:solidFill>
              <a:srgbClr val="D5DCE6"/>
            </a:solidFill>
            <a:prstDash val="solid"/>
          </a:ln>
        </p:spPr>
      </p:sp>
      <p:sp>
        <p:nvSpPr>
          <p:cNvPr id="11" name="Text 7"/>
          <p:cNvSpPr txBox="1"/>
          <p:nvPr/>
        </p:nvSpPr>
        <p:spPr>
          <a:xfrm>
            <a:off x="731520" y="5486400"/>
            <a:ext cx="1188720" cy="777240"/>
          </a:xfrm>
          <a:prstGeom prst="rect">
            <a:avLst/>
          </a:prstGeom>
          <a:noFill/>
          <a:ln/>
        </p:spPr>
        <p:txBody>
          <a:bodyPr wrap="square" lIns="0" tIns="0" rIns="0" bIns="0" rtlCol="0" anchor="ctr"/>
          <a:lstStyle/>
          <a:p>
            <a:pPr algn="l" indent="0" marL="0">
              <a:buNone/>
            </a:pPr>
            <a:r>
              <a:rPr lang="en-US" sz="1200" b="1" spc="200" kern="0" dirty="0">
                <a:solidFill>
                  <a:schemeClr val="accent5"/>
                </a:solidFill>
              </a:rPr>
              <a:t>BANQUE</a:t>
            </a:r>
            <a:endParaRPr lang="en-US" sz="1200" dirty="0"/>
          </a:p>
        </p:txBody>
      </p:sp>
      <p:sp>
        <p:nvSpPr>
          <p:cNvPr id="12" name="Shape 8"/>
          <p:cNvSpPr/>
          <p:nvPr/>
        </p:nvSpPr>
        <p:spPr>
          <a:xfrm>
            <a:off x="2011680" y="5632704"/>
            <a:ext cx="1005840" cy="484632"/>
          </a:xfrm>
          <a:prstGeom prst="roundRect">
            <a:avLst>
              <a:gd name="adj" fmla="val 18868"/>
            </a:avLst>
          </a:prstGeom>
          <a:solidFill>
            <a:schemeClr val="accent1"/>
          </a:solidFill>
          <a:ln w="12700">
            <a:solidFill>
              <a:srgbClr val="FFFFFF">
                <a:alpha val="0"/>
              </a:srgbClr>
            </a:solidFill>
            <a:prstDash val="solid"/>
          </a:ln>
        </p:spPr>
      </p:sp>
      <p:sp>
        <p:nvSpPr>
          <p:cNvPr id="13" name="Text 9"/>
          <p:cNvSpPr txBox="1"/>
          <p:nvPr/>
        </p:nvSpPr>
        <p:spPr>
          <a:xfrm>
            <a:off x="2011680" y="5632704"/>
            <a:ext cx="1005840" cy="484632"/>
          </a:xfrm>
          <a:prstGeom prst="rect">
            <a:avLst/>
          </a:prstGeom>
          <a:noFill/>
          <a:ln/>
        </p:spPr>
        <p:txBody>
          <a:bodyPr wrap="square" lIns="0" tIns="0" rIns="0" bIns="0" rtlCol="0" anchor="ctr"/>
          <a:lstStyle/>
          <a:p>
            <a:pPr algn="ctr" indent="0" marL="0">
              <a:buNone/>
            </a:pPr>
            <a:r>
              <a:rPr lang="en-US" sz="1800" b="1" dirty="0">
                <a:solidFill>
                  <a:schemeClr val="bg1"/>
                </a:solidFill>
              </a:rPr>
              <a:t>in</a:t>
            </a:r>
            <a:endParaRPr lang="en-US" sz="1800" dirty="0"/>
          </a:p>
        </p:txBody>
      </p:sp>
      <p:sp>
        <p:nvSpPr>
          <p:cNvPr id="14" name="Shape 10"/>
          <p:cNvSpPr/>
          <p:nvPr/>
        </p:nvSpPr>
        <p:spPr>
          <a:xfrm>
            <a:off x="3200400" y="5632704"/>
            <a:ext cx="1005840" cy="484632"/>
          </a:xfrm>
          <a:prstGeom prst="roundRect">
            <a:avLst>
              <a:gd name="adj" fmla="val 18868"/>
            </a:avLst>
          </a:prstGeom>
          <a:solidFill>
            <a:schemeClr val="accent1"/>
          </a:solidFill>
          <a:ln w="12700">
            <a:solidFill>
              <a:srgbClr val="FFFFFF">
                <a:alpha val="0"/>
              </a:srgbClr>
            </a:solidFill>
            <a:prstDash val="solid"/>
          </a:ln>
        </p:spPr>
      </p:sp>
      <p:sp>
        <p:nvSpPr>
          <p:cNvPr id="15" name="Text 11"/>
          <p:cNvSpPr txBox="1"/>
          <p:nvPr/>
        </p:nvSpPr>
        <p:spPr>
          <a:xfrm>
            <a:off x="3200400" y="5632704"/>
            <a:ext cx="1005840" cy="484632"/>
          </a:xfrm>
          <a:prstGeom prst="rect">
            <a:avLst/>
          </a:prstGeom>
          <a:noFill/>
          <a:ln/>
        </p:spPr>
        <p:txBody>
          <a:bodyPr wrap="square" lIns="0" tIns="0" rIns="0" bIns="0" rtlCol="0" anchor="ctr"/>
          <a:lstStyle/>
          <a:p>
            <a:pPr algn="ctr" indent="0" marL="0">
              <a:buNone/>
            </a:pPr>
            <a:r>
              <a:rPr lang="en-US" sz="1800" b="1" dirty="0">
                <a:solidFill>
                  <a:schemeClr val="bg1"/>
                </a:solidFill>
              </a:rPr>
              <a:t>naar</a:t>
            </a:r>
            <a:endParaRPr lang="en-US" sz="1800" dirty="0"/>
          </a:p>
        </p:txBody>
      </p:sp>
      <p:sp>
        <p:nvSpPr>
          <p:cNvPr id="16" name="Shape 12"/>
          <p:cNvSpPr/>
          <p:nvPr/>
        </p:nvSpPr>
        <p:spPr>
          <a:xfrm>
            <a:off x="4389120" y="5632704"/>
            <a:ext cx="1005840" cy="484632"/>
          </a:xfrm>
          <a:prstGeom prst="roundRect">
            <a:avLst>
              <a:gd name="adj" fmla="val 18868"/>
            </a:avLst>
          </a:prstGeom>
          <a:solidFill>
            <a:schemeClr val="accent1"/>
          </a:solidFill>
          <a:ln w="12700">
            <a:solidFill>
              <a:srgbClr val="FFFFFF">
                <a:alpha val="0"/>
              </a:srgbClr>
            </a:solidFill>
            <a:prstDash val="solid"/>
          </a:ln>
        </p:spPr>
      </p:sp>
      <p:sp>
        <p:nvSpPr>
          <p:cNvPr id="17" name="Text 13"/>
          <p:cNvSpPr txBox="1"/>
          <p:nvPr/>
        </p:nvSpPr>
        <p:spPr>
          <a:xfrm>
            <a:off x="4389120" y="5632704"/>
            <a:ext cx="1005840" cy="484632"/>
          </a:xfrm>
          <a:prstGeom prst="rect">
            <a:avLst/>
          </a:prstGeom>
          <a:noFill/>
          <a:ln/>
        </p:spPr>
        <p:txBody>
          <a:bodyPr wrap="square" lIns="0" tIns="0" rIns="0" bIns="0" rtlCol="0" anchor="ctr"/>
          <a:lstStyle/>
          <a:p>
            <a:pPr algn="ctr" indent="0" marL="0">
              <a:buNone/>
            </a:pPr>
            <a:r>
              <a:rPr lang="en-US" sz="1800" b="1" dirty="0">
                <a:solidFill>
                  <a:schemeClr val="bg1"/>
                </a:solidFill>
              </a:rPr>
              <a:t>op</a:t>
            </a:r>
            <a:endParaRPr lang="en-US" sz="1800" dirty="0"/>
          </a:p>
        </p:txBody>
      </p:sp>
      <p:sp>
        <p:nvSpPr>
          <p:cNvPr id="18" name="Shape 14"/>
          <p:cNvSpPr/>
          <p:nvPr/>
        </p:nvSpPr>
        <p:spPr>
          <a:xfrm>
            <a:off x="5577840" y="5632704"/>
            <a:ext cx="1005840" cy="484632"/>
          </a:xfrm>
          <a:prstGeom prst="roundRect">
            <a:avLst>
              <a:gd name="adj" fmla="val 18868"/>
            </a:avLst>
          </a:prstGeom>
          <a:solidFill>
            <a:schemeClr val="accent1"/>
          </a:solidFill>
          <a:ln w="12700">
            <a:solidFill>
              <a:srgbClr val="FFFFFF">
                <a:alpha val="0"/>
              </a:srgbClr>
            </a:solidFill>
            <a:prstDash val="solid"/>
          </a:ln>
        </p:spPr>
      </p:sp>
      <p:sp>
        <p:nvSpPr>
          <p:cNvPr id="19" name="Text 15"/>
          <p:cNvSpPr txBox="1"/>
          <p:nvPr/>
        </p:nvSpPr>
        <p:spPr>
          <a:xfrm>
            <a:off x="5577840" y="5632704"/>
            <a:ext cx="1005840" cy="484632"/>
          </a:xfrm>
          <a:prstGeom prst="rect">
            <a:avLst/>
          </a:prstGeom>
          <a:noFill/>
          <a:ln/>
        </p:spPr>
        <p:txBody>
          <a:bodyPr wrap="square" lIns="0" tIns="0" rIns="0" bIns="0" rtlCol="0" anchor="ctr"/>
          <a:lstStyle/>
          <a:p>
            <a:pPr algn="ctr" indent="0" marL="0">
              <a:buNone/>
            </a:pPr>
            <a:r>
              <a:rPr lang="en-US" sz="1800" b="1" dirty="0">
                <a:solidFill>
                  <a:schemeClr val="bg1"/>
                </a:solidFill>
              </a:rPr>
              <a:t>met</a:t>
            </a:r>
            <a:endParaRPr lang="en-US" sz="1800" dirty="0"/>
          </a:p>
        </p:txBody>
      </p:sp>
      <p:sp>
        <p:nvSpPr>
          <p:cNvPr id="20" name="Shape 16"/>
          <p:cNvSpPr/>
          <p:nvPr/>
        </p:nvSpPr>
        <p:spPr>
          <a:xfrm>
            <a:off x="6766560" y="5632704"/>
            <a:ext cx="1005840" cy="484632"/>
          </a:xfrm>
          <a:prstGeom prst="roundRect">
            <a:avLst>
              <a:gd name="adj" fmla="val 18868"/>
            </a:avLst>
          </a:prstGeom>
          <a:solidFill>
            <a:schemeClr val="accent1"/>
          </a:solidFill>
          <a:ln w="12700">
            <a:solidFill>
              <a:srgbClr val="FFFFFF">
                <a:alpha val="0"/>
              </a:srgbClr>
            </a:solidFill>
            <a:prstDash val="solid"/>
          </a:ln>
        </p:spPr>
      </p:sp>
      <p:sp>
        <p:nvSpPr>
          <p:cNvPr id="21" name="Text 17"/>
          <p:cNvSpPr txBox="1"/>
          <p:nvPr/>
        </p:nvSpPr>
        <p:spPr>
          <a:xfrm>
            <a:off x="6766560" y="5632704"/>
            <a:ext cx="1005840" cy="484632"/>
          </a:xfrm>
          <a:prstGeom prst="rect">
            <a:avLst/>
          </a:prstGeom>
          <a:noFill/>
          <a:ln/>
        </p:spPr>
        <p:txBody>
          <a:bodyPr wrap="square" lIns="0" tIns="0" rIns="0" bIns="0" rtlCol="0" anchor="ctr"/>
          <a:lstStyle/>
          <a:p>
            <a:pPr algn="ctr" indent="0" marL="0">
              <a:buNone/>
            </a:pPr>
            <a:r>
              <a:rPr lang="en-US" sz="1800" b="1" dirty="0">
                <a:solidFill>
                  <a:schemeClr val="bg1"/>
                </a:solidFill>
              </a:rPr>
              <a:t>van</a:t>
            </a:r>
            <a:endParaRPr lang="en-US" sz="1800" dirty="0"/>
          </a:p>
        </p:txBody>
      </p:sp>
      <p:sp>
        <p:nvSpPr>
          <p:cNvPr id="22" name="Shape 18"/>
          <p:cNvSpPr/>
          <p:nvPr/>
        </p:nvSpPr>
        <p:spPr>
          <a:xfrm>
            <a:off x="7955280" y="5632704"/>
            <a:ext cx="1005840" cy="484632"/>
          </a:xfrm>
          <a:prstGeom prst="roundRect">
            <a:avLst>
              <a:gd name="adj" fmla="val 18868"/>
            </a:avLst>
          </a:prstGeom>
          <a:solidFill>
            <a:schemeClr val="accent1"/>
          </a:solidFill>
          <a:ln w="12700">
            <a:solidFill>
              <a:srgbClr val="FFFFFF">
                <a:alpha val="0"/>
              </a:srgbClr>
            </a:solidFill>
            <a:prstDash val="solid"/>
          </a:ln>
        </p:spPr>
      </p:sp>
      <p:sp>
        <p:nvSpPr>
          <p:cNvPr id="23" name="Text 19"/>
          <p:cNvSpPr txBox="1"/>
          <p:nvPr/>
        </p:nvSpPr>
        <p:spPr>
          <a:xfrm>
            <a:off x="7955280" y="5632704"/>
            <a:ext cx="1005840" cy="484632"/>
          </a:xfrm>
          <a:prstGeom prst="rect">
            <a:avLst/>
          </a:prstGeom>
          <a:noFill/>
          <a:ln/>
        </p:spPr>
        <p:txBody>
          <a:bodyPr wrap="square" lIns="0" tIns="0" rIns="0" bIns="0" rtlCol="0" anchor="ctr"/>
          <a:lstStyle/>
          <a:p>
            <a:pPr algn="ctr" indent="0" marL="0">
              <a:buNone/>
            </a:pPr>
            <a:r>
              <a:rPr lang="en-US" sz="1800" b="1" dirty="0">
                <a:solidFill>
                  <a:schemeClr val="bg1"/>
                </a:solidFill>
              </a:rPr>
              <a:t>voor</a:t>
            </a:r>
            <a:endParaRPr lang="en-US" sz="1800" dirty="0"/>
          </a:p>
        </p:txBody>
      </p:sp>
      <p:sp>
        <p:nvSpPr>
          <p:cNvPr id="24" name="Shape 20"/>
          <p:cNvSpPr/>
          <p:nvPr/>
        </p:nvSpPr>
        <p:spPr>
          <a:xfrm>
            <a:off x="9144000" y="5632704"/>
            <a:ext cx="1005840" cy="484632"/>
          </a:xfrm>
          <a:prstGeom prst="roundRect">
            <a:avLst>
              <a:gd name="adj" fmla="val 18868"/>
            </a:avLst>
          </a:prstGeom>
          <a:solidFill>
            <a:schemeClr val="accent1"/>
          </a:solidFill>
          <a:ln w="12700">
            <a:solidFill>
              <a:srgbClr val="FFFFFF">
                <a:alpha val="0"/>
              </a:srgbClr>
            </a:solidFill>
            <a:prstDash val="solid"/>
          </a:ln>
        </p:spPr>
      </p:sp>
      <p:sp>
        <p:nvSpPr>
          <p:cNvPr id="25" name="Text 21"/>
          <p:cNvSpPr txBox="1"/>
          <p:nvPr/>
        </p:nvSpPr>
        <p:spPr>
          <a:xfrm>
            <a:off x="9144000" y="5632704"/>
            <a:ext cx="1005840" cy="484632"/>
          </a:xfrm>
          <a:prstGeom prst="rect">
            <a:avLst/>
          </a:prstGeom>
          <a:noFill/>
          <a:ln/>
        </p:spPr>
        <p:txBody>
          <a:bodyPr wrap="square" lIns="0" tIns="0" rIns="0" bIns="0" rtlCol="0" anchor="ctr"/>
          <a:lstStyle/>
          <a:p>
            <a:pPr algn="ctr" indent="0" marL="0">
              <a:buNone/>
            </a:pPr>
            <a:r>
              <a:rPr lang="en-US" sz="1800" b="1" dirty="0">
                <a:solidFill>
                  <a:schemeClr val="bg1"/>
                </a:solidFill>
              </a:rPr>
              <a:t>aan</a:t>
            </a:r>
            <a:endParaRPr lang="en-US" sz="1800" dirty="0"/>
          </a:p>
        </p:txBody>
      </p:sp>
      <p:sp>
        <p:nvSpPr>
          <p:cNvPr id="26" name="Shape 22"/>
          <p:cNvSpPr/>
          <p:nvPr/>
        </p:nvSpPr>
        <p:spPr>
          <a:xfrm>
            <a:off x="10332720" y="5632704"/>
            <a:ext cx="1005840" cy="484632"/>
          </a:xfrm>
          <a:prstGeom prst="roundRect">
            <a:avLst>
              <a:gd name="adj" fmla="val 18868"/>
            </a:avLst>
          </a:prstGeom>
          <a:solidFill>
            <a:schemeClr val="accent1"/>
          </a:solidFill>
          <a:ln w="12700">
            <a:solidFill>
              <a:srgbClr val="FFFFFF">
                <a:alpha val="0"/>
              </a:srgbClr>
            </a:solidFill>
            <a:prstDash val="solid"/>
          </a:ln>
        </p:spPr>
      </p:sp>
      <p:sp>
        <p:nvSpPr>
          <p:cNvPr id="27" name="Text 23"/>
          <p:cNvSpPr txBox="1"/>
          <p:nvPr/>
        </p:nvSpPr>
        <p:spPr>
          <a:xfrm>
            <a:off x="10332720" y="5632704"/>
            <a:ext cx="1005840" cy="484632"/>
          </a:xfrm>
          <a:prstGeom prst="rect">
            <a:avLst/>
          </a:prstGeom>
          <a:noFill/>
          <a:ln/>
        </p:spPr>
        <p:txBody>
          <a:bodyPr wrap="square" lIns="0" tIns="0" rIns="0" bIns="0" rtlCol="0" anchor="ctr"/>
          <a:lstStyle/>
          <a:p>
            <a:pPr algn="ctr" indent="0" marL="0">
              <a:buNone/>
            </a:pPr>
            <a:r>
              <a:rPr lang="en-US" sz="1800" b="1" dirty="0">
                <a:solidFill>
                  <a:schemeClr val="bg1"/>
                </a:solidFill>
              </a:rPr>
              <a:t>over</a:t>
            </a:r>
            <a:endParaRPr lang="en-US" sz="1800" dirty="0"/>
          </a:p>
        </p:txBody>
      </p:sp>
      <p:sp>
        <p:nvSpPr>
          <p:cNvPr id="25" name="Slide Number Placeholder 0"/>
          <p:cNvSpPr>
            <a:spLocks noGrp="1"/>
          </p:cNvSpPr>
          <p:nvPr>
            <p:ph type="sldNum" sz="quarter" idx="4294967295"/>
          </p:nvPr>
        </p:nvSpPr>
        <p:spPr>
          <a:xfrm>
            <a:off x="11091672"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4A5A70"/>
                </a:solidFill>
              </a:defRPr>
            </a:lvl1pPr>
          </a:lstStyle>
          <a:p>
            <a:pPr algn="r"/>
            <a:fld id="{F7021451-1387-4CA6-816F-3879F97B5CBC}" type="slidenum">
              <a:rPr b="0"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1"/>
          <p:cNvSpPr/>
          <p:nvPr>
            <p:ph idx="101" type="title" hasCustomPrompt="1"/>
          </p:nvPr>
        </p:nvSpPr>
        <p:spPr>
          <a:xfrm>
            <a:off x="548640" y="621792"/>
            <a:ext cx="11091672" cy="713232"/>
          </a:xfrm>
          <a:prstGeom prst="rect">
            <a:avLst/>
          </a:prstGeom>
          <a:noFill/>
          <a:ln/>
        </p:spPr>
        <p:txBody>
          <a:bodyPr wrap="square" lIns="0" tIns="0" rIns="0" bIns="0" rtlCol="0" anchor="ctr"/>
          <a:lstStyle/>
          <a:p>
            <a:pPr algn="l" indent="0" marL="0">
              <a:buNone/>
            </a:pPr>
            <a:r>
              <a:rPr lang="en-US" sz="3000" b="1" dirty="0">
                <a:solidFill>
                  <a:schemeClr val="tx2"/>
                </a:solidFill>
              </a:rPr>
              <a:t>Exercice 2 — Le verbe et sa préposition</a:t>
            </a:r>
            <a:endParaRPr lang="en-US" sz="3000" dirty="0"/>
          </a:p>
        </p:txBody>
      </p:sp>
      <p:sp>
        <p:nvSpPr>
          <p:cNvPr id="3" name="tag"/>
          <p:cNvSpPr/>
          <p:nvPr/>
        </p:nvSpPr>
        <p:spPr>
          <a:xfrm>
            <a:off x="548640" y="237744"/>
            <a:ext cx="1228954" cy="310896"/>
          </a:xfrm>
          <a:prstGeom prst="roundRect">
            <a:avLst>
              <a:gd name="adj" fmla="val 14706"/>
            </a:avLst>
          </a:prstGeom>
          <a:solidFill>
            <a:schemeClr val="accent1"/>
          </a:solidFill>
          <a:ln/>
        </p:spPr>
        <p:txBody>
          <a:bodyPr wrap="square" lIns="0" tIns="0" rIns="0" bIns="0" rtlCol="0" anchor="ctr"/>
          <a:lstStyle/>
          <a:p>
            <a:pPr algn="ctr" indent="0" marL="0">
              <a:buNone/>
            </a:pPr>
            <a:r>
              <a:rPr lang="en-US" sz="1200" b="1" spc="100" kern="0" dirty="0">
                <a:solidFill>
                  <a:srgbClr val="FFFFFF"/>
                </a:solidFill>
              </a:rPr>
              <a:t>JIJ NU !</a:t>
            </a:r>
            <a:endParaRPr lang="en-US" sz="1200" dirty="0"/>
          </a:p>
        </p:txBody>
      </p:sp>
      <p:sp>
        <p:nvSpPr>
          <p:cNvPr id="4" name="tag"/>
          <p:cNvSpPr/>
          <p:nvPr/>
        </p:nvSpPr>
        <p:spPr>
          <a:xfrm>
            <a:off x="1887322" y="237744"/>
            <a:ext cx="1662379" cy="310896"/>
          </a:xfrm>
          <a:prstGeom prst="roundRect">
            <a:avLst>
              <a:gd name="adj" fmla="val 14706"/>
            </a:avLst>
          </a:prstGeom>
          <a:solidFill>
            <a:schemeClr val="accent3"/>
          </a:solidFill>
          <a:ln/>
        </p:spPr>
        <p:txBody>
          <a:bodyPr wrap="square" lIns="0" tIns="0" rIns="0" bIns="0" rtlCol="0" anchor="ctr"/>
          <a:lstStyle/>
          <a:p>
            <a:pPr algn="ctr" indent="0" marL="0">
              <a:buNone/>
            </a:pPr>
            <a:r>
              <a:rPr lang="en-US" sz="1200" b="1" spc="100" kern="0" dirty="0">
                <a:solidFill>
                  <a:srgbClr val="FFFFFF"/>
                </a:solidFill>
              </a:rPr>
              <a:t>✓ CORRECTIE</a:t>
            </a:r>
            <a:endParaRPr lang="en-US" sz="1200" dirty="0"/>
          </a:p>
        </p:txBody>
      </p:sp>
      <p:sp>
        <p:nvSpPr>
          <p:cNvPr id="5" name="Text 3"/>
          <p:cNvSpPr txBox="1"/>
          <p:nvPr/>
        </p:nvSpPr>
        <p:spPr>
          <a:xfrm>
            <a:off x="10177272" y="219456"/>
            <a:ext cx="1463040" cy="347472"/>
          </a:xfrm>
          <a:prstGeom prst="rect">
            <a:avLst/>
          </a:prstGeom>
          <a:noFill/>
          <a:ln/>
        </p:spPr>
        <p:txBody>
          <a:bodyPr wrap="square" lIns="0" tIns="0" rIns="0" bIns="0" rtlCol="0" anchor="ctr"/>
          <a:lstStyle/>
          <a:p>
            <a:pPr algn="r" indent="0" marL="0">
              <a:buNone/>
            </a:pPr>
            <a:r>
              <a:rPr lang="en-US" sz="1600" b="1" dirty="0">
                <a:solidFill>
                  <a:schemeClr val="accent1"/>
                </a:solidFill>
              </a:rPr>
              <a:t>★</a:t>
            </a:r>
            <a:endParaRPr lang="en-US" sz="1600" dirty="0"/>
          </a:p>
        </p:txBody>
      </p:sp>
      <p:pic>
        <p:nvPicPr>
          <p:cNvPr id="7" name="Image 0" descr="HandPointRight">    </p:cNvPr>
          <p:cNvPicPr>
            <a:picLocks noChangeAspect="1"/>
          </p:cNvPicPr>
          <p:nvPr/>
        </p:nvPicPr>
        <p:blipFill>
          <a:blip r:embed="rId1"/>
          <a:stretch>
            <a:fillRect/>
          </a:stretch>
        </p:blipFill>
        <p:spPr>
          <a:xfrm>
            <a:off x="548640" y="1517904"/>
            <a:ext cx="274320" cy="274320"/>
          </a:xfrm>
          <a:prstGeom prst="rect">
            <a:avLst/>
          </a:prstGeom>
        </p:spPr>
      </p:pic>
      <p:sp>
        <p:nvSpPr>
          <p:cNvPr id="8" name="Text 4"/>
          <p:cNvSpPr txBox="1"/>
          <p:nvPr/>
        </p:nvSpPr>
        <p:spPr>
          <a:xfrm>
            <a:off x="960120" y="1481328"/>
            <a:ext cx="10680192" cy="313944"/>
          </a:xfrm>
          <a:prstGeom prst="rect">
            <a:avLst/>
          </a:prstGeom>
          <a:noFill/>
          <a:ln/>
        </p:spPr>
        <p:txBody>
          <a:bodyPr wrap="square" lIns="0" tIns="0" rIns="0" bIns="0" rtlCol="0" anchor="t"/>
          <a:lstStyle/>
          <a:p>
            <a:pPr algn="l" indent="0" marL="0">
              <a:buNone/>
            </a:pPr>
            <a:r>
              <a:rPr lang="en-US" sz="1700" i="1" dirty="0">
                <a:solidFill>
                  <a:schemeClr val="accent5"/>
                </a:solidFill>
              </a:rPr>
              <a:t>Complétez avec la bonne préposition. Chaque préposition sert une fois.</a:t>
            </a:r>
            <a:endParaRPr lang="en-US" sz="1700" dirty="0"/>
          </a:p>
        </p:txBody>
      </p:sp>
      <p:sp>
        <p:nvSpPr>
          <p:cNvPr id="9" name="Text 5"/>
          <p:cNvSpPr txBox="1"/>
          <p:nvPr/>
        </p:nvSpPr>
        <p:spPr>
          <a:xfrm>
            <a:off x="548640" y="2115312"/>
            <a:ext cx="5340096" cy="3657600"/>
          </a:xfrm>
          <a:prstGeom prst="rect">
            <a:avLst/>
          </a:prstGeom>
          <a:noFill/>
          <a:ln/>
        </p:spPr>
        <p:txBody>
          <a:bodyPr wrap="square" lIns="0" tIns="0" rIns="0" bIns="0" rtlCol="0" anchor="t"/>
          <a:lstStyle/>
          <a:p>
            <a:pPr indent="0" marL="0">
              <a:spcAft>
                <a:spcPts val="3000"/>
              </a:spcAft>
              <a:buNone/>
            </a:pPr>
            <a:r>
              <a:rPr lang="en-US" sz="2100" b="1" dirty="0">
                <a:solidFill>
                  <a:schemeClr val="tx2"/>
                </a:solidFill>
              </a:rPr>
              <a:t>1  </a:t>
            </a:r>
            <a:r>
              <a:rPr lang="en-US" sz="2100" i="1" dirty="0">
                <a:solidFill>
                  <a:schemeClr val="tx1"/>
                </a:solidFill>
              </a:rPr>
              <a:t>Ik wacht </a:t>
            </a:r>
            <a:r>
              <a:rPr lang="en-US" sz="2100" b="1" i="1" dirty="0">
                <a:solidFill>
                  <a:schemeClr val="accent3"/>
                </a:solidFill>
              </a:rPr>
              <a:t>op</a:t>
            </a:r>
            <a:r>
              <a:rPr lang="en-US" sz="2100" i="1" dirty="0">
                <a:solidFill>
                  <a:schemeClr val="tx1"/>
                </a:solidFill>
              </a:rPr>
              <a:t> de trein.</a:t>
            </a:r>
            <a:endParaRPr lang="en-US" sz="2100" dirty="0"/>
          </a:p>
          <a:p>
            <a:pPr indent="0" marL="0">
              <a:spcAft>
                <a:spcPts val="3000"/>
              </a:spcAft>
              <a:buNone/>
            </a:pPr>
            <a:r>
              <a:rPr lang="en-US" sz="2100" b="1" dirty="0">
                <a:solidFill>
                  <a:schemeClr val="tx2"/>
                </a:solidFill>
              </a:rPr>
              <a:t>2  </a:t>
            </a:r>
            <a:r>
              <a:rPr lang="en-US" sz="2100" i="1" dirty="0">
                <a:solidFill>
                  <a:schemeClr val="tx1"/>
                </a:solidFill>
              </a:rPr>
              <a:t>Denk je </a:t>
            </a:r>
            <a:r>
              <a:rPr lang="en-US" sz="2100" b="1" i="1" dirty="0">
                <a:solidFill>
                  <a:schemeClr val="accent3"/>
                </a:solidFill>
              </a:rPr>
              <a:t>aan</a:t>
            </a:r>
            <a:r>
              <a:rPr lang="en-US" sz="2100" i="1" dirty="0">
                <a:solidFill>
                  <a:schemeClr val="tx1"/>
                </a:solidFill>
              </a:rPr>
              <a:t> de vergadering?</a:t>
            </a:r>
            <a:endParaRPr lang="en-US" sz="2100" dirty="0"/>
          </a:p>
          <a:p>
            <a:pPr indent="0" marL="0">
              <a:spcAft>
                <a:spcPts val="3000"/>
              </a:spcAft>
              <a:buNone/>
            </a:pPr>
            <a:r>
              <a:rPr lang="en-US" sz="2100" b="1" dirty="0">
                <a:solidFill>
                  <a:schemeClr val="tx2"/>
                </a:solidFill>
              </a:rPr>
              <a:t>3  </a:t>
            </a:r>
            <a:r>
              <a:rPr lang="en-US" sz="2100" i="1" dirty="0">
                <a:solidFill>
                  <a:schemeClr val="tx1"/>
                </a:solidFill>
              </a:rPr>
              <a:t>We praten </a:t>
            </a:r>
            <a:r>
              <a:rPr lang="en-US" sz="2100" b="1" i="1" dirty="0">
                <a:solidFill>
                  <a:schemeClr val="accent3"/>
                </a:solidFill>
              </a:rPr>
              <a:t>over</a:t>
            </a:r>
            <a:r>
              <a:rPr lang="en-US" sz="2100" i="1" dirty="0">
                <a:solidFill>
                  <a:schemeClr val="tx1"/>
                </a:solidFill>
              </a:rPr>
              <a:t> het budget.</a:t>
            </a:r>
            <a:endParaRPr lang="en-US" sz="2100" dirty="0"/>
          </a:p>
          <a:p>
            <a:pPr indent="0" marL="0">
              <a:spcAft>
                <a:spcPts val="3000"/>
              </a:spcAft>
              <a:buNone/>
            </a:pPr>
            <a:r>
              <a:rPr lang="en-US" sz="2100" b="1" dirty="0">
                <a:solidFill>
                  <a:schemeClr val="tx2"/>
                </a:solidFill>
              </a:rPr>
              <a:t>4  </a:t>
            </a:r>
            <a:r>
              <a:rPr lang="en-US" sz="2100" i="1" dirty="0">
                <a:solidFill>
                  <a:schemeClr val="tx1"/>
                </a:solidFill>
              </a:rPr>
              <a:t>Hij houdt </a:t>
            </a:r>
            <a:r>
              <a:rPr lang="en-US" sz="2100" b="1" i="1" dirty="0">
                <a:solidFill>
                  <a:schemeClr val="accent3"/>
                </a:solidFill>
              </a:rPr>
              <a:t>van</a:t>
            </a:r>
            <a:r>
              <a:rPr lang="en-US" sz="2100" i="1" dirty="0">
                <a:solidFill>
                  <a:schemeClr val="tx1"/>
                </a:solidFill>
              </a:rPr>
              <a:t> koken.</a:t>
            </a:r>
            <a:endParaRPr lang="en-US" sz="2100" dirty="0"/>
          </a:p>
        </p:txBody>
      </p:sp>
      <p:sp>
        <p:nvSpPr>
          <p:cNvPr id="10" name="Text 6"/>
          <p:cNvSpPr txBox="1"/>
          <p:nvPr/>
        </p:nvSpPr>
        <p:spPr>
          <a:xfrm>
            <a:off x="6300216" y="2115312"/>
            <a:ext cx="5340096" cy="3657600"/>
          </a:xfrm>
          <a:prstGeom prst="rect">
            <a:avLst/>
          </a:prstGeom>
          <a:noFill/>
          <a:ln/>
        </p:spPr>
        <p:txBody>
          <a:bodyPr wrap="square" lIns="0" tIns="0" rIns="0" bIns="0" rtlCol="0" anchor="t"/>
          <a:lstStyle/>
          <a:p>
            <a:pPr indent="0" marL="0">
              <a:spcAft>
                <a:spcPts val="3000"/>
              </a:spcAft>
              <a:buNone/>
            </a:pPr>
            <a:r>
              <a:rPr lang="en-US" sz="2100" b="1" dirty="0">
                <a:solidFill>
                  <a:schemeClr val="tx2"/>
                </a:solidFill>
              </a:rPr>
              <a:t>5  </a:t>
            </a:r>
            <a:r>
              <a:rPr lang="en-US" sz="2100" i="1" dirty="0">
                <a:solidFill>
                  <a:schemeClr val="tx1"/>
                </a:solidFill>
              </a:rPr>
              <a:t>Ik heb zin </a:t>
            </a:r>
            <a:r>
              <a:rPr lang="en-US" sz="2100" b="1" i="1" dirty="0">
                <a:solidFill>
                  <a:schemeClr val="accent3"/>
                </a:solidFill>
              </a:rPr>
              <a:t>in</a:t>
            </a:r>
            <a:r>
              <a:rPr lang="en-US" sz="2100" i="1" dirty="0">
                <a:solidFill>
                  <a:schemeClr val="tx1"/>
                </a:solidFill>
              </a:rPr>
              <a:t> een koffie.</a:t>
            </a:r>
            <a:endParaRPr lang="en-US" sz="2100" dirty="0"/>
          </a:p>
          <a:p>
            <a:pPr indent="0" marL="0">
              <a:spcAft>
                <a:spcPts val="3000"/>
              </a:spcAft>
              <a:buNone/>
            </a:pPr>
            <a:r>
              <a:rPr lang="en-US" sz="2100" b="1" dirty="0">
                <a:solidFill>
                  <a:schemeClr val="tx2"/>
                </a:solidFill>
              </a:rPr>
              <a:t>6  </a:t>
            </a:r>
            <a:r>
              <a:rPr lang="en-US" sz="2100" i="1" dirty="0">
                <a:solidFill>
                  <a:schemeClr val="tx1"/>
                </a:solidFill>
              </a:rPr>
              <a:t>Ze is bezig </a:t>
            </a:r>
            <a:r>
              <a:rPr lang="en-US" sz="2100" b="1" i="1" dirty="0">
                <a:solidFill>
                  <a:schemeClr val="accent3"/>
                </a:solidFill>
              </a:rPr>
              <a:t>met</a:t>
            </a:r>
            <a:r>
              <a:rPr lang="en-US" sz="2100" i="1" dirty="0">
                <a:solidFill>
                  <a:schemeClr val="tx1"/>
                </a:solidFill>
              </a:rPr>
              <a:t> een rapport.</a:t>
            </a:r>
            <a:endParaRPr lang="en-US" sz="2100" dirty="0"/>
          </a:p>
          <a:p>
            <a:pPr indent="0" marL="0">
              <a:spcAft>
                <a:spcPts val="3000"/>
              </a:spcAft>
              <a:buNone/>
            </a:pPr>
            <a:r>
              <a:rPr lang="en-US" sz="2100" b="1" dirty="0">
                <a:solidFill>
                  <a:schemeClr val="tx2"/>
                </a:solidFill>
              </a:rPr>
              <a:t>7  </a:t>
            </a:r>
            <a:r>
              <a:rPr lang="en-US" sz="2100" i="1" dirty="0">
                <a:solidFill>
                  <a:schemeClr val="tx1"/>
                </a:solidFill>
              </a:rPr>
              <a:t>Wie zorgt </a:t>
            </a:r>
            <a:r>
              <a:rPr lang="en-US" sz="2100" b="1" i="1" dirty="0">
                <a:solidFill>
                  <a:schemeClr val="accent3"/>
                </a:solidFill>
              </a:rPr>
              <a:t>voor</a:t>
            </a:r>
            <a:r>
              <a:rPr lang="en-US" sz="2100" i="1" dirty="0">
                <a:solidFill>
                  <a:schemeClr val="tx1"/>
                </a:solidFill>
              </a:rPr>
              <a:t> de lunch?</a:t>
            </a:r>
            <a:endParaRPr lang="en-US" sz="2100" dirty="0"/>
          </a:p>
          <a:p>
            <a:pPr indent="0" marL="0">
              <a:spcAft>
                <a:spcPts val="3000"/>
              </a:spcAft>
              <a:buNone/>
            </a:pPr>
            <a:r>
              <a:rPr lang="en-US" sz="2100" b="1" dirty="0">
                <a:solidFill>
                  <a:schemeClr val="tx2"/>
                </a:solidFill>
              </a:rPr>
              <a:t>8  </a:t>
            </a:r>
            <a:r>
              <a:rPr lang="en-US" sz="2100" i="1" dirty="0">
                <a:solidFill>
                  <a:schemeClr val="tx1"/>
                </a:solidFill>
              </a:rPr>
              <a:t>Ik kijk </a:t>
            </a:r>
            <a:r>
              <a:rPr lang="en-US" sz="2100" b="1" i="1" dirty="0">
                <a:solidFill>
                  <a:schemeClr val="accent3"/>
                </a:solidFill>
              </a:rPr>
              <a:t>naar</a:t>
            </a:r>
            <a:r>
              <a:rPr lang="en-US" sz="2100" i="1" dirty="0">
                <a:solidFill>
                  <a:schemeClr val="tx1"/>
                </a:solidFill>
              </a:rPr>
              <a:t> het nieuws.</a:t>
            </a:r>
            <a:endParaRPr lang="en-US" sz="2100" dirty="0"/>
          </a:p>
        </p:txBody>
      </p:sp>
      <p:sp>
        <p:nvSpPr>
          <p:cNvPr id="11" name="Shape 7"/>
          <p:cNvSpPr/>
          <p:nvPr/>
        </p:nvSpPr>
        <p:spPr>
          <a:xfrm>
            <a:off x="548640" y="5486400"/>
            <a:ext cx="11091672" cy="777240"/>
          </a:xfrm>
          <a:prstGeom prst="roundRect">
            <a:avLst>
              <a:gd name="adj" fmla="val 9412"/>
            </a:avLst>
          </a:prstGeom>
          <a:solidFill>
            <a:schemeClr val="bg2"/>
          </a:solidFill>
          <a:ln w="12700">
            <a:solidFill>
              <a:srgbClr val="D5DCE6"/>
            </a:solidFill>
            <a:prstDash val="solid"/>
          </a:ln>
        </p:spPr>
      </p:sp>
      <p:sp>
        <p:nvSpPr>
          <p:cNvPr id="12" name="Text 8"/>
          <p:cNvSpPr txBox="1"/>
          <p:nvPr/>
        </p:nvSpPr>
        <p:spPr>
          <a:xfrm>
            <a:off x="731520" y="5486400"/>
            <a:ext cx="1188720" cy="777240"/>
          </a:xfrm>
          <a:prstGeom prst="rect">
            <a:avLst/>
          </a:prstGeom>
          <a:noFill/>
          <a:ln/>
        </p:spPr>
        <p:txBody>
          <a:bodyPr wrap="square" lIns="0" tIns="0" rIns="0" bIns="0" rtlCol="0" anchor="ctr"/>
          <a:lstStyle/>
          <a:p>
            <a:pPr algn="l" indent="0" marL="0">
              <a:buNone/>
            </a:pPr>
            <a:r>
              <a:rPr lang="en-US" sz="1200" b="1" spc="200" kern="0" dirty="0">
                <a:solidFill>
                  <a:schemeClr val="accent5"/>
                </a:solidFill>
              </a:rPr>
              <a:t>BANQUE</a:t>
            </a:r>
            <a:endParaRPr lang="en-US" sz="1200" dirty="0"/>
          </a:p>
        </p:txBody>
      </p:sp>
      <p:sp>
        <p:nvSpPr>
          <p:cNvPr id="13" name="Shape 9"/>
          <p:cNvSpPr/>
          <p:nvPr/>
        </p:nvSpPr>
        <p:spPr>
          <a:xfrm>
            <a:off x="2011680" y="5632704"/>
            <a:ext cx="1005840" cy="484632"/>
          </a:xfrm>
          <a:prstGeom prst="roundRect">
            <a:avLst>
              <a:gd name="adj" fmla="val 18868"/>
            </a:avLst>
          </a:prstGeom>
          <a:solidFill>
            <a:schemeClr val="accent1"/>
          </a:solidFill>
          <a:ln w="12700">
            <a:solidFill>
              <a:srgbClr val="FFFFFF">
                <a:alpha val="0"/>
              </a:srgbClr>
            </a:solidFill>
            <a:prstDash val="solid"/>
          </a:ln>
        </p:spPr>
      </p:sp>
      <p:sp>
        <p:nvSpPr>
          <p:cNvPr id="14" name="Text 10"/>
          <p:cNvSpPr txBox="1"/>
          <p:nvPr/>
        </p:nvSpPr>
        <p:spPr>
          <a:xfrm>
            <a:off x="2011680" y="5632704"/>
            <a:ext cx="1005840" cy="484632"/>
          </a:xfrm>
          <a:prstGeom prst="rect">
            <a:avLst/>
          </a:prstGeom>
          <a:noFill/>
          <a:ln/>
        </p:spPr>
        <p:txBody>
          <a:bodyPr wrap="square" lIns="0" tIns="0" rIns="0" bIns="0" rtlCol="0" anchor="ctr"/>
          <a:lstStyle/>
          <a:p>
            <a:pPr algn="ctr" indent="0" marL="0">
              <a:buNone/>
            </a:pPr>
            <a:r>
              <a:rPr lang="en-US" sz="1800" b="1" dirty="0">
                <a:solidFill>
                  <a:schemeClr val="bg1"/>
                </a:solidFill>
              </a:rPr>
              <a:t>in</a:t>
            </a:r>
            <a:endParaRPr lang="en-US" sz="1800" dirty="0"/>
          </a:p>
        </p:txBody>
      </p:sp>
      <p:sp>
        <p:nvSpPr>
          <p:cNvPr id="15" name="Shape 11"/>
          <p:cNvSpPr/>
          <p:nvPr/>
        </p:nvSpPr>
        <p:spPr>
          <a:xfrm>
            <a:off x="3200400" y="5632704"/>
            <a:ext cx="1005840" cy="484632"/>
          </a:xfrm>
          <a:prstGeom prst="roundRect">
            <a:avLst>
              <a:gd name="adj" fmla="val 18868"/>
            </a:avLst>
          </a:prstGeom>
          <a:solidFill>
            <a:schemeClr val="accent1"/>
          </a:solidFill>
          <a:ln w="12700">
            <a:solidFill>
              <a:srgbClr val="FFFFFF">
                <a:alpha val="0"/>
              </a:srgbClr>
            </a:solidFill>
            <a:prstDash val="solid"/>
          </a:ln>
        </p:spPr>
      </p:sp>
      <p:sp>
        <p:nvSpPr>
          <p:cNvPr id="16" name="Text 12"/>
          <p:cNvSpPr txBox="1"/>
          <p:nvPr/>
        </p:nvSpPr>
        <p:spPr>
          <a:xfrm>
            <a:off x="3200400" y="5632704"/>
            <a:ext cx="1005840" cy="484632"/>
          </a:xfrm>
          <a:prstGeom prst="rect">
            <a:avLst/>
          </a:prstGeom>
          <a:noFill/>
          <a:ln/>
        </p:spPr>
        <p:txBody>
          <a:bodyPr wrap="square" lIns="0" tIns="0" rIns="0" bIns="0" rtlCol="0" anchor="ctr"/>
          <a:lstStyle/>
          <a:p>
            <a:pPr algn="ctr" indent="0" marL="0">
              <a:buNone/>
            </a:pPr>
            <a:r>
              <a:rPr lang="en-US" sz="1800" b="1" dirty="0">
                <a:solidFill>
                  <a:schemeClr val="bg1"/>
                </a:solidFill>
              </a:rPr>
              <a:t>naar</a:t>
            </a:r>
            <a:endParaRPr lang="en-US" sz="1800" dirty="0"/>
          </a:p>
        </p:txBody>
      </p:sp>
      <p:sp>
        <p:nvSpPr>
          <p:cNvPr id="17" name="Shape 13"/>
          <p:cNvSpPr/>
          <p:nvPr/>
        </p:nvSpPr>
        <p:spPr>
          <a:xfrm>
            <a:off x="4389120" y="5632704"/>
            <a:ext cx="1005840" cy="484632"/>
          </a:xfrm>
          <a:prstGeom prst="roundRect">
            <a:avLst>
              <a:gd name="adj" fmla="val 18868"/>
            </a:avLst>
          </a:prstGeom>
          <a:solidFill>
            <a:schemeClr val="accent1"/>
          </a:solidFill>
          <a:ln w="12700">
            <a:solidFill>
              <a:srgbClr val="FFFFFF">
                <a:alpha val="0"/>
              </a:srgbClr>
            </a:solidFill>
            <a:prstDash val="solid"/>
          </a:ln>
        </p:spPr>
      </p:sp>
      <p:sp>
        <p:nvSpPr>
          <p:cNvPr id="18" name="Text 14"/>
          <p:cNvSpPr txBox="1"/>
          <p:nvPr/>
        </p:nvSpPr>
        <p:spPr>
          <a:xfrm>
            <a:off x="4389120" y="5632704"/>
            <a:ext cx="1005840" cy="484632"/>
          </a:xfrm>
          <a:prstGeom prst="rect">
            <a:avLst/>
          </a:prstGeom>
          <a:noFill/>
          <a:ln/>
        </p:spPr>
        <p:txBody>
          <a:bodyPr wrap="square" lIns="0" tIns="0" rIns="0" bIns="0" rtlCol="0" anchor="ctr"/>
          <a:lstStyle/>
          <a:p>
            <a:pPr algn="ctr" indent="0" marL="0">
              <a:buNone/>
            </a:pPr>
            <a:r>
              <a:rPr lang="en-US" sz="1800" b="1" dirty="0">
                <a:solidFill>
                  <a:schemeClr val="bg1"/>
                </a:solidFill>
              </a:rPr>
              <a:t>op</a:t>
            </a:r>
            <a:endParaRPr lang="en-US" sz="1800" dirty="0"/>
          </a:p>
        </p:txBody>
      </p:sp>
      <p:sp>
        <p:nvSpPr>
          <p:cNvPr id="19" name="Shape 15"/>
          <p:cNvSpPr/>
          <p:nvPr/>
        </p:nvSpPr>
        <p:spPr>
          <a:xfrm>
            <a:off x="5577840" y="5632704"/>
            <a:ext cx="1005840" cy="484632"/>
          </a:xfrm>
          <a:prstGeom prst="roundRect">
            <a:avLst>
              <a:gd name="adj" fmla="val 18868"/>
            </a:avLst>
          </a:prstGeom>
          <a:solidFill>
            <a:schemeClr val="accent1"/>
          </a:solidFill>
          <a:ln w="12700">
            <a:solidFill>
              <a:srgbClr val="FFFFFF">
                <a:alpha val="0"/>
              </a:srgbClr>
            </a:solidFill>
            <a:prstDash val="solid"/>
          </a:ln>
        </p:spPr>
      </p:sp>
      <p:sp>
        <p:nvSpPr>
          <p:cNvPr id="20" name="Text 16"/>
          <p:cNvSpPr txBox="1"/>
          <p:nvPr/>
        </p:nvSpPr>
        <p:spPr>
          <a:xfrm>
            <a:off x="5577840" y="5632704"/>
            <a:ext cx="1005840" cy="484632"/>
          </a:xfrm>
          <a:prstGeom prst="rect">
            <a:avLst/>
          </a:prstGeom>
          <a:noFill/>
          <a:ln/>
        </p:spPr>
        <p:txBody>
          <a:bodyPr wrap="square" lIns="0" tIns="0" rIns="0" bIns="0" rtlCol="0" anchor="ctr"/>
          <a:lstStyle/>
          <a:p>
            <a:pPr algn="ctr" indent="0" marL="0">
              <a:buNone/>
            </a:pPr>
            <a:r>
              <a:rPr lang="en-US" sz="1800" b="1" dirty="0">
                <a:solidFill>
                  <a:schemeClr val="bg1"/>
                </a:solidFill>
              </a:rPr>
              <a:t>met</a:t>
            </a:r>
            <a:endParaRPr lang="en-US" sz="1800" dirty="0"/>
          </a:p>
        </p:txBody>
      </p:sp>
      <p:sp>
        <p:nvSpPr>
          <p:cNvPr id="21" name="Shape 17"/>
          <p:cNvSpPr/>
          <p:nvPr/>
        </p:nvSpPr>
        <p:spPr>
          <a:xfrm>
            <a:off x="6766560" y="5632704"/>
            <a:ext cx="1005840" cy="484632"/>
          </a:xfrm>
          <a:prstGeom prst="roundRect">
            <a:avLst>
              <a:gd name="adj" fmla="val 18868"/>
            </a:avLst>
          </a:prstGeom>
          <a:solidFill>
            <a:schemeClr val="accent1"/>
          </a:solidFill>
          <a:ln w="12700">
            <a:solidFill>
              <a:srgbClr val="FFFFFF">
                <a:alpha val="0"/>
              </a:srgbClr>
            </a:solidFill>
            <a:prstDash val="solid"/>
          </a:ln>
        </p:spPr>
      </p:sp>
      <p:sp>
        <p:nvSpPr>
          <p:cNvPr id="22" name="Text 18"/>
          <p:cNvSpPr txBox="1"/>
          <p:nvPr/>
        </p:nvSpPr>
        <p:spPr>
          <a:xfrm>
            <a:off x="6766560" y="5632704"/>
            <a:ext cx="1005840" cy="484632"/>
          </a:xfrm>
          <a:prstGeom prst="rect">
            <a:avLst/>
          </a:prstGeom>
          <a:noFill/>
          <a:ln/>
        </p:spPr>
        <p:txBody>
          <a:bodyPr wrap="square" lIns="0" tIns="0" rIns="0" bIns="0" rtlCol="0" anchor="ctr"/>
          <a:lstStyle/>
          <a:p>
            <a:pPr algn="ctr" indent="0" marL="0">
              <a:buNone/>
            </a:pPr>
            <a:r>
              <a:rPr lang="en-US" sz="1800" b="1" dirty="0">
                <a:solidFill>
                  <a:schemeClr val="bg1"/>
                </a:solidFill>
              </a:rPr>
              <a:t>van</a:t>
            </a:r>
            <a:endParaRPr lang="en-US" sz="1800" dirty="0"/>
          </a:p>
        </p:txBody>
      </p:sp>
      <p:sp>
        <p:nvSpPr>
          <p:cNvPr id="23" name="Shape 19"/>
          <p:cNvSpPr/>
          <p:nvPr/>
        </p:nvSpPr>
        <p:spPr>
          <a:xfrm>
            <a:off x="7955280" y="5632704"/>
            <a:ext cx="1005840" cy="484632"/>
          </a:xfrm>
          <a:prstGeom prst="roundRect">
            <a:avLst>
              <a:gd name="adj" fmla="val 18868"/>
            </a:avLst>
          </a:prstGeom>
          <a:solidFill>
            <a:schemeClr val="accent1"/>
          </a:solidFill>
          <a:ln w="12700">
            <a:solidFill>
              <a:srgbClr val="FFFFFF">
                <a:alpha val="0"/>
              </a:srgbClr>
            </a:solidFill>
            <a:prstDash val="solid"/>
          </a:ln>
        </p:spPr>
      </p:sp>
      <p:sp>
        <p:nvSpPr>
          <p:cNvPr id="24" name="Text 20"/>
          <p:cNvSpPr txBox="1"/>
          <p:nvPr/>
        </p:nvSpPr>
        <p:spPr>
          <a:xfrm>
            <a:off x="7955280" y="5632704"/>
            <a:ext cx="1005840" cy="484632"/>
          </a:xfrm>
          <a:prstGeom prst="rect">
            <a:avLst/>
          </a:prstGeom>
          <a:noFill/>
          <a:ln/>
        </p:spPr>
        <p:txBody>
          <a:bodyPr wrap="square" lIns="0" tIns="0" rIns="0" bIns="0" rtlCol="0" anchor="ctr"/>
          <a:lstStyle/>
          <a:p>
            <a:pPr algn="ctr" indent="0" marL="0">
              <a:buNone/>
            </a:pPr>
            <a:r>
              <a:rPr lang="en-US" sz="1800" b="1" dirty="0">
                <a:solidFill>
                  <a:schemeClr val="bg1"/>
                </a:solidFill>
              </a:rPr>
              <a:t>voor</a:t>
            </a:r>
            <a:endParaRPr lang="en-US" sz="1800" dirty="0"/>
          </a:p>
        </p:txBody>
      </p:sp>
      <p:sp>
        <p:nvSpPr>
          <p:cNvPr id="25" name="Shape 21"/>
          <p:cNvSpPr/>
          <p:nvPr/>
        </p:nvSpPr>
        <p:spPr>
          <a:xfrm>
            <a:off x="9144000" y="5632704"/>
            <a:ext cx="1005840" cy="484632"/>
          </a:xfrm>
          <a:prstGeom prst="roundRect">
            <a:avLst>
              <a:gd name="adj" fmla="val 18868"/>
            </a:avLst>
          </a:prstGeom>
          <a:solidFill>
            <a:schemeClr val="accent1"/>
          </a:solidFill>
          <a:ln w="12700">
            <a:solidFill>
              <a:srgbClr val="FFFFFF">
                <a:alpha val="0"/>
              </a:srgbClr>
            </a:solidFill>
            <a:prstDash val="solid"/>
          </a:ln>
        </p:spPr>
      </p:sp>
      <p:sp>
        <p:nvSpPr>
          <p:cNvPr id="26" name="Text 22"/>
          <p:cNvSpPr txBox="1"/>
          <p:nvPr/>
        </p:nvSpPr>
        <p:spPr>
          <a:xfrm>
            <a:off x="9144000" y="5632704"/>
            <a:ext cx="1005840" cy="484632"/>
          </a:xfrm>
          <a:prstGeom prst="rect">
            <a:avLst/>
          </a:prstGeom>
          <a:noFill/>
          <a:ln/>
        </p:spPr>
        <p:txBody>
          <a:bodyPr wrap="square" lIns="0" tIns="0" rIns="0" bIns="0" rtlCol="0" anchor="ctr"/>
          <a:lstStyle/>
          <a:p>
            <a:pPr algn="ctr" indent="0" marL="0">
              <a:buNone/>
            </a:pPr>
            <a:r>
              <a:rPr lang="en-US" sz="1800" b="1" dirty="0">
                <a:solidFill>
                  <a:schemeClr val="bg1"/>
                </a:solidFill>
              </a:rPr>
              <a:t>aan</a:t>
            </a:r>
            <a:endParaRPr lang="en-US" sz="1800" dirty="0"/>
          </a:p>
        </p:txBody>
      </p:sp>
      <p:sp>
        <p:nvSpPr>
          <p:cNvPr id="27" name="Shape 23"/>
          <p:cNvSpPr/>
          <p:nvPr/>
        </p:nvSpPr>
        <p:spPr>
          <a:xfrm>
            <a:off x="10332720" y="5632704"/>
            <a:ext cx="1005840" cy="484632"/>
          </a:xfrm>
          <a:prstGeom prst="roundRect">
            <a:avLst>
              <a:gd name="adj" fmla="val 18868"/>
            </a:avLst>
          </a:prstGeom>
          <a:solidFill>
            <a:schemeClr val="accent1"/>
          </a:solidFill>
          <a:ln w="12700">
            <a:solidFill>
              <a:srgbClr val="FFFFFF">
                <a:alpha val="0"/>
              </a:srgbClr>
            </a:solidFill>
            <a:prstDash val="solid"/>
          </a:ln>
        </p:spPr>
      </p:sp>
      <p:sp>
        <p:nvSpPr>
          <p:cNvPr id="28" name="Text 24"/>
          <p:cNvSpPr txBox="1"/>
          <p:nvPr/>
        </p:nvSpPr>
        <p:spPr>
          <a:xfrm>
            <a:off x="10332720" y="5632704"/>
            <a:ext cx="1005840" cy="484632"/>
          </a:xfrm>
          <a:prstGeom prst="rect">
            <a:avLst/>
          </a:prstGeom>
          <a:noFill/>
          <a:ln/>
        </p:spPr>
        <p:txBody>
          <a:bodyPr wrap="square" lIns="0" tIns="0" rIns="0" bIns="0" rtlCol="0" anchor="ctr"/>
          <a:lstStyle/>
          <a:p>
            <a:pPr algn="ctr" indent="0" marL="0">
              <a:buNone/>
            </a:pPr>
            <a:r>
              <a:rPr lang="en-US" sz="1800" b="1" dirty="0">
                <a:solidFill>
                  <a:schemeClr val="bg1"/>
                </a:solidFill>
              </a:rPr>
              <a:t>over</a:t>
            </a:r>
            <a:endParaRPr lang="en-US" sz="1800" dirty="0"/>
          </a:p>
        </p:txBody>
      </p:sp>
      <p:sp>
        <p:nvSpPr>
          <p:cNvPr id="25" name="Slide Number Placeholder 0"/>
          <p:cNvSpPr>
            <a:spLocks noGrp="1"/>
          </p:cNvSpPr>
          <p:nvPr>
            <p:ph type="sldNum" sz="quarter" idx="4294967295"/>
          </p:nvPr>
        </p:nvSpPr>
        <p:spPr>
          <a:xfrm>
            <a:off x="11091672"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4A5A70"/>
                </a:solidFill>
              </a:defRPr>
            </a:lvl1pPr>
          </a:lstStyle>
          <a:p>
            <a:pPr algn="r"/>
            <a:fld id="{F7021451-1387-4CA6-816F-3879F97B5CBC}" type="slidenum">
              <a:rPr b="0"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1"/>
          <p:cNvSpPr/>
          <p:nvPr>
            <p:ph idx="101" type="title" hasCustomPrompt="1"/>
          </p:nvPr>
        </p:nvSpPr>
        <p:spPr>
          <a:xfrm>
            <a:off x="548640" y="621792"/>
            <a:ext cx="11091672" cy="713232"/>
          </a:xfrm>
          <a:prstGeom prst="rect">
            <a:avLst/>
          </a:prstGeom>
          <a:noFill/>
          <a:ln/>
        </p:spPr>
        <p:txBody>
          <a:bodyPr wrap="square" lIns="0" tIns="0" rIns="0" bIns="0" rtlCol="0" anchor="ctr"/>
          <a:lstStyle/>
          <a:p>
            <a:pPr algn="l" indent="0" marL="0">
              <a:buNone/>
            </a:pPr>
            <a:r>
              <a:rPr lang="en-US" sz="3000" b="1" dirty="0">
                <a:solidFill>
                  <a:schemeClr val="tx2"/>
                </a:solidFill>
              </a:rPr>
              <a:t>Exercice 3 — Posez la question</a:t>
            </a:r>
            <a:endParaRPr lang="en-US" sz="3000" dirty="0"/>
          </a:p>
        </p:txBody>
      </p:sp>
      <p:sp>
        <p:nvSpPr>
          <p:cNvPr id="3" name="tag"/>
          <p:cNvSpPr/>
          <p:nvPr/>
        </p:nvSpPr>
        <p:spPr>
          <a:xfrm>
            <a:off x="548640" y="237744"/>
            <a:ext cx="1228954" cy="310896"/>
          </a:xfrm>
          <a:prstGeom prst="roundRect">
            <a:avLst>
              <a:gd name="adj" fmla="val 14706"/>
            </a:avLst>
          </a:prstGeom>
          <a:solidFill>
            <a:schemeClr val="accent1"/>
          </a:solidFill>
          <a:ln/>
        </p:spPr>
        <p:txBody>
          <a:bodyPr wrap="square" lIns="0" tIns="0" rIns="0" bIns="0" rtlCol="0" anchor="ctr"/>
          <a:lstStyle/>
          <a:p>
            <a:pPr algn="ctr" indent="0" marL="0">
              <a:buNone/>
            </a:pPr>
            <a:r>
              <a:rPr lang="en-US" sz="1200" b="1" spc="100" kern="0" dirty="0">
                <a:solidFill>
                  <a:srgbClr val="FFFFFF"/>
                </a:solidFill>
              </a:rPr>
              <a:t>JIJ NU !</a:t>
            </a:r>
            <a:endParaRPr lang="en-US" sz="1200" dirty="0"/>
          </a:p>
        </p:txBody>
      </p:sp>
      <p:sp>
        <p:nvSpPr>
          <p:cNvPr id="4" name="Text 2"/>
          <p:cNvSpPr txBox="1"/>
          <p:nvPr/>
        </p:nvSpPr>
        <p:spPr>
          <a:xfrm>
            <a:off x="10177272" y="219456"/>
            <a:ext cx="1463040" cy="347472"/>
          </a:xfrm>
          <a:prstGeom prst="rect">
            <a:avLst/>
          </a:prstGeom>
          <a:noFill/>
          <a:ln/>
        </p:spPr>
        <p:txBody>
          <a:bodyPr wrap="square" lIns="0" tIns="0" rIns="0" bIns="0" rtlCol="0" anchor="ctr"/>
          <a:lstStyle/>
          <a:p>
            <a:pPr algn="r" indent="0" marL="0">
              <a:buNone/>
            </a:pPr>
            <a:r>
              <a:rPr lang="en-US" sz="1600" b="1" dirty="0">
                <a:solidFill>
                  <a:schemeClr val="accent1"/>
                </a:solidFill>
              </a:rPr>
              <a:t>★★</a:t>
            </a:r>
            <a:endParaRPr lang="en-US" sz="1600" dirty="0"/>
          </a:p>
        </p:txBody>
      </p:sp>
      <p:pic>
        <p:nvPicPr>
          <p:cNvPr id="6" name="Image 0" descr="HandPointRight">    </p:cNvPr>
          <p:cNvPicPr>
            <a:picLocks noChangeAspect="1"/>
          </p:cNvPicPr>
          <p:nvPr/>
        </p:nvPicPr>
        <p:blipFill>
          <a:blip r:embed="rId1"/>
          <a:stretch>
            <a:fillRect/>
          </a:stretch>
        </p:blipFill>
        <p:spPr>
          <a:xfrm>
            <a:off x="548640" y="1517904"/>
            <a:ext cx="274320" cy="274320"/>
          </a:xfrm>
          <a:prstGeom prst="rect">
            <a:avLst/>
          </a:prstGeom>
        </p:spPr>
      </p:pic>
      <p:sp>
        <p:nvSpPr>
          <p:cNvPr id="7" name="Text 3"/>
          <p:cNvSpPr txBox="1"/>
          <p:nvPr/>
        </p:nvSpPr>
        <p:spPr>
          <a:xfrm>
            <a:off x="960120" y="1481328"/>
            <a:ext cx="10680192" cy="313944"/>
          </a:xfrm>
          <a:prstGeom prst="rect">
            <a:avLst/>
          </a:prstGeom>
          <a:noFill/>
          <a:ln/>
        </p:spPr>
        <p:txBody>
          <a:bodyPr wrap="square" lIns="0" tIns="0" rIns="0" bIns="0" rtlCol="0" anchor="t"/>
          <a:lstStyle/>
          <a:p>
            <a:pPr algn="l" indent="0" marL="0">
              <a:buNone/>
            </a:pPr>
            <a:r>
              <a:rPr lang="en-US" sz="1700" i="1" dirty="0">
                <a:solidFill>
                  <a:schemeClr val="accent5"/>
                </a:solidFill>
              </a:rPr>
              <a:t>Posez la question qui correspond à la partie soulignée. Chose ou personne ?</a:t>
            </a:r>
            <a:endParaRPr lang="en-US" sz="1700" dirty="0"/>
          </a:p>
        </p:txBody>
      </p:sp>
      <p:sp>
        <p:nvSpPr>
          <p:cNvPr id="8" name="Shape 4"/>
          <p:cNvSpPr/>
          <p:nvPr/>
        </p:nvSpPr>
        <p:spPr>
          <a:xfrm>
            <a:off x="548640" y="2112772"/>
            <a:ext cx="365760" cy="365760"/>
          </a:xfrm>
          <a:prstGeom prst="ellipse">
            <a:avLst/>
          </a:prstGeom>
          <a:solidFill>
            <a:schemeClr val="accent5"/>
          </a:solidFill>
          <a:ln w="12700">
            <a:solidFill>
              <a:srgbClr val="FFFFFF">
                <a:alpha val="0"/>
              </a:srgbClr>
            </a:solidFill>
            <a:prstDash val="solid"/>
          </a:ln>
        </p:spPr>
      </p:sp>
      <p:sp>
        <p:nvSpPr>
          <p:cNvPr id="9" name="Text 5"/>
          <p:cNvSpPr txBox="1"/>
          <p:nvPr/>
        </p:nvSpPr>
        <p:spPr>
          <a:xfrm>
            <a:off x="548640" y="2112772"/>
            <a:ext cx="365760" cy="365760"/>
          </a:xfrm>
          <a:prstGeom prst="rect">
            <a:avLst/>
          </a:prstGeom>
          <a:noFill/>
          <a:ln/>
        </p:spPr>
        <p:txBody>
          <a:bodyPr wrap="square" lIns="0" tIns="0" rIns="0" bIns="0" rtlCol="0" anchor="ctr"/>
          <a:lstStyle/>
          <a:p>
            <a:pPr algn="ctr" indent="0" marL="0">
              <a:buNone/>
            </a:pPr>
            <a:r>
              <a:rPr lang="en-US" sz="1300" b="1" dirty="0">
                <a:solidFill>
                  <a:schemeClr val="bg1"/>
                </a:solidFill>
              </a:rPr>
              <a:t>1</a:t>
            </a:r>
            <a:endParaRPr lang="en-US" sz="1300" dirty="0"/>
          </a:p>
        </p:txBody>
      </p:sp>
      <p:sp>
        <p:nvSpPr>
          <p:cNvPr id="10" name="Shape 6"/>
          <p:cNvSpPr/>
          <p:nvPr/>
        </p:nvSpPr>
        <p:spPr>
          <a:xfrm>
            <a:off x="1005840" y="1978152"/>
            <a:ext cx="4160520" cy="616712"/>
          </a:xfrm>
          <a:prstGeom prst="roundRect">
            <a:avLst>
              <a:gd name="adj" fmla="val 11862"/>
            </a:avLst>
          </a:prstGeom>
          <a:solidFill>
            <a:schemeClr val="bg2"/>
          </a:solidFill>
          <a:ln w="12700">
            <a:solidFill>
              <a:srgbClr val="D5DCE6"/>
            </a:solidFill>
            <a:prstDash val="solid"/>
          </a:ln>
        </p:spPr>
      </p:sp>
      <p:sp>
        <p:nvSpPr>
          <p:cNvPr id="11" name="Text 7"/>
          <p:cNvSpPr txBox="1"/>
          <p:nvPr/>
        </p:nvSpPr>
        <p:spPr>
          <a:xfrm>
            <a:off x="1143000" y="1978152"/>
            <a:ext cx="3977640" cy="616712"/>
          </a:xfrm>
          <a:prstGeom prst="rect">
            <a:avLst/>
          </a:prstGeom>
          <a:noFill/>
          <a:ln/>
        </p:spPr>
        <p:txBody>
          <a:bodyPr wrap="square" lIns="0" tIns="0" rIns="0" bIns="0" rtlCol="0" anchor="ctr"/>
          <a:lstStyle/>
          <a:p>
            <a:pPr algn="l" indent="0" marL="0">
              <a:buNone/>
            </a:pPr>
            <a:r>
              <a:rPr lang="en-US" sz="1800" i="1" dirty="0">
                <a:solidFill>
                  <a:schemeClr val="tx1"/>
                </a:solidFill>
              </a:rPr>
              <a:t>Ik wacht </a:t>
            </a:r>
            <a:r>
              <a:rPr lang="en-US" sz="1800" i="1" u="sng" dirty="0">
                <a:solidFill>
                  <a:schemeClr val="tx1"/>
                </a:solidFill>
              </a:rPr>
              <a:t>op de bus</a:t>
            </a:r>
            <a:r>
              <a:rPr lang="en-US" sz="1800" i="1" dirty="0">
                <a:solidFill>
                  <a:schemeClr val="tx1"/>
                </a:solidFill>
              </a:rPr>
              <a:t>.</a:t>
            </a:r>
            <a:endParaRPr lang="en-US" sz="1800" dirty="0"/>
          </a:p>
        </p:txBody>
      </p:sp>
      <p:sp>
        <p:nvSpPr>
          <p:cNvPr id="12" name="Shape 8"/>
          <p:cNvSpPr/>
          <p:nvPr/>
        </p:nvSpPr>
        <p:spPr>
          <a:xfrm>
            <a:off x="6446520" y="2295652"/>
            <a:ext cx="411480" cy="914"/>
          </a:xfrm>
          <a:prstGeom prst="line">
            <a:avLst/>
          </a:prstGeom>
          <a:noFill/>
          <a:ln w="31750">
            <a:solidFill>
              <a:srgbClr val="D9700F"/>
            </a:solidFill>
            <a:prstDash val="solid"/>
            <a:tailEnd type="triangle"/>
          </a:ln>
        </p:spPr>
      </p:sp>
      <p:sp>
        <p:nvSpPr>
          <p:cNvPr id="13" name="Shape 9"/>
          <p:cNvSpPr/>
          <p:nvPr/>
        </p:nvSpPr>
        <p:spPr>
          <a:xfrm>
            <a:off x="6903720" y="1978152"/>
            <a:ext cx="4736592" cy="616712"/>
          </a:xfrm>
          <a:prstGeom prst="roundRect">
            <a:avLst>
              <a:gd name="adj" fmla="val 11862"/>
            </a:avLst>
          </a:prstGeom>
          <a:solidFill>
            <a:schemeClr val="bg1"/>
          </a:solidFill>
          <a:ln w="15875">
            <a:solidFill>
              <a:srgbClr val="D5DCE6"/>
            </a:solidFill>
            <a:prstDash val="solid"/>
          </a:ln>
        </p:spPr>
      </p:sp>
      <p:sp>
        <p:nvSpPr>
          <p:cNvPr id="14" name="Shape 10"/>
          <p:cNvSpPr/>
          <p:nvPr/>
        </p:nvSpPr>
        <p:spPr>
          <a:xfrm>
            <a:off x="548640" y="2839212"/>
            <a:ext cx="365760" cy="365760"/>
          </a:xfrm>
          <a:prstGeom prst="ellipse">
            <a:avLst/>
          </a:prstGeom>
          <a:solidFill>
            <a:schemeClr val="accent5"/>
          </a:solidFill>
          <a:ln w="12700">
            <a:solidFill>
              <a:srgbClr val="FFFFFF">
                <a:alpha val="0"/>
              </a:srgbClr>
            </a:solidFill>
            <a:prstDash val="solid"/>
          </a:ln>
        </p:spPr>
      </p:sp>
      <p:sp>
        <p:nvSpPr>
          <p:cNvPr id="15" name="Text 11"/>
          <p:cNvSpPr txBox="1"/>
          <p:nvPr/>
        </p:nvSpPr>
        <p:spPr>
          <a:xfrm>
            <a:off x="548640" y="2839212"/>
            <a:ext cx="365760" cy="365760"/>
          </a:xfrm>
          <a:prstGeom prst="rect">
            <a:avLst/>
          </a:prstGeom>
          <a:noFill/>
          <a:ln/>
        </p:spPr>
        <p:txBody>
          <a:bodyPr wrap="square" lIns="0" tIns="0" rIns="0" bIns="0" rtlCol="0" anchor="ctr"/>
          <a:lstStyle/>
          <a:p>
            <a:pPr algn="ctr" indent="0" marL="0">
              <a:buNone/>
            </a:pPr>
            <a:r>
              <a:rPr lang="en-US" sz="1300" b="1" dirty="0">
                <a:solidFill>
                  <a:schemeClr val="bg1"/>
                </a:solidFill>
              </a:rPr>
              <a:t>2</a:t>
            </a:r>
            <a:endParaRPr lang="en-US" sz="1300" dirty="0"/>
          </a:p>
        </p:txBody>
      </p:sp>
      <p:sp>
        <p:nvSpPr>
          <p:cNvPr id="16" name="Shape 12"/>
          <p:cNvSpPr/>
          <p:nvPr/>
        </p:nvSpPr>
        <p:spPr>
          <a:xfrm>
            <a:off x="1005840" y="2704592"/>
            <a:ext cx="4160520" cy="616712"/>
          </a:xfrm>
          <a:prstGeom prst="roundRect">
            <a:avLst>
              <a:gd name="adj" fmla="val 11862"/>
            </a:avLst>
          </a:prstGeom>
          <a:solidFill>
            <a:schemeClr val="bg2"/>
          </a:solidFill>
          <a:ln w="12700">
            <a:solidFill>
              <a:srgbClr val="D5DCE6"/>
            </a:solidFill>
            <a:prstDash val="solid"/>
          </a:ln>
        </p:spPr>
      </p:sp>
      <p:sp>
        <p:nvSpPr>
          <p:cNvPr id="17" name="Text 13"/>
          <p:cNvSpPr txBox="1"/>
          <p:nvPr/>
        </p:nvSpPr>
        <p:spPr>
          <a:xfrm>
            <a:off x="1143000" y="2704592"/>
            <a:ext cx="3977640" cy="616712"/>
          </a:xfrm>
          <a:prstGeom prst="rect">
            <a:avLst/>
          </a:prstGeom>
          <a:noFill/>
          <a:ln/>
        </p:spPr>
        <p:txBody>
          <a:bodyPr wrap="square" lIns="0" tIns="0" rIns="0" bIns="0" rtlCol="0" anchor="ctr"/>
          <a:lstStyle/>
          <a:p>
            <a:pPr algn="l" indent="0" marL="0">
              <a:buNone/>
            </a:pPr>
            <a:r>
              <a:rPr lang="en-US" sz="1800" i="1" dirty="0">
                <a:solidFill>
                  <a:schemeClr val="tx1"/>
                </a:solidFill>
              </a:rPr>
              <a:t>Ik denk </a:t>
            </a:r>
            <a:r>
              <a:rPr lang="en-US" sz="1800" i="1" u="sng" dirty="0">
                <a:solidFill>
                  <a:schemeClr val="tx1"/>
                </a:solidFill>
              </a:rPr>
              <a:t>aan mijn vakantie</a:t>
            </a:r>
            <a:r>
              <a:rPr lang="en-US" sz="1800" i="1" dirty="0">
                <a:solidFill>
                  <a:schemeClr val="tx1"/>
                </a:solidFill>
              </a:rPr>
              <a:t>.</a:t>
            </a:r>
            <a:endParaRPr lang="en-US" sz="1800" dirty="0"/>
          </a:p>
        </p:txBody>
      </p:sp>
      <p:sp>
        <p:nvSpPr>
          <p:cNvPr id="18" name="Shape 14"/>
          <p:cNvSpPr/>
          <p:nvPr/>
        </p:nvSpPr>
        <p:spPr>
          <a:xfrm>
            <a:off x="6446520" y="3022092"/>
            <a:ext cx="411480" cy="914"/>
          </a:xfrm>
          <a:prstGeom prst="line">
            <a:avLst/>
          </a:prstGeom>
          <a:noFill/>
          <a:ln w="31750">
            <a:solidFill>
              <a:srgbClr val="D9700F"/>
            </a:solidFill>
            <a:prstDash val="solid"/>
            <a:tailEnd type="triangle"/>
          </a:ln>
        </p:spPr>
      </p:sp>
      <p:sp>
        <p:nvSpPr>
          <p:cNvPr id="19" name="Shape 15"/>
          <p:cNvSpPr/>
          <p:nvPr/>
        </p:nvSpPr>
        <p:spPr>
          <a:xfrm>
            <a:off x="6903720" y="2704592"/>
            <a:ext cx="4736592" cy="616712"/>
          </a:xfrm>
          <a:prstGeom prst="roundRect">
            <a:avLst>
              <a:gd name="adj" fmla="val 11862"/>
            </a:avLst>
          </a:prstGeom>
          <a:solidFill>
            <a:schemeClr val="bg1"/>
          </a:solidFill>
          <a:ln w="15875">
            <a:solidFill>
              <a:srgbClr val="D5DCE6"/>
            </a:solidFill>
            <a:prstDash val="solid"/>
          </a:ln>
        </p:spPr>
      </p:sp>
      <p:sp>
        <p:nvSpPr>
          <p:cNvPr id="20" name="Shape 16"/>
          <p:cNvSpPr/>
          <p:nvPr/>
        </p:nvSpPr>
        <p:spPr>
          <a:xfrm>
            <a:off x="548640" y="3565652"/>
            <a:ext cx="365760" cy="365760"/>
          </a:xfrm>
          <a:prstGeom prst="ellipse">
            <a:avLst/>
          </a:prstGeom>
          <a:solidFill>
            <a:schemeClr val="accent5"/>
          </a:solidFill>
          <a:ln w="12700">
            <a:solidFill>
              <a:srgbClr val="FFFFFF">
                <a:alpha val="0"/>
              </a:srgbClr>
            </a:solidFill>
            <a:prstDash val="solid"/>
          </a:ln>
        </p:spPr>
      </p:sp>
      <p:sp>
        <p:nvSpPr>
          <p:cNvPr id="21" name="Text 17"/>
          <p:cNvSpPr txBox="1"/>
          <p:nvPr/>
        </p:nvSpPr>
        <p:spPr>
          <a:xfrm>
            <a:off x="548640" y="3565652"/>
            <a:ext cx="365760" cy="365760"/>
          </a:xfrm>
          <a:prstGeom prst="rect">
            <a:avLst/>
          </a:prstGeom>
          <a:noFill/>
          <a:ln/>
        </p:spPr>
        <p:txBody>
          <a:bodyPr wrap="square" lIns="0" tIns="0" rIns="0" bIns="0" rtlCol="0" anchor="ctr"/>
          <a:lstStyle/>
          <a:p>
            <a:pPr algn="ctr" indent="0" marL="0">
              <a:buNone/>
            </a:pPr>
            <a:r>
              <a:rPr lang="en-US" sz="1300" b="1" dirty="0">
                <a:solidFill>
                  <a:schemeClr val="bg1"/>
                </a:solidFill>
              </a:rPr>
              <a:t>3</a:t>
            </a:r>
            <a:endParaRPr lang="en-US" sz="1300" dirty="0"/>
          </a:p>
        </p:txBody>
      </p:sp>
      <p:sp>
        <p:nvSpPr>
          <p:cNvPr id="22" name="Shape 18"/>
          <p:cNvSpPr/>
          <p:nvPr/>
        </p:nvSpPr>
        <p:spPr>
          <a:xfrm>
            <a:off x="1005840" y="3431032"/>
            <a:ext cx="4160520" cy="616712"/>
          </a:xfrm>
          <a:prstGeom prst="roundRect">
            <a:avLst>
              <a:gd name="adj" fmla="val 11862"/>
            </a:avLst>
          </a:prstGeom>
          <a:solidFill>
            <a:schemeClr val="bg2"/>
          </a:solidFill>
          <a:ln w="12700">
            <a:solidFill>
              <a:srgbClr val="D5DCE6"/>
            </a:solidFill>
            <a:prstDash val="solid"/>
          </a:ln>
        </p:spPr>
      </p:sp>
      <p:sp>
        <p:nvSpPr>
          <p:cNvPr id="23" name="Text 19"/>
          <p:cNvSpPr txBox="1"/>
          <p:nvPr/>
        </p:nvSpPr>
        <p:spPr>
          <a:xfrm>
            <a:off x="1143000" y="3431032"/>
            <a:ext cx="3977640" cy="616712"/>
          </a:xfrm>
          <a:prstGeom prst="rect">
            <a:avLst/>
          </a:prstGeom>
          <a:noFill/>
          <a:ln/>
        </p:spPr>
        <p:txBody>
          <a:bodyPr wrap="square" lIns="0" tIns="0" rIns="0" bIns="0" rtlCol="0" anchor="ctr"/>
          <a:lstStyle/>
          <a:p>
            <a:pPr algn="l" indent="0" marL="0">
              <a:buNone/>
            </a:pPr>
            <a:r>
              <a:rPr lang="en-US" sz="1800" i="1" dirty="0">
                <a:solidFill>
                  <a:schemeClr val="tx1"/>
                </a:solidFill>
              </a:rPr>
              <a:t>Ik betaal </a:t>
            </a:r>
            <a:r>
              <a:rPr lang="en-US" sz="1800" i="1" u="sng" dirty="0">
                <a:solidFill>
                  <a:schemeClr val="tx1"/>
                </a:solidFill>
              </a:rPr>
              <a:t>met mijn kaart</a:t>
            </a:r>
            <a:r>
              <a:rPr lang="en-US" sz="1800" i="1" dirty="0">
                <a:solidFill>
                  <a:schemeClr val="tx1"/>
                </a:solidFill>
              </a:rPr>
              <a:t>.</a:t>
            </a:r>
            <a:endParaRPr lang="en-US" sz="1800" dirty="0"/>
          </a:p>
        </p:txBody>
      </p:sp>
      <p:sp>
        <p:nvSpPr>
          <p:cNvPr id="24" name="Shape 20"/>
          <p:cNvSpPr/>
          <p:nvPr/>
        </p:nvSpPr>
        <p:spPr>
          <a:xfrm>
            <a:off x="6446520" y="3748532"/>
            <a:ext cx="411480" cy="914"/>
          </a:xfrm>
          <a:prstGeom prst="line">
            <a:avLst/>
          </a:prstGeom>
          <a:noFill/>
          <a:ln w="31750">
            <a:solidFill>
              <a:srgbClr val="D9700F"/>
            </a:solidFill>
            <a:prstDash val="solid"/>
            <a:tailEnd type="triangle"/>
          </a:ln>
        </p:spPr>
      </p:sp>
      <p:sp>
        <p:nvSpPr>
          <p:cNvPr id="25" name="Shape 21"/>
          <p:cNvSpPr/>
          <p:nvPr/>
        </p:nvSpPr>
        <p:spPr>
          <a:xfrm>
            <a:off x="6903720" y="3431032"/>
            <a:ext cx="4736592" cy="616712"/>
          </a:xfrm>
          <a:prstGeom prst="roundRect">
            <a:avLst>
              <a:gd name="adj" fmla="val 11862"/>
            </a:avLst>
          </a:prstGeom>
          <a:solidFill>
            <a:schemeClr val="bg1"/>
          </a:solidFill>
          <a:ln w="15875">
            <a:solidFill>
              <a:srgbClr val="D5DCE6"/>
            </a:solidFill>
            <a:prstDash val="solid"/>
          </a:ln>
        </p:spPr>
      </p:sp>
      <p:sp>
        <p:nvSpPr>
          <p:cNvPr id="26" name="Shape 22"/>
          <p:cNvSpPr/>
          <p:nvPr/>
        </p:nvSpPr>
        <p:spPr>
          <a:xfrm>
            <a:off x="548640" y="4292092"/>
            <a:ext cx="365760" cy="365760"/>
          </a:xfrm>
          <a:prstGeom prst="ellipse">
            <a:avLst/>
          </a:prstGeom>
          <a:solidFill>
            <a:schemeClr val="accent5"/>
          </a:solidFill>
          <a:ln w="12700">
            <a:solidFill>
              <a:srgbClr val="FFFFFF">
                <a:alpha val="0"/>
              </a:srgbClr>
            </a:solidFill>
            <a:prstDash val="solid"/>
          </a:ln>
        </p:spPr>
      </p:sp>
      <p:sp>
        <p:nvSpPr>
          <p:cNvPr id="27" name="Text 23"/>
          <p:cNvSpPr txBox="1"/>
          <p:nvPr/>
        </p:nvSpPr>
        <p:spPr>
          <a:xfrm>
            <a:off x="548640" y="4292092"/>
            <a:ext cx="365760" cy="365760"/>
          </a:xfrm>
          <a:prstGeom prst="rect">
            <a:avLst/>
          </a:prstGeom>
          <a:noFill/>
          <a:ln/>
        </p:spPr>
        <p:txBody>
          <a:bodyPr wrap="square" lIns="0" tIns="0" rIns="0" bIns="0" rtlCol="0" anchor="ctr"/>
          <a:lstStyle/>
          <a:p>
            <a:pPr algn="ctr" indent="0" marL="0">
              <a:buNone/>
            </a:pPr>
            <a:r>
              <a:rPr lang="en-US" sz="1300" b="1" dirty="0">
                <a:solidFill>
                  <a:schemeClr val="bg1"/>
                </a:solidFill>
              </a:rPr>
              <a:t>4</a:t>
            </a:r>
            <a:endParaRPr lang="en-US" sz="1300" dirty="0"/>
          </a:p>
        </p:txBody>
      </p:sp>
      <p:sp>
        <p:nvSpPr>
          <p:cNvPr id="28" name="Shape 24"/>
          <p:cNvSpPr/>
          <p:nvPr/>
        </p:nvSpPr>
        <p:spPr>
          <a:xfrm>
            <a:off x="1005840" y="4157472"/>
            <a:ext cx="4160520" cy="616712"/>
          </a:xfrm>
          <a:prstGeom prst="roundRect">
            <a:avLst>
              <a:gd name="adj" fmla="val 11862"/>
            </a:avLst>
          </a:prstGeom>
          <a:solidFill>
            <a:schemeClr val="bg2"/>
          </a:solidFill>
          <a:ln w="12700">
            <a:solidFill>
              <a:srgbClr val="D5DCE6"/>
            </a:solidFill>
            <a:prstDash val="solid"/>
          </a:ln>
        </p:spPr>
      </p:sp>
      <p:sp>
        <p:nvSpPr>
          <p:cNvPr id="29" name="Text 25"/>
          <p:cNvSpPr txBox="1"/>
          <p:nvPr/>
        </p:nvSpPr>
        <p:spPr>
          <a:xfrm>
            <a:off x="1143000" y="4157472"/>
            <a:ext cx="3977640" cy="616712"/>
          </a:xfrm>
          <a:prstGeom prst="rect">
            <a:avLst/>
          </a:prstGeom>
          <a:noFill/>
          <a:ln/>
        </p:spPr>
        <p:txBody>
          <a:bodyPr wrap="square" lIns="0" tIns="0" rIns="0" bIns="0" rtlCol="0" anchor="ctr"/>
          <a:lstStyle/>
          <a:p>
            <a:pPr algn="l" indent="0" marL="0">
              <a:buNone/>
            </a:pPr>
            <a:r>
              <a:rPr lang="en-US" sz="1800" i="1" dirty="0">
                <a:solidFill>
                  <a:schemeClr val="tx1"/>
                </a:solidFill>
              </a:rPr>
              <a:t>Ik praat </a:t>
            </a:r>
            <a:r>
              <a:rPr lang="en-US" sz="1800" i="1" u="sng" dirty="0">
                <a:solidFill>
                  <a:schemeClr val="tx1"/>
                </a:solidFill>
              </a:rPr>
              <a:t>met Sofie</a:t>
            </a:r>
            <a:r>
              <a:rPr lang="en-US" sz="1800" i="1" dirty="0">
                <a:solidFill>
                  <a:schemeClr val="tx1"/>
                </a:solidFill>
              </a:rPr>
              <a:t>.</a:t>
            </a:r>
            <a:endParaRPr lang="en-US" sz="1800" dirty="0"/>
          </a:p>
        </p:txBody>
      </p:sp>
      <p:sp>
        <p:nvSpPr>
          <p:cNvPr id="30" name="Shape 26"/>
          <p:cNvSpPr/>
          <p:nvPr/>
        </p:nvSpPr>
        <p:spPr>
          <a:xfrm>
            <a:off x="6446520" y="4474972"/>
            <a:ext cx="411480" cy="914"/>
          </a:xfrm>
          <a:prstGeom prst="line">
            <a:avLst/>
          </a:prstGeom>
          <a:noFill/>
          <a:ln w="31750">
            <a:solidFill>
              <a:srgbClr val="D9700F"/>
            </a:solidFill>
            <a:prstDash val="solid"/>
            <a:tailEnd type="triangle"/>
          </a:ln>
        </p:spPr>
      </p:sp>
      <p:sp>
        <p:nvSpPr>
          <p:cNvPr id="31" name="Shape 27"/>
          <p:cNvSpPr/>
          <p:nvPr/>
        </p:nvSpPr>
        <p:spPr>
          <a:xfrm>
            <a:off x="6903720" y="4157472"/>
            <a:ext cx="4736592" cy="616712"/>
          </a:xfrm>
          <a:prstGeom prst="roundRect">
            <a:avLst>
              <a:gd name="adj" fmla="val 11862"/>
            </a:avLst>
          </a:prstGeom>
          <a:solidFill>
            <a:schemeClr val="bg1"/>
          </a:solidFill>
          <a:ln w="15875">
            <a:solidFill>
              <a:srgbClr val="D5DCE6"/>
            </a:solidFill>
            <a:prstDash val="solid"/>
          </a:ln>
        </p:spPr>
      </p:sp>
      <p:sp>
        <p:nvSpPr>
          <p:cNvPr id="32" name="Shape 28"/>
          <p:cNvSpPr/>
          <p:nvPr/>
        </p:nvSpPr>
        <p:spPr>
          <a:xfrm>
            <a:off x="548640" y="5018532"/>
            <a:ext cx="365760" cy="365760"/>
          </a:xfrm>
          <a:prstGeom prst="ellipse">
            <a:avLst/>
          </a:prstGeom>
          <a:solidFill>
            <a:schemeClr val="accent5"/>
          </a:solidFill>
          <a:ln w="12700">
            <a:solidFill>
              <a:srgbClr val="FFFFFF">
                <a:alpha val="0"/>
              </a:srgbClr>
            </a:solidFill>
            <a:prstDash val="solid"/>
          </a:ln>
        </p:spPr>
      </p:sp>
      <p:sp>
        <p:nvSpPr>
          <p:cNvPr id="33" name="Text 29"/>
          <p:cNvSpPr txBox="1"/>
          <p:nvPr/>
        </p:nvSpPr>
        <p:spPr>
          <a:xfrm>
            <a:off x="548640" y="5018532"/>
            <a:ext cx="365760" cy="365760"/>
          </a:xfrm>
          <a:prstGeom prst="rect">
            <a:avLst/>
          </a:prstGeom>
          <a:noFill/>
          <a:ln/>
        </p:spPr>
        <p:txBody>
          <a:bodyPr wrap="square" lIns="0" tIns="0" rIns="0" bIns="0" rtlCol="0" anchor="ctr"/>
          <a:lstStyle/>
          <a:p>
            <a:pPr algn="ctr" indent="0" marL="0">
              <a:buNone/>
            </a:pPr>
            <a:r>
              <a:rPr lang="en-US" sz="1300" b="1" dirty="0">
                <a:solidFill>
                  <a:schemeClr val="bg1"/>
                </a:solidFill>
              </a:rPr>
              <a:t>5</a:t>
            </a:r>
            <a:endParaRPr lang="en-US" sz="1300" dirty="0"/>
          </a:p>
        </p:txBody>
      </p:sp>
      <p:sp>
        <p:nvSpPr>
          <p:cNvPr id="34" name="Shape 30"/>
          <p:cNvSpPr/>
          <p:nvPr/>
        </p:nvSpPr>
        <p:spPr>
          <a:xfrm>
            <a:off x="1005840" y="4883912"/>
            <a:ext cx="4160520" cy="616712"/>
          </a:xfrm>
          <a:prstGeom prst="roundRect">
            <a:avLst>
              <a:gd name="adj" fmla="val 11862"/>
            </a:avLst>
          </a:prstGeom>
          <a:solidFill>
            <a:schemeClr val="bg2"/>
          </a:solidFill>
          <a:ln w="12700">
            <a:solidFill>
              <a:srgbClr val="D5DCE6"/>
            </a:solidFill>
            <a:prstDash val="solid"/>
          </a:ln>
        </p:spPr>
      </p:sp>
      <p:sp>
        <p:nvSpPr>
          <p:cNvPr id="35" name="Text 31"/>
          <p:cNvSpPr txBox="1"/>
          <p:nvPr/>
        </p:nvSpPr>
        <p:spPr>
          <a:xfrm>
            <a:off x="1143000" y="4883912"/>
            <a:ext cx="3977640" cy="616712"/>
          </a:xfrm>
          <a:prstGeom prst="rect">
            <a:avLst/>
          </a:prstGeom>
          <a:noFill/>
          <a:ln/>
        </p:spPr>
        <p:txBody>
          <a:bodyPr wrap="square" lIns="0" tIns="0" rIns="0" bIns="0" rtlCol="0" anchor="ctr"/>
          <a:lstStyle/>
          <a:p>
            <a:pPr algn="l" indent="0" marL="0">
              <a:buNone/>
            </a:pPr>
            <a:r>
              <a:rPr lang="en-US" sz="1800" i="1" dirty="0">
                <a:solidFill>
                  <a:schemeClr val="tx1"/>
                </a:solidFill>
              </a:rPr>
              <a:t>Ik wacht </a:t>
            </a:r>
            <a:r>
              <a:rPr lang="en-US" sz="1800" i="1" u="sng" dirty="0">
                <a:solidFill>
                  <a:schemeClr val="tx1"/>
                </a:solidFill>
              </a:rPr>
              <a:t>op An</a:t>
            </a:r>
            <a:r>
              <a:rPr lang="en-US" sz="1800" i="1" dirty="0">
                <a:solidFill>
                  <a:schemeClr val="tx1"/>
                </a:solidFill>
              </a:rPr>
              <a:t>.</a:t>
            </a:r>
            <a:endParaRPr lang="en-US" sz="1800" dirty="0"/>
          </a:p>
        </p:txBody>
      </p:sp>
      <p:sp>
        <p:nvSpPr>
          <p:cNvPr id="36" name="Shape 32"/>
          <p:cNvSpPr/>
          <p:nvPr/>
        </p:nvSpPr>
        <p:spPr>
          <a:xfrm>
            <a:off x="6446520" y="5201412"/>
            <a:ext cx="411480" cy="914"/>
          </a:xfrm>
          <a:prstGeom prst="line">
            <a:avLst/>
          </a:prstGeom>
          <a:noFill/>
          <a:ln w="31750">
            <a:solidFill>
              <a:srgbClr val="D9700F"/>
            </a:solidFill>
            <a:prstDash val="solid"/>
            <a:tailEnd type="triangle"/>
          </a:ln>
        </p:spPr>
      </p:sp>
      <p:sp>
        <p:nvSpPr>
          <p:cNvPr id="37" name="Shape 33"/>
          <p:cNvSpPr/>
          <p:nvPr/>
        </p:nvSpPr>
        <p:spPr>
          <a:xfrm>
            <a:off x="6903720" y="4883912"/>
            <a:ext cx="4736592" cy="616712"/>
          </a:xfrm>
          <a:prstGeom prst="roundRect">
            <a:avLst>
              <a:gd name="adj" fmla="val 11862"/>
            </a:avLst>
          </a:prstGeom>
          <a:solidFill>
            <a:schemeClr val="bg1"/>
          </a:solidFill>
          <a:ln w="15875">
            <a:solidFill>
              <a:srgbClr val="D5DCE6"/>
            </a:solidFill>
            <a:prstDash val="solid"/>
          </a:ln>
        </p:spPr>
      </p:sp>
      <p:sp>
        <p:nvSpPr>
          <p:cNvPr id="38" name="Shape 34"/>
          <p:cNvSpPr/>
          <p:nvPr/>
        </p:nvSpPr>
        <p:spPr>
          <a:xfrm>
            <a:off x="548640" y="5744972"/>
            <a:ext cx="365760" cy="365760"/>
          </a:xfrm>
          <a:prstGeom prst="ellipse">
            <a:avLst/>
          </a:prstGeom>
          <a:solidFill>
            <a:schemeClr val="accent5"/>
          </a:solidFill>
          <a:ln w="12700">
            <a:solidFill>
              <a:srgbClr val="FFFFFF">
                <a:alpha val="0"/>
              </a:srgbClr>
            </a:solidFill>
            <a:prstDash val="solid"/>
          </a:ln>
        </p:spPr>
      </p:sp>
      <p:sp>
        <p:nvSpPr>
          <p:cNvPr id="39" name="Text 35"/>
          <p:cNvSpPr txBox="1"/>
          <p:nvPr/>
        </p:nvSpPr>
        <p:spPr>
          <a:xfrm>
            <a:off x="548640" y="5744972"/>
            <a:ext cx="365760" cy="365760"/>
          </a:xfrm>
          <a:prstGeom prst="rect">
            <a:avLst/>
          </a:prstGeom>
          <a:noFill/>
          <a:ln/>
        </p:spPr>
        <p:txBody>
          <a:bodyPr wrap="square" lIns="0" tIns="0" rIns="0" bIns="0" rtlCol="0" anchor="ctr"/>
          <a:lstStyle/>
          <a:p>
            <a:pPr algn="ctr" indent="0" marL="0">
              <a:buNone/>
            </a:pPr>
            <a:r>
              <a:rPr lang="en-US" sz="1300" b="1" dirty="0">
                <a:solidFill>
                  <a:schemeClr val="bg1"/>
                </a:solidFill>
              </a:rPr>
              <a:t>6</a:t>
            </a:r>
            <a:endParaRPr lang="en-US" sz="1300" dirty="0"/>
          </a:p>
        </p:txBody>
      </p:sp>
      <p:sp>
        <p:nvSpPr>
          <p:cNvPr id="40" name="Shape 36"/>
          <p:cNvSpPr/>
          <p:nvPr/>
        </p:nvSpPr>
        <p:spPr>
          <a:xfrm>
            <a:off x="1005840" y="5610352"/>
            <a:ext cx="4160520" cy="616712"/>
          </a:xfrm>
          <a:prstGeom prst="roundRect">
            <a:avLst>
              <a:gd name="adj" fmla="val 11862"/>
            </a:avLst>
          </a:prstGeom>
          <a:solidFill>
            <a:schemeClr val="bg2"/>
          </a:solidFill>
          <a:ln w="12700">
            <a:solidFill>
              <a:srgbClr val="D5DCE6"/>
            </a:solidFill>
            <a:prstDash val="solid"/>
          </a:ln>
        </p:spPr>
      </p:sp>
      <p:sp>
        <p:nvSpPr>
          <p:cNvPr id="41" name="Text 37"/>
          <p:cNvSpPr txBox="1"/>
          <p:nvPr/>
        </p:nvSpPr>
        <p:spPr>
          <a:xfrm>
            <a:off x="1143000" y="5610352"/>
            <a:ext cx="3977640" cy="616712"/>
          </a:xfrm>
          <a:prstGeom prst="rect">
            <a:avLst/>
          </a:prstGeom>
          <a:noFill/>
          <a:ln/>
        </p:spPr>
        <p:txBody>
          <a:bodyPr wrap="square" lIns="0" tIns="0" rIns="0" bIns="0" rtlCol="0" anchor="ctr"/>
          <a:lstStyle/>
          <a:p>
            <a:pPr algn="l" indent="0" marL="0">
              <a:buNone/>
            </a:pPr>
            <a:r>
              <a:rPr lang="en-US" sz="1800" i="1" dirty="0">
                <a:solidFill>
                  <a:schemeClr val="tx1"/>
                </a:solidFill>
              </a:rPr>
              <a:t>We praten </a:t>
            </a:r>
            <a:r>
              <a:rPr lang="en-US" sz="1800" i="1" u="sng" dirty="0">
                <a:solidFill>
                  <a:schemeClr val="tx1"/>
                </a:solidFill>
              </a:rPr>
              <a:t>over het budget</a:t>
            </a:r>
            <a:r>
              <a:rPr lang="en-US" sz="1800" i="1" dirty="0">
                <a:solidFill>
                  <a:schemeClr val="tx1"/>
                </a:solidFill>
              </a:rPr>
              <a:t>.</a:t>
            </a:r>
            <a:endParaRPr lang="en-US" sz="1800" dirty="0"/>
          </a:p>
        </p:txBody>
      </p:sp>
      <p:sp>
        <p:nvSpPr>
          <p:cNvPr id="42" name="Shape 38"/>
          <p:cNvSpPr/>
          <p:nvPr/>
        </p:nvSpPr>
        <p:spPr>
          <a:xfrm>
            <a:off x="6446520" y="5927852"/>
            <a:ext cx="411480" cy="914"/>
          </a:xfrm>
          <a:prstGeom prst="line">
            <a:avLst/>
          </a:prstGeom>
          <a:noFill/>
          <a:ln w="31750">
            <a:solidFill>
              <a:srgbClr val="D9700F"/>
            </a:solidFill>
            <a:prstDash val="solid"/>
            <a:tailEnd type="triangle"/>
          </a:ln>
        </p:spPr>
      </p:sp>
      <p:sp>
        <p:nvSpPr>
          <p:cNvPr id="43" name="Shape 39"/>
          <p:cNvSpPr/>
          <p:nvPr/>
        </p:nvSpPr>
        <p:spPr>
          <a:xfrm>
            <a:off x="6903720" y="5610352"/>
            <a:ext cx="4736592" cy="616712"/>
          </a:xfrm>
          <a:prstGeom prst="roundRect">
            <a:avLst>
              <a:gd name="adj" fmla="val 11862"/>
            </a:avLst>
          </a:prstGeom>
          <a:solidFill>
            <a:schemeClr val="bg1"/>
          </a:solidFill>
          <a:ln w="15875">
            <a:solidFill>
              <a:srgbClr val="D5DCE6"/>
            </a:solidFill>
            <a:prstDash val="solid"/>
          </a:ln>
        </p:spPr>
      </p:sp>
      <p:sp>
        <p:nvSpPr>
          <p:cNvPr id="25" name="Slide Number Placeholder 0"/>
          <p:cNvSpPr>
            <a:spLocks noGrp="1"/>
          </p:cNvSpPr>
          <p:nvPr>
            <p:ph type="sldNum" sz="quarter" idx="4294967295"/>
          </p:nvPr>
        </p:nvSpPr>
        <p:spPr>
          <a:xfrm>
            <a:off x="11091672"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4A5A70"/>
                </a:solidFill>
              </a:defRPr>
            </a:lvl1pPr>
          </a:lstStyle>
          <a:p>
            <a:pPr algn="r"/>
            <a:fld id="{F7021451-1387-4CA6-816F-3879F97B5CBC}" type="slidenum">
              <a:rPr b="0"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1"/>
          <p:cNvSpPr/>
          <p:nvPr>
            <p:ph idx="101" type="title" hasCustomPrompt="1"/>
          </p:nvPr>
        </p:nvSpPr>
        <p:spPr>
          <a:xfrm>
            <a:off x="548640" y="621792"/>
            <a:ext cx="11091672" cy="713232"/>
          </a:xfrm>
          <a:prstGeom prst="rect">
            <a:avLst/>
          </a:prstGeom>
          <a:noFill/>
          <a:ln/>
        </p:spPr>
        <p:txBody>
          <a:bodyPr wrap="square" lIns="0" tIns="0" rIns="0" bIns="0" rtlCol="0" anchor="ctr"/>
          <a:lstStyle/>
          <a:p>
            <a:pPr algn="l" indent="0" marL="0">
              <a:buNone/>
            </a:pPr>
            <a:r>
              <a:rPr lang="en-US" sz="3000" b="1" dirty="0">
                <a:solidFill>
                  <a:schemeClr val="tx2"/>
                </a:solidFill>
              </a:rPr>
              <a:t>Exercice 3 — Posez la question</a:t>
            </a:r>
            <a:endParaRPr lang="en-US" sz="3000" dirty="0"/>
          </a:p>
        </p:txBody>
      </p:sp>
      <p:sp>
        <p:nvSpPr>
          <p:cNvPr id="3" name="tag"/>
          <p:cNvSpPr/>
          <p:nvPr/>
        </p:nvSpPr>
        <p:spPr>
          <a:xfrm>
            <a:off x="548640" y="237744"/>
            <a:ext cx="1228954" cy="310896"/>
          </a:xfrm>
          <a:prstGeom prst="roundRect">
            <a:avLst>
              <a:gd name="adj" fmla="val 14706"/>
            </a:avLst>
          </a:prstGeom>
          <a:solidFill>
            <a:schemeClr val="accent1"/>
          </a:solidFill>
          <a:ln/>
        </p:spPr>
        <p:txBody>
          <a:bodyPr wrap="square" lIns="0" tIns="0" rIns="0" bIns="0" rtlCol="0" anchor="ctr"/>
          <a:lstStyle/>
          <a:p>
            <a:pPr algn="ctr" indent="0" marL="0">
              <a:buNone/>
            </a:pPr>
            <a:r>
              <a:rPr lang="en-US" sz="1200" b="1" spc="100" kern="0" dirty="0">
                <a:solidFill>
                  <a:srgbClr val="FFFFFF"/>
                </a:solidFill>
              </a:rPr>
              <a:t>JIJ NU !</a:t>
            </a:r>
            <a:endParaRPr lang="en-US" sz="1200" dirty="0"/>
          </a:p>
        </p:txBody>
      </p:sp>
      <p:sp>
        <p:nvSpPr>
          <p:cNvPr id="4" name="tag"/>
          <p:cNvSpPr/>
          <p:nvPr/>
        </p:nvSpPr>
        <p:spPr>
          <a:xfrm>
            <a:off x="1887322" y="237744"/>
            <a:ext cx="1662379" cy="310896"/>
          </a:xfrm>
          <a:prstGeom prst="roundRect">
            <a:avLst>
              <a:gd name="adj" fmla="val 14706"/>
            </a:avLst>
          </a:prstGeom>
          <a:solidFill>
            <a:schemeClr val="accent3"/>
          </a:solidFill>
          <a:ln/>
        </p:spPr>
        <p:txBody>
          <a:bodyPr wrap="square" lIns="0" tIns="0" rIns="0" bIns="0" rtlCol="0" anchor="ctr"/>
          <a:lstStyle/>
          <a:p>
            <a:pPr algn="ctr" indent="0" marL="0">
              <a:buNone/>
            </a:pPr>
            <a:r>
              <a:rPr lang="en-US" sz="1200" b="1" spc="100" kern="0" dirty="0">
                <a:solidFill>
                  <a:srgbClr val="FFFFFF"/>
                </a:solidFill>
              </a:rPr>
              <a:t>✓ CORRECTIE</a:t>
            </a:r>
            <a:endParaRPr lang="en-US" sz="1200" dirty="0"/>
          </a:p>
        </p:txBody>
      </p:sp>
      <p:sp>
        <p:nvSpPr>
          <p:cNvPr id="5" name="Text 3"/>
          <p:cNvSpPr txBox="1"/>
          <p:nvPr/>
        </p:nvSpPr>
        <p:spPr>
          <a:xfrm>
            <a:off x="10177272" y="219456"/>
            <a:ext cx="1463040" cy="347472"/>
          </a:xfrm>
          <a:prstGeom prst="rect">
            <a:avLst/>
          </a:prstGeom>
          <a:noFill/>
          <a:ln/>
        </p:spPr>
        <p:txBody>
          <a:bodyPr wrap="square" lIns="0" tIns="0" rIns="0" bIns="0" rtlCol="0" anchor="ctr"/>
          <a:lstStyle/>
          <a:p>
            <a:pPr algn="r" indent="0" marL="0">
              <a:buNone/>
            </a:pPr>
            <a:r>
              <a:rPr lang="en-US" sz="1600" b="1" dirty="0">
                <a:solidFill>
                  <a:schemeClr val="accent1"/>
                </a:solidFill>
              </a:rPr>
              <a:t>★★</a:t>
            </a:r>
            <a:endParaRPr lang="en-US" sz="1600" dirty="0"/>
          </a:p>
        </p:txBody>
      </p:sp>
      <p:pic>
        <p:nvPicPr>
          <p:cNvPr id="7" name="Image 0" descr="HandPointRight">    </p:cNvPr>
          <p:cNvPicPr>
            <a:picLocks noChangeAspect="1"/>
          </p:cNvPicPr>
          <p:nvPr/>
        </p:nvPicPr>
        <p:blipFill>
          <a:blip r:embed="rId1"/>
          <a:stretch>
            <a:fillRect/>
          </a:stretch>
        </p:blipFill>
        <p:spPr>
          <a:xfrm>
            <a:off x="548640" y="1517904"/>
            <a:ext cx="274320" cy="274320"/>
          </a:xfrm>
          <a:prstGeom prst="rect">
            <a:avLst/>
          </a:prstGeom>
        </p:spPr>
      </p:pic>
      <p:sp>
        <p:nvSpPr>
          <p:cNvPr id="8" name="Text 4"/>
          <p:cNvSpPr txBox="1"/>
          <p:nvPr/>
        </p:nvSpPr>
        <p:spPr>
          <a:xfrm>
            <a:off x="960120" y="1481328"/>
            <a:ext cx="10680192" cy="313944"/>
          </a:xfrm>
          <a:prstGeom prst="rect">
            <a:avLst/>
          </a:prstGeom>
          <a:noFill/>
          <a:ln/>
        </p:spPr>
        <p:txBody>
          <a:bodyPr wrap="square" lIns="0" tIns="0" rIns="0" bIns="0" rtlCol="0" anchor="t"/>
          <a:lstStyle/>
          <a:p>
            <a:pPr algn="l" indent="0" marL="0">
              <a:buNone/>
            </a:pPr>
            <a:r>
              <a:rPr lang="en-US" sz="1700" i="1" dirty="0">
                <a:solidFill>
                  <a:schemeClr val="accent5"/>
                </a:solidFill>
              </a:rPr>
              <a:t>Posez la question qui correspond à la partie soulignée. Chose ou personne ?</a:t>
            </a:r>
            <a:endParaRPr lang="en-US" sz="1700" dirty="0"/>
          </a:p>
        </p:txBody>
      </p:sp>
      <p:sp>
        <p:nvSpPr>
          <p:cNvPr id="9" name="Shape 5"/>
          <p:cNvSpPr/>
          <p:nvPr/>
        </p:nvSpPr>
        <p:spPr>
          <a:xfrm>
            <a:off x="548640" y="2112772"/>
            <a:ext cx="365760" cy="365760"/>
          </a:xfrm>
          <a:prstGeom prst="ellipse">
            <a:avLst/>
          </a:prstGeom>
          <a:solidFill>
            <a:schemeClr val="accent5"/>
          </a:solidFill>
          <a:ln w="12700">
            <a:solidFill>
              <a:srgbClr val="FFFFFF">
                <a:alpha val="0"/>
              </a:srgbClr>
            </a:solidFill>
            <a:prstDash val="solid"/>
          </a:ln>
        </p:spPr>
      </p:sp>
      <p:sp>
        <p:nvSpPr>
          <p:cNvPr id="10" name="Text 6"/>
          <p:cNvSpPr txBox="1"/>
          <p:nvPr/>
        </p:nvSpPr>
        <p:spPr>
          <a:xfrm>
            <a:off x="548640" y="2112772"/>
            <a:ext cx="365760" cy="365760"/>
          </a:xfrm>
          <a:prstGeom prst="rect">
            <a:avLst/>
          </a:prstGeom>
          <a:noFill/>
          <a:ln/>
        </p:spPr>
        <p:txBody>
          <a:bodyPr wrap="square" lIns="0" tIns="0" rIns="0" bIns="0" rtlCol="0" anchor="ctr"/>
          <a:lstStyle/>
          <a:p>
            <a:pPr algn="ctr" indent="0" marL="0">
              <a:buNone/>
            </a:pPr>
            <a:r>
              <a:rPr lang="en-US" sz="1300" b="1" dirty="0">
                <a:solidFill>
                  <a:schemeClr val="bg1"/>
                </a:solidFill>
              </a:rPr>
              <a:t>1</a:t>
            </a:r>
            <a:endParaRPr lang="en-US" sz="1300" dirty="0"/>
          </a:p>
        </p:txBody>
      </p:sp>
      <p:sp>
        <p:nvSpPr>
          <p:cNvPr id="11" name="Shape 7"/>
          <p:cNvSpPr/>
          <p:nvPr/>
        </p:nvSpPr>
        <p:spPr>
          <a:xfrm>
            <a:off x="1005840" y="1978152"/>
            <a:ext cx="4160520" cy="616712"/>
          </a:xfrm>
          <a:prstGeom prst="roundRect">
            <a:avLst>
              <a:gd name="adj" fmla="val 11862"/>
            </a:avLst>
          </a:prstGeom>
          <a:solidFill>
            <a:schemeClr val="bg2"/>
          </a:solidFill>
          <a:ln w="12700">
            <a:solidFill>
              <a:srgbClr val="D5DCE6"/>
            </a:solidFill>
            <a:prstDash val="solid"/>
          </a:ln>
        </p:spPr>
      </p:sp>
      <p:sp>
        <p:nvSpPr>
          <p:cNvPr id="12" name="Text 8"/>
          <p:cNvSpPr txBox="1"/>
          <p:nvPr/>
        </p:nvSpPr>
        <p:spPr>
          <a:xfrm>
            <a:off x="1143000" y="1978152"/>
            <a:ext cx="3977640" cy="616712"/>
          </a:xfrm>
          <a:prstGeom prst="rect">
            <a:avLst/>
          </a:prstGeom>
          <a:noFill/>
          <a:ln/>
        </p:spPr>
        <p:txBody>
          <a:bodyPr wrap="square" lIns="0" tIns="0" rIns="0" bIns="0" rtlCol="0" anchor="ctr"/>
          <a:lstStyle/>
          <a:p>
            <a:pPr algn="l" indent="0" marL="0">
              <a:buNone/>
            </a:pPr>
            <a:r>
              <a:rPr lang="en-US" sz="1800" i="1" dirty="0">
                <a:solidFill>
                  <a:schemeClr val="tx1"/>
                </a:solidFill>
              </a:rPr>
              <a:t>Ik wacht </a:t>
            </a:r>
            <a:r>
              <a:rPr lang="en-US" sz="1800" i="1" u="sng" dirty="0">
                <a:solidFill>
                  <a:schemeClr val="tx1"/>
                </a:solidFill>
              </a:rPr>
              <a:t>op de bus</a:t>
            </a:r>
            <a:r>
              <a:rPr lang="en-US" sz="1800" i="1" dirty="0">
                <a:solidFill>
                  <a:schemeClr val="tx1"/>
                </a:solidFill>
              </a:rPr>
              <a:t>.</a:t>
            </a:r>
            <a:endParaRPr lang="en-US" sz="1800" dirty="0"/>
          </a:p>
        </p:txBody>
      </p:sp>
      <p:sp>
        <p:nvSpPr>
          <p:cNvPr id="13" name="tag"/>
          <p:cNvSpPr/>
          <p:nvPr/>
        </p:nvSpPr>
        <p:spPr>
          <a:xfrm>
            <a:off x="5285232" y="2158492"/>
            <a:ext cx="860298" cy="274320"/>
          </a:xfrm>
          <a:prstGeom prst="roundRect">
            <a:avLst>
              <a:gd name="adj" fmla="val 16667"/>
            </a:avLst>
          </a:prstGeom>
          <a:solidFill>
            <a:schemeClr val="accent3"/>
          </a:solidFill>
          <a:ln/>
        </p:spPr>
        <p:txBody>
          <a:bodyPr wrap="square" lIns="0" tIns="0" rIns="0" bIns="0" rtlCol="0" anchor="ctr"/>
          <a:lstStyle/>
          <a:p>
            <a:pPr algn="ctr" indent="0" marL="0">
              <a:buNone/>
            </a:pPr>
            <a:r>
              <a:rPr lang="en-US" sz="1100" b="1" spc="100" kern="0" dirty="0">
                <a:solidFill>
                  <a:srgbClr val="FFFFFF"/>
                </a:solidFill>
              </a:rPr>
              <a:t>chose</a:t>
            </a:r>
            <a:endParaRPr lang="en-US" sz="1100" dirty="0"/>
          </a:p>
        </p:txBody>
      </p:sp>
      <p:sp>
        <p:nvSpPr>
          <p:cNvPr id="14" name="Shape 10"/>
          <p:cNvSpPr/>
          <p:nvPr/>
        </p:nvSpPr>
        <p:spPr>
          <a:xfrm>
            <a:off x="6446520" y="2295652"/>
            <a:ext cx="411480" cy="914"/>
          </a:xfrm>
          <a:prstGeom prst="line">
            <a:avLst/>
          </a:prstGeom>
          <a:noFill/>
          <a:ln w="31750">
            <a:solidFill>
              <a:srgbClr val="D9700F"/>
            </a:solidFill>
            <a:prstDash val="solid"/>
            <a:tailEnd type="triangle"/>
          </a:ln>
        </p:spPr>
      </p:sp>
      <p:sp>
        <p:nvSpPr>
          <p:cNvPr id="15" name="Shape 11"/>
          <p:cNvSpPr/>
          <p:nvPr/>
        </p:nvSpPr>
        <p:spPr>
          <a:xfrm>
            <a:off x="6903720" y="1978152"/>
            <a:ext cx="4736592" cy="616712"/>
          </a:xfrm>
          <a:prstGeom prst="roundRect">
            <a:avLst>
              <a:gd name="adj" fmla="val 11862"/>
            </a:avLst>
          </a:prstGeom>
          <a:solidFill>
            <a:srgbClr val="EDF6F0"/>
          </a:solidFill>
          <a:ln w="15875">
            <a:solidFill>
              <a:srgbClr val="2E7D4F"/>
            </a:solidFill>
            <a:prstDash val="solid"/>
          </a:ln>
        </p:spPr>
      </p:sp>
      <p:sp>
        <p:nvSpPr>
          <p:cNvPr id="16" name="Text 12"/>
          <p:cNvSpPr txBox="1"/>
          <p:nvPr/>
        </p:nvSpPr>
        <p:spPr>
          <a:xfrm>
            <a:off x="7040880" y="1996440"/>
            <a:ext cx="4526280" cy="339192"/>
          </a:xfrm>
          <a:prstGeom prst="rect">
            <a:avLst/>
          </a:prstGeom>
          <a:noFill/>
          <a:ln/>
        </p:spPr>
        <p:txBody>
          <a:bodyPr wrap="square" lIns="0" tIns="0" rIns="0" bIns="0" rtlCol="0" anchor="ctr"/>
          <a:lstStyle/>
          <a:p>
            <a:pPr algn="l" indent="0" marL="0">
              <a:buNone/>
            </a:pPr>
            <a:r>
              <a:rPr lang="en-US" sz="1700" b="1" i="1" dirty="0">
                <a:solidFill>
                  <a:schemeClr val="accent3"/>
                </a:solidFill>
              </a:rPr>
              <a:t>Waar wacht je op?</a:t>
            </a:r>
            <a:endParaRPr lang="en-US" sz="1700" dirty="0"/>
          </a:p>
        </p:txBody>
      </p:sp>
      <p:sp>
        <p:nvSpPr>
          <p:cNvPr id="17" name="Text 13"/>
          <p:cNvSpPr txBox="1"/>
          <p:nvPr/>
        </p:nvSpPr>
        <p:spPr>
          <a:xfrm>
            <a:off x="7040880" y="2298842"/>
            <a:ext cx="4526280" cy="277520"/>
          </a:xfrm>
          <a:prstGeom prst="rect">
            <a:avLst/>
          </a:prstGeom>
          <a:noFill/>
          <a:ln/>
        </p:spPr>
        <p:txBody>
          <a:bodyPr wrap="square" lIns="0" tIns="0" rIns="0" bIns="0" rtlCol="0" anchor="ctr"/>
          <a:lstStyle/>
          <a:p>
            <a:pPr algn="l" indent="0" marL="0">
              <a:buNone/>
            </a:pPr>
            <a:r>
              <a:rPr lang="en-US" sz="1300" dirty="0">
                <a:solidFill>
                  <a:schemeClr val="accent5"/>
                </a:solidFill>
              </a:rPr>
              <a:t>ou </a:t>
            </a:r>
            <a:r>
              <a:rPr lang="en-US" sz="1300" i="1" dirty="0">
                <a:solidFill>
                  <a:schemeClr val="accent5"/>
                </a:solidFill>
              </a:rPr>
              <a:t>Waarop wacht je?</a:t>
            </a:r>
            <a:endParaRPr lang="en-US" sz="1300" dirty="0"/>
          </a:p>
        </p:txBody>
      </p:sp>
      <p:sp>
        <p:nvSpPr>
          <p:cNvPr id="18" name="Shape 14"/>
          <p:cNvSpPr/>
          <p:nvPr/>
        </p:nvSpPr>
        <p:spPr>
          <a:xfrm>
            <a:off x="548640" y="2839212"/>
            <a:ext cx="365760" cy="365760"/>
          </a:xfrm>
          <a:prstGeom prst="ellipse">
            <a:avLst/>
          </a:prstGeom>
          <a:solidFill>
            <a:schemeClr val="accent5"/>
          </a:solidFill>
          <a:ln w="12700">
            <a:solidFill>
              <a:srgbClr val="FFFFFF">
                <a:alpha val="0"/>
              </a:srgbClr>
            </a:solidFill>
            <a:prstDash val="solid"/>
          </a:ln>
        </p:spPr>
      </p:sp>
      <p:sp>
        <p:nvSpPr>
          <p:cNvPr id="19" name="Text 15"/>
          <p:cNvSpPr txBox="1"/>
          <p:nvPr/>
        </p:nvSpPr>
        <p:spPr>
          <a:xfrm>
            <a:off x="548640" y="2839212"/>
            <a:ext cx="365760" cy="365760"/>
          </a:xfrm>
          <a:prstGeom prst="rect">
            <a:avLst/>
          </a:prstGeom>
          <a:noFill/>
          <a:ln/>
        </p:spPr>
        <p:txBody>
          <a:bodyPr wrap="square" lIns="0" tIns="0" rIns="0" bIns="0" rtlCol="0" anchor="ctr"/>
          <a:lstStyle/>
          <a:p>
            <a:pPr algn="ctr" indent="0" marL="0">
              <a:buNone/>
            </a:pPr>
            <a:r>
              <a:rPr lang="en-US" sz="1300" b="1" dirty="0">
                <a:solidFill>
                  <a:schemeClr val="bg1"/>
                </a:solidFill>
              </a:rPr>
              <a:t>2</a:t>
            </a:r>
            <a:endParaRPr lang="en-US" sz="1300" dirty="0"/>
          </a:p>
        </p:txBody>
      </p:sp>
      <p:sp>
        <p:nvSpPr>
          <p:cNvPr id="20" name="Shape 16"/>
          <p:cNvSpPr/>
          <p:nvPr/>
        </p:nvSpPr>
        <p:spPr>
          <a:xfrm>
            <a:off x="1005840" y="2704592"/>
            <a:ext cx="4160520" cy="616712"/>
          </a:xfrm>
          <a:prstGeom prst="roundRect">
            <a:avLst>
              <a:gd name="adj" fmla="val 11862"/>
            </a:avLst>
          </a:prstGeom>
          <a:solidFill>
            <a:schemeClr val="bg2"/>
          </a:solidFill>
          <a:ln w="12700">
            <a:solidFill>
              <a:srgbClr val="D5DCE6"/>
            </a:solidFill>
            <a:prstDash val="solid"/>
          </a:ln>
        </p:spPr>
      </p:sp>
      <p:sp>
        <p:nvSpPr>
          <p:cNvPr id="21" name="Text 17"/>
          <p:cNvSpPr txBox="1"/>
          <p:nvPr/>
        </p:nvSpPr>
        <p:spPr>
          <a:xfrm>
            <a:off x="1143000" y="2704592"/>
            <a:ext cx="3977640" cy="616712"/>
          </a:xfrm>
          <a:prstGeom prst="rect">
            <a:avLst/>
          </a:prstGeom>
          <a:noFill/>
          <a:ln/>
        </p:spPr>
        <p:txBody>
          <a:bodyPr wrap="square" lIns="0" tIns="0" rIns="0" bIns="0" rtlCol="0" anchor="ctr"/>
          <a:lstStyle/>
          <a:p>
            <a:pPr algn="l" indent="0" marL="0">
              <a:buNone/>
            </a:pPr>
            <a:r>
              <a:rPr lang="en-US" sz="1800" i="1" dirty="0">
                <a:solidFill>
                  <a:schemeClr val="tx1"/>
                </a:solidFill>
              </a:rPr>
              <a:t>Ik denk </a:t>
            </a:r>
            <a:r>
              <a:rPr lang="en-US" sz="1800" i="1" u="sng" dirty="0">
                <a:solidFill>
                  <a:schemeClr val="tx1"/>
                </a:solidFill>
              </a:rPr>
              <a:t>aan mijn vakantie</a:t>
            </a:r>
            <a:r>
              <a:rPr lang="en-US" sz="1800" i="1" dirty="0">
                <a:solidFill>
                  <a:schemeClr val="tx1"/>
                </a:solidFill>
              </a:rPr>
              <a:t>.</a:t>
            </a:r>
            <a:endParaRPr lang="en-US" sz="1800" dirty="0"/>
          </a:p>
        </p:txBody>
      </p:sp>
      <p:sp>
        <p:nvSpPr>
          <p:cNvPr id="22" name="tag"/>
          <p:cNvSpPr/>
          <p:nvPr/>
        </p:nvSpPr>
        <p:spPr>
          <a:xfrm>
            <a:off x="5285232" y="2884932"/>
            <a:ext cx="860298" cy="274320"/>
          </a:xfrm>
          <a:prstGeom prst="roundRect">
            <a:avLst>
              <a:gd name="adj" fmla="val 16667"/>
            </a:avLst>
          </a:prstGeom>
          <a:solidFill>
            <a:schemeClr val="accent3"/>
          </a:solidFill>
          <a:ln/>
        </p:spPr>
        <p:txBody>
          <a:bodyPr wrap="square" lIns="0" tIns="0" rIns="0" bIns="0" rtlCol="0" anchor="ctr"/>
          <a:lstStyle/>
          <a:p>
            <a:pPr algn="ctr" indent="0" marL="0">
              <a:buNone/>
            </a:pPr>
            <a:r>
              <a:rPr lang="en-US" sz="1100" b="1" spc="100" kern="0" dirty="0">
                <a:solidFill>
                  <a:srgbClr val="FFFFFF"/>
                </a:solidFill>
              </a:rPr>
              <a:t>chose</a:t>
            </a:r>
            <a:endParaRPr lang="en-US" sz="1100" dirty="0"/>
          </a:p>
        </p:txBody>
      </p:sp>
      <p:sp>
        <p:nvSpPr>
          <p:cNvPr id="23" name="Shape 19"/>
          <p:cNvSpPr/>
          <p:nvPr/>
        </p:nvSpPr>
        <p:spPr>
          <a:xfrm>
            <a:off x="6446520" y="3022092"/>
            <a:ext cx="411480" cy="914"/>
          </a:xfrm>
          <a:prstGeom prst="line">
            <a:avLst/>
          </a:prstGeom>
          <a:noFill/>
          <a:ln w="31750">
            <a:solidFill>
              <a:srgbClr val="D9700F"/>
            </a:solidFill>
            <a:prstDash val="solid"/>
            <a:tailEnd type="triangle"/>
          </a:ln>
        </p:spPr>
      </p:sp>
      <p:sp>
        <p:nvSpPr>
          <p:cNvPr id="24" name="Shape 20"/>
          <p:cNvSpPr/>
          <p:nvPr/>
        </p:nvSpPr>
        <p:spPr>
          <a:xfrm>
            <a:off x="6903720" y="2704592"/>
            <a:ext cx="4736592" cy="616712"/>
          </a:xfrm>
          <a:prstGeom prst="roundRect">
            <a:avLst>
              <a:gd name="adj" fmla="val 11862"/>
            </a:avLst>
          </a:prstGeom>
          <a:solidFill>
            <a:srgbClr val="EDF6F0"/>
          </a:solidFill>
          <a:ln w="15875">
            <a:solidFill>
              <a:srgbClr val="2E7D4F"/>
            </a:solidFill>
            <a:prstDash val="solid"/>
          </a:ln>
        </p:spPr>
      </p:sp>
      <p:sp>
        <p:nvSpPr>
          <p:cNvPr id="25" name="Text 21"/>
          <p:cNvSpPr txBox="1"/>
          <p:nvPr/>
        </p:nvSpPr>
        <p:spPr>
          <a:xfrm>
            <a:off x="7040880" y="2722880"/>
            <a:ext cx="4526280" cy="339192"/>
          </a:xfrm>
          <a:prstGeom prst="rect">
            <a:avLst/>
          </a:prstGeom>
          <a:noFill/>
          <a:ln/>
        </p:spPr>
        <p:txBody>
          <a:bodyPr wrap="square" lIns="0" tIns="0" rIns="0" bIns="0" rtlCol="0" anchor="ctr"/>
          <a:lstStyle/>
          <a:p>
            <a:pPr algn="l" indent="0" marL="0">
              <a:buNone/>
            </a:pPr>
            <a:r>
              <a:rPr lang="en-US" sz="1700" b="1" i="1" dirty="0">
                <a:solidFill>
                  <a:schemeClr val="accent3"/>
                </a:solidFill>
              </a:rPr>
              <a:t>Waar denk je aan?</a:t>
            </a:r>
            <a:endParaRPr lang="en-US" sz="1700" dirty="0"/>
          </a:p>
        </p:txBody>
      </p:sp>
      <p:sp>
        <p:nvSpPr>
          <p:cNvPr id="26" name="Text 22"/>
          <p:cNvSpPr txBox="1"/>
          <p:nvPr/>
        </p:nvSpPr>
        <p:spPr>
          <a:xfrm>
            <a:off x="7040880" y="3025282"/>
            <a:ext cx="4526280" cy="277520"/>
          </a:xfrm>
          <a:prstGeom prst="rect">
            <a:avLst/>
          </a:prstGeom>
          <a:noFill/>
          <a:ln/>
        </p:spPr>
        <p:txBody>
          <a:bodyPr wrap="square" lIns="0" tIns="0" rIns="0" bIns="0" rtlCol="0" anchor="ctr"/>
          <a:lstStyle/>
          <a:p>
            <a:pPr algn="l" indent="0" marL="0">
              <a:buNone/>
            </a:pPr>
            <a:r>
              <a:rPr lang="en-US" sz="1300" dirty="0">
                <a:solidFill>
                  <a:schemeClr val="accent5"/>
                </a:solidFill>
              </a:rPr>
              <a:t>ou </a:t>
            </a:r>
            <a:r>
              <a:rPr lang="en-US" sz="1300" i="1" dirty="0">
                <a:solidFill>
                  <a:schemeClr val="accent5"/>
                </a:solidFill>
              </a:rPr>
              <a:t>Waaraan denk je?</a:t>
            </a:r>
            <a:endParaRPr lang="en-US" sz="1300" dirty="0"/>
          </a:p>
        </p:txBody>
      </p:sp>
      <p:sp>
        <p:nvSpPr>
          <p:cNvPr id="27" name="Shape 23"/>
          <p:cNvSpPr/>
          <p:nvPr/>
        </p:nvSpPr>
        <p:spPr>
          <a:xfrm>
            <a:off x="548640" y="3565652"/>
            <a:ext cx="365760" cy="365760"/>
          </a:xfrm>
          <a:prstGeom prst="ellipse">
            <a:avLst/>
          </a:prstGeom>
          <a:solidFill>
            <a:schemeClr val="accent5"/>
          </a:solidFill>
          <a:ln w="12700">
            <a:solidFill>
              <a:srgbClr val="FFFFFF">
                <a:alpha val="0"/>
              </a:srgbClr>
            </a:solidFill>
            <a:prstDash val="solid"/>
          </a:ln>
        </p:spPr>
      </p:sp>
      <p:sp>
        <p:nvSpPr>
          <p:cNvPr id="28" name="Text 24"/>
          <p:cNvSpPr txBox="1"/>
          <p:nvPr/>
        </p:nvSpPr>
        <p:spPr>
          <a:xfrm>
            <a:off x="548640" y="3565652"/>
            <a:ext cx="365760" cy="365760"/>
          </a:xfrm>
          <a:prstGeom prst="rect">
            <a:avLst/>
          </a:prstGeom>
          <a:noFill/>
          <a:ln/>
        </p:spPr>
        <p:txBody>
          <a:bodyPr wrap="square" lIns="0" tIns="0" rIns="0" bIns="0" rtlCol="0" anchor="ctr"/>
          <a:lstStyle/>
          <a:p>
            <a:pPr algn="ctr" indent="0" marL="0">
              <a:buNone/>
            </a:pPr>
            <a:r>
              <a:rPr lang="en-US" sz="1300" b="1" dirty="0">
                <a:solidFill>
                  <a:schemeClr val="bg1"/>
                </a:solidFill>
              </a:rPr>
              <a:t>3</a:t>
            </a:r>
            <a:endParaRPr lang="en-US" sz="1300" dirty="0"/>
          </a:p>
        </p:txBody>
      </p:sp>
      <p:sp>
        <p:nvSpPr>
          <p:cNvPr id="29" name="Shape 25"/>
          <p:cNvSpPr/>
          <p:nvPr/>
        </p:nvSpPr>
        <p:spPr>
          <a:xfrm>
            <a:off x="1005840" y="3431032"/>
            <a:ext cx="4160520" cy="616712"/>
          </a:xfrm>
          <a:prstGeom prst="roundRect">
            <a:avLst>
              <a:gd name="adj" fmla="val 11862"/>
            </a:avLst>
          </a:prstGeom>
          <a:solidFill>
            <a:schemeClr val="bg2"/>
          </a:solidFill>
          <a:ln w="12700">
            <a:solidFill>
              <a:srgbClr val="D5DCE6"/>
            </a:solidFill>
            <a:prstDash val="solid"/>
          </a:ln>
        </p:spPr>
      </p:sp>
      <p:sp>
        <p:nvSpPr>
          <p:cNvPr id="30" name="Text 26"/>
          <p:cNvSpPr txBox="1"/>
          <p:nvPr/>
        </p:nvSpPr>
        <p:spPr>
          <a:xfrm>
            <a:off x="1143000" y="3431032"/>
            <a:ext cx="3977640" cy="616712"/>
          </a:xfrm>
          <a:prstGeom prst="rect">
            <a:avLst/>
          </a:prstGeom>
          <a:noFill/>
          <a:ln/>
        </p:spPr>
        <p:txBody>
          <a:bodyPr wrap="square" lIns="0" tIns="0" rIns="0" bIns="0" rtlCol="0" anchor="ctr"/>
          <a:lstStyle/>
          <a:p>
            <a:pPr algn="l" indent="0" marL="0">
              <a:buNone/>
            </a:pPr>
            <a:r>
              <a:rPr lang="en-US" sz="1800" i="1" dirty="0">
                <a:solidFill>
                  <a:schemeClr val="tx1"/>
                </a:solidFill>
              </a:rPr>
              <a:t>Ik betaal </a:t>
            </a:r>
            <a:r>
              <a:rPr lang="en-US" sz="1800" i="1" u="sng" dirty="0">
                <a:solidFill>
                  <a:schemeClr val="tx1"/>
                </a:solidFill>
              </a:rPr>
              <a:t>met mijn kaart</a:t>
            </a:r>
            <a:r>
              <a:rPr lang="en-US" sz="1800" i="1" dirty="0">
                <a:solidFill>
                  <a:schemeClr val="tx1"/>
                </a:solidFill>
              </a:rPr>
              <a:t>.</a:t>
            </a:r>
            <a:endParaRPr lang="en-US" sz="1800" dirty="0"/>
          </a:p>
        </p:txBody>
      </p:sp>
      <p:sp>
        <p:nvSpPr>
          <p:cNvPr id="31" name="tag"/>
          <p:cNvSpPr/>
          <p:nvPr/>
        </p:nvSpPr>
        <p:spPr>
          <a:xfrm>
            <a:off x="5285232" y="3611372"/>
            <a:ext cx="860298" cy="274320"/>
          </a:xfrm>
          <a:prstGeom prst="roundRect">
            <a:avLst>
              <a:gd name="adj" fmla="val 16667"/>
            </a:avLst>
          </a:prstGeom>
          <a:solidFill>
            <a:schemeClr val="accent3"/>
          </a:solidFill>
          <a:ln/>
        </p:spPr>
        <p:txBody>
          <a:bodyPr wrap="square" lIns="0" tIns="0" rIns="0" bIns="0" rtlCol="0" anchor="ctr"/>
          <a:lstStyle/>
          <a:p>
            <a:pPr algn="ctr" indent="0" marL="0">
              <a:buNone/>
            </a:pPr>
            <a:r>
              <a:rPr lang="en-US" sz="1100" b="1" spc="100" kern="0" dirty="0">
                <a:solidFill>
                  <a:srgbClr val="FFFFFF"/>
                </a:solidFill>
              </a:rPr>
              <a:t>chose</a:t>
            </a:r>
            <a:endParaRPr lang="en-US" sz="1100" dirty="0"/>
          </a:p>
        </p:txBody>
      </p:sp>
      <p:sp>
        <p:nvSpPr>
          <p:cNvPr id="32" name="Shape 28"/>
          <p:cNvSpPr/>
          <p:nvPr/>
        </p:nvSpPr>
        <p:spPr>
          <a:xfrm>
            <a:off x="6446520" y="3748532"/>
            <a:ext cx="411480" cy="914"/>
          </a:xfrm>
          <a:prstGeom prst="line">
            <a:avLst/>
          </a:prstGeom>
          <a:noFill/>
          <a:ln w="31750">
            <a:solidFill>
              <a:srgbClr val="D9700F"/>
            </a:solidFill>
            <a:prstDash val="solid"/>
            <a:tailEnd type="triangle"/>
          </a:ln>
        </p:spPr>
      </p:sp>
      <p:sp>
        <p:nvSpPr>
          <p:cNvPr id="33" name="Shape 29"/>
          <p:cNvSpPr/>
          <p:nvPr/>
        </p:nvSpPr>
        <p:spPr>
          <a:xfrm>
            <a:off x="6903720" y="3431032"/>
            <a:ext cx="4736592" cy="616712"/>
          </a:xfrm>
          <a:prstGeom prst="roundRect">
            <a:avLst>
              <a:gd name="adj" fmla="val 11862"/>
            </a:avLst>
          </a:prstGeom>
          <a:solidFill>
            <a:srgbClr val="EDF6F0"/>
          </a:solidFill>
          <a:ln w="15875">
            <a:solidFill>
              <a:srgbClr val="2E7D4F"/>
            </a:solidFill>
            <a:prstDash val="solid"/>
          </a:ln>
        </p:spPr>
      </p:sp>
      <p:sp>
        <p:nvSpPr>
          <p:cNvPr id="34" name="Text 30"/>
          <p:cNvSpPr txBox="1"/>
          <p:nvPr/>
        </p:nvSpPr>
        <p:spPr>
          <a:xfrm>
            <a:off x="7040880" y="3449320"/>
            <a:ext cx="4526280" cy="339192"/>
          </a:xfrm>
          <a:prstGeom prst="rect">
            <a:avLst/>
          </a:prstGeom>
          <a:noFill/>
          <a:ln/>
        </p:spPr>
        <p:txBody>
          <a:bodyPr wrap="square" lIns="0" tIns="0" rIns="0" bIns="0" rtlCol="0" anchor="ctr"/>
          <a:lstStyle/>
          <a:p>
            <a:pPr algn="l" indent="0" marL="0">
              <a:buNone/>
            </a:pPr>
            <a:r>
              <a:rPr lang="en-US" sz="1700" b="1" i="1" dirty="0">
                <a:solidFill>
                  <a:schemeClr val="accent3"/>
                </a:solidFill>
              </a:rPr>
              <a:t>Waarmee betaal je?</a:t>
            </a:r>
            <a:endParaRPr lang="en-US" sz="1700" dirty="0"/>
          </a:p>
        </p:txBody>
      </p:sp>
      <p:sp>
        <p:nvSpPr>
          <p:cNvPr id="35" name="Text 31"/>
          <p:cNvSpPr txBox="1"/>
          <p:nvPr/>
        </p:nvSpPr>
        <p:spPr>
          <a:xfrm>
            <a:off x="7040880" y="3751722"/>
            <a:ext cx="4526280" cy="277520"/>
          </a:xfrm>
          <a:prstGeom prst="rect">
            <a:avLst/>
          </a:prstGeom>
          <a:noFill/>
          <a:ln/>
        </p:spPr>
        <p:txBody>
          <a:bodyPr wrap="square" lIns="0" tIns="0" rIns="0" bIns="0" rtlCol="0" anchor="ctr"/>
          <a:lstStyle/>
          <a:p>
            <a:pPr algn="l" indent="0" marL="0">
              <a:buNone/>
            </a:pPr>
            <a:r>
              <a:rPr lang="en-US" sz="1300" dirty="0">
                <a:solidFill>
                  <a:schemeClr val="accent5"/>
                </a:solidFill>
              </a:rPr>
              <a:t>ou </a:t>
            </a:r>
            <a:r>
              <a:rPr lang="en-US" sz="1300" i="1" dirty="0">
                <a:solidFill>
                  <a:schemeClr val="accent5"/>
                </a:solidFill>
              </a:rPr>
              <a:t>Waar betaal je mee?</a:t>
            </a:r>
            <a:endParaRPr lang="en-US" sz="1300" dirty="0"/>
          </a:p>
        </p:txBody>
      </p:sp>
      <p:sp>
        <p:nvSpPr>
          <p:cNvPr id="36" name="Shape 32"/>
          <p:cNvSpPr/>
          <p:nvPr/>
        </p:nvSpPr>
        <p:spPr>
          <a:xfrm>
            <a:off x="548640" y="4292092"/>
            <a:ext cx="365760" cy="365760"/>
          </a:xfrm>
          <a:prstGeom prst="ellipse">
            <a:avLst/>
          </a:prstGeom>
          <a:solidFill>
            <a:schemeClr val="accent5"/>
          </a:solidFill>
          <a:ln w="12700">
            <a:solidFill>
              <a:srgbClr val="FFFFFF">
                <a:alpha val="0"/>
              </a:srgbClr>
            </a:solidFill>
            <a:prstDash val="solid"/>
          </a:ln>
        </p:spPr>
      </p:sp>
      <p:sp>
        <p:nvSpPr>
          <p:cNvPr id="37" name="Text 33"/>
          <p:cNvSpPr txBox="1"/>
          <p:nvPr/>
        </p:nvSpPr>
        <p:spPr>
          <a:xfrm>
            <a:off x="548640" y="4292092"/>
            <a:ext cx="365760" cy="365760"/>
          </a:xfrm>
          <a:prstGeom prst="rect">
            <a:avLst/>
          </a:prstGeom>
          <a:noFill/>
          <a:ln/>
        </p:spPr>
        <p:txBody>
          <a:bodyPr wrap="square" lIns="0" tIns="0" rIns="0" bIns="0" rtlCol="0" anchor="ctr"/>
          <a:lstStyle/>
          <a:p>
            <a:pPr algn="ctr" indent="0" marL="0">
              <a:buNone/>
            </a:pPr>
            <a:r>
              <a:rPr lang="en-US" sz="1300" b="1" dirty="0">
                <a:solidFill>
                  <a:schemeClr val="bg1"/>
                </a:solidFill>
              </a:rPr>
              <a:t>4</a:t>
            </a:r>
            <a:endParaRPr lang="en-US" sz="1300" dirty="0"/>
          </a:p>
        </p:txBody>
      </p:sp>
      <p:sp>
        <p:nvSpPr>
          <p:cNvPr id="38" name="Shape 34"/>
          <p:cNvSpPr/>
          <p:nvPr/>
        </p:nvSpPr>
        <p:spPr>
          <a:xfrm>
            <a:off x="1005840" y="4157472"/>
            <a:ext cx="4160520" cy="616712"/>
          </a:xfrm>
          <a:prstGeom prst="roundRect">
            <a:avLst>
              <a:gd name="adj" fmla="val 11862"/>
            </a:avLst>
          </a:prstGeom>
          <a:solidFill>
            <a:schemeClr val="bg2"/>
          </a:solidFill>
          <a:ln w="12700">
            <a:solidFill>
              <a:srgbClr val="D5DCE6"/>
            </a:solidFill>
            <a:prstDash val="solid"/>
          </a:ln>
        </p:spPr>
      </p:sp>
      <p:sp>
        <p:nvSpPr>
          <p:cNvPr id="39" name="Text 35"/>
          <p:cNvSpPr txBox="1"/>
          <p:nvPr/>
        </p:nvSpPr>
        <p:spPr>
          <a:xfrm>
            <a:off x="1143000" y="4157472"/>
            <a:ext cx="3977640" cy="616712"/>
          </a:xfrm>
          <a:prstGeom prst="rect">
            <a:avLst/>
          </a:prstGeom>
          <a:noFill/>
          <a:ln/>
        </p:spPr>
        <p:txBody>
          <a:bodyPr wrap="square" lIns="0" tIns="0" rIns="0" bIns="0" rtlCol="0" anchor="ctr"/>
          <a:lstStyle/>
          <a:p>
            <a:pPr algn="l" indent="0" marL="0">
              <a:buNone/>
            </a:pPr>
            <a:r>
              <a:rPr lang="en-US" sz="1800" i="1" dirty="0">
                <a:solidFill>
                  <a:schemeClr val="tx1"/>
                </a:solidFill>
              </a:rPr>
              <a:t>Ik praat </a:t>
            </a:r>
            <a:r>
              <a:rPr lang="en-US" sz="1800" i="1" u="sng" dirty="0">
                <a:solidFill>
                  <a:schemeClr val="tx1"/>
                </a:solidFill>
              </a:rPr>
              <a:t>met Sofie</a:t>
            </a:r>
            <a:r>
              <a:rPr lang="en-US" sz="1800" i="1" dirty="0">
                <a:solidFill>
                  <a:schemeClr val="tx1"/>
                </a:solidFill>
              </a:rPr>
              <a:t>.</a:t>
            </a:r>
            <a:endParaRPr lang="en-US" sz="1800" dirty="0"/>
          </a:p>
        </p:txBody>
      </p:sp>
      <p:sp>
        <p:nvSpPr>
          <p:cNvPr id="40" name="tag"/>
          <p:cNvSpPr/>
          <p:nvPr/>
        </p:nvSpPr>
        <p:spPr>
          <a:xfrm>
            <a:off x="5285232" y="4337812"/>
            <a:ext cx="1157021" cy="274320"/>
          </a:xfrm>
          <a:prstGeom prst="roundRect">
            <a:avLst>
              <a:gd name="adj" fmla="val 16667"/>
            </a:avLst>
          </a:prstGeom>
          <a:solidFill>
            <a:schemeClr val="accent2"/>
          </a:solidFill>
          <a:ln/>
        </p:spPr>
        <p:txBody>
          <a:bodyPr wrap="square" lIns="0" tIns="0" rIns="0" bIns="0" rtlCol="0" anchor="ctr"/>
          <a:lstStyle/>
          <a:p>
            <a:pPr algn="ctr" indent="0" marL="0">
              <a:buNone/>
            </a:pPr>
            <a:r>
              <a:rPr lang="en-US" sz="1100" b="1" spc="100" kern="0" dirty="0">
                <a:solidFill>
                  <a:srgbClr val="FFFFFF"/>
                </a:solidFill>
              </a:rPr>
              <a:t>personne</a:t>
            </a:r>
            <a:endParaRPr lang="en-US" sz="1100" dirty="0"/>
          </a:p>
        </p:txBody>
      </p:sp>
      <p:sp>
        <p:nvSpPr>
          <p:cNvPr id="41" name="Shape 37"/>
          <p:cNvSpPr/>
          <p:nvPr/>
        </p:nvSpPr>
        <p:spPr>
          <a:xfrm>
            <a:off x="6446520" y="4474972"/>
            <a:ext cx="411480" cy="914"/>
          </a:xfrm>
          <a:prstGeom prst="line">
            <a:avLst/>
          </a:prstGeom>
          <a:noFill/>
          <a:ln w="31750">
            <a:solidFill>
              <a:srgbClr val="D9700F"/>
            </a:solidFill>
            <a:prstDash val="solid"/>
            <a:tailEnd type="triangle"/>
          </a:ln>
        </p:spPr>
      </p:sp>
      <p:sp>
        <p:nvSpPr>
          <p:cNvPr id="42" name="Shape 38"/>
          <p:cNvSpPr/>
          <p:nvPr/>
        </p:nvSpPr>
        <p:spPr>
          <a:xfrm>
            <a:off x="6903720" y="4157472"/>
            <a:ext cx="4736592" cy="616712"/>
          </a:xfrm>
          <a:prstGeom prst="roundRect">
            <a:avLst>
              <a:gd name="adj" fmla="val 11862"/>
            </a:avLst>
          </a:prstGeom>
          <a:solidFill>
            <a:srgbClr val="EDF6F0"/>
          </a:solidFill>
          <a:ln w="15875">
            <a:solidFill>
              <a:srgbClr val="2E7D4F"/>
            </a:solidFill>
            <a:prstDash val="solid"/>
          </a:ln>
        </p:spPr>
      </p:sp>
      <p:sp>
        <p:nvSpPr>
          <p:cNvPr id="43" name="Text 39"/>
          <p:cNvSpPr txBox="1"/>
          <p:nvPr/>
        </p:nvSpPr>
        <p:spPr>
          <a:xfrm>
            <a:off x="7040880" y="4157472"/>
            <a:ext cx="4526280" cy="616712"/>
          </a:xfrm>
          <a:prstGeom prst="rect">
            <a:avLst/>
          </a:prstGeom>
          <a:noFill/>
          <a:ln/>
        </p:spPr>
        <p:txBody>
          <a:bodyPr wrap="square" lIns="0" tIns="0" rIns="0" bIns="0" rtlCol="0" anchor="ctr"/>
          <a:lstStyle/>
          <a:p>
            <a:pPr algn="l" indent="0" marL="0">
              <a:buNone/>
            </a:pPr>
            <a:r>
              <a:rPr lang="en-US" sz="1800" b="1" i="1" dirty="0">
                <a:solidFill>
                  <a:schemeClr val="accent3"/>
                </a:solidFill>
              </a:rPr>
              <a:t>Met wie praat je?</a:t>
            </a:r>
            <a:endParaRPr lang="en-US" sz="1800" dirty="0"/>
          </a:p>
        </p:txBody>
      </p:sp>
      <p:sp>
        <p:nvSpPr>
          <p:cNvPr id="44" name="Shape 40"/>
          <p:cNvSpPr/>
          <p:nvPr/>
        </p:nvSpPr>
        <p:spPr>
          <a:xfrm>
            <a:off x="548640" y="5018532"/>
            <a:ext cx="365760" cy="365760"/>
          </a:xfrm>
          <a:prstGeom prst="ellipse">
            <a:avLst/>
          </a:prstGeom>
          <a:solidFill>
            <a:schemeClr val="accent5"/>
          </a:solidFill>
          <a:ln w="12700">
            <a:solidFill>
              <a:srgbClr val="FFFFFF">
                <a:alpha val="0"/>
              </a:srgbClr>
            </a:solidFill>
            <a:prstDash val="solid"/>
          </a:ln>
        </p:spPr>
      </p:sp>
      <p:sp>
        <p:nvSpPr>
          <p:cNvPr id="45" name="Text 41"/>
          <p:cNvSpPr txBox="1"/>
          <p:nvPr/>
        </p:nvSpPr>
        <p:spPr>
          <a:xfrm>
            <a:off x="548640" y="5018532"/>
            <a:ext cx="365760" cy="365760"/>
          </a:xfrm>
          <a:prstGeom prst="rect">
            <a:avLst/>
          </a:prstGeom>
          <a:noFill/>
          <a:ln/>
        </p:spPr>
        <p:txBody>
          <a:bodyPr wrap="square" lIns="0" tIns="0" rIns="0" bIns="0" rtlCol="0" anchor="ctr"/>
          <a:lstStyle/>
          <a:p>
            <a:pPr algn="ctr" indent="0" marL="0">
              <a:buNone/>
            </a:pPr>
            <a:r>
              <a:rPr lang="en-US" sz="1300" b="1" dirty="0">
                <a:solidFill>
                  <a:schemeClr val="bg1"/>
                </a:solidFill>
              </a:rPr>
              <a:t>5</a:t>
            </a:r>
            <a:endParaRPr lang="en-US" sz="1300" dirty="0"/>
          </a:p>
        </p:txBody>
      </p:sp>
      <p:sp>
        <p:nvSpPr>
          <p:cNvPr id="46" name="Shape 42"/>
          <p:cNvSpPr/>
          <p:nvPr/>
        </p:nvSpPr>
        <p:spPr>
          <a:xfrm>
            <a:off x="1005840" y="4883912"/>
            <a:ext cx="4160520" cy="616712"/>
          </a:xfrm>
          <a:prstGeom prst="roundRect">
            <a:avLst>
              <a:gd name="adj" fmla="val 11862"/>
            </a:avLst>
          </a:prstGeom>
          <a:solidFill>
            <a:schemeClr val="bg2"/>
          </a:solidFill>
          <a:ln w="12700">
            <a:solidFill>
              <a:srgbClr val="D5DCE6"/>
            </a:solidFill>
            <a:prstDash val="solid"/>
          </a:ln>
        </p:spPr>
      </p:sp>
      <p:sp>
        <p:nvSpPr>
          <p:cNvPr id="47" name="Text 43"/>
          <p:cNvSpPr txBox="1"/>
          <p:nvPr/>
        </p:nvSpPr>
        <p:spPr>
          <a:xfrm>
            <a:off x="1143000" y="4883912"/>
            <a:ext cx="3977640" cy="616712"/>
          </a:xfrm>
          <a:prstGeom prst="rect">
            <a:avLst/>
          </a:prstGeom>
          <a:noFill/>
          <a:ln/>
        </p:spPr>
        <p:txBody>
          <a:bodyPr wrap="square" lIns="0" tIns="0" rIns="0" bIns="0" rtlCol="0" anchor="ctr"/>
          <a:lstStyle/>
          <a:p>
            <a:pPr algn="l" indent="0" marL="0">
              <a:buNone/>
            </a:pPr>
            <a:r>
              <a:rPr lang="en-US" sz="1800" i="1" dirty="0">
                <a:solidFill>
                  <a:schemeClr val="tx1"/>
                </a:solidFill>
              </a:rPr>
              <a:t>Ik wacht </a:t>
            </a:r>
            <a:r>
              <a:rPr lang="en-US" sz="1800" i="1" u="sng" dirty="0">
                <a:solidFill>
                  <a:schemeClr val="tx1"/>
                </a:solidFill>
              </a:rPr>
              <a:t>op An</a:t>
            </a:r>
            <a:r>
              <a:rPr lang="en-US" sz="1800" i="1" dirty="0">
                <a:solidFill>
                  <a:schemeClr val="tx1"/>
                </a:solidFill>
              </a:rPr>
              <a:t>.</a:t>
            </a:r>
            <a:endParaRPr lang="en-US" sz="1800" dirty="0"/>
          </a:p>
        </p:txBody>
      </p:sp>
      <p:sp>
        <p:nvSpPr>
          <p:cNvPr id="48" name="tag"/>
          <p:cNvSpPr/>
          <p:nvPr/>
        </p:nvSpPr>
        <p:spPr>
          <a:xfrm>
            <a:off x="5285232" y="5064252"/>
            <a:ext cx="1157021" cy="274320"/>
          </a:xfrm>
          <a:prstGeom prst="roundRect">
            <a:avLst>
              <a:gd name="adj" fmla="val 16667"/>
            </a:avLst>
          </a:prstGeom>
          <a:solidFill>
            <a:schemeClr val="accent2"/>
          </a:solidFill>
          <a:ln/>
        </p:spPr>
        <p:txBody>
          <a:bodyPr wrap="square" lIns="0" tIns="0" rIns="0" bIns="0" rtlCol="0" anchor="ctr"/>
          <a:lstStyle/>
          <a:p>
            <a:pPr algn="ctr" indent="0" marL="0">
              <a:buNone/>
            </a:pPr>
            <a:r>
              <a:rPr lang="en-US" sz="1100" b="1" spc="100" kern="0" dirty="0">
                <a:solidFill>
                  <a:srgbClr val="FFFFFF"/>
                </a:solidFill>
              </a:rPr>
              <a:t>personne</a:t>
            </a:r>
            <a:endParaRPr lang="en-US" sz="1100" dirty="0"/>
          </a:p>
        </p:txBody>
      </p:sp>
      <p:sp>
        <p:nvSpPr>
          <p:cNvPr id="49" name="Shape 45"/>
          <p:cNvSpPr/>
          <p:nvPr/>
        </p:nvSpPr>
        <p:spPr>
          <a:xfrm>
            <a:off x="6446520" y="5201412"/>
            <a:ext cx="411480" cy="914"/>
          </a:xfrm>
          <a:prstGeom prst="line">
            <a:avLst/>
          </a:prstGeom>
          <a:noFill/>
          <a:ln w="31750">
            <a:solidFill>
              <a:srgbClr val="D9700F"/>
            </a:solidFill>
            <a:prstDash val="solid"/>
            <a:tailEnd type="triangle"/>
          </a:ln>
        </p:spPr>
      </p:sp>
      <p:sp>
        <p:nvSpPr>
          <p:cNvPr id="50" name="Shape 46"/>
          <p:cNvSpPr/>
          <p:nvPr/>
        </p:nvSpPr>
        <p:spPr>
          <a:xfrm>
            <a:off x="6903720" y="4883912"/>
            <a:ext cx="4736592" cy="616712"/>
          </a:xfrm>
          <a:prstGeom prst="roundRect">
            <a:avLst>
              <a:gd name="adj" fmla="val 11862"/>
            </a:avLst>
          </a:prstGeom>
          <a:solidFill>
            <a:srgbClr val="EDF6F0"/>
          </a:solidFill>
          <a:ln w="15875">
            <a:solidFill>
              <a:srgbClr val="2E7D4F"/>
            </a:solidFill>
            <a:prstDash val="solid"/>
          </a:ln>
        </p:spPr>
      </p:sp>
      <p:sp>
        <p:nvSpPr>
          <p:cNvPr id="51" name="Text 47"/>
          <p:cNvSpPr txBox="1"/>
          <p:nvPr/>
        </p:nvSpPr>
        <p:spPr>
          <a:xfrm>
            <a:off x="7040880" y="4883912"/>
            <a:ext cx="4526280" cy="616712"/>
          </a:xfrm>
          <a:prstGeom prst="rect">
            <a:avLst/>
          </a:prstGeom>
          <a:noFill/>
          <a:ln/>
        </p:spPr>
        <p:txBody>
          <a:bodyPr wrap="square" lIns="0" tIns="0" rIns="0" bIns="0" rtlCol="0" anchor="ctr"/>
          <a:lstStyle/>
          <a:p>
            <a:pPr algn="l" indent="0" marL="0">
              <a:buNone/>
            </a:pPr>
            <a:r>
              <a:rPr lang="en-US" sz="1800" b="1" i="1" dirty="0">
                <a:solidFill>
                  <a:schemeClr val="accent3"/>
                </a:solidFill>
              </a:rPr>
              <a:t>Op wie wacht je?</a:t>
            </a:r>
            <a:endParaRPr lang="en-US" sz="1800" dirty="0"/>
          </a:p>
        </p:txBody>
      </p:sp>
      <p:sp>
        <p:nvSpPr>
          <p:cNvPr id="52" name="Shape 48"/>
          <p:cNvSpPr/>
          <p:nvPr/>
        </p:nvSpPr>
        <p:spPr>
          <a:xfrm>
            <a:off x="548640" y="5744972"/>
            <a:ext cx="365760" cy="365760"/>
          </a:xfrm>
          <a:prstGeom prst="ellipse">
            <a:avLst/>
          </a:prstGeom>
          <a:solidFill>
            <a:schemeClr val="accent5"/>
          </a:solidFill>
          <a:ln w="12700">
            <a:solidFill>
              <a:srgbClr val="FFFFFF">
                <a:alpha val="0"/>
              </a:srgbClr>
            </a:solidFill>
            <a:prstDash val="solid"/>
          </a:ln>
        </p:spPr>
      </p:sp>
      <p:sp>
        <p:nvSpPr>
          <p:cNvPr id="53" name="Text 49"/>
          <p:cNvSpPr txBox="1"/>
          <p:nvPr/>
        </p:nvSpPr>
        <p:spPr>
          <a:xfrm>
            <a:off x="548640" y="5744972"/>
            <a:ext cx="365760" cy="365760"/>
          </a:xfrm>
          <a:prstGeom prst="rect">
            <a:avLst/>
          </a:prstGeom>
          <a:noFill/>
          <a:ln/>
        </p:spPr>
        <p:txBody>
          <a:bodyPr wrap="square" lIns="0" tIns="0" rIns="0" bIns="0" rtlCol="0" anchor="ctr"/>
          <a:lstStyle/>
          <a:p>
            <a:pPr algn="ctr" indent="0" marL="0">
              <a:buNone/>
            </a:pPr>
            <a:r>
              <a:rPr lang="en-US" sz="1300" b="1" dirty="0">
                <a:solidFill>
                  <a:schemeClr val="bg1"/>
                </a:solidFill>
              </a:rPr>
              <a:t>6</a:t>
            </a:r>
            <a:endParaRPr lang="en-US" sz="1300" dirty="0"/>
          </a:p>
        </p:txBody>
      </p:sp>
      <p:sp>
        <p:nvSpPr>
          <p:cNvPr id="54" name="Shape 50"/>
          <p:cNvSpPr/>
          <p:nvPr/>
        </p:nvSpPr>
        <p:spPr>
          <a:xfrm>
            <a:off x="1005840" y="5610352"/>
            <a:ext cx="4160520" cy="616712"/>
          </a:xfrm>
          <a:prstGeom prst="roundRect">
            <a:avLst>
              <a:gd name="adj" fmla="val 11862"/>
            </a:avLst>
          </a:prstGeom>
          <a:solidFill>
            <a:schemeClr val="bg2"/>
          </a:solidFill>
          <a:ln w="12700">
            <a:solidFill>
              <a:srgbClr val="D5DCE6"/>
            </a:solidFill>
            <a:prstDash val="solid"/>
          </a:ln>
        </p:spPr>
      </p:sp>
      <p:sp>
        <p:nvSpPr>
          <p:cNvPr id="55" name="Text 51"/>
          <p:cNvSpPr txBox="1"/>
          <p:nvPr/>
        </p:nvSpPr>
        <p:spPr>
          <a:xfrm>
            <a:off x="1143000" y="5610352"/>
            <a:ext cx="3977640" cy="616712"/>
          </a:xfrm>
          <a:prstGeom prst="rect">
            <a:avLst/>
          </a:prstGeom>
          <a:noFill/>
          <a:ln/>
        </p:spPr>
        <p:txBody>
          <a:bodyPr wrap="square" lIns="0" tIns="0" rIns="0" bIns="0" rtlCol="0" anchor="ctr"/>
          <a:lstStyle/>
          <a:p>
            <a:pPr algn="l" indent="0" marL="0">
              <a:buNone/>
            </a:pPr>
            <a:r>
              <a:rPr lang="en-US" sz="1800" i="1" dirty="0">
                <a:solidFill>
                  <a:schemeClr val="tx1"/>
                </a:solidFill>
              </a:rPr>
              <a:t>We praten </a:t>
            </a:r>
            <a:r>
              <a:rPr lang="en-US" sz="1800" i="1" u="sng" dirty="0">
                <a:solidFill>
                  <a:schemeClr val="tx1"/>
                </a:solidFill>
              </a:rPr>
              <a:t>over het budget</a:t>
            </a:r>
            <a:r>
              <a:rPr lang="en-US" sz="1800" i="1" dirty="0">
                <a:solidFill>
                  <a:schemeClr val="tx1"/>
                </a:solidFill>
              </a:rPr>
              <a:t>.</a:t>
            </a:r>
            <a:endParaRPr lang="en-US" sz="1800" dirty="0"/>
          </a:p>
        </p:txBody>
      </p:sp>
      <p:sp>
        <p:nvSpPr>
          <p:cNvPr id="56" name="tag"/>
          <p:cNvSpPr/>
          <p:nvPr/>
        </p:nvSpPr>
        <p:spPr>
          <a:xfrm>
            <a:off x="5285232" y="5790692"/>
            <a:ext cx="860298" cy="274320"/>
          </a:xfrm>
          <a:prstGeom prst="roundRect">
            <a:avLst>
              <a:gd name="adj" fmla="val 16667"/>
            </a:avLst>
          </a:prstGeom>
          <a:solidFill>
            <a:schemeClr val="accent3"/>
          </a:solidFill>
          <a:ln/>
        </p:spPr>
        <p:txBody>
          <a:bodyPr wrap="square" lIns="0" tIns="0" rIns="0" bIns="0" rtlCol="0" anchor="ctr"/>
          <a:lstStyle/>
          <a:p>
            <a:pPr algn="ctr" indent="0" marL="0">
              <a:buNone/>
            </a:pPr>
            <a:r>
              <a:rPr lang="en-US" sz="1100" b="1" spc="100" kern="0" dirty="0">
                <a:solidFill>
                  <a:srgbClr val="FFFFFF"/>
                </a:solidFill>
              </a:rPr>
              <a:t>chose</a:t>
            </a:r>
            <a:endParaRPr lang="en-US" sz="1100" dirty="0"/>
          </a:p>
        </p:txBody>
      </p:sp>
      <p:sp>
        <p:nvSpPr>
          <p:cNvPr id="57" name="Shape 53"/>
          <p:cNvSpPr/>
          <p:nvPr/>
        </p:nvSpPr>
        <p:spPr>
          <a:xfrm>
            <a:off x="6446520" y="5927852"/>
            <a:ext cx="411480" cy="914"/>
          </a:xfrm>
          <a:prstGeom prst="line">
            <a:avLst/>
          </a:prstGeom>
          <a:noFill/>
          <a:ln w="31750">
            <a:solidFill>
              <a:srgbClr val="D9700F"/>
            </a:solidFill>
            <a:prstDash val="solid"/>
            <a:tailEnd type="triangle"/>
          </a:ln>
        </p:spPr>
      </p:sp>
      <p:sp>
        <p:nvSpPr>
          <p:cNvPr id="58" name="Shape 54"/>
          <p:cNvSpPr/>
          <p:nvPr/>
        </p:nvSpPr>
        <p:spPr>
          <a:xfrm>
            <a:off x="6903720" y="5610352"/>
            <a:ext cx="4736592" cy="616712"/>
          </a:xfrm>
          <a:prstGeom prst="roundRect">
            <a:avLst>
              <a:gd name="adj" fmla="val 11862"/>
            </a:avLst>
          </a:prstGeom>
          <a:solidFill>
            <a:srgbClr val="EDF6F0"/>
          </a:solidFill>
          <a:ln w="15875">
            <a:solidFill>
              <a:srgbClr val="2E7D4F"/>
            </a:solidFill>
            <a:prstDash val="solid"/>
          </a:ln>
        </p:spPr>
      </p:sp>
      <p:sp>
        <p:nvSpPr>
          <p:cNvPr id="59" name="Text 55"/>
          <p:cNvSpPr txBox="1"/>
          <p:nvPr/>
        </p:nvSpPr>
        <p:spPr>
          <a:xfrm>
            <a:off x="7040880" y="5628640"/>
            <a:ext cx="4526280" cy="339192"/>
          </a:xfrm>
          <a:prstGeom prst="rect">
            <a:avLst/>
          </a:prstGeom>
          <a:noFill/>
          <a:ln/>
        </p:spPr>
        <p:txBody>
          <a:bodyPr wrap="square" lIns="0" tIns="0" rIns="0" bIns="0" rtlCol="0" anchor="ctr"/>
          <a:lstStyle/>
          <a:p>
            <a:pPr algn="l" indent="0" marL="0">
              <a:buNone/>
            </a:pPr>
            <a:r>
              <a:rPr lang="en-US" sz="1700" b="1" i="1" dirty="0">
                <a:solidFill>
                  <a:schemeClr val="accent3"/>
                </a:solidFill>
              </a:rPr>
              <a:t>Waarover praten jullie?</a:t>
            </a:r>
            <a:endParaRPr lang="en-US" sz="1700" dirty="0"/>
          </a:p>
        </p:txBody>
      </p:sp>
      <p:sp>
        <p:nvSpPr>
          <p:cNvPr id="60" name="Text 56"/>
          <p:cNvSpPr txBox="1"/>
          <p:nvPr/>
        </p:nvSpPr>
        <p:spPr>
          <a:xfrm>
            <a:off x="7040880" y="5931042"/>
            <a:ext cx="4526280" cy="277520"/>
          </a:xfrm>
          <a:prstGeom prst="rect">
            <a:avLst/>
          </a:prstGeom>
          <a:noFill/>
          <a:ln/>
        </p:spPr>
        <p:txBody>
          <a:bodyPr wrap="square" lIns="0" tIns="0" rIns="0" bIns="0" rtlCol="0" anchor="ctr"/>
          <a:lstStyle/>
          <a:p>
            <a:pPr algn="l" indent="0" marL="0">
              <a:buNone/>
            </a:pPr>
            <a:r>
              <a:rPr lang="en-US" sz="1300" dirty="0">
                <a:solidFill>
                  <a:schemeClr val="accent5"/>
                </a:solidFill>
              </a:rPr>
              <a:t>ou </a:t>
            </a:r>
            <a:r>
              <a:rPr lang="en-US" sz="1300" i="1" dirty="0">
                <a:solidFill>
                  <a:schemeClr val="accent5"/>
                </a:solidFill>
              </a:rPr>
              <a:t>Waar praten jullie over?</a:t>
            </a:r>
            <a:endParaRPr lang="en-US" sz="1300" dirty="0"/>
          </a:p>
        </p:txBody>
      </p:sp>
      <p:sp>
        <p:nvSpPr>
          <p:cNvPr id="25" name="Slide Number Placeholder 0"/>
          <p:cNvSpPr>
            <a:spLocks noGrp="1"/>
          </p:cNvSpPr>
          <p:nvPr>
            <p:ph type="sldNum" sz="quarter" idx="4294967295"/>
          </p:nvPr>
        </p:nvSpPr>
        <p:spPr>
          <a:xfrm>
            <a:off x="11091672"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4A5A70"/>
                </a:solidFill>
              </a:defRPr>
            </a:lvl1pPr>
          </a:lstStyle>
          <a:p>
            <a:pPr algn="r"/>
            <a:fld id="{F7021451-1387-4CA6-816F-3879F97B5CBC}" type="slidenum">
              <a:rPr b="0" lang="en-US"/>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1"/>
          <p:cNvSpPr/>
          <p:nvPr>
            <p:ph idx="101" type="title" hasCustomPrompt="1"/>
          </p:nvPr>
        </p:nvSpPr>
        <p:spPr>
          <a:xfrm>
            <a:off x="548640" y="621792"/>
            <a:ext cx="11091672" cy="713232"/>
          </a:xfrm>
          <a:prstGeom prst="rect">
            <a:avLst/>
          </a:prstGeom>
          <a:noFill/>
          <a:ln/>
        </p:spPr>
        <p:txBody>
          <a:bodyPr wrap="square" lIns="0" tIns="0" rIns="0" bIns="0" rtlCol="0" anchor="ctr"/>
          <a:lstStyle/>
          <a:p>
            <a:pPr algn="l" indent="0" marL="0">
              <a:buNone/>
            </a:pPr>
            <a:r>
              <a:rPr lang="en-US" sz="3000" b="1" dirty="0">
                <a:solidFill>
                  <a:schemeClr val="tx2"/>
                </a:solidFill>
              </a:rPr>
              <a:t>Exercice 4 — Chose ou personne ?</a:t>
            </a:r>
            <a:endParaRPr lang="en-US" sz="3000" dirty="0"/>
          </a:p>
        </p:txBody>
      </p:sp>
      <p:sp>
        <p:nvSpPr>
          <p:cNvPr id="3" name="tag"/>
          <p:cNvSpPr/>
          <p:nvPr/>
        </p:nvSpPr>
        <p:spPr>
          <a:xfrm>
            <a:off x="548640" y="237744"/>
            <a:ext cx="1228954" cy="310896"/>
          </a:xfrm>
          <a:prstGeom prst="roundRect">
            <a:avLst>
              <a:gd name="adj" fmla="val 14706"/>
            </a:avLst>
          </a:prstGeom>
          <a:solidFill>
            <a:schemeClr val="accent1"/>
          </a:solidFill>
          <a:ln/>
        </p:spPr>
        <p:txBody>
          <a:bodyPr wrap="square" lIns="0" tIns="0" rIns="0" bIns="0" rtlCol="0" anchor="ctr"/>
          <a:lstStyle/>
          <a:p>
            <a:pPr algn="ctr" indent="0" marL="0">
              <a:buNone/>
            </a:pPr>
            <a:r>
              <a:rPr lang="en-US" sz="1200" b="1" spc="100" kern="0" dirty="0">
                <a:solidFill>
                  <a:srgbClr val="FFFFFF"/>
                </a:solidFill>
              </a:rPr>
              <a:t>JIJ NU !</a:t>
            </a:r>
            <a:endParaRPr lang="en-US" sz="1200" dirty="0"/>
          </a:p>
        </p:txBody>
      </p:sp>
      <p:sp>
        <p:nvSpPr>
          <p:cNvPr id="4" name="Text 2"/>
          <p:cNvSpPr txBox="1"/>
          <p:nvPr/>
        </p:nvSpPr>
        <p:spPr>
          <a:xfrm>
            <a:off x="10177272" y="219456"/>
            <a:ext cx="1463040" cy="347472"/>
          </a:xfrm>
          <a:prstGeom prst="rect">
            <a:avLst/>
          </a:prstGeom>
          <a:noFill/>
          <a:ln/>
        </p:spPr>
        <p:txBody>
          <a:bodyPr wrap="square" lIns="0" tIns="0" rIns="0" bIns="0" rtlCol="0" anchor="ctr"/>
          <a:lstStyle/>
          <a:p>
            <a:pPr algn="r" indent="0" marL="0">
              <a:buNone/>
            </a:pPr>
            <a:r>
              <a:rPr lang="en-US" sz="1600" b="1" dirty="0">
                <a:solidFill>
                  <a:schemeClr val="accent1"/>
                </a:solidFill>
              </a:rPr>
              <a:t>★★</a:t>
            </a:r>
            <a:endParaRPr lang="en-US" sz="1600" dirty="0"/>
          </a:p>
        </p:txBody>
      </p:sp>
      <p:pic>
        <p:nvPicPr>
          <p:cNvPr id="6" name="Image 0" descr="HandPointRight">    </p:cNvPr>
          <p:cNvPicPr>
            <a:picLocks noChangeAspect="1"/>
          </p:cNvPicPr>
          <p:nvPr/>
        </p:nvPicPr>
        <p:blipFill>
          <a:blip r:embed="rId1"/>
          <a:stretch>
            <a:fillRect/>
          </a:stretch>
        </p:blipFill>
        <p:spPr>
          <a:xfrm>
            <a:off x="548640" y="1517904"/>
            <a:ext cx="274320" cy="274320"/>
          </a:xfrm>
          <a:prstGeom prst="rect">
            <a:avLst/>
          </a:prstGeom>
        </p:spPr>
      </p:pic>
      <p:sp>
        <p:nvSpPr>
          <p:cNvPr id="7" name="Text 3"/>
          <p:cNvSpPr txBox="1"/>
          <p:nvPr/>
        </p:nvSpPr>
        <p:spPr>
          <a:xfrm>
            <a:off x="960120" y="1481328"/>
            <a:ext cx="10680192" cy="313944"/>
          </a:xfrm>
          <a:prstGeom prst="rect">
            <a:avLst/>
          </a:prstGeom>
          <a:noFill/>
          <a:ln/>
        </p:spPr>
        <p:txBody>
          <a:bodyPr wrap="square" lIns="0" tIns="0" rIns="0" bIns="0" rtlCol="0" anchor="t"/>
          <a:lstStyle/>
          <a:p>
            <a:pPr algn="l" indent="0" marL="0">
              <a:buNone/>
            </a:pPr>
            <a:r>
              <a:rPr lang="en-US" sz="1700" i="1" dirty="0">
                <a:solidFill>
                  <a:schemeClr val="accent5"/>
                </a:solidFill>
              </a:rPr>
              <a:t>Complétez : er + préposition (chose) ou préposition + pronom (personne) ?</a:t>
            </a:r>
            <a:endParaRPr lang="en-US" sz="1700" dirty="0"/>
          </a:p>
        </p:txBody>
      </p:sp>
      <p:sp>
        <p:nvSpPr>
          <p:cNvPr id="8" name="Shape 4"/>
          <p:cNvSpPr/>
          <p:nvPr/>
        </p:nvSpPr>
        <p:spPr>
          <a:xfrm>
            <a:off x="548640" y="1969008"/>
            <a:ext cx="11091672" cy="653288"/>
          </a:xfrm>
          <a:prstGeom prst="roundRect">
            <a:avLst>
              <a:gd name="adj" fmla="val 11198"/>
            </a:avLst>
          </a:prstGeom>
          <a:solidFill>
            <a:schemeClr val="bg2"/>
          </a:solidFill>
          <a:ln w="9525">
            <a:solidFill>
              <a:srgbClr val="D5DCE6"/>
            </a:solidFill>
            <a:prstDash val="solid"/>
          </a:ln>
        </p:spPr>
      </p:sp>
      <p:sp>
        <p:nvSpPr>
          <p:cNvPr id="9" name="Text 5"/>
          <p:cNvSpPr txBox="1"/>
          <p:nvPr/>
        </p:nvSpPr>
        <p:spPr>
          <a:xfrm>
            <a:off x="685800" y="1969008"/>
            <a:ext cx="365760" cy="653288"/>
          </a:xfrm>
          <a:prstGeom prst="rect">
            <a:avLst/>
          </a:prstGeom>
          <a:noFill/>
          <a:ln/>
        </p:spPr>
        <p:txBody>
          <a:bodyPr wrap="square" lIns="0" tIns="0" rIns="0" bIns="0" rtlCol="0" anchor="ctr"/>
          <a:lstStyle/>
          <a:p>
            <a:pPr algn="l" indent="0" marL="0">
              <a:buNone/>
            </a:pPr>
            <a:r>
              <a:rPr lang="en-US" sz="1700" b="1" dirty="0">
                <a:solidFill>
                  <a:schemeClr val="accent5"/>
                </a:solidFill>
              </a:rPr>
              <a:t>1</a:t>
            </a:r>
            <a:endParaRPr lang="en-US" sz="1700" dirty="0"/>
          </a:p>
        </p:txBody>
      </p:sp>
      <p:pic>
        <p:nvPicPr>
          <p:cNvPr id="10" name="Image 1" descr="face with thermometer">    </p:cNvPr>
          <p:cNvPicPr>
            <a:picLocks noChangeAspect="1"/>
          </p:cNvPicPr>
          <p:nvPr/>
        </p:nvPicPr>
        <p:blipFill>
          <a:blip r:embed="rId2"/>
          <a:stretch>
            <a:fillRect/>
          </a:stretch>
        </p:blipFill>
        <p:spPr>
          <a:xfrm>
            <a:off x="1097280" y="2021332"/>
            <a:ext cx="548640" cy="548640"/>
          </a:xfrm>
          <a:prstGeom prst="rect">
            <a:avLst/>
          </a:prstGeom>
        </p:spPr>
      </p:pic>
      <p:sp>
        <p:nvSpPr>
          <p:cNvPr id="11" name="Text 6"/>
          <p:cNvSpPr txBox="1"/>
          <p:nvPr/>
        </p:nvSpPr>
        <p:spPr>
          <a:xfrm>
            <a:off x="1828800" y="1969008"/>
            <a:ext cx="9692640" cy="653288"/>
          </a:xfrm>
          <a:prstGeom prst="rect">
            <a:avLst/>
          </a:prstGeom>
          <a:noFill/>
          <a:ln/>
        </p:spPr>
        <p:txBody>
          <a:bodyPr wrap="square" lIns="0" tIns="0" rIns="0" bIns="0" rtlCol="0" anchor="ctr"/>
          <a:lstStyle/>
          <a:p>
            <a:pPr algn="l" indent="0" marL="0">
              <a:buNone/>
            </a:pPr>
            <a:r>
              <a:rPr lang="en-US" sz="2000" i="1" dirty="0">
                <a:solidFill>
                  <a:schemeClr val="tx1"/>
                </a:solidFill>
              </a:rPr>
              <a:t>Mijn moeder is ziek. Ik denk vaak </a:t>
            </a:r>
            <a:r>
              <a:rPr lang="en-US" sz="2000" i="1" dirty="0">
                <a:solidFill>
                  <a:schemeClr val="accent5"/>
                </a:solidFill>
              </a:rPr>
              <a:t>……………</a:t>
            </a:r>
            <a:r>
              <a:rPr lang="en-US" sz="2000" i="1" dirty="0">
                <a:solidFill>
                  <a:schemeClr val="tx1"/>
                </a:solidFill>
              </a:rPr>
              <a:t>.</a:t>
            </a:r>
            <a:endParaRPr lang="en-US" sz="2000" dirty="0"/>
          </a:p>
        </p:txBody>
      </p:sp>
      <p:sp>
        <p:nvSpPr>
          <p:cNvPr id="12" name="Shape 7"/>
          <p:cNvSpPr/>
          <p:nvPr/>
        </p:nvSpPr>
        <p:spPr>
          <a:xfrm>
            <a:off x="548640" y="2695448"/>
            <a:ext cx="11091672" cy="653288"/>
          </a:xfrm>
          <a:prstGeom prst="roundRect">
            <a:avLst>
              <a:gd name="adj" fmla="val 11198"/>
            </a:avLst>
          </a:prstGeom>
          <a:solidFill>
            <a:schemeClr val="bg2"/>
          </a:solidFill>
          <a:ln w="9525">
            <a:solidFill>
              <a:srgbClr val="D5DCE6"/>
            </a:solidFill>
            <a:prstDash val="solid"/>
          </a:ln>
        </p:spPr>
      </p:sp>
      <p:sp>
        <p:nvSpPr>
          <p:cNvPr id="13" name="Text 8"/>
          <p:cNvSpPr txBox="1"/>
          <p:nvPr/>
        </p:nvSpPr>
        <p:spPr>
          <a:xfrm>
            <a:off x="685800" y="2695448"/>
            <a:ext cx="365760" cy="653288"/>
          </a:xfrm>
          <a:prstGeom prst="rect">
            <a:avLst/>
          </a:prstGeom>
          <a:noFill/>
          <a:ln/>
        </p:spPr>
        <p:txBody>
          <a:bodyPr wrap="square" lIns="0" tIns="0" rIns="0" bIns="0" rtlCol="0" anchor="ctr"/>
          <a:lstStyle/>
          <a:p>
            <a:pPr algn="l" indent="0" marL="0">
              <a:buNone/>
            </a:pPr>
            <a:r>
              <a:rPr lang="en-US" sz="1700" b="1" dirty="0">
                <a:solidFill>
                  <a:schemeClr val="accent5"/>
                </a:solidFill>
              </a:rPr>
              <a:t>2</a:t>
            </a:r>
            <a:endParaRPr lang="en-US" sz="1700" dirty="0"/>
          </a:p>
        </p:txBody>
      </p:sp>
      <p:pic>
        <p:nvPicPr>
          <p:cNvPr id="14" name="Image 2" descr="spiral calendar">    </p:cNvPr>
          <p:cNvPicPr>
            <a:picLocks noChangeAspect="1"/>
          </p:cNvPicPr>
          <p:nvPr/>
        </p:nvPicPr>
        <p:blipFill>
          <a:blip r:embed="rId3"/>
          <a:stretch>
            <a:fillRect/>
          </a:stretch>
        </p:blipFill>
        <p:spPr>
          <a:xfrm>
            <a:off x="1097280" y="2747772"/>
            <a:ext cx="548640" cy="548640"/>
          </a:xfrm>
          <a:prstGeom prst="rect">
            <a:avLst/>
          </a:prstGeom>
        </p:spPr>
      </p:pic>
      <p:sp>
        <p:nvSpPr>
          <p:cNvPr id="15" name="Text 9"/>
          <p:cNvSpPr txBox="1"/>
          <p:nvPr/>
        </p:nvSpPr>
        <p:spPr>
          <a:xfrm>
            <a:off x="1828800" y="2695448"/>
            <a:ext cx="9692640" cy="653288"/>
          </a:xfrm>
          <a:prstGeom prst="rect">
            <a:avLst/>
          </a:prstGeom>
          <a:noFill/>
          <a:ln/>
        </p:spPr>
        <p:txBody>
          <a:bodyPr wrap="square" lIns="0" tIns="0" rIns="0" bIns="0" rtlCol="0" anchor="ctr"/>
          <a:lstStyle/>
          <a:p>
            <a:pPr algn="l" indent="0" marL="0">
              <a:buNone/>
            </a:pPr>
            <a:r>
              <a:rPr lang="en-US" sz="2000" i="1" dirty="0">
                <a:solidFill>
                  <a:schemeClr val="tx1"/>
                </a:solidFill>
              </a:rPr>
              <a:t>De deadline is morgen. Denk je </a:t>
            </a:r>
            <a:r>
              <a:rPr lang="en-US" sz="2000" i="1" dirty="0">
                <a:solidFill>
                  <a:schemeClr val="accent5"/>
                </a:solidFill>
              </a:rPr>
              <a:t>…………</a:t>
            </a:r>
            <a:r>
              <a:rPr lang="en-US" sz="2000" i="1" dirty="0">
                <a:solidFill>
                  <a:schemeClr val="tx1"/>
                </a:solidFill>
              </a:rPr>
              <a:t>?</a:t>
            </a:r>
            <a:endParaRPr lang="en-US" sz="2000" dirty="0"/>
          </a:p>
        </p:txBody>
      </p:sp>
      <p:sp>
        <p:nvSpPr>
          <p:cNvPr id="16" name="Shape 10"/>
          <p:cNvSpPr/>
          <p:nvPr/>
        </p:nvSpPr>
        <p:spPr>
          <a:xfrm>
            <a:off x="548640" y="3421888"/>
            <a:ext cx="11091672" cy="653288"/>
          </a:xfrm>
          <a:prstGeom prst="roundRect">
            <a:avLst>
              <a:gd name="adj" fmla="val 11198"/>
            </a:avLst>
          </a:prstGeom>
          <a:solidFill>
            <a:schemeClr val="bg1"/>
          </a:solidFill>
          <a:ln w="9525">
            <a:solidFill>
              <a:srgbClr val="D5DCE6"/>
            </a:solidFill>
            <a:prstDash val="solid"/>
          </a:ln>
        </p:spPr>
      </p:sp>
      <p:sp>
        <p:nvSpPr>
          <p:cNvPr id="17" name="Text 11"/>
          <p:cNvSpPr txBox="1"/>
          <p:nvPr/>
        </p:nvSpPr>
        <p:spPr>
          <a:xfrm>
            <a:off x="685800" y="3421888"/>
            <a:ext cx="365760" cy="653288"/>
          </a:xfrm>
          <a:prstGeom prst="rect">
            <a:avLst/>
          </a:prstGeom>
          <a:noFill/>
          <a:ln/>
        </p:spPr>
        <p:txBody>
          <a:bodyPr wrap="square" lIns="0" tIns="0" rIns="0" bIns="0" rtlCol="0" anchor="ctr"/>
          <a:lstStyle/>
          <a:p>
            <a:pPr algn="l" indent="0" marL="0">
              <a:buNone/>
            </a:pPr>
            <a:r>
              <a:rPr lang="en-US" sz="1700" b="1" dirty="0">
                <a:solidFill>
                  <a:schemeClr val="accent5"/>
                </a:solidFill>
              </a:rPr>
              <a:t>3</a:t>
            </a:r>
            <a:endParaRPr lang="en-US" sz="1700" dirty="0"/>
          </a:p>
        </p:txBody>
      </p:sp>
      <p:pic>
        <p:nvPicPr>
          <p:cNvPr id="18" name="Image 3" descr="laptop">    </p:cNvPr>
          <p:cNvPicPr>
            <a:picLocks noChangeAspect="1"/>
          </p:cNvPicPr>
          <p:nvPr/>
        </p:nvPicPr>
        <p:blipFill>
          <a:blip r:embed="rId4"/>
          <a:stretch>
            <a:fillRect/>
          </a:stretch>
        </p:blipFill>
        <p:spPr>
          <a:xfrm>
            <a:off x="1097280" y="3474212"/>
            <a:ext cx="548640" cy="548640"/>
          </a:xfrm>
          <a:prstGeom prst="rect">
            <a:avLst/>
          </a:prstGeom>
        </p:spPr>
      </p:pic>
      <p:sp>
        <p:nvSpPr>
          <p:cNvPr id="19" name="Text 12"/>
          <p:cNvSpPr txBox="1"/>
          <p:nvPr/>
        </p:nvSpPr>
        <p:spPr>
          <a:xfrm>
            <a:off x="1828800" y="3421888"/>
            <a:ext cx="9692640" cy="653288"/>
          </a:xfrm>
          <a:prstGeom prst="rect">
            <a:avLst/>
          </a:prstGeom>
          <a:noFill/>
          <a:ln/>
        </p:spPr>
        <p:txBody>
          <a:bodyPr wrap="square" lIns="0" tIns="0" rIns="0" bIns="0" rtlCol="0" anchor="ctr"/>
          <a:lstStyle/>
          <a:p>
            <a:pPr algn="l" indent="0" marL="0">
              <a:buNone/>
            </a:pPr>
            <a:r>
              <a:rPr lang="en-US" sz="2000" i="1" dirty="0">
                <a:solidFill>
                  <a:schemeClr val="tx1"/>
                </a:solidFill>
              </a:rPr>
              <a:t>Dit is mijn nieuwe laptop. Ik werk </a:t>
            </a:r>
            <a:r>
              <a:rPr lang="en-US" sz="2000" i="1" dirty="0">
                <a:solidFill>
                  <a:schemeClr val="accent5"/>
                </a:solidFill>
              </a:rPr>
              <a:t>…………</a:t>
            </a:r>
            <a:r>
              <a:rPr lang="en-US" sz="2000" i="1" dirty="0">
                <a:solidFill>
                  <a:schemeClr val="tx1"/>
                </a:solidFill>
              </a:rPr>
              <a:t> graag </a:t>
            </a:r>
            <a:r>
              <a:rPr lang="en-US" sz="2000" i="1" dirty="0">
                <a:solidFill>
                  <a:schemeClr val="accent5"/>
                </a:solidFill>
              </a:rPr>
              <a:t>…………</a:t>
            </a:r>
            <a:r>
              <a:rPr lang="en-US" sz="2000" i="1" dirty="0">
                <a:solidFill>
                  <a:schemeClr val="tx1"/>
                </a:solidFill>
              </a:rPr>
              <a:t>.</a:t>
            </a:r>
            <a:endParaRPr lang="en-US" sz="2000" dirty="0"/>
          </a:p>
        </p:txBody>
      </p:sp>
      <p:sp>
        <p:nvSpPr>
          <p:cNvPr id="20" name="Shape 13"/>
          <p:cNvSpPr/>
          <p:nvPr/>
        </p:nvSpPr>
        <p:spPr>
          <a:xfrm>
            <a:off x="548640" y="4148328"/>
            <a:ext cx="11091672" cy="653288"/>
          </a:xfrm>
          <a:prstGeom prst="roundRect">
            <a:avLst>
              <a:gd name="adj" fmla="val 11198"/>
            </a:avLst>
          </a:prstGeom>
          <a:solidFill>
            <a:schemeClr val="bg1"/>
          </a:solidFill>
          <a:ln w="9525">
            <a:solidFill>
              <a:srgbClr val="D5DCE6"/>
            </a:solidFill>
            <a:prstDash val="solid"/>
          </a:ln>
        </p:spPr>
      </p:sp>
      <p:sp>
        <p:nvSpPr>
          <p:cNvPr id="21" name="Text 14"/>
          <p:cNvSpPr txBox="1"/>
          <p:nvPr/>
        </p:nvSpPr>
        <p:spPr>
          <a:xfrm>
            <a:off x="685800" y="4148328"/>
            <a:ext cx="365760" cy="653288"/>
          </a:xfrm>
          <a:prstGeom prst="rect">
            <a:avLst/>
          </a:prstGeom>
          <a:noFill/>
          <a:ln/>
        </p:spPr>
        <p:txBody>
          <a:bodyPr wrap="square" lIns="0" tIns="0" rIns="0" bIns="0" rtlCol="0" anchor="ctr"/>
          <a:lstStyle/>
          <a:p>
            <a:pPr algn="l" indent="0" marL="0">
              <a:buNone/>
            </a:pPr>
            <a:r>
              <a:rPr lang="en-US" sz="1700" b="1" dirty="0">
                <a:solidFill>
                  <a:schemeClr val="accent5"/>
                </a:solidFill>
              </a:rPr>
              <a:t>4</a:t>
            </a:r>
            <a:endParaRPr lang="en-US" sz="1700" dirty="0"/>
          </a:p>
        </p:txBody>
      </p:sp>
      <p:pic>
        <p:nvPicPr>
          <p:cNvPr id="22" name="Image 4" descr="man office worker">    </p:cNvPr>
          <p:cNvPicPr>
            <a:picLocks noChangeAspect="1"/>
          </p:cNvPicPr>
          <p:nvPr/>
        </p:nvPicPr>
        <p:blipFill>
          <a:blip r:embed="rId5"/>
          <a:stretch>
            <a:fillRect/>
          </a:stretch>
        </p:blipFill>
        <p:spPr>
          <a:xfrm>
            <a:off x="1097280" y="4200652"/>
            <a:ext cx="548640" cy="548640"/>
          </a:xfrm>
          <a:prstGeom prst="rect">
            <a:avLst/>
          </a:prstGeom>
        </p:spPr>
      </p:pic>
      <p:sp>
        <p:nvSpPr>
          <p:cNvPr id="23" name="Text 15"/>
          <p:cNvSpPr txBox="1"/>
          <p:nvPr/>
        </p:nvSpPr>
        <p:spPr>
          <a:xfrm>
            <a:off x="1828800" y="4148328"/>
            <a:ext cx="9692640" cy="653288"/>
          </a:xfrm>
          <a:prstGeom prst="rect">
            <a:avLst/>
          </a:prstGeom>
          <a:noFill/>
          <a:ln/>
        </p:spPr>
        <p:txBody>
          <a:bodyPr wrap="square" lIns="0" tIns="0" rIns="0" bIns="0" rtlCol="0" anchor="ctr"/>
          <a:lstStyle/>
          <a:p>
            <a:pPr algn="l" indent="0" marL="0">
              <a:buNone/>
            </a:pPr>
            <a:r>
              <a:rPr lang="en-US" sz="2000" i="1" dirty="0">
                <a:solidFill>
                  <a:schemeClr val="tx1"/>
                </a:solidFill>
              </a:rPr>
              <a:t>Dit is mijn nieuwe collega. Ik werk graag </a:t>
            </a:r>
            <a:r>
              <a:rPr lang="en-US" sz="2000" i="1" dirty="0">
                <a:solidFill>
                  <a:schemeClr val="accent5"/>
                </a:solidFill>
              </a:rPr>
              <a:t>…………</a:t>
            </a:r>
            <a:r>
              <a:rPr lang="en-US" sz="2000" i="1" dirty="0">
                <a:solidFill>
                  <a:schemeClr val="tx1"/>
                </a:solidFill>
              </a:rPr>
              <a:t>.</a:t>
            </a:r>
            <a:endParaRPr lang="en-US" sz="2000" dirty="0"/>
          </a:p>
        </p:txBody>
      </p:sp>
      <p:sp>
        <p:nvSpPr>
          <p:cNvPr id="24" name="Shape 16"/>
          <p:cNvSpPr/>
          <p:nvPr/>
        </p:nvSpPr>
        <p:spPr>
          <a:xfrm>
            <a:off x="548640" y="4874768"/>
            <a:ext cx="11091672" cy="653288"/>
          </a:xfrm>
          <a:prstGeom prst="roundRect">
            <a:avLst>
              <a:gd name="adj" fmla="val 11198"/>
            </a:avLst>
          </a:prstGeom>
          <a:solidFill>
            <a:schemeClr val="bg2"/>
          </a:solidFill>
          <a:ln w="9525">
            <a:solidFill>
              <a:srgbClr val="D5DCE6"/>
            </a:solidFill>
            <a:prstDash val="solid"/>
          </a:ln>
        </p:spPr>
      </p:sp>
      <p:sp>
        <p:nvSpPr>
          <p:cNvPr id="25" name="Text 17"/>
          <p:cNvSpPr txBox="1"/>
          <p:nvPr/>
        </p:nvSpPr>
        <p:spPr>
          <a:xfrm>
            <a:off x="685800" y="4874768"/>
            <a:ext cx="365760" cy="653288"/>
          </a:xfrm>
          <a:prstGeom prst="rect">
            <a:avLst/>
          </a:prstGeom>
          <a:noFill/>
          <a:ln/>
        </p:spPr>
        <p:txBody>
          <a:bodyPr wrap="square" lIns="0" tIns="0" rIns="0" bIns="0" rtlCol="0" anchor="ctr"/>
          <a:lstStyle/>
          <a:p>
            <a:pPr algn="l" indent="0" marL="0">
              <a:buNone/>
            </a:pPr>
            <a:r>
              <a:rPr lang="en-US" sz="1700" b="1" dirty="0">
                <a:solidFill>
                  <a:schemeClr val="accent5"/>
                </a:solidFill>
              </a:rPr>
              <a:t>5</a:t>
            </a:r>
            <a:endParaRPr lang="en-US" sz="1700" dirty="0"/>
          </a:p>
        </p:txBody>
      </p:sp>
      <p:pic>
        <p:nvPicPr>
          <p:cNvPr id="26" name="Image 5" descr="bus">    </p:cNvPr>
          <p:cNvPicPr>
            <a:picLocks noChangeAspect="1"/>
          </p:cNvPicPr>
          <p:nvPr/>
        </p:nvPicPr>
        <p:blipFill>
          <a:blip r:embed="rId6"/>
          <a:stretch>
            <a:fillRect/>
          </a:stretch>
        </p:blipFill>
        <p:spPr>
          <a:xfrm>
            <a:off x="1097280" y="4927092"/>
            <a:ext cx="548640" cy="548640"/>
          </a:xfrm>
          <a:prstGeom prst="rect">
            <a:avLst/>
          </a:prstGeom>
        </p:spPr>
      </p:pic>
      <p:sp>
        <p:nvSpPr>
          <p:cNvPr id="27" name="Text 18"/>
          <p:cNvSpPr txBox="1"/>
          <p:nvPr/>
        </p:nvSpPr>
        <p:spPr>
          <a:xfrm>
            <a:off x="1828800" y="4874768"/>
            <a:ext cx="9692640" cy="653288"/>
          </a:xfrm>
          <a:prstGeom prst="rect">
            <a:avLst/>
          </a:prstGeom>
          <a:noFill/>
          <a:ln/>
        </p:spPr>
        <p:txBody>
          <a:bodyPr wrap="square" lIns="0" tIns="0" rIns="0" bIns="0" rtlCol="0" anchor="ctr"/>
          <a:lstStyle/>
          <a:p>
            <a:pPr algn="l" indent="0" marL="0">
              <a:buNone/>
            </a:pPr>
            <a:r>
              <a:rPr lang="en-US" sz="2000" i="1" dirty="0">
                <a:solidFill>
                  <a:schemeClr val="tx1"/>
                </a:solidFill>
              </a:rPr>
              <a:t>De bus is laat. We wachten </a:t>
            </a:r>
            <a:r>
              <a:rPr lang="en-US" sz="2000" i="1" dirty="0">
                <a:solidFill>
                  <a:schemeClr val="accent5"/>
                </a:solidFill>
              </a:rPr>
              <a:t>…………</a:t>
            </a:r>
            <a:r>
              <a:rPr lang="en-US" sz="2000" i="1" dirty="0">
                <a:solidFill>
                  <a:schemeClr val="tx1"/>
                </a:solidFill>
              </a:rPr>
              <a:t> al lang </a:t>
            </a:r>
            <a:r>
              <a:rPr lang="en-US" sz="2000" i="1" dirty="0">
                <a:solidFill>
                  <a:schemeClr val="accent5"/>
                </a:solidFill>
              </a:rPr>
              <a:t>…………</a:t>
            </a:r>
            <a:r>
              <a:rPr lang="en-US" sz="2000" i="1" dirty="0">
                <a:solidFill>
                  <a:schemeClr val="tx1"/>
                </a:solidFill>
              </a:rPr>
              <a:t>.</a:t>
            </a:r>
            <a:endParaRPr lang="en-US" sz="2000" dirty="0"/>
          </a:p>
        </p:txBody>
      </p:sp>
      <p:sp>
        <p:nvSpPr>
          <p:cNvPr id="28" name="Shape 19"/>
          <p:cNvSpPr/>
          <p:nvPr/>
        </p:nvSpPr>
        <p:spPr>
          <a:xfrm>
            <a:off x="548640" y="5601208"/>
            <a:ext cx="11091672" cy="653288"/>
          </a:xfrm>
          <a:prstGeom prst="roundRect">
            <a:avLst>
              <a:gd name="adj" fmla="val 11198"/>
            </a:avLst>
          </a:prstGeom>
          <a:solidFill>
            <a:schemeClr val="bg2"/>
          </a:solidFill>
          <a:ln w="9525">
            <a:solidFill>
              <a:srgbClr val="D5DCE6"/>
            </a:solidFill>
            <a:prstDash val="solid"/>
          </a:ln>
        </p:spPr>
      </p:sp>
      <p:sp>
        <p:nvSpPr>
          <p:cNvPr id="29" name="Text 20"/>
          <p:cNvSpPr txBox="1"/>
          <p:nvPr/>
        </p:nvSpPr>
        <p:spPr>
          <a:xfrm>
            <a:off x="685800" y="5601208"/>
            <a:ext cx="365760" cy="653288"/>
          </a:xfrm>
          <a:prstGeom prst="rect">
            <a:avLst/>
          </a:prstGeom>
          <a:noFill/>
          <a:ln/>
        </p:spPr>
        <p:txBody>
          <a:bodyPr wrap="square" lIns="0" tIns="0" rIns="0" bIns="0" rtlCol="0" anchor="ctr"/>
          <a:lstStyle/>
          <a:p>
            <a:pPr algn="l" indent="0" marL="0">
              <a:buNone/>
            </a:pPr>
            <a:r>
              <a:rPr lang="en-US" sz="1700" b="1" dirty="0">
                <a:solidFill>
                  <a:schemeClr val="accent5"/>
                </a:solidFill>
              </a:rPr>
              <a:t>6</a:t>
            </a:r>
            <a:endParaRPr lang="en-US" sz="1700" dirty="0"/>
          </a:p>
        </p:txBody>
      </p:sp>
      <p:pic>
        <p:nvPicPr>
          <p:cNvPr id="30" name="Image 6" descr="woman">    </p:cNvPr>
          <p:cNvPicPr>
            <a:picLocks noChangeAspect="1"/>
          </p:cNvPicPr>
          <p:nvPr/>
        </p:nvPicPr>
        <p:blipFill>
          <a:blip r:embed="rId7"/>
          <a:stretch>
            <a:fillRect/>
          </a:stretch>
        </p:blipFill>
        <p:spPr>
          <a:xfrm>
            <a:off x="1097280" y="5653532"/>
            <a:ext cx="548640" cy="548640"/>
          </a:xfrm>
          <a:prstGeom prst="rect">
            <a:avLst/>
          </a:prstGeom>
        </p:spPr>
      </p:pic>
      <p:sp>
        <p:nvSpPr>
          <p:cNvPr id="31" name="Text 21"/>
          <p:cNvSpPr txBox="1"/>
          <p:nvPr/>
        </p:nvSpPr>
        <p:spPr>
          <a:xfrm>
            <a:off x="1828800" y="5601208"/>
            <a:ext cx="9692640" cy="653288"/>
          </a:xfrm>
          <a:prstGeom prst="rect">
            <a:avLst/>
          </a:prstGeom>
          <a:noFill/>
          <a:ln/>
        </p:spPr>
        <p:txBody>
          <a:bodyPr wrap="square" lIns="0" tIns="0" rIns="0" bIns="0" rtlCol="0" anchor="ctr"/>
          <a:lstStyle/>
          <a:p>
            <a:pPr algn="l" indent="0" marL="0">
              <a:buNone/>
            </a:pPr>
            <a:r>
              <a:rPr lang="en-US" sz="2000" i="1" dirty="0">
                <a:solidFill>
                  <a:schemeClr val="tx1"/>
                </a:solidFill>
              </a:rPr>
              <a:t>Sofie is laat. We wachten al lang </a:t>
            </a:r>
            <a:r>
              <a:rPr lang="en-US" sz="2000" i="1" dirty="0">
                <a:solidFill>
                  <a:schemeClr val="accent5"/>
                </a:solidFill>
              </a:rPr>
              <a:t>…………</a:t>
            </a:r>
            <a:r>
              <a:rPr lang="en-US" sz="2000" i="1" dirty="0">
                <a:solidFill>
                  <a:schemeClr val="tx1"/>
                </a:solidFill>
              </a:rPr>
              <a:t>.</a:t>
            </a:r>
            <a:endParaRPr lang="en-US" sz="2000" dirty="0"/>
          </a:p>
        </p:txBody>
      </p:sp>
      <p:sp>
        <p:nvSpPr>
          <p:cNvPr id="25" name="Slide Number Placeholder 0"/>
          <p:cNvSpPr>
            <a:spLocks noGrp="1"/>
          </p:cNvSpPr>
          <p:nvPr>
            <p:ph type="sldNum" sz="quarter" idx="4294967295"/>
          </p:nvPr>
        </p:nvSpPr>
        <p:spPr>
          <a:xfrm>
            <a:off x="11091672"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4A5A70"/>
                </a:solidFill>
              </a:defRPr>
            </a:lvl1pPr>
          </a:lstStyle>
          <a:p>
            <a:pPr algn="r"/>
            <a:fld id="{F7021451-1387-4CA6-816F-3879F97B5CBC}" type="slidenum">
              <a:rPr b="0" lang="en-US"/>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1"/>
          <p:cNvSpPr/>
          <p:nvPr>
            <p:ph idx="101" type="title" hasCustomPrompt="1"/>
          </p:nvPr>
        </p:nvSpPr>
        <p:spPr>
          <a:xfrm>
            <a:off x="548640" y="621792"/>
            <a:ext cx="11091672" cy="713232"/>
          </a:xfrm>
          <a:prstGeom prst="rect">
            <a:avLst/>
          </a:prstGeom>
          <a:noFill/>
          <a:ln/>
        </p:spPr>
        <p:txBody>
          <a:bodyPr wrap="square" lIns="0" tIns="0" rIns="0" bIns="0" rtlCol="0" anchor="ctr"/>
          <a:lstStyle/>
          <a:p>
            <a:pPr algn="l" indent="0" marL="0">
              <a:buNone/>
            </a:pPr>
            <a:r>
              <a:rPr lang="en-US" sz="3000" b="1" dirty="0">
                <a:solidFill>
                  <a:schemeClr val="tx2"/>
                </a:solidFill>
              </a:rPr>
              <a:t>Exercice 4 — Chose ou personne ?</a:t>
            </a:r>
            <a:endParaRPr lang="en-US" sz="3000" dirty="0"/>
          </a:p>
        </p:txBody>
      </p:sp>
      <p:sp>
        <p:nvSpPr>
          <p:cNvPr id="3" name="tag"/>
          <p:cNvSpPr/>
          <p:nvPr/>
        </p:nvSpPr>
        <p:spPr>
          <a:xfrm>
            <a:off x="548640" y="237744"/>
            <a:ext cx="1228954" cy="310896"/>
          </a:xfrm>
          <a:prstGeom prst="roundRect">
            <a:avLst>
              <a:gd name="adj" fmla="val 14706"/>
            </a:avLst>
          </a:prstGeom>
          <a:solidFill>
            <a:schemeClr val="accent1"/>
          </a:solidFill>
          <a:ln/>
        </p:spPr>
        <p:txBody>
          <a:bodyPr wrap="square" lIns="0" tIns="0" rIns="0" bIns="0" rtlCol="0" anchor="ctr"/>
          <a:lstStyle/>
          <a:p>
            <a:pPr algn="ctr" indent="0" marL="0">
              <a:buNone/>
            </a:pPr>
            <a:r>
              <a:rPr lang="en-US" sz="1200" b="1" spc="100" kern="0" dirty="0">
                <a:solidFill>
                  <a:srgbClr val="FFFFFF"/>
                </a:solidFill>
              </a:rPr>
              <a:t>JIJ NU !</a:t>
            </a:r>
            <a:endParaRPr lang="en-US" sz="1200" dirty="0"/>
          </a:p>
        </p:txBody>
      </p:sp>
      <p:sp>
        <p:nvSpPr>
          <p:cNvPr id="4" name="tag"/>
          <p:cNvSpPr/>
          <p:nvPr/>
        </p:nvSpPr>
        <p:spPr>
          <a:xfrm>
            <a:off x="1887322" y="237744"/>
            <a:ext cx="1662379" cy="310896"/>
          </a:xfrm>
          <a:prstGeom prst="roundRect">
            <a:avLst>
              <a:gd name="adj" fmla="val 14706"/>
            </a:avLst>
          </a:prstGeom>
          <a:solidFill>
            <a:schemeClr val="accent3"/>
          </a:solidFill>
          <a:ln/>
        </p:spPr>
        <p:txBody>
          <a:bodyPr wrap="square" lIns="0" tIns="0" rIns="0" bIns="0" rtlCol="0" anchor="ctr"/>
          <a:lstStyle/>
          <a:p>
            <a:pPr algn="ctr" indent="0" marL="0">
              <a:buNone/>
            </a:pPr>
            <a:r>
              <a:rPr lang="en-US" sz="1200" b="1" spc="100" kern="0" dirty="0">
                <a:solidFill>
                  <a:srgbClr val="FFFFFF"/>
                </a:solidFill>
              </a:rPr>
              <a:t>✓ CORRECTIE</a:t>
            </a:r>
            <a:endParaRPr lang="en-US" sz="1200" dirty="0"/>
          </a:p>
        </p:txBody>
      </p:sp>
      <p:sp>
        <p:nvSpPr>
          <p:cNvPr id="5" name="Text 3"/>
          <p:cNvSpPr txBox="1"/>
          <p:nvPr/>
        </p:nvSpPr>
        <p:spPr>
          <a:xfrm>
            <a:off x="10177272" y="219456"/>
            <a:ext cx="1463040" cy="347472"/>
          </a:xfrm>
          <a:prstGeom prst="rect">
            <a:avLst/>
          </a:prstGeom>
          <a:noFill/>
          <a:ln/>
        </p:spPr>
        <p:txBody>
          <a:bodyPr wrap="square" lIns="0" tIns="0" rIns="0" bIns="0" rtlCol="0" anchor="ctr"/>
          <a:lstStyle/>
          <a:p>
            <a:pPr algn="r" indent="0" marL="0">
              <a:buNone/>
            </a:pPr>
            <a:r>
              <a:rPr lang="en-US" sz="1600" b="1" dirty="0">
                <a:solidFill>
                  <a:schemeClr val="accent1"/>
                </a:solidFill>
              </a:rPr>
              <a:t>★★</a:t>
            </a:r>
            <a:endParaRPr lang="en-US" sz="1600" dirty="0"/>
          </a:p>
        </p:txBody>
      </p:sp>
      <p:pic>
        <p:nvPicPr>
          <p:cNvPr id="7" name="Image 0" descr="HandPointRight">    </p:cNvPr>
          <p:cNvPicPr>
            <a:picLocks noChangeAspect="1"/>
          </p:cNvPicPr>
          <p:nvPr/>
        </p:nvPicPr>
        <p:blipFill>
          <a:blip r:embed="rId1"/>
          <a:stretch>
            <a:fillRect/>
          </a:stretch>
        </p:blipFill>
        <p:spPr>
          <a:xfrm>
            <a:off x="548640" y="1517904"/>
            <a:ext cx="274320" cy="274320"/>
          </a:xfrm>
          <a:prstGeom prst="rect">
            <a:avLst/>
          </a:prstGeom>
        </p:spPr>
      </p:pic>
      <p:sp>
        <p:nvSpPr>
          <p:cNvPr id="8" name="Text 4"/>
          <p:cNvSpPr txBox="1"/>
          <p:nvPr/>
        </p:nvSpPr>
        <p:spPr>
          <a:xfrm>
            <a:off x="960120" y="1481328"/>
            <a:ext cx="10680192" cy="313944"/>
          </a:xfrm>
          <a:prstGeom prst="rect">
            <a:avLst/>
          </a:prstGeom>
          <a:noFill/>
          <a:ln/>
        </p:spPr>
        <p:txBody>
          <a:bodyPr wrap="square" lIns="0" tIns="0" rIns="0" bIns="0" rtlCol="0" anchor="t"/>
          <a:lstStyle/>
          <a:p>
            <a:pPr algn="l" indent="0" marL="0">
              <a:buNone/>
            </a:pPr>
            <a:r>
              <a:rPr lang="en-US" sz="1700" i="1" dirty="0">
                <a:solidFill>
                  <a:schemeClr val="accent5"/>
                </a:solidFill>
              </a:rPr>
              <a:t>Complétez : er + préposition (chose) ou préposition + pronom (personne) ?</a:t>
            </a:r>
            <a:endParaRPr lang="en-US" sz="1700" dirty="0"/>
          </a:p>
        </p:txBody>
      </p:sp>
      <p:sp>
        <p:nvSpPr>
          <p:cNvPr id="9" name="Shape 5"/>
          <p:cNvSpPr/>
          <p:nvPr/>
        </p:nvSpPr>
        <p:spPr>
          <a:xfrm>
            <a:off x="548640" y="1969008"/>
            <a:ext cx="11091672" cy="653288"/>
          </a:xfrm>
          <a:prstGeom prst="roundRect">
            <a:avLst>
              <a:gd name="adj" fmla="val 11198"/>
            </a:avLst>
          </a:prstGeom>
          <a:solidFill>
            <a:schemeClr val="bg2"/>
          </a:solidFill>
          <a:ln w="9525">
            <a:solidFill>
              <a:srgbClr val="D5DCE6"/>
            </a:solidFill>
            <a:prstDash val="solid"/>
          </a:ln>
        </p:spPr>
      </p:sp>
      <p:sp>
        <p:nvSpPr>
          <p:cNvPr id="10" name="Text 6"/>
          <p:cNvSpPr txBox="1"/>
          <p:nvPr/>
        </p:nvSpPr>
        <p:spPr>
          <a:xfrm>
            <a:off x="685800" y="1969008"/>
            <a:ext cx="365760" cy="653288"/>
          </a:xfrm>
          <a:prstGeom prst="rect">
            <a:avLst/>
          </a:prstGeom>
          <a:noFill/>
          <a:ln/>
        </p:spPr>
        <p:txBody>
          <a:bodyPr wrap="square" lIns="0" tIns="0" rIns="0" bIns="0" rtlCol="0" anchor="ctr"/>
          <a:lstStyle/>
          <a:p>
            <a:pPr algn="l" indent="0" marL="0">
              <a:buNone/>
            </a:pPr>
            <a:r>
              <a:rPr lang="en-US" sz="1700" b="1" dirty="0">
                <a:solidFill>
                  <a:schemeClr val="accent5"/>
                </a:solidFill>
              </a:rPr>
              <a:t>1</a:t>
            </a:r>
            <a:endParaRPr lang="en-US" sz="1700" dirty="0"/>
          </a:p>
        </p:txBody>
      </p:sp>
      <p:pic>
        <p:nvPicPr>
          <p:cNvPr id="11" name="Image 1" descr="face with thermometer">    </p:cNvPr>
          <p:cNvPicPr>
            <a:picLocks noChangeAspect="1"/>
          </p:cNvPicPr>
          <p:nvPr/>
        </p:nvPicPr>
        <p:blipFill>
          <a:blip r:embed="rId2"/>
          <a:stretch>
            <a:fillRect/>
          </a:stretch>
        </p:blipFill>
        <p:spPr>
          <a:xfrm>
            <a:off x="1097280" y="2021332"/>
            <a:ext cx="548640" cy="548640"/>
          </a:xfrm>
          <a:prstGeom prst="rect">
            <a:avLst/>
          </a:prstGeom>
        </p:spPr>
      </p:pic>
      <p:sp>
        <p:nvSpPr>
          <p:cNvPr id="12" name="Text 7"/>
          <p:cNvSpPr txBox="1"/>
          <p:nvPr/>
        </p:nvSpPr>
        <p:spPr>
          <a:xfrm>
            <a:off x="1828800" y="1969008"/>
            <a:ext cx="9692640" cy="653288"/>
          </a:xfrm>
          <a:prstGeom prst="rect">
            <a:avLst/>
          </a:prstGeom>
          <a:noFill/>
          <a:ln/>
        </p:spPr>
        <p:txBody>
          <a:bodyPr wrap="square" lIns="0" tIns="0" rIns="0" bIns="0" rtlCol="0" anchor="ctr"/>
          <a:lstStyle/>
          <a:p>
            <a:pPr algn="l" indent="0" marL="0">
              <a:buNone/>
            </a:pPr>
            <a:r>
              <a:rPr lang="en-US" sz="2000" i="1" dirty="0">
                <a:solidFill>
                  <a:schemeClr val="tx1"/>
                </a:solidFill>
              </a:rPr>
              <a:t>Mijn moeder is ziek. Ik denk vaak </a:t>
            </a:r>
            <a:r>
              <a:rPr lang="en-US" sz="2000" b="1" i="1" dirty="0">
                <a:solidFill>
                  <a:schemeClr val="accent3"/>
                </a:solidFill>
              </a:rPr>
              <a:t>aan haar</a:t>
            </a:r>
            <a:r>
              <a:rPr lang="en-US" sz="2000" i="1" dirty="0">
                <a:solidFill>
                  <a:schemeClr val="tx1"/>
                </a:solidFill>
              </a:rPr>
              <a:t>.</a:t>
            </a:r>
            <a:endParaRPr lang="en-US" sz="2000" dirty="0"/>
          </a:p>
        </p:txBody>
      </p:sp>
      <p:sp>
        <p:nvSpPr>
          <p:cNvPr id="13" name="Shape 8"/>
          <p:cNvSpPr/>
          <p:nvPr/>
        </p:nvSpPr>
        <p:spPr>
          <a:xfrm>
            <a:off x="548640" y="2695448"/>
            <a:ext cx="11091672" cy="653288"/>
          </a:xfrm>
          <a:prstGeom prst="roundRect">
            <a:avLst>
              <a:gd name="adj" fmla="val 11198"/>
            </a:avLst>
          </a:prstGeom>
          <a:solidFill>
            <a:schemeClr val="bg2"/>
          </a:solidFill>
          <a:ln w="9525">
            <a:solidFill>
              <a:srgbClr val="D5DCE6"/>
            </a:solidFill>
            <a:prstDash val="solid"/>
          </a:ln>
        </p:spPr>
      </p:sp>
      <p:sp>
        <p:nvSpPr>
          <p:cNvPr id="14" name="Text 9"/>
          <p:cNvSpPr txBox="1"/>
          <p:nvPr/>
        </p:nvSpPr>
        <p:spPr>
          <a:xfrm>
            <a:off x="685800" y="2695448"/>
            <a:ext cx="365760" cy="653288"/>
          </a:xfrm>
          <a:prstGeom prst="rect">
            <a:avLst/>
          </a:prstGeom>
          <a:noFill/>
          <a:ln/>
        </p:spPr>
        <p:txBody>
          <a:bodyPr wrap="square" lIns="0" tIns="0" rIns="0" bIns="0" rtlCol="0" anchor="ctr"/>
          <a:lstStyle/>
          <a:p>
            <a:pPr algn="l" indent="0" marL="0">
              <a:buNone/>
            </a:pPr>
            <a:r>
              <a:rPr lang="en-US" sz="1700" b="1" dirty="0">
                <a:solidFill>
                  <a:schemeClr val="accent5"/>
                </a:solidFill>
              </a:rPr>
              <a:t>2</a:t>
            </a:r>
            <a:endParaRPr lang="en-US" sz="1700" dirty="0"/>
          </a:p>
        </p:txBody>
      </p:sp>
      <p:pic>
        <p:nvPicPr>
          <p:cNvPr id="15" name="Image 2" descr="spiral calendar">    </p:cNvPr>
          <p:cNvPicPr>
            <a:picLocks noChangeAspect="1"/>
          </p:cNvPicPr>
          <p:nvPr/>
        </p:nvPicPr>
        <p:blipFill>
          <a:blip r:embed="rId3"/>
          <a:stretch>
            <a:fillRect/>
          </a:stretch>
        </p:blipFill>
        <p:spPr>
          <a:xfrm>
            <a:off x="1097280" y="2747772"/>
            <a:ext cx="548640" cy="548640"/>
          </a:xfrm>
          <a:prstGeom prst="rect">
            <a:avLst/>
          </a:prstGeom>
        </p:spPr>
      </p:pic>
      <p:sp>
        <p:nvSpPr>
          <p:cNvPr id="16" name="Text 10"/>
          <p:cNvSpPr txBox="1"/>
          <p:nvPr/>
        </p:nvSpPr>
        <p:spPr>
          <a:xfrm>
            <a:off x="1828800" y="2695448"/>
            <a:ext cx="9692640" cy="653288"/>
          </a:xfrm>
          <a:prstGeom prst="rect">
            <a:avLst/>
          </a:prstGeom>
          <a:noFill/>
          <a:ln/>
        </p:spPr>
        <p:txBody>
          <a:bodyPr wrap="square" lIns="0" tIns="0" rIns="0" bIns="0" rtlCol="0" anchor="ctr"/>
          <a:lstStyle/>
          <a:p>
            <a:pPr algn="l" indent="0" marL="0">
              <a:buNone/>
            </a:pPr>
            <a:r>
              <a:rPr lang="en-US" sz="2000" i="1" dirty="0">
                <a:solidFill>
                  <a:schemeClr val="tx1"/>
                </a:solidFill>
              </a:rPr>
              <a:t>De deadline is morgen. Denk je </a:t>
            </a:r>
            <a:r>
              <a:rPr lang="en-US" sz="2000" b="1" i="1" dirty="0">
                <a:solidFill>
                  <a:schemeClr val="accent3"/>
                </a:solidFill>
              </a:rPr>
              <a:t>eraan</a:t>
            </a:r>
            <a:r>
              <a:rPr lang="en-US" sz="2000" i="1" dirty="0">
                <a:solidFill>
                  <a:schemeClr val="tx1"/>
                </a:solidFill>
              </a:rPr>
              <a:t>?</a:t>
            </a:r>
            <a:endParaRPr lang="en-US" sz="2000" dirty="0"/>
          </a:p>
        </p:txBody>
      </p:sp>
      <p:sp>
        <p:nvSpPr>
          <p:cNvPr id="17" name="Shape 11"/>
          <p:cNvSpPr/>
          <p:nvPr/>
        </p:nvSpPr>
        <p:spPr>
          <a:xfrm>
            <a:off x="548640" y="3421888"/>
            <a:ext cx="11091672" cy="653288"/>
          </a:xfrm>
          <a:prstGeom prst="roundRect">
            <a:avLst>
              <a:gd name="adj" fmla="val 11198"/>
            </a:avLst>
          </a:prstGeom>
          <a:solidFill>
            <a:schemeClr val="bg1"/>
          </a:solidFill>
          <a:ln w="9525">
            <a:solidFill>
              <a:srgbClr val="D5DCE6"/>
            </a:solidFill>
            <a:prstDash val="solid"/>
          </a:ln>
        </p:spPr>
      </p:sp>
      <p:sp>
        <p:nvSpPr>
          <p:cNvPr id="18" name="Text 12"/>
          <p:cNvSpPr txBox="1"/>
          <p:nvPr/>
        </p:nvSpPr>
        <p:spPr>
          <a:xfrm>
            <a:off x="685800" y="3421888"/>
            <a:ext cx="365760" cy="653288"/>
          </a:xfrm>
          <a:prstGeom prst="rect">
            <a:avLst/>
          </a:prstGeom>
          <a:noFill/>
          <a:ln/>
        </p:spPr>
        <p:txBody>
          <a:bodyPr wrap="square" lIns="0" tIns="0" rIns="0" bIns="0" rtlCol="0" anchor="ctr"/>
          <a:lstStyle/>
          <a:p>
            <a:pPr algn="l" indent="0" marL="0">
              <a:buNone/>
            </a:pPr>
            <a:r>
              <a:rPr lang="en-US" sz="1700" b="1" dirty="0">
                <a:solidFill>
                  <a:schemeClr val="accent5"/>
                </a:solidFill>
              </a:rPr>
              <a:t>3</a:t>
            </a:r>
            <a:endParaRPr lang="en-US" sz="1700" dirty="0"/>
          </a:p>
        </p:txBody>
      </p:sp>
      <p:pic>
        <p:nvPicPr>
          <p:cNvPr id="19" name="Image 3" descr="laptop">    </p:cNvPr>
          <p:cNvPicPr>
            <a:picLocks noChangeAspect="1"/>
          </p:cNvPicPr>
          <p:nvPr/>
        </p:nvPicPr>
        <p:blipFill>
          <a:blip r:embed="rId4"/>
          <a:stretch>
            <a:fillRect/>
          </a:stretch>
        </p:blipFill>
        <p:spPr>
          <a:xfrm>
            <a:off x="1097280" y="3474212"/>
            <a:ext cx="548640" cy="548640"/>
          </a:xfrm>
          <a:prstGeom prst="rect">
            <a:avLst/>
          </a:prstGeom>
        </p:spPr>
      </p:pic>
      <p:sp>
        <p:nvSpPr>
          <p:cNvPr id="20" name="Text 13"/>
          <p:cNvSpPr txBox="1"/>
          <p:nvPr/>
        </p:nvSpPr>
        <p:spPr>
          <a:xfrm>
            <a:off x="1828800" y="3421888"/>
            <a:ext cx="9692640" cy="653288"/>
          </a:xfrm>
          <a:prstGeom prst="rect">
            <a:avLst/>
          </a:prstGeom>
          <a:noFill/>
          <a:ln/>
        </p:spPr>
        <p:txBody>
          <a:bodyPr wrap="square" lIns="0" tIns="0" rIns="0" bIns="0" rtlCol="0" anchor="ctr"/>
          <a:lstStyle/>
          <a:p>
            <a:pPr algn="l" indent="0" marL="0">
              <a:buNone/>
            </a:pPr>
            <a:r>
              <a:rPr lang="en-US" sz="2000" i="1" dirty="0">
                <a:solidFill>
                  <a:schemeClr val="tx1"/>
                </a:solidFill>
              </a:rPr>
              <a:t>Dit is mijn nieuwe laptop. Ik werk </a:t>
            </a:r>
            <a:r>
              <a:rPr lang="en-US" sz="2000" b="1" i="1" dirty="0">
                <a:solidFill>
                  <a:schemeClr val="accent3"/>
                </a:solidFill>
              </a:rPr>
              <a:t>er</a:t>
            </a:r>
            <a:r>
              <a:rPr lang="en-US" sz="2000" i="1" dirty="0">
                <a:solidFill>
                  <a:schemeClr val="tx1"/>
                </a:solidFill>
              </a:rPr>
              <a:t> graag </a:t>
            </a:r>
            <a:r>
              <a:rPr lang="en-US" sz="2000" b="1" i="1" dirty="0">
                <a:solidFill>
                  <a:schemeClr val="accent3"/>
                </a:solidFill>
              </a:rPr>
              <a:t>mee</a:t>
            </a:r>
            <a:r>
              <a:rPr lang="en-US" sz="2000" i="1" dirty="0">
                <a:solidFill>
                  <a:schemeClr val="tx1"/>
                </a:solidFill>
              </a:rPr>
              <a:t>.</a:t>
            </a:r>
            <a:endParaRPr lang="en-US" sz="2000" dirty="0"/>
          </a:p>
        </p:txBody>
      </p:sp>
      <p:sp>
        <p:nvSpPr>
          <p:cNvPr id="21" name="Shape 14"/>
          <p:cNvSpPr/>
          <p:nvPr/>
        </p:nvSpPr>
        <p:spPr>
          <a:xfrm>
            <a:off x="548640" y="4148328"/>
            <a:ext cx="11091672" cy="653288"/>
          </a:xfrm>
          <a:prstGeom prst="roundRect">
            <a:avLst>
              <a:gd name="adj" fmla="val 11198"/>
            </a:avLst>
          </a:prstGeom>
          <a:solidFill>
            <a:schemeClr val="bg1"/>
          </a:solidFill>
          <a:ln w="9525">
            <a:solidFill>
              <a:srgbClr val="D5DCE6"/>
            </a:solidFill>
            <a:prstDash val="solid"/>
          </a:ln>
        </p:spPr>
      </p:sp>
      <p:sp>
        <p:nvSpPr>
          <p:cNvPr id="22" name="Text 15"/>
          <p:cNvSpPr txBox="1"/>
          <p:nvPr/>
        </p:nvSpPr>
        <p:spPr>
          <a:xfrm>
            <a:off x="685800" y="4148328"/>
            <a:ext cx="365760" cy="653288"/>
          </a:xfrm>
          <a:prstGeom prst="rect">
            <a:avLst/>
          </a:prstGeom>
          <a:noFill/>
          <a:ln/>
        </p:spPr>
        <p:txBody>
          <a:bodyPr wrap="square" lIns="0" tIns="0" rIns="0" bIns="0" rtlCol="0" anchor="ctr"/>
          <a:lstStyle/>
          <a:p>
            <a:pPr algn="l" indent="0" marL="0">
              <a:buNone/>
            </a:pPr>
            <a:r>
              <a:rPr lang="en-US" sz="1700" b="1" dirty="0">
                <a:solidFill>
                  <a:schemeClr val="accent5"/>
                </a:solidFill>
              </a:rPr>
              <a:t>4</a:t>
            </a:r>
            <a:endParaRPr lang="en-US" sz="1700" dirty="0"/>
          </a:p>
        </p:txBody>
      </p:sp>
      <p:pic>
        <p:nvPicPr>
          <p:cNvPr id="23" name="Image 4" descr="man office worker">    </p:cNvPr>
          <p:cNvPicPr>
            <a:picLocks noChangeAspect="1"/>
          </p:cNvPicPr>
          <p:nvPr/>
        </p:nvPicPr>
        <p:blipFill>
          <a:blip r:embed="rId5"/>
          <a:stretch>
            <a:fillRect/>
          </a:stretch>
        </p:blipFill>
        <p:spPr>
          <a:xfrm>
            <a:off x="1097280" y="4200652"/>
            <a:ext cx="548640" cy="548640"/>
          </a:xfrm>
          <a:prstGeom prst="rect">
            <a:avLst/>
          </a:prstGeom>
        </p:spPr>
      </p:pic>
      <p:sp>
        <p:nvSpPr>
          <p:cNvPr id="24" name="Text 16"/>
          <p:cNvSpPr txBox="1"/>
          <p:nvPr/>
        </p:nvSpPr>
        <p:spPr>
          <a:xfrm>
            <a:off x="1828800" y="4148328"/>
            <a:ext cx="9692640" cy="653288"/>
          </a:xfrm>
          <a:prstGeom prst="rect">
            <a:avLst/>
          </a:prstGeom>
          <a:noFill/>
          <a:ln/>
        </p:spPr>
        <p:txBody>
          <a:bodyPr wrap="square" lIns="0" tIns="0" rIns="0" bIns="0" rtlCol="0" anchor="ctr"/>
          <a:lstStyle/>
          <a:p>
            <a:pPr algn="l" indent="0" marL="0">
              <a:buNone/>
            </a:pPr>
            <a:r>
              <a:rPr lang="en-US" sz="2000" i="1" dirty="0">
                <a:solidFill>
                  <a:schemeClr val="tx1"/>
                </a:solidFill>
              </a:rPr>
              <a:t>Dit is mijn nieuwe collega. Ik werk graag </a:t>
            </a:r>
            <a:r>
              <a:rPr lang="en-US" sz="2000" b="1" i="1" dirty="0">
                <a:solidFill>
                  <a:schemeClr val="accent3"/>
                </a:solidFill>
              </a:rPr>
              <a:t>met hem</a:t>
            </a:r>
            <a:r>
              <a:rPr lang="en-US" sz="2000" i="1" dirty="0">
                <a:solidFill>
                  <a:schemeClr val="tx1"/>
                </a:solidFill>
              </a:rPr>
              <a:t>.</a:t>
            </a:r>
            <a:endParaRPr lang="en-US" sz="2000" dirty="0"/>
          </a:p>
        </p:txBody>
      </p:sp>
      <p:sp>
        <p:nvSpPr>
          <p:cNvPr id="25" name="Shape 17"/>
          <p:cNvSpPr/>
          <p:nvPr/>
        </p:nvSpPr>
        <p:spPr>
          <a:xfrm>
            <a:off x="548640" y="4874768"/>
            <a:ext cx="11091672" cy="653288"/>
          </a:xfrm>
          <a:prstGeom prst="roundRect">
            <a:avLst>
              <a:gd name="adj" fmla="val 11198"/>
            </a:avLst>
          </a:prstGeom>
          <a:solidFill>
            <a:schemeClr val="bg2"/>
          </a:solidFill>
          <a:ln w="9525">
            <a:solidFill>
              <a:srgbClr val="D5DCE6"/>
            </a:solidFill>
            <a:prstDash val="solid"/>
          </a:ln>
        </p:spPr>
      </p:sp>
      <p:sp>
        <p:nvSpPr>
          <p:cNvPr id="26" name="Text 18"/>
          <p:cNvSpPr txBox="1"/>
          <p:nvPr/>
        </p:nvSpPr>
        <p:spPr>
          <a:xfrm>
            <a:off x="685800" y="4874768"/>
            <a:ext cx="365760" cy="653288"/>
          </a:xfrm>
          <a:prstGeom prst="rect">
            <a:avLst/>
          </a:prstGeom>
          <a:noFill/>
          <a:ln/>
        </p:spPr>
        <p:txBody>
          <a:bodyPr wrap="square" lIns="0" tIns="0" rIns="0" bIns="0" rtlCol="0" anchor="ctr"/>
          <a:lstStyle/>
          <a:p>
            <a:pPr algn="l" indent="0" marL="0">
              <a:buNone/>
            </a:pPr>
            <a:r>
              <a:rPr lang="en-US" sz="1700" b="1" dirty="0">
                <a:solidFill>
                  <a:schemeClr val="accent5"/>
                </a:solidFill>
              </a:rPr>
              <a:t>5</a:t>
            </a:r>
            <a:endParaRPr lang="en-US" sz="1700" dirty="0"/>
          </a:p>
        </p:txBody>
      </p:sp>
      <p:pic>
        <p:nvPicPr>
          <p:cNvPr id="27" name="Image 5" descr="bus">    </p:cNvPr>
          <p:cNvPicPr>
            <a:picLocks noChangeAspect="1"/>
          </p:cNvPicPr>
          <p:nvPr/>
        </p:nvPicPr>
        <p:blipFill>
          <a:blip r:embed="rId6"/>
          <a:stretch>
            <a:fillRect/>
          </a:stretch>
        </p:blipFill>
        <p:spPr>
          <a:xfrm>
            <a:off x="1097280" y="4927092"/>
            <a:ext cx="548640" cy="548640"/>
          </a:xfrm>
          <a:prstGeom prst="rect">
            <a:avLst/>
          </a:prstGeom>
        </p:spPr>
      </p:pic>
      <p:sp>
        <p:nvSpPr>
          <p:cNvPr id="28" name="Text 19"/>
          <p:cNvSpPr txBox="1"/>
          <p:nvPr/>
        </p:nvSpPr>
        <p:spPr>
          <a:xfrm>
            <a:off x="1828800" y="4874768"/>
            <a:ext cx="9692640" cy="653288"/>
          </a:xfrm>
          <a:prstGeom prst="rect">
            <a:avLst/>
          </a:prstGeom>
          <a:noFill/>
          <a:ln/>
        </p:spPr>
        <p:txBody>
          <a:bodyPr wrap="square" lIns="0" tIns="0" rIns="0" bIns="0" rtlCol="0" anchor="ctr"/>
          <a:lstStyle/>
          <a:p>
            <a:pPr algn="l" indent="0" marL="0">
              <a:buNone/>
            </a:pPr>
            <a:r>
              <a:rPr lang="en-US" sz="2000" i="1" dirty="0">
                <a:solidFill>
                  <a:schemeClr val="tx1"/>
                </a:solidFill>
              </a:rPr>
              <a:t>De bus is laat. We wachten </a:t>
            </a:r>
            <a:r>
              <a:rPr lang="en-US" sz="2000" b="1" i="1" dirty="0">
                <a:solidFill>
                  <a:schemeClr val="accent3"/>
                </a:solidFill>
              </a:rPr>
              <a:t>er</a:t>
            </a:r>
            <a:r>
              <a:rPr lang="en-US" sz="2000" i="1" dirty="0">
                <a:solidFill>
                  <a:schemeClr val="tx1"/>
                </a:solidFill>
              </a:rPr>
              <a:t> al lang </a:t>
            </a:r>
            <a:r>
              <a:rPr lang="en-US" sz="2000" b="1" i="1" dirty="0">
                <a:solidFill>
                  <a:schemeClr val="accent3"/>
                </a:solidFill>
              </a:rPr>
              <a:t>op</a:t>
            </a:r>
            <a:r>
              <a:rPr lang="en-US" sz="2000" i="1" dirty="0">
                <a:solidFill>
                  <a:schemeClr val="tx1"/>
                </a:solidFill>
              </a:rPr>
              <a:t>.</a:t>
            </a:r>
            <a:endParaRPr lang="en-US" sz="2000" dirty="0"/>
          </a:p>
        </p:txBody>
      </p:sp>
      <p:sp>
        <p:nvSpPr>
          <p:cNvPr id="29" name="Shape 20"/>
          <p:cNvSpPr/>
          <p:nvPr/>
        </p:nvSpPr>
        <p:spPr>
          <a:xfrm>
            <a:off x="548640" y="5601208"/>
            <a:ext cx="11091672" cy="653288"/>
          </a:xfrm>
          <a:prstGeom prst="roundRect">
            <a:avLst>
              <a:gd name="adj" fmla="val 11198"/>
            </a:avLst>
          </a:prstGeom>
          <a:solidFill>
            <a:schemeClr val="bg2"/>
          </a:solidFill>
          <a:ln w="9525">
            <a:solidFill>
              <a:srgbClr val="D5DCE6"/>
            </a:solidFill>
            <a:prstDash val="solid"/>
          </a:ln>
        </p:spPr>
      </p:sp>
      <p:sp>
        <p:nvSpPr>
          <p:cNvPr id="30" name="Text 21"/>
          <p:cNvSpPr txBox="1"/>
          <p:nvPr/>
        </p:nvSpPr>
        <p:spPr>
          <a:xfrm>
            <a:off x="685800" y="5601208"/>
            <a:ext cx="365760" cy="653288"/>
          </a:xfrm>
          <a:prstGeom prst="rect">
            <a:avLst/>
          </a:prstGeom>
          <a:noFill/>
          <a:ln/>
        </p:spPr>
        <p:txBody>
          <a:bodyPr wrap="square" lIns="0" tIns="0" rIns="0" bIns="0" rtlCol="0" anchor="ctr"/>
          <a:lstStyle/>
          <a:p>
            <a:pPr algn="l" indent="0" marL="0">
              <a:buNone/>
            </a:pPr>
            <a:r>
              <a:rPr lang="en-US" sz="1700" b="1" dirty="0">
                <a:solidFill>
                  <a:schemeClr val="accent5"/>
                </a:solidFill>
              </a:rPr>
              <a:t>6</a:t>
            </a:r>
            <a:endParaRPr lang="en-US" sz="1700" dirty="0"/>
          </a:p>
        </p:txBody>
      </p:sp>
      <p:pic>
        <p:nvPicPr>
          <p:cNvPr id="31" name="Image 6" descr="woman">    </p:cNvPr>
          <p:cNvPicPr>
            <a:picLocks noChangeAspect="1"/>
          </p:cNvPicPr>
          <p:nvPr/>
        </p:nvPicPr>
        <p:blipFill>
          <a:blip r:embed="rId7"/>
          <a:stretch>
            <a:fillRect/>
          </a:stretch>
        </p:blipFill>
        <p:spPr>
          <a:xfrm>
            <a:off x="1097280" y="5653532"/>
            <a:ext cx="548640" cy="548640"/>
          </a:xfrm>
          <a:prstGeom prst="rect">
            <a:avLst/>
          </a:prstGeom>
        </p:spPr>
      </p:pic>
      <p:sp>
        <p:nvSpPr>
          <p:cNvPr id="32" name="Text 22"/>
          <p:cNvSpPr txBox="1"/>
          <p:nvPr/>
        </p:nvSpPr>
        <p:spPr>
          <a:xfrm>
            <a:off x="1828800" y="5601208"/>
            <a:ext cx="9692640" cy="653288"/>
          </a:xfrm>
          <a:prstGeom prst="rect">
            <a:avLst/>
          </a:prstGeom>
          <a:noFill/>
          <a:ln/>
        </p:spPr>
        <p:txBody>
          <a:bodyPr wrap="square" lIns="0" tIns="0" rIns="0" bIns="0" rtlCol="0" anchor="ctr"/>
          <a:lstStyle/>
          <a:p>
            <a:pPr algn="l" indent="0" marL="0">
              <a:buNone/>
            </a:pPr>
            <a:r>
              <a:rPr lang="en-US" sz="2000" i="1" dirty="0">
                <a:solidFill>
                  <a:schemeClr val="tx1"/>
                </a:solidFill>
              </a:rPr>
              <a:t>Sofie is laat. We wachten al lang </a:t>
            </a:r>
            <a:r>
              <a:rPr lang="en-US" sz="2000" b="1" i="1" dirty="0">
                <a:solidFill>
                  <a:schemeClr val="accent3"/>
                </a:solidFill>
              </a:rPr>
              <a:t>op haar</a:t>
            </a:r>
            <a:r>
              <a:rPr lang="en-US" sz="2000" i="1" dirty="0">
                <a:solidFill>
                  <a:schemeClr val="tx1"/>
                </a:solidFill>
              </a:rPr>
              <a:t>.</a:t>
            </a:r>
            <a:endParaRPr lang="en-US" sz="2000" dirty="0"/>
          </a:p>
        </p:txBody>
      </p:sp>
      <p:sp>
        <p:nvSpPr>
          <p:cNvPr id="25" name="Slide Number Placeholder 0"/>
          <p:cNvSpPr>
            <a:spLocks noGrp="1"/>
          </p:cNvSpPr>
          <p:nvPr>
            <p:ph type="sldNum" sz="quarter" idx="4294967295"/>
          </p:nvPr>
        </p:nvSpPr>
        <p:spPr>
          <a:xfrm>
            <a:off x="11091672"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4A5A70"/>
                </a:solidFill>
              </a:defRPr>
            </a:lvl1pPr>
          </a:lstStyle>
          <a:p>
            <a:pPr algn="r"/>
            <a:fld id="{F7021451-1387-4CA6-816F-3879F97B5CBC}" type="slidenum">
              <a:rPr b="0" lang="en-US"/>
              <a:t>22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 1"/>
          <p:cNvSpPr/>
          <p:nvPr>
            <p:ph idx="101" type="title" hasCustomPrompt="1"/>
          </p:nvPr>
        </p:nvSpPr>
        <p:spPr>
          <a:xfrm>
            <a:off x="548640" y="621792"/>
            <a:ext cx="11091672" cy="713232"/>
          </a:xfrm>
          <a:prstGeom prst="rect">
            <a:avLst/>
          </a:prstGeom>
          <a:noFill/>
          <a:ln/>
        </p:spPr>
        <p:txBody>
          <a:bodyPr wrap="square" lIns="0" tIns="0" rIns="0" bIns="0" rtlCol="0" anchor="ctr"/>
          <a:lstStyle/>
          <a:p>
            <a:pPr algn="l" indent="0" marL="0">
              <a:buNone/>
            </a:pPr>
            <a:r>
              <a:rPr lang="en-US" sz="3000" b="1" dirty="0">
                <a:solidFill>
                  <a:schemeClr val="tx2"/>
                </a:solidFill>
              </a:rPr>
              <a:t>Exercice 5 — Le détective</a:t>
            </a:r>
            <a:endParaRPr lang="en-US" sz="3000" dirty="0"/>
          </a:p>
        </p:txBody>
      </p:sp>
      <p:sp>
        <p:nvSpPr>
          <p:cNvPr id="3" name="tag"/>
          <p:cNvSpPr/>
          <p:nvPr/>
        </p:nvSpPr>
        <p:spPr>
          <a:xfrm>
            <a:off x="548640" y="237744"/>
            <a:ext cx="1228954" cy="310896"/>
          </a:xfrm>
          <a:prstGeom prst="roundRect">
            <a:avLst>
              <a:gd name="adj" fmla="val 14706"/>
            </a:avLst>
          </a:prstGeom>
          <a:solidFill>
            <a:schemeClr val="accent1"/>
          </a:solidFill>
          <a:ln/>
        </p:spPr>
        <p:txBody>
          <a:bodyPr wrap="square" lIns="0" tIns="0" rIns="0" bIns="0" rtlCol="0" anchor="ctr"/>
          <a:lstStyle/>
          <a:p>
            <a:pPr algn="ctr" indent="0" marL="0">
              <a:buNone/>
            </a:pPr>
            <a:r>
              <a:rPr lang="en-US" sz="1200" b="1" spc="100" kern="0" dirty="0">
                <a:solidFill>
                  <a:srgbClr val="FFFFFF"/>
                </a:solidFill>
              </a:rPr>
              <a:t>JIJ NU !</a:t>
            </a:r>
            <a:endParaRPr lang="en-US" sz="1200" dirty="0"/>
          </a:p>
        </p:txBody>
      </p:sp>
      <p:sp>
        <p:nvSpPr>
          <p:cNvPr id="4" name="Text 2"/>
          <p:cNvSpPr txBox="1"/>
          <p:nvPr/>
        </p:nvSpPr>
        <p:spPr>
          <a:xfrm>
            <a:off x="10177272" y="219456"/>
            <a:ext cx="1463040" cy="347472"/>
          </a:xfrm>
          <a:prstGeom prst="rect">
            <a:avLst/>
          </a:prstGeom>
          <a:noFill/>
          <a:ln/>
        </p:spPr>
        <p:txBody>
          <a:bodyPr wrap="square" lIns="0" tIns="0" rIns="0" bIns="0" rtlCol="0" anchor="ctr"/>
          <a:lstStyle/>
          <a:p>
            <a:pPr algn="r" indent="0" marL="0">
              <a:buNone/>
            </a:pPr>
            <a:r>
              <a:rPr lang="en-US" sz="1600" b="1" dirty="0">
                <a:solidFill>
                  <a:schemeClr val="accent1"/>
                </a:solidFill>
              </a:rPr>
              <a:t>★★</a:t>
            </a:r>
            <a:endParaRPr lang="en-US" sz="1600" dirty="0"/>
          </a:p>
        </p:txBody>
      </p:sp>
      <p:pic>
        <p:nvPicPr>
          <p:cNvPr id="6" name="Image 0" descr="HandPointRight">    </p:cNvPr>
          <p:cNvPicPr>
            <a:picLocks noChangeAspect="1"/>
          </p:cNvPicPr>
          <p:nvPr/>
        </p:nvPicPr>
        <p:blipFill>
          <a:blip r:embed="rId1"/>
          <a:stretch>
            <a:fillRect/>
          </a:stretch>
        </p:blipFill>
        <p:spPr>
          <a:xfrm>
            <a:off x="548640" y="1517904"/>
            <a:ext cx="274320" cy="274320"/>
          </a:xfrm>
          <a:prstGeom prst="rect">
            <a:avLst/>
          </a:prstGeom>
        </p:spPr>
      </p:pic>
      <p:sp>
        <p:nvSpPr>
          <p:cNvPr id="7" name="Text 3"/>
          <p:cNvSpPr txBox="1"/>
          <p:nvPr/>
        </p:nvSpPr>
        <p:spPr>
          <a:xfrm>
            <a:off x="960120" y="1481328"/>
            <a:ext cx="10680192" cy="313944"/>
          </a:xfrm>
          <a:prstGeom prst="rect">
            <a:avLst/>
          </a:prstGeom>
          <a:noFill/>
          <a:ln/>
        </p:spPr>
        <p:txBody>
          <a:bodyPr wrap="square" lIns="0" tIns="0" rIns="0" bIns="0" rtlCol="0" anchor="t"/>
          <a:lstStyle/>
          <a:p>
            <a:pPr algn="l" indent="0" marL="0">
              <a:buNone/>
            </a:pPr>
            <a:r>
              <a:rPr lang="en-US" sz="1700" i="1" dirty="0">
                <a:solidFill>
                  <a:schemeClr val="accent5"/>
                </a:solidFill>
              </a:rPr>
              <a:t>Karim écrit à An. Trouvez les 5 erreurs.</a:t>
            </a:r>
            <a:endParaRPr lang="en-US" sz="1700" dirty="0"/>
          </a:p>
        </p:txBody>
      </p:sp>
      <p:sp>
        <p:nvSpPr>
          <p:cNvPr id="8" name="Shape 4"/>
          <p:cNvSpPr/>
          <p:nvPr/>
        </p:nvSpPr>
        <p:spPr>
          <a:xfrm>
            <a:off x="548640" y="1932432"/>
            <a:ext cx="8229600" cy="4358640"/>
          </a:xfrm>
          <a:prstGeom prst="roundRect">
            <a:avLst>
              <a:gd name="adj" fmla="val 1678"/>
            </a:avLst>
          </a:prstGeom>
          <a:solidFill>
            <a:srgbClr val="FFFFFF"/>
          </a:solidFill>
          <a:ln w="15875">
            <a:solidFill>
              <a:srgbClr val="4A5A70"/>
            </a:solidFill>
            <a:prstDash val="solid"/>
          </a:ln>
          <a:effectLst>
            <a:outerShdw sx="100000" sy="100000" kx="0" ky="0" algn="bl" rotWithShape="0" blurRad="101600" dist="25400" dir="3600000">
              <a:srgbClr val="000000">
                <a:alpha val="16000"/>
              </a:srgbClr>
            </a:outerShdw>
          </a:effectLst>
        </p:spPr>
      </p:sp>
      <p:sp>
        <p:nvSpPr>
          <p:cNvPr id="9" name="Shape 5"/>
          <p:cNvSpPr/>
          <p:nvPr/>
        </p:nvSpPr>
        <p:spPr>
          <a:xfrm>
            <a:off x="548640" y="1932432"/>
            <a:ext cx="8229600" cy="457200"/>
          </a:xfrm>
          <a:prstGeom prst="roundRect">
            <a:avLst>
              <a:gd name="adj" fmla="val 8000"/>
            </a:avLst>
          </a:prstGeom>
          <a:solidFill>
            <a:srgbClr val="E6EBF2"/>
          </a:solidFill>
          <a:ln w="12700">
            <a:solidFill>
              <a:srgbClr val="FFFFFF">
                <a:alpha val="0"/>
              </a:srgbClr>
            </a:solidFill>
            <a:prstDash val="solid"/>
          </a:ln>
        </p:spPr>
      </p:sp>
      <p:sp>
        <p:nvSpPr>
          <p:cNvPr id="10" name="Text 6"/>
          <p:cNvSpPr txBox="1"/>
          <p:nvPr/>
        </p:nvSpPr>
        <p:spPr>
          <a:xfrm>
            <a:off x="777240" y="1932432"/>
            <a:ext cx="7772400" cy="457200"/>
          </a:xfrm>
          <a:prstGeom prst="rect">
            <a:avLst/>
          </a:prstGeom>
          <a:noFill/>
          <a:ln/>
        </p:spPr>
        <p:txBody>
          <a:bodyPr wrap="square" lIns="0" tIns="0" rIns="0" bIns="0" rtlCol="0" anchor="ctr"/>
          <a:lstStyle/>
          <a:p>
            <a:pPr algn="l" indent="0" marL="0">
              <a:buNone/>
            </a:pPr>
            <a:r>
              <a:rPr lang="en-US" sz="1300" dirty="0">
                <a:solidFill>
                  <a:schemeClr val="accent5"/>
                </a:solidFill>
              </a:rPr>
              <a:t>Van: Karim Benali · Aan: An Janssens · Onderwerp: stand van zaken</a:t>
            </a:r>
            <a:endParaRPr lang="en-US" sz="1300" dirty="0"/>
          </a:p>
        </p:txBody>
      </p:sp>
      <p:sp>
        <p:nvSpPr>
          <p:cNvPr id="11" name="Text 7"/>
          <p:cNvSpPr txBox="1"/>
          <p:nvPr/>
        </p:nvSpPr>
        <p:spPr>
          <a:xfrm>
            <a:off x="868680" y="2526792"/>
            <a:ext cx="7589520" cy="3627120"/>
          </a:xfrm>
          <a:prstGeom prst="rect">
            <a:avLst/>
          </a:prstGeom>
          <a:noFill/>
          <a:ln/>
        </p:spPr>
        <p:txBody>
          <a:bodyPr wrap="square" lIns="0" tIns="0" rIns="0" bIns="0" rtlCol="0" anchor="t"/>
          <a:lstStyle/>
          <a:p>
            <a:pPr algn="l" indent="0" marL="0">
              <a:lnSpc>
                <a:spcPct val="115000"/>
              </a:lnSpc>
              <a:buNone/>
            </a:pPr>
            <a:r>
              <a:rPr lang="en-US" sz="1800" i="1" dirty="0">
                <a:solidFill>
                  <a:schemeClr val="tx1"/>
                </a:solidFill>
              </a:rPr>
              <a:t>Beste An, het rapport is nog niet klaar, maar ik werk er elke dag aan. De klant wacht </a:t>
            </a:r>
            <a:r>
              <a:rPr lang="en-US" sz="1800" i="1" dirty="0">
                <a:solidFill>
                  <a:schemeClr val="tx1"/>
                </a:solidFill>
              </a:rPr>
              <a:t>op het</a:t>
            </a:r>
            <a:r>
              <a:rPr lang="en-US" sz="1800" i="1" dirty="0">
                <a:solidFill>
                  <a:schemeClr val="tx1"/>
                </a:solidFill>
              </a:rPr>
              <a:t>, maar ik kan het vrijdag sturen. Gisteren heb ik met Sofie over het budget gepraat. Ze heeft goede ideeën en </a:t>
            </a:r>
            <a:r>
              <a:rPr lang="en-US" sz="1800" i="1" dirty="0">
                <a:solidFill>
                  <a:schemeClr val="tx1"/>
                </a:solidFill>
              </a:rPr>
              <a:t>ik ben blij met het</a:t>
            </a:r>
            <a:r>
              <a:rPr lang="en-US" sz="1800" i="1" dirty="0">
                <a:solidFill>
                  <a:schemeClr val="tx1"/>
                </a:solidFill>
              </a:rPr>
              <a:t>. Lotte is een goede stagiaire: ik werk graag </a:t>
            </a:r>
            <a:r>
              <a:rPr lang="en-US" sz="1800" i="1" dirty="0">
                <a:solidFill>
                  <a:schemeClr val="tx1"/>
                </a:solidFill>
              </a:rPr>
              <a:t>ermee</a:t>
            </a:r>
            <a:r>
              <a:rPr lang="en-US" sz="1800" i="1" dirty="0">
                <a:solidFill>
                  <a:schemeClr val="tx1"/>
                </a:solidFill>
              </a:rPr>
              <a:t>. Over het nieuwe project: </a:t>
            </a:r>
            <a:r>
              <a:rPr lang="en-US" sz="1800" i="1" dirty="0">
                <a:solidFill>
                  <a:schemeClr val="tx1"/>
                </a:solidFill>
              </a:rPr>
              <a:t>met wat</a:t>
            </a:r>
            <a:r>
              <a:rPr lang="en-US" sz="1800" i="1" dirty="0">
                <a:solidFill>
                  <a:schemeClr val="tx1"/>
                </a:solidFill>
              </a:rPr>
              <a:t> moet ik eerst beginnen? </a:t>
            </a:r>
            <a:r>
              <a:rPr lang="en-US" sz="1800" i="1" dirty="0">
                <a:solidFill>
                  <a:schemeClr val="tx1"/>
                </a:solidFill>
              </a:rPr>
              <a:t>Ik heb nog twee vragen over het.</a:t>
            </a:r>
            <a:r>
              <a:rPr lang="en-US" sz="1800" i="1" dirty="0">
                <a:solidFill>
                  <a:schemeClr val="tx1"/>
                </a:solidFill>
              </a:rPr>
              <a:t> Groeten, Karim</a:t>
            </a:r>
            <a:endParaRPr lang="en-US" sz="1800" dirty="0"/>
          </a:p>
        </p:txBody>
      </p:sp>
      <p:pic>
        <p:nvPicPr>
          <p:cNvPr id="12" name="Image 1" descr="magnifying glass tilted left">    </p:cNvPr>
          <p:cNvPicPr>
            <a:picLocks noChangeAspect="1"/>
          </p:cNvPicPr>
          <p:nvPr/>
        </p:nvPicPr>
        <p:blipFill>
          <a:blip r:embed="rId2"/>
          <a:stretch>
            <a:fillRect/>
          </a:stretch>
        </p:blipFill>
        <p:spPr>
          <a:xfrm>
            <a:off x="9509760" y="2023872"/>
            <a:ext cx="1463040" cy="1463040"/>
          </a:xfrm>
          <a:prstGeom prst="rect">
            <a:avLst/>
          </a:prstGeom>
        </p:spPr>
      </p:pic>
      <p:sp>
        <p:nvSpPr>
          <p:cNvPr id="13" name="Shape 8"/>
          <p:cNvSpPr/>
          <p:nvPr/>
        </p:nvSpPr>
        <p:spPr>
          <a:xfrm>
            <a:off x="9052560" y="3715512"/>
            <a:ext cx="2587752" cy="822960"/>
          </a:xfrm>
          <a:prstGeom prst="roundRect">
            <a:avLst>
              <a:gd name="adj" fmla="val 8889"/>
            </a:avLst>
          </a:prstGeom>
          <a:solidFill>
            <a:schemeClr val="accent6"/>
          </a:solidFill>
          <a:ln w="12700">
            <a:solidFill>
              <a:srgbClr val="FFFFFF">
                <a:alpha val="0"/>
              </a:srgbClr>
            </a:solidFill>
            <a:prstDash val="solid"/>
          </a:ln>
        </p:spPr>
      </p:sp>
      <p:sp>
        <p:nvSpPr>
          <p:cNvPr id="14" name="Text 9"/>
          <p:cNvSpPr txBox="1"/>
          <p:nvPr/>
        </p:nvSpPr>
        <p:spPr>
          <a:xfrm>
            <a:off x="9052560" y="3715512"/>
            <a:ext cx="2587752" cy="822960"/>
          </a:xfrm>
          <a:prstGeom prst="rect">
            <a:avLst/>
          </a:prstGeom>
          <a:noFill/>
          <a:ln/>
        </p:spPr>
        <p:txBody>
          <a:bodyPr wrap="square" lIns="0" tIns="0" rIns="0" bIns="0" rtlCol="0" anchor="ctr"/>
          <a:lstStyle/>
          <a:p>
            <a:pPr algn="ctr" indent="0" marL="0">
              <a:buNone/>
            </a:pPr>
            <a:r>
              <a:rPr lang="en-US" sz="2200" b="1" dirty="0">
                <a:solidFill>
                  <a:schemeClr val="bg1"/>
                </a:solidFill>
              </a:rPr>
              <a:t>5 erreurs ?</a:t>
            </a:r>
            <a:endParaRPr lang="en-US" sz="2200" dirty="0"/>
          </a:p>
        </p:txBody>
      </p:sp>
      <p:sp>
        <p:nvSpPr>
          <p:cNvPr id="25" name="Slide Number Placeholder 0"/>
          <p:cNvSpPr>
            <a:spLocks noGrp="1"/>
          </p:cNvSpPr>
          <p:nvPr>
            <p:ph type="sldNum" sz="quarter" idx="4294967295"/>
          </p:nvPr>
        </p:nvSpPr>
        <p:spPr>
          <a:xfrm>
            <a:off x="11091672"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4A5A70"/>
                </a:solidFill>
              </a:defRPr>
            </a:lvl1pPr>
          </a:lstStyle>
          <a:p>
            <a:pPr algn="r"/>
            <a:fld id="{F7021451-1387-4CA6-816F-3879F97B5CBC}" type="slidenum">
              <a:rPr b="0" lang="en-US"/>
              <a:t>23</a:t>
            </a:fld>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Text 1"/>
          <p:cNvSpPr/>
          <p:nvPr>
            <p:ph idx="101" type="title" hasCustomPrompt="1"/>
          </p:nvPr>
        </p:nvSpPr>
        <p:spPr>
          <a:xfrm>
            <a:off x="548640" y="621792"/>
            <a:ext cx="11091672" cy="713232"/>
          </a:xfrm>
          <a:prstGeom prst="rect">
            <a:avLst/>
          </a:prstGeom>
          <a:noFill/>
          <a:ln/>
        </p:spPr>
        <p:txBody>
          <a:bodyPr wrap="square" lIns="0" tIns="0" rIns="0" bIns="0" rtlCol="0" anchor="ctr"/>
          <a:lstStyle/>
          <a:p>
            <a:pPr algn="l" indent="0" marL="0">
              <a:buNone/>
            </a:pPr>
            <a:r>
              <a:rPr lang="en-US" sz="3000" b="1" dirty="0">
                <a:solidFill>
                  <a:schemeClr val="tx2"/>
                </a:solidFill>
              </a:rPr>
              <a:t>Exercice 5 — Le détective</a:t>
            </a:r>
            <a:endParaRPr lang="en-US" sz="3000" dirty="0"/>
          </a:p>
        </p:txBody>
      </p:sp>
      <p:sp>
        <p:nvSpPr>
          <p:cNvPr id="3" name="tag"/>
          <p:cNvSpPr/>
          <p:nvPr/>
        </p:nvSpPr>
        <p:spPr>
          <a:xfrm>
            <a:off x="548640" y="237744"/>
            <a:ext cx="1228954" cy="310896"/>
          </a:xfrm>
          <a:prstGeom prst="roundRect">
            <a:avLst>
              <a:gd name="adj" fmla="val 14706"/>
            </a:avLst>
          </a:prstGeom>
          <a:solidFill>
            <a:schemeClr val="accent1"/>
          </a:solidFill>
          <a:ln/>
        </p:spPr>
        <p:txBody>
          <a:bodyPr wrap="square" lIns="0" tIns="0" rIns="0" bIns="0" rtlCol="0" anchor="ctr"/>
          <a:lstStyle/>
          <a:p>
            <a:pPr algn="ctr" indent="0" marL="0">
              <a:buNone/>
            </a:pPr>
            <a:r>
              <a:rPr lang="en-US" sz="1200" b="1" spc="100" kern="0" dirty="0">
                <a:solidFill>
                  <a:srgbClr val="FFFFFF"/>
                </a:solidFill>
              </a:rPr>
              <a:t>JIJ NU !</a:t>
            </a:r>
            <a:endParaRPr lang="en-US" sz="1200" dirty="0"/>
          </a:p>
        </p:txBody>
      </p:sp>
      <p:sp>
        <p:nvSpPr>
          <p:cNvPr id="4" name="tag"/>
          <p:cNvSpPr/>
          <p:nvPr/>
        </p:nvSpPr>
        <p:spPr>
          <a:xfrm>
            <a:off x="1887322" y="237744"/>
            <a:ext cx="1662379" cy="310896"/>
          </a:xfrm>
          <a:prstGeom prst="roundRect">
            <a:avLst>
              <a:gd name="adj" fmla="val 14706"/>
            </a:avLst>
          </a:prstGeom>
          <a:solidFill>
            <a:schemeClr val="accent3"/>
          </a:solidFill>
          <a:ln/>
        </p:spPr>
        <p:txBody>
          <a:bodyPr wrap="square" lIns="0" tIns="0" rIns="0" bIns="0" rtlCol="0" anchor="ctr"/>
          <a:lstStyle/>
          <a:p>
            <a:pPr algn="ctr" indent="0" marL="0">
              <a:buNone/>
            </a:pPr>
            <a:r>
              <a:rPr lang="en-US" sz="1200" b="1" spc="100" kern="0" dirty="0">
                <a:solidFill>
                  <a:srgbClr val="FFFFFF"/>
                </a:solidFill>
              </a:rPr>
              <a:t>✓ CORRECTIE</a:t>
            </a:r>
            <a:endParaRPr lang="en-US" sz="1200" dirty="0"/>
          </a:p>
        </p:txBody>
      </p:sp>
      <p:sp>
        <p:nvSpPr>
          <p:cNvPr id="5" name="Text 3"/>
          <p:cNvSpPr txBox="1"/>
          <p:nvPr/>
        </p:nvSpPr>
        <p:spPr>
          <a:xfrm>
            <a:off x="10177272" y="219456"/>
            <a:ext cx="1463040" cy="347472"/>
          </a:xfrm>
          <a:prstGeom prst="rect">
            <a:avLst/>
          </a:prstGeom>
          <a:noFill/>
          <a:ln/>
        </p:spPr>
        <p:txBody>
          <a:bodyPr wrap="square" lIns="0" tIns="0" rIns="0" bIns="0" rtlCol="0" anchor="ctr"/>
          <a:lstStyle/>
          <a:p>
            <a:pPr algn="r" indent="0" marL="0">
              <a:buNone/>
            </a:pPr>
            <a:r>
              <a:rPr lang="en-US" sz="1600" b="1" dirty="0">
                <a:solidFill>
                  <a:schemeClr val="accent1"/>
                </a:solidFill>
              </a:rPr>
              <a:t>★★</a:t>
            </a:r>
            <a:endParaRPr lang="en-US" sz="1600" dirty="0"/>
          </a:p>
        </p:txBody>
      </p:sp>
      <p:pic>
        <p:nvPicPr>
          <p:cNvPr id="7" name="Image 0" descr="HandPointRight">    </p:cNvPr>
          <p:cNvPicPr>
            <a:picLocks noChangeAspect="1"/>
          </p:cNvPicPr>
          <p:nvPr/>
        </p:nvPicPr>
        <p:blipFill>
          <a:blip r:embed="rId1"/>
          <a:stretch>
            <a:fillRect/>
          </a:stretch>
        </p:blipFill>
        <p:spPr>
          <a:xfrm>
            <a:off x="548640" y="1517904"/>
            <a:ext cx="274320" cy="274320"/>
          </a:xfrm>
          <a:prstGeom prst="rect">
            <a:avLst/>
          </a:prstGeom>
        </p:spPr>
      </p:pic>
      <p:sp>
        <p:nvSpPr>
          <p:cNvPr id="8" name="Text 4"/>
          <p:cNvSpPr txBox="1"/>
          <p:nvPr/>
        </p:nvSpPr>
        <p:spPr>
          <a:xfrm>
            <a:off x="960120" y="1481328"/>
            <a:ext cx="10680192" cy="313944"/>
          </a:xfrm>
          <a:prstGeom prst="rect">
            <a:avLst/>
          </a:prstGeom>
          <a:noFill/>
          <a:ln/>
        </p:spPr>
        <p:txBody>
          <a:bodyPr wrap="square" lIns="0" tIns="0" rIns="0" bIns="0" rtlCol="0" anchor="t"/>
          <a:lstStyle/>
          <a:p>
            <a:pPr algn="l" indent="0" marL="0">
              <a:buNone/>
            </a:pPr>
            <a:r>
              <a:rPr lang="en-US" sz="1700" i="1" dirty="0">
                <a:solidFill>
                  <a:schemeClr val="accent5"/>
                </a:solidFill>
              </a:rPr>
              <a:t>Karim écrit à An. Trouvez les 5 erreurs.</a:t>
            </a:r>
            <a:endParaRPr lang="en-US" sz="1700" dirty="0"/>
          </a:p>
        </p:txBody>
      </p:sp>
      <p:sp>
        <p:nvSpPr>
          <p:cNvPr id="9" name="Shape 5"/>
          <p:cNvSpPr/>
          <p:nvPr/>
        </p:nvSpPr>
        <p:spPr>
          <a:xfrm>
            <a:off x="548640" y="1932432"/>
            <a:ext cx="8229600" cy="4358640"/>
          </a:xfrm>
          <a:prstGeom prst="roundRect">
            <a:avLst>
              <a:gd name="adj" fmla="val 1678"/>
            </a:avLst>
          </a:prstGeom>
          <a:solidFill>
            <a:srgbClr val="FFFFFF"/>
          </a:solidFill>
          <a:ln w="15875">
            <a:solidFill>
              <a:srgbClr val="4A5A70"/>
            </a:solidFill>
            <a:prstDash val="solid"/>
          </a:ln>
          <a:effectLst>
            <a:outerShdw sx="100000" sy="100000" kx="0" ky="0" algn="bl" rotWithShape="0" blurRad="101600" dist="25400" dir="3600000">
              <a:srgbClr val="000000">
                <a:alpha val="16000"/>
              </a:srgbClr>
            </a:outerShdw>
          </a:effectLst>
        </p:spPr>
      </p:sp>
      <p:sp>
        <p:nvSpPr>
          <p:cNvPr id="10" name="Shape 6"/>
          <p:cNvSpPr/>
          <p:nvPr/>
        </p:nvSpPr>
        <p:spPr>
          <a:xfrm>
            <a:off x="548640" y="1932432"/>
            <a:ext cx="8229600" cy="457200"/>
          </a:xfrm>
          <a:prstGeom prst="roundRect">
            <a:avLst>
              <a:gd name="adj" fmla="val 8000"/>
            </a:avLst>
          </a:prstGeom>
          <a:solidFill>
            <a:srgbClr val="E6EBF2"/>
          </a:solidFill>
          <a:ln w="12700">
            <a:solidFill>
              <a:srgbClr val="FFFFFF">
                <a:alpha val="0"/>
              </a:srgbClr>
            </a:solidFill>
            <a:prstDash val="solid"/>
          </a:ln>
        </p:spPr>
      </p:sp>
      <p:sp>
        <p:nvSpPr>
          <p:cNvPr id="11" name="Text 7"/>
          <p:cNvSpPr txBox="1"/>
          <p:nvPr/>
        </p:nvSpPr>
        <p:spPr>
          <a:xfrm>
            <a:off x="777240" y="1932432"/>
            <a:ext cx="7772400" cy="457200"/>
          </a:xfrm>
          <a:prstGeom prst="rect">
            <a:avLst/>
          </a:prstGeom>
          <a:noFill/>
          <a:ln/>
        </p:spPr>
        <p:txBody>
          <a:bodyPr wrap="square" lIns="0" tIns="0" rIns="0" bIns="0" rtlCol="0" anchor="ctr"/>
          <a:lstStyle/>
          <a:p>
            <a:pPr algn="l" indent="0" marL="0">
              <a:buNone/>
            </a:pPr>
            <a:r>
              <a:rPr lang="en-US" sz="1300" dirty="0">
                <a:solidFill>
                  <a:schemeClr val="accent5"/>
                </a:solidFill>
              </a:rPr>
              <a:t>Van: Karim Benali · Aan: An Janssens · Onderwerp: stand van zaken</a:t>
            </a:r>
            <a:endParaRPr lang="en-US" sz="1300" dirty="0"/>
          </a:p>
        </p:txBody>
      </p:sp>
      <p:sp>
        <p:nvSpPr>
          <p:cNvPr id="12" name="Text 8"/>
          <p:cNvSpPr txBox="1"/>
          <p:nvPr/>
        </p:nvSpPr>
        <p:spPr>
          <a:xfrm>
            <a:off x="868680" y="2526792"/>
            <a:ext cx="7589520" cy="3627120"/>
          </a:xfrm>
          <a:prstGeom prst="rect">
            <a:avLst/>
          </a:prstGeom>
          <a:noFill/>
          <a:ln/>
        </p:spPr>
        <p:txBody>
          <a:bodyPr wrap="square" lIns="0" tIns="0" rIns="0" bIns="0" rtlCol="0" anchor="t"/>
          <a:lstStyle/>
          <a:p>
            <a:pPr algn="l" indent="0" marL="0">
              <a:lnSpc>
                <a:spcPct val="115000"/>
              </a:lnSpc>
              <a:buNone/>
            </a:pPr>
            <a:r>
              <a:rPr lang="en-US" sz="1800" i="1" dirty="0">
                <a:solidFill>
                  <a:schemeClr val="tx1"/>
                </a:solidFill>
              </a:rPr>
              <a:t>Beste An, het rapport is nog niet klaar, maar ik werk er elke dag aan. De klant wacht </a:t>
            </a:r>
            <a:r>
              <a:rPr lang="en-US" sz="1800" i="1" strike="sngStrike" dirty="0">
                <a:solidFill>
                  <a:schemeClr val="accent6"/>
                </a:solidFill>
              </a:rPr>
              <a:t>op het</a:t>
            </a:r>
            <a:r>
              <a:rPr lang="en-US" sz="1800" b="1" i="1" dirty="0">
                <a:solidFill>
                  <a:schemeClr val="accent3"/>
                </a:solidFill>
              </a:rPr>
              <a:t> erop</a:t>
            </a:r>
            <a:r>
              <a:rPr lang="en-US" sz="1800" i="1" dirty="0">
                <a:solidFill>
                  <a:schemeClr val="tx1"/>
                </a:solidFill>
              </a:rPr>
              <a:t>, maar ik kan het vrijdag sturen. Gisteren heb ik met Sofie over het budget gepraat. Ze heeft goede ideeën en </a:t>
            </a:r>
            <a:r>
              <a:rPr lang="en-US" sz="1800" i="1" strike="sngStrike" dirty="0">
                <a:solidFill>
                  <a:schemeClr val="accent6"/>
                </a:solidFill>
              </a:rPr>
              <a:t>ik ben blij met het</a:t>
            </a:r>
            <a:r>
              <a:rPr lang="en-US" sz="1800" b="1" i="1" dirty="0">
                <a:solidFill>
                  <a:schemeClr val="accent3"/>
                </a:solidFill>
              </a:rPr>
              <a:t> ik ben er blij mee</a:t>
            </a:r>
            <a:r>
              <a:rPr lang="en-US" sz="1800" i="1" dirty="0">
                <a:solidFill>
                  <a:schemeClr val="tx1"/>
                </a:solidFill>
              </a:rPr>
              <a:t>. Lotte is een goede stagiaire: ik werk graag </a:t>
            </a:r>
            <a:r>
              <a:rPr lang="en-US" sz="1800" i="1" strike="sngStrike" dirty="0">
                <a:solidFill>
                  <a:schemeClr val="accent6"/>
                </a:solidFill>
              </a:rPr>
              <a:t>ermee</a:t>
            </a:r>
            <a:r>
              <a:rPr lang="en-US" sz="1800" b="1" i="1" dirty="0">
                <a:solidFill>
                  <a:schemeClr val="accent3"/>
                </a:solidFill>
              </a:rPr>
              <a:t> met haar</a:t>
            </a:r>
            <a:r>
              <a:rPr lang="en-US" sz="1800" i="1" dirty="0">
                <a:solidFill>
                  <a:schemeClr val="tx1"/>
                </a:solidFill>
              </a:rPr>
              <a:t>. Over het nieuwe project: </a:t>
            </a:r>
            <a:r>
              <a:rPr lang="en-US" sz="1800" i="1" strike="sngStrike" dirty="0">
                <a:solidFill>
                  <a:schemeClr val="accent6"/>
                </a:solidFill>
              </a:rPr>
              <a:t>met wat</a:t>
            </a:r>
            <a:r>
              <a:rPr lang="en-US" sz="1800" b="1" i="1" dirty="0">
                <a:solidFill>
                  <a:schemeClr val="accent3"/>
                </a:solidFill>
              </a:rPr>
              <a:t> waarmee</a:t>
            </a:r>
            <a:r>
              <a:rPr lang="en-US" sz="1800" i="1" dirty="0">
                <a:solidFill>
                  <a:schemeClr val="tx1"/>
                </a:solidFill>
              </a:rPr>
              <a:t> moet ik eerst beginnen? </a:t>
            </a:r>
            <a:r>
              <a:rPr lang="en-US" sz="1800" i="1" strike="sngStrike" dirty="0">
                <a:solidFill>
                  <a:schemeClr val="accent6"/>
                </a:solidFill>
              </a:rPr>
              <a:t>Ik heb nog twee vragen over het.</a:t>
            </a:r>
            <a:r>
              <a:rPr lang="en-US" sz="1800" b="1" i="1" dirty="0">
                <a:solidFill>
                  <a:schemeClr val="accent3"/>
                </a:solidFill>
              </a:rPr>
              <a:t> Ik heb er nog twee vragen over.</a:t>
            </a:r>
            <a:r>
              <a:rPr lang="en-US" sz="1800" i="1" dirty="0">
                <a:solidFill>
                  <a:schemeClr val="tx1"/>
                </a:solidFill>
              </a:rPr>
              <a:t> Groeten, Karim</a:t>
            </a:r>
            <a:endParaRPr lang="en-US" sz="1800" dirty="0"/>
          </a:p>
        </p:txBody>
      </p:sp>
      <p:pic>
        <p:nvPicPr>
          <p:cNvPr id="13" name="Image 1" descr="magnifying glass tilted left">    </p:cNvPr>
          <p:cNvPicPr>
            <a:picLocks noChangeAspect="1"/>
          </p:cNvPicPr>
          <p:nvPr/>
        </p:nvPicPr>
        <p:blipFill>
          <a:blip r:embed="rId2"/>
          <a:stretch>
            <a:fillRect/>
          </a:stretch>
        </p:blipFill>
        <p:spPr>
          <a:xfrm>
            <a:off x="9509760" y="2023872"/>
            <a:ext cx="1463040" cy="1463040"/>
          </a:xfrm>
          <a:prstGeom prst="rect">
            <a:avLst/>
          </a:prstGeom>
        </p:spPr>
      </p:pic>
      <p:sp>
        <p:nvSpPr>
          <p:cNvPr id="14" name="Shape 9"/>
          <p:cNvSpPr/>
          <p:nvPr/>
        </p:nvSpPr>
        <p:spPr>
          <a:xfrm>
            <a:off x="9052560" y="3715512"/>
            <a:ext cx="2587752" cy="822960"/>
          </a:xfrm>
          <a:prstGeom prst="roundRect">
            <a:avLst>
              <a:gd name="adj" fmla="val 8889"/>
            </a:avLst>
          </a:prstGeom>
          <a:solidFill>
            <a:schemeClr val="accent6"/>
          </a:solidFill>
          <a:ln w="12700">
            <a:solidFill>
              <a:srgbClr val="FFFFFF">
                <a:alpha val="0"/>
              </a:srgbClr>
            </a:solidFill>
            <a:prstDash val="solid"/>
          </a:ln>
        </p:spPr>
      </p:sp>
      <p:sp>
        <p:nvSpPr>
          <p:cNvPr id="15" name="Text 10"/>
          <p:cNvSpPr txBox="1"/>
          <p:nvPr/>
        </p:nvSpPr>
        <p:spPr>
          <a:xfrm>
            <a:off x="9052560" y="3715512"/>
            <a:ext cx="2587752" cy="822960"/>
          </a:xfrm>
          <a:prstGeom prst="rect">
            <a:avLst/>
          </a:prstGeom>
          <a:noFill/>
          <a:ln/>
        </p:spPr>
        <p:txBody>
          <a:bodyPr wrap="square" lIns="0" tIns="0" rIns="0" bIns="0" rtlCol="0" anchor="ctr"/>
          <a:lstStyle/>
          <a:p>
            <a:pPr algn="ctr" indent="0" marL="0">
              <a:buNone/>
            </a:pPr>
            <a:r>
              <a:rPr lang="en-US" sz="2200" b="1" dirty="0">
                <a:solidFill>
                  <a:schemeClr val="bg1"/>
                </a:solidFill>
              </a:rPr>
              <a:t>5 erreurs ✓</a:t>
            </a:r>
            <a:endParaRPr lang="en-US" sz="2200" dirty="0"/>
          </a:p>
        </p:txBody>
      </p:sp>
      <p:sp>
        <p:nvSpPr>
          <p:cNvPr id="16" name="Text 11"/>
          <p:cNvSpPr txBox="1"/>
          <p:nvPr/>
        </p:nvSpPr>
        <p:spPr>
          <a:xfrm>
            <a:off x="9052560" y="4721352"/>
            <a:ext cx="2587752" cy="1737360"/>
          </a:xfrm>
          <a:prstGeom prst="rect">
            <a:avLst/>
          </a:prstGeom>
          <a:noFill/>
          <a:ln/>
        </p:spPr>
        <p:txBody>
          <a:bodyPr wrap="square" lIns="0" tIns="0" rIns="0" bIns="0" rtlCol="0" anchor="t"/>
          <a:lstStyle/>
          <a:p>
            <a:pPr algn="l" indent="0" marL="0">
              <a:buNone/>
            </a:pPr>
            <a:r>
              <a:rPr lang="en-US" sz="1400" i="1" dirty="0">
                <a:solidFill>
                  <a:schemeClr val="accent5"/>
                </a:solidFill>
              </a:rPr>
              <a:t>Leurres : </a:t>
            </a:r>
            <a:r>
              <a:rPr lang="en-US" sz="1400" i="1" dirty="0">
                <a:solidFill>
                  <a:schemeClr val="accent5"/>
                </a:solidFill>
              </a:rPr>
              <a:t>ik werk er elke dag aan · met Sofie over het budget</a:t>
            </a:r>
            <a:r>
              <a:rPr lang="en-US" sz="1400" i="1" dirty="0">
                <a:solidFill>
                  <a:schemeClr val="accent5"/>
                </a:solidFill>
              </a:rPr>
              <a:t> (personne, puis nom)</a:t>
            </a:r>
            <a:endParaRPr lang="en-US" sz="1400" dirty="0"/>
          </a:p>
        </p:txBody>
      </p:sp>
      <p:sp>
        <p:nvSpPr>
          <p:cNvPr id="25" name="Slide Number Placeholder 0"/>
          <p:cNvSpPr>
            <a:spLocks noGrp="1"/>
          </p:cNvSpPr>
          <p:nvPr>
            <p:ph type="sldNum" sz="quarter" idx="4294967295"/>
          </p:nvPr>
        </p:nvSpPr>
        <p:spPr>
          <a:xfrm>
            <a:off x="11091672"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4A5A70"/>
                </a:solidFill>
              </a:defRPr>
            </a:lvl1pPr>
          </a:lstStyle>
          <a:p>
            <a:pPr algn="r"/>
            <a:fld id="{F7021451-1387-4CA6-816F-3879F97B5CBC}" type="slidenum">
              <a:rPr b="0" lang="en-US"/>
              <a:t>24</a:t>
            </a:fld>
            <a:endParaRPr 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Text 1"/>
          <p:cNvSpPr/>
          <p:nvPr>
            <p:ph idx="101" type="title" hasCustomPrompt="1"/>
          </p:nvPr>
        </p:nvSpPr>
        <p:spPr>
          <a:xfrm>
            <a:off x="548640" y="621792"/>
            <a:ext cx="11091672" cy="713232"/>
          </a:xfrm>
          <a:prstGeom prst="rect">
            <a:avLst/>
          </a:prstGeom>
          <a:noFill/>
          <a:ln/>
        </p:spPr>
        <p:txBody>
          <a:bodyPr wrap="square" lIns="0" tIns="0" rIns="0" bIns="0" rtlCol="0" anchor="ctr"/>
          <a:lstStyle/>
          <a:p>
            <a:pPr algn="l" indent="0" marL="0">
              <a:buNone/>
            </a:pPr>
            <a:r>
              <a:rPr lang="en-US" sz="3000" b="1" dirty="0">
                <a:solidFill>
                  <a:schemeClr val="tx2"/>
                </a:solidFill>
              </a:rPr>
              <a:t>Exercice 6 — L’interview</a:t>
            </a:r>
            <a:endParaRPr lang="en-US" sz="3000" dirty="0"/>
          </a:p>
        </p:txBody>
      </p:sp>
      <p:sp>
        <p:nvSpPr>
          <p:cNvPr id="3" name="tag"/>
          <p:cNvSpPr/>
          <p:nvPr/>
        </p:nvSpPr>
        <p:spPr>
          <a:xfrm>
            <a:off x="548640" y="237744"/>
            <a:ext cx="1228954" cy="310896"/>
          </a:xfrm>
          <a:prstGeom prst="roundRect">
            <a:avLst>
              <a:gd name="adj" fmla="val 14706"/>
            </a:avLst>
          </a:prstGeom>
          <a:solidFill>
            <a:schemeClr val="accent1"/>
          </a:solidFill>
          <a:ln/>
        </p:spPr>
        <p:txBody>
          <a:bodyPr wrap="square" lIns="0" tIns="0" rIns="0" bIns="0" rtlCol="0" anchor="ctr"/>
          <a:lstStyle/>
          <a:p>
            <a:pPr algn="ctr" indent="0" marL="0">
              <a:buNone/>
            </a:pPr>
            <a:r>
              <a:rPr lang="en-US" sz="1200" b="1" spc="100" kern="0" dirty="0">
                <a:solidFill>
                  <a:srgbClr val="FFFFFF"/>
                </a:solidFill>
              </a:rPr>
              <a:t>JIJ NU !</a:t>
            </a:r>
            <a:endParaRPr lang="en-US" sz="1200" dirty="0"/>
          </a:p>
        </p:txBody>
      </p:sp>
      <p:sp>
        <p:nvSpPr>
          <p:cNvPr id="4" name="Text 2"/>
          <p:cNvSpPr txBox="1"/>
          <p:nvPr/>
        </p:nvSpPr>
        <p:spPr>
          <a:xfrm>
            <a:off x="10177272" y="219456"/>
            <a:ext cx="1463040" cy="347472"/>
          </a:xfrm>
          <a:prstGeom prst="rect">
            <a:avLst/>
          </a:prstGeom>
          <a:noFill/>
          <a:ln/>
        </p:spPr>
        <p:txBody>
          <a:bodyPr wrap="square" lIns="0" tIns="0" rIns="0" bIns="0" rtlCol="0" anchor="ctr"/>
          <a:lstStyle/>
          <a:p>
            <a:pPr algn="r" indent="0" marL="0">
              <a:buNone/>
            </a:pPr>
            <a:r>
              <a:rPr lang="en-US" sz="1600" b="1" dirty="0">
                <a:solidFill>
                  <a:schemeClr val="accent1"/>
                </a:solidFill>
              </a:rPr>
              <a:t>★</a:t>
            </a:r>
            <a:endParaRPr lang="en-US" sz="1600" dirty="0"/>
          </a:p>
        </p:txBody>
      </p:sp>
      <p:sp>
        <p:nvSpPr>
          <p:cNvPr id="6" name="Shape 3"/>
          <p:cNvSpPr/>
          <p:nvPr/>
        </p:nvSpPr>
        <p:spPr>
          <a:xfrm>
            <a:off x="548640" y="1600200"/>
            <a:ext cx="2240280" cy="2103120"/>
          </a:xfrm>
          <a:prstGeom prst="roundRect">
            <a:avLst>
              <a:gd name="adj" fmla="val 5217"/>
            </a:avLst>
          </a:prstGeom>
          <a:solidFill>
            <a:srgbClr val="FFFFFF"/>
          </a:solidFill>
          <a:ln w="25400">
            <a:solidFill>
              <a:srgbClr val="B4236A"/>
            </a:solidFill>
            <a:prstDash val="solid"/>
          </a:ln>
          <a:effectLst>
            <a:outerShdw sx="100000" sy="100000" kx="0" ky="0" algn="bl" rotWithShape="0" blurRad="101600" dist="25400" dir="3600000">
              <a:srgbClr val="000000">
                <a:alpha val="16000"/>
              </a:srgbClr>
            </a:outerShdw>
          </a:effectLst>
        </p:spPr>
      </p:sp>
      <p:pic>
        <p:nvPicPr>
          <p:cNvPr id="7" name="Image 0" descr="face savoring food">    </p:cNvPr>
          <p:cNvPicPr>
            <a:picLocks noChangeAspect="1"/>
          </p:cNvPicPr>
          <p:nvPr/>
        </p:nvPicPr>
        <p:blipFill>
          <a:blip r:embed="rId1"/>
          <a:stretch>
            <a:fillRect/>
          </a:stretch>
        </p:blipFill>
        <p:spPr>
          <a:xfrm>
            <a:off x="1280160" y="1737360"/>
            <a:ext cx="777240" cy="777240"/>
          </a:xfrm>
          <a:prstGeom prst="rect">
            <a:avLst/>
          </a:prstGeom>
        </p:spPr>
      </p:pic>
      <p:sp>
        <p:nvSpPr>
          <p:cNvPr id="8" name="Text 4"/>
          <p:cNvSpPr txBox="1"/>
          <p:nvPr/>
        </p:nvSpPr>
        <p:spPr>
          <a:xfrm>
            <a:off x="640080" y="2606040"/>
            <a:ext cx="2057400" cy="960120"/>
          </a:xfrm>
          <a:prstGeom prst="rect">
            <a:avLst/>
          </a:prstGeom>
          <a:noFill/>
          <a:ln/>
        </p:spPr>
        <p:txBody>
          <a:bodyPr wrap="square" lIns="0" tIns="0" rIns="0" bIns="0" rtlCol="0" anchor="ctr"/>
          <a:lstStyle/>
          <a:p>
            <a:pPr algn="ctr" indent="0" marL="0">
              <a:buNone/>
            </a:pPr>
            <a:r>
              <a:rPr lang="en-US" sz="1700" b="1" i="1" dirty="0">
                <a:solidFill>
                  <a:schemeClr val="accent4"/>
                </a:solidFill>
              </a:rPr>
              <a:t>Waar heb je zin in?</a:t>
            </a:r>
            <a:endParaRPr lang="en-US" sz="1700" dirty="0"/>
          </a:p>
        </p:txBody>
      </p:sp>
      <p:sp>
        <p:nvSpPr>
          <p:cNvPr id="9" name="Shape 5"/>
          <p:cNvSpPr/>
          <p:nvPr/>
        </p:nvSpPr>
        <p:spPr>
          <a:xfrm>
            <a:off x="2926080" y="1600200"/>
            <a:ext cx="2240280" cy="2103120"/>
          </a:xfrm>
          <a:prstGeom prst="roundRect">
            <a:avLst>
              <a:gd name="adj" fmla="val 5217"/>
            </a:avLst>
          </a:prstGeom>
          <a:solidFill>
            <a:srgbClr val="FFFFFF"/>
          </a:solidFill>
          <a:ln w="25400">
            <a:solidFill>
              <a:srgbClr val="B4236A"/>
            </a:solidFill>
            <a:prstDash val="solid"/>
          </a:ln>
          <a:effectLst>
            <a:outerShdw sx="100000" sy="100000" kx="0" ky="0" algn="bl" rotWithShape="0" blurRad="101600" dist="25400" dir="3600000">
              <a:srgbClr val="000000">
                <a:alpha val="16000"/>
              </a:srgbClr>
            </a:outerShdw>
          </a:effectLst>
        </p:spPr>
      </p:sp>
      <p:pic>
        <p:nvPicPr>
          <p:cNvPr id="10" name="Image 1" descr="fearful face">    </p:cNvPr>
          <p:cNvPicPr>
            <a:picLocks noChangeAspect="1"/>
          </p:cNvPicPr>
          <p:nvPr/>
        </p:nvPicPr>
        <p:blipFill>
          <a:blip r:embed="rId2"/>
          <a:stretch>
            <a:fillRect/>
          </a:stretch>
        </p:blipFill>
        <p:spPr>
          <a:xfrm>
            <a:off x="3657600" y="1737360"/>
            <a:ext cx="777240" cy="777240"/>
          </a:xfrm>
          <a:prstGeom prst="rect">
            <a:avLst/>
          </a:prstGeom>
        </p:spPr>
      </p:pic>
      <p:sp>
        <p:nvSpPr>
          <p:cNvPr id="11" name="Text 6"/>
          <p:cNvSpPr txBox="1"/>
          <p:nvPr/>
        </p:nvSpPr>
        <p:spPr>
          <a:xfrm>
            <a:off x="3017520" y="2606040"/>
            <a:ext cx="2057400" cy="960120"/>
          </a:xfrm>
          <a:prstGeom prst="rect">
            <a:avLst/>
          </a:prstGeom>
          <a:noFill/>
          <a:ln/>
        </p:spPr>
        <p:txBody>
          <a:bodyPr wrap="square" lIns="0" tIns="0" rIns="0" bIns="0" rtlCol="0" anchor="ctr"/>
          <a:lstStyle/>
          <a:p>
            <a:pPr algn="ctr" indent="0" marL="0">
              <a:buNone/>
            </a:pPr>
            <a:r>
              <a:rPr lang="en-US" sz="1700" b="1" i="1" dirty="0">
                <a:solidFill>
                  <a:schemeClr val="accent4"/>
                </a:solidFill>
              </a:rPr>
              <a:t>Waar ben je bang voor?</a:t>
            </a:r>
            <a:endParaRPr lang="en-US" sz="1700" dirty="0"/>
          </a:p>
        </p:txBody>
      </p:sp>
      <p:sp>
        <p:nvSpPr>
          <p:cNvPr id="12" name="Shape 7"/>
          <p:cNvSpPr/>
          <p:nvPr/>
        </p:nvSpPr>
        <p:spPr>
          <a:xfrm>
            <a:off x="5303520" y="1600200"/>
            <a:ext cx="2240280" cy="2103120"/>
          </a:xfrm>
          <a:prstGeom prst="roundRect">
            <a:avLst>
              <a:gd name="adj" fmla="val 5217"/>
            </a:avLst>
          </a:prstGeom>
          <a:solidFill>
            <a:srgbClr val="FFFFFF"/>
          </a:solidFill>
          <a:ln w="25400">
            <a:solidFill>
              <a:srgbClr val="B4236A"/>
            </a:solidFill>
            <a:prstDash val="solid"/>
          </a:ln>
          <a:effectLst>
            <a:outerShdw sx="100000" sy="100000" kx="0" ky="0" algn="bl" rotWithShape="0" blurRad="101600" dist="25400" dir="3600000">
              <a:srgbClr val="000000">
                <a:alpha val="16000"/>
              </a:srgbClr>
            </a:outerShdw>
          </a:effectLst>
        </p:spPr>
      </p:sp>
      <p:pic>
        <p:nvPicPr>
          <p:cNvPr id="13" name="Image 2" descr="sleeping face">    </p:cNvPr>
          <p:cNvPicPr>
            <a:picLocks noChangeAspect="1"/>
          </p:cNvPicPr>
          <p:nvPr/>
        </p:nvPicPr>
        <p:blipFill>
          <a:blip r:embed="rId3"/>
          <a:stretch>
            <a:fillRect/>
          </a:stretch>
        </p:blipFill>
        <p:spPr>
          <a:xfrm>
            <a:off x="6035040" y="1737360"/>
            <a:ext cx="777240" cy="777240"/>
          </a:xfrm>
          <a:prstGeom prst="rect">
            <a:avLst/>
          </a:prstGeom>
        </p:spPr>
      </p:pic>
      <p:sp>
        <p:nvSpPr>
          <p:cNvPr id="14" name="Text 8"/>
          <p:cNvSpPr txBox="1"/>
          <p:nvPr/>
        </p:nvSpPr>
        <p:spPr>
          <a:xfrm>
            <a:off x="5394960" y="2606040"/>
            <a:ext cx="2057400" cy="960120"/>
          </a:xfrm>
          <a:prstGeom prst="rect">
            <a:avLst/>
          </a:prstGeom>
          <a:noFill/>
          <a:ln/>
        </p:spPr>
        <p:txBody>
          <a:bodyPr wrap="square" lIns="0" tIns="0" rIns="0" bIns="0" rtlCol="0" anchor="ctr"/>
          <a:lstStyle/>
          <a:p>
            <a:pPr algn="ctr" indent="0" marL="0">
              <a:buNone/>
            </a:pPr>
            <a:r>
              <a:rPr lang="en-US" sz="1700" b="1" i="1" dirty="0">
                <a:solidFill>
                  <a:schemeClr val="accent4"/>
                </a:solidFill>
              </a:rPr>
              <a:t>Waar droom je van?</a:t>
            </a:r>
            <a:endParaRPr lang="en-US" sz="1700" dirty="0"/>
          </a:p>
        </p:txBody>
      </p:sp>
      <p:sp>
        <p:nvSpPr>
          <p:cNvPr id="15" name="Shape 9"/>
          <p:cNvSpPr/>
          <p:nvPr/>
        </p:nvSpPr>
        <p:spPr>
          <a:xfrm>
            <a:off x="548640" y="3886200"/>
            <a:ext cx="2240280" cy="2103120"/>
          </a:xfrm>
          <a:prstGeom prst="roundRect">
            <a:avLst>
              <a:gd name="adj" fmla="val 5217"/>
            </a:avLst>
          </a:prstGeom>
          <a:solidFill>
            <a:srgbClr val="FFFFFF"/>
          </a:solidFill>
          <a:ln w="25400">
            <a:solidFill>
              <a:srgbClr val="B4236A"/>
            </a:solidFill>
            <a:prstDash val="solid"/>
          </a:ln>
          <a:effectLst>
            <a:outerShdw sx="100000" sy="100000" kx="0" ky="0" algn="bl" rotWithShape="0" blurRad="101600" dist="25400" dir="3600000">
              <a:srgbClr val="000000">
                <a:alpha val="16000"/>
              </a:srgbClr>
            </a:outerShdw>
          </a:effectLst>
        </p:spPr>
      </p:sp>
      <p:pic>
        <p:nvPicPr>
          <p:cNvPr id="16" name="Image 3" descr="trophy">    </p:cNvPr>
          <p:cNvPicPr>
            <a:picLocks noChangeAspect="1"/>
          </p:cNvPicPr>
          <p:nvPr/>
        </p:nvPicPr>
        <p:blipFill>
          <a:blip r:embed="rId4"/>
          <a:stretch>
            <a:fillRect/>
          </a:stretch>
        </p:blipFill>
        <p:spPr>
          <a:xfrm>
            <a:off x="1280160" y="4023360"/>
            <a:ext cx="777240" cy="777240"/>
          </a:xfrm>
          <a:prstGeom prst="rect">
            <a:avLst/>
          </a:prstGeom>
        </p:spPr>
      </p:pic>
      <p:sp>
        <p:nvSpPr>
          <p:cNvPr id="17" name="Text 10"/>
          <p:cNvSpPr txBox="1"/>
          <p:nvPr/>
        </p:nvSpPr>
        <p:spPr>
          <a:xfrm>
            <a:off x="640080" y="4892040"/>
            <a:ext cx="2057400" cy="960120"/>
          </a:xfrm>
          <a:prstGeom prst="rect">
            <a:avLst/>
          </a:prstGeom>
          <a:noFill/>
          <a:ln/>
        </p:spPr>
        <p:txBody>
          <a:bodyPr wrap="square" lIns="0" tIns="0" rIns="0" bIns="0" rtlCol="0" anchor="ctr"/>
          <a:lstStyle/>
          <a:p>
            <a:pPr algn="ctr" indent="0" marL="0">
              <a:buNone/>
            </a:pPr>
            <a:r>
              <a:rPr lang="en-US" sz="1700" b="1" i="1" dirty="0">
                <a:solidFill>
                  <a:schemeClr val="accent4"/>
                </a:solidFill>
              </a:rPr>
              <a:t>Waar ben je trots op?</a:t>
            </a:r>
            <a:endParaRPr lang="en-US" sz="1700" dirty="0"/>
          </a:p>
        </p:txBody>
      </p:sp>
      <p:sp>
        <p:nvSpPr>
          <p:cNvPr id="18" name="Shape 11"/>
          <p:cNvSpPr/>
          <p:nvPr/>
        </p:nvSpPr>
        <p:spPr>
          <a:xfrm>
            <a:off x="2926080" y="3886200"/>
            <a:ext cx="2240280" cy="2103120"/>
          </a:xfrm>
          <a:prstGeom prst="roundRect">
            <a:avLst>
              <a:gd name="adj" fmla="val 5217"/>
            </a:avLst>
          </a:prstGeom>
          <a:solidFill>
            <a:srgbClr val="FFFFFF"/>
          </a:solidFill>
          <a:ln w="25400">
            <a:solidFill>
              <a:srgbClr val="B4236A"/>
            </a:solidFill>
            <a:prstDash val="solid"/>
          </a:ln>
          <a:effectLst>
            <a:outerShdw sx="100000" sy="100000" kx="0" ky="0" algn="bl" rotWithShape="0" blurRad="101600" dist="25400" dir="3600000">
              <a:srgbClr val="000000">
                <a:alpha val="16000"/>
              </a:srgbClr>
            </a:outerShdw>
          </a:effectLst>
        </p:spPr>
      </p:sp>
      <p:pic>
        <p:nvPicPr>
          <p:cNvPr id="19" name="Image 4" descr="flexed biceps">    </p:cNvPr>
          <p:cNvPicPr>
            <a:picLocks noChangeAspect="1"/>
          </p:cNvPicPr>
          <p:nvPr/>
        </p:nvPicPr>
        <p:blipFill>
          <a:blip r:embed="rId5"/>
          <a:stretch>
            <a:fillRect/>
          </a:stretch>
        </p:blipFill>
        <p:spPr>
          <a:xfrm>
            <a:off x="3657600" y="4023360"/>
            <a:ext cx="777240" cy="777240"/>
          </a:xfrm>
          <a:prstGeom prst="rect">
            <a:avLst/>
          </a:prstGeom>
        </p:spPr>
      </p:pic>
      <p:sp>
        <p:nvSpPr>
          <p:cNvPr id="20" name="Text 12"/>
          <p:cNvSpPr txBox="1"/>
          <p:nvPr/>
        </p:nvSpPr>
        <p:spPr>
          <a:xfrm>
            <a:off x="3017520" y="4892040"/>
            <a:ext cx="2057400" cy="960120"/>
          </a:xfrm>
          <a:prstGeom prst="rect">
            <a:avLst/>
          </a:prstGeom>
          <a:noFill/>
          <a:ln/>
        </p:spPr>
        <p:txBody>
          <a:bodyPr wrap="square" lIns="0" tIns="0" rIns="0" bIns="0" rtlCol="0" anchor="ctr"/>
          <a:lstStyle/>
          <a:p>
            <a:pPr algn="ctr" indent="0" marL="0">
              <a:buNone/>
            </a:pPr>
            <a:r>
              <a:rPr lang="en-US" sz="1700" b="1" i="1" dirty="0">
                <a:solidFill>
                  <a:schemeClr val="accent4"/>
                </a:solidFill>
              </a:rPr>
              <a:t>Waar ben je goed in?</a:t>
            </a:r>
            <a:endParaRPr lang="en-US" sz="1700" dirty="0"/>
          </a:p>
        </p:txBody>
      </p:sp>
      <p:sp>
        <p:nvSpPr>
          <p:cNvPr id="21" name="Shape 13"/>
          <p:cNvSpPr/>
          <p:nvPr/>
        </p:nvSpPr>
        <p:spPr>
          <a:xfrm>
            <a:off x="5303520" y="3886200"/>
            <a:ext cx="2240280" cy="2103120"/>
          </a:xfrm>
          <a:prstGeom prst="roundRect">
            <a:avLst>
              <a:gd name="adj" fmla="val 5217"/>
            </a:avLst>
          </a:prstGeom>
          <a:solidFill>
            <a:srgbClr val="FFFFFF"/>
          </a:solidFill>
          <a:ln w="25400">
            <a:solidFill>
              <a:srgbClr val="B4236A"/>
            </a:solidFill>
            <a:prstDash val="solid"/>
          </a:ln>
          <a:effectLst>
            <a:outerShdw sx="100000" sy="100000" kx="0" ky="0" algn="bl" rotWithShape="0" blurRad="101600" dist="25400" dir="3600000">
              <a:srgbClr val="000000">
                <a:alpha val="16000"/>
              </a:srgbClr>
            </a:outerShdw>
          </a:effectLst>
        </p:spPr>
      </p:sp>
      <p:pic>
        <p:nvPicPr>
          <p:cNvPr id="22" name="Image 5" descr="party popper">    </p:cNvPr>
          <p:cNvPicPr>
            <a:picLocks noChangeAspect="1"/>
          </p:cNvPicPr>
          <p:nvPr/>
        </p:nvPicPr>
        <p:blipFill>
          <a:blip r:embed="rId6"/>
          <a:stretch>
            <a:fillRect/>
          </a:stretch>
        </p:blipFill>
        <p:spPr>
          <a:xfrm>
            <a:off x="6035040" y="4023360"/>
            <a:ext cx="777240" cy="777240"/>
          </a:xfrm>
          <a:prstGeom prst="rect">
            <a:avLst/>
          </a:prstGeom>
        </p:spPr>
      </p:pic>
      <p:sp>
        <p:nvSpPr>
          <p:cNvPr id="23" name="Text 14"/>
          <p:cNvSpPr txBox="1"/>
          <p:nvPr/>
        </p:nvSpPr>
        <p:spPr>
          <a:xfrm>
            <a:off x="5394960" y="4892040"/>
            <a:ext cx="2057400" cy="960120"/>
          </a:xfrm>
          <a:prstGeom prst="rect">
            <a:avLst/>
          </a:prstGeom>
          <a:noFill/>
          <a:ln/>
        </p:spPr>
        <p:txBody>
          <a:bodyPr wrap="square" lIns="0" tIns="0" rIns="0" bIns="0" rtlCol="0" anchor="ctr"/>
          <a:lstStyle/>
          <a:p>
            <a:pPr algn="ctr" indent="0" marL="0">
              <a:buNone/>
            </a:pPr>
            <a:r>
              <a:rPr lang="en-US" sz="1700" b="1" i="1" dirty="0">
                <a:solidFill>
                  <a:schemeClr val="accent4"/>
                </a:solidFill>
              </a:rPr>
              <a:t>Waar kijk je naar uit?</a:t>
            </a:r>
            <a:endParaRPr lang="en-US" sz="1700" dirty="0"/>
          </a:p>
        </p:txBody>
      </p:sp>
      <p:pic>
        <p:nvPicPr>
          <p:cNvPr id="24" name="Image 6" descr="microphone">    </p:cNvPr>
          <p:cNvPicPr>
            <a:picLocks noChangeAspect="1"/>
          </p:cNvPicPr>
          <p:nvPr/>
        </p:nvPicPr>
        <p:blipFill>
          <a:blip r:embed="rId7"/>
          <a:stretch>
            <a:fillRect/>
          </a:stretch>
        </p:blipFill>
        <p:spPr>
          <a:xfrm>
            <a:off x="7863840" y="1600200"/>
            <a:ext cx="731520" cy="731520"/>
          </a:xfrm>
          <a:prstGeom prst="rect">
            <a:avLst/>
          </a:prstGeom>
        </p:spPr>
      </p:pic>
      <p:sp>
        <p:nvSpPr>
          <p:cNvPr id="25" name="Text 15"/>
          <p:cNvSpPr txBox="1"/>
          <p:nvPr/>
        </p:nvSpPr>
        <p:spPr>
          <a:xfrm>
            <a:off x="8686800" y="1600200"/>
            <a:ext cx="2953512" cy="731520"/>
          </a:xfrm>
          <a:prstGeom prst="rect">
            <a:avLst/>
          </a:prstGeom>
          <a:noFill/>
          <a:ln/>
        </p:spPr>
        <p:txBody>
          <a:bodyPr wrap="square" lIns="0" tIns="0" rIns="0" bIns="0" rtlCol="0" anchor="ctr"/>
          <a:lstStyle/>
          <a:p>
            <a:pPr algn="l" indent="0" marL="0">
              <a:buNone/>
            </a:pPr>
            <a:r>
              <a:rPr lang="en-US" sz="2600" b="1" dirty="0">
                <a:solidFill>
                  <a:schemeClr val="accent4"/>
                </a:solidFill>
                <a:latin typeface="+mj-lt" pitchFamily="34" charset="0"/>
                <a:ea typeface="+mj-lt" pitchFamily="34" charset="-122"/>
                <a:cs typeface="+mj-lt" pitchFamily="34" charset="-120"/>
              </a:rPr>
              <a:t>Interview!</a:t>
            </a:r>
            <a:endParaRPr lang="en-US" sz="2600" dirty="0"/>
          </a:p>
        </p:txBody>
      </p:sp>
      <p:sp>
        <p:nvSpPr>
          <p:cNvPr id="26" name="Text 16"/>
          <p:cNvSpPr txBox="1"/>
          <p:nvPr/>
        </p:nvSpPr>
        <p:spPr>
          <a:xfrm>
            <a:off x="7863840" y="2514600"/>
            <a:ext cx="3776472" cy="2468880"/>
          </a:xfrm>
          <a:prstGeom prst="rect">
            <a:avLst/>
          </a:prstGeom>
          <a:noFill/>
          <a:ln/>
        </p:spPr>
        <p:txBody>
          <a:bodyPr wrap="square" lIns="0" tIns="0" rIns="0" bIns="0" rtlCol="0" anchor="t"/>
          <a:lstStyle/>
          <a:p>
            <a:pPr algn="l" indent="0" marL="0">
              <a:spcAft>
                <a:spcPts val="1000"/>
              </a:spcAft>
              <a:buNone/>
            </a:pPr>
            <a:r>
              <a:rPr lang="en-US" sz="1600" b="1" dirty="0">
                <a:solidFill>
                  <a:schemeClr val="tx1"/>
                </a:solidFill>
              </a:rPr>
              <a:t>1.</a:t>
            </a:r>
            <a:r>
              <a:rPr lang="en-US" sz="1600" dirty="0">
                <a:solidFill>
                  <a:schemeClr val="tx1"/>
                </a:solidFill>
              </a:rPr>
              <a:t> Par deux : posez 4 questions, notez les réponses.</a:t>
            </a:r>
            <a:endParaRPr lang="en-US" sz="1600" dirty="0"/>
          </a:p>
          <a:p>
            <a:pPr algn="l" indent="0" marL="0">
              <a:spcAft>
                <a:spcPts val="1000"/>
              </a:spcAft>
              <a:buNone/>
            </a:pPr>
            <a:r>
              <a:rPr lang="en-US" sz="1600" b="1" dirty="0">
                <a:solidFill>
                  <a:schemeClr val="tx1"/>
                </a:solidFill>
              </a:rPr>
              <a:t>2.</a:t>
            </a:r>
            <a:r>
              <a:rPr lang="en-US" sz="1600" dirty="0">
                <a:solidFill>
                  <a:schemeClr val="tx1"/>
                </a:solidFill>
              </a:rPr>
              <a:t> Réagissez avec </a:t>
            </a:r>
            <a:r>
              <a:rPr lang="en-US" sz="1600" i="1" dirty="0">
                <a:solidFill>
                  <a:schemeClr val="tx1"/>
                </a:solidFill>
              </a:rPr>
              <a:t>daar</a:t>
            </a:r>
            <a:r>
              <a:rPr lang="en-US" sz="1600" dirty="0">
                <a:solidFill>
                  <a:schemeClr val="tx1"/>
                </a:solidFill>
              </a:rPr>
              <a:t> : </a:t>
            </a:r>
            <a:r>
              <a:rPr lang="en-US" sz="1600" i="1" dirty="0">
                <a:solidFill>
                  <a:schemeClr val="tx1"/>
                </a:solidFill>
              </a:rPr>
              <a:t>Daar ben ik ook bang voor! · Daar heb ik geen zin in!</a:t>
            </a:r>
            <a:endParaRPr lang="en-US" sz="1600" dirty="0"/>
          </a:p>
          <a:p>
            <a:pPr algn="l" indent="0" marL="0">
              <a:spcAft>
                <a:spcPts val="1000"/>
              </a:spcAft>
              <a:buNone/>
            </a:pPr>
            <a:r>
              <a:rPr lang="en-US" sz="1600" b="1" dirty="0">
                <a:solidFill>
                  <a:schemeClr val="tx1"/>
                </a:solidFill>
              </a:rPr>
              <a:t>3.</a:t>
            </a:r>
            <a:r>
              <a:rPr lang="en-US" sz="1600" dirty="0">
                <a:solidFill>
                  <a:schemeClr val="tx1"/>
                </a:solidFill>
              </a:rPr>
              <a:t> Présentez votre partenaire à la classe.</a:t>
            </a:r>
            <a:endParaRPr lang="en-US" sz="1600" dirty="0"/>
          </a:p>
        </p:txBody>
      </p:sp>
      <p:sp>
        <p:nvSpPr>
          <p:cNvPr id="27" name="Text 17"/>
          <p:cNvSpPr txBox="1"/>
          <p:nvPr/>
        </p:nvSpPr>
        <p:spPr>
          <a:xfrm>
            <a:off x="7863840" y="5074920"/>
            <a:ext cx="3776472" cy="914400"/>
          </a:xfrm>
          <a:prstGeom prst="rect">
            <a:avLst/>
          </a:prstGeom>
          <a:noFill/>
          <a:ln/>
        </p:spPr>
        <p:txBody>
          <a:bodyPr wrap="square" lIns="0" tIns="0" rIns="0" bIns="0" rtlCol="0" anchor="t"/>
          <a:lstStyle/>
          <a:p>
            <a:pPr algn="l" indent="0" marL="0">
              <a:spcAft>
                <a:spcPts val="100"/>
              </a:spcAft>
              <a:buNone/>
            </a:pPr>
            <a:r>
              <a:rPr lang="en-US" sz="1300" i="1" dirty="0">
                <a:solidFill>
                  <a:schemeClr val="accent5"/>
                </a:solidFill>
              </a:rPr>
              <a:t>bang zijn voor</a:t>
            </a:r>
            <a:r>
              <a:rPr lang="en-US" sz="1300" i="1" dirty="0">
                <a:solidFill>
                  <a:schemeClr val="accent5"/>
                </a:solidFill>
              </a:rPr>
              <a:t> = avoir peur de</a:t>
            </a:r>
            <a:endParaRPr lang="en-US" sz="1300" dirty="0"/>
          </a:p>
          <a:p>
            <a:pPr algn="l" indent="0" marL="0">
              <a:spcAft>
                <a:spcPts val="100"/>
              </a:spcAft>
              <a:buNone/>
            </a:pPr>
            <a:r>
              <a:rPr lang="en-US" sz="1300" i="1" dirty="0">
                <a:solidFill>
                  <a:schemeClr val="accent5"/>
                </a:solidFill>
              </a:rPr>
              <a:t>trots zijn op</a:t>
            </a:r>
            <a:r>
              <a:rPr lang="en-US" sz="1300" i="1" dirty="0">
                <a:solidFill>
                  <a:schemeClr val="accent5"/>
                </a:solidFill>
              </a:rPr>
              <a:t> = être fier de</a:t>
            </a:r>
            <a:endParaRPr lang="en-US" sz="1300" dirty="0"/>
          </a:p>
          <a:p>
            <a:pPr algn="l" indent="0" marL="0">
              <a:spcAft>
                <a:spcPts val="100"/>
              </a:spcAft>
              <a:buNone/>
            </a:pPr>
            <a:r>
              <a:rPr lang="en-US" sz="1300" i="1" dirty="0">
                <a:solidFill>
                  <a:schemeClr val="accent5"/>
                </a:solidFill>
              </a:rPr>
              <a:t>uitkijken naar</a:t>
            </a:r>
            <a:r>
              <a:rPr lang="en-US" sz="1300" i="1" dirty="0">
                <a:solidFill>
                  <a:schemeClr val="accent5"/>
                </a:solidFill>
              </a:rPr>
              <a:t> = avoir hâte de</a:t>
            </a:r>
            <a:endParaRPr lang="en-US" sz="1300" dirty="0"/>
          </a:p>
        </p:txBody>
      </p:sp>
      <p:sp>
        <p:nvSpPr>
          <p:cNvPr id="25" name="Slide Number Placeholder 0"/>
          <p:cNvSpPr>
            <a:spLocks noGrp="1"/>
          </p:cNvSpPr>
          <p:nvPr>
            <p:ph type="sldNum" sz="quarter" idx="4294967295"/>
          </p:nvPr>
        </p:nvSpPr>
        <p:spPr>
          <a:xfrm>
            <a:off x="11091672"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4A5A70"/>
                </a:solidFill>
              </a:defRPr>
            </a:lvl1pPr>
          </a:lstStyle>
          <a:p>
            <a:pPr algn="r"/>
            <a:fld id="{F7021451-1387-4CA6-816F-3879F97B5CBC}" type="slidenum">
              <a:rPr b="0" lang="en-US"/>
              <a:t>25</a:t>
            </a:fld>
            <a:endParaRPr lang="en-US"/>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Text 1"/>
          <p:cNvSpPr/>
          <p:nvPr>
            <p:ph idx="101" type="title" hasCustomPrompt="1"/>
          </p:nvPr>
        </p:nvSpPr>
        <p:spPr>
          <a:xfrm>
            <a:off x="548640" y="621792"/>
            <a:ext cx="11091672" cy="713232"/>
          </a:xfrm>
          <a:prstGeom prst="rect">
            <a:avLst/>
          </a:prstGeom>
          <a:noFill/>
          <a:ln/>
        </p:spPr>
        <p:txBody>
          <a:bodyPr wrap="square" lIns="0" tIns="0" rIns="0" bIns="0" rtlCol="0" anchor="ctr"/>
          <a:lstStyle/>
          <a:p>
            <a:pPr algn="l" indent="0" marL="0">
              <a:buNone/>
            </a:pPr>
            <a:r>
              <a:rPr lang="en-US" sz="3000" b="1" dirty="0">
                <a:solidFill>
                  <a:schemeClr val="tx2"/>
                </a:solidFill>
              </a:rPr>
              <a:t>Exercice 7 — La réunion de suivi</a:t>
            </a:r>
            <a:endParaRPr lang="en-US" sz="3000" dirty="0"/>
          </a:p>
        </p:txBody>
      </p:sp>
      <p:sp>
        <p:nvSpPr>
          <p:cNvPr id="3" name="tag"/>
          <p:cNvSpPr/>
          <p:nvPr/>
        </p:nvSpPr>
        <p:spPr>
          <a:xfrm>
            <a:off x="548640" y="237744"/>
            <a:ext cx="2200046" cy="310896"/>
          </a:xfrm>
          <a:prstGeom prst="roundRect">
            <a:avLst>
              <a:gd name="adj" fmla="val 14706"/>
            </a:avLst>
          </a:prstGeom>
          <a:solidFill>
            <a:srgbClr val="6E4A9E"/>
          </a:solidFill>
          <a:ln/>
        </p:spPr>
        <p:txBody>
          <a:bodyPr wrap="square" lIns="0" tIns="0" rIns="0" bIns="0" rtlCol="0" anchor="ctr"/>
          <a:lstStyle/>
          <a:p>
            <a:pPr algn="ctr" indent="0" marL="0">
              <a:buNone/>
            </a:pPr>
            <a:r>
              <a:rPr lang="en-US" sz="1200" b="1" spc="100" kern="0" dirty="0">
                <a:solidFill>
                  <a:srgbClr val="FFFFFF"/>
                </a:solidFill>
              </a:rPr>
              <a:t>MISE EN SITUATION</a:t>
            </a:r>
            <a:endParaRPr lang="en-US" sz="1200" dirty="0"/>
          </a:p>
        </p:txBody>
      </p:sp>
      <p:sp>
        <p:nvSpPr>
          <p:cNvPr id="4" name="Text 2"/>
          <p:cNvSpPr txBox="1"/>
          <p:nvPr/>
        </p:nvSpPr>
        <p:spPr>
          <a:xfrm>
            <a:off x="10177272" y="219456"/>
            <a:ext cx="1463040" cy="347472"/>
          </a:xfrm>
          <a:prstGeom prst="rect">
            <a:avLst/>
          </a:prstGeom>
          <a:noFill/>
          <a:ln/>
        </p:spPr>
        <p:txBody>
          <a:bodyPr wrap="square" lIns="0" tIns="0" rIns="0" bIns="0" rtlCol="0" anchor="ctr"/>
          <a:lstStyle/>
          <a:p>
            <a:pPr algn="r" indent="0" marL="0">
              <a:buNone/>
            </a:pPr>
            <a:r>
              <a:rPr lang="en-US" sz="1600" b="1" dirty="0">
                <a:solidFill>
                  <a:schemeClr val="accent1"/>
                </a:solidFill>
              </a:rPr>
              <a:t>★★★</a:t>
            </a:r>
            <a:endParaRPr lang="en-US" sz="1600" dirty="0"/>
          </a:p>
        </p:txBody>
      </p:sp>
      <p:sp>
        <p:nvSpPr>
          <p:cNvPr id="6" name="Shape 3"/>
          <p:cNvSpPr/>
          <p:nvPr/>
        </p:nvSpPr>
        <p:spPr>
          <a:xfrm>
            <a:off x="548640" y="1481328"/>
            <a:ext cx="7251192" cy="755904"/>
          </a:xfrm>
          <a:prstGeom prst="roundRect">
            <a:avLst>
              <a:gd name="adj" fmla="val 9677"/>
            </a:avLst>
          </a:prstGeom>
          <a:solidFill>
            <a:srgbClr val="6E4A9E">
              <a:alpha val="10000"/>
            </a:srgbClr>
          </a:solidFill>
          <a:ln w="12700">
            <a:solidFill>
              <a:srgbClr val="6E4A9E"/>
            </a:solidFill>
            <a:prstDash val="solid"/>
          </a:ln>
        </p:spPr>
      </p:sp>
      <p:sp>
        <p:nvSpPr>
          <p:cNvPr id="7" name="Text 4"/>
          <p:cNvSpPr txBox="1"/>
          <p:nvPr/>
        </p:nvSpPr>
        <p:spPr>
          <a:xfrm>
            <a:off x="777240" y="1481328"/>
            <a:ext cx="6793992" cy="755904"/>
          </a:xfrm>
          <a:prstGeom prst="rect">
            <a:avLst/>
          </a:prstGeom>
          <a:noFill/>
          <a:ln/>
        </p:spPr>
        <p:txBody>
          <a:bodyPr wrap="square" lIns="0" tIns="0" rIns="0" bIns="0" rtlCol="0" anchor="ctr"/>
          <a:lstStyle/>
          <a:p>
            <a:pPr algn="l" indent="0" marL="0">
              <a:buNone/>
            </a:pPr>
            <a:r>
              <a:rPr lang="en-US" sz="1700" dirty="0">
                <a:solidFill>
                  <a:schemeClr val="tx1"/>
                </a:solidFill>
              </a:rPr>
              <a:t>Lundi matin, An fait le point avec chaque membre de l’équipe. Chacun déplace ses tâches sur le tableau.</a:t>
            </a:r>
            <a:endParaRPr lang="en-US" sz="1700" dirty="0"/>
          </a:p>
        </p:txBody>
      </p:sp>
      <p:sp>
        <p:nvSpPr>
          <p:cNvPr id="8" name="Shape 5"/>
          <p:cNvSpPr/>
          <p:nvPr/>
        </p:nvSpPr>
        <p:spPr>
          <a:xfrm>
            <a:off x="548640" y="2420112"/>
            <a:ext cx="3488436" cy="2087880"/>
          </a:xfrm>
          <a:prstGeom prst="roundRect">
            <a:avLst>
              <a:gd name="adj" fmla="val 3504"/>
            </a:avLst>
          </a:prstGeom>
          <a:solidFill>
            <a:schemeClr val="bg1"/>
          </a:solidFill>
          <a:ln w="19050">
            <a:solidFill>
              <a:srgbClr val="2A6FB0"/>
            </a:solidFill>
            <a:prstDash val="solid"/>
          </a:ln>
          <a:effectLst>
            <a:outerShdw sx="100000" sy="100000" kx="0" ky="0" algn="bl" rotWithShape="0" blurRad="101600" dist="25400" dir="3600000">
              <a:srgbClr val="000000">
                <a:alpha val="16000"/>
              </a:srgbClr>
            </a:outerShdw>
          </a:effectLst>
        </p:spPr>
      </p:sp>
      <p:sp>
        <p:nvSpPr>
          <p:cNvPr id="9" name="Shape 6"/>
          <p:cNvSpPr/>
          <p:nvPr/>
        </p:nvSpPr>
        <p:spPr>
          <a:xfrm>
            <a:off x="713232" y="2557272"/>
            <a:ext cx="457200" cy="457200"/>
          </a:xfrm>
          <a:prstGeom prst="ellipse">
            <a:avLst/>
          </a:prstGeom>
          <a:solidFill>
            <a:schemeClr val="accent2"/>
          </a:solidFill>
          <a:ln w="12700">
            <a:solidFill>
              <a:srgbClr val="FFFFFF">
                <a:alpha val="0"/>
              </a:srgbClr>
            </a:solidFill>
            <a:prstDash val="solid"/>
          </a:ln>
        </p:spPr>
      </p:sp>
      <p:sp>
        <p:nvSpPr>
          <p:cNvPr id="10" name="Text 7"/>
          <p:cNvSpPr txBox="1"/>
          <p:nvPr/>
        </p:nvSpPr>
        <p:spPr>
          <a:xfrm>
            <a:off x="713232" y="2557272"/>
            <a:ext cx="457200" cy="457200"/>
          </a:xfrm>
          <a:prstGeom prst="rect">
            <a:avLst/>
          </a:prstGeom>
          <a:noFill/>
          <a:ln/>
        </p:spPr>
        <p:txBody>
          <a:bodyPr wrap="square" lIns="0" tIns="0" rIns="0" bIns="0" rtlCol="0" anchor="ctr"/>
          <a:lstStyle/>
          <a:p>
            <a:pPr algn="ctr" indent="0" marL="0">
              <a:buNone/>
            </a:pPr>
            <a:r>
              <a:rPr lang="en-US" sz="1800" b="1" dirty="0">
                <a:solidFill>
                  <a:schemeClr val="bg1"/>
                </a:solidFill>
              </a:rPr>
              <a:t>A</a:t>
            </a:r>
            <a:endParaRPr lang="en-US" sz="1800" dirty="0"/>
          </a:p>
        </p:txBody>
      </p:sp>
      <p:sp>
        <p:nvSpPr>
          <p:cNvPr id="11" name="Text 8"/>
          <p:cNvSpPr txBox="1"/>
          <p:nvPr/>
        </p:nvSpPr>
        <p:spPr>
          <a:xfrm>
            <a:off x="1325880" y="2511552"/>
            <a:ext cx="2574036" cy="1905000"/>
          </a:xfrm>
          <a:prstGeom prst="rect">
            <a:avLst/>
          </a:prstGeom>
          <a:noFill/>
          <a:ln/>
        </p:spPr>
        <p:txBody>
          <a:bodyPr wrap="square" lIns="0" tIns="0" rIns="0" bIns="0" rtlCol="0" anchor="ctr"/>
          <a:lstStyle/>
          <a:p>
            <a:pPr algn="l" indent="0" marL="0">
              <a:buNone/>
            </a:pPr>
            <a:r>
              <a:rPr lang="en-US" sz="1700" b="1" dirty="0">
                <a:solidFill>
                  <a:schemeClr val="tx1"/>
                </a:solidFill>
              </a:rPr>
              <a:t>An</a:t>
            </a:r>
            <a:r>
              <a:rPr lang="en-US" sz="1700" dirty="0">
                <a:solidFill>
                  <a:schemeClr val="tx1"/>
                </a:solidFill>
              </a:rPr>
              <a:t> (la cheffe) : demandez où en est chaque tâche : </a:t>
            </a:r>
            <a:r>
              <a:rPr lang="en-US" sz="1700" i="1" dirty="0">
                <a:solidFill>
                  <a:schemeClr val="tx1"/>
                </a:solidFill>
              </a:rPr>
              <a:t>Waar ben je mee bezig? Heb je aan… gedacht?</a:t>
            </a:r>
            <a:endParaRPr lang="en-US" sz="1700" dirty="0"/>
          </a:p>
        </p:txBody>
      </p:sp>
      <p:sp>
        <p:nvSpPr>
          <p:cNvPr id="12" name="Shape 9"/>
          <p:cNvSpPr/>
          <p:nvPr/>
        </p:nvSpPr>
        <p:spPr>
          <a:xfrm>
            <a:off x="4311396" y="2420112"/>
            <a:ext cx="3488436" cy="2087880"/>
          </a:xfrm>
          <a:prstGeom prst="roundRect">
            <a:avLst>
              <a:gd name="adj" fmla="val 3504"/>
            </a:avLst>
          </a:prstGeom>
          <a:solidFill>
            <a:schemeClr val="bg1"/>
          </a:solidFill>
          <a:ln w="19050">
            <a:solidFill>
              <a:srgbClr val="6E4A9E"/>
            </a:solidFill>
            <a:prstDash val="solid"/>
          </a:ln>
          <a:effectLst>
            <a:outerShdw sx="100000" sy="100000" kx="0" ky="0" algn="bl" rotWithShape="0" blurRad="101600" dist="25400" dir="3600000">
              <a:srgbClr val="000000">
                <a:alpha val="16000"/>
              </a:srgbClr>
            </a:outerShdw>
          </a:effectLst>
        </p:spPr>
      </p:sp>
      <p:sp>
        <p:nvSpPr>
          <p:cNvPr id="13" name="Shape 10"/>
          <p:cNvSpPr/>
          <p:nvPr/>
        </p:nvSpPr>
        <p:spPr>
          <a:xfrm>
            <a:off x="4475988" y="2557272"/>
            <a:ext cx="457200" cy="457200"/>
          </a:xfrm>
          <a:prstGeom prst="ellipse">
            <a:avLst/>
          </a:prstGeom>
          <a:solidFill>
            <a:srgbClr val="6E4A9E"/>
          </a:solidFill>
          <a:ln w="12700">
            <a:solidFill>
              <a:srgbClr val="FFFFFF">
                <a:alpha val="0"/>
              </a:srgbClr>
            </a:solidFill>
            <a:prstDash val="solid"/>
          </a:ln>
        </p:spPr>
      </p:sp>
      <p:sp>
        <p:nvSpPr>
          <p:cNvPr id="14" name="Text 11"/>
          <p:cNvSpPr txBox="1"/>
          <p:nvPr/>
        </p:nvSpPr>
        <p:spPr>
          <a:xfrm>
            <a:off x="4475988" y="2557272"/>
            <a:ext cx="457200" cy="457200"/>
          </a:xfrm>
          <a:prstGeom prst="rect">
            <a:avLst/>
          </a:prstGeom>
          <a:noFill/>
          <a:ln/>
        </p:spPr>
        <p:txBody>
          <a:bodyPr wrap="square" lIns="0" tIns="0" rIns="0" bIns="0" rtlCol="0" anchor="ctr"/>
          <a:lstStyle/>
          <a:p>
            <a:pPr algn="ctr" indent="0" marL="0">
              <a:buNone/>
            </a:pPr>
            <a:r>
              <a:rPr lang="en-US" sz="1800" b="1" dirty="0">
                <a:solidFill>
                  <a:schemeClr val="bg1"/>
                </a:solidFill>
              </a:rPr>
              <a:t>B</a:t>
            </a:r>
            <a:endParaRPr lang="en-US" sz="1800" dirty="0"/>
          </a:p>
        </p:txBody>
      </p:sp>
      <p:sp>
        <p:nvSpPr>
          <p:cNvPr id="15" name="Text 12"/>
          <p:cNvSpPr txBox="1"/>
          <p:nvPr/>
        </p:nvSpPr>
        <p:spPr>
          <a:xfrm>
            <a:off x="5088636" y="2511552"/>
            <a:ext cx="2574036" cy="1905000"/>
          </a:xfrm>
          <a:prstGeom prst="rect">
            <a:avLst/>
          </a:prstGeom>
          <a:noFill/>
          <a:ln/>
        </p:spPr>
        <p:txBody>
          <a:bodyPr wrap="square" lIns="0" tIns="0" rIns="0" bIns="0" rtlCol="0" anchor="ctr"/>
          <a:lstStyle/>
          <a:p>
            <a:pPr algn="l" indent="0" marL="0">
              <a:buNone/>
            </a:pPr>
            <a:r>
              <a:rPr lang="en-US" sz="1700" b="1" dirty="0">
                <a:solidFill>
                  <a:schemeClr val="tx1"/>
                </a:solidFill>
              </a:rPr>
              <a:t>Un membre de l’équipe</a:t>
            </a:r>
            <a:r>
              <a:rPr lang="en-US" sz="1700" dirty="0">
                <a:solidFill>
                  <a:schemeClr val="tx1"/>
                </a:solidFill>
              </a:rPr>
              <a:t> : répondez avec au moins deux </a:t>
            </a:r>
            <a:r>
              <a:rPr lang="en-US" sz="1700" i="1" dirty="0">
                <a:solidFill>
                  <a:schemeClr val="tx1"/>
                </a:solidFill>
              </a:rPr>
              <a:t>er</a:t>
            </a:r>
            <a:r>
              <a:rPr lang="en-US" sz="1700" dirty="0">
                <a:solidFill>
                  <a:schemeClr val="tx1"/>
                </a:solidFill>
              </a:rPr>
              <a:t> + préposition : </a:t>
            </a:r>
            <a:r>
              <a:rPr lang="en-US" sz="1700" i="1" dirty="0">
                <a:solidFill>
                  <a:schemeClr val="tx1"/>
                </a:solidFill>
              </a:rPr>
              <a:t>Ik ben ermee bezig.</a:t>
            </a:r>
            <a:endParaRPr lang="en-US" sz="1700" dirty="0"/>
          </a:p>
        </p:txBody>
      </p:sp>
      <p:sp>
        <p:nvSpPr>
          <p:cNvPr id="16" name="Shape 13"/>
          <p:cNvSpPr/>
          <p:nvPr/>
        </p:nvSpPr>
        <p:spPr>
          <a:xfrm>
            <a:off x="548640" y="4690872"/>
            <a:ext cx="7251192" cy="1600200"/>
          </a:xfrm>
          <a:prstGeom prst="roundRect">
            <a:avLst>
              <a:gd name="adj" fmla="val 4571"/>
            </a:avLst>
          </a:prstGeom>
          <a:solidFill>
            <a:schemeClr val="bg2"/>
          </a:solidFill>
          <a:ln w="12700">
            <a:solidFill>
              <a:srgbClr val="D5DCE6"/>
            </a:solidFill>
            <a:prstDash val="solid"/>
          </a:ln>
        </p:spPr>
      </p:sp>
      <p:sp>
        <p:nvSpPr>
          <p:cNvPr id="17" name="Text 14"/>
          <p:cNvSpPr txBox="1"/>
          <p:nvPr/>
        </p:nvSpPr>
        <p:spPr>
          <a:xfrm>
            <a:off x="731520" y="4764024"/>
            <a:ext cx="3657600" cy="274320"/>
          </a:xfrm>
          <a:prstGeom prst="rect">
            <a:avLst/>
          </a:prstGeom>
          <a:noFill/>
          <a:ln/>
        </p:spPr>
        <p:txBody>
          <a:bodyPr wrap="square" lIns="0" tIns="0" rIns="0" bIns="0" rtlCol="0" anchor="t"/>
          <a:lstStyle/>
          <a:p>
            <a:pPr algn="l" indent="0" marL="0">
              <a:buNone/>
            </a:pPr>
            <a:r>
              <a:rPr lang="en-US" sz="1200" b="1" spc="200" kern="0" dirty="0">
                <a:solidFill>
                  <a:schemeClr val="accent5"/>
                </a:solidFill>
              </a:rPr>
              <a:t>BANQUE DE PHRASES</a:t>
            </a:r>
            <a:endParaRPr lang="en-US" sz="1200" dirty="0"/>
          </a:p>
        </p:txBody>
      </p:sp>
      <p:sp>
        <p:nvSpPr>
          <p:cNvPr id="18" name="Text 15"/>
          <p:cNvSpPr txBox="1"/>
          <p:nvPr/>
        </p:nvSpPr>
        <p:spPr>
          <a:xfrm>
            <a:off x="731520" y="5056632"/>
            <a:ext cx="6885432" cy="1161288"/>
          </a:xfrm>
          <a:prstGeom prst="rect">
            <a:avLst/>
          </a:prstGeom>
          <a:noFill/>
          <a:ln/>
        </p:spPr>
        <p:txBody>
          <a:bodyPr wrap="square" lIns="0" tIns="0" rIns="0" bIns="0" rtlCol="0" anchor="t"/>
          <a:lstStyle/>
          <a:p>
            <a:pPr algn="l" indent="0" marL="0">
              <a:buNone/>
            </a:pPr>
            <a:r>
              <a:rPr lang="en-US" sz="1600" i="1" dirty="0">
                <a:solidFill>
                  <a:schemeClr val="tx1"/>
                </a:solidFill>
              </a:rPr>
              <a:t>Waar ben je mee bezig? · Ik ben bezig met de facturen. · Heb je aan de offerte gedacht? — Ja, ik heb eraan gedacht. · Waar wacht je nog op? — Op het antwoord van de klant. · Daar zorg ik voor. · Kun je erop letten?</a:t>
            </a:r>
            <a:endParaRPr lang="en-US" sz="1600" dirty="0"/>
          </a:p>
        </p:txBody>
      </p:sp>
      <p:sp>
        <p:nvSpPr>
          <p:cNvPr id="19" name="Shape 16"/>
          <p:cNvSpPr/>
          <p:nvPr/>
        </p:nvSpPr>
        <p:spPr>
          <a:xfrm>
            <a:off x="8074152" y="1481328"/>
            <a:ext cx="3566160" cy="4809744"/>
          </a:xfrm>
          <a:prstGeom prst="roundRect">
            <a:avLst>
              <a:gd name="adj" fmla="val 1026"/>
            </a:avLst>
          </a:prstGeom>
          <a:solidFill>
            <a:srgbClr val="FFFFFF"/>
          </a:solidFill>
          <a:ln w="12700">
            <a:solidFill>
              <a:srgbClr val="4A5A70"/>
            </a:solidFill>
            <a:prstDash val="solid"/>
          </a:ln>
          <a:effectLst>
            <a:outerShdw sx="100000" sy="100000" kx="0" ky="0" algn="bl" rotWithShape="0" blurRad="101600" dist="25400" dir="3600000">
              <a:srgbClr val="000000">
                <a:alpha val="16000"/>
              </a:srgbClr>
            </a:outerShdw>
          </a:effectLst>
        </p:spPr>
      </p:sp>
      <p:sp>
        <p:nvSpPr>
          <p:cNvPr id="20" name="Shape 17"/>
          <p:cNvSpPr/>
          <p:nvPr/>
        </p:nvSpPr>
        <p:spPr>
          <a:xfrm>
            <a:off x="8074152" y="1481328"/>
            <a:ext cx="3566160" cy="502920"/>
          </a:xfrm>
          <a:prstGeom prst="roundRect">
            <a:avLst>
              <a:gd name="adj" fmla="val 7273"/>
            </a:avLst>
          </a:prstGeom>
          <a:solidFill>
            <a:schemeClr val="tx2"/>
          </a:solidFill>
          <a:ln w="12700">
            <a:solidFill>
              <a:srgbClr val="FFFFFF">
                <a:alpha val="0"/>
              </a:srgbClr>
            </a:solidFill>
            <a:prstDash val="solid"/>
          </a:ln>
        </p:spPr>
      </p:sp>
      <p:sp>
        <p:nvSpPr>
          <p:cNvPr id="21" name="Text 18"/>
          <p:cNvSpPr txBox="1"/>
          <p:nvPr/>
        </p:nvSpPr>
        <p:spPr>
          <a:xfrm>
            <a:off x="8211312" y="1481328"/>
            <a:ext cx="3291840" cy="502920"/>
          </a:xfrm>
          <a:prstGeom prst="rect">
            <a:avLst/>
          </a:prstGeom>
          <a:noFill/>
          <a:ln/>
        </p:spPr>
        <p:txBody>
          <a:bodyPr wrap="square" lIns="0" tIns="0" rIns="0" bIns="0" rtlCol="0" anchor="ctr"/>
          <a:lstStyle/>
          <a:p>
            <a:pPr algn="l" indent="0" marL="0">
              <a:buNone/>
            </a:pPr>
            <a:r>
              <a:rPr lang="en-US" sz="1200" b="1" spc="100" kern="0" dirty="0">
                <a:solidFill>
                  <a:schemeClr val="bg1"/>
                </a:solidFill>
              </a:rPr>
              <a:t>TAKENBORD · WEEK 12</a:t>
            </a:r>
            <a:endParaRPr lang="en-US" sz="1200" dirty="0"/>
          </a:p>
        </p:txBody>
      </p:sp>
      <p:sp>
        <p:nvSpPr>
          <p:cNvPr id="22" name="Shape 19"/>
          <p:cNvSpPr/>
          <p:nvPr/>
        </p:nvSpPr>
        <p:spPr>
          <a:xfrm>
            <a:off x="8165592" y="2121408"/>
            <a:ext cx="1066800" cy="4032504"/>
          </a:xfrm>
          <a:prstGeom prst="roundRect">
            <a:avLst>
              <a:gd name="adj" fmla="val 5143"/>
            </a:avLst>
          </a:prstGeom>
          <a:solidFill>
            <a:schemeClr val="bg2"/>
          </a:solidFill>
          <a:ln w="12700">
            <a:solidFill>
              <a:srgbClr val="FFFFFF">
                <a:alpha val="0"/>
              </a:srgbClr>
            </a:solidFill>
            <a:prstDash val="solid"/>
          </a:ln>
        </p:spPr>
      </p:sp>
      <p:sp>
        <p:nvSpPr>
          <p:cNvPr id="23" name="Text 20"/>
          <p:cNvSpPr txBox="1"/>
          <p:nvPr/>
        </p:nvSpPr>
        <p:spPr>
          <a:xfrm>
            <a:off x="8165592" y="2167128"/>
            <a:ext cx="1066800" cy="320040"/>
          </a:xfrm>
          <a:prstGeom prst="rect">
            <a:avLst/>
          </a:prstGeom>
          <a:noFill/>
          <a:ln/>
        </p:spPr>
        <p:txBody>
          <a:bodyPr wrap="square" lIns="0" tIns="0" rIns="0" bIns="0" rtlCol="0" anchor="ctr"/>
          <a:lstStyle/>
          <a:p>
            <a:pPr algn="ctr" indent="0" marL="0">
              <a:buNone/>
            </a:pPr>
            <a:r>
              <a:rPr lang="en-US" sz="1000" b="1" spc="100" kern="0" dirty="0">
                <a:solidFill>
                  <a:schemeClr val="accent5"/>
                </a:solidFill>
              </a:rPr>
              <a:t>TE DOEN</a:t>
            </a:r>
            <a:endParaRPr lang="en-US" sz="1000" dirty="0"/>
          </a:p>
        </p:txBody>
      </p:sp>
      <p:sp>
        <p:nvSpPr>
          <p:cNvPr id="24" name="Shape 21"/>
          <p:cNvSpPr/>
          <p:nvPr/>
        </p:nvSpPr>
        <p:spPr>
          <a:xfrm rot="-120000">
            <a:off x="8238744" y="2624328"/>
            <a:ext cx="920496" cy="868680"/>
          </a:xfrm>
          <a:prstGeom prst="roundRect">
            <a:avLst>
              <a:gd name="adj" fmla="val 8421"/>
            </a:avLst>
          </a:prstGeom>
          <a:solidFill>
            <a:srgbClr val="FFF4C2"/>
          </a:solidFill>
          <a:ln w="12700">
            <a:solidFill>
              <a:srgbClr val="FFFFFF">
                <a:alpha val="0"/>
              </a:srgbClr>
            </a:solidFill>
            <a:prstDash val="solid"/>
          </a:ln>
          <a:effectLst>
            <a:outerShdw sx="100000" sy="100000" kx="0" ky="0" algn="bl" rotWithShape="0" blurRad="101600" dist="25400" dir="3600000">
              <a:srgbClr val="000000">
                <a:alpha val="16000"/>
              </a:srgbClr>
            </a:outerShdw>
          </a:effectLst>
        </p:spPr>
      </p:sp>
      <p:sp>
        <p:nvSpPr>
          <p:cNvPr id="25" name="Text 22"/>
          <p:cNvSpPr txBox="1"/>
          <p:nvPr/>
        </p:nvSpPr>
        <p:spPr>
          <a:xfrm>
            <a:off x="8257032" y="2624328"/>
            <a:ext cx="883920" cy="868680"/>
          </a:xfrm>
          <a:prstGeom prst="rect">
            <a:avLst/>
          </a:prstGeom>
          <a:noFill/>
          <a:ln/>
        </p:spPr>
        <p:txBody>
          <a:bodyPr wrap="square" lIns="0" tIns="0" rIns="0" bIns="0" rtlCol="0" anchor="ctr"/>
          <a:lstStyle/>
          <a:p>
            <a:pPr algn="ctr" indent="0" marL="0">
              <a:buNone/>
            </a:pPr>
            <a:r>
              <a:rPr lang="en-US" sz="1100" i="1" dirty="0">
                <a:solidFill>
                  <a:schemeClr val="tx1"/>
                </a:solidFill>
              </a:rPr>
              <a:t>de offerte</a:t>
            </a:r>
            <a:endParaRPr lang="en-US" sz="1100" dirty="0"/>
          </a:p>
        </p:txBody>
      </p:sp>
      <p:sp>
        <p:nvSpPr>
          <p:cNvPr id="26" name="Shape 23"/>
          <p:cNvSpPr/>
          <p:nvPr/>
        </p:nvSpPr>
        <p:spPr>
          <a:xfrm rot="120000">
            <a:off x="8238744" y="3675888"/>
            <a:ext cx="920496" cy="868680"/>
          </a:xfrm>
          <a:prstGeom prst="roundRect">
            <a:avLst>
              <a:gd name="adj" fmla="val 8421"/>
            </a:avLst>
          </a:prstGeom>
          <a:solidFill>
            <a:srgbClr val="FDE2EC"/>
          </a:solidFill>
          <a:ln w="12700">
            <a:solidFill>
              <a:srgbClr val="FFFFFF">
                <a:alpha val="0"/>
              </a:srgbClr>
            </a:solidFill>
            <a:prstDash val="solid"/>
          </a:ln>
          <a:effectLst>
            <a:outerShdw sx="100000" sy="100000" kx="0" ky="0" algn="bl" rotWithShape="0" blurRad="101600" dist="25400" dir="3600000">
              <a:srgbClr val="000000">
                <a:alpha val="16000"/>
              </a:srgbClr>
            </a:outerShdw>
          </a:effectLst>
        </p:spPr>
      </p:sp>
      <p:sp>
        <p:nvSpPr>
          <p:cNvPr id="27" name="Text 24"/>
          <p:cNvSpPr txBox="1"/>
          <p:nvPr/>
        </p:nvSpPr>
        <p:spPr>
          <a:xfrm>
            <a:off x="8257032" y="3675888"/>
            <a:ext cx="883920" cy="868680"/>
          </a:xfrm>
          <a:prstGeom prst="rect">
            <a:avLst/>
          </a:prstGeom>
          <a:noFill/>
          <a:ln/>
        </p:spPr>
        <p:txBody>
          <a:bodyPr wrap="square" lIns="0" tIns="0" rIns="0" bIns="0" rtlCol="0" anchor="ctr"/>
          <a:lstStyle/>
          <a:p>
            <a:pPr algn="ctr" indent="0" marL="0">
              <a:buNone/>
            </a:pPr>
            <a:r>
              <a:rPr lang="en-US" sz="1100" i="1" dirty="0">
                <a:solidFill>
                  <a:schemeClr val="tx1"/>
                </a:solidFill>
              </a:rPr>
              <a:t>de lunch van vrijdag</a:t>
            </a:r>
            <a:endParaRPr lang="en-US" sz="1100" dirty="0"/>
          </a:p>
        </p:txBody>
      </p:sp>
      <p:sp>
        <p:nvSpPr>
          <p:cNvPr id="28" name="Shape 25"/>
          <p:cNvSpPr/>
          <p:nvPr/>
        </p:nvSpPr>
        <p:spPr>
          <a:xfrm>
            <a:off x="9323832" y="2121408"/>
            <a:ext cx="1066800" cy="4032504"/>
          </a:xfrm>
          <a:prstGeom prst="roundRect">
            <a:avLst>
              <a:gd name="adj" fmla="val 5143"/>
            </a:avLst>
          </a:prstGeom>
          <a:solidFill>
            <a:schemeClr val="bg2"/>
          </a:solidFill>
          <a:ln w="12700">
            <a:solidFill>
              <a:srgbClr val="FFFFFF">
                <a:alpha val="0"/>
              </a:srgbClr>
            </a:solidFill>
            <a:prstDash val="solid"/>
          </a:ln>
        </p:spPr>
      </p:sp>
      <p:sp>
        <p:nvSpPr>
          <p:cNvPr id="29" name="Text 26"/>
          <p:cNvSpPr txBox="1"/>
          <p:nvPr/>
        </p:nvSpPr>
        <p:spPr>
          <a:xfrm>
            <a:off x="9323832" y="2167128"/>
            <a:ext cx="1066800" cy="320040"/>
          </a:xfrm>
          <a:prstGeom prst="rect">
            <a:avLst/>
          </a:prstGeom>
          <a:noFill/>
          <a:ln/>
        </p:spPr>
        <p:txBody>
          <a:bodyPr wrap="square" lIns="0" tIns="0" rIns="0" bIns="0" rtlCol="0" anchor="ctr"/>
          <a:lstStyle/>
          <a:p>
            <a:pPr algn="ctr" indent="0" marL="0">
              <a:buNone/>
            </a:pPr>
            <a:r>
              <a:rPr lang="en-US" sz="1000" b="1" spc="100" kern="0" dirty="0">
                <a:solidFill>
                  <a:schemeClr val="accent1"/>
                </a:solidFill>
              </a:rPr>
              <a:t>BEZIG</a:t>
            </a:r>
            <a:endParaRPr lang="en-US" sz="1000" dirty="0"/>
          </a:p>
        </p:txBody>
      </p:sp>
      <p:sp>
        <p:nvSpPr>
          <p:cNvPr id="30" name="Shape 27"/>
          <p:cNvSpPr/>
          <p:nvPr/>
        </p:nvSpPr>
        <p:spPr>
          <a:xfrm rot="-120000">
            <a:off x="9396984" y="2624328"/>
            <a:ext cx="920496" cy="868680"/>
          </a:xfrm>
          <a:prstGeom prst="roundRect">
            <a:avLst>
              <a:gd name="adj" fmla="val 8421"/>
            </a:avLst>
          </a:prstGeom>
          <a:solidFill>
            <a:srgbClr val="FDE2EC"/>
          </a:solidFill>
          <a:ln w="12700">
            <a:solidFill>
              <a:srgbClr val="FFFFFF">
                <a:alpha val="0"/>
              </a:srgbClr>
            </a:solidFill>
            <a:prstDash val="solid"/>
          </a:ln>
          <a:effectLst>
            <a:outerShdw sx="100000" sy="100000" kx="0" ky="0" algn="bl" rotWithShape="0" blurRad="101600" dist="25400" dir="3600000">
              <a:srgbClr val="000000">
                <a:alpha val="16000"/>
              </a:srgbClr>
            </a:outerShdw>
          </a:effectLst>
        </p:spPr>
      </p:sp>
      <p:sp>
        <p:nvSpPr>
          <p:cNvPr id="31" name="Text 28"/>
          <p:cNvSpPr txBox="1"/>
          <p:nvPr/>
        </p:nvSpPr>
        <p:spPr>
          <a:xfrm>
            <a:off x="9415272" y="2624328"/>
            <a:ext cx="883920" cy="868680"/>
          </a:xfrm>
          <a:prstGeom prst="rect">
            <a:avLst/>
          </a:prstGeom>
          <a:noFill/>
          <a:ln/>
        </p:spPr>
        <p:txBody>
          <a:bodyPr wrap="square" lIns="0" tIns="0" rIns="0" bIns="0" rtlCol="0" anchor="ctr"/>
          <a:lstStyle/>
          <a:p>
            <a:pPr algn="ctr" indent="0" marL="0">
              <a:buNone/>
            </a:pPr>
            <a:r>
              <a:rPr lang="en-US" sz="1100" i="1" dirty="0">
                <a:solidFill>
                  <a:schemeClr val="tx1"/>
                </a:solidFill>
              </a:rPr>
              <a:t>de facturen</a:t>
            </a:r>
            <a:endParaRPr lang="en-US" sz="1100" dirty="0"/>
          </a:p>
        </p:txBody>
      </p:sp>
      <p:sp>
        <p:nvSpPr>
          <p:cNvPr id="32" name="Shape 29"/>
          <p:cNvSpPr/>
          <p:nvPr/>
        </p:nvSpPr>
        <p:spPr>
          <a:xfrm rot="120000">
            <a:off x="9396984" y="3675888"/>
            <a:ext cx="920496" cy="868680"/>
          </a:xfrm>
          <a:prstGeom prst="roundRect">
            <a:avLst>
              <a:gd name="adj" fmla="val 8421"/>
            </a:avLst>
          </a:prstGeom>
          <a:solidFill>
            <a:srgbClr val="DDF0E3"/>
          </a:solidFill>
          <a:ln w="12700">
            <a:solidFill>
              <a:srgbClr val="FFFFFF">
                <a:alpha val="0"/>
              </a:srgbClr>
            </a:solidFill>
            <a:prstDash val="solid"/>
          </a:ln>
          <a:effectLst>
            <a:outerShdw sx="100000" sy="100000" kx="0" ky="0" algn="bl" rotWithShape="0" blurRad="101600" dist="25400" dir="3600000">
              <a:srgbClr val="000000">
                <a:alpha val="16000"/>
              </a:srgbClr>
            </a:outerShdw>
          </a:effectLst>
        </p:spPr>
      </p:sp>
      <p:sp>
        <p:nvSpPr>
          <p:cNvPr id="33" name="Text 30"/>
          <p:cNvSpPr txBox="1"/>
          <p:nvPr/>
        </p:nvSpPr>
        <p:spPr>
          <a:xfrm>
            <a:off x="9415272" y="3675888"/>
            <a:ext cx="883920" cy="868680"/>
          </a:xfrm>
          <a:prstGeom prst="rect">
            <a:avLst/>
          </a:prstGeom>
          <a:noFill/>
          <a:ln/>
        </p:spPr>
        <p:txBody>
          <a:bodyPr wrap="square" lIns="0" tIns="0" rIns="0" bIns="0" rtlCol="0" anchor="ctr"/>
          <a:lstStyle/>
          <a:p>
            <a:pPr algn="ctr" indent="0" marL="0">
              <a:buNone/>
            </a:pPr>
            <a:r>
              <a:rPr lang="en-US" sz="1100" i="1" dirty="0">
                <a:solidFill>
                  <a:schemeClr val="tx1"/>
                </a:solidFill>
              </a:rPr>
              <a:t>het rapport</a:t>
            </a:r>
            <a:endParaRPr lang="en-US" sz="1100" dirty="0"/>
          </a:p>
        </p:txBody>
      </p:sp>
      <p:sp>
        <p:nvSpPr>
          <p:cNvPr id="34" name="Shape 31"/>
          <p:cNvSpPr/>
          <p:nvPr/>
        </p:nvSpPr>
        <p:spPr>
          <a:xfrm>
            <a:off x="10482072" y="2121408"/>
            <a:ext cx="1066800" cy="4032504"/>
          </a:xfrm>
          <a:prstGeom prst="roundRect">
            <a:avLst>
              <a:gd name="adj" fmla="val 5143"/>
            </a:avLst>
          </a:prstGeom>
          <a:solidFill>
            <a:schemeClr val="bg2"/>
          </a:solidFill>
          <a:ln w="12700">
            <a:solidFill>
              <a:srgbClr val="FFFFFF">
                <a:alpha val="0"/>
              </a:srgbClr>
            </a:solidFill>
            <a:prstDash val="solid"/>
          </a:ln>
        </p:spPr>
      </p:sp>
      <p:sp>
        <p:nvSpPr>
          <p:cNvPr id="35" name="Text 32"/>
          <p:cNvSpPr txBox="1"/>
          <p:nvPr/>
        </p:nvSpPr>
        <p:spPr>
          <a:xfrm>
            <a:off x="10482072" y="2167128"/>
            <a:ext cx="1066800" cy="320040"/>
          </a:xfrm>
          <a:prstGeom prst="rect">
            <a:avLst/>
          </a:prstGeom>
          <a:noFill/>
          <a:ln/>
        </p:spPr>
        <p:txBody>
          <a:bodyPr wrap="square" lIns="0" tIns="0" rIns="0" bIns="0" rtlCol="0" anchor="ctr"/>
          <a:lstStyle/>
          <a:p>
            <a:pPr algn="ctr" indent="0" marL="0">
              <a:buNone/>
            </a:pPr>
            <a:r>
              <a:rPr lang="en-US" sz="1000" b="1" spc="100" kern="0" dirty="0">
                <a:solidFill>
                  <a:schemeClr val="accent3"/>
                </a:solidFill>
              </a:rPr>
              <a:t>KLAAR</a:t>
            </a:r>
            <a:endParaRPr lang="en-US" sz="1000" dirty="0"/>
          </a:p>
        </p:txBody>
      </p:sp>
      <p:sp>
        <p:nvSpPr>
          <p:cNvPr id="36" name="Shape 33"/>
          <p:cNvSpPr/>
          <p:nvPr/>
        </p:nvSpPr>
        <p:spPr>
          <a:xfrm rot="-120000">
            <a:off x="10555224" y="2624328"/>
            <a:ext cx="920496" cy="868680"/>
          </a:xfrm>
          <a:prstGeom prst="roundRect">
            <a:avLst>
              <a:gd name="adj" fmla="val 8421"/>
            </a:avLst>
          </a:prstGeom>
          <a:solidFill>
            <a:srgbClr val="DDF0E3"/>
          </a:solidFill>
          <a:ln w="12700">
            <a:solidFill>
              <a:srgbClr val="FFFFFF">
                <a:alpha val="0"/>
              </a:srgbClr>
            </a:solidFill>
            <a:prstDash val="solid"/>
          </a:ln>
          <a:effectLst>
            <a:outerShdw sx="100000" sy="100000" kx="0" ky="0" algn="bl" rotWithShape="0" blurRad="101600" dist="25400" dir="3600000">
              <a:srgbClr val="000000">
                <a:alpha val="16000"/>
              </a:srgbClr>
            </a:outerShdw>
          </a:effectLst>
        </p:spPr>
      </p:sp>
      <p:sp>
        <p:nvSpPr>
          <p:cNvPr id="37" name="Text 34"/>
          <p:cNvSpPr txBox="1"/>
          <p:nvPr/>
        </p:nvSpPr>
        <p:spPr>
          <a:xfrm>
            <a:off x="10573512" y="2624328"/>
            <a:ext cx="883920" cy="868680"/>
          </a:xfrm>
          <a:prstGeom prst="rect">
            <a:avLst/>
          </a:prstGeom>
          <a:noFill/>
          <a:ln/>
        </p:spPr>
        <p:txBody>
          <a:bodyPr wrap="square" lIns="0" tIns="0" rIns="0" bIns="0" rtlCol="0" anchor="ctr"/>
          <a:lstStyle/>
          <a:p>
            <a:pPr algn="ctr" indent="0" marL="0">
              <a:buNone/>
            </a:pPr>
            <a:r>
              <a:rPr lang="en-US" sz="1100" i="1" dirty="0">
                <a:solidFill>
                  <a:schemeClr val="tx1"/>
                </a:solidFill>
              </a:rPr>
              <a:t>de planning</a:t>
            </a:r>
            <a:endParaRPr lang="en-US" sz="1100" dirty="0"/>
          </a:p>
        </p:txBody>
      </p:sp>
      <p:sp>
        <p:nvSpPr>
          <p:cNvPr id="38" name="Shape 35"/>
          <p:cNvSpPr/>
          <p:nvPr/>
        </p:nvSpPr>
        <p:spPr>
          <a:xfrm rot="120000">
            <a:off x="10555224" y="3675888"/>
            <a:ext cx="920496" cy="868680"/>
          </a:xfrm>
          <a:prstGeom prst="roundRect">
            <a:avLst>
              <a:gd name="adj" fmla="val 8421"/>
            </a:avLst>
          </a:prstGeom>
          <a:solidFill>
            <a:srgbClr val="FFF4C2"/>
          </a:solidFill>
          <a:ln w="12700">
            <a:solidFill>
              <a:srgbClr val="FFFFFF">
                <a:alpha val="0"/>
              </a:srgbClr>
            </a:solidFill>
            <a:prstDash val="solid"/>
          </a:ln>
          <a:effectLst>
            <a:outerShdw sx="100000" sy="100000" kx="0" ky="0" algn="bl" rotWithShape="0" blurRad="101600" dist="25400" dir="3600000">
              <a:srgbClr val="000000">
                <a:alpha val="16000"/>
              </a:srgbClr>
            </a:outerShdw>
          </a:effectLst>
        </p:spPr>
      </p:sp>
      <p:sp>
        <p:nvSpPr>
          <p:cNvPr id="39" name="Text 36"/>
          <p:cNvSpPr txBox="1"/>
          <p:nvPr/>
        </p:nvSpPr>
        <p:spPr>
          <a:xfrm>
            <a:off x="10573512" y="3675888"/>
            <a:ext cx="883920" cy="868680"/>
          </a:xfrm>
          <a:prstGeom prst="rect">
            <a:avLst/>
          </a:prstGeom>
          <a:noFill/>
          <a:ln/>
        </p:spPr>
        <p:txBody>
          <a:bodyPr wrap="square" lIns="0" tIns="0" rIns="0" bIns="0" rtlCol="0" anchor="ctr"/>
          <a:lstStyle/>
          <a:p>
            <a:pPr algn="ctr" indent="0" marL="0">
              <a:buNone/>
            </a:pPr>
            <a:r>
              <a:rPr lang="en-US" sz="1100" i="1" dirty="0">
                <a:solidFill>
                  <a:schemeClr val="tx1"/>
                </a:solidFill>
              </a:rPr>
              <a:t>de mail aan de klant</a:t>
            </a:r>
            <a:endParaRPr lang="en-US" sz="1100" dirty="0"/>
          </a:p>
        </p:txBody>
      </p:sp>
      <p:sp>
        <p:nvSpPr>
          <p:cNvPr id="25" name="Slide Number Placeholder 0"/>
          <p:cNvSpPr>
            <a:spLocks noGrp="1"/>
          </p:cNvSpPr>
          <p:nvPr>
            <p:ph type="sldNum" sz="quarter" idx="4294967295"/>
          </p:nvPr>
        </p:nvSpPr>
        <p:spPr>
          <a:xfrm>
            <a:off x="11091672"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4A5A70"/>
                </a:solidFill>
              </a:defRPr>
            </a:lvl1pPr>
          </a:lstStyle>
          <a:p>
            <a:pPr algn="r"/>
            <a:fld id="{F7021451-1387-4CA6-816F-3879F97B5CBC}" type="slidenum">
              <a:rPr b="0" lang="en-US"/>
              <a:t>26</a:t>
            </a:fld>
            <a:endParaRPr lang="en-US"/>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sp>
        <p:nvSpPr>
          <p:cNvPr id="2" name="Text 1"/>
          <p:cNvSpPr/>
          <p:nvPr>
            <p:ph idx="101" type="title" hasCustomPrompt="1"/>
          </p:nvPr>
        </p:nvSpPr>
        <p:spPr>
          <a:xfrm>
            <a:off x="548640" y="621792"/>
            <a:ext cx="11091672" cy="713232"/>
          </a:xfrm>
          <a:prstGeom prst="rect">
            <a:avLst/>
          </a:prstGeom>
          <a:noFill/>
          <a:ln/>
        </p:spPr>
        <p:txBody>
          <a:bodyPr wrap="square" lIns="0" tIns="0" rIns="0" bIns="0" rtlCol="0" anchor="ctr"/>
          <a:lstStyle/>
          <a:p>
            <a:pPr algn="l" indent="0" marL="0">
              <a:buNone/>
            </a:pPr>
            <a:r>
              <a:rPr lang="en-US" sz="3000" b="1" dirty="0">
                <a:solidFill>
                  <a:schemeClr val="tx2"/>
                </a:solidFill>
              </a:rPr>
              <a:t>Ticket de sortie</a:t>
            </a:r>
            <a:endParaRPr lang="en-US" sz="3000" dirty="0"/>
          </a:p>
        </p:txBody>
      </p:sp>
      <p:sp>
        <p:nvSpPr>
          <p:cNvPr id="3" name="tag"/>
          <p:cNvSpPr/>
          <p:nvPr/>
        </p:nvSpPr>
        <p:spPr>
          <a:xfrm>
            <a:off x="548640" y="237744"/>
            <a:ext cx="2092147" cy="310896"/>
          </a:xfrm>
          <a:prstGeom prst="roundRect">
            <a:avLst>
              <a:gd name="adj" fmla="val 14706"/>
            </a:avLst>
          </a:prstGeom>
          <a:solidFill>
            <a:schemeClr val="accent5"/>
          </a:solidFill>
          <a:ln/>
        </p:spPr>
        <p:txBody>
          <a:bodyPr wrap="square" lIns="0" tIns="0" rIns="0" bIns="0" rtlCol="0" anchor="ctr"/>
          <a:lstStyle/>
          <a:p>
            <a:pPr algn="ctr" indent="0" marL="0">
              <a:buNone/>
            </a:pPr>
            <a:r>
              <a:rPr lang="en-US" sz="1200" b="1" spc="100" kern="0" dirty="0">
                <a:solidFill>
                  <a:srgbClr val="FFFFFF"/>
                </a:solidFill>
              </a:rPr>
              <a:t>TICKET DE SORTIE</a:t>
            </a:r>
            <a:endParaRPr lang="en-US" sz="1200" dirty="0"/>
          </a:p>
        </p:txBody>
      </p:sp>
      <p:sp>
        <p:nvSpPr>
          <p:cNvPr id="5" name="Shape 2"/>
          <p:cNvSpPr/>
          <p:nvPr/>
        </p:nvSpPr>
        <p:spPr>
          <a:xfrm>
            <a:off x="548640" y="1554480"/>
            <a:ext cx="6035040" cy="1127760"/>
          </a:xfrm>
          <a:prstGeom prst="roundRect">
            <a:avLst>
              <a:gd name="adj" fmla="val 6486"/>
            </a:avLst>
          </a:prstGeom>
          <a:solidFill>
            <a:schemeClr val="bg2"/>
          </a:solidFill>
          <a:ln w="12700">
            <a:solidFill>
              <a:srgbClr val="D5DCE6"/>
            </a:solidFill>
            <a:prstDash val="solid"/>
          </a:ln>
        </p:spPr>
      </p:sp>
      <p:sp>
        <p:nvSpPr>
          <p:cNvPr id="6" name="Shape 3"/>
          <p:cNvSpPr/>
          <p:nvPr/>
        </p:nvSpPr>
        <p:spPr>
          <a:xfrm>
            <a:off x="731520" y="1889760"/>
            <a:ext cx="457200" cy="457200"/>
          </a:xfrm>
          <a:prstGeom prst="ellipse">
            <a:avLst/>
          </a:prstGeom>
          <a:solidFill>
            <a:schemeClr val="accent1"/>
          </a:solidFill>
          <a:ln w="12700">
            <a:solidFill>
              <a:srgbClr val="FFFFFF">
                <a:alpha val="0"/>
              </a:srgbClr>
            </a:solidFill>
            <a:prstDash val="solid"/>
          </a:ln>
        </p:spPr>
      </p:sp>
      <p:sp>
        <p:nvSpPr>
          <p:cNvPr id="7" name="Text 4"/>
          <p:cNvSpPr txBox="1"/>
          <p:nvPr/>
        </p:nvSpPr>
        <p:spPr>
          <a:xfrm>
            <a:off x="731520" y="1889760"/>
            <a:ext cx="457200" cy="457200"/>
          </a:xfrm>
          <a:prstGeom prst="rect">
            <a:avLst/>
          </a:prstGeom>
          <a:noFill/>
          <a:ln/>
        </p:spPr>
        <p:txBody>
          <a:bodyPr wrap="square" lIns="0" tIns="0" rIns="0" bIns="0" rtlCol="0" anchor="ctr"/>
          <a:lstStyle/>
          <a:p>
            <a:pPr algn="ctr" indent="0" marL="0">
              <a:buNone/>
            </a:pPr>
            <a:r>
              <a:rPr lang="en-US" sz="1800" b="1" dirty="0">
                <a:solidFill>
                  <a:schemeClr val="bg1"/>
                </a:solidFill>
              </a:rPr>
              <a:t>1</a:t>
            </a:r>
            <a:endParaRPr lang="en-US" sz="1800" dirty="0"/>
          </a:p>
        </p:txBody>
      </p:sp>
      <p:sp>
        <p:nvSpPr>
          <p:cNvPr id="8" name="Text 5"/>
          <p:cNvSpPr txBox="1"/>
          <p:nvPr/>
        </p:nvSpPr>
        <p:spPr>
          <a:xfrm>
            <a:off x="1371600" y="1627632"/>
            <a:ext cx="5074920" cy="981456"/>
          </a:xfrm>
          <a:prstGeom prst="rect">
            <a:avLst/>
          </a:prstGeom>
          <a:noFill/>
          <a:ln/>
        </p:spPr>
        <p:txBody>
          <a:bodyPr wrap="square" lIns="0" tIns="0" rIns="0" bIns="0" rtlCol="0" anchor="ctr"/>
          <a:lstStyle/>
          <a:p>
            <a:pPr algn="l" indent="0" marL="0">
              <a:buNone/>
            </a:pPr>
            <a:r>
              <a:rPr lang="en-US" sz="2000" dirty="0">
                <a:solidFill>
                  <a:schemeClr val="tx1"/>
                </a:solidFill>
              </a:rPr>
              <a:t>Remplacez : </a:t>
            </a:r>
            <a:r>
              <a:rPr lang="en-US" sz="2000" i="1" dirty="0">
                <a:solidFill>
                  <a:schemeClr val="tx1"/>
                </a:solidFill>
              </a:rPr>
              <a:t>Ik wacht op de bus.</a:t>
            </a:r>
            <a:endParaRPr lang="en-US" sz="2000" dirty="0"/>
          </a:p>
        </p:txBody>
      </p:sp>
      <p:sp>
        <p:nvSpPr>
          <p:cNvPr id="9" name="Shape 6"/>
          <p:cNvSpPr/>
          <p:nvPr/>
        </p:nvSpPr>
        <p:spPr>
          <a:xfrm>
            <a:off x="548640" y="2865120"/>
            <a:ext cx="6035040" cy="1127760"/>
          </a:xfrm>
          <a:prstGeom prst="roundRect">
            <a:avLst>
              <a:gd name="adj" fmla="val 6486"/>
            </a:avLst>
          </a:prstGeom>
          <a:solidFill>
            <a:schemeClr val="bg2"/>
          </a:solidFill>
          <a:ln w="12700">
            <a:solidFill>
              <a:srgbClr val="D5DCE6"/>
            </a:solidFill>
            <a:prstDash val="solid"/>
          </a:ln>
        </p:spPr>
      </p:sp>
      <p:sp>
        <p:nvSpPr>
          <p:cNvPr id="10" name="Shape 7"/>
          <p:cNvSpPr/>
          <p:nvPr/>
        </p:nvSpPr>
        <p:spPr>
          <a:xfrm>
            <a:off x="731520" y="3200400"/>
            <a:ext cx="457200" cy="457200"/>
          </a:xfrm>
          <a:prstGeom prst="ellipse">
            <a:avLst/>
          </a:prstGeom>
          <a:solidFill>
            <a:schemeClr val="accent1"/>
          </a:solidFill>
          <a:ln w="12700">
            <a:solidFill>
              <a:srgbClr val="FFFFFF">
                <a:alpha val="0"/>
              </a:srgbClr>
            </a:solidFill>
            <a:prstDash val="solid"/>
          </a:ln>
        </p:spPr>
      </p:sp>
      <p:sp>
        <p:nvSpPr>
          <p:cNvPr id="11" name="Text 8"/>
          <p:cNvSpPr txBox="1"/>
          <p:nvPr/>
        </p:nvSpPr>
        <p:spPr>
          <a:xfrm>
            <a:off x="731520" y="3200400"/>
            <a:ext cx="457200" cy="457200"/>
          </a:xfrm>
          <a:prstGeom prst="rect">
            <a:avLst/>
          </a:prstGeom>
          <a:noFill/>
          <a:ln/>
        </p:spPr>
        <p:txBody>
          <a:bodyPr wrap="square" lIns="0" tIns="0" rIns="0" bIns="0" rtlCol="0" anchor="ctr"/>
          <a:lstStyle/>
          <a:p>
            <a:pPr algn="ctr" indent="0" marL="0">
              <a:buNone/>
            </a:pPr>
            <a:r>
              <a:rPr lang="en-US" sz="1800" b="1" dirty="0">
                <a:solidFill>
                  <a:schemeClr val="bg1"/>
                </a:solidFill>
              </a:rPr>
              <a:t>2</a:t>
            </a:r>
            <a:endParaRPr lang="en-US" sz="1800" dirty="0"/>
          </a:p>
        </p:txBody>
      </p:sp>
      <p:sp>
        <p:nvSpPr>
          <p:cNvPr id="12" name="Text 9"/>
          <p:cNvSpPr txBox="1"/>
          <p:nvPr/>
        </p:nvSpPr>
        <p:spPr>
          <a:xfrm>
            <a:off x="1371600" y="2938272"/>
            <a:ext cx="5074920" cy="981456"/>
          </a:xfrm>
          <a:prstGeom prst="rect">
            <a:avLst/>
          </a:prstGeom>
          <a:noFill/>
          <a:ln/>
        </p:spPr>
        <p:txBody>
          <a:bodyPr wrap="square" lIns="0" tIns="0" rIns="0" bIns="0" rtlCol="0" anchor="ctr"/>
          <a:lstStyle/>
          <a:p>
            <a:pPr algn="l" indent="0" marL="0">
              <a:buNone/>
            </a:pPr>
            <a:r>
              <a:rPr lang="en-US" sz="2000" dirty="0">
                <a:solidFill>
                  <a:schemeClr val="tx1"/>
                </a:solidFill>
              </a:rPr>
              <a:t>La préposition : </a:t>
            </a:r>
            <a:r>
              <a:rPr lang="en-US" sz="2000" i="1" dirty="0">
                <a:solidFill>
                  <a:schemeClr val="tx1"/>
                </a:solidFill>
              </a:rPr>
              <a:t>zin hebben …… · denken …… · praten ……</a:t>
            </a:r>
            <a:r>
              <a:rPr lang="en-US" sz="2000" dirty="0">
                <a:solidFill>
                  <a:schemeClr val="tx1"/>
                </a:solidFill>
              </a:rPr>
              <a:t> ?</a:t>
            </a:r>
            <a:endParaRPr lang="en-US" sz="2000" dirty="0"/>
          </a:p>
        </p:txBody>
      </p:sp>
      <p:sp>
        <p:nvSpPr>
          <p:cNvPr id="13" name="Shape 10"/>
          <p:cNvSpPr/>
          <p:nvPr/>
        </p:nvSpPr>
        <p:spPr>
          <a:xfrm>
            <a:off x="548640" y="4175760"/>
            <a:ext cx="6035040" cy="1127760"/>
          </a:xfrm>
          <a:prstGeom prst="roundRect">
            <a:avLst>
              <a:gd name="adj" fmla="val 6486"/>
            </a:avLst>
          </a:prstGeom>
          <a:solidFill>
            <a:schemeClr val="bg2"/>
          </a:solidFill>
          <a:ln w="12700">
            <a:solidFill>
              <a:srgbClr val="D5DCE6"/>
            </a:solidFill>
            <a:prstDash val="solid"/>
          </a:ln>
        </p:spPr>
      </p:sp>
      <p:sp>
        <p:nvSpPr>
          <p:cNvPr id="14" name="Shape 11"/>
          <p:cNvSpPr/>
          <p:nvPr/>
        </p:nvSpPr>
        <p:spPr>
          <a:xfrm>
            <a:off x="731520" y="4511040"/>
            <a:ext cx="457200" cy="457200"/>
          </a:xfrm>
          <a:prstGeom prst="ellipse">
            <a:avLst/>
          </a:prstGeom>
          <a:solidFill>
            <a:schemeClr val="accent1"/>
          </a:solidFill>
          <a:ln w="12700">
            <a:solidFill>
              <a:srgbClr val="FFFFFF">
                <a:alpha val="0"/>
              </a:srgbClr>
            </a:solidFill>
            <a:prstDash val="solid"/>
          </a:ln>
        </p:spPr>
      </p:sp>
      <p:sp>
        <p:nvSpPr>
          <p:cNvPr id="15" name="Text 12"/>
          <p:cNvSpPr txBox="1"/>
          <p:nvPr/>
        </p:nvSpPr>
        <p:spPr>
          <a:xfrm>
            <a:off x="731520" y="4511040"/>
            <a:ext cx="457200" cy="457200"/>
          </a:xfrm>
          <a:prstGeom prst="rect">
            <a:avLst/>
          </a:prstGeom>
          <a:noFill/>
          <a:ln/>
        </p:spPr>
        <p:txBody>
          <a:bodyPr wrap="square" lIns="0" tIns="0" rIns="0" bIns="0" rtlCol="0" anchor="ctr"/>
          <a:lstStyle/>
          <a:p>
            <a:pPr algn="ctr" indent="0" marL="0">
              <a:buNone/>
            </a:pPr>
            <a:r>
              <a:rPr lang="en-US" sz="1800" b="1" dirty="0">
                <a:solidFill>
                  <a:schemeClr val="bg1"/>
                </a:solidFill>
              </a:rPr>
              <a:t>3</a:t>
            </a:r>
            <a:endParaRPr lang="en-US" sz="1800" dirty="0"/>
          </a:p>
        </p:txBody>
      </p:sp>
      <p:sp>
        <p:nvSpPr>
          <p:cNvPr id="16" name="Text 13"/>
          <p:cNvSpPr txBox="1"/>
          <p:nvPr/>
        </p:nvSpPr>
        <p:spPr>
          <a:xfrm>
            <a:off x="1371600" y="4248912"/>
            <a:ext cx="5074920" cy="981456"/>
          </a:xfrm>
          <a:prstGeom prst="rect">
            <a:avLst/>
          </a:prstGeom>
          <a:noFill/>
          <a:ln/>
        </p:spPr>
        <p:txBody>
          <a:bodyPr wrap="square" lIns="0" tIns="0" rIns="0" bIns="0" rtlCol="0" anchor="ctr"/>
          <a:lstStyle/>
          <a:p>
            <a:pPr algn="l" indent="0" marL="0">
              <a:buNone/>
            </a:pPr>
            <a:r>
              <a:rPr lang="en-US" sz="2000" dirty="0">
                <a:solidFill>
                  <a:schemeClr val="tx1"/>
                </a:solidFill>
              </a:rPr>
              <a:t>Posez la question : </a:t>
            </a:r>
            <a:r>
              <a:rPr lang="en-US" sz="2000" i="1" dirty="0">
                <a:solidFill>
                  <a:schemeClr val="tx1"/>
                </a:solidFill>
              </a:rPr>
              <a:t>Ik betaal met mijn kaart.</a:t>
            </a:r>
            <a:endParaRPr lang="en-US" sz="2000" dirty="0"/>
          </a:p>
        </p:txBody>
      </p:sp>
      <p:sp>
        <p:nvSpPr>
          <p:cNvPr id="17" name="Text 14"/>
          <p:cNvSpPr txBox="1"/>
          <p:nvPr/>
        </p:nvSpPr>
        <p:spPr>
          <a:xfrm>
            <a:off x="6949440" y="1554480"/>
            <a:ext cx="4663440" cy="365760"/>
          </a:xfrm>
          <a:prstGeom prst="rect">
            <a:avLst/>
          </a:prstGeom>
          <a:noFill/>
          <a:ln/>
        </p:spPr>
        <p:txBody>
          <a:bodyPr wrap="square" lIns="0" tIns="0" rIns="0" bIns="0" rtlCol="0" anchor="t"/>
          <a:lstStyle/>
          <a:p>
            <a:pPr algn="l" indent="0" marL="0">
              <a:buNone/>
            </a:pPr>
            <a:r>
              <a:rPr lang="en-US" sz="1400" b="1" spc="200" kern="0" dirty="0">
                <a:solidFill>
                  <a:schemeClr val="accent5"/>
                </a:solidFill>
              </a:rPr>
              <a:t>AUTO-ÉVALUATION</a:t>
            </a:r>
            <a:endParaRPr lang="en-US" sz="1400" dirty="0"/>
          </a:p>
        </p:txBody>
      </p:sp>
      <p:sp>
        <p:nvSpPr>
          <p:cNvPr id="18" name="Shape 15"/>
          <p:cNvSpPr/>
          <p:nvPr/>
        </p:nvSpPr>
        <p:spPr>
          <a:xfrm>
            <a:off x="6949440" y="2011680"/>
            <a:ext cx="4690872" cy="758952"/>
          </a:xfrm>
          <a:prstGeom prst="roundRect">
            <a:avLst>
              <a:gd name="adj" fmla="val 9639"/>
            </a:avLst>
          </a:prstGeom>
          <a:solidFill>
            <a:schemeClr val="bg2"/>
          </a:solidFill>
          <a:ln w="6350">
            <a:solidFill>
              <a:srgbClr val="D5DCE6"/>
            </a:solidFill>
            <a:prstDash val="solid"/>
          </a:ln>
        </p:spPr>
      </p:sp>
      <p:sp>
        <p:nvSpPr>
          <p:cNvPr id="19" name="Text 16"/>
          <p:cNvSpPr txBox="1"/>
          <p:nvPr/>
        </p:nvSpPr>
        <p:spPr>
          <a:xfrm>
            <a:off x="7132320" y="2011680"/>
            <a:ext cx="2331720" cy="758952"/>
          </a:xfrm>
          <a:prstGeom prst="rect">
            <a:avLst/>
          </a:prstGeom>
          <a:noFill/>
          <a:ln/>
        </p:spPr>
        <p:txBody>
          <a:bodyPr wrap="square" lIns="0" tIns="0" rIns="0" bIns="0" rtlCol="0" anchor="ctr"/>
          <a:lstStyle/>
          <a:p>
            <a:pPr algn="l" indent="0" marL="0">
              <a:buNone/>
            </a:pPr>
            <a:r>
              <a:rPr lang="en-US" sz="1600" b="1" dirty="0">
                <a:solidFill>
                  <a:schemeClr val="tx2"/>
                </a:solidFill>
              </a:rPr>
              <a:t>Remplacer</a:t>
            </a:r>
            <a:endParaRPr lang="en-US" sz="1600" dirty="0"/>
          </a:p>
        </p:txBody>
      </p:sp>
      <p:pic>
        <p:nvPicPr>
          <p:cNvPr id="20" name="Image 0" descr="RegFrown">    </p:cNvPr>
          <p:cNvPicPr>
            <a:picLocks noChangeAspect="1"/>
          </p:cNvPicPr>
          <p:nvPr/>
        </p:nvPicPr>
        <p:blipFill>
          <a:blip r:embed="rId1"/>
          <a:stretch>
            <a:fillRect/>
          </a:stretch>
        </p:blipFill>
        <p:spPr>
          <a:xfrm>
            <a:off x="9555480" y="2162556"/>
            <a:ext cx="457200" cy="457200"/>
          </a:xfrm>
          <a:prstGeom prst="rect">
            <a:avLst/>
          </a:prstGeom>
        </p:spPr>
      </p:pic>
      <p:pic>
        <p:nvPicPr>
          <p:cNvPr id="21" name="Image 1" descr="RegMeh">    </p:cNvPr>
          <p:cNvPicPr>
            <a:picLocks noChangeAspect="1"/>
          </p:cNvPicPr>
          <p:nvPr/>
        </p:nvPicPr>
        <p:blipFill>
          <a:blip r:embed="rId2"/>
          <a:stretch>
            <a:fillRect/>
          </a:stretch>
        </p:blipFill>
        <p:spPr>
          <a:xfrm>
            <a:off x="10241280" y="2162556"/>
            <a:ext cx="457200" cy="457200"/>
          </a:xfrm>
          <a:prstGeom prst="rect">
            <a:avLst/>
          </a:prstGeom>
        </p:spPr>
      </p:pic>
      <p:pic>
        <p:nvPicPr>
          <p:cNvPr id="22" name="Image 2" descr="RegSmile">    </p:cNvPr>
          <p:cNvPicPr>
            <a:picLocks noChangeAspect="1"/>
          </p:cNvPicPr>
          <p:nvPr/>
        </p:nvPicPr>
        <p:blipFill>
          <a:blip r:embed="rId3"/>
          <a:stretch>
            <a:fillRect/>
          </a:stretch>
        </p:blipFill>
        <p:spPr>
          <a:xfrm>
            <a:off x="10927080" y="2162556"/>
            <a:ext cx="457200" cy="457200"/>
          </a:xfrm>
          <a:prstGeom prst="rect">
            <a:avLst/>
          </a:prstGeom>
        </p:spPr>
      </p:pic>
      <p:sp>
        <p:nvSpPr>
          <p:cNvPr id="23" name="Shape 17"/>
          <p:cNvSpPr/>
          <p:nvPr/>
        </p:nvSpPr>
        <p:spPr>
          <a:xfrm>
            <a:off x="6949440" y="2880360"/>
            <a:ext cx="4690872" cy="758952"/>
          </a:xfrm>
          <a:prstGeom prst="roundRect">
            <a:avLst>
              <a:gd name="adj" fmla="val 9639"/>
            </a:avLst>
          </a:prstGeom>
          <a:solidFill>
            <a:schemeClr val="bg1"/>
          </a:solidFill>
          <a:ln w="6350">
            <a:solidFill>
              <a:srgbClr val="D5DCE6"/>
            </a:solidFill>
            <a:prstDash val="solid"/>
          </a:ln>
        </p:spPr>
      </p:sp>
      <p:sp>
        <p:nvSpPr>
          <p:cNvPr id="24" name="Text 18"/>
          <p:cNvSpPr txBox="1"/>
          <p:nvPr/>
        </p:nvSpPr>
        <p:spPr>
          <a:xfrm>
            <a:off x="7132320" y="2880360"/>
            <a:ext cx="2331720" cy="758952"/>
          </a:xfrm>
          <a:prstGeom prst="rect">
            <a:avLst/>
          </a:prstGeom>
          <a:noFill/>
          <a:ln/>
        </p:spPr>
        <p:txBody>
          <a:bodyPr wrap="square" lIns="0" tIns="0" rIns="0" bIns="0" rtlCol="0" anchor="ctr"/>
          <a:lstStyle/>
          <a:p>
            <a:pPr algn="l" indent="0" marL="0">
              <a:buNone/>
            </a:pPr>
            <a:r>
              <a:rPr lang="en-US" sz="1600" b="1" dirty="0">
                <a:solidFill>
                  <a:schemeClr val="tx2"/>
                </a:solidFill>
              </a:rPr>
              <a:t>Combiner</a:t>
            </a:r>
            <a:endParaRPr lang="en-US" sz="1600" dirty="0"/>
          </a:p>
        </p:txBody>
      </p:sp>
      <p:pic>
        <p:nvPicPr>
          <p:cNvPr id="25" name="Image 3" descr="RegFrown">    </p:cNvPr>
          <p:cNvPicPr>
            <a:picLocks noChangeAspect="1"/>
          </p:cNvPicPr>
          <p:nvPr/>
        </p:nvPicPr>
        <p:blipFill>
          <a:blip r:embed="rId4"/>
          <a:stretch>
            <a:fillRect/>
          </a:stretch>
        </p:blipFill>
        <p:spPr>
          <a:xfrm>
            <a:off x="9555480" y="3031236"/>
            <a:ext cx="457200" cy="457200"/>
          </a:xfrm>
          <a:prstGeom prst="rect">
            <a:avLst/>
          </a:prstGeom>
        </p:spPr>
      </p:pic>
      <p:pic>
        <p:nvPicPr>
          <p:cNvPr id="26" name="Image 4" descr="RegMeh">    </p:cNvPr>
          <p:cNvPicPr>
            <a:picLocks noChangeAspect="1"/>
          </p:cNvPicPr>
          <p:nvPr/>
        </p:nvPicPr>
        <p:blipFill>
          <a:blip r:embed="rId5"/>
          <a:stretch>
            <a:fillRect/>
          </a:stretch>
        </p:blipFill>
        <p:spPr>
          <a:xfrm>
            <a:off x="10241280" y="3031236"/>
            <a:ext cx="457200" cy="457200"/>
          </a:xfrm>
          <a:prstGeom prst="rect">
            <a:avLst/>
          </a:prstGeom>
        </p:spPr>
      </p:pic>
      <p:pic>
        <p:nvPicPr>
          <p:cNvPr id="27" name="Image 5" descr="RegSmile">    </p:cNvPr>
          <p:cNvPicPr>
            <a:picLocks noChangeAspect="1"/>
          </p:cNvPicPr>
          <p:nvPr/>
        </p:nvPicPr>
        <p:blipFill>
          <a:blip r:embed="rId6"/>
          <a:stretch>
            <a:fillRect/>
          </a:stretch>
        </p:blipFill>
        <p:spPr>
          <a:xfrm>
            <a:off x="10927080" y="3031236"/>
            <a:ext cx="457200" cy="457200"/>
          </a:xfrm>
          <a:prstGeom prst="rect">
            <a:avLst/>
          </a:prstGeom>
        </p:spPr>
      </p:pic>
      <p:sp>
        <p:nvSpPr>
          <p:cNvPr id="28" name="Shape 19"/>
          <p:cNvSpPr/>
          <p:nvPr/>
        </p:nvSpPr>
        <p:spPr>
          <a:xfrm>
            <a:off x="6949440" y="3749040"/>
            <a:ext cx="4690872" cy="758952"/>
          </a:xfrm>
          <a:prstGeom prst="roundRect">
            <a:avLst>
              <a:gd name="adj" fmla="val 9639"/>
            </a:avLst>
          </a:prstGeom>
          <a:solidFill>
            <a:schemeClr val="bg2"/>
          </a:solidFill>
          <a:ln w="6350">
            <a:solidFill>
              <a:srgbClr val="D5DCE6"/>
            </a:solidFill>
            <a:prstDash val="solid"/>
          </a:ln>
        </p:spPr>
      </p:sp>
      <p:sp>
        <p:nvSpPr>
          <p:cNvPr id="29" name="Text 20"/>
          <p:cNvSpPr txBox="1"/>
          <p:nvPr/>
        </p:nvSpPr>
        <p:spPr>
          <a:xfrm>
            <a:off x="7132320" y="3749040"/>
            <a:ext cx="2331720" cy="758952"/>
          </a:xfrm>
          <a:prstGeom prst="rect">
            <a:avLst/>
          </a:prstGeom>
          <a:noFill/>
          <a:ln/>
        </p:spPr>
        <p:txBody>
          <a:bodyPr wrap="square" lIns="0" tIns="0" rIns="0" bIns="0" rtlCol="0" anchor="ctr"/>
          <a:lstStyle/>
          <a:p>
            <a:pPr algn="l" indent="0" marL="0">
              <a:buNone/>
            </a:pPr>
            <a:r>
              <a:rPr lang="en-US" sz="1600" b="1" dirty="0">
                <a:solidFill>
                  <a:schemeClr val="tx2"/>
                </a:solidFill>
              </a:rPr>
              <a:t>Questionner</a:t>
            </a:r>
            <a:endParaRPr lang="en-US" sz="1600" dirty="0"/>
          </a:p>
        </p:txBody>
      </p:sp>
      <p:pic>
        <p:nvPicPr>
          <p:cNvPr id="30" name="Image 6" descr="RegFrown">    </p:cNvPr>
          <p:cNvPicPr>
            <a:picLocks noChangeAspect="1"/>
          </p:cNvPicPr>
          <p:nvPr/>
        </p:nvPicPr>
        <p:blipFill>
          <a:blip r:embed="rId7"/>
          <a:stretch>
            <a:fillRect/>
          </a:stretch>
        </p:blipFill>
        <p:spPr>
          <a:xfrm>
            <a:off x="9555480" y="3899916"/>
            <a:ext cx="457200" cy="457200"/>
          </a:xfrm>
          <a:prstGeom prst="rect">
            <a:avLst/>
          </a:prstGeom>
        </p:spPr>
      </p:pic>
      <p:pic>
        <p:nvPicPr>
          <p:cNvPr id="31" name="Image 7" descr="RegMeh">    </p:cNvPr>
          <p:cNvPicPr>
            <a:picLocks noChangeAspect="1"/>
          </p:cNvPicPr>
          <p:nvPr/>
        </p:nvPicPr>
        <p:blipFill>
          <a:blip r:embed="rId8"/>
          <a:stretch>
            <a:fillRect/>
          </a:stretch>
        </p:blipFill>
        <p:spPr>
          <a:xfrm>
            <a:off x="10241280" y="3899916"/>
            <a:ext cx="457200" cy="457200"/>
          </a:xfrm>
          <a:prstGeom prst="rect">
            <a:avLst/>
          </a:prstGeom>
        </p:spPr>
      </p:pic>
      <p:pic>
        <p:nvPicPr>
          <p:cNvPr id="32" name="Image 8" descr="RegSmile">    </p:cNvPr>
          <p:cNvPicPr>
            <a:picLocks noChangeAspect="1"/>
          </p:cNvPicPr>
          <p:nvPr/>
        </p:nvPicPr>
        <p:blipFill>
          <a:blip r:embed="rId9"/>
          <a:stretch>
            <a:fillRect/>
          </a:stretch>
        </p:blipFill>
        <p:spPr>
          <a:xfrm>
            <a:off x="10927080" y="3899916"/>
            <a:ext cx="457200" cy="457200"/>
          </a:xfrm>
          <a:prstGeom prst="rect">
            <a:avLst/>
          </a:prstGeom>
        </p:spPr>
      </p:pic>
      <p:sp>
        <p:nvSpPr>
          <p:cNvPr id="33" name="Shape 21"/>
          <p:cNvSpPr/>
          <p:nvPr/>
        </p:nvSpPr>
        <p:spPr>
          <a:xfrm>
            <a:off x="548640" y="5532120"/>
            <a:ext cx="11091672" cy="731520"/>
          </a:xfrm>
          <a:prstGeom prst="roundRect">
            <a:avLst>
              <a:gd name="adj" fmla="val 10000"/>
            </a:avLst>
          </a:prstGeom>
          <a:solidFill>
            <a:schemeClr val="tx2"/>
          </a:solidFill>
          <a:ln w="12700">
            <a:solidFill>
              <a:srgbClr val="FFFFFF">
                <a:alpha val="0"/>
              </a:srgbClr>
            </a:solidFill>
            <a:prstDash val="solid"/>
          </a:ln>
        </p:spPr>
      </p:sp>
      <p:pic>
        <p:nvPicPr>
          <p:cNvPr id="34" name="Image 9" descr="Comments">    </p:cNvPr>
          <p:cNvPicPr>
            <a:picLocks noChangeAspect="1"/>
          </p:cNvPicPr>
          <p:nvPr/>
        </p:nvPicPr>
        <p:blipFill>
          <a:blip r:embed="rId10"/>
          <a:stretch>
            <a:fillRect/>
          </a:stretch>
        </p:blipFill>
        <p:spPr>
          <a:xfrm>
            <a:off x="777240" y="5715000"/>
            <a:ext cx="365760" cy="365760"/>
          </a:xfrm>
          <a:prstGeom prst="rect">
            <a:avLst/>
          </a:prstGeom>
        </p:spPr>
      </p:pic>
      <p:sp>
        <p:nvSpPr>
          <p:cNvPr id="35" name="Text 22"/>
          <p:cNvSpPr txBox="1"/>
          <p:nvPr/>
        </p:nvSpPr>
        <p:spPr>
          <a:xfrm>
            <a:off x="1325880" y="5532120"/>
            <a:ext cx="10149840" cy="731520"/>
          </a:xfrm>
          <a:prstGeom prst="rect">
            <a:avLst/>
          </a:prstGeom>
          <a:noFill/>
          <a:ln/>
        </p:spPr>
        <p:txBody>
          <a:bodyPr wrap="square" lIns="0" tIns="0" rIns="0" bIns="0" rtlCol="0" anchor="ctr"/>
          <a:lstStyle/>
          <a:p>
            <a:pPr algn="l" indent="0" marL="0">
              <a:buNone/>
            </a:pPr>
            <a:r>
              <a:rPr lang="en-US" sz="1800" b="1" dirty="0">
                <a:solidFill>
                  <a:schemeClr val="bg1"/>
                </a:solidFill>
              </a:rPr>
              <a:t>Volgende keer : Nou, toch, maar…</a:t>
            </a:r>
            <a:r>
              <a:rPr lang="en-US" sz="1800" dirty="0">
                <a:solidFill>
                  <a:schemeClr val="bg1"/>
                </a:solidFill>
              </a:rPr>
              <a:t> — </a:t>
            </a:r>
            <a:r>
              <a:rPr lang="en-US" sz="1800" i="1" dirty="0">
                <a:solidFill>
                  <a:schemeClr val="bg1"/>
                </a:solidFill>
              </a:rPr>
              <a:t>Kom maar even binnen, hoor!</a:t>
            </a:r>
            <a:endParaRPr lang="en-US" sz="1800" dirty="0"/>
          </a:p>
        </p:txBody>
      </p:sp>
      <p:sp>
        <p:nvSpPr>
          <p:cNvPr id="25" name="Slide Number Placeholder 0"/>
          <p:cNvSpPr>
            <a:spLocks noGrp="1"/>
          </p:cNvSpPr>
          <p:nvPr>
            <p:ph type="sldNum" sz="quarter" idx="4294967295"/>
          </p:nvPr>
        </p:nvSpPr>
        <p:spPr>
          <a:xfrm>
            <a:off x="11091672"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4A5A70"/>
                </a:solidFill>
              </a:defRPr>
            </a:lvl1pPr>
          </a:lstStyle>
          <a:p>
            <a:pPr algn="r"/>
            <a:fld id="{F7021451-1387-4CA6-816F-3879F97B5CBC}" type="slidenum">
              <a:rPr b="0" lang="en-US"/>
              <a:t>27</a:t>
            </a:fld>
            <a:endParaRPr lang="en-US"/>
          </a:p>
        </p:txBody>
      </p:sp>
    </p:spTree>
  </p:cSld>
  <p:clrMapOvr>
    <a:masterClrMapping/>
  </p:clrMapOvr>
</p:sld>
</file>

<file path=ppt/theme/theme1.xml><?xml version="1.0" encoding="utf-8"?>
<a:theme xmlns:a="http://schemas.openxmlformats.org/drawingml/2006/main" name="Nederlands 1">
  <a:themeElements>
    <a:clrScheme name="Nederlands 1">
      <a:dk1>
        <a:srgbClr val="1B2333"/>
      </a:dk1>
      <a:lt1>
        <a:srgbClr val="FFFFFF"/>
      </a:lt1>
      <a:dk2>
        <a:srgbClr val="17375E"/>
      </a:dk2>
      <a:lt2>
        <a:srgbClr val="EEF3F8"/>
      </a:lt2>
      <a:accent1>
        <a:srgbClr val="D9700F"/>
      </a:accent1>
      <a:accent2>
        <a:srgbClr val="2A6FB0"/>
      </a:accent2>
      <a:accent3>
        <a:srgbClr val="2E7D4F"/>
      </a:accent3>
      <a:accent4>
        <a:srgbClr val="B4236A"/>
      </a:accent4>
      <a:accent5>
        <a:srgbClr val="4A5A70"/>
      </a:accent5>
      <a:accent6>
        <a:srgbClr val="B83227"/>
      </a:accent6>
      <a:hlink>
        <a:srgbClr val="2A6FB0"/>
      </a:hlink>
      <a:folHlink>
        <a:srgbClr val="B4236A"/>
      </a:folHlink>
    </a:clrScheme>
    <a:fontScheme name="Nederlands 1">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27</Slides>
  <Notes>27</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27</vt:i4>
      </vt:variant>
    </vt:vector>
  </HeadingPairs>
  <TitlesOfParts>
    <vt:vector size="30"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vector>
  </TitlesOfParts>
  <Company>IRAM — Néerlandais 1 (UE1)</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Module 23 — Waar denk je aan? — Les adverbes pronominaux</dc:title>
  <dc:subject>Néerlandais 1 — Langue en situation, en milieu professionnel</dc:subject>
  <dc:creator>A. Jouniaux</dc:creator>
  <cp:lastModifiedBy>A. Jouniaux</cp:lastModifiedBy>
  <cp:revision>1</cp:revision>
  <dcterms:created xsi:type="dcterms:W3CDTF">2026-10-06T17:53:45Z</dcterms:created>
  <dcterms:modified xsi:type="dcterms:W3CDTF">2026-10-06T17:53:45Z</dcterms:modified>
</cp:coreProperties>
</file>
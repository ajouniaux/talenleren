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4f22fb1-d282-aa6e-44b3-4adfc8348516}">
          <p14:sldIdLst>
            <p14:sldId id="256"/>
          </p14:sldIdLst>
        </p14:section>
        <p14:section name="Découvrir" id="{5b72fbbe-91e7-a81b-2989-02e1797a912c}">
          <p14:sldIdLst>
            <p14:sldId id="257"/>
            <p14:sldId id="258"/>
          </p14:sldIdLst>
        </p14:section>
        <p14:section name="Comprendre" id="{eb7f9530-6726-0d2d-9c1f-794d95048158}">
          <p14:sldIdLst>
            <p14:sldId id="259"/>
            <p14:sldId id="260"/>
            <p14:sldId id="261"/>
            <p14:sldId id="262"/>
            <p14:sldId id="263"/>
            <p14:sldId id="264"/>
            <p14:sldId id="265"/>
            <p14:sldId id="266"/>
            <p14:sldId id="267"/>
            <p14:sldId id="268"/>
          </p14:sldIdLst>
        </p14:section>
        <p14:section name="JIJ NU ! — Oefeningen" id="{31c4d20f-5d1e-ad45-2052-e6dd62e46ace}">
          <p14:sldIdLst>
            <p14:sldId id="269"/>
            <p14:sldId id="270"/>
            <p14:sldId id="271"/>
            <p14:sldId id="272"/>
            <p14:sldId id="273"/>
            <p14:sldId id="274"/>
            <p14:sldId id="275"/>
            <p14:sldId id="276"/>
            <p14:sldId id="277"/>
            <p14:sldId id="278"/>
            <p14:sldId id="279"/>
            <p14:sldId id="280"/>
            <p14:sldId id="281"/>
          </p14:sldIdLst>
        </p14:section>
        <p14:section name="Clôture" id="{c619939a-8455-c4a1-84b7-2210b2d30cb7}">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2026-10-05T10:24:06Z</dcterms:created>
  <dcterms:modified xsi:type="dcterms:W3CDTF">2026-10-05T10:24:06Z</dcterms:modified>
</cp:coreProperties>
</file>
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1815e4e-6e98-bc73-fec1-23cd4d5e12bd}">
          <p14:sldIdLst>
            <p14:sldId id="256"/>
          </p14:sldIdLst>
        </p14:section>
        <p14:section name="Découvrir" id="{3497e398-a078-3da8-687d-4c52b85e8f35}">
          <p14:sldIdLst>
            <p14:sldId id="257"/>
            <p14:sldId id="258"/>
          </p14:sldIdLst>
        </p14:section>
        <p14:section name="Comprendre" id="{70da6b9a-9ad4-79c5-bbb9-6477c53641e4}">
          <p14:sldIdLst>
            <p14:sldId id="259"/>
            <p14:sldId id="260"/>
            <p14:sldId id="261"/>
            <p14:sldId id="262"/>
            <p14:sldId id="263"/>
            <p14:sldId id="264"/>
            <p14:sldId id="265"/>
            <p14:sldId id="266"/>
            <p14:sldId id="267"/>
            <p14:sldId id="268"/>
          </p14:sldIdLst>
        </p14:section>
        <p14:section name="JIJ NU ! — Oefeningen" id="{7e148ff8-1246-10ad-dad5-daef91a27743}">
          <p14:sldIdLst>
            <p14:sldId id="269"/>
            <p14:sldId id="270"/>
            <p14:sldId id="271"/>
            <p14:sldId id="272"/>
            <p14:sldId id="273"/>
            <p14:sldId id="274"/>
            <p14:sldId id="275"/>
            <p14:sldId id="276"/>
            <p14:sldId id="277"/>
            <p14:sldId id="278"/>
            <p14:sldId id="279"/>
            <p14:sldId id="280"/>
            <p14:sldId id="281"/>
          </p14:sldIdLst>
        </p14:section>
        <p14:section name="Clôture" id="{319eaa0e-87e0-bc96-ba29-fe62678337d8}">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2026-10-06T11:50:07Z</dcterms:created>
  <dcterms:modified xsi:type="dcterms:W3CDTF">2026-10-06T11:50:07Z</dcterms:modified>
</cp:coreProperties>
</file>
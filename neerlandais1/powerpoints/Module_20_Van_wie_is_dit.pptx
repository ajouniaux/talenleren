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b06c4ab-c836-0220-024e-ee048dbc7033}">
          <p14:sldIdLst>
            <p14:sldId id="256"/>
          </p14:sldIdLst>
        </p14:section>
        <p14:section name="Découvrir" id="{e63a5ca7-4438-2a18-784b-258fc77c9fe1}">
          <p14:sldIdLst>
            <p14:sldId id="257"/>
            <p14:sldId id="258"/>
          </p14:sldIdLst>
        </p14:section>
        <p14:section name="Comprendre" id="{d0caa03e-07e1-0198-054a-79779692330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6a7aa71-2715-f4f6-878e-8f697363672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3440e11-27df-e859-e171-eb15527f141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2026-10-05T15:46:47Z</dcterms:created>
  <dcterms:modified xsi:type="dcterms:W3CDTF">2026-10-05T15:46:47Z</dcterms:modified>
</cp:coreProperties>
</file>
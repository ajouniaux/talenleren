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6b85093-f268-aba0-e5f8-132c7bd15da3}">
          <p14:sldIdLst>
            <p14:sldId id="256"/>
          </p14:sldIdLst>
        </p14:section>
        <p14:section name="Découvrir" id="{8976d935-dc05-e751-70e0-2bf2c148bfb0}">
          <p14:sldIdLst>
            <p14:sldId id="257"/>
            <p14:sldId id="258"/>
          </p14:sldIdLst>
        </p14:section>
        <p14:section name="Comprendre" id="{135b7234-21a7-24f7-1973-0774f39f4f6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688ef0e-f689-d2a0-2d44-9c5aff2e2a5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05c0f02c-5eed-7ab7-0ba4-ab7e40df40f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2026-10-06T08:28:17Z</dcterms:created>
  <dcterms:modified xsi:type="dcterms:W3CDTF">2026-10-06T08:28:17Z</dcterms:modified>
</cp:coreProperties>
</file>
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9a6be50-7349-e943-91d9-9a27a1294464}">
          <p14:sldIdLst>
            <p14:sldId id="256"/>
          </p14:sldIdLst>
        </p14:section>
        <p14:section name="Découvrir" id="{5d93e514-bab5-3a39-71a6-0f6695fc1a97}">
          <p14:sldIdLst>
            <p14:sldId id="257"/>
            <p14:sldId id="258"/>
          </p14:sldIdLst>
        </p14:section>
        <p14:section name="Comprendre" id="{96cef28b-ecc8-aaa2-3883-25c05de3850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8ab580b-c533-108e-3d40-2d658f0f2b8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09663eb-b87e-3a62-3d8a-554905c43375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2026-10-06T11:50:06Z</dcterms:created>
  <dcterms:modified xsi:type="dcterms:W3CDTF">2026-10-06T11:50:06Z</dcterms:modified>
</cp:coreProperties>
</file>
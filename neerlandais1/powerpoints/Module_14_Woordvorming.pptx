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f146719-38f0-b729-d9de-734d7b0f1983}">
          <p14:sldIdLst>
            <p14:sldId id="256"/>
          </p14:sldIdLst>
        </p14:section>
        <p14:section name="Découvrir" id="{7fbb601a-e498-47b2-acbf-4d2f8f7a4082}">
          <p14:sldIdLst>
            <p14:sldId id="257"/>
            <p14:sldId id="258"/>
            <p14:sldId id="259"/>
          </p14:sldIdLst>
        </p14:section>
        <p14:section name="Comprendre" id="{3444de93-18cf-abb4-022e-ed87521076f8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deb15a02-0424-8023-cc90-3389093b7881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dbc07827-1e29-e1e7-f10b-592355e1c976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2026-10-05T10:24:03Z</dcterms:created>
  <dcterms:modified xsi:type="dcterms:W3CDTF">2026-10-05T10:24:03Z</dcterms:modified>
</cp:coreProperties>
</file>
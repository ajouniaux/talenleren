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03212be-f25e-69ca-bd2a-6516806f4226}">
          <p14:sldIdLst>
            <p14:sldId id="256"/>
          </p14:sldIdLst>
        </p14:section>
        <p14:section name="Découvrir" id="{7b287669-0a2f-0573-f35d-2bab7de91630}">
          <p14:sldIdLst>
            <p14:sldId id="257"/>
            <p14:sldId id="258"/>
            <p14:sldId id="259"/>
          </p14:sldIdLst>
        </p14:section>
        <p14:section name="Comprendre" id="{fddc8a0d-5506-6674-f93f-a3e12079ae4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cec9c455-1758-ea38-10f6-961d8dcf9b9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7f8b9c0-92fd-1ea7-f742-758d7ab13c8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15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2026-10-04T11:27:22Z</dcterms:created>
  <dcterms:modified xsi:type="dcterms:W3CDTF">2026-10-04T11:27:22Z</dcterms:modified>
</cp:coreProperties>
</file>
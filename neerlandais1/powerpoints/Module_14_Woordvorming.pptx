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cc9219a-7536-d5bf-8993-2b0cff1f1807}">
          <p14:sldIdLst>
            <p14:sldId id="256"/>
          </p14:sldIdLst>
        </p14:section>
        <p14:section name="Découvrir" id="{8f0b0866-a632-b55d-45e3-e06a11815488}">
          <p14:sldIdLst>
            <p14:sldId id="257"/>
            <p14:sldId id="258"/>
            <p14:sldId id="259"/>
          </p14:sldIdLst>
        </p14:section>
        <p14:section name="Comprendre" id="{3da3c0fc-5a7e-f6d7-eaf4-eb49447a6db2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4fb3ab9d-438a-4fd0-5e4d-4ada698afff4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c52b8ec-0961-dfd1-976f-9d7a49d288d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2026-10-05T10:51:18Z</dcterms:created>
  <dcterms:modified xsi:type="dcterms:W3CDTF">2026-10-05T10:51:18Z</dcterms:modified>
</cp:coreProperties>
</file>
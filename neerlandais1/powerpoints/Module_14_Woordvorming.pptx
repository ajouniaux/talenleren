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5bf06eab-eef6-2b0b-0610-8efc907bcc31}">
          <p14:sldIdLst>
            <p14:sldId id="256"/>
          </p14:sldIdLst>
        </p14:section>
        <p14:section name="Découvrir" id="{f1ebffbc-ce5a-1a74-051c-27845e2f3c04}">
          <p14:sldIdLst>
            <p14:sldId id="257"/>
            <p14:sldId id="258"/>
            <p14:sldId id="259"/>
          </p14:sldIdLst>
        </p14:section>
        <p14:section name="Comprendre" id="{b817da5e-6cb7-6e5e-e757-2de2ebbe0bb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ae87ad2e-2a25-84d7-34e8-19517b83303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d43b46db-e718-e3f3-1df0-659aaab54d0b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2026-10-05T19:06:51Z</dcterms:created>
  <dcterms:modified xsi:type="dcterms:W3CDTF">2026-10-05T19:06:51Z</dcterms:modified>
</cp:coreProperties>
</file>
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ef35815-a12e-876f-47e9-e9e91f841a57}">
          <p14:sldIdLst>
            <p14:sldId id="256"/>
          </p14:sldIdLst>
        </p14:section>
        <p14:section name="Découvrir" id="{5ed8860e-06a7-b0ca-11e3-a490c01308d9}">
          <p14:sldIdLst>
            <p14:sldId id="257"/>
            <p14:sldId id="258"/>
            <p14:sldId id="259"/>
          </p14:sldIdLst>
        </p14:section>
        <p14:section name="Comprendre" id="{119005bd-cbb0-1601-9ac5-525cfbb46e2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cee61e7d-7fc5-f758-4768-21b7b90d48b3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5a715d0-f15c-2586-4271-fd2fe02862b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2026-10-06T11:50:03Z</dcterms:created>
  <dcterms:modified xsi:type="dcterms:W3CDTF">2026-10-06T11:50:03Z</dcterms:modified>
</cp:coreProperties>
</file>
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8639714-0c22-b626-bf96-4d0a2943b216}">
          <p14:sldIdLst>
            <p14:sldId id="256"/>
          </p14:sldIdLst>
        </p14:section>
        <p14:section name="Découvrir" id="{4010b420-38da-585d-b08a-08ff6fa52788}">
          <p14:sldIdLst>
            <p14:sldId id="257"/>
            <p14:sldId id="258"/>
            <p14:sldId id="259"/>
          </p14:sldIdLst>
        </p14:section>
        <p14:section name="Comprendre" id="{5e5ea25f-c0f9-3c82-28a5-1f72235f853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c0aaa306-2ba6-c0c1-bcc7-0414bdc46098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1558b969-72f1-04af-9d93-c3e2dbf9a99b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2026-10-06T08:28:15Z</dcterms:created>
  <dcterms:modified xsi:type="dcterms:W3CDTF">2026-10-06T08:28:15Z</dcterms:modified>
</cp:coreProperties>
</file>
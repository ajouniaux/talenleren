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c383ccb-5f42-a190-3ed6-3978b4e5e267}">
          <p14:sldIdLst>
            <p14:sldId id="256"/>
          </p14:sldIdLst>
        </p14:section>
        <p14:section name="Découvrir" id="{91dbc2ea-ed3d-24bd-6468-5a6a31aa5c05}">
          <p14:sldIdLst>
            <p14:sldId id="257"/>
            <p14:sldId id="258"/>
            <p14:sldId id="259"/>
          </p14:sldIdLst>
        </p14:section>
        <p14:section name="Comprendre" id="{952dfc51-b612-1c21-e810-671f1a0eb96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a44c5bc-4497-fea8-c82f-e7f59151291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fe1ea596-9ac6-9558-bed9-aa34495c2b8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2026-10-06T17:53:42Z</dcterms:created>
  <dcterms:modified xsi:type="dcterms:W3CDTF">2026-10-06T17:53:42Z</dcterms:modified>
</cp:coreProperties>
</file>
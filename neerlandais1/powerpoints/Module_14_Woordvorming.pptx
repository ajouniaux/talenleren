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90b00b2-da47-0c3f-347e-a3c4566dbd34}">
          <p14:sldIdLst>
            <p14:sldId id="256"/>
          </p14:sldIdLst>
        </p14:section>
        <p14:section name="Découvrir" id="{3c97e085-b36d-fd0a-345f-9280b3447c90}">
          <p14:sldIdLst>
            <p14:sldId id="257"/>
            <p14:sldId id="258"/>
            <p14:sldId id="259"/>
          </p14:sldIdLst>
        </p14:section>
        <p14:section name="Comprendre" id="{f60f13a6-fb19-1859-432c-54cfc5432d0d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8270590c-ac36-6729-1e6d-653cb1eaaca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d8f9c85-711c-f936-f5ba-afeb9a6470a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2026-10-05T11:25:56Z</dcterms:created>
  <dcterms:modified xsi:type="dcterms:W3CDTF">2026-10-05T11:25:56Z</dcterms:modified>
</cp:coreProperties>
</file>
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429185e-d83e-1748-e0c9-5309057267ab}">
          <p14:sldIdLst>
            <p14:sldId id="256"/>
          </p14:sldIdLst>
        </p14:section>
        <p14:section name="Découvrir" id="{1cef9653-856b-c10b-42ad-0c849bc61efd}">
          <p14:sldIdLst>
            <p14:sldId id="257"/>
            <p14:sldId id="258"/>
            <p14:sldId id="259"/>
          </p14:sldIdLst>
        </p14:section>
        <p14:section name="Comprendre" id="{99f69771-6f47-01af-e285-afdb64e7535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3f746f68-316b-53a6-5bbc-f8e46ed2d10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bf4f4c72-97a1-7de5-5e3f-7c0e2b16bcd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19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2026-10-04T12:06:12Z</dcterms:created>
  <dcterms:modified xsi:type="dcterms:W3CDTF">2026-10-04T12:06:12Z</dcterms:modified>
</cp:coreProperties>
</file>
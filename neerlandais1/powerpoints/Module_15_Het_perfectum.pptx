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9aed987-0e70-f053-b183-b7e06d9ca313}">
          <p14:sldIdLst>
            <p14:sldId id="256"/>
          </p14:sldIdLst>
        </p14:section>
        <p14:section name="Découvrir" id="{042295ac-18d8-c6d9-95da-f7693d21249a}">
          <p14:sldIdLst>
            <p14:sldId id="257"/>
            <p14:sldId id="258"/>
          </p14:sldIdLst>
        </p14:section>
        <p14:section name="Comprendre" id="{692d7225-dd3b-ac9f-2490-2e63adcddb3d}">
          <p14:sldIdLst>
            <p14:sldId id="259"/>
            <p14:sldId id="260"/>
            <p14:sldId id="261"/>
            <p14:sldId id="262"/>
            <p14:sldId id="263"/>
            <p14:sldId id="264"/>
            <p14:sldId id="265"/>
            <p14:sldId id="266"/>
            <p14:sldId id="267"/>
            <p14:sldId id="268"/>
            <p14:sldId id="269"/>
            <p14:sldId id="270"/>
          </p14:sldIdLst>
        </p14:section>
        <p14:section name="JIJ NU ! — Oefeningen" id="{9b3508b1-1a5a-0b30-dd00-5e8e9fe23c2a}">
          <p14:sldIdLst>
            <p14:sldId id="271"/>
            <p14:sldId id="272"/>
            <p14:sldId id="273"/>
            <p14:sldId id="274"/>
            <p14:sldId id="275"/>
            <p14:sldId id="276"/>
            <p14:sldId id="277"/>
            <p14:sldId id="278"/>
            <p14:sldId id="279"/>
            <p14:sldId id="280"/>
            <p14:sldId id="281"/>
            <p14:sldId id="282"/>
            <p14:sldId id="283"/>
          </p14:sldIdLst>
        </p14:section>
        <p14:section name="Clôture" id="{9f39f00f-3567-d887-0191-f428468d805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opgebeld · verteld.
2. ben.
3. Ik heb niet gewerkt.
Bilan : faites relire la frise des 15 modules et choisir un module à retravailler. En Néerlandais 2 : l'imparfait, les relatives, om … te, l'adjectif, les autres conjonctions, hoeven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2026-10-04T11:27:23Z</dcterms:created>
  <dcterms:modified xsi:type="dcterms:W3CDTF">2026-10-04T11:27:23Z</dcterms:modified>
</cp:coreProperties>
</file>
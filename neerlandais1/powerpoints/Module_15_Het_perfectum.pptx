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3b59711-3bcc-b069-4d98-c2e8dcc2b5a6}">
          <p14:sldIdLst>
            <p14:sldId id="256"/>
          </p14:sldIdLst>
        </p14:section>
        <p14:section name="Découvrir" id="{977828ea-6fba-accb-5aba-f4aea508b41f}">
          <p14:sldIdLst>
            <p14:sldId id="257"/>
            <p14:sldId id="258"/>
          </p14:sldIdLst>
        </p14:section>
        <p14:section name="Comprendre" id="{95c7e6d9-eda4-b567-ce02-523a13ec6d83}">
          <p14:sldIdLst>
            <p14:sldId id="259"/>
            <p14:sldId id="260"/>
            <p14:sldId id="261"/>
            <p14:sldId id="262"/>
            <p14:sldId id="263"/>
            <p14:sldId id="264"/>
            <p14:sldId id="265"/>
            <p14:sldId id="266"/>
            <p14:sldId id="267"/>
            <p14:sldId id="268"/>
            <p14:sldId id="269"/>
            <p14:sldId id="270"/>
          </p14:sldIdLst>
        </p14:section>
        <p14:section name="JIJ NU ! — Oefeningen" id="{eff72cdf-0559-b1d5-bb87-87f5d9cb3133}">
          <p14:sldIdLst>
            <p14:sldId id="271"/>
            <p14:sldId id="272"/>
            <p14:sldId id="273"/>
            <p14:sldId id="274"/>
            <p14:sldId id="275"/>
            <p14:sldId id="276"/>
            <p14:sldId id="277"/>
            <p14:sldId id="278"/>
            <p14:sldId id="279"/>
            <p14:sldId id="280"/>
            <p14:sldId id="281"/>
            <p14:sldId id="282"/>
            <p14:sldId id="283"/>
          </p14:sldIdLst>
        </p14:section>
        <p14:section name="Clôture" id="{9d368c06-57fc-c86f-78f4-bde2dfec56a8}">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bloc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les blocs 1 à 3.
Réponses :
1. opgebeld · verteld.
2. ben.
3. Ik heb niet gewerkt.
Bilan : faites relire la frise des 15 modules et choisir un module à retravailler. Bloc 4 : l'impératif (M16), les verbes de position (M17), le futur (M18) et l'imparfait (M19, bilan du bloc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bloc 3</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Bloc 3 is klaar.</a:t>
            </a:r>
            <a:r>
              <a:rPr lang="en-US" sz="1800" dirty="0">
                <a:solidFill>
                  <a:schemeClr val="bg1"/>
                </a:solidFill>
              </a:rPr>
              <a:t> — Volgende stap : bloc 4, M16 De gebiedende wijs</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BLOCS 1 À 3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2026-10-05T11:25:56Z</dcterms:created>
  <dcterms:modified xsi:type="dcterms:W3CDTF">2026-10-05T11:25:56Z</dcterms:modified>
</cp:coreProperties>
</file>
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d07df82-2c40-a843-de57-0b71e1f3961d}">
          <p14:sldIdLst>
            <p14:sldId id="256"/>
          </p14:sldIdLst>
        </p14:section>
        <p14:section name="Découvrir" id="{44419238-e426-5649-da0b-c2cfa13d97cf}">
          <p14:sldIdLst>
            <p14:sldId id="257"/>
            <p14:sldId id="258"/>
          </p14:sldIdLst>
        </p14:section>
        <p14:section name="Comprendre" id="{9d42ad49-1c6a-48c5-1199-3fb9e966cfc9}">
          <p14:sldIdLst>
            <p14:sldId id="259"/>
            <p14:sldId id="260"/>
            <p14:sldId id="261"/>
            <p14:sldId id="262"/>
            <p14:sldId id="263"/>
            <p14:sldId id="264"/>
            <p14:sldId id="265"/>
            <p14:sldId id="266"/>
            <p14:sldId id="267"/>
            <p14:sldId id="268"/>
            <p14:sldId id="269"/>
            <p14:sldId id="270"/>
          </p14:sldIdLst>
        </p14:section>
        <p14:section name="JIJ NU ! — Oefeningen" id="{72fb367c-0942-f67b-d9e3-5d08478f3ee5}">
          <p14:sldIdLst>
            <p14:sldId id="271"/>
            <p14:sldId id="272"/>
            <p14:sldId id="273"/>
            <p14:sldId id="274"/>
            <p14:sldId id="275"/>
            <p14:sldId id="276"/>
            <p14:sldId id="277"/>
            <p14:sldId id="278"/>
            <p14:sldId id="279"/>
            <p14:sldId id="280"/>
            <p14:sldId id="281"/>
            <p14:sldId id="282"/>
            <p14:sldId id="283"/>
          </p14:sldIdLst>
        </p14:section>
        <p14:section name="Clôture" id="{b7debf12-4c9c-0043-e2b3-8d1617111e48}">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2026-10-04T18:33:15Z</dcterms:created>
  <dcterms:modified xsi:type="dcterms:W3CDTF">2026-10-04T18:33:15Z</dcterms:modified>
</cp:coreProperties>
</file>
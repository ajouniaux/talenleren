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b64bf5ad-ab48-0968-9091-9a04601f3835}">
          <p14:sldIdLst>
            <p14:sldId id="256"/>
          </p14:sldIdLst>
        </p14:section>
        <p14:section name="Découvrir" id="{ecda856c-97a0-f007-05cc-058d2237af47}">
          <p14:sldIdLst>
            <p14:sldId id="257"/>
            <p14:sldId id="258"/>
          </p14:sldIdLst>
        </p14:section>
        <p14:section name="Comprendre" id="{0f174275-703e-5b53-fcc0-cc14ea5ed5dd}">
          <p14:sldIdLst>
            <p14:sldId id="259"/>
            <p14:sldId id="260"/>
            <p14:sldId id="261"/>
            <p14:sldId id="262"/>
            <p14:sldId id="263"/>
            <p14:sldId id="264"/>
            <p14:sldId id="265"/>
            <p14:sldId id="266"/>
            <p14:sldId id="267"/>
            <p14:sldId id="268"/>
            <p14:sldId id="269"/>
            <p14:sldId id="270"/>
          </p14:sldIdLst>
        </p14:section>
        <p14:section name="JIJ NU ! — Oefeningen" id="{f3768c62-87f4-1b8b-fa0c-79b0bbc8195f}">
          <p14:sldIdLst>
            <p14:sldId id="271"/>
            <p14:sldId id="272"/>
            <p14:sldId id="273"/>
            <p14:sldId id="274"/>
            <p14:sldId id="275"/>
            <p14:sldId id="276"/>
            <p14:sldId id="277"/>
            <p14:sldId id="278"/>
            <p14:sldId id="279"/>
            <p14:sldId id="280"/>
            <p14:sldId id="281"/>
            <p14:sldId id="282"/>
            <p14:sldId id="283"/>
          </p14:sldIdLst>
        </p14:section>
        <p14:section name="Clôture" id="{f8687367-71c9-d1c1-cc8d-5ba3072d96c8}">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parler du passé.
Question d'entrée, en français puis en néerlandais : « Qu'avez-vous fait ce week-end ? » Écrivez au tableau les verbes que la classe connaît déjà.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objectifs explicites.
Le passé composé est le temps du passé à l'oral, en néerlandais comme en français. C'est la dernière pièce du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la forme dans un mini-dialogue.
Faites relever les paires auxiliaire + participe. Question-piège : pourquoi ben … gegaan et pas heb ? Réponse diapo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Situer le passé composé dans la grille (archive diapo 3, phrases corrigées).
C'est la pince du M3, avec l'auxiliaire comme mâchoire gauche. verhuizen (déménager) remplace verkassen (familier). slagen (réussir un examen) se conjugue avec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participe des verbes réguliers.
Les ajustements de radical du M3 s'appliquent (woon, maak, bel). t ou d : diapo suivante. À l'oral, gewoond se prononce avec un t final (M1) : la différence n'existe qu'à l'écrit.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t ou d (mnémotechnique de l'archive, standardisée).
Exemples de l'archive. En Flandre, on apprend aussi « 't kofschip » (mêmes consonnes). La 3e ligne réutilise la règle du M4 (hij wacht, pas wachtt).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l'erreur gereist / geleeft (⚠ de l'archive).
Lien M4 (reizen → ik reis). Phrases de l'archive, corrigées : We hebben de laatste jaren veel gereisd. We hebben verschillende continenten bezocht.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ge- au bon endroit, ou ne pas le mettre (archive diapos 6 et 10, corrigées).
Lien M11 : les mêmes tests (préfixe, accent). Un participe commence donc par ge-, par une particule + ge-, ou par un préfixe inséparable. ontmoet : radical en t, pas de t ajouté.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17 participes irréguliers parmi les plus utiles.
On les apprend par familles sonores. begonnen n'a pas de ge- (be-, inséparable). Liste complète en annexe de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l'auxiliaire.
Le français fonctionne presque pareil (« je suis allé, je suis parti »). Les exceptions françaises sont la diapo suivante. fietsen, lopen peuvent prendre les deux : à voir en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auxiliaires qui diffèrent du français.
Trois verbes très fréquents dans les conversations professionnelles (maladie, horaires, examens). Le français « avoir » devient zijn : faites-les répéter en chœur.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Situer l'action dans le temps.
geleden = « il y a » (temps) : twee jaar geleden. vorig jaar (het jaar) mais vorige week (de week) : l'adjectif prend -e devant un nom de (aperçu, Néerlandais 2). net = « venir de » : Ik heb net gegeten.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Réinvestir la grille au passé (lien M3, M13).
Rappel M13 : niet juste avant le participe ; geen devant le nom. Rappel M3 : complément en tête →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Relier le passé composé au M9 (les deux verbes au bout).
L'ordre heb geslapen (auxiliaire d'abord) est aussi correct, surtout aux Pays-Bas. En classe, acceptez les deux. À reconnaître surtout.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Ce schéma est la référence pour tous les exercices.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Exercices 1 et 2 en séance 1, les autres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des participes de tous les types.
Faites justifier par l'organigramme. N° 8 : meegenomen est irrégulier (nemen → genomen) et à particule.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Former des participes de tous les types.
Faites justifier par l'organigramme. N° 8 : meegenomen est irrégulier (nemen → genomen) et à particule.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le choix t / d (jeu de rapidité).
Les apprenants lèvent un carton T ou D. gerookt : radical rook, et k est dans KetCHuP. (Attention : lachen donne gelachen, irrégulier : voir ex. 4.) geleefd : piège de la diapo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le choix t / d (jeu de rapidité).
Les apprenants lèvent un carton T ou D. gerookt : radical rook, et k est dans KetCHuP. (Attention : lachen donne gelachen, irrégulier : voir ex. 4.) geleefd : piège de la diapo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et conjuguer l'auxiliaire.
N° 4 : piège de la diapo 11 (geweest). N° 7 : blijven → zijn (diapo 10). N° 8 : opstaan = changement de position →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et conjuguer l'auxiliaire.
N° 4 : piège de la diapo 11 (geweest). N° 7 : blijven → zijn (diapo 10). N° 8 : opstaan = changement de position →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Mettre un texte au passé composé.
naar de markt gefietst : déplacement vers un lieu → ben (diapo 10). bakken → gebakken et lachen → gelachen sont irréguliers (-en au lieu de -t) : signalez-le.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Mettre un texte au passé composé.
naar de markt gefietst : déplacement vers un lieu → ben (diapo 10). bakken → gebakken et lachen → gelachen sont irréguliers (-en au lieu de -t) : signalez-le.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des questions et répondre au passé composé (jeu de l'archive, corrigé).
Corrections de l'archive : Ik ben naar New York gereisd devient New York bezocht (compatible avec Heb je ooit…? ; in New York geweest demanderait Ben je ooit…?) ; Ik heb een Blind date gedaan est remplacé ; Hamlet lezen et de Everest beklimmen sont remplacés par des expériences plus courantes. nog nooit = « jamais encore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typiques dans un récit.
Ik heb mijn vriend ontmoet est correct (inséparable, pas de ge-) : c'est un leurre. Chaque erreur renvoie à une diapo (inversion M3, diapos 9 à 11, M13).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typiques dans un récit.
Ik heb mijn vriend ontmoet est correct (inséparable, pas de ge-) : c'est un leurre. Chaque erreur renvoie à une diapo (inversion M3, diapos 9 à 11, M13).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professionnelle : rendre compte de sa semaine.
gelukt = réussi (lukken, M8 : Lukt dat?). Chacun parle une minute, puis l'équipe pose une question (Heb je ook…?). C'est la tâche finale orale du bloc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et clore les blocs 1 à 3.
Réponses :
1. opgebeld · verteld.
2. ben.
3. Ik heb niet gewerkt.
Bilan : faites relire la frise des 15 modules et choisir un module à retravailler. Bloc 4 : l'impératif (M16), les verbes de position (M17), le futur (M18) et l'imparfait (M19, bilan du bloc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15 · Het perfectum</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15 · Het perfectum</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2.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slideLayout" Target="../slideLayouts/slideLayout2.xml"/><Relationship Id="rId1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12811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15 / 32</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Het perfectum</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 passé composé</a:t>
            </a:r>
            <a:endParaRPr lang="en-US" sz="2000" dirty="0"/>
          </a:p>
          <a:p>
            <a:pPr algn="l" indent="0" marL="0">
              <a:buNone/>
            </a:pPr>
            <a:r>
              <a:rPr lang="en-US" sz="2000" b="1" dirty="0">
                <a:solidFill>
                  <a:srgbClr val="FFFFFF"/>
                </a:solidFill>
              </a:rPr>
              <a:t>Wat heb je in het weekend gedaan?</a:t>
            </a:r>
            <a:endParaRPr lang="en-US" sz="2000" dirty="0"/>
          </a:p>
        </p:txBody>
      </p:sp>
      <p:pic>
        <p:nvPicPr>
          <p:cNvPr id="5" name="Image 0" descr="tear off calendar">    </p:cNvPr>
          <p:cNvPicPr>
            <a:picLocks noChangeAspect="1"/>
          </p:cNvPicPr>
          <p:nvPr/>
        </p:nvPicPr>
        <p:blipFill>
          <a:blip r:embed="rId1"/>
          <a:stretch>
            <a:fillRect/>
          </a:stretch>
        </p:blipFill>
        <p:spPr>
          <a:xfrm>
            <a:off x="9829800" y="914400"/>
            <a:ext cx="1737360" cy="1737360"/>
          </a:xfrm>
          <a:prstGeom prst="rect">
            <a:avLst/>
          </a:prstGeom>
        </p:spPr>
      </p:pic>
      <p:sp>
        <p:nvSpPr>
          <p:cNvPr id="6" name="Shape 3"/>
          <p:cNvSpPr/>
          <p:nvPr/>
        </p:nvSpPr>
        <p:spPr>
          <a:xfrm>
            <a:off x="6400800" y="1417320"/>
            <a:ext cx="960120" cy="731520"/>
          </a:xfrm>
          <a:prstGeom prst="roundRect">
            <a:avLst>
              <a:gd name="adj" fmla="val 10000"/>
            </a:avLst>
          </a:prstGeom>
          <a:solidFill>
            <a:srgbClr val="FFFFFF">
              <a:alpha val="30000"/>
            </a:srgbClr>
          </a:solidFill>
          <a:ln w="12700">
            <a:solidFill>
              <a:srgbClr val="FFFFFF">
                <a:alpha val="0"/>
              </a:srgbClr>
            </a:solidFill>
            <a:prstDash val="solid"/>
          </a:ln>
        </p:spPr>
      </p:sp>
      <p:sp>
        <p:nvSpPr>
          <p:cNvPr id="7" name="Text 4"/>
          <p:cNvSpPr txBox="1"/>
          <p:nvPr/>
        </p:nvSpPr>
        <p:spPr>
          <a:xfrm>
            <a:off x="6400800" y="1417320"/>
            <a:ext cx="960120" cy="731520"/>
          </a:xfrm>
          <a:prstGeom prst="rect">
            <a:avLst/>
          </a:prstGeom>
          <a:noFill/>
          <a:ln/>
        </p:spPr>
        <p:txBody>
          <a:bodyPr wrap="square" lIns="0" tIns="0" rIns="0" bIns="0" rtlCol="0" anchor="ctr"/>
          <a:lstStyle/>
          <a:p>
            <a:pPr algn="ctr" indent="0" marL="0">
              <a:buNone/>
            </a:pPr>
            <a:r>
              <a:rPr lang="en-US" sz="1200" b="1" dirty="0">
                <a:solidFill>
                  <a:schemeClr val="tx2"/>
                </a:solidFill>
              </a:rPr>
              <a:t>vorige week</a:t>
            </a:r>
            <a:endParaRPr lang="en-US" sz="1200" dirty="0"/>
          </a:p>
        </p:txBody>
      </p:sp>
      <p:sp>
        <p:nvSpPr>
          <p:cNvPr id="8" name="Shape 5"/>
          <p:cNvSpPr/>
          <p:nvPr/>
        </p:nvSpPr>
        <p:spPr>
          <a:xfrm>
            <a:off x="7452360" y="1417320"/>
            <a:ext cx="960120" cy="731520"/>
          </a:xfrm>
          <a:prstGeom prst="roundRect">
            <a:avLst>
              <a:gd name="adj" fmla="val 10000"/>
            </a:avLst>
          </a:prstGeom>
          <a:solidFill>
            <a:srgbClr val="FFFFFF">
              <a:alpha val="60000"/>
            </a:srgbClr>
          </a:solidFill>
          <a:ln w="12700">
            <a:solidFill>
              <a:srgbClr val="FFFFFF">
                <a:alpha val="0"/>
              </a:srgbClr>
            </a:solidFill>
            <a:prstDash val="solid"/>
          </a:ln>
        </p:spPr>
      </p:sp>
      <p:sp>
        <p:nvSpPr>
          <p:cNvPr id="9" name="Text 6"/>
          <p:cNvSpPr txBox="1"/>
          <p:nvPr/>
        </p:nvSpPr>
        <p:spPr>
          <a:xfrm>
            <a:off x="7452360" y="1417320"/>
            <a:ext cx="960120" cy="731520"/>
          </a:xfrm>
          <a:prstGeom prst="rect">
            <a:avLst/>
          </a:prstGeom>
          <a:noFill/>
          <a:ln/>
        </p:spPr>
        <p:txBody>
          <a:bodyPr wrap="square" lIns="0" tIns="0" rIns="0" bIns="0" rtlCol="0" anchor="ctr"/>
          <a:lstStyle/>
          <a:p>
            <a:pPr algn="ctr" indent="0" marL="0">
              <a:buNone/>
            </a:pPr>
            <a:r>
              <a:rPr lang="en-US" sz="1200" b="1" dirty="0">
                <a:solidFill>
                  <a:schemeClr val="tx2"/>
                </a:solidFill>
              </a:rPr>
              <a:t>zaterdag</a:t>
            </a:r>
            <a:endParaRPr lang="en-US" sz="1200" dirty="0"/>
          </a:p>
        </p:txBody>
      </p:sp>
      <p:sp>
        <p:nvSpPr>
          <p:cNvPr id="10" name="Shape 7"/>
          <p:cNvSpPr/>
          <p:nvPr/>
        </p:nvSpPr>
        <p:spPr>
          <a:xfrm>
            <a:off x="8503920" y="1417320"/>
            <a:ext cx="960120" cy="731520"/>
          </a:xfrm>
          <a:prstGeom prst="roundRect">
            <a:avLst>
              <a:gd name="adj" fmla="val 10000"/>
            </a:avLst>
          </a:prstGeom>
          <a:solidFill>
            <a:srgbClr val="FFFFFF">
              <a:alpha val="90000"/>
            </a:srgbClr>
          </a:solidFill>
          <a:ln w="12700">
            <a:solidFill>
              <a:srgbClr val="FFFFFF">
                <a:alpha val="0"/>
              </a:srgbClr>
            </a:solidFill>
            <a:prstDash val="solid"/>
          </a:ln>
        </p:spPr>
      </p:sp>
      <p:sp>
        <p:nvSpPr>
          <p:cNvPr id="11" name="Text 8"/>
          <p:cNvSpPr txBox="1"/>
          <p:nvPr/>
        </p:nvSpPr>
        <p:spPr>
          <a:xfrm>
            <a:off x="8503920" y="1417320"/>
            <a:ext cx="960120" cy="731520"/>
          </a:xfrm>
          <a:prstGeom prst="rect">
            <a:avLst/>
          </a:prstGeom>
          <a:noFill/>
          <a:ln/>
        </p:spPr>
        <p:txBody>
          <a:bodyPr wrap="square" lIns="0" tIns="0" rIns="0" bIns="0" rtlCol="0" anchor="ctr"/>
          <a:lstStyle/>
          <a:p>
            <a:pPr algn="ctr" indent="0" marL="0">
              <a:buNone/>
            </a:pPr>
            <a:r>
              <a:rPr lang="en-US" sz="1200" b="1" dirty="0">
                <a:solidFill>
                  <a:schemeClr val="tx2"/>
                </a:solidFill>
              </a:rPr>
              <a:t>gisteren</a:t>
            </a:r>
            <a:endParaRPr lang="en-US" sz="1200" dirty="0"/>
          </a:p>
        </p:txBody>
      </p:sp>
      <p:sp>
        <p:nvSpPr>
          <p:cNvPr id="12" name="Shape 9"/>
          <p:cNvSpPr/>
          <p:nvPr/>
        </p:nvSpPr>
        <p:spPr>
          <a:xfrm flipH="1">
            <a:off x="6446520" y="2423160"/>
            <a:ext cx="3246120" cy="914"/>
          </a:xfrm>
          <a:prstGeom prst="line">
            <a:avLst/>
          </a:prstGeom>
          <a:noFill/>
          <a:ln w="38100">
            <a:solidFill>
              <a:srgbClr val="F6C27E"/>
            </a:solidFill>
            <a:prstDash val="solid"/>
            <a:tailEnd type="triangle"/>
          </a:ln>
        </p:spPr>
      </p:sp>
      <p:sp>
        <p:nvSpPr>
          <p:cNvPr id="13" name="Text 10"/>
          <p:cNvSpPr txBox="1"/>
          <p:nvPr/>
        </p:nvSpPr>
        <p:spPr>
          <a:xfrm>
            <a:off x="6400800" y="2514600"/>
            <a:ext cx="3200400" cy="320040"/>
          </a:xfrm>
          <a:prstGeom prst="rect">
            <a:avLst/>
          </a:prstGeom>
          <a:noFill/>
          <a:ln/>
        </p:spPr>
        <p:txBody>
          <a:bodyPr wrap="square" lIns="0" tIns="0" rIns="0" bIns="0" rtlCol="0" anchor="t"/>
          <a:lstStyle/>
          <a:p>
            <a:pPr algn="ctr" indent="0" marL="0">
              <a:buNone/>
            </a:pPr>
            <a:r>
              <a:rPr lang="en-US" sz="1400" i="1" dirty="0">
                <a:solidFill>
                  <a:srgbClr val="F6C27E"/>
                </a:solidFill>
              </a:rPr>
              <a:t>le passé</a:t>
            </a:r>
            <a:endParaRPr lang="en-US" sz="1400" dirty="0"/>
          </a:p>
        </p:txBody>
      </p:sp>
      <p:sp>
        <p:nvSpPr>
          <p:cNvPr id="14" name="Shape 11"/>
          <p:cNvSpPr/>
          <p:nvPr/>
        </p:nvSpPr>
        <p:spPr>
          <a:xfrm>
            <a:off x="6355080" y="3337560"/>
            <a:ext cx="5303520" cy="1051560"/>
          </a:xfrm>
          <a:prstGeom prst="roundRect">
            <a:avLst>
              <a:gd name="adj" fmla="val 13043"/>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5" name="Text 12"/>
          <p:cNvSpPr txBox="1"/>
          <p:nvPr/>
        </p:nvSpPr>
        <p:spPr>
          <a:xfrm>
            <a:off x="6355080" y="3337560"/>
            <a:ext cx="5303520" cy="1051560"/>
          </a:xfrm>
          <a:prstGeom prst="rect">
            <a:avLst/>
          </a:prstGeom>
          <a:noFill/>
          <a:ln/>
        </p:spPr>
        <p:txBody>
          <a:bodyPr wrap="square" lIns="0" tIns="0" rIns="0" bIns="0" rtlCol="0" anchor="ctr"/>
          <a:lstStyle/>
          <a:p>
            <a:pPr algn="ctr" indent="0" marL="0">
              <a:buNone/>
            </a:pPr>
            <a:r>
              <a:rPr lang="en-US" sz="2800" dirty="0">
                <a:solidFill>
                  <a:schemeClr val="tx1"/>
                </a:solidFill>
                <a:latin typeface="+mj-lt" pitchFamily="34" charset="0"/>
                <a:ea typeface="+mj-lt" pitchFamily="34" charset="-122"/>
                <a:cs typeface="+mj-lt" pitchFamily="34" charset="-120"/>
              </a:rPr>
              <a:t>Wat </a:t>
            </a:r>
            <a:r>
              <a:rPr lang="en-US" sz="2800" b="1" dirty="0">
                <a:solidFill>
                  <a:schemeClr val="accent6"/>
                </a:solidFill>
                <a:latin typeface="+mj-lt" pitchFamily="34" charset="0"/>
                <a:ea typeface="+mj-lt" pitchFamily="34" charset="-122"/>
                <a:cs typeface="+mj-lt" pitchFamily="34" charset="-120"/>
              </a:rPr>
              <a:t>heb</a:t>
            </a:r>
            <a:r>
              <a:rPr lang="en-US" sz="2800" dirty="0">
                <a:solidFill>
                  <a:schemeClr val="tx1"/>
                </a:solidFill>
                <a:latin typeface="+mj-lt" pitchFamily="34" charset="0"/>
                <a:ea typeface="+mj-lt" pitchFamily="34" charset="-122"/>
                <a:cs typeface="+mj-lt" pitchFamily="34" charset="-120"/>
              </a:rPr>
              <a:t> je gisteren </a:t>
            </a:r>
            <a:r>
              <a:rPr lang="en-US" sz="2800" b="1" dirty="0">
                <a:solidFill>
                  <a:schemeClr val="accent6"/>
                </a:solidFill>
                <a:latin typeface="+mj-lt" pitchFamily="34" charset="0"/>
                <a:ea typeface="+mj-lt" pitchFamily="34" charset="-122"/>
                <a:cs typeface="+mj-lt" pitchFamily="34" charset="-120"/>
              </a:rPr>
              <a:t>gedaan</a:t>
            </a:r>
            <a:r>
              <a:rPr lang="en-US" sz="2800" dirty="0">
                <a:solidFill>
                  <a:schemeClr val="tx1"/>
                </a:solidFill>
                <a:latin typeface="+mj-lt" pitchFamily="34" charset="0"/>
                <a:ea typeface="+mj-lt" pitchFamily="34" charset="-122"/>
                <a:cs typeface="+mj-lt" pitchFamily="34" charset="-120"/>
              </a:rPr>
              <a: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4"/>
          </a:solidFill>
          <a:ln w="12700">
            <a:solidFill>
              <a:srgbClr val="FFFFFF">
                <a:alpha val="0"/>
              </a:srgbClr>
            </a:solidFill>
            <a:prstDash val="solid"/>
          </a:ln>
        </p:spPr>
      </p:sp>
      <p:pic>
        <p:nvPicPr>
          <p:cNvPr id="7" name="Image 0" descr="Cogs">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Former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fabrique le participe passé : </a:t>
            </a:r>
            <a:r>
              <a:rPr lang="en-US" sz="2000" i="1" dirty="0">
                <a:solidFill>
                  <a:schemeClr val="tx1"/>
                </a:solidFill>
              </a:rPr>
              <a:t>gewerkt, opgestaan, gegeten</a:t>
            </a:r>
            <a:r>
              <a:rPr lang="en-US" sz="2000" dirty="0">
                <a:solidFill>
                  <a:schemeClr val="tx1"/>
                </a:solidFill>
              </a:rPr>
              <a: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3"/>
          </a:solidFill>
          <a:ln w="12700">
            <a:solidFill>
              <a:srgbClr val="FFFFFF">
                <a:alpha val="0"/>
              </a:srgbClr>
            </a:solidFill>
            <a:prstDash val="solid"/>
          </a:ln>
        </p:spPr>
      </p:sp>
      <p:pic>
        <p:nvPicPr>
          <p:cNvPr id="12" name="Image 1" descr="DoorOpen">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mj-lt" pitchFamily="34" charset="0"/>
                <a:ea typeface="+mj-lt" pitchFamily="34" charset="-122"/>
                <a:cs typeface="+mj-lt" pitchFamily="34" charset="-120"/>
              </a:rPr>
              <a:t>Choisir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choisis </a:t>
            </a:r>
            <a:r>
              <a:rPr lang="en-US" sz="2000" i="1" dirty="0">
                <a:solidFill>
                  <a:schemeClr val="tx1"/>
                </a:solidFill>
              </a:rPr>
              <a:t>hebben</a:t>
            </a:r>
            <a:r>
              <a:rPr lang="en-US" sz="2000" dirty="0">
                <a:solidFill>
                  <a:schemeClr val="tx1"/>
                </a:solidFill>
              </a:rPr>
              <a:t> ou </a:t>
            </a:r>
            <a:r>
              <a:rPr lang="en-US" sz="2000" i="1" dirty="0">
                <a:solidFill>
                  <a:schemeClr val="tx1"/>
                </a:solidFill>
              </a:rPr>
              <a:t>zijn</a:t>
            </a:r>
            <a:r>
              <a:rPr lang="en-US" sz="2000" dirty="0">
                <a:solidFill>
                  <a:schemeClr val="tx1"/>
                </a:solidFill>
              </a:rPr>
              <a:t>.</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2"/>
          </a:solidFill>
          <a:ln w="12700">
            <a:solidFill>
              <a:srgbClr val="FFFFFF">
                <a:alpha val="0"/>
              </a:srgbClr>
            </a:solidFill>
            <a:prstDash val="solid"/>
          </a:ln>
        </p:spPr>
      </p:sp>
      <p:pic>
        <p:nvPicPr>
          <p:cNvPr id="17" name="Image 2" descr="BookOpen">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Raconter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raconte mon week-end et ma semaine de travail.</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Le passé composé est </a:t>
            </a:r>
            <a:r>
              <a:rPr lang="en-US" sz="1700" b="1" dirty="0">
                <a:solidFill>
                  <a:schemeClr val="tx1"/>
                </a:solidFill>
              </a:rPr>
              <a:t>le</a:t>
            </a:r>
            <a:r>
              <a:rPr lang="en-US" sz="1700" dirty="0">
                <a:solidFill>
                  <a:schemeClr val="tx1"/>
                </a:solidFill>
              </a:rPr>
              <a:t> temps du passé à l’oral, en néerlandais comme en français : la dernière pièce du parcours.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le lundi matin au bureau</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pic>
        <p:nvPicPr>
          <p:cNvPr id="5" name="Image 0" descr="man office worker">    </p:cNvPr>
          <p:cNvPicPr>
            <a:picLocks noChangeAspect="1"/>
          </p:cNvPicPr>
          <p:nvPr/>
        </p:nvPicPr>
        <p:blipFill>
          <a:blip r:embed="rId1"/>
          <a:stretch>
            <a:fillRect/>
          </a:stretch>
        </p:blipFill>
        <p:spPr>
          <a:xfrm>
            <a:off x="548640" y="1600200"/>
            <a:ext cx="1188720" cy="1188720"/>
          </a:xfrm>
          <a:prstGeom prst="rect">
            <a:avLst/>
          </a:prstGeom>
        </p:spPr>
      </p:pic>
      <p:pic>
        <p:nvPicPr>
          <p:cNvPr id="6" name="Image 1" descr="woman office worker">    </p:cNvPr>
          <p:cNvPicPr>
            <a:picLocks noChangeAspect="1"/>
          </p:cNvPicPr>
          <p:nvPr/>
        </p:nvPicPr>
        <p:blipFill>
          <a:blip r:embed="rId2"/>
          <a:stretch>
            <a:fillRect/>
          </a:stretch>
        </p:blipFill>
        <p:spPr>
          <a:xfrm>
            <a:off x="10451592" y="2697480"/>
            <a:ext cx="1188720" cy="1188720"/>
          </a:xfrm>
          <a:prstGeom prst="rect">
            <a:avLst/>
          </a:prstGeom>
        </p:spPr>
      </p:pic>
      <p:pic>
        <p:nvPicPr>
          <p:cNvPr id="7" name="Image 2" descr="hot beverage">    </p:cNvPr>
          <p:cNvPicPr>
            <a:picLocks noChangeAspect="1"/>
          </p:cNvPicPr>
          <p:nvPr/>
        </p:nvPicPr>
        <p:blipFill>
          <a:blip r:embed="rId3"/>
          <a:stretch>
            <a:fillRect/>
          </a:stretch>
        </p:blipFill>
        <p:spPr>
          <a:xfrm>
            <a:off x="685800" y="3886200"/>
            <a:ext cx="914400" cy="914400"/>
          </a:xfrm>
          <a:prstGeom prst="rect">
            <a:avLst/>
          </a:prstGeom>
        </p:spPr>
      </p:pic>
      <p:sp>
        <p:nvSpPr>
          <p:cNvPr id="8" name="Shape 2"/>
          <p:cNvSpPr/>
          <p:nvPr/>
        </p:nvSpPr>
        <p:spPr>
          <a:xfrm>
            <a:off x="1920240" y="1645920"/>
            <a:ext cx="7772400" cy="868680"/>
          </a:xfrm>
          <a:prstGeom prst="roundRect">
            <a:avLst>
              <a:gd name="adj" fmla="val 18947"/>
            </a:avLst>
          </a:prstGeom>
          <a:solidFill>
            <a:schemeClr val="accent2">
              <a:alpha val="12000"/>
            </a:schemeClr>
          </a:solidFill>
          <a:ln w="15875">
            <a:solidFill>
              <a:srgbClr val="2A6FB0"/>
            </a:solidFill>
            <a:prstDash val="solid"/>
          </a:ln>
        </p:spPr>
      </p:sp>
      <p:sp>
        <p:nvSpPr>
          <p:cNvPr id="9" name="Text 3"/>
          <p:cNvSpPr txBox="1"/>
          <p:nvPr/>
        </p:nvSpPr>
        <p:spPr>
          <a:xfrm>
            <a:off x="2084832" y="1645920"/>
            <a:ext cx="7443216" cy="868680"/>
          </a:xfrm>
          <a:prstGeom prst="rect">
            <a:avLst/>
          </a:prstGeom>
          <a:noFill/>
          <a:ln/>
        </p:spPr>
        <p:txBody>
          <a:bodyPr wrap="square" lIns="0" tIns="0" rIns="0" bIns="0" rtlCol="0" anchor="ctr"/>
          <a:lstStyle/>
          <a:p>
            <a:pPr algn="l" indent="0" marL="0">
              <a:buNone/>
            </a:pPr>
            <a:r>
              <a:rPr lang="en-US" sz="2100" b="1" dirty="0">
                <a:solidFill>
                  <a:schemeClr val="tx1"/>
                </a:solidFill>
              </a:rPr>
              <a:t>Karim</a:t>
            </a:r>
            <a:r>
              <a:rPr lang="en-US" sz="2100" dirty="0">
                <a:solidFill>
                  <a:schemeClr val="tx1"/>
                </a:solidFill>
              </a:rPr>
              <a:t> : </a:t>
            </a:r>
            <a:r>
              <a:rPr lang="en-US" sz="2100" i="1" dirty="0">
                <a:solidFill>
                  <a:schemeClr val="tx1"/>
                </a:solidFill>
              </a:rPr>
              <a:t>Hoi Sofie! Wat </a:t>
            </a:r>
            <a:r>
              <a:rPr lang="en-US" sz="2100" b="1" i="1" dirty="0">
                <a:solidFill>
                  <a:schemeClr val="accent6"/>
                </a:solidFill>
              </a:rPr>
              <a:t>heb</a:t>
            </a:r>
            <a:r>
              <a:rPr lang="en-US" sz="2100" i="1" dirty="0">
                <a:solidFill>
                  <a:schemeClr val="tx1"/>
                </a:solidFill>
              </a:rPr>
              <a:t> je in het weekend </a:t>
            </a:r>
            <a:r>
              <a:rPr lang="en-US" sz="2100" b="1" i="1" u="sng" dirty="0">
                <a:solidFill>
                  <a:schemeClr val="accent6"/>
                </a:solidFill>
              </a:rPr>
              <a:t>gedaan</a:t>
            </a:r>
            <a:r>
              <a:rPr lang="en-US" sz="2100" i="1" dirty="0">
                <a:solidFill>
                  <a:schemeClr val="tx1"/>
                </a:solidFill>
              </a:rPr>
              <a:t>?</a:t>
            </a:r>
            <a:endParaRPr lang="en-US" sz="2100" dirty="0"/>
          </a:p>
        </p:txBody>
      </p:sp>
      <p:sp>
        <p:nvSpPr>
          <p:cNvPr id="10" name="Shape 4"/>
          <p:cNvSpPr/>
          <p:nvPr/>
        </p:nvSpPr>
        <p:spPr>
          <a:xfrm>
            <a:off x="1920240" y="2697480"/>
            <a:ext cx="8321040" cy="1188720"/>
          </a:xfrm>
          <a:prstGeom prst="roundRect">
            <a:avLst>
              <a:gd name="adj" fmla="val 13846"/>
            </a:avLst>
          </a:prstGeom>
          <a:solidFill>
            <a:schemeClr val="accent4">
              <a:alpha val="12000"/>
            </a:schemeClr>
          </a:solidFill>
          <a:ln w="15875">
            <a:solidFill>
              <a:srgbClr val="B4236A"/>
            </a:solidFill>
            <a:prstDash val="solid"/>
          </a:ln>
        </p:spPr>
      </p:sp>
      <p:sp>
        <p:nvSpPr>
          <p:cNvPr id="11" name="Text 5"/>
          <p:cNvSpPr txBox="1"/>
          <p:nvPr/>
        </p:nvSpPr>
        <p:spPr>
          <a:xfrm>
            <a:off x="2084832" y="2697480"/>
            <a:ext cx="7991856" cy="1188720"/>
          </a:xfrm>
          <a:prstGeom prst="rect">
            <a:avLst/>
          </a:prstGeom>
          <a:noFill/>
          <a:ln/>
        </p:spPr>
        <p:txBody>
          <a:bodyPr wrap="square" lIns="0" tIns="0" rIns="0" bIns="0" rtlCol="0" anchor="ctr"/>
          <a:lstStyle/>
          <a:p>
            <a:pPr algn="l" indent="0" marL="0">
              <a:buNone/>
            </a:pPr>
            <a:r>
              <a:rPr lang="en-US" sz="2100" b="1" dirty="0">
                <a:solidFill>
                  <a:schemeClr val="tx1"/>
                </a:solidFill>
              </a:rPr>
              <a:t>Sofie</a:t>
            </a:r>
            <a:r>
              <a:rPr lang="en-US" sz="2100" dirty="0">
                <a:solidFill>
                  <a:schemeClr val="tx1"/>
                </a:solidFill>
              </a:rPr>
              <a:t> : </a:t>
            </a:r>
            <a:r>
              <a:rPr lang="en-US" sz="2100" i="1" dirty="0">
                <a:solidFill>
                  <a:schemeClr val="tx1"/>
                </a:solidFill>
              </a:rPr>
              <a:t>Ik </a:t>
            </a:r>
            <a:r>
              <a:rPr lang="en-US" sz="2100" b="1" i="1" dirty="0">
                <a:solidFill>
                  <a:schemeClr val="accent6"/>
                </a:solidFill>
              </a:rPr>
              <a:t>heb</a:t>
            </a:r>
            <a:r>
              <a:rPr lang="en-US" sz="2100" i="1" dirty="0">
                <a:solidFill>
                  <a:schemeClr val="tx1"/>
                </a:solidFill>
              </a:rPr>
              <a:t> lekker </a:t>
            </a:r>
            <a:r>
              <a:rPr lang="en-US" sz="2100" b="1" i="1" u="sng" dirty="0">
                <a:solidFill>
                  <a:schemeClr val="accent6"/>
                </a:solidFill>
              </a:rPr>
              <a:t>geslapen</a:t>
            </a:r>
            <a:r>
              <a:rPr lang="en-US" sz="2100" i="1" dirty="0">
                <a:solidFill>
                  <a:schemeClr val="tx1"/>
                </a:solidFill>
              </a:rPr>
              <a:t> en ik </a:t>
            </a:r>
            <a:r>
              <a:rPr lang="en-US" sz="2100" b="1" i="1" dirty="0">
                <a:solidFill>
                  <a:schemeClr val="accent6"/>
                </a:solidFill>
              </a:rPr>
              <a:t>heb</a:t>
            </a:r>
            <a:r>
              <a:rPr lang="en-US" sz="2100" i="1" dirty="0">
                <a:solidFill>
                  <a:schemeClr val="tx1"/>
                </a:solidFill>
              </a:rPr>
              <a:t> een boek </a:t>
            </a:r>
            <a:r>
              <a:rPr lang="en-US" sz="2100" b="1" i="1" u="sng" dirty="0">
                <a:solidFill>
                  <a:schemeClr val="accent6"/>
                </a:solidFill>
              </a:rPr>
              <a:t>gelezen</a:t>
            </a:r>
            <a:r>
              <a:rPr lang="en-US" sz="2100" i="1" dirty="0">
                <a:solidFill>
                  <a:schemeClr val="tx1"/>
                </a:solidFill>
              </a:rPr>
              <a:t>. Zondag </a:t>
            </a:r>
            <a:r>
              <a:rPr lang="en-US" sz="2100" b="1" i="1" dirty="0">
                <a:solidFill>
                  <a:schemeClr val="accent6"/>
                </a:solidFill>
              </a:rPr>
              <a:t>ben</a:t>
            </a:r>
            <a:r>
              <a:rPr lang="en-US" sz="2100" i="1" dirty="0">
                <a:solidFill>
                  <a:schemeClr val="tx1"/>
                </a:solidFill>
              </a:rPr>
              <a:t> ik naar Gent </a:t>
            </a:r>
            <a:r>
              <a:rPr lang="en-US" sz="2100" b="1" i="1" u="sng" dirty="0">
                <a:solidFill>
                  <a:schemeClr val="accent6"/>
                </a:solidFill>
              </a:rPr>
              <a:t>gegaan</a:t>
            </a:r>
            <a:r>
              <a:rPr lang="en-US" sz="2100" i="1" dirty="0">
                <a:solidFill>
                  <a:schemeClr val="tx1"/>
                </a:solidFill>
              </a:rPr>
              <a:t>. En jij?</a:t>
            </a:r>
            <a:endParaRPr lang="en-US" sz="2100" dirty="0"/>
          </a:p>
        </p:txBody>
      </p:sp>
      <p:sp>
        <p:nvSpPr>
          <p:cNvPr id="12" name="Shape 6"/>
          <p:cNvSpPr/>
          <p:nvPr/>
        </p:nvSpPr>
        <p:spPr>
          <a:xfrm>
            <a:off x="1920240" y="4069080"/>
            <a:ext cx="7772400" cy="868680"/>
          </a:xfrm>
          <a:prstGeom prst="roundRect">
            <a:avLst>
              <a:gd name="adj" fmla="val 18947"/>
            </a:avLst>
          </a:prstGeom>
          <a:solidFill>
            <a:schemeClr val="accent2">
              <a:alpha val="12000"/>
            </a:schemeClr>
          </a:solidFill>
          <a:ln w="15875">
            <a:solidFill>
              <a:srgbClr val="2A6FB0"/>
            </a:solidFill>
            <a:prstDash val="solid"/>
          </a:ln>
        </p:spPr>
      </p:sp>
      <p:sp>
        <p:nvSpPr>
          <p:cNvPr id="13" name="Text 7"/>
          <p:cNvSpPr txBox="1"/>
          <p:nvPr/>
        </p:nvSpPr>
        <p:spPr>
          <a:xfrm>
            <a:off x="2084832" y="4069080"/>
            <a:ext cx="7443216" cy="868680"/>
          </a:xfrm>
          <a:prstGeom prst="rect">
            <a:avLst/>
          </a:prstGeom>
          <a:noFill/>
          <a:ln/>
        </p:spPr>
        <p:txBody>
          <a:bodyPr wrap="square" lIns="0" tIns="0" rIns="0" bIns="0" rtlCol="0" anchor="ctr"/>
          <a:lstStyle/>
          <a:p>
            <a:pPr algn="l" indent="0" marL="0">
              <a:buNone/>
            </a:pPr>
            <a:r>
              <a:rPr lang="en-US" sz="2100" b="1" dirty="0">
                <a:solidFill>
                  <a:schemeClr val="tx1"/>
                </a:solidFill>
              </a:rPr>
              <a:t>Karim</a:t>
            </a:r>
            <a:r>
              <a:rPr lang="en-US" sz="2100" dirty="0">
                <a:solidFill>
                  <a:schemeClr val="tx1"/>
                </a:solidFill>
              </a:rPr>
              <a:t> : </a:t>
            </a:r>
            <a:r>
              <a:rPr lang="en-US" sz="2100" i="1" dirty="0">
                <a:solidFill>
                  <a:schemeClr val="tx1"/>
                </a:solidFill>
              </a:rPr>
              <a:t>Ik </a:t>
            </a:r>
            <a:r>
              <a:rPr lang="en-US" sz="2100" b="1" i="1" dirty="0">
                <a:solidFill>
                  <a:schemeClr val="accent6"/>
                </a:solidFill>
              </a:rPr>
              <a:t>heb</a:t>
            </a:r>
            <a:r>
              <a:rPr lang="en-US" sz="2100" i="1" dirty="0">
                <a:solidFill>
                  <a:schemeClr val="tx1"/>
                </a:solidFill>
              </a:rPr>
              <a:t> gewoon in de tuin </a:t>
            </a:r>
            <a:r>
              <a:rPr lang="en-US" sz="2100" b="1" i="1" u="sng" dirty="0">
                <a:solidFill>
                  <a:schemeClr val="accent6"/>
                </a:solidFill>
              </a:rPr>
              <a:t>gewerkt</a:t>
            </a:r>
            <a:r>
              <a:rPr lang="en-US" sz="2100" i="1" dirty="0">
                <a:solidFill>
                  <a:schemeClr val="tx1"/>
                </a:solidFill>
              </a:rPr>
              <a:t>.</a:t>
            </a:r>
            <a:endParaRPr lang="en-US" sz="2100" dirty="0"/>
          </a:p>
        </p:txBody>
      </p:sp>
      <p:sp>
        <p:nvSpPr>
          <p:cNvPr id="14" name="Shape 8"/>
          <p:cNvSpPr/>
          <p:nvPr/>
        </p:nvSpPr>
        <p:spPr>
          <a:xfrm>
            <a:off x="548640" y="5212080"/>
            <a:ext cx="11091672" cy="1051560"/>
          </a:xfrm>
          <a:prstGeom prst="roundRect">
            <a:avLst>
              <a:gd name="adj" fmla="val 6957"/>
            </a:avLst>
          </a:prstGeom>
          <a:solidFill>
            <a:schemeClr val="accent1">
              <a:alpha val="15000"/>
            </a:schemeClr>
          </a:solidFill>
          <a:ln w="15875">
            <a:solidFill>
              <a:srgbClr val="D9700F"/>
            </a:solidFill>
            <a:prstDash val="solid"/>
          </a:ln>
        </p:spPr>
      </p:sp>
      <p:pic>
        <p:nvPicPr>
          <p:cNvPr id="15" name="Image 3" descr="thinking face">    </p:cNvPr>
          <p:cNvPicPr>
            <a:picLocks noChangeAspect="1"/>
          </p:cNvPicPr>
          <p:nvPr/>
        </p:nvPicPr>
        <p:blipFill>
          <a:blip r:embed="rId4"/>
          <a:stretch>
            <a:fillRect/>
          </a:stretch>
        </p:blipFill>
        <p:spPr>
          <a:xfrm>
            <a:off x="731520" y="5376672"/>
            <a:ext cx="731520" cy="731520"/>
          </a:xfrm>
          <a:prstGeom prst="rect">
            <a:avLst/>
          </a:prstGeom>
        </p:spPr>
      </p:pic>
      <p:sp>
        <p:nvSpPr>
          <p:cNvPr id="16" name="Text 9"/>
          <p:cNvSpPr txBox="1"/>
          <p:nvPr/>
        </p:nvSpPr>
        <p:spPr>
          <a:xfrm>
            <a:off x="1691640" y="5212080"/>
            <a:ext cx="9784080" cy="1051560"/>
          </a:xfrm>
          <a:prstGeom prst="rect">
            <a:avLst/>
          </a:prstGeom>
          <a:noFill/>
          <a:ln/>
        </p:spPr>
        <p:txBody>
          <a:bodyPr wrap="square" lIns="0" tIns="0" rIns="0" bIns="0" rtlCol="0" anchor="ctr"/>
          <a:lstStyle/>
          <a:p>
            <a:pPr algn="l" indent="0" marL="0">
              <a:spcAft>
                <a:spcPts val="400"/>
              </a:spcAft>
              <a:buNone/>
            </a:pPr>
            <a:r>
              <a:rPr lang="en-US" sz="1900" dirty="0">
                <a:solidFill>
                  <a:schemeClr val="tx1"/>
                </a:solidFill>
              </a:rPr>
              <a:t>Relevez les paires </a:t>
            </a:r>
            <a:r>
              <a:rPr lang="en-US" sz="1900" b="1" dirty="0">
                <a:solidFill>
                  <a:schemeClr val="tx1"/>
                </a:solidFill>
              </a:rPr>
              <a:t>auxiliaire</a:t>
            </a:r>
            <a:r>
              <a:rPr lang="en-US" sz="1900" dirty="0">
                <a:solidFill>
                  <a:schemeClr val="tx1"/>
                </a:solidFill>
              </a:rPr>
              <a:t> + </a:t>
            </a:r>
            <a:r>
              <a:rPr lang="en-US" sz="1900" b="1" dirty="0">
                <a:solidFill>
                  <a:schemeClr val="tx1"/>
                </a:solidFill>
              </a:rPr>
              <a:t>participe</a:t>
            </a:r>
            <a:r>
              <a:rPr lang="en-US" sz="1900" dirty="0">
                <a:solidFill>
                  <a:schemeClr val="tx1"/>
                </a:solidFill>
              </a:rPr>
              <a:t> (soulignés).</a:t>
            </a:r>
            <a:endParaRPr lang="en-US" sz="1900" dirty="0"/>
          </a:p>
          <a:p>
            <a:pPr algn="l" indent="0" marL="0">
              <a:spcAft>
                <a:spcPts val="400"/>
              </a:spcAft>
              <a:buNone/>
            </a:pPr>
            <a:r>
              <a:rPr lang="en-US" sz="1900" dirty="0">
                <a:solidFill>
                  <a:schemeClr val="tx1"/>
                </a:solidFill>
              </a:rPr>
              <a:t>Pourquoi </a:t>
            </a:r>
            <a:r>
              <a:rPr lang="en-US" sz="1900" b="1" i="1" dirty="0">
                <a:solidFill>
                  <a:schemeClr val="accent6"/>
                </a:solidFill>
              </a:rPr>
              <a:t>ben</a:t>
            </a:r>
            <a:r>
              <a:rPr lang="en-US" sz="1900" i="1" dirty="0">
                <a:solidFill>
                  <a:schemeClr val="tx1"/>
                </a:solidFill>
              </a:rPr>
              <a:t> … gegaan</a:t>
            </a:r>
            <a:r>
              <a:rPr lang="en-US" sz="1900" dirty="0">
                <a:solidFill>
                  <a:schemeClr val="tx1"/>
                </a:solidFill>
              </a:rPr>
              <a:t> et pas </a:t>
            </a:r>
            <a:r>
              <a:rPr lang="en-US" sz="1900" i="1" dirty="0">
                <a:solidFill>
                  <a:schemeClr val="tx1"/>
                </a:solidFill>
              </a:rPr>
              <a:t>heb</a:t>
            </a:r>
            <a:r>
              <a:rPr lang="en-US" sz="1900" dirty="0">
                <a:solidFill>
                  <a:schemeClr val="tx1"/>
                </a:solidFill>
              </a:rPr>
              <a:t> ?</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pince du passé</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2130552" y="1517904"/>
            <a:ext cx="402336" cy="402336"/>
          </a:xfrm>
          <a:prstGeom prst="ellipse">
            <a:avLst/>
          </a:prstGeom>
          <a:solidFill>
            <a:schemeClr val="accent6"/>
          </a:solidFill>
          <a:ln w="12700">
            <a:solidFill>
              <a:srgbClr val="FFFFFF">
                <a:alpha val="0"/>
              </a:srgbClr>
            </a:solidFill>
            <a:prstDash val="solid"/>
          </a:ln>
        </p:spPr>
      </p:sp>
      <p:sp>
        <p:nvSpPr>
          <p:cNvPr id="6" name="Text 3"/>
          <p:cNvSpPr txBox="1"/>
          <p:nvPr/>
        </p:nvSpPr>
        <p:spPr>
          <a:xfrm>
            <a:off x="2130552" y="15179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7" name="Text 4"/>
          <p:cNvSpPr txBox="1"/>
          <p:nvPr/>
        </p:nvSpPr>
        <p:spPr>
          <a:xfrm>
            <a:off x="1371600" y="1901952"/>
            <a:ext cx="1920240" cy="256032"/>
          </a:xfrm>
          <a:prstGeom prst="rect">
            <a:avLst/>
          </a:prstGeom>
          <a:noFill/>
          <a:ln/>
        </p:spPr>
        <p:txBody>
          <a:bodyPr wrap="square" lIns="0" tIns="0" rIns="0" bIns="0" rtlCol="0" anchor="t"/>
          <a:lstStyle/>
          <a:p>
            <a:pPr algn="ctr" indent="0" marL="0">
              <a:buNone/>
            </a:pPr>
            <a:r>
              <a:rPr lang="en-US" sz="1200" b="1" dirty="0">
                <a:solidFill>
                  <a:schemeClr val="accent6"/>
                </a:solidFill>
              </a:rPr>
              <a:t>auxiliaire</a:t>
            </a:r>
            <a:endParaRPr lang="en-US" sz="1200" dirty="0"/>
          </a:p>
        </p:txBody>
      </p:sp>
      <p:sp>
        <p:nvSpPr>
          <p:cNvPr id="8" name="Shape 5"/>
          <p:cNvSpPr/>
          <p:nvPr/>
        </p:nvSpPr>
        <p:spPr>
          <a:xfrm>
            <a:off x="7525512" y="1517904"/>
            <a:ext cx="402336" cy="402336"/>
          </a:xfrm>
          <a:prstGeom prst="ellipse">
            <a:avLst/>
          </a:prstGeom>
          <a:solidFill>
            <a:schemeClr val="accent6"/>
          </a:solidFill>
          <a:ln w="12700">
            <a:solidFill>
              <a:srgbClr val="FFFFFF">
                <a:alpha val="0"/>
              </a:srgbClr>
            </a:solidFill>
            <a:prstDash val="solid"/>
          </a:ln>
        </p:spPr>
      </p:sp>
      <p:sp>
        <p:nvSpPr>
          <p:cNvPr id="9" name="Text 6"/>
          <p:cNvSpPr txBox="1"/>
          <p:nvPr/>
        </p:nvSpPr>
        <p:spPr>
          <a:xfrm>
            <a:off x="7525512" y="15179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0" name="Text 7"/>
          <p:cNvSpPr txBox="1"/>
          <p:nvPr/>
        </p:nvSpPr>
        <p:spPr>
          <a:xfrm>
            <a:off x="6583680" y="1901952"/>
            <a:ext cx="2286000" cy="256032"/>
          </a:xfrm>
          <a:prstGeom prst="rect">
            <a:avLst/>
          </a:prstGeom>
          <a:noFill/>
          <a:ln/>
        </p:spPr>
        <p:txBody>
          <a:bodyPr wrap="square" lIns="0" tIns="0" rIns="0" bIns="0" rtlCol="0" anchor="t"/>
          <a:lstStyle/>
          <a:p>
            <a:pPr algn="ctr" indent="0" marL="0">
              <a:buNone/>
            </a:pPr>
            <a:r>
              <a:rPr lang="en-US" sz="1200" b="1" dirty="0">
                <a:solidFill>
                  <a:schemeClr val="accent6"/>
                </a:solidFill>
              </a:rPr>
              <a:t>participe</a:t>
            </a:r>
            <a:endParaRPr lang="en-US" sz="1200" dirty="0"/>
          </a:p>
        </p:txBody>
      </p:sp>
      <p:sp>
        <p:nvSpPr>
          <p:cNvPr id="11" name="Shape 8"/>
          <p:cNvSpPr/>
          <p:nvPr/>
        </p:nvSpPr>
        <p:spPr>
          <a:xfrm>
            <a:off x="548640" y="2240280"/>
            <a:ext cx="1005840" cy="548640"/>
          </a:xfrm>
          <a:prstGeom prst="roundRect">
            <a:avLst>
              <a:gd name="adj" fmla="val 13333"/>
            </a:avLst>
          </a:prstGeom>
          <a:solidFill>
            <a:schemeClr val="bg1"/>
          </a:solidFill>
          <a:ln w="15875">
            <a:solidFill>
              <a:srgbClr val="D5DCE6"/>
            </a:solidFill>
            <a:prstDash val="solid"/>
          </a:ln>
        </p:spPr>
      </p:sp>
      <p:sp>
        <p:nvSpPr>
          <p:cNvPr id="12" name="Text 9"/>
          <p:cNvSpPr txBox="1"/>
          <p:nvPr/>
        </p:nvSpPr>
        <p:spPr>
          <a:xfrm>
            <a:off x="548640" y="2240280"/>
            <a:ext cx="1005840" cy="548640"/>
          </a:xfrm>
          <a:prstGeom prst="rect">
            <a:avLst/>
          </a:prstGeom>
          <a:noFill/>
          <a:ln/>
        </p:spPr>
        <p:txBody>
          <a:bodyPr wrap="square" lIns="0" tIns="0" rIns="0" bIns="0" rtlCol="0" anchor="ctr"/>
          <a:lstStyle/>
          <a:p>
            <a:pPr algn="ctr" indent="0" marL="0">
              <a:buNone/>
            </a:pPr>
            <a:r>
              <a:rPr lang="en-US" sz="2000" dirty="0">
                <a:solidFill>
                  <a:schemeClr val="tx1"/>
                </a:solidFill>
              </a:rPr>
              <a:t>Ik</a:t>
            </a:r>
            <a:endParaRPr lang="en-US" sz="2000" dirty="0"/>
          </a:p>
        </p:txBody>
      </p:sp>
      <p:sp>
        <p:nvSpPr>
          <p:cNvPr id="13" name="Shape 10"/>
          <p:cNvSpPr/>
          <p:nvPr/>
        </p:nvSpPr>
        <p:spPr>
          <a:xfrm>
            <a:off x="1645920" y="2240280"/>
            <a:ext cx="1371600" cy="548640"/>
          </a:xfrm>
          <a:prstGeom prst="roundRect">
            <a:avLst>
              <a:gd name="adj" fmla="val 13333"/>
            </a:avLst>
          </a:prstGeom>
          <a:solidFill>
            <a:srgbClr val="FBEDEB"/>
          </a:solidFill>
          <a:ln w="31750">
            <a:solidFill>
              <a:srgbClr val="B83227"/>
            </a:solidFill>
            <a:prstDash val="solid"/>
          </a:ln>
        </p:spPr>
      </p:sp>
      <p:sp>
        <p:nvSpPr>
          <p:cNvPr id="14" name="Text 11"/>
          <p:cNvSpPr txBox="1"/>
          <p:nvPr/>
        </p:nvSpPr>
        <p:spPr>
          <a:xfrm>
            <a:off x="1645920" y="2240280"/>
            <a:ext cx="1371600" cy="548640"/>
          </a:xfrm>
          <a:prstGeom prst="rect">
            <a:avLst/>
          </a:prstGeom>
          <a:noFill/>
          <a:ln/>
        </p:spPr>
        <p:txBody>
          <a:bodyPr wrap="square" lIns="0" tIns="0" rIns="0" bIns="0" rtlCol="0" anchor="ctr"/>
          <a:lstStyle/>
          <a:p>
            <a:pPr algn="ctr" indent="0" marL="0">
              <a:buNone/>
            </a:pPr>
            <a:r>
              <a:rPr lang="en-US" sz="2000" b="1" dirty="0">
                <a:solidFill>
                  <a:schemeClr val="accent6"/>
                </a:solidFill>
              </a:rPr>
              <a:t>heb</a:t>
            </a:r>
            <a:endParaRPr lang="en-US" sz="2000" dirty="0"/>
          </a:p>
        </p:txBody>
      </p:sp>
      <p:sp>
        <p:nvSpPr>
          <p:cNvPr id="15" name="Shape 12"/>
          <p:cNvSpPr/>
          <p:nvPr/>
        </p:nvSpPr>
        <p:spPr>
          <a:xfrm>
            <a:off x="3108960" y="2240280"/>
            <a:ext cx="3657600" cy="548640"/>
          </a:xfrm>
          <a:prstGeom prst="roundRect">
            <a:avLst>
              <a:gd name="adj" fmla="val 13333"/>
            </a:avLst>
          </a:prstGeom>
          <a:solidFill>
            <a:schemeClr val="bg1"/>
          </a:solidFill>
          <a:ln w="15875">
            <a:solidFill>
              <a:srgbClr val="D5DCE6"/>
            </a:solidFill>
            <a:prstDash val="solid"/>
          </a:ln>
        </p:spPr>
      </p:sp>
      <p:sp>
        <p:nvSpPr>
          <p:cNvPr id="16" name="Text 13"/>
          <p:cNvSpPr txBox="1"/>
          <p:nvPr/>
        </p:nvSpPr>
        <p:spPr>
          <a:xfrm>
            <a:off x="3108960" y="2240280"/>
            <a:ext cx="3657600" cy="548640"/>
          </a:xfrm>
          <a:prstGeom prst="rect">
            <a:avLst/>
          </a:prstGeom>
          <a:noFill/>
          <a:ln/>
        </p:spPr>
        <p:txBody>
          <a:bodyPr wrap="square" lIns="0" tIns="0" rIns="0" bIns="0" rtlCol="0" anchor="ctr"/>
          <a:lstStyle/>
          <a:p>
            <a:pPr algn="ctr" indent="0" marL="0">
              <a:buNone/>
            </a:pPr>
            <a:r>
              <a:rPr lang="en-US" sz="2000" dirty="0">
                <a:solidFill>
                  <a:schemeClr val="tx1"/>
                </a:solidFill>
              </a:rPr>
              <a:t>een koekje</a:t>
            </a:r>
            <a:endParaRPr lang="en-US" sz="2000" dirty="0"/>
          </a:p>
        </p:txBody>
      </p:sp>
      <p:sp>
        <p:nvSpPr>
          <p:cNvPr id="17" name="Shape 14"/>
          <p:cNvSpPr/>
          <p:nvPr/>
        </p:nvSpPr>
        <p:spPr>
          <a:xfrm>
            <a:off x="6858000" y="2240280"/>
            <a:ext cx="1737360" cy="548640"/>
          </a:xfrm>
          <a:prstGeom prst="roundRect">
            <a:avLst>
              <a:gd name="adj" fmla="val 13333"/>
            </a:avLst>
          </a:prstGeom>
          <a:solidFill>
            <a:srgbClr val="FBEDEB"/>
          </a:solidFill>
          <a:ln w="25400">
            <a:solidFill>
              <a:srgbClr val="B83227"/>
            </a:solidFill>
            <a:prstDash val="dash"/>
          </a:ln>
        </p:spPr>
      </p:sp>
      <p:sp>
        <p:nvSpPr>
          <p:cNvPr id="18" name="Text 15"/>
          <p:cNvSpPr txBox="1"/>
          <p:nvPr/>
        </p:nvSpPr>
        <p:spPr>
          <a:xfrm>
            <a:off x="6858000" y="2240280"/>
            <a:ext cx="1737360" cy="548640"/>
          </a:xfrm>
          <a:prstGeom prst="rect">
            <a:avLst/>
          </a:prstGeom>
          <a:noFill/>
          <a:ln/>
        </p:spPr>
        <p:txBody>
          <a:bodyPr wrap="square" lIns="0" tIns="0" rIns="0" bIns="0" rtlCol="0" anchor="ctr"/>
          <a:lstStyle/>
          <a:p>
            <a:pPr algn="ctr" indent="0" marL="0">
              <a:buNone/>
            </a:pPr>
            <a:r>
              <a:rPr lang="en-US" sz="2000" b="1" dirty="0">
                <a:solidFill>
                  <a:schemeClr val="accent6"/>
                </a:solidFill>
              </a:rPr>
              <a:t>gegeten.</a:t>
            </a:r>
            <a:endParaRPr lang="en-US" sz="2000" dirty="0"/>
          </a:p>
        </p:txBody>
      </p:sp>
      <p:sp>
        <p:nvSpPr>
          <p:cNvPr id="19" name="Shape 16"/>
          <p:cNvSpPr/>
          <p:nvPr/>
        </p:nvSpPr>
        <p:spPr>
          <a:xfrm>
            <a:off x="548640" y="2898648"/>
            <a:ext cx="1005840" cy="548640"/>
          </a:xfrm>
          <a:prstGeom prst="roundRect">
            <a:avLst>
              <a:gd name="adj" fmla="val 13333"/>
            </a:avLst>
          </a:prstGeom>
          <a:solidFill>
            <a:schemeClr val="bg1"/>
          </a:solidFill>
          <a:ln w="15875">
            <a:solidFill>
              <a:srgbClr val="D5DCE6"/>
            </a:solidFill>
            <a:prstDash val="solid"/>
          </a:ln>
        </p:spPr>
      </p:sp>
      <p:sp>
        <p:nvSpPr>
          <p:cNvPr id="20" name="Text 17"/>
          <p:cNvSpPr txBox="1"/>
          <p:nvPr/>
        </p:nvSpPr>
        <p:spPr>
          <a:xfrm>
            <a:off x="548640" y="2898648"/>
            <a:ext cx="1005840" cy="548640"/>
          </a:xfrm>
          <a:prstGeom prst="rect">
            <a:avLst/>
          </a:prstGeom>
          <a:noFill/>
          <a:ln/>
        </p:spPr>
        <p:txBody>
          <a:bodyPr wrap="square" lIns="0" tIns="0" rIns="0" bIns="0" rtlCol="0" anchor="ctr"/>
          <a:lstStyle/>
          <a:p>
            <a:pPr algn="ctr" indent="0" marL="0">
              <a:buNone/>
            </a:pPr>
            <a:r>
              <a:rPr lang="en-US" sz="2000" dirty="0">
                <a:solidFill>
                  <a:schemeClr val="tx1"/>
                </a:solidFill>
              </a:rPr>
              <a:t>Jij</a:t>
            </a:r>
            <a:endParaRPr lang="en-US" sz="2000" dirty="0"/>
          </a:p>
        </p:txBody>
      </p:sp>
      <p:sp>
        <p:nvSpPr>
          <p:cNvPr id="21" name="Shape 18"/>
          <p:cNvSpPr/>
          <p:nvPr/>
        </p:nvSpPr>
        <p:spPr>
          <a:xfrm>
            <a:off x="1645920" y="2898648"/>
            <a:ext cx="1371600" cy="548640"/>
          </a:xfrm>
          <a:prstGeom prst="roundRect">
            <a:avLst>
              <a:gd name="adj" fmla="val 13333"/>
            </a:avLst>
          </a:prstGeom>
          <a:solidFill>
            <a:srgbClr val="FBEDEB"/>
          </a:solidFill>
          <a:ln w="31750">
            <a:solidFill>
              <a:srgbClr val="B83227"/>
            </a:solidFill>
            <a:prstDash val="solid"/>
          </a:ln>
        </p:spPr>
      </p:sp>
      <p:sp>
        <p:nvSpPr>
          <p:cNvPr id="22" name="Text 19"/>
          <p:cNvSpPr txBox="1"/>
          <p:nvPr/>
        </p:nvSpPr>
        <p:spPr>
          <a:xfrm>
            <a:off x="1645920" y="2898648"/>
            <a:ext cx="1371600" cy="548640"/>
          </a:xfrm>
          <a:prstGeom prst="rect">
            <a:avLst/>
          </a:prstGeom>
          <a:noFill/>
          <a:ln/>
        </p:spPr>
        <p:txBody>
          <a:bodyPr wrap="square" lIns="0" tIns="0" rIns="0" bIns="0" rtlCol="0" anchor="ctr"/>
          <a:lstStyle/>
          <a:p>
            <a:pPr algn="ctr" indent="0" marL="0">
              <a:buNone/>
            </a:pPr>
            <a:r>
              <a:rPr lang="en-US" sz="2000" b="1" dirty="0">
                <a:solidFill>
                  <a:schemeClr val="accent6"/>
                </a:solidFill>
              </a:rPr>
              <a:t>bent</a:t>
            </a:r>
            <a:endParaRPr lang="en-US" sz="2000" dirty="0"/>
          </a:p>
        </p:txBody>
      </p:sp>
      <p:sp>
        <p:nvSpPr>
          <p:cNvPr id="23" name="Shape 20"/>
          <p:cNvSpPr/>
          <p:nvPr/>
        </p:nvSpPr>
        <p:spPr>
          <a:xfrm>
            <a:off x="3108960" y="2898648"/>
            <a:ext cx="3657600" cy="548640"/>
          </a:xfrm>
          <a:prstGeom prst="roundRect">
            <a:avLst>
              <a:gd name="adj" fmla="val 13333"/>
            </a:avLst>
          </a:prstGeom>
          <a:solidFill>
            <a:schemeClr val="bg1"/>
          </a:solidFill>
          <a:ln w="15875">
            <a:solidFill>
              <a:srgbClr val="D5DCE6"/>
            </a:solidFill>
            <a:prstDash val="solid"/>
          </a:ln>
        </p:spPr>
      </p:sp>
      <p:sp>
        <p:nvSpPr>
          <p:cNvPr id="24" name="Text 21"/>
          <p:cNvSpPr txBox="1"/>
          <p:nvPr/>
        </p:nvSpPr>
        <p:spPr>
          <a:xfrm>
            <a:off x="3108960" y="2898648"/>
            <a:ext cx="3657600" cy="548640"/>
          </a:xfrm>
          <a:prstGeom prst="rect">
            <a:avLst/>
          </a:prstGeom>
          <a:noFill/>
          <a:ln/>
        </p:spPr>
        <p:txBody>
          <a:bodyPr wrap="square" lIns="0" tIns="0" rIns="0" bIns="0" rtlCol="0" anchor="ctr"/>
          <a:lstStyle/>
          <a:p>
            <a:pPr algn="ctr" indent="0" marL="0">
              <a:buNone/>
            </a:pPr>
            <a:r>
              <a:rPr lang="en-US" sz="2000" dirty="0">
                <a:solidFill>
                  <a:schemeClr val="tx1"/>
                </a:solidFill>
              </a:rPr>
              <a:t>naar Frankrijk</a:t>
            </a:r>
            <a:endParaRPr lang="en-US" sz="2000" dirty="0"/>
          </a:p>
        </p:txBody>
      </p:sp>
      <p:sp>
        <p:nvSpPr>
          <p:cNvPr id="25" name="Shape 22"/>
          <p:cNvSpPr/>
          <p:nvPr/>
        </p:nvSpPr>
        <p:spPr>
          <a:xfrm>
            <a:off x="6858000" y="2898648"/>
            <a:ext cx="1737360" cy="548640"/>
          </a:xfrm>
          <a:prstGeom prst="roundRect">
            <a:avLst>
              <a:gd name="adj" fmla="val 13333"/>
            </a:avLst>
          </a:prstGeom>
          <a:solidFill>
            <a:srgbClr val="FBEDEB"/>
          </a:solidFill>
          <a:ln w="25400">
            <a:solidFill>
              <a:srgbClr val="B83227"/>
            </a:solidFill>
            <a:prstDash val="dash"/>
          </a:ln>
        </p:spPr>
      </p:sp>
      <p:sp>
        <p:nvSpPr>
          <p:cNvPr id="26" name="Text 23"/>
          <p:cNvSpPr txBox="1"/>
          <p:nvPr/>
        </p:nvSpPr>
        <p:spPr>
          <a:xfrm>
            <a:off x="6858000" y="2898648"/>
            <a:ext cx="1737360" cy="548640"/>
          </a:xfrm>
          <a:prstGeom prst="rect">
            <a:avLst/>
          </a:prstGeom>
          <a:noFill/>
          <a:ln/>
        </p:spPr>
        <p:txBody>
          <a:bodyPr wrap="square" lIns="0" tIns="0" rIns="0" bIns="0" rtlCol="0" anchor="ctr"/>
          <a:lstStyle/>
          <a:p>
            <a:pPr algn="ctr" indent="0" marL="0">
              <a:buNone/>
            </a:pPr>
            <a:r>
              <a:rPr lang="en-US" sz="2000" b="1" dirty="0">
                <a:solidFill>
                  <a:schemeClr val="accent6"/>
                </a:solidFill>
              </a:rPr>
              <a:t>verhuisd.</a:t>
            </a:r>
            <a:endParaRPr lang="en-US" sz="2000" dirty="0"/>
          </a:p>
        </p:txBody>
      </p:sp>
      <p:sp>
        <p:nvSpPr>
          <p:cNvPr id="27" name="Shape 24"/>
          <p:cNvSpPr/>
          <p:nvPr/>
        </p:nvSpPr>
        <p:spPr>
          <a:xfrm>
            <a:off x="548640" y="3557016"/>
            <a:ext cx="1005840" cy="548640"/>
          </a:xfrm>
          <a:prstGeom prst="roundRect">
            <a:avLst>
              <a:gd name="adj" fmla="val 13333"/>
            </a:avLst>
          </a:prstGeom>
          <a:solidFill>
            <a:schemeClr val="bg1"/>
          </a:solidFill>
          <a:ln w="15875">
            <a:solidFill>
              <a:srgbClr val="D5DCE6"/>
            </a:solidFill>
            <a:prstDash val="solid"/>
          </a:ln>
        </p:spPr>
      </p:sp>
      <p:sp>
        <p:nvSpPr>
          <p:cNvPr id="28" name="Text 25"/>
          <p:cNvSpPr txBox="1"/>
          <p:nvPr/>
        </p:nvSpPr>
        <p:spPr>
          <a:xfrm>
            <a:off x="548640" y="3557016"/>
            <a:ext cx="1005840" cy="548640"/>
          </a:xfrm>
          <a:prstGeom prst="rect">
            <a:avLst/>
          </a:prstGeom>
          <a:noFill/>
          <a:ln/>
        </p:spPr>
        <p:txBody>
          <a:bodyPr wrap="square" lIns="0" tIns="0" rIns="0" bIns="0" rtlCol="0" anchor="ctr"/>
          <a:lstStyle/>
          <a:p>
            <a:pPr algn="ctr" indent="0" marL="0">
              <a:buNone/>
            </a:pPr>
            <a:r>
              <a:rPr lang="en-US" sz="2000" dirty="0">
                <a:solidFill>
                  <a:schemeClr val="tx1"/>
                </a:solidFill>
              </a:rPr>
              <a:t>Hij</a:t>
            </a:r>
            <a:endParaRPr lang="en-US" sz="2000" dirty="0"/>
          </a:p>
        </p:txBody>
      </p:sp>
      <p:sp>
        <p:nvSpPr>
          <p:cNvPr id="29" name="Shape 26"/>
          <p:cNvSpPr/>
          <p:nvPr/>
        </p:nvSpPr>
        <p:spPr>
          <a:xfrm>
            <a:off x="1645920" y="3557016"/>
            <a:ext cx="1371600" cy="548640"/>
          </a:xfrm>
          <a:prstGeom prst="roundRect">
            <a:avLst>
              <a:gd name="adj" fmla="val 13333"/>
            </a:avLst>
          </a:prstGeom>
          <a:solidFill>
            <a:srgbClr val="FBEDEB"/>
          </a:solidFill>
          <a:ln w="31750">
            <a:solidFill>
              <a:srgbClr val="B83227"/>
            </a:solidFill>
            <a:prstDash val="solid"/>
          </a:ln>
        </p:spPr>
      </p:sp>
      <p:sp>
        <p:nvSpPr>
          <p:cNvPr id="30" name="Text 27"/>
          <p:cNvSpPr txBox="1"/>
          <p:nvPr/>
        </p:nvSpPr>
        <p:spPr>
          <a:xfrm>
            <a:off x="1645920" y="3557016"/>
            <a:ext cx="1371600" cy="548640"/>
          </a:xfrm>
          <a:prstGeom prst="rect">
            <a:avLst/>
          </a:prstGeom>
          <a:noFill/>
          <a:ln/>
        </p:spPr>
        <p:txBody>
          <a:bodyPr wrap="square" lIns="0" tIns="0" rIns="0" bIns="0" rtlCol="0" anchor="ctr"/>
          <a:lstStyle/>
          <a:p>
            <a:pPr algn="ctr" indent="0" marL="0">
              <a:buNone/>
            </a:pPr>
            <a:r>
              <a:rPr lang="en-US" sz="2000" b="1" dirty="0">
                <a:solidFill>
                  <a:schemeClr val="accent6"/>
                </a:solidFill>
              </a:rPr>
              <a:t>heeft</a:t>
            </a:r>
            <a:endParaRPr lang="en-US" sz="2000" dirty="0"/>
          </a:p>
        </p:txBody>
      </p:sp>
      <p:sp>
        <p:nvSpPr>
          <p:cNvPr id="31" name="Shape 28"/>
          <p:cNvSpPr/>
          <p:nvPr/>
        </p:nvSpPr>
        <p:spPr>
          <a:xfrm>
            <a:off x="3108960" y="3557016"/>
            <a:ext cx="3657600" cy="548640"/>
          </a:xfrm>
          <a:prstGeom prst="roundRect">
            <a:avLst>
              <a:gd name="adj" fmla="val 13333"/>
            </a:avLst>
          </a:prstGeom>
          <a:solidFill>
            <a:schemeClr val="bg1"/>
          </a:solidFill>
          <a:ln w="15875">
            <a:solidFill>
              <a:srgbClr val="D5DCE6"/>
            </a:solidFill>
            <a:prstDash val="solid"/>
          </a:ln>
        </p:spPr>
      </p:sp>
      <p:sp>
        <p:nvSpPr>
          <p:cNvPr id="32" name="Text 29"/>
          <p:cNvSpPr txBox="1"/>
          <p:nvPr/>
        </p:nvSpPr>
        <p:spPr>
          <a:xfrm>
            <a:off x="3108960" y="3557016"/>
            <a:ext cx="3657600" cy="548640"/>
          </a:xfrm>
          <a:prstGeom prst="rect">
            <a:avLst/>
          </a:prstGeom>
          <a:noFill/>
          <a:ln/>
        </p:spPr>
        <p:txBody>
          <a:bodyPr wrap="square" lIns="0" tIns="0" rIns="0" bIns="0" rtlCol="0" anchor="ctr"/>
          <a:lstStyle/>
          <a:p>
            <a:pPr algn="ctr" indent="0" marL="0">
              <a:buNone/>
            </a:pPr>
            <a:r>
              <a:rPr lang="en-US" sz="2000" dirty="0">
                <a:solidFill>
                  <a:schemeClr val="tx1"/>
                </a:solidFill>
              </a:rPr>
              <a:t>deze week 32 uur</a:t>
            </a:r>
            <a:endParaRPr lang="en-US" sz="2000" dirty="0"/>
          </a:p>
        </p:txBody>
      </p:sp>
      <p:sp>
        <p:nvSpPr>
          <p:cNvPr id="33" name="Shape 30"/>
          <p:cNvSpPr/>
          <p:nvPr/>
        </p:nvSpPr>
        <p:spPr>
          <a:xfrm>
            <a:off x="6858000" y="3557016"/>
            <a:ext cx="1737360" cy="548640"/>
          </a:xfrm>
          <a:prstGeom prst="roundRect">
            <a:avLst>
              <a:gd name="adj" fmla="val 13333"/>
            </a:avLst>
          </a:prstGeom>
          <a:solidFill>
            <a:srgbClr val="FBEDEB"/>
          </a:solidFill>
          <a:ln w="25400">
            <a:solidFill>
              <a:srgbClr val="B83227"/>
            </a:solidFill>
            <a:prstDash val="dash"/>
          </a:ln>
        </p:spPr>
      </p:sp>
      <p:sp>
        <p:nvSpPr>
          <p:cNvPr id="34" name="Text 31"/>
          <p:cNvSpPr txBox="1"/>
          <p:nvPr/>
        </p:nvSpPr>
        <p:spPr>
          <a:xfrm>
            <a:off x="6858000" y="3557016"/>
            <a:ext cx="1737360" cy="548640"/>
          </a:xfrm>
          <a:prstGeom prst="rect">
            <a:avLst/>
          </a:prstGeom>
          <a:noFill/>
          <a:ln/>
        </p:spPr>
        <p:txBody>
          <a:bodyPr wrap="square" lIns="0" tIns="0" rIns="0" bIns="0" rtlCol="0" anchor="ctr"/>
          <a:lstStyle/>
          <a:p>
            <a:pPr algn="ctr" indent="0" marL="0">
              <a:buNone/>
            </a:pPr>
            <a:r>
              <a:rPr lang="en-US" sz="2000" b="1" dirty="0">
                <a:solidFill>
                  <a:schemeClr val="accent6"/>
                </a:solidFill>
              </a:rPr>
              <a:t>gewerkt.</a:t>
            </a:r>
            <a:endParaRPr lang="en-US" sz="2000" dirty="0"/>
          </a:p>
        </p:txBody>
      </p:sp>
      <p:sp>
        <p:nvSpPr>
          <p:cNvPr id="35" name="Shape 32"/>
          <p:cNvSpPr/>
          <p:nvPr/>
        </p:nvSpPr>
        <p:spPr>
          <a:xfrm>
            <a:off x="548640" y="4215384"/>
            <a:ext cx="1005840" cy="548640"/>
          </a:xfrm>
          <a:prstGeom prst="roundRect">
            <a:avLst>
              <a:gd name="adj" fmla="val 13333"/>
            </a:avLst>
          </a:prstGeom>
          <a:solidFill>
            <a:schemeClr val="bg1"/>
          </a:solidFill>
          <a:ln w="15875">
            <a:solidFill>
              <a:srgbClr val="D5DCE6"/>
            </a:solidFill>
            <a:prstDash val="solid"/>
          </a:ln>
        </p:spPr>
      </p:sp>
      <p:sp>
        <p:nvSpPr>
          <p:cNvPr id="36" name="Text 33"/>
          <p:cNvSpPr txBox="1"/>
          <p:nvPr/>
        </p:nvSpPr>
        <p:spPr>
          <a:xfrm>
            <a:off x="548640" y="4215384"/>
            <a:ext cx="1005840" cy="548640"/>
          </a:xfrm>
          <a:prstGeom prst="rect">
            <a:avLst/>
          </a:prstGeom>
          <a:noFill/>
          <a:ln/>
        </p:spPr>
        <p:txBody>
          <a:bodyPr wrap="square" lIns="0" tIns="0" rIns="0" bIns="0" rtlCol="0" anchor="ctr"/>
          <a:lstStyle/>
          <a:p>
            <a:pPr algn="ctr" indent="0" marL="0">
              <a:buNone/>
            </a:pPr>
            <a:r>
              <a:rPr lang="en-US" sz="2000" dirty="0">
                <a:solidFill>
                  <a:schemeClr val="tx1"/>
                </a:solidFill>
              </a:rPr>
              <a:t>We</a:t>
            </a:r>
            <a:endParaRPr lang="en-US" sz="2000" dirty="0"/>
          </a:p>
        </p:txBody>
      </p:sp>
      <p:sp>
        <p:nvSpPr>
          <p:cNvPr id="37" name="Shape 34"/>
          <p:cNvSpPr/>
          <p:nvPr/>
        </p:nvSpPr>
        <p:spPr>
          <a:xfrm>
            <a:off x="1645920" y="4215384"/>
            <a:ext cx="1371600" cy="548640"/>
          </a:xfrm>
          <a:prstGeom prst="roundRect">
            <a:avLst>
              <a:gd name="adj" fmla="val 13333"/>
            </a:avLst>
          </a:prstGeom>
          <a:solidFill>
            <a:srgbClr val="FBEDEB"/>
          </a:solidFill>
          <a:ln w="31750">
            <a:solidFill>
              <a:srgbClr val="B83227"/>
            </a:solidFill>
            <a:prstDash val="solid"/>
          </a:ln>
        </p:spPr>
      </p:sp>
      <p:sp>
        <p:nvSpPr>
          <p:cNvPr id="38" name="Text 35"/>
          <p:cNvSpPr txBox="1"/>
          <p:nvPr/>
        </p:nvSpPr>
        <p:spPr>
          <a:xfrm>
            <a:off x="1645920" y="4215384"/>
            <a:ext cx="1371600" cy="548640"/>
          </a:xfrm>
          <a:prstGeom prst="rect">
            <a:avLst/>
          </a:prstGeom>
          <a:noFill/>
          <a:ln/>
        </p:spPr>
        <p:txBody>
          <a:bodyPr wrap="square" lIns="0" tIns="0" rIns="0" bIns="0" rtlCol="0" anchor="ctr"/>
          <a:lstStyle/>
          <a:p>
            <a:pPr algn="ctr" indent="0" marL="0">
              <a:buNone/>
            </a:pPr>
            <a:r>
              <a:rPr lang="en-US" sz="2000" b="1" dirty="0">
                <a:solidFill>
                  <a:schemeClr val="accent6"/>
                </a:solidFill>
              </a:rPr>
              <a:t>zijn</a:t>
            </a:r>
            <a:endParaRPr lang="en-US" sz="2000" dirty="0"/>
          </a:p>
        </p:txBody>
      </p:sp>
      <p:sp>
        <p:nvSpPr>
          <p:cNvPr id="39" name="Shape 36"/>
          <p:cNvSpPr/>
          <p:nvPr/>
        </p:nvSpPr>
        <p:spPr>
          <a:xfrm>
            <a:off x="3108960" y="4215384"/>
            <a:ext cx="3657600" cy="548640"/>
          </a:xfrm>
          <a:prstGeom prst="roundRect">
            <a:avLst>
              <a:gd name="adj" fmla="val 13333"/>
            </a:avLst>
          </a:prstGeom>
          <a:solidFill>
            <a:schemeClr val="bg1"/>
          </a:solidFill>
          <a:ln w="15875">
            <a:solidFill>
              <a:srgbClr val="D5DCE6"/>
            </a:solidFill>
            <a:prstDash val="solid"/>
          </a:ln>
        </p:spPr>
      </p:sp>
      <p:sp>
        <p:nvSpPr>
          <p:cNvPr id="40" name="Text 37"/>
          <p:cNvSpPr txBox="1"/>
          <p:nvPr/>
        </p:nvSpPr>
        <p:spPr>
          <a:xfrm>
            <a:off x="3108960" y="4215384"/>
            <a:ext cx="3657600" cy="548640"/>
          </a:xfrm>
          <a:prstGeom prst="rect">
            <a:avLst/>
          </a:prstGeom>
          <a:noFill/>
          <a:ln/>
        </p:spPr>
        <p:txBody>
          <a:bodyPr wrap="square" lIns="0" tIns="0" rIns="0" bIns="0" rtlCol="0" anchor="ctr"/>
          <a:lstStyle/>
          <a:p>
            <a:pPr algn="ctr" indent="0" marL="0">
              <a:buNone/>
            </a:pPr>
            <a:r>
              <a:rPr lang="en-US" sz="2000" dirty="0">
                <a:solidFill>
                  <a:schemeClr val="tx1"/>
                </a:solidFill>
              </a:rPr>
              <a:t>voor het examen</a:t>
            </a:r>
            <a:endParaRPr lang="en-US" sz="2000" dirty="0"/>
          </a:p>
        </p:txBody>
      </p:sp>
      <p:sp>
        <p:nvSpPr>
          <p:cNvPr id="41" name="Shape 38"/>
          <p:cNvSpPr/>
          <p:nvPr/>
        </p:nvSpPr>
        <p:spPr>
          <a:xfrm>
            <a:off x="6858000" y="4215384"/>
            <a:ext cx="1737360" cy="548640"/>
          </a:xfrm>
          <a:prstGeom prst="roundRect">
            <a:avLst>
              <a:gd name="adj" fmla="val 13333"/>
            </a:avLst>
          </a:prstGeom>
          <a:solidFill>
            <a:srgbClr val="FBEDEB"/>
          </a:solidFill>
          <a:ln w="25400">
            <a:solidFill>
              <a:srgbClr val="B83227"/>
            </a:solidFill>
            <a:prstDash val="dash"/>
          </a:ln>
        </p:spPr>
      </p:sp>
      <p:sp>
        <p:nvSpPr>
          <p:cNvPr id="42" name="Text 39"/>
          <p:cNvSpPr txBox="1"/>
          <p:nvPr/>
        </p:nvSpPr>
        <p:spPr>
          <a:xfrm>
            <a:off x="6858000" y="4215384"/>
            <a:ext cx="1737360" cy="548640"/>
          </a:xfrm>
          <a:prstGeom prst="rect">
            <a:avLst/>
          </a:prstGeom>
          <a:noFill/>
          <a:ln/>
        </p:spPr>
        <p:txBody>
          <a:bodyPr wrap="square" lIns="0" tIns="0" rIns="0" bIns="0" rtlCol="0" anchor="ctr"/>
          <a:lstStyle/>
          <a:p>
            <a:pPr algn="ctr" indent="0" marL="0">
              <a:buNone/>
            </a:pPr>
            <a:r>
              <a:rPr lang="en-US" sz="2000" b="1" dirty="0">
                <a:solidFill>
                  <a:schemeClr val="accent6"/>
                </a:solidFill>
              </a:rPr>
              <a:t>geslaagd.</a:t>
            </a:r>
            <a:endParaRPr lang="en-US" sz="2000" dirty="0"/>
          </a:p>
        </p:txBody>
      </p:sp>
      <p:sp>
        <p:nvSpPr>
          <p:cNvPr id="43" name="Shape 40"/>
          <p:cNvSpPr/>
          <p:nvPr/>
        </p:nvSpPr>
        <p:spPr>
          <a:xfrm>
            <a:off x="548640" y="4873752"/>
            <a:ext cx="1005840" cy="548640"/>
          </a:xfrm>
          <a:prstGeom prst="roundRect">
            <a:avLst>
              <a:gd name="adj" fmla="val 13333"/>
            </a:avLst>
          </a:prstGeom>
          <a:solidFill>
            <a:schemeClr val="bg1"/>
          </a:solidFill>
          <a:ln w="15875">
            <a:solidFill>
              <a:srgbClr val="D5DCE6"/>
            </a:solidFill>
            <a:prstDash val="solid"/>
          </a:ln>
        </p:spPr>
      </p:sp>
      <p:sp>
        <p:nvSpPr>
          <p:cNvPr id="44" name="Text 41"/>
          <p:cNvSpPr txBox="1"/>
          <p:nvPr/>
        </p:nvSpPr>
        <p:spPr>
          <a:xfrm>
            <a:off x="548640" y="4873752"/>
            <a:ext cx="1005840" cy="548640"/>
          </a:xfrm>
          <a:prstGeom prst="rect">
            <a:avLst/>
          </a:prstGeom>
          <a:noFill/>
          <a:ln/>
        </p:spPr>
        <p:txBody>
          <a:bodyPr wrap="square" lIns="0" tIns="0" rIns="0" bIns="0" rtlCol="0" anchor="ctr"/>
          <a:lstStyle/>
          <a:p>
            <a:pPr algn="ctr" indent="0" marL="0">
              <a:buNone/>
            </a:pPr>
            <a:r>
              <a:rPr lang="en-US" sz="2000" dirty="0">
                <a:solidFill>
                  <a:schemeClr val="tx1"/>
                </a:solidFill>
              </a:rPr>
              <a:t>Ze</a:t>
            </a:r>
            <a:endParaRPr lang="en-US" sz="2000" dirty="0"/>
          </a:p>
        </p:txBody>
      </p:sp>
      <p:sp>
        <p:nvSpPr>
          <p:cNvPr id="45" name="Shape 42"/>
          <p:cNvSpPr/>
          <p:nvPr/>
        </p:nvSpPr>
        <p:spPr>
          <a:xfrm>
            <a:off x="1645920" y="4873752"/>
            <a:ext cx="1371600" cy="548640"/>
          </a:xfrm>
          <a:prstGeom prst="roundRect">
            <a:avLst>
              <a:gd name="adj" fmla="val 13333"/>
            </a:avLst>
          </a:prstGeom>
          <a:solidFill>
            <a:srgbClr val="FBEDEB"/>
          </a:solidFill>
          <a:ln w="31750">
            <a:solidFill>
              <a:srgbClr val="B83227"/>
            </a:solidFill>
            <a:prstDash val="solid"/>
          </a:ln>
        </p:spPr>
      </p:sp>
      <p:sp>
        <p:nvSpPr>
          <p:cNvPr id="46" name="Text 43"/>
          <p:cNvSpPr txBox="1"/>
          <p:nvPr/>
        </p:nvSpPr>
        <p:spPr>
          <a:xfrm>
            <a:off x="1645920" y="4873752"/>
            <a:ext cx="1371600" cy="548640"/>
          </a:xfrm>
          <a:prstGeom prst="rect">
            <a:avLst/>
          </a:prstGeom>
          <a:noFill/>
          <a:ln/>
        </p:spPr>
        <p:txBody>
          <a:bodyPr wrap="square" lIns="0" tIns="0" rIns="0" bIns="0" rtlCol="0" anchor="ctr"/>
          <a:lstStyle/>
          <a:p>
            <a:pPr algn="ctr" indent="0" marL="0">
              <a:buNone/>
            </a:pPr>
            <a:r>
              <a:rPr lang="en-US" sz="2000" b="1" dirty="0">
                <a:solidFill>
                  <a:schemeClr val="accent6"/>
                </a:solidFill>
              </a:rPr>
              <a:t>hebben</a:t>
            </a:r>
            <a:endParaRPr lang="en-US" sz="2000" dirty="0"/>
          </a:p>
        </p:txBody>
      </p:sp>
      <p:sp>
        <p:nvSpPr>
          <p:cNvPr id="47" name="Shape 44"/>
          <p:cNvSpPr/>
          <p:nvPr/>
        </p:nvSpPr>
        <p:spPr>
          <a:xfrm>
            <a:off x="3108960" y="4873752"/>
            <a:ext cx="3657600" cy="548640"/>
          </a:xfrm>
          <a:prstGeom prst="roundRect">
            <a:avLst>
              <a:gd name="adj" fmla="val 13333"/>
            </a:avLst>
          </a:prstGeom>
          <a:solidFill>
            <a:schemeClr val="bg1"/>
          </a:solidFill>
          <a:ln w="15875">
            <a:solidFill>
              <a:srgbClr val="D5DCE6"/>
            </a:solidFill>
            <a:prstDash val="solid"/>
          </a:ln>
        </p:spPr>
      </p:sp>
      <p:sp>
        <p:nvSpPr>
          <p:cNvPr id="48" name="Text 45"/>
          <p:cNvSpPr txBox="1"/>
          <p:nvPr/>
        </p:nvSpPr>
        <p:spPr>
          <a:xfrm>
            <a:off x="3108960" y="4873752"/>
            <a:ext cx="3657600" cy="548640"/>
          </a:xfrm>
          <a:prstGeom prst="rect">
            <a:avLst/>
          </a:prstGeom>
          <a:noFill/>
          <a:ln/>
        </p:spPr>
        <p:txBody>
          <a:bodyPr wrap="square" lIns="0" tIns="0" rIns="0" bIns="0" rtlCol="0" anchor="ctr"/>
          <a:lstStyle/>
          <a:p>
            <a:pPr algn="ctr" indent="0" marL="0">
              <a:buNone/>
            </a:pPr>
            <a:r>
              <a:rPr lang="en-US" sz="2000" dirty="0">
                <a:solidFill>
                  <a:schemeClr val="tx1"/>
                </a:solidFill>
              </a:rPr>
              <a:t>vandaag een opleiding</a:t>
            </a:r>
            <a:endParaRPr lang="en-US" sz="2000" dirty="0"/>
          </a:p>
        </p:txBody>
      </p:sp>
      <p:sp>
        <p:nvSpPr>
          <p:cNvPr id="49" name="Shape 46"/>
          <p:cNvSpPr/>
          <p:nvPr/>
        </p:nvSpPr>
        <p:spPr>
          <a:xfrm>
            <a:off x="6858000" y="4873752"/>
            <a:ext cx="1737360" cy="548640"/>
          </a:xfrm>
          <a:prstGeom prst="roundRect">
            <a:avLst>
              <a:gd name="adj" fmla="val 13333"/>
            </a:avLst>
          </a:prstGeom>
          <a:solidFill>
            <a:srgbClr val="FBEDEB"/>
          </a:solidFill>
          <a:ln w="25400">
            <a:solidFill>
              <a:srgbClr val="B83227"/>
            </a:solidFill>
            <a:prstDash val="dash"/>
          </a:ln>
        </p:spPr>
      </p:sp>
      <p:sp>
        <p:nvSpPr>
          <p:cNvPr id="50" name="Text 47"/>
          <p:cNvSpPr txBox="1"/>
          <p:nvPr/>
        </p:nvSpPr>
        <p:spPr>
          <a:xfrm>
            <a:off x="6858000" y="4873752"/>
            <a:ext cx="1737360" cy="548640"/>
          </a:xfrm>
          <a:prstGeom prst="rect">
            <a:avLst/>
          </a:prstGeom>
          <a:noFill/>
          <a:ln/>
        </p:spPr>
        <p:txBody>
          <a:bodyPr wrap="square" lIns="0" tIns="0" rIns="0" bIns="0" rtlCol="0" anchor="ctr"/>
          <a:lstStyle/>
          <a:p>
            <a:pPr algn="ctr" indent="0" marL="0">
              <a:buNone/>
            </a:pPr>
            <a:r>
              <a:rPr lang="en-US" sz="2000" b="1" dirty="0">
                <a:solidFill>
                  <a:schemeClr val="accent6"/>
                </a:solidFill>
              </a:rPr>
              <a:t>gevolgd.</a:t>
            </a:r>
            <a:endParaRPr lang="en-US" sz="2000" dirty="0"/>
          </a:p>
        </p:txBody>
      </p:sp>
      <p:sp>
        <p:nvSpPr>
          <p:cNvPr id="51" name="Shape 48"/>
          <p:cNvSpPr/>
          <p:nvPr/>
        </p:nvSpPr>
        <p:spPr>
          <a:xfrm>
            <a:off x="8915400" y="1554480"/>
            <a:ext cx="2724912" cy="3931920"/>
          </a:xfrm>
          <a:prstGeom prst="roundRect">
            <a:avLst>
              <a:gd name="adj" fmla="val 3356"/>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2" name="Shape 49"/>
          <p:cNvSpPr/>
          <p:nvPr/>
        </p:nvSpPr>
        <p:spPr>
          <a:xfrm>
            <a:off x="9098280" y="1719072"/>
            <a:ext cx="566928" cy="566928"/>
          </a:xfrm>
          <a:prstGeom prst="ellipse">
            <a:avLst/>
          </a:prstGeom>
          <a:solidFill>
            <a:schemeClr val="accent1"/>
          </a:solidFill>
          <a:ln w="12700">
            <a:solidFill>
              <a:srgbClr val="FFFFFF">
                <a:alpha val="0"/>
              </a:srgbClr>
            </a:solidFill>
            <a:prstDash val="solid"/>
          </a:ln>
        </p:spPr>
      </p:sp>
      <p:pic>
        <p:nvPicPr>
          <p:cNvPr id="53" name="Image 0" descr="Lightbulb">    </p:cNvPr>
          <p:cNvPicPr>
            <a:picLocks noChangeAspect="1"/>
          </p:cNvPicPr>
          <p:nvPr/>
        </p:nvPicPr>
        <p:blipFill>
          <a:blip r:embed="rId1"/>
          <a:stretch>
            <a:fillRect/>
          </a:stretch>
        </p:blipFill>
        <p:spPr>
          <a:xfrm>
            <a:off x="9234343" y="1855135"/>
            <a:ext cx="294803" cy="294803"/>
          </a:xfrm>
          <a:prstGeom prst="rect">
            <a:avLst/>
          </a:prstGeom>
        </p:spPr>
      </p:pic>
      <p:sp>
        <p:nvSpPr>
          <p:cNvPr id="54" name="Text 50"/>
          <p:cNvSpPr txBox="1"/>
          <p:nvPr/>
        </p:nvSpPr>
        <p:spPr>
          <a:xfrm>
            <a:off x="9811512" y="1700784"/>
            <a:ext cx="1691640" cy="603504"/>
          </a:xfrm>
          <a:prstGeom prst="rect">
            <a:avLst/>
          </a:prstGeom>
          <a:noFill/>
          <a:ln/>
        </p:spPr>
        <p:txBody>
          <a:bodyPr wrap="square" lIns="0" tIns="0" rIns="0" bIns="0" rtlCol="0" anchor="ctr"/>
          <a:lstStyle/>
          <a:p>
            <a:pPr algn="l" indent="0" marL="0">
              <a:buNone/>
            </a:pPr>
            <a:r>
              <a:rPr lang="en-US" sz="1900" b="1" dirty="0">
                <a:solidFill>
                  <a:schemeClr val="accent1"/>
                </a:solidFill>
              </a:rPr>
              <a:t>Repères</a:t>
            </a:r>
            <a:endParaRPr lang="en-US" sz="1900" dirty="0"/>
          </a:p>
        </p:txBody>
      </p:sp>
      <p:sp>
        <p:nvSpPr>
          <p:cNvPr id="55" name="Text 51"/>
          <p:cNvSpPr txBox="1"/>
          <p:nvPr/>
        </p:nvSpPr>
        <p:spPr>
          <a:xfrm>
            <a:off x="9116568" y="2423160"/>
            <a:ext cx="2322576" cy="2953512"/>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②</a:t>
            </a:r>
            <a:r>
              <a:rPr lang="en-US" sz="1600" dirty="0">
                <a:solidFill>
                  <a:schemeClr val="tx1"/>
                </a:solidFill>
              </a:rPr>
              <a:t> </a:t>
            </a:r>
            <a:r>
              <a:rPr lang="en-US" sz="1600" i="1" dirty="0">
                <a:solidFill>
                  <a:schemeClr val="tx1"/>
                </a:solidFill>
              </a:rPr>
              <a:t>hebben</a:t>
            </a:r>
            <a:r>
              <a:rPr lang="en-US" sz="1600" dirty="0">
                <a:solidFill>
                  <a:schemeClr val="tx1"/>
                </a:solidFill>
              </a:rPr>
              <a:t> ou </a:t>
            </a:r>
            <a:r>
              <a:rPr lang="en-US" sz="1600" i="1" dirty="0">
                <a:solidFill>
                  <a:schemeClr val="tx1"/>
                </a:solidFill>
              </a:rPr>
              <a:t>zijn</a:t>
            </a:r>
            <a:r>
              <a:rPr lang="en-US" sz="1600" dirty="0">
                <a:solidFill>
                  <a:schemeClr val="tx1"/>
                </a:solidFill>
              </a:rPr>
              <a:t> conjugué</a:t>
            </a:r>
            <a:endParaRPr lang="en-US" sz="1600" dirty="0"/>
          </a:p>
          <a:p>
            <a:pPr algn="l" indent="0" marL="0">
              <a:spcAft>
                <a:spcPts val="1000"/>
              </a:spcAft>
              <a:buNone/>
            </a:pPr>
            <a:r>
              <a:rPr lang="en-US" sz="1600" b="1" dirty="0">
                <a:solidFill>
                  <a:schemeClr val="tx1"/>
                </a:solidFill>
              </a:rPr>
              <a:t>⑥</a:t>
            </a:r>
            <a:r>
              <a:rPr lang="en-US" sz="1600" dirty="0">
                <a:solidFill>
                  <a:schemeClr val="tx1"/>
                </a:solidFill>
              </a:rPr>
              <a:t> le participe passé, </a:t>
            </a:r>
            <a:r>
              <a:rPr lang="en-US" sz="1600" b="1" dirty="0">
                <a:solidFill>
                  <a:schemeClr val="tx1"/>
                </a:solidFill>
              </a:rPr>
              <a:t>au bout</a:t>
            </a:r>
            <a:endParaRPr lang="en-US" sz="1600" dirty="0"/>
          </a:p>
          <a:p>
            <a:pPr algn="l" indent="0" marL="0">
              <a:spcAft>
                <a:spcPts val="1000"/>
              </a:spcAft>
              <a:buNone/>
            </a:pPr>
            <a:r>
              <a:rPr lang="en-US" sz="1600" dirty="0">
                <a:solidFill>
                  <a:schemeClr val="tx1"/>
                </a:solidFill>
              </a:rPr>
              <a:t>C’est la pince du M3.</a:t>
            </a:r>
            <a:endParaRPr lang="en-US" sz="1600" dirty="0"/>
          </a:p>
          <a:p>
            <a:pPr algn="l" indent="0" marL="0">
              <a:spcAft>
                <a:spcPts val="1000"/>
              </a:spcAft>
              <a:buNone/>
            </a:pPr>
            <a:r>
              <a:rPr lang="en-US" sz="1600" i="1" dirty="0">
                <a:solidFill>
                  <a:schemeClr val="tx1"/>
                </a:solidFill>
              </a:rPr>
              <a:t>verhuizen</a:t>
            </a:r>
            <a:r>
              <a:rPr lang="en-US" sz="1600" dirty="0">
                <a:solidFill>
                  <a:schemeClr val="tx1"/>
                </a:solidFill>
              </a:rPr>
              <a:t> = déménager</a:t>
            </a:r>
            <a:endParaRPr lang="en-US" sz="1600" dirty="0"/>
          </a:p>
        </p:txBody>
      </p:sp>
      <p:sp>
        <p:nvSpPr>
          <p:cNvPr id="56" name="Shape 52"/>
          <p:cNvSpPr/>
          <p:nvPr/>
        </p:nvSpPr>
        <p:spPr>
          <a:xfrm>
            <a:off x="548640" y="5669280"/>
            <a:ext cx="11091672" cy="594360"/>
          </a:xfrm>
          <a:prstGeom prst="roundRect">
            <a:avLst>
              <a:gd name="adj" fmla="val 12308"/>
            </a:avLst>
          </a:prstGeom>
          <a:solidFill>
            <a:schemeClr val="tx2"/>
          </a:solidFill>
          <a:ln w="12700">
            <a:solidFill>
              <a:srgbClr val="FFFFFF">
                <a:alpha val="0"/>
              </a:srgbClr>
            </a:solidFill>
            <a:prstDash val="solid"/>
          </a:ln>
        </p:spPr>
      </p:sp>
      <p:sp>
        <p:nvSpPr>
          <p:cNvPr id="57" name="Text 53"/>
          <p:cNvSpPr txBox="1"/>
          <p:nvPr/>
        </p:nvSpPr>
        <p:spPr>
          <a:xfrm>
            <a:off x="822960" y="5669280"/>
            <a:ext cx="10607040" cy="594360"/>
          </a:xfrm>
          <a:prstGeom prst="rect">
            <a:avLst/>
          </a:prstGeom>
          <a:noFill/>
          <a:ln/>
        </p:spPr>
        <p:txBody>
          <a:bodyPr wrap="square" lIns="0" tIns="0" rIns="0" bIns="0" rtlCol="0" anchor="ctr"/>
          <a:lstStyle/>
          <a:p>
            <a:pPr algn="l" indent="0" marL="0">
              <a:buNone/>
            </a:pPr>
            <a:r>
              <a:rPr lang="en-US" sz="1800" dirty="0">
                <a:solidFill>
                  <a:schemeClr val="bg1"/>
                </a:solidFill>
              </a:rPr>
              <a:t>FR : « J’</a:t>
            </a:r>
            <a:r>
              <a:rPr lang="en-US" sz="1800" b="1" dirty="0">
                <a:solidFill>
                  <a:schemeClr val="bg1"/>
                </a:solidFill>
              </a:rPr>
              <a:t>ai mangé</a:t>
            </a:r>
            <a:r>
              <a:rPr lang="en-US" sz="1800" dirty="0">
                <a:solidFill>
                  <a:schemeClr val="bg1"/>
                </a:solidFill>
              </a:rPr>
              <a:t> un biscuit. » (collés) → NL : </a:t>
            </a:r>
            <a:r>
              <a:rPr lang="en-US" sz="1800" i="1" dirty="0">
                <a:solidFill>
                  <a:schemeClr val="bg1"/>
                </a:solidFill>
              </a:rPr>
              <a:t>Ik </a:t>
            </a:r>
            <a:r>
              <a:rPr lang="en-US" sz="1800" b="1" i="1" dirty="0">
                <a:solidFill>
                  <a:schemeClr val="bg1"/>
                </a:solidFill>
              </a:rPr>
              <a:t>heb</a:t>
            </a:r>
            <a:r>
              <a:rPr lang="en-US" sz="1800" i="1" dirty="0">
                <a:solidFill>
                  <a:schemeClr val="bg1"/>
                </a:solidFill>
              </a:rPr>
              <a:t> een koekje </a:t>
            </a:r>
            <a:r>
              <a:rPr lang="en-US" sz="1800" b="1" i="1" dirty="0">
                <a:solidFill>
                  <a:schemeClr val="bg1"/>
                </a:solidFill>
              </a:rPr>
              <a:t>gegeten</a:t>
            </a:r>
            <a:r>
              <a:rPr lang="en-US" sz="1800" i="1" dirty="0">
                <a:solidFill>
                  <a:schemeClr val="bg1"/>
                </a:solidFill>
              </a:rPr>
              <a:t>.</a:t>
            </a:r>
            <a:r>
              <a:rPr lang="en-US" sz="1800" dirty="0">
                <a:solidFill>
                  <a:schemeClr val="bg1"/>
                </a:solidFill>
              </a:rPr>
              <a:t> (séparés)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participe régulier : ge + radical + t/d</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72768"/>
            <a:ext cx="2514600" cy="457200"/>
          </a:xfrm>
          <a:prstGeom prst="rect">
            <a:avLst/>
          </a:prstGeom>
          <a:noFill/>
          <a:ln/>
        </p:spPr>
        <p:txBody>
          <a:bodyPr wrap="square" lIns="0" tIns="0" rIns="0" bIns="0" rtlCol="0" anchor="ctr"/>
          <a:lstStyle/>
          <a:p>
            <a:pPr algn="l" indent="0" marL="0">
              <a:buNone/>
            </a:pPr>
            <a:r>
              <a:rPr lang="en-US" sz="1600" b="1" dirty="0">
                <a:solidFill>
                  <a:schemeClr val="tx2"/>
                </a:solidFill>
              </a:rPr>
              <a:t>infinitif</a:t>
            </a:r>
            <a:endParaRPr lang="en-US" sz="1600" dirty="0"/>
          </a:p>
        </p:txBody>
      </p:sp>
      <p:sp>
        <p:nvSpPr>
          <p:cNvPr id="6" name="Shape 3"/>
          <p:cNvSpPr/>
          <p:nvPr/>
        </p:nvSpPr>
        <p:spPr>
          <a:xfrm>
            <a:off x="3429000" y="1572768"/>
            <a:ext cx="457200" cy="457200"/>
          </a:xfrm>
          <a:prstGeom prst="ellipse">
            <a:avLst/>
          </a:prstGeom>
          <a:solidFill>
            <a:schemeClr val="tx2"/>
          </a:solidFill>
          <a:ln w="12700">
            <a:solidFill>
              <a:srgbClr val="FFFFFF">
                <a:alpha val="0"/>
              </a:srgbClr>
            </a:solidFill>
            <a:prstDash val="solid"/>
          </a:ln>
        </p:spPr>
      </p:sp>
      <p:pic>
        <p:nvPicPr>
          <p:cNvPr id="7" name="Image 0" descr="Cut">    </p:cNvPr>
          <p:cNvPicPr>
            <a:picLocks noChangeAspect="1"/>
          </p:cNvPicPr>
          <p:nvPr/>
        </p:nvPicPr>
        <p:blipFill>
          <a:blip r:embed="rId1"/>
          <a:stretch>
            <a:fillRect/>
          </a:stretch>
        </p:blipFill>
        <p:spPr>
          <a:xfrm>
            <a:off x="3538728" y="1682496"/>
            <a:ext cx="237744" cy="237744"/>
          </a:xfrm>
          <a:prstGeom prst="rect">
            <a:avLst/>
          </a:prstGeom>
        </p:spPr>
      </p:pic>
      <p:sp>
        <p:nvSpPr>
          <p:cNvPr id="8" name="Text 4"/>
          <p:cNvSpPr txBox="1"/>
          <p:nvPr/>
        </p:nvSpPr>
        <p:spPr>
          <a:xfrm>
            <a:off x="3977640" y="1572768"/>
            <a:ext cx="1920240" cy="457200"/>
          </a:xfrm>
          <a:prstGeom prst="rect">
            <a:avLst/>
          </a:prstGeom>
          <a:noFill/>
          <a:ln/>
        </p:spPr>
        <p:txBody>
          <a:bodyPr wrap="square" lIns="0" tIns="0" rIns="0" bIns="0" rtlCol="0" anchor="ctr"/>
          <a:lstStyle/>
          <a:p>
            <a:pPr algn="l" indent="0" marL="0">
              <a:buNone/>
            </a:pPr>
            <a:r>
              <a:rPr lang="en-US" sz="1600" b="1" dirty="0">
                <a:solidFill>
                  <a:schemeClr val="tx2"/>
                </a:solidFill>
              </a:rPr>
              <a:t>① le radical (M3)</a:t>
            </a:r>
            <a:endParaRPr lang="en-US" sz="1600" dirty="0"/>
          </a:p>
        </p:txBody>
      </p:sp>
      <p:sp>
        <p:nvSpPr>
          <p:cNvPr id="9" name="Shape 5"/>
          <p:cNvSpPr/>
          <p:nvPr/>
        </p:nvSpPr>
        <p:spPr>
          <a:xfrm>
            <a:off x="6263640" y="1572768"/>
            <a:ext cx="457200" cy="457200"/>
          </a:xfrm>
          <a:prstGeom prst="ellipse">
            <a:avLst/>
          </a:prstGeom>
          <a:solidFill>
            <a:schemeClr val="accent4"/>
          </a:solidFill>
          <a:ln w="12700">
            <a:solidFill>
              <a:srgbClr val="FFFFFF">
                <a:alpha val="0"/>
              </a:srgbClr>
            </a:solidFill>
            <a:prstDash val="solid"/>
          </a:ln>
        </p:spPr>
      </p:sp>
      <p:pic>
        <p:nvPicPr>
          <p:cNvPr id="10" name="Image 1" descr="Plus">    </p:cNvPr>
          <p:cNvPicPr>
            <a:picLocks noChangeAspect="1"/>
          </p:cNvPicPr>
          <p:nvPr/>
        </p:nvPicPr>
        <p:blipFill>
          <a:blip r:embed="rId2"/>
          <a:stretch>
            <a:fillRect/>
          </a:stretch>
        </p:blipFill>
        <p:spPr>
          <a:xfrm>
            <a:off x="6373368" y="1682496"/>
            <a:ext cx="237744" cy="237744"/>
          </a:xfrm>
          <a:prstGeom prst="rect">
            <a:avLst/>
          </a:prstGeom>
        </p:spPr>
      </p:pic>
      <p:sp>
        <p:nvSpPr>
          <p:cNvPr id="11" name="Text 6"/>
          <p:cNvSpPr txBox="1"/>
          <p:nvPr/>
        </p:nvSpPr>
        <p:spPr>
          <a:xfrm>
            <a:off x="6812280" y="1572768"/>
            <a:ext cx="1920240" cy="457200"/>
          </a:xfrm>
          <a:prstGeom prst="rect">
            <a:avLst/>
          </a:prstGeom>
          <a:noFill/>
          <a:ln/>
        </p:spPr>
        <p:txBody>
          <a:bodyPr wrap="square" lIns="0" tIns="0" rIns="0" bIns="0" rtlCol="0" anchor="ctr"/>
          <a:lstStyle/>
          <a:p>
            <a:pPr algn="l" indent="0" marL="0">
              <a:buNone/>
            </a:pPr>
            <a:r>
              <a:rPr lang="en-US" sz="1600" b="1" dirty="0">
                <a:solidFill>
                  <a:schemeClr val="accent4"/>
                </a:solidFill>
              </a:rPr>
              <a:t>② + </a:t>
            </a:r>
            <a:r>
              <a:rPr lang="en-US" sz="1600" b="1" i="1" dirty="0">
                <a:solidFill>
                  <a:schemeClr val="accent4"/>
                </a:solidFill>
              </a:rPr>
              <a:t>ge-</a:t>
            </a:r>
            <a:r>
              <a:rPr lang="en-US" sz="1600" b="1" dirty="0">
                <a:solidFill>
                  <a:schemeClr val="accent4"/>
                </a:solidFill>
              </a:rPr>
              <a:t> devant</a:t>
            </a:r>
            <a:endParaRPr lang="en-US" sz="1600" dirty="0"/>
          </a:p>
        </p:txBody>
      </p:sp>
      <p:sp>
        <p:nvSpPr>
          <p:cNvPr id="12" name="Shape 7"/>
          <p:cNvSpPr/>
          <p:nvPr/>
        </p:nvSpPr>
        <p:spPr>
          <a:xfrm>
            <a:off x="9098280" y="1572768"/>
            <a:ext cx="457200" cy="457200"/>
          </a:xfrm>
          <a:prstGeom prst="ellipse">
            <a:avLst/>
          </a:prstGeom>
          <a:solidFill>
            <a:schemeClr val="accent3"/>
          </a:solidFill>
          <a:ln w="12700">
            <a:solidFill>
              <a:srgbClr val="FFFFFF">
                <a:alpha val="0"/>
              </a:srgbClr>
            </a:solidFill>
            <a:prstDash val="solid"/>
          </a:ln>
        </p:spPr>
      </p:sp>
      <p:pic>
        <p:nvPicPr>
          <p:cNvPr id="13" name="Image 2" descr="Plus">    </p:cNvPr>
          <p:cNvPicPr>
            <a:picLocks noChangeAspect="1"/>
          </p:cNvPicPr>
          <p:nvPr/>
        </p:nvPicPr>
        <p:blipFill>
          <a:blip r:embed="rId3"/>
          <a:stretch>
            <a:fillRect/>
          </a:stretch>
        </p:blipFill>
        <p:spPr>
          <a:xfrm>
            <a:off x="9208008" y="1682496"/>
            <a:ext cx="237744" cy="237744"/>
          </a:xfrm>
          <a:prstGeom prst="rect">
            <a:avLst/>
          </a:prstGeom>
        </p:spPr>
      </p:pic>
      <p:sp>
        <p:nvSpPr>
          <p:cNvPr id="14" name="Text 8"/>
          <p:cNvSpPr txBox="1"/>
          <p:nvPr/>
        </p:nvSpPr>
        <p:spPr>
          <a:xfrm>
            <a:off x="9646920" y="1572768"/>
            <a:ext cx="1920240" cy="457200"/>
          </a:xfrm>
          <a:prstGeom prst="rect">
            <a:avLst/>
          </a:prstGeom>
          <a:noFill/>
          <a:ln/>
        </p:spPr>
        <p:txBody>
          <a:bodyPr wrap="square" lIns="0" tIns="0" rIns="0" bIns="0" rtlCol="0" anchor="ctr"/>
          <a:lstStyle/>
          <a:p>
            <a:pPr algn="l" indent="0" marL="0">
              <a:buNone/>
            </a:pPr>
            <a:r>
              <a:rPr lang="en-US" sz="1600" b="1" dirty="0">
                <a:solidFill>
                  <a:schemeClr val="accent3"/>
                </a:solidFill>
              </a:rPr>
              <a:t>③ + </a:t>
            </a:r>
            <a:r>
              <a:rPr lang="en-US" sz="1600" b="1" i="1" dirty="0">
                <a:solidFill>
                  <a:schemeClr val="accent3"/>
                </a:solidFill>
              </a:rPr>
              <a:t>t</a:t>
            </a:r>
            <a:r>
              <a:rPr lang="en-US" sz="1600" b="1" dirty="0">
                <a:solidFill>
                  <a:schemeClr val="accent3"/>
                </a:solidFill>
              </a:rPr>
              <a:t> ou </a:t>
            </a:r>
            <a:r>
              <a:rPr lang="en-US" sz="1600" b="1" i="1" dirty="0">
                <a:solidFill>
                  <a:schemeClr val="accent3"/>
                </a:solidFill>
              </a:rPr>
              <a:t>d</a:t>
            </a:r>
            <a:endParaRPr lang="en-US" sz="1600" dirty="0"/>
          </a:p>
        </p:txBody>
      </p:sp>
      <p:sp>
        <p:nvSpPr>
          <p:cNvPr id="15" name="Shape 9"/>
          <p:cNvSpPr/>
          <p:nvPr/>
        </p:nvSpPr>
        <p:spPr>
          <a:xfrm>
            <a:off x="548640" y="3200400"/>
            <a:ext cx="11091672" cy="91440"/>
          </a:xfrm>
          <a:prstGeom prst="roundRect">
            <a:avLst>
              <a:gd name="adj" fmla="val 40000"/>
            </a:avLst>
          </a:prstGeom>
          <a:solidFill>
            <a:schemeClr val="accent5"/>
          </a:solidFill>
          <a:ln w="12700">
            <a:solidFill>
              <a:srgbClr val="FFFFFF">
                <a:alpha val="0"/>
              </a:srgbClr>
            </a:solidFill>
            <a:prstDash val="solid"/>
          </a:ln>
        </p:spPr>
      </p:sp>
      <p:sp>
        <p:nvSpPr>
          <p:cNvPr id="16" name="Shape 10"/>
          <p:cNvSpPr/>
          <p:nvPr/>
        </p:nvSpPr>
        <p:spPr>
          <a:xfrm>
            <a:off x="685800" y="3319272"/>
            <a:ext cx="146304" cy="146304"/>
          </a:xfrm>
          <a:prstGeom prst="ellipse">
            <a:avLst/>
          </a:prstGeom>
          <a:solidFill>
            <a:schemeClr val="bg2"/>
          </a:solidFill>
          <a:ln w="12700">
            <a:solidFill>
              <a:srgbClr val="4A5A70"/>
            </a:solidFill>
            <a:prstDash val="solid"/>
          </a:ln>
        </p:spPr>
      </p:sp>
      <p:sp>
        <p:nvSpPr>
          <p:cNvPr id="17" name="Shape 11"/>
          <p:cNvSpPr/>
          <p:nvPr/>
        </p:nvSpPr>
        <p:spPr>
          <a:xfrm>
            <a:off x="1234440" y="3319272"/>
            <a:ext cx="146304" cy="146304"/>
          </a:xfrm>
          <a:prstGeom prst="ellipse">
            <a:avLst/>
          </a:prstGeom>
          <a:solidFill>
            <a:schemeClr val="bg2"/>
          </a:solidFill>
          <a:ln w="12700">
            <a:solidFill>
              <a:srgbClr val="4A5A70"/>
            </a:solidFill>
            <a:prstDash val="solid"/>
          </a:ln>
        </p:spPr>
      </p:sp>
      <p:sp>
        <p:nvSpPr>
          <p:cNvPr id="18" name="Shape 12"/>
          <p:cNvSpPr/>
          <p:nvPr/>
        </p:nvSpPr>
        <p:spPr>
          <a:xfrm>
            <a:off x="1783080" y="3319272"/>
            <a:ext cx="146304" cy="146304"/>
          </a:xfrm>
          <a:prstGeom prst="ellipse">
            <a:avLst/>
          </a:prstGeom>
          <a:solidFill>
            <a:schemeClr val="bg2"/>
          </a:solidFill>
          <a:ln w="12700">
            <a:solidFill>
              <a:srgbClr val="4A5A70"/>
            </a:solidFill>
            <a:prstDash val="solid"/>
          </a:ln>
        </p:spPr>
      </p:sp>
      <p:sp>
        <p:nvSpPr>
          <p:cNvPr id="19" name="Shape 13"/>
          <p:cNvSpPr/>
          <p:nvPr/>
        </p:nvSpPr>
        <p:spPr>
          <a:xfrm>
            <a:off x="2331720" y="3319272"/>
            <a:ext cx="146304" cy="146304"/>
          </a:xfrm>
          <a:prstGeom prst="ellipse">
            <a:avLst/>
          </a:prstGeom>
          <a:solidFill>
            <a:schemeClr val="bg2"/>
          </a:solidFill>
          <a:ln w="12700">
            <a:solidFill>
              <a:srgbClr val="4A5A70"/>
            </a:solidFill>
            <a:prstDash val="solid"/>
          </a:ln>
        </p:spPr>
      </p:sp>
      <p:sp>
        <p:nvSpPr>
          <p:cNvPr id="20" name="Shape 14"/>
          <p:cNvSpPr/>
          <p:nvPr/>
        </p:nvSpPr>
        <p:spPr>
          <a:xfrm>
            <a:off x="2880360" y="3319272"/>
            <a:ext cx="146304" cy="146304"/>
          </a:xfrm>
          <a:prstGeom prst="ellipse">
            <a:avLst/>
          </a:prstGeom>
          <a:solidFill>
            <a:schemeClr val="bg2"/>
          </a:solidFill>
          <a:ln w="12700">
            <a:solidFill>
              <a:srgbClr val="4A5A70"/>
            </a:solidFill>
            <a:prstDash val="solid"/>
          </a:ln>
        </p:spPr>
      </p:sp>
      <p:sp>
        <p:nvSpPr>
          <p:cNvPr id="21" name="Shape 15"/>
          <p:cNvSpPr/>
          <p:nvPr/>
        </p:nvSpPr>
        <p:spPr>
          <a:xfrm>
            <a:off x="3429000" y="3319272"/>
            <a:ext cx="146304" cy="146304"/>
          </a:xfrm>
          <a:prstGeom prst="ellipse">
            <a:avLst/>
          </a:prstGeom>
          <a:solidFill>
            <a:schemeClr val="bg2"/>
          </a:solidFill>
          <a:ln w="12700">
            <a:solidFill>
              <a:srgbClr val="4A5A70"/>
            </a:solidFill>
            <a:prstDash val="solid"/>
          </a:ln>
        </p:spPr>
      </p:sp>
      <p:sp>
        <p:nvSpPr>
          <p:cNvPr id="22" name="Shape 16"/>
          <p:cNvSpPr/>
          <p:nvPr/>
        </p:nvSpPr>
        <p:spPr>
          <a:xfrm>
            <a:off x="3977640" y="3319272"/>
            <a:ext cx="146304" cy="146304"/>
          </a:xfrm>
          <a:prstGeom prst="ellipse">
            <a:avLst/>
          </a:prstGeom>
          <a:solidFill>
            <a:schemeClr val="bg2"/>
          </a:solidFill>
          <a:ln w="12700">
            <a:solidFill>
              <a:srgbClr val="4A5A70"/>
            </a:solidFill>
            <a:prstDash val="solid"/>
          </a:ln>
        </p:spPr>
      </p:sp>
      <p:sp>
        <p:nvSpPr>
          <p:cNvPr id="23" name="Shape 17"/>
          <p:cNvSpPr/>
          <p:nvPr/>
        </p:nvSpPr>
        <p:spPr>
          <a:xfrm>
            <a:off x="4526280" y="3319272"/>
            <a:ext cx="146304" cy="146304"/>
          </a:xfrm>
          <a:prstGeom prst="ellipse">
            <a:avLst/>
          </a:prstGeom>
          <a:solidFill>
            <a:schemeClr val="bg2"/>
          </a:solidFill>
          <a:ln w="12700">
            <a:solidFill>
              <a:srgbClr val="4A5A70"/>
            </a:solidFill>
            <a:prstDash val="solid"/>
          </a:ln>
        </p:spPr>
      </p:sp>
      <p:sp>
        <p:nvSpPr>
          <p:cNvPr id="24" name="Shape 18"/>
          <p:cNvSpPr/>
          <p:nvPr/>
        </p:nvSpPr>
        <p:spPr>
          <a:xfrm>
            <a:off x="5074920" y="3319272"/>
            <a:ext cx="146304" cy="146304"/>
          </a:xfrm>
          <a:prstGeom prst="ellipse">
            <a:avLst/>
          </a:prstGeom>
          <a:solidFill>
            <a:schemeClr val="bg2"/>
          </a:solidFill>
          <a:ln w="12700">
            <a:solidFill>
              <a:srgbClr val="4A5A70"/>
            </a:solidFill>
            <a:prstDash val="solid"/>
          </a:ln>
        </p:spPr>
      </p:sp>
      <p:sp>
        <p:nvSpPr>
          <p:cNvPr id="25" name="Shape 19"/>
          <p:cNvSpPr/>
          <p:nvPr/>
        </p:nvSpPr>
        <p:spPr>
          <a:xfrm>
            <a:off x="5623560" y="3319272"/>
            <a:ext cx="146304" cy="146304"/>
          </a:xfrm>
          <a:prstGeom prst="ellipse">
            <a:avLst/>
          </a:prstGeom>
          <a:solidFill>
            <a:schemeClr val="bg2"/>
          </a:solidFill>
          <a:ln w="12700">
            <a:solidFill>
              <a:srgbClr val="4A5A70"/>
            </a:solidFill>
            <a:prstDash val="solid"/>
          </a:ln>
        </p:spPr>
      </p:sp>
      <p:sp>
        <p:nvSpPr>
          <p:cNvPr id="26" name="Shape 20"/>
          <p:cNvSpPr/>
          <p:nvPr/>
        </p:nvSpPr>
        <p:spPr>
          <a:xfrm>
            <a:off x="6172200" y="3319272"/>
            <a:ext cx="146304" cy="146304"/>
          </a:xfrm>
          <a:prstGeom prst="ellipse">
            <a:avLst/>
          </a:prstGeom>
          <a:solidFill>
            <a:schemeClr val="bg2"/>
          </a:solidFill>
          <a:ln w="12700">
            <a:solidFill>
              <a:srgbClr val="4A5A70"/>
            </a:solidFill>
            <a:prstDash val="solid"/>
          </a:ln>
        </p:spPr>
      </p:sp>
      <p:sp>
        <p:nvSpPr>
          <p:cNvPr id="27" name="Shape 21"/>
          <p:cNvSpPr/>
          <p:nvPr/>
        </p:nvSpPr>
        <p:spPr>
          <a:xfrm>
            <a:off x="6720840" y="3319272"/>
            <a:ext cx="146304" cy="146304"/>
          </a:xfrm>
          <a:prstGeom prst="ellipse">
            <a:avLst/>
          </a:prstGeom>
          <a:solidFill>
            <a:schemeClr val="bg2"/>
          </a:solidFill>
          <a:ln w="12700">
            <a:solidFill>
              <a:srgbClr val="4A5A70"/>
            </a:solidFill>
            <a:prstDash val="solid"/>
          </a:ln>
        </p:spPr>
      </p:sp>
      <p:sp>
        <p:nvSpPr>
          <p:cNvPr id="28" name="Shape 22"/>
          <p:cNvSpPr/>
          <p:nvPr/>
        </p:nvSpPr>
        <p:spPr>
          <a:xfrm>
            <a:off x="7269480" y="3319272"/>
            <a:ext cx="146304" cy="146304"/>
          </a:xfrm>
          <a:prstGeom prst="ellipse">
            <a:avLst/>
          </a:prstGeom>
          <a:solidFill>
            <a:schemeClr val="bg2"/>
          </a:solidFill>
          <a:ln w="12700">
            <a:solidFill>
              <a:srgbClr val="4A5A70"/>
            </a:solidFill>
            <a:prstDash val="solid"/>
          </a:ln>
        </p:spPr>
      </p:sp>
      <p:sp>
        <p:nvSpPr>
          <p:cNvPr id="29" name="Shape 23"/>
          <p:cNvSpPr/>
          <p:nvPr/>
        </p:nvSpPr>
        <p:spPr>
          <a:xfrm>
            <a:off x="7818120" y="3319272"/>
            <a:ext cx="146304" cy="146304"/>
          </a:xfrm>
          <a:prstGeom prst="ellipse">
            <a:avLst/>
          </a:prstGeom>
          <a:solidFill>
            <a:schemeClr val="bg2"/>
          </a:solidFill>
          <a:ln w="12700">
            <a:solidFill>
              <a:srgbClr val="4A5A70"/>
            </a:solidFill>
            <a:prstDash val="solid"/>
          </a:ln>
        </p:spPr>
      </p:sp>
      <p:sp>
        <p:nvSpPr>
          <p:cNvPr id="30" name="Shape 24"/>
          <p:cNvSpPr/>
          <p:nvPr/>
        </p:nvSpPr>
        <p:spPr>
          <a:xfrm>
            <a:off x="8366760" y="3319272"/>
            <a:ext cx="146304" cy="146304"/>
          </a:xfrm>
          <a:prstGeom prst="ellipse">
            <a:avLst/>
          </a:prstGeom>
          <a:solidFill>
            <a:schemeClr val="bg2"/>
          </a:solidFill>
          <a:ln w="12700">
            <a:solidFill>
              <a:srgbClr val="4A5A70"/>
            </a:solidFill>
            <a:prstDash val="solid"/>
          </a:ln>
        </p:spPr>
      </p:sp>
      <p:sp>
        <p:nvSpPr>
          <p:cNvPr id="31" name="Shape 25"/>
          <p:cNvSpPr/>
          <p:nvPr/>
        </p:nvSpPr>
        <p:spPr>
          <a:xfrm>
            <a:off x="8915400" y="3319272"/>
            <a:ext cx="146304" cy="146304"/>
          </a:xfrm>
          <a:prstGeom prst="ellipse">
            <a:avLst/>
          </a:prstGeom>
          <a:solidFill>
            <a:schemeClr val="bg2"/>
          </a:solidFill>
          <a:ln w="12700">
            <a:solidFill>
              <a:srgbClr val="4A5A70"/>
            </a:solidFill>
            <a:prstDash val="solid"/>
          </a:ln>
        </p:spPr>
      </p:sp>
      <p:sp>
        <p:nvSpPr>
          <p:cNvPr id="32" name="Shape 26"/>
          <p:cNvSpPr/>
          <p:nvPr/>
        </p:nvSpPr>
        <p:spPr>
          <a:xfrm>
            <a:off x="9464040" y="3319272"/>
            <a:ext cx="146304" cy="146304"/>
          </a:xfrm>
          <a:prstGeom prst="ellipse">
            <a:avLst/>
          </a:prstGeom>
          <a:solidFill>
            <a:schemeClr val="bg2"/>
          </a:solidFill>
          <a:ln w="12700">
            <a:solidFill>
              <a:srgbClr val="4A5A70"/>
            </a:solidFill>
            <a:prstDash val="solid"/>
          </a:ln>
        </p:spPr>
      </p:sp>
      <p:sp>
        <p:nvSpPr>
          <p:cNvPr id="33" name="Shape 27"/>
          <p:cNvSpPr/>
          <p:nvPr/>
        </p:nvSpPr>
        <p:spPr>
          <a:xfrm>
            <a:off x="10012680" y="3319272"/>
            <a:ext cx="146304" cy="146304"/>
          </a:xfrm>
          <a:prstGeom prst="ellipse">
            <a:avLst/>
          </a:prstGeom>
          <a:solidFill>
            <a:schemeClr val="bg2"/>
          </a:solidFill>
          <a:ln w="12700">
            <a:solidFill>
              <a:srgbClr val="4A5A70"/>
            </a:solidFill>
            <a:prstDash val="solid"/>
          </a:ln>
        </p:spPr>
      </p:sp>
      <p:sp>
        <p:nvSpPr>
          <p:cNvPr id="34" name="Shape 28"/>
          <p:cNvSpPr/>
          <p:nvPr/>
        </p:nvSpPr>
        <p:spPr>
          <a:xfrm>
            <a:off x="10561320" y="3319272"/>
            <a:ext cx="146304" cy="146304"/>
          </a:xfrm>
          <a:prstGeom prst="ellipse">
            <a:avLst/>
          </a:prstGeom>
          <a:solidFill>
            <a:schemeClr val="bg2"/>
          </a:solidFill>
          <a:ln w="12700">
            <a:solidFill>
              <a:srgbClr val="4A5A70"/>
            </a:solidFill>
            <a:prstDash val="solid"/>
          </a:ln>
        </p:spPr>
      </p:sp>
      <p:sp>
        <p:nvSpPr>
          <p:cNvPr id="35" name="Shape 29"/>
          <p:cNvSpPr/>
          <p:nvPr/>
        </p:nvSpPr>
        <p:spPr>
          <a:xfrm>
            <a:off x="11109960" y="3319272"/>
            <a:ext cx="146304" cy="146304"/>
          </a:xfrm>
          <a:prstGeom prst="ellipse">
            <a:avLst/>
          </a:prstGeom>
          <a:solidFill>
            <a:schemeClr val="bg2"/>
          </a:solidFill>
          <a:ln w="12700">
            <a:solidFill>
              <a:srgbClr val="4A5A70"/>
            </a:solidFill>
            <a:prstDash val="solid"/>
          </a:ln>
        </p:spPr>
      </p:sp>
      <p:sp>
        <p:nvSpPr>
          <p:cNvPr id="36" name="Shape 30"/>
          <p:cNvSpPr/>
          <p:nvPr/>
        </p:nvSpPr>
        <p:spPr>
          <a:xfrm>
            <a:off x="548640" y="2286000"/>
            <a:ext cx="2514600" cy="841248"/>
          </a:xfrm>
          <a:prstGeom prst="roundRect">
            <a:avLst>
              <a:gd name="adj" fmla="val 10870"/>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7" name="Text 31"/>
          <p:cNvSpPr txBox="1"/>
          <p:nvPr/>
        </p:nvSpPr>
        <p:spPr>
          <a:xfrm>
            <a:off x="548640" y="2286000"/>
            <a:ext cx="2514600" cy="841248"/>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werken</a:t>
            </a:r>
            <a:endParaRPr lang="en-US" sz="2800" dirty="0"/>
          </a:p>
        </p:txBody>
      </p:sp>
      <p:sp>
        <p:nvSpPr>
          <p:cNvPr id="38" name="Shape 32"/>
          <p:cNvSpPr/>
          <p:nvPr/>
        </p:nvSpPr>
        <p:spPr>
          <a:xfrm>
            <a:off x="3099816" y="2706624"/>
            <a:ext cx="246888" cy="914"/>
          </a:xfrm>
          <a:prstGeom prst="line">
            <a:avLst/>
          </a:prstGeom>
          <a:noFill/>
          <a:ln w="31750">
            <a:solidFill>
              <a:srgbClr val="D9700F"/>
            </a:solidFill>
            <a:prstDash val="solid"/>
            <a:tailEnd type="triangle"/>
          </a:ln>
        </p:spPr>
      </p:sp>
      <p:sp>
        <p:nvSpPr>
          <p:cNvPr id="39" name="Shape 33"/>
          <p:cNvSpPr/>
          <p:nvPr/>
        </p:nvSpPr>
        <p:spPr>
          <a:xfrm>
            <a:off x="3383280" y="2286000"/>
            <a:ext cx="2514600" cy="841248"/>
          </a:xfrm>
          <a:prstGeom prst="roundRect">
            <a:avLst>
              <a:gd name="adj" fmla="val 10870"/>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40" name="Text 34"/>
          <p:cNvSpPr txBox="1"/>
          <p:nvPr/>
        </p:nvSpPr>
        <p:spPr>
          <a:xfrm>
            <a:off x="3383280" y="2286000"/>
            <a:ext cx="2514600" cy="841248"/>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werk</a:t>
            </a:r>
            <a:endParaRPr lang="en-US" sz="2800" dirty="0"/>
          </a:p>
        </p:txBody>
      </p:sp>
      <p:sp>
        <p:nvSpPr>
          <p:cNvPr id="41" name="Shape 35"/>
          <p:cNvSpPr/>
          <p:nvPr/>
        </p:nvSpPr>
        <p:spPr>
          <a:xfrm>
            <a:off x="5934456" y="2706624"/>
            <a:ext cx="246888" cy="914"/>
          </a:xfrm>
          <a:prstGeom prst="line">
            <a:avLst/>
          </a:prstGeom>
          <a:noFill/>
          <a:ln w="31750">
            <a:solidFill>
              <a:srgbClr val="D9700F"/>
            </a:solidFill>
            <a:prstDash val="solid"/>
            <a:tailEnd type="triangle"/>
          </a:ln>
        </p:spPr>
      </p:sp>
      <p:sp>
        <p:nvSpPr>
          <p:cNvPr id="42" name="Shape 36"/>
          <p:cNvSpPr/>
          <p:nvPr/>
        </p:nvSpPr>
        <p:spPr>
          <a:xfrm>
            <a:off x="6217920" y="2286000"/>
            <a:ext cx="2514600" cy="841248"/>
          </a:xfrm>
          <a:prstGeom prst="roundRect">
            <a:avLst>
              <a:gd name="adj" fmla="val 10870"/>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43" name="Text 37"/>
          <p:cNvSpPr txBox="1"/>
          <p:nvPr/>
        </p:nvSpPr>
        <p:spPr>
          <a:xfrm>
            <a:off x="6217920" y="2286000"/>
            <a:ext cx="2514600" cy="841248"/>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ge</a:t>
            </a:r>
            <a:r>
              <a:rPr lang="en-US" sz="2800" b="1" dirty="0">
                <a:solidFill>
                  <a:schemeClr val="tx2"/>
                </a:solidFill>
                <a:latin typeface="+mj-lt" pitchFamily="34" charset="0"/>
                <a:ea typeface="+mj-lt" pitchFamily="34" charset="-122"/>
                <a:cs typeface="+mj-lt" pitchFamily="34" charset="-120"/>
              </a:rPr>
              <a:t>werk</a:t>
            </a:r>
            <a:endParaRPr lang="en-US" sz="2800" dirty="0"/>
          </a:p>
        </p:txBody>
      </p:sp>
      <p:sp>
        <p:nvSpPr>
          <p:cNvPr id="44" name="Shape 38"/>
          <p:cNvSpPr/>
          <p:nvPr/>
        </p:nvSpPr>
        <p:spPr>
          <a:xfrm>
            <a:off x="8769096" y="2706624"/>
            <a:ext cx="246888" cy="914"/>
          </a:xfrm>
          <a:prstGeom prst="line">
            <a:avLst/>
          </a:prstGeom>
          <a:noFill/>
          <a:ln w="31750">
            <a:solidFill>
              <a:srgbClr val="D9700F"/>
            </a:solidFill>
            <a:prstDash val="solid"/>
            <a:tailEnd type="triangle"/>
          </a:ln>
        </p:spPr>
      </p:sp>
      <p:sp>
        <p:nvSpPr>
          <p:cNvPr id="45" name="Shape 39"/>
          <p:cNvSpPr/>
          <p:nvPr/>
        </p:nvSpPr>
        <p:spPr>
          <a:xfrm>
            <a:off x="9052560" y="2286000"/>
            <a:ext cx="2514600" cy="841248"/>
          </a:xfrm>
          <a:prstGeom prst="roundRect">
            <a:avLst>
              <a:gd name="adj" fmla="val 10870"/>
            </a:avLst>
          </a:prstGeom>
          <a:solidFill>
            <a:srgbClr val="EDF6F0"/>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46" name="Text 40"/>
          <p:cNvSpPr txBox="1"/>
          <p:nvPr/>
        </p:nvSpPr>
        <p:spPr>
          <a:xfrm>
            <a:off x="9052560" y="2286000"/>
            <a:ext cx="2514600" cy="841248"/>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ge</a:t>
            </a:r>
            <a:r>
              <a:rPr lang="en-US" sz="2800" b="1" dirty="0">
                <a:solidFill>
                  <a:schemeClr val="tx2"/>
                </a:solidFill>
                <a:latin typeface="+mj-lt" pitchFamily="34" charset="0"/>
                <a:ea typeface="+mj-lt" pitchFamily="34" charset="-122"/>
                <a:cs typeface="+mj-lt" pitchFamily="34" charset="-120"/>
              </a:rPr>
              <a:t>werk</a:t>
            </a:r>
            <a:r>
              <a:rPr lang="en-US" sz="2800" b="1" dirty="0">
                <a:solidFill>
                  <a:schemeClr val="accent1"/>
                </a:solidFill>
                <a:latin typeface="+mj-lt" pitchFamily="34" charset="0"/>
                <a:ea typeface="+mj-lt" pitchFamily="34" charset="-122"/>
                <a:cs typeface="+mj-lt" pitchFamily="34" charset="-120"/>
              </a:rPr>
              <a:t>t</a:t>
            </a:r>
            <a:endParaRPr lang="en-US" sz="2800" dirty="0"/>
          </a:p>
        </p:txBody>
      </p:sp>
      <p:sp>
        <p:nvSpPr>
          <p:cNvPr id="47" name="Shape 41"/>
          <p:cNvSpPr/>
          <p:nvPr/>
        </p:nvSpPr>
        <p:spPr>
          <a:xfrm>
            <a:off x="11311128" y="2121408"/>
            <a:ext cx="365760" cy="365760"/>
          </a:xfrm>
          <a:prstGeom prst="ellipse">
            <a:avLst/>
          </a:prstGeom>
          <a:solidFill>
            <a:srgbClr val="FFFFFF"/>
          </a:solidFill>
          <a:ln w="19050">
            <a:solidFill>
              <a:srgbClr val="2E7D4F"/>
            </a:solidFill>
            <a:prstDash val="solid"/>
          </a:ln>
        </p:spPr>
      </p:sp>
      <p:pic>
        <p:nvPicPr>
          <p:cNvPr id="48" name="Image 3" descr="Check">    </p:cNvPr>
          <p:cNvPicPr>
            <a:picLocks noChangeAspect="1"/>
          </p:cNvPicPr>
          <p:nvPr/>
        </p:nvPicPr>
        <p:blipFill>
          <a:blip r:embed="rId4"/>
          <a:stretch>
            <a:fillRect/>
          </a:stretch>
        </p:blipFill>
        <p:spPr>
          <a:xfrm>
            <a:off x="11393424" y="2203704"/>
            <a:ext cx="201168" cy="201168"/>
          </a:xfrm>
          <a:prstGeom prst="rect">
            <a:avLst/>
          </a:prstGeom>
        </p:spPr>
      </p:pic>
      <p:sp>
        <p:nvSpPr>
          <p:cNvPr id="49" name="Shape 42"/>
          <p:cNvSpPr/>
          <p:nvPr/>
        </p:nvSpPr>
        <p:spPr>
          <a:xfrm>
            <a:off x="548640" y="4617720"/>
            <a:ext cx="11091672" cy="91440"/>
          </a:xfrm>
          <a:prstGeom prst="roundRect">
            <a:avLst>
              <a:gd name="adj" fmla="val 40000"/>
            </a:avLst>
          </a:prstGeom>
          <a:solidFill>
            <a:schemeClr val="accent5"/>
          </a:solidFill>
          <a:ln w="12700">
            <a:solidFill>
              <a:srgbClr val="FFFFFF">
                <a:alpha val="0"/>
              </a:srgbClr>
            </a:solidFill>
            <a:prstDash val="solid"/>
          </a:ln>
        </p:spPr>
      </p:sp>
      <p:sp>
        <p:nvSpPr>
          <p:cNvPr id="50" name="Shape 43"/>
          <p:cNvSpPr/>
          <p:nvPr/>
        </p:nvSpPr>
        <p:spPr>
          <a:xfrm>
            <a:off x="685800" y="4736592"/>
            <a:ext cx="146304" cy="146304"/>
          </a:xfrm>
          <a:prstGeom prst="ellipse">
            <a:avLst/>
          </a:prstGeom>
          <a:solidFill>
            <a:schemeClr val="bg2"/>
          </a:solidFill>
          <a:ln w="12700">
            <a:solidFill>
              <a:srgbClr val="4A5A70"/>
            </a:solidFill>
            <a:prstDash val="solid"/>
          </a:ln>
        </p:spPr>
      </p:sp>
      <p:sp>
        <p:nvSpPr>
          <p:cNvPr id="51" name="Shape 44"/>
          <p:cNvSpPr/>
          <p:nvPr/>
        </p:nvSpPr>
        <p:spPr>
          <a:xfrm>
            <a:off x="1234440" y="4736592"/>
            <a:ext cx="146304" cy="146304"/>
          </a:xfrm>
          <a:prstGeom prst="ellipse">
            <a:avLst/>
          </a:prstGeom>
          <a:solidFill>
            <a:schemeClr val="bg2"/>
          </a:solidFill>
          <a:ln w="12700">
            <a:solidFill>
              <a:srgbClr val="4A5A70"/>
            </a:solidFill>
            <a:prstDash val="solid"/>
          </a:ln>
        </p:spPr>
      </p:sp>
      <p:sp>
        <p:nvSpPr>
          <p:cNvPr id="52" name="Shape 45"/>
          <p:cNvSpPr/>
          <p:nvPr/>
        </p:nvSpPr>
        <p:spPr>
          <a:xfrm>
            <a:off x="1783080" y="4736592"/>
            <a:ext cx="146304" cy="146304"/>
          </a:xfrm>
          <a:prstGeom prst="ellipse">
            <a:avLst/>
          </a:prstGeom>
          <a:solidFill>
            <a:schemeClr val="bg2"/>
          </a:solidFill>
          <a:ln w="12700">
            <a:solidFill>
              <a:srgbClr val="4A5A70"/>
            </a:solidFill>
            <a:prstDash val="solid"/>
          </a:ln>
        </p:spPr>
      </p:sp>
      <p:sp>
        <p:nvSpPr>
          <p:cNvPr id="53" name="Shape 46"/>
          <p:cNvSpPr/>
          <p:nvPr/>
        </p:nvSpPr>
        <p:spPr>
          <a:xfrm>
            <a:off x="2331720" y="4736592"/>
            <a:ext cx="146304" cy="146304"/>
          </a:xfrm>
          <a:prstGeom prst="ellipse">
            <a:avLst/>
          </a:prstGeom>
          <a:solidFill>
            <a:schemeClr val="bg2"/>
          </a:solidFill>
          <a:ln w="12700">
            <a:solidFill>
              <a:srgbClr val="4A5A70"/>
            </a:solidFill>
            <a:prstDash val="solid"/>
          </a:ln>
        </p:spPr>
      </p:sp>
      <p:sp>
        <p:nvSpPr>
          <p:cNvPr id="54" name="Shape 47"/>
          <p:cNvSpPr/>
          <p:nvPr/>
        </p:nvSpPr>
        <p:spPr>
          <a:xfrm>
            <a:off x="2880360" y="4736592"/>
            <a:ext cx="146304" cy="146304"/>
          </a:xfrm>
          <a:prstGeom prst="ellipse">
            <a:avLst/>
          </a:prstGeom>
          <a:solidFill>
            <a:schemeClr val="bg2"/>
          </a:solidFill>
          <a:ln w="12700">
            <a:solidFill>
              <a:srgbClr val="4A5A70"/>
            </a:solidFill>
            <a:prstDash val="solid"/>
          </a:ln>
        </p:spPr>
      </p:sp>
      <p:sp>
        <p:nvSpPr>
          <p:cNvPr id="55" name="Shape 48"/>
          <p:cNvSpPr/>
          <p:nvPr/>
        </p:nvSpPr>
        <p:spPr>
          <a:xfrm>
            <a:off x="3429000" y="4736592"/>
            <a:ext cx="146304" cy="146304"/>
          </a:xfrm>
          <a:prstGeom prst="ellipse">
            <a:avLst/>
          </a:prstGeom>
          <a:solidFill>
            <a:schemeClr val="bg2"/>
          </a:solidFill>
          <a:ln w="12700">
            <a:solidFill>
              <a:srgbClr val="4A5A70"/>
            </a:solidFill>
            <a:prstDash val="solid"/>
          </a:ln>
        </p:spPr>
      </p:sp>
      <p:sp>
        <p:nvSpPr>
          <p:cNvPr id="56" name="Shape 49"/>
          <p:cNvSpPr/>
          <p:nvPr/>
        </p:nvSpPr>
        <p:spPr>
          <a:xfrm>
            <a:off x="3977640" y="4736592"/>
            <a:ext cx="146304" cy="146304"/>
          </a:xfrm>
          <a:prstGeom prst="ellipse">
            <a:avLst/>
          </a:prstGeom>
          <a:solidFill>
            <a:schemeClr val="bg2"/>
          </a:solidFill>
          <a:ln w="12700">
            <a:solidFill>
              <a:srgbClr val="4A5A70"/>
            </a:solidFill>
            <a:prstDash val="solid"/>
          </a:ln>
        </p:spPr>
      </p:sp>
      <p:sp>
        <p:nvSpPr>
          <p:cNvPr id="57" name="Shape 50"/>
          <p:cNvSpPr/>
          <p:nvPr/>
        </p:nvSpPr>
        <p:spPr>
          <a:xfrm>
            <a:off x="4526280" y="4736592"/>
            <a:ext cx="146304" cy="146304"/>
          </a:xfrm>
          <a:prstGeom prst="ellipse">
            <a:avLst/>
          </a:prstGeom>
          <a:solidFill>
            <a:schemeClr val="bg2"/>
          </a:solidFill>
          <a:ln w="12700">
            <a:solidFill>
              <a:srgbClr val="4A5A70"/>
            </a:solidFill>
            <a:prstDash val="solid"/>
          </a:ln>
        </p:spPr>
      </p:sp>
      <p:sp>
        <p:nvSpPr>
          <p:cNvPr id="58" name="Shape 51"/>
          <p:cNvSpPr/>
          <p:nvPr/>
        </p:nvSpPr>
        <p:spPr>
          <a:xfrm>
            <a:off x="5074920" y="4736592"/>
            <a:ext cx="146304" cy="146304"/>
          </a:xfrm>
          <a:prstGeom prst="ellipse">
            <a:avLst/>
          </a:prstGeom>
          <a:solidFill>
            <a:schemeClr val="bg2"/>
          </a:solidFill>
          <a:ln w="12700">
            <a:solidFill>
              <a:srgbClr val="4A5A70"/>
            </a:solidFill>
            <a:prstDash val="solid"/>
          </a:ln>
        </p:spPr>
      </p:sp>
      <p:sp>
        <p:nvSpPr>
          <p:cNvPr id="59" name="Shape 52"/>
          <p:cNvSpPr/>
          <p:nvPr/>
        </p:nvSpPr>
        <p:spPr>
          <a:xfrm>
            <a:off x="5623560" y="4736592"/>
            <a:ext cx="146304" cy="146304"/>
          </a:xfrm>
          <a:prstGeom prst="ellipse">
            <a:avLst/>
          </a:prstGeom>
          <a:solidFill>
            <a:schemeClr val="bg2"/>
          </a:solidFill>
          <a:ln w="12700">
            <a:solidFill>
              <a:srgbClr val="4A5A70"/>
            </a:solidFill>
            <a:prstDash val="solid"/>
          </a:ln>
        </p:spPr>
      </p:sp>
      <p:sp>
        <p:nvSpPr>
          <p:cNvPr id="60" name="Shape 53"/>
          <p:cNvSpPr/>
          <p:nvPr/>
        </p:nvSpPr>
        <p:spPr>
          <a:xfrm>
            <a:off x="6172200" y="4736592"/>
            <a:ext cx="146304" cy="146304"/>
          </a:xfrm>
          <a:prstGeom prst="ellipse">
            <a:avLst/>
          </a:prstGeom>
          <a:solidFill>
            <a:schemeClr val="bg2"/>
          </a:solidFill>
          <a:ln w="12700">
            <a:solidFill>
              <a:srgbClr val="4A5A70"/>
            </a:solidFill>
            <a:prstDash val="solid"/>
          </a:ln>
        </p:spPr>
      </p:sp>
      <p:sp>
        <p:nvSpPr>
          <p:cNvPr id="61" name="Shape 54"/>
          <p:cNvSpPr/>
          <p:nvPr/>
        </p:nvSpPr>
        <p:spPr>
          <a:xfrm>
            <a:off x="6720840" y="4736592"/>
            <a:ext cx="146304" cy="146304"/>
          </a:xfrm>
          <a:prstGeom prst="ellipse">
            <a:avLst/>
          </a:prstGeom>
          <a:solidFill>
            <a:schemeClr val="bg2"/>
          </a:solidFill>
          <a:ln w="12700">
            <a:solidFill>
              <a:srgbClr val="4A5A70"/>
            </a:solidFill>
            <a:prstDash val="solid"/>
          </a:ln>
        </p:spPr>
      </p:sp>
      <p:sp>
        <p:nvSpPr>
          <p:cNvPr id="62" name="Shape 55"/>
          <p:cNvSpPr/>
          <p:nvPr/>
        </p:nvSpPr>
        <p:spPr>
          <a:xfrm>
            <a:off x="7269480" y="4736592"/>
            <a:ext cx="146304" cy="146304"/>
          </a:xfrm>
          <a:prstGeom prst="ellipse">
            <a:avLst/>
          </a:prstGeom>
          <a:solidFill>
            <a:schemeClr val="bg2"/>
          </a:solidFill>
          <a:ln w="12700">
            <a:solidFill>
              <a:srgbClr val="4A5A70"/>
            </a:solidFill>
            <a:prstDash val="solid"/>
          </a:ln>
        </p:spPr>
      </p:sp>
      <p:sp>
        <p:nvSpPr>
          <p:cNvPr id="63" name="Shape 56"/>
          <p:cNvSpPr/>
          <p:nvPr/>
        </p:nvSpPr>
        <p:spPr>
          <a:xfrm>
            <a:off x="7818120" y="4736592"/>
            <a:ext cx="146304" cy="146304"/>
          </a:xfrm>
          <a:prstGeom prst="ellipse">
            <a:avLst/>
          </a:prstGeom>
          <a:solidFill>
            <a:schemeClr val="bg2"/>
          </a:solidFill>
          <a:ln w="12700">
            <a:solidFill>
              <a:srgbClr val="4A5A70"/>
            </a:solidFill>
            <a:prstDash val="solid"/>
          </a:ln>
        </p:spPr>
      </p:sp>
      <p:sp>
        <p:nvSpPr>
          <p:cNvPr id="64" name="Shape 57"/>
          <p:cNvSpPr/>
          <p:nvPr/>
        </p:nvSpPr>
        <p:spPr>
          <a:xfrm>
            <a:off x="8366760" y="4736592"/>
            <a:ext cx="146304" cy="146304"/>
          </a:xfrm>
          <a:prstGeom prst="ellipse">
            <a:avLst/>
          </a:prstGeom>
          <a:solidFill>
            <a:schemeClr val="bg2"/>
          </a:solidFill>
          <a:ln w="12700">
            <a:solidFill>
              <a:srgbClr val="4A5A70"/>
            </a:solidFill>
            <a:prstDash val="solid"/>
          </a:ln>
        </p:spPr>
      </p:sp>
      <p:sp>
        <p:nvSpPr>
          <p:cNvPr id="65" name="Shape 58"/>
          <p:cNvSpPr/>
          <p:nvPr/>
        </p:nvSpPr>
        <p:spPr>
          <a:xfrm>
            <a:off x="8915400" y="4736592"/>
            <a:ext cx="146304" cy="146304"/>
          </a:xfrm>
          <a:prstGeom prst="ellipse">
            <a:avLst/>
          </a:prstGeom>
          <a:solidFill>
            <a:schemeClr val="bg2"/>
          </a:solidFill>
          <a:ln w="12700">
            <a:solidFill>
              <a:srgbClr val="4A5A70"/>
            </a:solidFill>
            <a:prstDash val="solid"/>
          </a:ln>
        </p:spPr>
      </p:sp>
      <p:sp>
        <p:nvSpPr>
          <p:cNvPr id="66" name="Shape 59"/>
          <p:cNvSpPr/>
          <p:nvPr/>
        </p:nvSpPr>
        <p:spPr>
          <a:xfrm>
            <a:off x="9464040" y="4736592"/>
            <a:ext cx="146304" cy="146304"/>
          </a:xfrm>
          <a:prstGeom prst="ellipse">
            <a:avLst/>
          </a:prstGeom>
          <a:solidFill>
            <a:schemeClr val="bg2"/>
          </a:solidFill>
          <a:ln w="12700">
            <a:solidFill>
              <a:srgbClr val="4A5A70"/>
            </a:solidFill>
            <a:prstDash val="solid"/>
          </a:ln>
        </p:spPr>
      </p:sp>
      <p:sp>
        <p:nvSpPr>
          <p:cNvPr id="67" name="Shape 60"/>
          <p:cNvSpPr/>
          <p:nvPr/>
        </p:nvSpPr>
        <p:spPr>
          <a:xfrm>
            <a:off x="10012680" y="4736592"/>
            <a:ext cx="146304" cy="146304"/>
          </a:xfrm>
          <a:prstGeom prst="ellipse">
            <a:avLst/>
          </a:prstGeom>
          <a:solidFill>
            <a:schemeClr val="bg2"/>
          </a:solidFill>
          <a:ln w="12700">
            <a:solidFill>
              <a:srgbClr val="4A5A70"/>
            </a:solidFill>
            <a:prstDash val="solid"/>
          </a:ln>
        </p:spPr>
      </p:sp>
      <p:sp>
        <p:nvSpPr>
          <p:cNvPr id="68" name="Shape 61"/>
          <p:cNvSpPr/>
          <p:nvPr/>
        </p:nvSpPr>
        <p:spPr>
          <a:xfrm>
            <a:off x="10561320" y="4736592"/>
            <a:ext cx="146304" cy="146304"/>
          </a:xfrm>
          <a:prstGeom prst="ellipse">
            <a:avLst/>
          </a:prstGeom>
          <a:solidFill>
            <a:schemeClr val="bg2"/>
          </a:solidFill>
          <a:ln w="12700">
            <a:solidFill>
              <a:srgbClr val="4A5A70"/>
            </a:solidFill>
            <a:prstDash val="solid"/>
          </a:ln>
        </p:spPr>
      </p:sp>
      <p:sp>
        <p:nvSpPr>
          <p:cNvPr id="69" name="Shape 62"/>
          <p:cNvSpPr/>
          <p:nvPr/>
        </p:nvSpPr>
        <p:spPr>
          <a:xfrm>
            <a:off x="11109960" y="4736592"/>
            <a:ext cx="146304" cy="146304"/>
          </a:xfrm>
          <a:prstGeom prst="ellipse">
            <a:avLst/>
          </a:prstGeom>
          <a:solidFill>
            <a:schemeClr val="bg2"/>
          </a:solidFill>
          <a:ln w="12700">
            <a:solidFill>
              <a:srgbClr val="4A5A70"/>
            </a:solidFill>
            <a:prstDash val="solid"/>
          </a:ln>
        </p:spPr>
      </p:sp>
      <p:sp>
        <p:nvSpPr>
          <p:cNvPr id="70" name="Shape 63"/>
          <p:cNvSpPr/>
          <p:nvPr/>
        </p:nvSpPr>
        <p:spPr>
          <a:xfrm>
            <a:off x="548640" y="3703320"/>
            <a:ext cx="2514600" cy="841248"/>
          </a:xfrm>
          <a:prstGeom prst="roundRect">
            <a:avLst>
              <a:gd name="adj" fmla="val 10870"/>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71" name="Text 64"/>
          <p:cNvSpPr txBox="1"/>
          <p:nvPr/>
        </p:nvSpPr>
        <p:spPr>
          <a:xfrm>
            <a:off x="548640" y="3703320"/>
            <a:ext cx="2514600" cy="841248"/>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wonen</a:t>
            </a:r>
            <a:endParaRPr lang="en-US" sz="2800" dirty="0"/>
          </a:p>
        </p:txBody>
      </p:sp>
      <p:sp>
        <p:nvSpPr>
          <p:cNvPr id="72" name="Shape 65"/>
          <p:cNvSpPr/>
          <p:nvPr/>
        </p:nvSpPr>
        <p:spPr>
          <a:xfrm>
            <a:off x="3099816" y="4123944"/>
            <a:ext cx="246888" cy="914"/>
          </a:xfrm>
          <a:prstGeom prst="line">
            <a:avLst/>
          </a:prstGeom>
          <a:noFill/>
          <a:ln w="31750">
            <a:solidFill>
              <a:srgbClr val="D9700F"/>
            </a:solidFill>
            <a:prstDash val="solid"/>
            <a:tailEnd type="triangle"/>
          </a:ln>
        </p:spPr>
      </p:sp>
      <p:sp>
        <p:nvSpPr>
          <p:cNvPr id="73" name="Shape 66"/>
          <p:cNvSpPr/>
          <p:nvPr/>
        </p:nvSpPr>
        <p:spPr>
          <a:xfrm>
            <a:off x="3383280" y="3703320"/>
            <a:ext cx="2514600" cy="841248"/>
          </a:xfrm>
          <a:prstGeom prst="roundRect">
            <a:avLst>
              <a:gd name="adj" fmla="val 10870"/>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74" name="Text 67"/>
          <p:cNvSpPr txBox="1"/>
          <p:nvPr/>
        </p:nvSpPr>
        <p:spPr>
          <a:xfrm>
            <a:off x="3383280" y="3703320"/>
            <a:ext cx="2514600" cy="841248"/>
          </a:xfrm>
          <a:prstGeom prst="rect">
            <a:avLst/>
          </a:prstGeom>
          <a:noFill/>
          <a:ln/>
        </p:spPr>
        <p:txBody>
          <a:bodyPr wrap="square" lIns="0" tIns="0" rIns="0" bIns="0" rtlCol="0" anchor="ctr"/>
          <a:lstStyle/>
          <a:p>
            <a:pPr algn="ctr" indent="0" marL="0">
              <a:buNone/>
            </a:pPr>
            <a:r>
              <a:rPr lang="en-US" sz="2800" b="1" dirty="0">
                <a:solidFill>
                  <a:schemeClr val="tx2"/>
                </a:solidFill>
                <a:latin typeface="+mj-lt" pitchFamily="34" charset="0"/>
                <a:ea typeface="+mj-lt" pitchFamily="34" charset="-122"/>
                <a:cs typeface="+mj-lt" pitchFamily="34" charset="-120"/>
              </a:rPr>
              <a:t>woon</a:t>
            </a:r>
            <a:endParaRPr lang="en-US" sz="2800" dirty="0"/>
          </a:p>
        </p:txBody>
      </p:sp>
      <p:sp>
        <p:nvSpPr>
          <p:cNvPr id="75" name="Shape 68"/>
          <p:cNvSpPr/>
          <p:nvPr/>
        </p:nvSpPr>
        <p:spPr>
          <a:xfrm>
            <a:off x="5934456" y="4123944"/>
            <a:ext cx="246888" cy="914"/>
          </a:xfrm>
          <a:prstGeom prst="line">
            <a:avLst/>
          </a:prstGeom>
          <a:noFill/>
          <a:ln w="31750">
            <a:solidFill>
              <a:srgbClr val="D9700F"/>
            </a:solidFill>
            <a:prstDash val="solid"/>
            <a:tailEnd type="triangle"/>
          </a:ln>
        </p:spPr>
      </p:sp>
      <p:sp>
        <p:nvSpPr>
          <p:cNvPr id="76" name="Shape 69"/>
          <p:cNvSpPr/>
          <p:nvPr/>
        </p:nvSpPr>
        <p:spPr>
          <a:xfrm>
            <a:off x="6217920" y="3703320"/>
            <a:ext cx="2514600" cy="841248"/>
          </a:xfrm>
          <a:prstGeom prst="roundRect">
            <a:avLst>
              <a:gd name="adj" fmla="val 10870"/>
            </a:avLst>
          </a:prstGeom>
          <a:solidFill>
            <a:schemeClr val="bg1"/>
          </a:solidFill>
          <a:ln w="15875">
            <a:solidFill>
              <a:srgbClr val="D5DCE6"/>
            </a:solidFill>
            <a:prstDash val="solid"/>
          </a:ln>
          <a:effectLst>
            <a:outerShdw sx="100000" sy="100000" kx="0" ky="0" algn="bl" rotWithShape="0" blurRad="101600" dist="25400" dir="3600000">
              <a:srgbClr val="000000">
                <a:alpha val="16000"/>
              </a:srgbClr>
            </a:outerShdw>
          </a:effectLst>
        </p:spPr>
      </p:sp>
      <p:sp>
        <p:nvSpPr>
          <p:cNvPr id="77" name="Text 70"/>
          <p:cNvSpPr txBox="1"/>
          <p:nvPr/>
        </p:nvSpPr>
        <p:spPr>
          <a:xfrm>
            <a:off x="6217920" y="3703320"/>
            <a:ext cx="2514600" cy="841248"/>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ge</a:t>
            </a:r>
            <a:r>
              <a:rPr lang="en-US" sz="2800" b="1" dirty="0">
                <a:solidFill>
                  <a:schemeClr val="tx2"/>
                </a:solidFill>
                <a:latin typeface="+mj-lt" pitchFamily="34" charset="0"/>
                <a:ea typeface="+mj-lt" pitchFamily="34" charset="-122"/>
                <a:cs typeface="+mj-lt" pitchFamily="34" charset="-120"/>
              </a:rPr>
              <a:t>woon</a:t>
            </a:r>
            <a:endParaRPr lang="en-US" sz="2800" dirty="0"/>
          </a:p>
        </p:txBody>
      </p:sp>
      <p:sp>
        <p:nvSpPr>
          <p:cNvPr id="78" name="Shape 71"/>
          <p:cNvSpPr/>
          <p:nvPr/>
        </p:nvSpPr>
        <p:spPr>
          <a:xfrm>
            <a:off x="8769096" y="4123944"/>
            <a:ext cx="246888" cy="914"/>
          </a:xfrm>
          <a:prstGeom prst="line">
            <a:avLst/>
          </a:prstGeom>
          <a:noFill/>
          <a:ln w="31750">
            <a:solidFill>
              <a:srgbClr val="D9700F"/>
            </a:solidFill>
            <a:prstDash val="solid"/>
            <a:tailEnd type="triangle"/>
          </a:ln>
        </p:spPr>
      </p:sp>
      <p:sp>
        <p:nvSpPr>
          <p:cNvPr id="79" name="Shape 72"/>
          <p:cNvSpPr/>
          <p:nvPr/>
        </p:nvSpPr>
        <p:spPr>
          <a:xfrm>
            <a:off x="9052560" y="3703320"/>
            <a:ext cx="2514600" cy="841248"/>
          </a:xfrm>
          <a:prstGeom prst="roundRect">
            <a:avLst>
              <a:gd name="adj" fmla="val 10870"/>
            </a:avLst>
          </a:prstGeom>
          <a:solidFill>
            <a:srgbClr val="EDF6F0"/>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80" name="Text 73"/>
          <p:cNvSpPr txBox="1"/>
          <p:nvPr/>
        </p:nvSpPr>
        <p:spPr>
          <a:xfrm>
            <a:off x="9052560" y="3703320"/>
            <a:ext cx="2514600" cy="841248"/>
          </a:xfrm>
          <a:prstGeom prst="rect">
            <a:avLst/>
          </a:prstGeom>
          <a:noFill/>
          <a:ln/>
        </p:spPr>
        <p:txBody>
          <a:bodyPr wrap="square" lIns="0" tIns="0" rIns="0" bIns="0" rtlCol="0" anchor="ctr"/>
          <a:lstStyle/>
          <a:p>
            <a:pPr algn="ctr" indent="0" marL="0">
              <a:buNone/>
            </a:pPr>
            <a:r>
              <a:rPr lang="en-US" sz="2800" b="1" dirty="0">
                <a:solidFill>
                  <a:schemeClr val="accent4"/>
                </a:solidFill>
                <a:latin typeface="+mj-lt" pitchFamily="34" charset="0"/>
                <a:ea typeface="+mj-lt" pitchFamily="34" charset="-122"/>
                <a:cs typeface="+mj-lt" pitchFamily="34" charset="-120"/>
              </a:rPr>
              <a:t>ge</a:t>
            </a:r>
            <a:r>
              <a:rPr lang="en-US" sz="2800" b="1" dirty="0">
                <a:solidFill>
                  <a:schemeClr val="tx2"/>
                </a:solidFill>
                <a:latin typeface="+mj-lt" pitchFamily="34" charset="0"/>
                <a:ea typeface="+mj-lt" pitchFamily="34" charset="-122"/>
                <a:cs typeface="+mj-lt" pitchFamily="34" charset="-120"/>
              </a:rPr>
              <a:t>woon</a:t>
            </a:r>
            <a:r>
              <a:rPr lang="en-US" sz="2800" b="1" dirty="0">
                <a:solidFill>
                  <a:schemeClr val="accent2"/>
                </a:solidFill>
                <a:latin typeface="+mj-lt" pitchFamily="34" charset="0"/>
                <a:ea typeface="+mj-lt" pitchFamily="34" charset="-122"/>
                <a:cs typeface="+mj-lt" pitchFamily="34" charset="-120"/>
              </a:rPr>
              <a:t>d</a:t>
            </a:r>
            <a:endParaRPr lang="en-US" sz="2800" dirty="0"/>
          </a:p>
        </p:txBody>
      </p:sp>
      <p:sp>
        <p:nvSpPr>
          <p:cNvPr id="81" name="Shape 74"/>
          <p:cNvSpPr/>
          <p:nvPr/>
        </p:nvSpPr>
        <p:spPr>
          <a:xfrm>
            <a:off x="11311128" y="3538728"/>
            <a:ext cx="365760" cy="365760"/>
          </a:xfrm>
          <a:prstGeom prst="ellipse">
            <a:avLst/>
          </a:prstGeom>
          <a:solidFill>
            <a:srgbClr val="FFFFFF"/>
          </a:solidFill>
          <a:ln w="19050">
            <a:solidFill>
              <a:srgbClr val="2E7D4F"/>
            </a:solidFill>
            <a:prstDash val="solid"/>
          </a:ln>
        </p:spPr>
      </p:sp>
      <p:pic>
        <p:nvPicPr>
          <p:cNvPr id="82" name="Image 4" descr="Check">    </p:cNvPr>
          <p:cNvPicPr>
            <a:picLocks noChangeAspect="1"/>
          </p:cNvPicPr>
          <p:nvPr/>
        </p:nvPicPr>
        <p:blipFill>
          <a:blip r:embed="rId5"/>
          <a:stretch>
            <a:fillRect/>
          </a:stretch>
        </p:blipFill>
        <p:spPr>
          <a:xfrm>
            <a:off x="11393424" y="3621024"/>
            <a:ext cx="201168" cy="201168"/>
          </a:xfrm>
          <a:prstGeom prst="rect">
            <a:avLst/>
          </a:prstGeom>
        </p:spPr>
      </p:pic>
      <p:sp>
        <p:nvSpPr>
          <p:cNvPr id="83" name="Shape 75"/>
          <p:cNvSpPr/>
          <p:nvPr/>
        </p:nvSpPr>
        <p:spPr>
          <a:xfrm>
            <a:off x="548640" y="5166360"/>
            <a:ext cx="11091672" cy="658368"/>
          </a:xfrm>
          <a:prstGeom prst="roundRect">
            <a:avLst>
              <a:gd name="adj" fmla="val 11111"/>
            </a:avLst>
          </a:prstGeom>
          <a:solidFill>
            <a:schemeClr val="bg2"/>
          </a:solidFill>
          <a:ln w="12700">
            <a:solidFill>
              <a:srgbClr val="D5DCE6"/>
            </a:solidFill>
            <a:prstDash val="solid"/>
          </a:ln>
        </p:spPr>
      </p:sp>
      <p:sp>
        <p:nvSpPr>
          <p:cNvPr id="84" name="Text 76"/>
          <p:cNvSpPr txBox="1"/>
          <p:nvPr/>
        </p:nvSpPr>
        <p:spPr>
          <a:xfrm>
            <a:off x="731520" y="5166360"/>
            <a:ext cx="10698480" cy="658368"/>
          </a:xfrm>
          <a:prstGeom prst="rect">
            <a:avLst/>
          </a:prstGeom>
          <a:noFill/>
          <a:ln/>
        </p:spPr>
        <p:txBody>
          <a:bodyPr wrap="square" lIns="0" tIns="0" rIns="0" bIns="0" rtlCol="0" anchor="ctr"/>
          <a:lstStyle/>
          <a:p>
            <a:pPr algn="ctr" indent="0" marL="0">
              <a:buNone/>
            </a:pPr>
            <a:r>
              <a:rPr lang="en-US" sz="2000" i="1" dirty="0">
                <a:solidFill>
                  <a:schemeClr val="tx1"/>
                </a:solidFill>
              </a:rPr>
              <a:t>maken → </a:t>
            </a:r>
            <a:r>
              <a:rPr lang="en-US" sz="2000" b="1" i="1" dirty="0">
                <a:solidFill>
                  <a:schemeClr val="accent4"/>
                </a:solidFill>
              </a:rPr>
              <a:t>ge</a:t>
            </a:r>
            <a:r>
              <a:rPr lang="en-US" sz="2000" i="1" dirty="0">
                <a:solidFill>
                  <a:schemeClr val="tx1"/>
                </a:solidFill>
              </a:rPr>
              <a:t>maak</a:t>
            </a:r>
            <a:r>
              <a:rPr lang="en-US" sz="2000" b="1" i="1" dirty="0">
                <a:solidFill>
                  <a:schemeClr val="accent1"/>
                </a:solidFill>
              </a:rPr>
              <a:t>t</a:t>
            </a:r>
            <a:r>
              <a:rPr lang="en-US" sz="2000" i="1" dirty="0">
                <a:solidFill>
                  <a:schemeClr val="tx1"/>
                </a:solidFill>
              </a:rPr>
              <a:t> · spelen → </a:t>
            </a:r>
            <a:r>
              <a:rPr lang="en-US" sz="2000" b="1" i="1" dirty="0">
                <a:solidFill>
                  <a:schemeClr val="accent4"/>
                </a:solidFill>
              </a:rPr>
              <a:t>ge</a:t>
            </a:r>
            <a:r>
              <a:rPr lang="en-US" sz="2000" i="1" dirty="0">
                <a:solidFill>
                  <a:schemeClr val="tx1"/>
                </a:solidFill>
              </a:rPr>
              <a:t>speel</a:t>
            </a:r>
            <a:r>
              <a:rPr lang="en-US" sz="2000" b="1" i="1" dirty="0">
                <a:solidFill>
                  <a:schemeClr val="accent2"/>
                </a:solidFill>
              </a:rPr>
              <a:t>d</a:t>
            </a:r>
            <a:r>
              <a:rPr lang="en-US" sz="2000" i="1" dirty="0">
                <a:solidFill>
                  <a:schemeClr val="tx1"/>
                </a:solidFill>
              </a:rPr>
              <a:t> · bellen → </a:t>
            </a:r>
            <a:r>
              <a:rPr lang="en-US" sz="2000" b="1" i="1" dirty="0">
                <a:solidFill>
                  <a:schemeClr val="accent4"/>
                </a:solidFill>
              </a:rPr>
              <a:t>ge</a:t>
            </a:r>
            <a:r>
              <a:rPr lang="en-US" sz="2000" i="1" dirty="0">
                <a:solidFill>
                  <a:schemeClr val="tx1"/>
                </a:solidFill>
              </a:rPr>
              <a:t>bel</a:t>
            </a:r>
            <a:r>
              <a:rPr lang="en-US" sz="2000" b="1" i="1" dirty="0">
                <a:solidFill>
                  <a:schemeClr val="accent2"/>
                </a:solidFill>
              </a:rPr>
              <a:t>d</a:t>
            </a:r>
            <a:r>
              <a:rPr lang="en-US" sz="2000" i="1" dirty="0">
                <a:solidFill>
                  <a:schemeClr val="tx1"/>
                </a:solidFill>
              </a:rPr>
              <a:t> · leren → </a:t>
            </a:r>
            <a:r>
              <a:rPr lang="en-US" sz="2000" b="1" i="1" dirty="0">
                <a:solidFill>
                  <a:schemeClr val="accent4"/>
                </a:solidFill>
              </a:rPr>
              <a:t>ge</a:t>
            </a:r>
            <a:r>
              <a:rPr lang="en-US" sz="2000" i="1" dirty="0">
                <a:solidFill>
                  <a:schemeClr val="tx1"/>
                </a:solidFill>
              </a:rPr>
              <a:t>leer</a:t>
            </a:r>
            <a:r>
              <a:rPr lang="en-US" sz="2000" b="1" i="1" dirty="0">
                <a:solidFill>
                  <a:schemeClr val="accent2"/>
                </a:solidFill>
              </a:rPr>
              <a:t>d</a:t>
            </a:r>
            <a:endParaRPr lang="en-US" sz="2000" dirty="0"/>
          </a:p>
        </p:txBody>
      </p:sp>
      <p:sp>
        <p:nvSpPr>
          <p:cNvPr id="85" name="Text 77"/>
          <p:cNvSpPr txBox="1"/>
          <p:nvPr/>
        </p:nvSpPr>
        <p:spPr>
          <a:xfrm>
            <a:off x="548640" y="5897880"/>
            <a:ext cx="11091672" cy="411480"/>
          </a:xfrm>
          <a:prstGeom prst="rect">
            <a:avLst/>
          </a:prstGeom>
          <a:noFill/>
          <a:ln/>
        </p:spPr>
        <p:txBody>
          <a:bodyPr wrap="square" lIns="0" tIns="0" rIns="0" bIns="0" rtlCol="0" anchor="ctr"/>
          <a:lstStyle/>
          <a:p>
            <a:pPr algn="ctr" indent="0" marL="0">
              <a:buNone/>
            </a:pPr>
            <a:r>
              <a:rPr lang="en-US" sz="1400" i="1" dirty="0">
                <a:solidFill>
                  <a:schemeClr val="accent5"/>
                </a:solidFill>
              </a:rPr>
              <a:t>Les ajustements du M3 s’appliquent (</a:t>
            </a:r>
            <a:r>
              <a:rPr lang="en-US" sz="1400" i="1" dirty="0">
                <a:solidFill>
                  <a:schemeClr val="accent5"/>
                </a:solidFill>
              </a:rPr>
              <a:t>woon, maak, bel</a:t>
            </a:r>
            <a:r>
              <a:rPr lang="en-US" sz="1400" i="1" dirty="0">
                <a:solidFill>
                  <a:schemeClr val="accent5"/>
                </a:solidFill>
              </a:rPr>
              <a:t>). À l’oral, </a:t>
            </a:r>
            <a:r>
              <a:rPr lang="en-US" sz="1400" i="1" dirty="0">
                <a:solidFill>
                  <a:schemeClr val="accent5"/>
                </a:solidFill>
              </a:rPr>
              <a:t>gewoond</a:t>
            </a:r>
            <a:r>
              <a:rPr lang="en-US" sz="1400" i="1" dirty="0">
                <a:solidFill>
                  <a:schemeClr val="accent5"/>
                </a:solidFill>
              </a:rPr>
              <a:t> se termine par un son [t] (M1) : la différence n’existe qu’à l’écrit.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 ou d ? — SoFT KetCHuP</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2377440" y="1508760"/>
            <a:ext cx="7434072" cy="1051560"/>
          </a:xfrm>
          <a:prstGeom prst="roundRect">
            <a:avLst>
              <a:gd name="adj" fmla="val 17391"/>
            </a:avLst>
          </a:prstGeom>
          <a:solidFill>
            <a:srgbClr val="FDF1E6"/>
          </a:solidFill>
          <a:ln w="25400">
            <a:solidFill>
              <a:srgbClr val="D9700F"/>
            </a:solidFill>
            <a:prstDash val="solid"/>
          </a:ln>
        </p:spPr>
      </p:sp>
      <p:sp>
        <p:nvSpPr>
          <p:cNvPr id="6" name="Text 3"/>
          <p:cNvSpPr txBox="1"/>
          <p:nvPr/>
        </p:nvSpPr>
        <p:spPr>
          <a:xfrm>
            <a:off x="2377440" y="1508760"/>
            <a:ext cx="7434072" cy="1051560"/>
          </a:xfrm>
          <a:prstGeom prst="rect">
            <a:avLst/>
          </a:prstGeom>
          <a:noFill/>
          <a:ln/>
        </p:spPr>
        <p:txBody>
          <a:bodyPr wrap="square" lIns="0" tIns="0" rIns="0" bIns="0" rtlCol="0" anchor="ctr"/>
          <a:lstStyle/>
          <a:p>
            <a:pPr algn="ctr" indent="0" marL="0">
              <a:buNone/>
            </a:pPr>
            <a:r>
              <a:rPr lang="en-US" sz="5400" b="1" dirty="0">
                <a:solidFill>
                  <a:schemeClr val="accent1"/>
                </a:solidFill>
                <a:latin typeface="+mj-lt" pitchFamily="34" charset="0"/>
                <a:ea typeface="+mj-lt" pitchFamily="34" charset="-122"/>
                <a:cs typeface="+mj-lt" pitchFamily="34" charset="-120"/>
              </a:rPr>
              <a:t>S</a:t>
            </a:r>
            <a:r>
              <a:rPr lang="en-US" sz="5400" dirty="0">
                <a:solidFill>
                  <a:srgbClr val="B8C2CF"/>
                </a:solidFill>
                <a:latin typeface="+mj-lt" pitchFamily="34" charset="0"/>
                <a:ea typeface="+mj-lt" pitchFamily="34" charset="-122"/>
                <a:cs typeface="+mj-lt" pitchFamily="34" charset="-120"/>
              </a:rPr>
              <a:t>o</a:t>
            </a:r>
            <a:r>
              <a:rPr lang="en-US" sz="5400" b="1" dirty="0">
                <a:solidFill>
                  <a:schemeClr val="accent1"/>
                </a:solidFill>
                <a:latin typeface="+mj-lt" pitchFamily="34" charset="0"/>
                <a:ea typeface="+mj-lt" pitchFamily="34" charset="-122"/>
                <a:cs typeface="+mj-lt" pitchFamily="34" charset="-120"/>
              </a:rPr>
              <a:t>FT</a:t>
            </a:r>
            <a:r>
              <a:rPr lang="en-US" sz="5400" dirty="0">
                <a:solidFill>
                  <a:schemeClr val="tx1"/>
                </a:solidFill>
                <a:latin typeface="+mj-lt" pitchFamily="34" charset="0"/>
                <a:ea typeface="+mj-lt" pitchFamily="34" charset="-122"/>
                <a:cs typeface="+mj-lt" pitchFamily="34" charset="-120"/>
              </a:rPr>
              <a:t>  </a:t>
            </a:r>
            <a:r>
              <a:rPr lang="en-US" sz="5400" b="1" dirty="0">
                <a:solidFill>
                  <a:schemeClr val="accent1"/>
                </a:solidFill>
                <a:latin typeface="+mj-lt" pitchFamily="34" charset="0"/>
                <a:ea typeface="+mj-lt" pitchFamily="34" charset="-122"/>
                <a:cs typeface="+mj-lt" pitchFamily="34" charset="-120"/>
              </a:rPr>
              <a:t>K</a:t>
            </a:r>
            <a:r>
              <a:rPr lang="en-US" sz="5400" dirty="0">
                <a:solidFill>
                  <a:srgbClr val="B8C2CF"/>
                </a:solidFill>
                <a:latin typeface="+mj-lt" pitchFamily="34" charset="0"/>
                <a:ea typeface="+mj-lt" pitchFamily="34" charset="-122"/>
                <a:cs typeface="+mj-lt" pitchFamily="34" charset="-120"/>
              </a:rPr>
              <a:t>e</a:t>
            </a:r>
            <a:r>
              <a:rPr lang="en-US" sz="5400" b="1" dirty="0">
                <a:solidFill>
                  <a:schemeClr val="accent1"/>
                </a:solidFill>
                <a:latin typeface="+mj-lt" pitchFamily="34" charset="0"/>
                <a:ea typeface="+mj-lt" pitchFamily="34" charset="-122"/>
                <a:cs typeface="+mj-lt" pitchFamily="34" charset="-120"/>
              </a:rPr>
              <a:t>t</a:t>
            </a:r>
            <a:r>
              <a:rPr lang="en-US" sz="5400" b="1" dirty="0">
                <a:solidFill>
                  <a:schemeClr val="accent1"/>
                </a:solidFill>
                <a:latin typeface="+mj-lt" pitchFamily="34" charset="0"/>
                <a:ea typeface="+mj-lt" pitchFamily="34" charset="-122"/>
                <a:cs typeface="+mj-lt" pitchFamily="34" charset="-120"/>
              </a:rPr>
              <a:t>CH</a:t>
            </a:r>
            <a:r>
              <a:rPr lang="en-US" sz="5400" dirty="0">
                <a:solidFill>
                  <a:srgbClr val="B8C2CF"/>
                </a:solidFill>
                <a:latin typeface="+mj-lt" pitchFamily="34" charset="0"/>
                <a:ea typeface="+mj-lt" pitchFamily="34" charset="-122"/>
                <a:cs typeface="+mj-lt" pitchFamily="34" charset="-120"/>
              </a:rPr>
              <a:t>u</a:t>
            </a:r>
            <a:r>
              <a:rPr lang="en-US" sz="5400" b="1" dirty="0">
                <a:solidFill>
                  <a:schemeClr val="accent1"/>
                </a:solidFill>
                <a:latin typeface="+mj-lt" pitchFamily="34" charset="0"/>
                <a:ea typeface="+mj-lt" pitchFamily="34" charset="-122"/>
                <a:cs typeface="+mj-lt" pitchFamily="34" charset="-120"/>
              </a:rPr>
              <a:t>P</a:t>
            </a:r>
            <a:endParaRPr lang="en-US" sz="5400" dirty="0"/>
          </a:p>
        </p:txBody>
      </p:sp>
      <p:sp>
        <p:nvSpPr>
          <p:cNvPr id="7" name="Text 4"/>
          <p:cNvSpPr txBox="1"/>
          <p:nvPr/>
        </p:nvSpPr>
        <p:spPr>
          <a:xfrm>
            <a:off x="548640" y="2651760"/>
            <a:ext cx="11091672" cy="411480"/>
          </a:xfrm>
          <a:prstGeom prst="rect">
            <a:avLst/>
          </a:prstGeom>
          <a:noFill/>
          <a:ln/>
        </p:spPr>
        <p:txBody>
          <a:bodyPr wrap="square" lIns="0" tIns="0" rIns="0" bIns="0" rtlCol="0" anchor="ctr"/>
          <a:lstStyle/>
          <a:p>
            <a:pPr algn="ctr" indent="0" marL="0">
              <a:buNone/>
            </a:pPr>
            <a:r>
              <a:rPr lang="en-US" sz="2100" dirty="0">
                <a:solidFill>
                  <a:schemeClr val="tx1"/>
                </a:solidFill>
              </a:rPr>
              <a:t>Dernière lettre du </a:t>
            </a:r>
            <a:r>
              <a:rPr lang="en-US" sz="2100" b="1" dirty="0">
                <a:solidFill>
                  <a:schemeClr val="tx1"/>
                </a:solidFill>
              </a:rPr>
              <a:t>radical</a:t>
            </a:r>
            <a:r>
              <a:rPr lang="en-US" sz="2100" dirty="0">
                <a:solidFill>
                  <a:schemeClr val="tx1"/>
                </a:solidFill>
              </a:rPr>
              <a:t> dans </a:t>
            </a:r>
            <a:r>
              <a:rPr lang="en-US" sz="2100" i="1" dirty="0">
                <a:solidFill>
                  <a:schemeClr val="tx1"/>
                </a:solidFill>
              </a:rPr>
              <a:t>SoFT KetCHuP</a:t>
            </a:r>
            <a:r>
              <a:rPr lang="en-US" sz="2100" dirty="0">
                <a:solidFill>
                  <a:schemeClr val="tx1"/>
                </a:solidFill>
              </a:rPr>
              <a:t> → </a:t>
            </a:r>
            <a:r>
              <a:rPr lang="en-US" sz="2100" b="1" dirty="0">
                <a:solidFill>
                  <a:schemeClr val="accent1"/>
                </a:solidFill>
              </a:rPr>
              <a:t>t</a:t>
            </a:r>
            <a:r>
              <a:rPr lang="en-US" sz="2100" dirty="0">
                <a:solidFill>
                  <a:schemeClr val="tx1"/>
                </a:solidFill>
              </a:rPr>
              <a:t> · sinon → </a:t>
            </a:r>
            <a:r>
              <a:rPr lang="en-US" sz="2100" b="1" dirty="0">
                <a:solidFill>
                  <a:schemeClr val="accent2"/>
                </a:solidFill>
              </a:rPr>
              <a:t>d</a:t>
            </a:r>
            <a:endParaRPr lang="en-US" sz="2100" dirty="0"/>
          </a:p>
        </p:txBody>
      </p:sp>
      <p:sp>
        <p:nvSpPr>
          <p:cNvPr id="8" name="Text 5"/>
          <p:cNvSpPr txBox="1"/>
          <p:nvPr/>
        </p:nvSpPr>
        <p:spPr>
          <a:xfrm>
            <a:off x="548640" y="3044952"/>
            <a:ext cx="11091672" cy="274320"/>
          </a:xfrm>
          <a:prstGeom prst="rect">
            <a:avLst/>
          </a:prstGeom>
          <a:noFill/>
          <a:ln/>
        </p:spPr>
        <p:txBody>
          <a:bodyPr wrap="square" lIns="0" tIns="0" rIns="0" bIns="0" rtlCol="0" anchor="t"/>
          <a:lstStyle/>
          <a:p>
            <a:pPr algn="ctr" indent="0" marL="0">
              <a:buNone/>
            </a:pPr>
            <a:r>
              <a:rPr lang="en-US" sz="1300" i="1" dirty="0">
                <a:solidFill>
                  <a:schemeClr val="accent5"/>
                </a:solidFill>
              </a:rPr>
              <a:t>En Flandre, on apprend aussi « </a:t>
            </a:r>
            <a:r>
              <a:rPr lang="en-US" sz="1300" i="1" dirty="0">
                <a:solidFill>
                  <a:schemeClr val="accent5"/>
                </a:solidFill>
              </a:rPr>
              <a:t>’t kofschip</a:t>
            </a:r>
            <a:r>
              <a:rPr lang="en-US" sz="1300" i="1" dirty="0">
                <a:solidFill>
                  <a:schemeClr val="accent5"/>
                </a:solidFill>
              </a:rPr>
              <a:t> » : les mêmes consonnes.</a:t>
            </a:r>
            <a:endParaRPr lang="en-US" sz="1300" dirty="0"/>
          </a:p>
        </p:txBody>
      </p:sp>
      <p:sp>
        <p:nvSpPr>
          <p:cNvPr id="9" name="Shape 6"/>
          <p:cNvSpPr/>
          <p:nvPr/>
        </p:nvSpPr>
        <p:spPr>
          <a:xfrm>
            <a:off x="548640" y="3401568"/>
            <a:ext cx="5440680" cy="2194560"/>
          </a:xfrm>
          <a:prstGeom prst="roundRect">
            <a:avLst>
              <a:gd name="adj" fmla="val 3333"/>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0" name="Shape 7"/>
          <p:cNvSpPr/>
          <p:nvPr/>
        </p:nvSpPr>
        <p:spPr>
          <a:xfrm>
            <a:off x="548640" y="3401568"/>
            <a:ext cx="5440680" cy="457200"/>
          </a:xfrm>
          <a:prstGeom prst="roundRect">
            <a:avLst>
              <a:gd name="adj" fmla="val 16000"/>
            </a:avLst>
          </a:prstGeom>
          <a:solidFill>
            <a:schemeClr val="accent1"/>
          </a:solidFill>
          <a:ln w="12700">
            <a:solidFill>
              <a:srgbClr val="FFFFFF">
                <a:alpha val="0"/>
              </a:srgbClr>
            </a:solidFill>
            <a:prstDash val="solid"/>
          </a:ln>
        </p:spPr>
      </p:sp>
      <p:sp>
        <p:nvSpPr>
          <p:cNvPr id="11" name="Text 8"/>
          <p:cNvSpPr txBox="1"/>
          <p:nvPr/>
        </p:nvSpPr>
        <p:spPr>
          <a:xfrm>
            <a:off x="548640" y="3401568"/>
            <a:ext cx="544068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 t</a:t>
            </a:r>
            <a:endParaRPr lang="en-US" sz="2200" dirty="0"/>
          </a:p>
        </p:txBody>
      </p:sp>
      <p:sp>
        <p:nvSpPr>
          <p:cNvPr id="12" name="Text 9"/>
          <p:cNvSpPr txBox="1"/>
          <p:nvPr/>
        </p:nvSpPr>
        <p:spPr>
          <a:xfrm>
            <a:off x="777240" y="390448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dansen</a:t>
            </a:r>
            <a:endParaRPr lang="en-US" sz="1800" dirty="0"/>
          </a:p>
        </p:txBody>
      </p:sp>
      <p:sp>
        <p:nvSpPr>
          <p:cNvPr id="13" name="Text 10"/>
          <p:cNvSpPr txBox="1"/>
          <p:nvPr/>
        </p:nvSpPr>
        <p:spPr>
          <a:xfrm>
            <a:off x="2514600" y="390448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dan</a:t>
            </a:r>
            <a:r>
              <a:rPr lang="en-US" sz="1800" b="1" u="sng" dirty="0">
                <a:solidFill>
                  <a:schemeClr val="tx2"/>
                </a:solidFill>
              </a:rPr>
              <a:t>s</a:t>
            </a:r>
            <a:endParaRPr lang="en-US" sz="1800" dirty="0"/>
          </a:p>
        </p:txBody>
      </p:sp>
      <p:sp>
        <p:nvSpPr>
          <p:cNvPr id="14" name="Text 11"/>
          <p:cNvSpPr txBox="1"/>
          <p:nvPr/>
        </p:nvSpPr>
        <p:spPr>
          <a:xfrm>
            <a:off x="3977640" y="390448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gedans</a:t>
            </a:r>
            <a:r>
              <a:rPr lang="en-US" sz="1800" b="1" i="1" dirty="0">
                <a:solidFill>
                  <a:schemeClr val="accent1"/>
                </a:solidFill>
              </a:rPr>
              <a:t>t</a:t>
            </a:r>
            <a:endParaRPr lang="en-US" sz="1800" dirty="0"/>
          </a:p>
        </p:txBody>
      </p:sp>
      <p:sp>
        <p:nvSpPr>
          <p:cNvPr id="15" name="Text 12"/>
          <p:cNvSpPr txBox="1"/>
          <p:nvPr/>
        </p:nvSpPr>
        <p:spPr>
          <a:xfrm>
            <a:off x="777240" y="431596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smaken</a:t>
            </a:r>
            <a:endParaRPr lang="en-US" sz="1800" dirty="0"/>
          </a:p>
        </p:txBody>
      </p:sp>
      <p:sp>
        <p:nvSpPr>
          <p:cNvPr id="16" name="Text 13"/>
          <p:cNvSpPr txBox="1"/>
          <p:nvPr/>
        </p:nvSpPr>
        <p:spPr>
          <a:xfrm>
            <a:off x="2514600" y="431596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smaa</a:t>
            </a:r>
            <a:r>
              <a:rPr lang="en-US" sz="1800" b="1" u="sng" dirty="0">
                <a:solidFill>
                  <a:schemeClr val="tx2"/>
                </a:solidFill>
              </a:rPr>
              <a:t>k</a:t>
            </a:r>
            <a:endParaRPr lang="en-US" sz="1800" dirty="0"/>
          </a:p>
        </p:txBody>
      </p:sp>
      <p:sp>
        <p:nvSpPr>
          <p:cNvPr id="17" name="Text 14"/>
          <p:cNvSpPr txBox="1"/>
          <p:nvPr/>
        </p:nvSpPr>
        <p:spPr>
          <a:xfrm>
            <a:off x="3977640" y="431596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gesmaak</a:t>
            </a:r>
            <a:r>
              <a:rPr lang="en-US" sz="1800" b="1" i="1" dirty="0">
                <a:solidFill>
                  <a:schemeClr val="accent1"/>
                </a:solidFill>
              </a:rPr>
              <a:t>t</a:t>
            </a:r>
            <a:endParaRPr lang="en-US" sz="1800" dirty="0"/>
          </a:p>
        </p:txBody>
      </p:sp>
      <p:sp>
        <p:nvSpPr>
          <p:cNvPr id="18" name="Text 15"/>
          <p:cNvSpPr txBox="1"/>
          <p:nvPr/>
        </p:nvSpPr>
        <p:spPr>
          <a:xfrm>
            <a:off x="777240" y="472744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kussen</a:t>
            </a:r>
            <a:endParaRPr lang="en-US" sz="1800" dirty="0"/>
          </a:p>
        </p:txBody>
      </p:sp>
      <p:sp>
        <p:nvSpPr>
          <p:cNvPr id="19" name="Text 16"/>
          <p:cNvSpPr txBox="1"/>
          <p:nvPr/>
        </p:nvSpPr>
        <p:spPr>
          <a:xfrm>
            <a:off x="2514600" y="472744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ku</a:t>
            </a:r>
            <a:r>
              <a:rPr lang="en-US" sz="1800" b="1" u="sng" dirty="0">
                <a:solidFill>
                  <a:schemeClr val="tx2"/>
                </a:solidFill>
              </a:rPr>
              <a:t>s</a:t>
            </a:r>
            <a:endParaRPr lang="en-US" sz="1800" dirty="0"/>
          </a:p>
        </p:txBody>
      </p:sp>
      <p:sp>
        <p:nvSpPr>
          <p:cNvPr id="20" name="Text 17"/>
          <p:cNvSpPr txBox="1"/>
          <p:nvPr/>
        </p:nvSpPr>
        <p:spPr>
          <a:xfrm>
            <a:off x="3977640" y="472744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gekus</a:t>
            </a:r>
            <a:r>
              <a:rPr lang="en-US" sz="1800" b="1" i="1" dirty="0">
                <a:solidFill>
                  <a:schemeClr val="accent1"/>
                </a:solidFill>
              </a:rPr>
              <a:t>t</a:t>
            </a:r>
            <a:endParaRPr lang="en-US" sz="1800" dirty="0"/>
          </a:p>
        </p:txBody>
      </p:sp>
      <p:sp>
        <p:nvSpPr>
          <p:cNvPr id="21" name="Text 18"/>
          <p:cNvSpPr txBox="1"/>
          <p:nvPr/>
        </p:nvSpPr>
        <p:spPr>
          <a:xfrm>
            <a:off x="777240" y="513892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stoppen</a:t>
            </a:r>
            <a:endParaRPr lang="en-US" sz="1800" dirty="0"/>
          </a:p>
        </p:txBody>
      </p:sp>
      <p:sp>
        <p:nvSpPr>
          <p:cNvPr id="22" name="Text 19"/>
          <p:cNvSpPr txBox="1"/>
          <p:nvPr/>
        </p:nvSpPr>
        <p:spPr>
          <a:xfrm>
            <a:off x="2514600" y="513892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sto</a:t>
            </a:r>
            <a:r>
              <a:rPr lang="en-US" sz="1800" b="1" u="sng" dirty="0">
                <a:solidFill>
                  <a:schemeClr val="tx2"/>
                </a:solidFill>
              </a:rPr>
              <a:t>p</a:t>
            </a:r>
            <a:endParaRPr lang="en-US" sz="1800" dirty="0"/>
          </a:p>
        </p:txBody>
      </p:sp>
      <p:sp>
        <p:nvSpPr>
          <p:cNvPr id="23" name="Text 20"/>
          <p:cNvSpPr txBox="1"/>
          <p:nvPr/>
        </p:nvSpPr>
        <p:spPr>
          <a:xfrm>
            <a:off x="3977640" y="513892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gestop</a:t>
            </a:r>
            <a:r>
              <a:rPr lang="en-US" sz="1800" b="1" i="1" dirty="0">
                <a:solidFill>
                  <a:schemeClr val="accent1"/>
                </a:solidFill>
              </a:rPr>
              <a:t>t</a:t>
            </a:r>
            <a:endParaRPr lang="en-US" sz="1800" dirty="0"/>
          </a:p>
        </p:txBody>
      </p:sp>
      <p:sp>
        <p:nvSpPr>
          <p:cNvPr id="24" name="Shape 21"/>
          <p:cNvSpPr/>
          <p:nvPr/>
        </p:nvSpPr>
        <p:spPr>
          <a:xfrm>
            <a:off x="6199632" y="3401568"/>
            <a:ext cx="5440680" cy="2194560"/>
          </a:xfrm>
          <a:prstGeom prst="roundRect">
            <a:avLst>
              <a:gd name="adj" fmla="val 3333"/>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5" name="Shape 22"/>
          <p:cNvSpPr/>
          <p:nvPr/>
        </p:nvSpPr>
        <p:spPr>
          <a:xfrm>
            <a:off x="6199632" y="3401568"/>
            <a:ext cx="5440680" cy="457200"/>
          </a:xfrm>
          <a:prstGeom prst="roundRect">
            <a:avLst>
              <a:gd name="adj" fmla="val 16000"/>
            </a:avLst>
          </a:prstGeom>
          <a:solidFill>
            <a:schemeClr val="accent2"/>
          </a:solidFill>
          <a:ln w="12700">
            <a:solidFill>
              <a:srgbClr val="FFFFFF">
                <a:alpha val="0"/>
              </a:srgbClr>
            </a:solidFill>
            <a:prstDash val="solid"/>
          </a:ln>
        </p:spPr>
      </p:sp>
      <p:sp>
        <p:nvSpPr>
          <p:cNvPr id="26" name="Text 23"/>
          <p:cNvSpPr txBox="1"/>
          <p:nvPr/>
        </p:nvSpPr>
        <p:spPr>
          <a:xfrm>
            <a:off x="6199632" y="3401568"/>
            <a:ext cx="5440680" cy="45720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 d</a:t>
            </a:r>
            <a:endParaRPr lang="en-US" sz="2200" dirty="0"/>
          </a:p>
        </p:txBody>
      </p:sp>
      <p:sp>
        <p:nvSpPr>
          <p:cNvPr id="27" name="Text 24"/>
          <p:cNvSpPr txBox="1"/>
          <p:nvPr/>
        </p:nvSpPr>
        <p:spPr>
          <a:xfrm>
            <a:off x="6428232" y="390448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bellen</a:t>
            </a:r>
            <a:endParaRPr lang="en-US" sz="1800" dirty="0"/>
          </a:p>
        </p:txBody>
      </p:sp>
      <p:sp>
        <p:nvSpPr>
          <p:cNvPr id="28" name="Text 25"/>
          <p:cNvSpPr txBox="1"/>
          <p:nvPr/>
        </p:nvSpPr>
        <p:spPr>
          <a:xfrm>
            <a:off x="8165592" y="390448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be</a:t>
            </a:r>
            <a:r>
              <a:rPr lang="en-US" sz="1800" b="1" u="sng" dirty="0">
                <a:solidFill>
                  <a:schemeClr val="tx2"/>
                </a:solidFill>
              </a:rPr>
              <a:t>l</a:t>
            </a:r>
            <a:endParaRPr lang="en-US" sz="1800" dirty="0"/>
          </a:p>
        </p:txBody>
      </p:sp>
      <p:sp>
        <p:nvSpPr>
          <p:cNvPr id="29" name="Text 26"/>
          <p:cNvSpPr txBox="1"/>
          <p:nvPr/>
        </p:nvSpPr>
        <p:spPr>
          <a:xfrm>
            <a:off x="9628632" y="390448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gebel</a:t>
            </a:r>
            <a:r>
              <a:rPr lang="en-US" sz="1800" b="1" i="1" dirty="0">
                <a:solidFill>
                  <a:schemeClr val="accent2"/>
                </a:solidFill>
              </a:rPr>
              <a:t>d</a:t>
            </a:r>
            <a:endParaRPr lang="en-US" sz="1800" dirty="0"/>
          </a:p>
        </p:txBody>
      </p:sp>
      <p:sp>
        <p:nvSpPr>
          <p:cNvPr id="30" name="Text 27"/>
          <p:cNvSpPr txBox="1"/>
          <p:nvPr/>
        </p:nvSpPr>
        <p:spPr>
          <a:xfrm>
            <a:off x="6428232" y="431596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wonen</a:t>
            </a:r>
            <a:endParaRPr lang="en-US" sz="1800" dirty="0"/>
          </a:p>
        </p:txBody>
      </p:sp>
      <p:sp>
        <p:nvSpPr>
          <p:cNvPr id="31" name="Text 28"/>
          <p:cNvSpPr txBox="1"/>
          <p:nvPr/>
        </p:nvSpPr>
        <p:spPr>
          <a:xfrm>
            <a:off x="8165592" y="431596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woo</a:t>
            </a:r>
            <a:r>
              <a:rPr lang="en-US" sz="1800" b="1" u="sng" dirty="0">
                <a:solidFill>
                  <a:schemeClr val="tx2"/>
                </a:solidFill>
              </a:rPr>
              <a:t>n</a:t>
            </a:r>
            <a:endParaRPr lang="en-US" sz="1800" dirty="0"/>
          </a:p>
        </p:txBody>
      </p:sp>
      <p:sp>
        <p:nvSpPr>
          <p:cNvPr id="32" name="Text 29"/>
          <p:cNvSpPr txBox="1"/>
          <p:nvPr/>
        </p:nvSpPr>
        <p:spPr>
          <a:xfrm>
            <a:off x="9628632" y="431596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gewoon</a:t>
            </a:r>
            <a:r>
              <a:rPr lang="en-US" sz="1800" b="1" i="1" dirty="0">
                <a:solidFill>
                  <a:schemeClr val="accent2"/>
                </a:solidFill>
              </a:rPr>
              <a:t>d</a:t>
            </a:r>
            <a:endParaRPr lang="en-US" sz="1800" dirty="0"/>
          </a:p>
        </p:txBody>
      </p:sp>
      <p:sp>
        <p:nvSpPr>
          <p:cNvPr id="33" name="Text 30"/>
          <p:cNvSpPr txBox="1"/>
          <p:nvPr/>
        </p:nvSpPr>
        <p:spPr>
          <a:xfrm>
            <a:off x="6428232" y="472744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luisteren</a:t>
            </a:r>
            <a:endParaRPr lang="en-US" sz="1800" dirty="0"/>
          </a:p>
        </p:txBody>
      </p:sp>
      <p:sp>
        <p:nvSpPr>
          <p:cNvPr id="34" name="Text 31"/>
          <p:cNvSpPr txBox="1"/>
          <p:nvPr/>
        </p:nvSpPr>
        <p:spPr>
          <a:xfrm>
            <a:off x="8165592" y="472744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luiste</a:t>
            </a:r>
            <a:r>
              <a:rPr lang="en-US" sz="1800" b="1" u="sng" dirty="0">
                <a:solidFill>
                  <a:schemeClr val="tx2"/>
                </a:solidFill>
              </a:rPr>
              <a:t>r</a:t>
            </a:r>
            <a:endParaRPr lang="en-US" sz="1800" dirty="0"/>
          </a:p>
        </p:txBody>
      </p:sp>
      <p:sp>
        <p:nvSpPr>
          <p:cNvPr id="35" name="Text 32"/>
          <p:cNvSpPr txBox="1"/>
          <p:nvPr/>
        </p:nvSpPr>
        <p:spPr>
          <a:xfrm>
            <a:off x="9628632" y="472744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geluister</a:t>
            </a:r>
            <a:r>
              <a:rPr lang="en-US" sz="1800" b="1" i="1" dirty="0">
                <a:solidFill>
                  <a:schemeClr val="accent2"/>
                </a:solidFill>
              </a:rPr>
              <a:t>d</a:t>
            </a:r>
            <a:endParaRPr lang="en-US" sz="1800" dirty="0"/>
          </a:p>
        </p:txBody>
      </p:sp>
      <p:sp>
        <p:nvSpPr>
          <p:cNvPr id="36" name="Text 33"/>
          <p:cNvSpPr txBox="1"/>
          <p:nvPr/>
        </p:nvSpPr>
        <p:spPr>
          <a:xfrm>
            <a:off x="6428232" y="5138928"/>
            <a:ext cx="1737360" cy="384048"/>
          </a:xfrm>
          <a:prstGeom prst="rect">
            <a:avLst/>
          </a:prstGeom>
          <a:noFill/>
          <a:ln/>
        </p:spPr>
        <p:txBody>
          <a:bodyPr wrap="square" lIns="0" tIns="0" rIns="0" bIns="0" rtlCol="0" anchor="ctr"/>
          <a:lstStyle/>
          <a:p>
            <a:pPr algn="l" indent="0" marL="0">
              <a:buNone/>
            </a:pPr>
            <a:r>
              <a:rPr lang="en-US" sz="1800" i="1" dirty="0">
                <a:solidFill>
                  <a:schemeClr val="tx1"/>
                </a:solidFill>
              </a:rPr>
              <a:t>leren</a:t>
            </a:r>
            <a:endParaRPr lang="en-US" sz="1800" dirty="0"/>
          </a:p>
        </p:txBody>
      </p:sp>
      <p:sp>
        <p:nvSpPr>
          <p:cNvPr id="37" name="Text 34"/>
          <p:cNvSpPr txBox="1"/>
          <p:nvPr/>
        </p:nvSpPr>
        <p:spPr>
          <a:xfrm>
            <a:off x="8165592" y="5138928"/>
            <a:ext cx="1463040" cy="384048"/>
          </a:xfrm>
          <a:prstGeom prst="rect">
            <a:avLst/>
          </a:prstGeom>
          <a:noFill/>
          <a:ln/>
        </p:spPr>
        <p:txBody>
          <a:bodyPr wrap="square" lIns="0" tIns="0" rIns="0" bIns="0" rtlCol="0" anchor="ctr"/>
          <a:lstStyle/>
          <a:p>
            <a:pPr algn="ctr" indent="0" marL="0">
              <a:buNone/>
            </a:pPr>
            <a:r>
              <a:rPr lang="en-US" sz="1800" b="1" dirty="0">
                <a:solidFill>
                  <a:schemeClr val="tx2"/>
                </a:solidFill>
              </a:rPr>
              <a:t>lee</a:t>
            </a:r>
            <a:r>
              <a:rPr lang="en-US" sz="1800" b="1" u="sng" dirty="0">
                <a:solidFill>
                  <a:schemeClr val="tx2"/>
                </a:solidFill>
              </a:rPr>
              <a:t>r</a:t>
            </a:r>
            <a:endParaRPr lang="en-US" sz="1800" dirty="0"/>
          </a:p>
        </p:txBody>
      </p:sp>
      <p:sp>
        <p:nvSpPr>
          <p:cNvPr id="38" name="Text 35"/>
          <p:cNvSpPr txBox="1"/>
          <p:nvPr/>
        </p:nvSpPr>
        <p:spPr>
          <a:xfrm>
            <a:off x="9628632" y="5138928"/>
            <a:ext cx="1920240" cy="384048"/>
          </a:xfrm>
          <a:prstGeom prst="rect">
            <a:avLst/>
          </a:prstGeom>
          <a:noFill/>
          <a:ln/>
        </p:spPr>
        <p:txBody>
          <a:bodyPr wrap="square" lIns="0" tIns="0" rIns="0" bIns="0" rtlCol="0" anchor="ctr"/>
          <a:lstStyle/>
          <a:p>
            <a:pPr algn="l" indent="0" marL="0">
              <a:buNone/>
            </a:pPr>
            <a:r>
              <a:rPr lang="en-US" sz="1800" dirty="0">
                <a:solidFill>
                  <a:schemeClr val="tx1"/>
                </a:solidFill>
              </a:rPr>
              <a:t>→ </a:t>
            </a:r>
            <a:r>
              <a:rPr lang="en-US" sz="1800" i="1" dirty="0">
                <a:solidFill>
                  <a:schemeClr val="tx1"/>
                </a:solidFill>
              </a:rPr>
              <a:t>geleer</a:t>
            </a:r>
            <a:r>
              <a:rPr lang="en-US" sz="1800" b="1" i="1" dirty="0">
                <a:solidFill>
                  <a:schemeClr val="accent2"/>
                </a:solidFill>
              </a:rPr>
              <a:t>d</a:t>
            </a:r>
            <a:endParaRPr lang="en-US" sz="1800" dirty="0"/>
          </a:p>
        </p:txBody>
      </p:sp>
      <p:sp>
        <p:nvSpPr>
          <p:cNvPr id="39" name="Shape 36"/>
          <p:cNvSpPr/>
          <p:nvPr/>
        </p:nvSpPr>
        <p:spPr>
          <a:xfrm>
            <a:off x="548640" y="5715000"/>
            <a:ext cx="11091672" cy="566928"/>
          </a:xfrm>
          <a:prstGeom prst="roundRect">
            <a:avLst>
              <a:gd name="adj" fmla="val 12903"/>
            </a:avLst>
          </a:prstGeom>
          <a:solidFill>
            <a:schemeClr val="tx2"/>
          </a:solidFill>
          <a:ln w="12700">
            <a:solidFill>
              <a:srgbClr val="FFFFFF">
                <a:alpha val="0"/>
              </a:srgbClr>
            </a:solidFill>
            <a:prstDash val="solid"/>
          </a:ln>
        </p:spPr>
      </p:sp>
      <p:sp>
        <p:nvSpPr>
          <p:cNvPr id="40" name="Text 37"/>
          <p:cNvSpPr txBox="1"/>
          <p:nvPr/>
        </p:nvSpPr>
        <p:spPr>
          <a:xfrm>
            <a:off x="822960" y="5715000"/>
            <a:ext cx="10607040" cy="566928"/>
          </a:xfrm>
          <a:prstGeom prst="rect">
            <a:avLst/>
          </a:prstGeom>
          <a:noFill/>
          <a:ln/>
        </p:spPr>
        <p:txBody>
          <a:bodyPr wrap="square" lIns="0" tIns="0" rIns="0" bIns="0" rtlCol="0" anchor="ctr"/>
          <a:lstStyle/>
          <a:p>
            <a:pPr algn="l" indent="0" marL="0">
              <a:buNone/>
            </a:pPr>
            <a:r>
              <a:rPr lang="en-US" sz="1600" dirty="0">
                <a:solidFill>
                  <a:schemeClr val="bg1"/>
                </a:solidFill>
              </a:rPr>
              <a:t>Radical en </a:t>
            </a:r>
            <a:r>
              <a:rPr lang="en-US" sz="1600" i="1" dirty="0">
                <a:solidFill>
                  <a:schemeClr val="bg1"/>
                </a:solidFill>
              </a:rPr>
              <a:t>t</a:t>
            </a:r>
            <a:r>
              <a:rPr lang="en-US" sz="1600" dirty="0">
                <a:solidFill>
                  <a:schemeClr val="bg1"/>
                </a:solidFill>
              </a:rPr>
              <a:t> ou </a:t>
            </a:r>
            <a:r>
              <a:rPr lang="en-US" sz="1600" i="1" dirty="0">
                <a:solidFill>
                  <a:schemeClr val="bg1"/>
                </a:solidFill>
              </a:rPr>
              <a:t>d</a:t>
            </a:r>
            <a:r>
              <a:rPr lang="en-US" sz="1600" dirty="0">
                <a:solidFill>
                  <a:schemeClr val="bg1"/>
                </a:solidFill>
              </a:rPr>
              <a:t> : rien en plus — </a:t>
            </a:r>
            <a:r>
              <a:rPr lang="en-US" sz="1600" i="1" dirty="0">
                <a:solidFill>
                  <a:schemeClr val="bg1"/>
                </a:solidFill>
              </a:rPr>
              <a:t>wachten → gewacht · zetten → gezet · antwoorden → geantwoord</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reizen, leven — on regarde l’infinitif</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3977640"/>
          </a:xfrm>
          <a:prstGeom prst="roundRect">
            <a:avLst>
              <a:gd name="adj" fmla="val 1839"/>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Shape 4"/>
          <p:cNvSpPr/>
          <p:nvPr/>
        </p:nvSpPr>
        <p:spPr>
          <a:xfrm>
            <a:off x="822960" y="2103120"/>
            <a:ext cx="2103120" cy="777240"/>
          </a:xfrm>
          <a:prstGeom prst="roundRect">
            <a:avLst>
              <a:gd name="adj" fmla="val 11765"/>
            </a:avLst>
          </a:prstGeom>
          <a:solidFill>
            <a:schemeClr val="bg1"/>
          </a:solidFill>
          <a:ln w="25400">
            <a:solidFill>
              <a:srgbClr val="B83227"/>
            </a:solidFill>
            <a:prstDash val="solid"/>
          </a:ln>
        </p:spPr>
      </p:sp>
      <p:sp>
        <p:nvSpPr>
          <p:cNvPr id="8" name="Text 5"/>
          <p:cNvSpPr txBox="1"/>
          <p:nvPr/>
        </p:nvSpPr>
        <p:spPr>
          <a:xfrm>
            <a:off x="822960" y="2103120"/>
            <a:ext cx="2103120" cy="777240"/>
          </a:xfrm>
          <a:prstGeom prst="rect">
            <a:avLst/>
          </a:prstGeom>
          <a:noFill/>
          <a:ln/>
        </p:spPr>
        <p:txBody>
          <a:bodyPr wrap="square" lIns="0" tIns="0" rIns="0" bIns="0" rtlCol="0" anchor="ctr"/>
          <a:lstStyle/>
          <a:p>
            <a:pPr algn="ctr" indent="0" marL="0">
              <a:buNone/>
            </a:pPr>
            <a:r>
              <a:rPr lang="en-US" sz="2600" i="1" dirty="0">
                <a:solidFill>
                  <a:schemeClr val="tx1"/>
                </a:solidFill>
              </a:rPr>
              <a:t>rei</a:t>
            </a:r>
            <a:r>
              <a:rPr lang="en-US" sz="2600" b="1" i="1" dirty="0">
                <a:solidFill>
                  <a:schemeClr val="accent6"/>
                </a:solidFill>
              </a:rPr>
              <a:t>z</a:t>
            </a:r>
            <a:r>
              <a:rPr lang="en-US" sz="2600" i="1" dirty="0">
                <a:solidFill>
                  <a:schemeClr val="tx1"/>
                </a:solidFill>
              </a:rPr>
              <a:t>en</a:t>
            </a:r>
            <a:endParaRPr lang="en-US" sz="2600" dirty="0"/>
          </a:p>
        </p:txBody>
      </p:sp>
      <p:sp>
        <p:nvSpPr>
          <p:cNvPr id="9" name="Shape 6"/>
          <p:cNvSpPr/>
          <p:nvPr/>
        </p:nvSpPr>
        <p:spPr>
          <a:xfrm>
            <a:off x="3017520" y="2487168"/>
            <a:ext cx="502920" cy="914"/>
          </a:xfrm>
          <a:prstGeom prst="line">
            <a:avLst/>
          </a:prstGeom>
          <a:noFill/>
          <a:ln w="25400">
            <a:solidFill>
              <a:srgbClr val="4A5A70"/>
            </a:solidFill>
            <a:prstDash val="solid"/>
            <a:tailEnd type="triangle"/>
          </a:ln>
        </p:spPr>
      </p:sp>
      <p:sp>
        <p:nvSpPr>
          <p:cNvPr id="10" name="Text 7"/>
          <p:cNvSpPr txBox="1"/>
          <p:nvPr/>
        </p:nvSpPr>
        <p:spPr>
          <a:xfrm>
            <a:off x="3566160" y="1828800"/>
            <a:ext cx="1554480" cy="256032"/>
          </a:xfrm>
          <a:prstGeom prst="rect">
            <a:avLst/>
          </a:prstGeom>
          <a:noFill/>
          <a:ln/>
        </p:spPr>
        <p:txBody>
          <a:bodyPr wrap="square" lIns="0" tIns="0" rIns="0" bIns="0" rtlCol="0" anchor="t"/>
          <a:lstStyle/>
          <a:p>
            <a:pPr algn="ctr" indent="0" marL="0">
              <a:buNone/>
            </a:pPr>
            <a:r>
              <a:rPr lang="en-US" sz="1200" b="1" dirty="0">
                <a:solidFill>
                  <a:schemeClr val="accent5"/>
                </a:solidFill>
              </a:rPr>
              <a:t>radical</a:t>
            </a:r>
            <a:endParaRPr lang="en-US" sz="1200" dirty="0"/>
          </a:p>
        </p:txBody>
      </p:sp>
      <p:sp>
        <p:nvSpPr>
          <p:cNvPr id="11" name="Shape 8"/>
          <p:cNvSpPr/>
          <p:nvPr/>
        </p:nvSpPr>
        <p:spPr>
          <a:xfrm>
            <a:off x="3566160" y="2103120"/>
            <a:ext cx="1554480" cy="777240"/>
          </a:xfrm>
          <a:prstGeom prst="roundRect">
            <a:avLst>
              <a:gd name="adj" fmla="val 11765"/>
            </a:avLst>
          </a:prstGeom>
          <a:solidFill>
            <a:schemeClr val="bg2"/>
          </a:solidFill>
          <a:ln w="12700">
            <a:solidFill>
              <a:srgbClr val="D5DCE6"/>
            </a:solidFill>
            <a:prstDash val="solid"/>
          </a:ln>
        </p:spPr>
      </p:sp>
      <p:sp>
        <p:nvSpPr>
          <p:cNvPr id="12" name="Text 9"/>
          <p:cNvSpPr txBox="1"/>
          <p:nvPr/>
        </p:nvSpPr>
        <p:spPr>
          <a:xfrm>
            <a:off x="3566160" y="2103120"/>
            <a:ext cx="1554480" cy="777240"/>
          </a:xfrm>
          <a:prstGeom prst="rect">
            <a:avLst/>
          </a:prstGeom>
          <a:noFill/>
          <a:ln/>
        </p:spPr>
        <p:txBody>
          <a:bodyPr wrap="square" lIns="0" tIns="0" rIns="0" bIns="0" rtlCol="0" anchor="ctr"/>
          <a:lstStyle/>
          <a:p>
            <a:pPr algn="ctr" indent="0" marL="0">
              <a:buNone/>
            </a:pPr>
            <a:r>
              <a:rPr lang="en-US" sz="2400" b="1" dirty="0">
                <a:solidFill>
                  <a:schemeClr val="tx2"/>
                </a:solidFill>
              </a:rPr>
              <a:t>reis</a:t>
            </a:r>
            <a:endParaRPr lang="en-US" sz="2400" dirty="0"/>
          </a:p>
        </p:txBody>
      </p:sp>
      <p:sp>
        <p:nvSpPr>
          <p:cNvPr id="13" name="Shape 10"/>
          <p:cNvSpPr/>
          <p:nvPr/>
        </p:nvSpPr>
        <p:spPr>
          <a:xfrm>
            <a:off x="5212080" y="2487168"/>
            <a:ext cx="502920" cy="914"/>
          </a:xfrm>
          <a:prstGeom prst="line">
            <a:avLst/>
          </a:prstGeom>
          <a:noFill/>
          <a:ln w="25400">
            <a:solidFill>
              <a:srgbClr val="4A5A70"/>
            </a:solidFill>
            <a:prstDash val="solid"/>
            <a:tailEnd type="triangle"/>
          </a:ln>
        </p:spPr>
      </p:sp>
      <p:sp>
        <p:nvSpPr>
          <p:cNvPr id="14" name="Text 11"/>
          <p:cNvSpPr txBox="1"/>
          <p:nvPr/>
        </p:nvSpPr>
        <p:spPr>
          <a:xfrm>
            <a:off x="5760720" y="2103120"/>
            <a:ext cx="2194560" cy="777240"/>
          </a:xfrm>
          <a:prstGeom prst="rect">
            <a:avLst/>
          </a:prstGeom>
          <a:noFill/>
          <a:ln/>
        </p:spPr>
        <p:txBody>
          <a:bodyPr wrap="square" lIns="0" tIns="0" rIns="0" bIns="0" rtlCol="0" anchor="ctr"/>
          <a:lstStyle/>
          <a:p>
            <a:pPr algn="ctr" indent="0" marL="0">
              <a:buNone/>
            </a:pPr>
            <a:r>
              <a:rPr lang="en-US" sz="2400" dirty="0">
                <a:solidFill>
                  <a:schemeClr val="accent6"/>
                </a:solidFill>
              </a:rPr>
              <a:t>✗ </a:t>
            </a:r>
            <a:r>
              <a:rPr lang="en-US" sz="2400" i="1" strike="sngStrike" dirty="0">
                <a:solidFill>
                  <a:schemeClr val="accent6"/>
                </a:solidFill>
              </a:rPr>
              <a:t>gereist</a:t>
            </a:r>
            <a:endParaRPr lang="en-US" sz="2400" dirty="0"/>
          </a:p>
        </p:txBody>
      </p:sp>
      <p:sp>
        <p:nvSpPr>
          <p:cNvPr id="15" name="Shape 12"/>
          <p:cNvSpPr/>
          <p:nvPr/>
        </p:nvSpPr>
        <p:spPr>
          <a:xfrm>
            <a:off x="8001000" y="2487168"/>
            <a:ext cx="502920" cy="914"/>
          </a:xfrm>
          <a:prstGeom prst="line">
            <a:avLst/>
          </a:prstGeom>
          <a:noFill/>
          <a:ln w="25400">
            <a:solidFill>
              <a:srgbClr val="4A5A70"/>
            </a:solidFill>
            <a:prstDash val="solid"/>
            <a:tailEnd type="triangle"/>
          </a:ln>
        </p:spPr>
      </p:sp>
      <p:sp>
        <p:nvSpPr>
          <p:cNvPr id="16" name="Shape 13"/>
          <p:cNvSpPr/>
          <p:nvPr/>
        </p:nvSpPr>
        <p:spPr>
          <a:xfrm>
            <a:off x="8549640" y="2103120"/>
            <a:ext cx="2743200" cy="777240"/>
          </a:xfrm>
          <a:prstGeom prst="roundRect">
            <a:avLst>
              <a:gd name="adj" fmla="val 11765"/>
            </a:avLst>
          </a:prstGeom>
          <a:solidFill>
            <a:schemeClr val="accent3">
              <a:alpha val="12000"/>
            </a:schemeClr>
          </a:solidFill>
          <a:ln w="25400">
            <a:solidFill>
              <a:srgbClr val="2E7D4F"/>
            </a:solidFill>
            <a:prstDash val="solid"/>
          </a:ln>
        </p:spPr>
      </p:sp>
      <p:sp>
        <p:nvSpPr>
          <p:cNvPr id="17" name="Text 14"/>
          <p:cNvSpPr txBox="1"/>
          <p:nvPr/>
        </p:nvSpPr>
        <p:spPr>
          <a:xfrm>
            <a:off x="8549640" y="2103120"/>
            <a:ext cx="2743200" cy="777240"/>
          </a:xfrm>
          <a:prstGeom prst="rect">
            <a:avLst/>
          </a:prstGeom>
          <a:noFill/>
          <a:ln/>
        </p:spPr>
        <p:txBody>
          <a:bodyPr wrap="square" lIns="0" tIns="0" rIns="0" bIns="0" rtlCol="0" anchor="ctr"/>
          <a:lstStyle/>
          <a:p>
            <a:pPr algn="ctr" indent="0" marL="0">
              <a:buNone/>
            </a:pPr>
            <a:r>
              <a:rPr lang="en-US" sz="2600" dirty="0">
                <a:solidFill>
                  <a:schemeClr val="accent3"/>
                </a:solidFill>
              </a:rPr>
              <a:t>✓ </a:t>
            </a:r>
            <a:r>
              <a:rPr lang="en-US" sz="2600" b="1" i="1" dirty="0">
                <a:solidFill>
                  <a:schemeClr val="accent3"/>
                </a:solidFill>
              </a:rPr>
              <a:t>gereis</a:t>
            </a:r>
            <a:r>
              <a:rPr lang="en-US" sz="2600" b="1" i="1" dirty="0">
                <a:solidFill>
                  <a:schemeClr val="accent2"/>
                </a:solidFill>
              </a:rPr>
              <a:t>d</a:t>
            </a:r>
            <a:endParaRPr lang="en-US" sz="2600" dirty="0"/>
          </a:p>
        </p:txBody>
      </p:sp>
      <p:sp>
        <p:nvSpPr>
          <p:cNvPr id="18" name="Shape 15"/>
          <p:cNvSpPr/>
          <p:nvPr/>
        </p:nvSpPr>
        <p:spPr>
          <a:xfrm>
            <a:off x="1874520" y="2578608"/>
            <a:ext cx="8046720" cy="640080"/>
          </a:xfrm>
          <a:prstGeom prst="arc">
            <a:avLst>
              <a:gd name="adj1" fmla="val 0"/>
              <a:gd name="adj2" fmla="val 10800000"/>
            </a:avLst>
          </a:prstGeom>
          <a:solidFill>
            <a:srgbClr val="FFFFFF">
              <a:alpha val="0"/>
            </a:srgbClr>
          </a:solidFill>
          <a:ln w="25400">
            <a:solidFill>
              <a:srgbClr val="2A6FB0"/>
            </a:solidFill>
            <a:prstDash val="dash"/>
            <a:tailEnd type="triangle"/>
          </a:ln>
        </p:spPr>
      </p:sp>
      <p:sp>
        <p:nvSpPr>
          <p:cNvPr id="19" name="Shape 16"/>
          <p:cNvSpPr/>
          <p:nvPr/>
        </p:nvSpPr>
        <p:spPr>
          <a:xfrm>
            <a:off x="822960" y="3520440"/>
            <a:ext cx="2103120" cy="777240"/>
          </a:xfrm>
          <a:prstGeom prst="roundRect">
            <a:avLst>
              <a:gd name="adj" fmla="val 11765"/>
            </a:avLst>
          </a:prstGeom>
          <a:solidFill>
            <a:schemeClr val="bg1"/>
          </a:solidFill>
          <a:ln w="25400">
            <a:solidFill>
              <a:srgbClr val="B83227"/>
            </a:solidFill>
            <a:prstDash val="solid"/>
          </a:ln>
        </p:spPr>
      </p:sp>
      <p:sp>
        <p:nvSpPr>
          <p:cNvPr id="20" name="Text 17"/>
          <p:cNvSpPr txBox="1"/>
          <p:nvPr/>
        </p:nvSpPr>
        <p:spPr>
          <a:xfrm>
            <a:off x="822960" y="3520440"/>
            <a:ext cx="2103120" cy="777240"/>
          </a:xfrm>
          <a:prstGeom prst="rect">
            <a:avLst/>
          </a:prstGeom>
          <a:noFill/>
          <a:ln/>
        </p:spPr>
        <p:txBody>
          <a:bodyPr wrap="square" lIns="0" tIns="0" rIns="0" bIns="0" rtlCol="0" anchor="ctr"/>
          <a:lstStyle/>
          <a:p>
            <a:pPr algn="ctr" indent="0" marL="0">
              <a:buNone/>
            </a:pPr>
            <a:r>
              <a:rPr lang="en-US" sz="2600" i="1" dirty="0">
                <a:solidFill>
                  <a:schemeClr val="tx1"/>
                </a:solidFill>
              </a:rPr>
              <a:t>le</a:t>
            </a:r>
            <a:r>
              <a:rPr lang="en-US" sz="2600" b="1" i="1" dirty="0">
                <a:solidFill>
                  <a:schemeClr val="accent6"/>
                </a:solidFill>
              </a:rPr>
              <a:t>v</a:t>
            </a:r>
            <a:r>
              <a:rPr lang="en-US" sz="2600" i="1" dirty="0">
                <a:solidFill>
                  <a:schemeClr val="tx1"/>
                </a:solidFill>
              </a:rPr>
              <a:t>en</a:t>
            </a:r>
            <a:endParaRPr lang="en-US" sz="2600" dirty="0"/>
          </a:p>
        </p:txBody>
      </p:sp>
      <p:sp>
        <p:nvSpPr>
          <p:cNvPr id="21" name="Shape 18"/>
          <p:cNvSpPr/>
          <p:nvPr/>
        </p:nvSpPr>
        <p:spPr>
          <a:xfrm>
            <a:off x="3017520" y="3904488"/>
            <a:ext cx="502920" cy="914"/>
          </a:xfrm>
          <a:prstGeom prst="line">
            <a:avLst/>
          </a:prstGeom>
          <a:noFill/>
          <a:ln w="25400">
            <a:solidFill>
              <a:srgbClr val="4A5A70"/>
            </a:solidFill>
            <a:prstDash val="solid"/>
            <a:tailEnd type="triangle"/>
          </a:ln>
        </p:spPr>
      </p:sp>
      <p:sp>
        <p:nvSpPr>
          <p:cNvPr id="22" name="Shape 19"/>
          <p:cNvSpPr/>
          <p:nvPr/>
        </p:nvSpPr>
        <p:spPr>
          <a:xfrm>
            <a:off x="3566160" y="3520440"/>
            <a:ext cx="1554480" cy="777240"/>
          </a:xfrm>
          <a:prstGeom prst="roundRect">
            <a:avLst>
              <a:gd name="adj" fmla="val 11765"/>
            </a:avLst>
          </a:prstGeom>
          <a:solidFill>
            <a:schemeClr val="bg2"/>
          </a:solidFill>
          <a:ln w="12700">
            <a:solidFill>
              <a:srgbClr val="D5DCE6"/>
            </a:solidFill>
            <a:prstDash val="solid"/>
          </a:ln>
        </p:spPr>
      </p:sp>
      <p:sp>
        <p:nvSpPr>
          <p:cNvPr id="23" name="Text 20"/>
          <p:cNvSpPr txBox="1"/>
          <p:nvPr/>
        </p:nvSpPr>
        <p:spPr>
          <a:xfrm>
            <a:off x="3566160" y="3520440"/>
            <a:ext cx="1554480" cy="777240"/>
          </a:xfrm>
          <a:prstGeom prst="rect">
            <a:avLst/>
          </a:prstGeom>
          <a:noFill/>
          <a:ln/>
        </p:spPr>
        <p:txBody>
          <a:bodyPr wrap="square" lIns="0" tIns="0" rIns="0" bIns="0" rtlCol="0" anchor="ctr"/>
          <a:lstStyle/>
          <a:p>
            <a:pPr algn="ctr" indent="0" marL="0">
              <a:buNone/>
            </a:pPr>
            <a:r>
              <a:rPr lang="en-US" sz="2400" b="1" dirty="0">
                <a:solidFill>
                  <a:schemeClr val="tx2"/>
                </a:solidFill>
              </a:rPr>
              <a:t>leef</a:t>
            </a:r>
            <a:endParaRPr lang="en-US" sz="2400" dirty="0"/>
          </a:p>
        </p:txBody>
      </p:sp>
      <p:sp>
        <p:nvSpPr>
          <p:cNvPr id="24" name="Shape 21"/>
          <p:cNvSpPr/>
          <p:nvPr/>
        </p:nvSpPr>
        <p:spPr>
          <a:xfrm>
            <a:off x="5212080" y="3904488"/>
            <a:ext cx="502920" cy="914"/>
          </a:xfrm>
          <a:prstGeom prst="line">
            <a:avLst/>
          </a:prstGeom>
          <a:noFill/>
          <a:ln w="25400">
            <a:solidFill>
              <a:srgbClr val="4A5A70"/>
            </a:solidFill>
            <a:prstDash val="solid"/>
            <a:tailEnd type="triangle"/>
          </a:ln>
        </p:spPr>
      </p:sp>
      <p:sp>
        <p:nvSpPr>
          <p:cNvPr id="25" name="Text 22"/>
          <p:cNvSpPr txBox="1"/>
          <p:nvPr/>
        </p:nvSpPr>
        <p:spPr>
          <a:xfrm>
            <a:off x="5760720" y="3520440"/>
            <a:ext cx="2194560" cy="777240"/>
          </a:xfrm>
          <a:prstGeom prst="rect">
            <a:avLst/>
          </a:prstGeom>
          <a:noFill/>
          <a:ln/>
        </p:spPr>
        <p:txBody>
          <a:bodyPr wrap="square" lIns="0" tIns="0" rIns="0" bIns="0" rtlCol="0" anchor="ctr"/>
          <a:lstStyle/>
          <a:p>
            <a:pPr algn="ctr" indent="0" marL="0">
              <a:buNone/>
            </a:pPr>
            <a:r>
              <a:rPr lang="en-US" sz="2400" dirty="0">
                <a:solidFill>
                  <a:schemeClr val="accent6"/>
                </a:solidFill>
              </a:rPr>
              <a:t>✗ </a:t>
            </a:r>
            <a:r>
              <a:rPr lang="en-US" sz="2400" i="1" strike="sngStrike" dirty="0">
                <a:solidFill>
                  <a:schemeClr val="accent6"/>
                </a:solidFill>
              </a:rPr>
              <a:t>geleeft</a:t>
            </a:r>
            <a:endParaRPr lang="en-US" sz="2400" dirty="0"/>
          </a:p>
        </p:txBody>
      </p:sp>
      <p:sp>
        <p:nvSpPr>
          <p:cNvPr id="26" name="Shape 23"/>
          <p:cNvSpPr/>
          <p:nvPr/>
        </p:nvSpPr>
        <p:spPr>
          <a:xfrm>
            <a:off x="8001000" y="3904488"/>
            <a:ext cx="502920" cy="914"/>
          </a:xfrm>
          <a:prstGeom prst="line">
            <a:avLst/>
          </a:prstGeom>
          <a:noFill/>
          <a:ln w="25400">
            <a:solidFill>
              <a:srgbClr val="4A5A70"/>
            </a:solidFill>
            <a:prstDash val="solid"/>
            <a:tailEnd type="triangle"/>
          </a:ln>
        </p:spPr>
      </p:sp>
      <p:sp>
        <p:nvSpPr>
          <p:cNvPr id="27" name="Shape 24"/>
          <p:cNvSpPr/>
          <p:nvPr/>
        </p:nvSpPr>
        <p:spPr>
          <a:xfrm>
            <a:off x="8549640" y="3520440"/>
            <a:ext cx="2743200" cy="777240"/>
          </a:xfrm>
          <a:prstGeom prst="roundRect">
            <a:avLst>
              <a:gd name="adj" fmla="val 11765"/>
            </a:avLst>
          </a:prstGeom>
          <a:solidFill>
            <a:schemeClr val="accent3">
              <a:alpha val="12000"/>
            </a:schemeClr>
          </a:solidFill>
          <a:ln w="25400">
            <a:solidFill>
              <a:srgbClr val="2E7D4F"/>
            </a:solidFill>
            <a:prstDash val="solid"/>
          </a:ln>
        </p:spPr>
      </p:sp>
      <p:sp>
        <p:nvSpPr>
          <p:cNvPr id="28" name="Text 25"/>
          <p:cNvSpPr txBox="1"/>
          <p:nvPr/>
        </p:nvSpPr>
        <p:spPr>
          <a:xfrm>
            <a:off x="8549640" y="3520440"/>
            <a:ext cx="2743200" cy="777240"/>
          </a:xfrm>
          <a:prstGeom prst="rect">
            <a:avLst/>
          </a:prstGeom>
          <a:noFill/>
          <a:ln/>
        </p:spPr>
        <p:txBody>
          <a:bodyPr wrap="square" lIns="0" tIns="0" rIns="0" bIns="0" rtlCol="0" anchor="ctr"/>
          <a:lstStyle/>
          <a:p>
            <a:pPr algn="ctr" indent="0" marL="0">
              <a:buNone/>
            </a:pPr>
            <a:r>
              <a:rPr lang="en-US" sz="2600" dirty="0">
                <a:solidFill>
                  <a:schemeClr val="accent3"/>
                </a:solidFill>
              </a:rPr>
              <a:t>✓ </a:t>
            </a:r>
            <a:r>
              <a:rPr lang="en-US" sz="2600" b="1" i="1" dirty="0">
                <a:solidFill>
                  <a:schemeClr val="accent3"/>
                </a:solidFill>
              </a:rPr>
              <a:t>geleef</a:t>
            </a:r>
            <a:r>
              <a:rPr lang="en-US" sz="2600" b="1" i="1" dirty="0">
                <a:solidFill>
                  <a:schemeClr val="accent2"/>
                </a:solidFill>
              </a:rPr>
              <a:t>d</a:t>
            </a:r>
            <a:endParaRPr lang="en-US" sz="2600" dirty="0"/>
          </a:p>
        </p:txBody>
      </p:sp>
      <p:sp>
        <p:nvSpPr>
          <p:cNvPr id="29" name="Shape 26"/>
          <p:cNvSpPr/>
          <p:nvPr/>
        </p:nvSpPr>
        <p:spPr>
          <a:xfrm>
            <a:off x="1874520" y="3995928"/>
            <a:ext cx="8046720" cy="640080"/>
          </a:xfrm>
          <a:prstGeom prst="arc">
            <a:avLst>
              <a:gd name="adj1" fmla="val 0"/>
              <a:gd name="adj2" fmla="val 10800000"/>
            </a:avLst>
          </a:prstGeom>
          <a:solidFill>
            <a:srgbClr val="FFFFFF">
              <a:alpha val="0"/>
            </a:srgbClr>
          </a:solidFill>
          <a:ln w="25400">
            <a:solidFill>
              <a:srgbClr val="2A6FB0"/>
            </a:solidFill>
            <a:prstDash val="dash"/>
            <a:tailEnd type="triangle"/>
          </a:ln>
        </p:spPr>
      </p:sp>
      <p:sp>
        <p:nvSpPr>
          <p:cNvPr id="30" name="Text 27"/>
          <p:cNvSpPr txBox="1"/>
          <p:nvPr/>
        </p:nvSpPr>
        <p:spPr>
          <a:xfrm>
            <a:off x="3977640" y="4663440"/>
            <a:ext cx="3840480" cy="274320"/>
          </a:xfrm>
          <a:prstGeom prst="rect">
            <a:avLst/>
          </a:prstGeom>
          <a:noFill/>
          <a:ln/>
        </p:spPr>
        <p:txBody>
          <a:bodyPr wrap="square" lIns="0" tIns="0" rIns="0" bIns="0" rtlCol="0" anchor="t"/>
          <a:lstStyle/>
          <a:p>
            <a:pPr algn="ctr" indent="0" marL="0">
              <a:buNone/>
            </a:pPr>
            <a:r>
              <a:rPr lang="en-US" sz="1300" i="1" dirty="0">
                <a:solidFill>
                  <a:schemeClr val="accent2"/>
                </a:solidFill>
              </a:rPr>
              <a:t>on remonte à l’infinitif</a:t>
            </a:r>
            <a:endParaRPr lang="en-US" sz="1300" dirty="0"/>
          </a:p>
        </p:txBody>
      </p:sp>
      <p:sp>
        <p:nvSpPr>
          <p:cNvPr id="31" name="Text 28"/>
          <p:cNvSpPr txBox="1"/>
          <p:nvPr/>
        </p:nvSpPr>
        <p:spPr>
          <a:xfrm>
            <a:off x="822960" y="4956048"/>
            <a:ext cx="10607040" cy="502920"/>
          </a:xfrm>
          <a:prstGeom prst="rect">
            <a:avLst/>
          </a:prstGeom>
          <a:noFill/>
          <a:ln/>
        </p:spPr>
        <p:txBody>
          <a:bodyPr wrap="square" lIns="0" tIns="0" rIns="0" bIns="0" rtlCol="0" anchor="ctr"/>
          <a:lstStyle/>
          <a:p>
            <a:pPr algn="l" indent="0" marL="0">
              <a:buNone/>
            </a:pPr>
            <a:r>
              <a:rPr lang="en-US" sz="1700" dirty="0">
                <a:solidFill>
                  <a:schemeClr val="tx1"/>
                </a:solidFill>
              </a:rPr>
              <a:t>Aussi : </a:t>
            </a:r>
            <a:r>
              <a:rPr lang="en-US" sz="1700" i="1" dirty="0">
                <a:solidFill>
                  <a:schemeClr val="tx1"/>
                </a:solidFill>
              </a:rPr>
              <a:t>verhuizen</a:t>
            </a:r>
            <a:r>
              <a:rPr lang="en-US" sz="1700" dirty="0">
                <a:solidFill>
                  <a:schemeClr val="tx1"/>
                </a:solidFill>
              </a:rPr>
              <a:t> (z) → ✓ </a:t>
            </a:r>
            <a:r>
              <a:rPr lang="en-US" sz="1700" i="1" dirty="0">
                <a:solidFill>
                  <a:schemeClr val="tx1"/>
                </a:solidFill>
              </a:rPr>
              <a:t>verhuis</a:t>
            </a:r>
            <a:r>
              <a:rPr lang="en-US" sz="1700" b="1" i="1" dirty="0">
                <a:solidFill>
                  <a:schemeClr val="accent2"/>
                </a:solidFill>
              </a:rPr>
              <a:t>d</a:t>
            </a:r>
            <a:r>
              <a:rPr lang="en-US" sz="1700" dirty="0">
                <a:solidFill>
                  <a:schemeClr val="tx1"/>
                </a:solidFill>
              </a:rPr>
              <a:t> · Archive corrigée : </a:t>
            </a:r>
            <a:r>
              <a:rPr lang="en-US" sz="1700" i="1" dirty="0">
                <a:solidFill>
                  <a:schemeClr val="tx1"/>
                </a:solidFill>
              </a:rPr>
              <a:t>We hebben de laatste jaren veel gereisd.</a:t>
            </a:r>
            <a:endParaRPr lang="en-US" sz="1700" dirty="0"/>
          </a:p>
        </p:txBody>
      </p:sp>
      <p:sp>
        <p:nvSpPr>
          <p:cNvPr id="32" name="Shape 29"/>
          <p:cNvSpPr/>
          <p:nvPr/>
        </p:nvSpPr>
        <p:spPr>
          <a:xfrm>
            <a:off x="548640" y="5669280"/>
            <a:ext cx="11091672" cy="621792"/>
          </a:xfrm>
          <a:prstGeom prst="roundRect">
            <a:avLst>
              <a:gd name="adj" fmla="val 11765"/>
            </a:avLst>
          </a:prstGeom>
          <a:solidFill>
            <a:schemeClr val="tx2"/>
          </a:solidFill>
          <a:ln w="12700">
            <a:solidFill>
              <a:srgbClr val="FFFFFF">
                <a:alpha val="0"/>
              </a:srgbClr>
            </a:solidFill>
            <a:prstDash val="solid"/>
          </a:ln>
        </p:spPr>
      </p:sp>
      <p:sp>
        <p:nvSpPr>
          <p:cNvPr id="33" name="Text 30"/>
          <p:cNvSpPr txBox="1"/>
          <p:nvPr/>
        </p:nvSpPr>
        <p:spPr>
          <a:xfrm>
            <a:off x="822960" y="5669280"/>
            <a:ext cx="10607040" cy="621792"/>
          </a:xfrm>
          <a:prstGeom prst="rect">
            <a:avLst/>
          </a:prstGeom>
          <a:noFill/>
          <a:ln/>
        </p:spPr>
        <p:txBody>
          <a:bodyPr wrap="square" lIns="0" tIns="0" rIns="0" bIns="0" rtlCol="0" anchor="ctr"/>
          <a:lstStyle/>
          <a:p>
            <a:pPr algn="l" indent="0" marL="0">
              <a:buNone/>
            </a:pPr>
            <a:r>
              <a:rPr lang="en-US" sz="1700" dirty="0">
                <a:solidFill>
                  <a:schemeClr val="bg1"/>
                </a:solidFill>
              </a:rPr>
              <a:t>Règle : </a:t>
            </a:r>
            <a:r>
              <a:rPr lang="en-US" sz="1700" i="1" dirty="0">
                <a:solidFill>
                  <a:schemeClr val="bg1"/>
                </a:solidFill>
              </a:rPr>
              <a:t>z</a:t>
            </a:r>
            <a:r>
              <a:rPr lang="en-US" sz="1700" dirty="0">
                <a:solidFill>
                  <a:schemeClr val="bg1"/>
                </a:solidFill>
              </a:rPr>
              <a:t> et </a:t>
            </a:r>
            <a:r>
              <a:rPr lang="en-US" sz="1700" i="1" dirty="0">
                <a:solidFill>
                  <a:schemeClr val="bg1"/>
                </a:solidFill>
              </a:rPr>
              <a:t>v</a:t>
            </a:r>
            <a:r>
              <a:rPr lang="en-US" sz="1700" dirty="0">
                <a:solidFill>
                  <a:schemeClr val="bg1"/>
                </a:solidFill>
              </a:rPr>
              <a:t> ne sont pas dans </a:t>
            </a:r>
            <a:r>
              <a:rPr lang="en-US" sz="1700" i="1" dirty="0">
                <a:solidFill>
                  <a:schemeClr val="bg1"/>
                </a:solidFill>
              </a:rPr>
              <a:t>SoFT KetCHuP</a:t>
            </a:r>
            <a:r>
              <a:rPr lang="en-US" sz="1700" dirty="0">
                <a:solidFill>
                  <a:schemeClr val="bg1"/>
                </a:solidFill>
              </a:rPr>
              <a:t> → </a:t>
            </a:r>
            <a:r>
              <a:rPr lang="en-US" sz="1700" b="1" dirty="0">
                <a:solidFill>
                  <a:schemeClr val="bg1"/>
                </a:solidFill>
              </a:rPr>
              <a:t>d</a:t>
            </a:r>
            <a:r>
              <a:rPr lang="en-US" sz="1700" dirty="0">
                <a:solidFill>
                  <a:schemeClr val="bg1"/>
                </a:solidFill>
              </a:rPr>
              <a:t>, même si le radical s’écrit avec </a:t>
            </a:r>
            <a:r>
              <a:rPr lang="en-US" sz="1700" i="1" dirty="0">
                <a:solidFill>
                  <a:schemeClr val="bg1"/>
                </a:solidFill>
              </a:rPr>
              <a:t>s</a:t>
            </a:r>
            <a:r>
              <a:rPr lang="en-US" sz="1700" dirty="0">
                <a:solidFill>
                  <a:schemeClr val="bg1"/>
                </a:solidFill>
              </a:rPr>
              <a:t> ou </a:t>
            </a:r>
            <a:r>
              <a:rPr lang="en-US" sz="1700" i="1" dirty="0">
                <a:solidFill>
                  <a:schemeClr val="bg1"/>
                </a:solidFill>
              </a:rPr>
              <a:t>f</a:t>
            </a:r>
            <a:r>
              <a:rPr lang="en-US" sz="1700" dirty="0">
                <a:solidFill>
                  <a:schemeClr val="bg1"/>
                </a:solidFill>
              </a:rPr>
              <a:t> (M4).</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Verbes à particule et verbes inséparables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5413248" cy="3931920"/>
          </a:xfrm>
          <a:prstGeom prst="roundRect">
            <a:avLst>
              <a:gd name="adj" fmla="val 1860"/>
            </a:avLst>
          </a:prstGeom>
          <a:solidFill>
            <a:schemeClr val="bg1"/>
          </a:solidFill>
          <a:ln w="31750">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5413248" cy="548640"/>
          </a:xfrm>
          <a:prstGeom prst="roundRect">
            <a:avLst>
              <a:gd name="adj" fmla="val 13333"/>
            </a:avLst>
          </a:prstGeom>
          <a:solidFill>
            <a:schemeClr val="accent1"/>
          </a:solidFill>
          <a:ln w="12700">
            <a:solidFill>
              <a:srgbClr val="FFFFFF">
                <a:alpha val="0"/>
              </a:srgbClr>
            </a:solidFill>
            <a:prstDash val="solid"/>
          </a:ln>
        </p:spPr>
      </p:sp>
      <p:pic>
        <p:nvPicPr>
          <p:cNvPr id="7" name="Image 0" descr="Cut">    </p:cNvPr>
          <p:cNvPicPr>
            <a:picLocks noChangeAspect="1"/>
          </p:cNvPicPr>
          <p:nvPr/>
        </p:nvPicPr>
        <p:blipFill>
          <a:blip r:embed="rId1"/>
          <a:stretch>
            <a:fillRect/>
          </a:stretch>
        </p:blipFill>
        <p:spPr>
          <a:xfrm>
            <a:off x="731520" y="1664208"/>
            <a:ext cx="329184" cy="329184"/>
          </a:xfrm>
          <a:prstGeom prst="rect">
            <a:avLst/>
          </a:prstGeom>
        </p:spPr>
      </p:pic>
      <p:sp>
        <p:nvSpPr>
          <p:cNvPr id="8" name="Text 4"/>
          <p:cNvSpPr txBox="1"/>
          <p:nvPr/>
        </p:nvSpPr>
        <p:spPr>
          <a:xfrm>
            <a:off x="1188720" y="1554480"/>
            <a:ext cx="4572000" cy="548640"/>
          </a:xfrm>
          <a:prstGeom prst="rect">
            <a:avLst/>
          </a:prstGeom>
          <a:noFill/>
          <a:ln/>
        </p:spPr>
        <p:txBody>
          <a:bodyPr wrap="square" lIns="0" tIns="0" rIns="0" bIns="0" rtlCol="0" anchor="ctr"/>
          <a:lstStyle/>
          <a:p>
            <a:pPr algn="l" indent="0" marL="0">
              <a:buNone/>
            </a:pPr>
            <a:r>
              <a:rPr lang="en-US" sz="1800" b="1" spc="200" kern="0" dirty="0">
                <a:solidFill>
                  <a:schemeClr val="bg1"/>
                </a:solidFill>
              </a:rPr>
              <a:t>SÉPARABLE</a:t>
            </a:r>
            <a:endParaRPr lang="en-US" sz="1800" dirty="0"/>
          </a:p>
        </p:txBody>
      </p:sp>
      <p:sp>
        <p:nvSpPr>
          <p:cNvPr id="9" name="Shape 5"/>
          <p:cNvSpPr/>
          <p:nvPr/>
        </p:nvSpPr>
        <p:spPr>
          <a:xfrm>
            <a:off x="1408176" y="2331720"/>
            <a:ext cx="914400" cy="731520"/>
          </a:xfrm>
          <a:prstGeom prst="roundRect">
            <a:avLst>
              <a:gd name="adj" fmla="val 7500"/>
            </a:avLst>
          </a:prstGeom>
          <a:solidFill>
            <a:schemeClr val="accent1"/>
          </a:solidFill>
          <a:ln w="12700">
            <a:solidFill>
              <a:srgbClr val="FFFFFF">
                <a:alpha val="0"/>
              </a:srgbClr>
            </a:solidFill>
            <a:prstDash val="solid"/>
          </a:ln>
        </p:spPr>
      </p:sp>
      <p:sp>
        <p:nvSpPr>
          <p:cNvPr id="10" name="Text 6"/>
          <p:cNvSpPr txBox="1"/>
          <p:nvPr/>
        </p:nvSpPr>
        <p:spPr>
          <a:xfrm>
            <a:off x="1408176" y="2331720"/>
            <a:ext cx="91440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bij</a:t>
            </a:r>
            <a:endParaRPr lang="en-US" sz="2400" dirty="0"/>
          </a:p>
        </p:txBody>
      </p:sp>
      <p:sp>
        <p:nvSpPr>
          <p:cNvPr id="11" name="Shape 7"/>
          <p:cNvSpPr/>
          <p:nvPr/>
        </p:nvSpPr>
        <p:spPr>
          <a:xfrm>
            <a:off x="2395728" y="2331720"/>
            <a:ext cx="822960" cy="731520"/>
          </a:xfrm>
          <a:prstGeom prst="roundRect">
            <a:avLst>
              <a:gd name="adj" fmla="val 7500"/>
            </a:avLst>
          </a:prstGeom>
          <a:solidFill>
            <a:schemeClr val="accent4"/>
          </a:solidFill>
          <a:ln w="12700">
            <a:solidFill>
              <a:srgbClr val="FFFFFF">
                <a:alpha val="0"/>
              </a:srgbClr>
            </a:solidFill>
            <a:prstDash val="solid"/>
          </a:ln>
        </p:spPr>
      </p:sp>
      <p:sp>
        <p:nvSpPr>
          <p:cNvPr id="12" name="Text 8"/>
          <p:cNvSpPr txBox="1"/>
          <p:nvPr/>
        </p:nvSpPr>
        <p:spPr>
          <a:xfrm>
            <a:off x="2395728" y="2331720"/>
            <a:ext cx="82296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ge</a:t>
            </a:r>
            <a:endParaRPr lang="en-US" sz="2400" dirty="0"/>
          </a:p>
        </p:txBody>
      </p:sp>
      <p:sp>
        <p:nvSpPr>
          <p:cNvPr id="13" name="Shape 9"/>
          <p:cNvSpPr/>
          <p:nvPr/>
        </p:nvSpPr>
        <p:spPr>
          <a:xfrm>
            <a:off x="3291840" y="2331720"/>
            <a:ext cx="1188720" cy="731520"/>
          </a:xfrm>
          <a:prstGeom prst="roundRect">
            <a:avLst>
              <a:gd name="adj" fmla="val 7500"/>
            </a:avLst>
          </a:prstGeom>
          <a:solidFill>
            <a:schemeClr val="tx2"/>
          </a:solidFill>
          <a:ln w="12700">
            <a:solidFill>
              <a:srgbClr val="FFFFFF">
                <a:alpha val="0"/>
              </a:srgbClr>
            </a:solidFill>
            <a:prstDash val="solid"/>
          </a:ln>
        </p:spPr>
      </p:sp>
      <p:sp>
        <p:nvSpPr>
          <p:cNvPr id="14" name="Text 10"/>
          <p:cNvSpPr txBox="1"/>
          <p:nvPr/>
        </p:nvSpPr>
        <p:spPr>
          <a:xfrm>
            <a:off x="3291840" y="2331720"/>
            <a:ext cx="11887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leer</a:t>
            </a:r>
            <a:endParaRPr lang="en-US" sz="2400" dirty="0"/>
          </a:p>
        </p:txBody>
      </p:sp>
      <p:sp>
        <p:nvSpPr>
          <p:cNvPr id="15" name="Shape 11"/>
          <p:cNvSpPr/>
          <p:nvPr/>
        </p:nvSpPr>
        <p:spPr>
          <a:xfrm>
            <a:off x="4553712" y="2331720"/>
            <a:ext cx="548640" cy="731520"/>
          </a:xfrm>
          <a:prstGeom prst="roundRect">
            <a:avLst>
              <a:gd name="adj" fmla="val 10000"/>
            </a:avLst>
          </a:prstGeom>
          <a:solidFill>
            <a:schemeClr val="accent2"/>
          </a:solidFill>
          <a:ln w="12700">
            <a:solidFill>
              <a:srgbClr val="FFFFFF">
                <a:alpha val="0"/>
              </a:srgbClr>
            </a:solidFill>
            <a:prstDash val="solid"/>
          </a:ln>
        </p:spPr>
      </p:sp>
      <p:sp>
        <p:nvSpPr>
          <p:cNvPr id="16" name="Text 12"/>
          <p:cNvSpPr txBox="1"/>
          <p:nvPr/>
        </p:nvSpPr>
        <p:spPr>
          <a:xfrm>
            <a:off x="4553712" y="2331720"/>
            <a:ext cx="54864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d</a:t>
            </a:r>
            <a:endParaRPr lang="en-US" sz="2400" dirty="0"/>
          </a:p>
        </p:txBody>
      </p:sp>
      <p:sp>
        <p:nvSpPr>
          <p:cNvPr id="17" name="Text 13"/>
          <p:cNvSpPr txBox="1"/>
          <p:nvPr/>
        </p:nvSpPr>
        <p:spPr>
          <a:xfrm>
            <a:off x="868680" y="3246120"/>
            <a:ext cx="4846320" cy="2148840"/>
          </a:xfrm>
          <a:prstGeom prst="rect">
            <a:avLst/>
          </a:prstGeom>
          <a:noFill/>
          <a:ln/>
        </p:spPr>
        <p:txBody>
          <a:bodyPr wrap="square" lIns="0" tIns="0" rIns="0" bIns="0" rtlCol="0" anchor="ctr"/>
          <a:lstStyle/>
          <a:p>
            <a:pPr algn="l" indent="0" marL="0">
              <a:spcAft>
                <a:spcPts val="600"/>
              </a:spcAft>
              <a:buNone/>
            </a:pPr>
            <a:r>
              <a:rPr lang="en-US" sz="1900" i="1" dirty="0">
                <a:solidFill>
                  <a:schemeClr val="tx1"/>
                </a:solidFill>
              </a:rPr>
              <a:t>opstaan → </a:t>
            </a:r>
            <a:r>
              <a:rPr lang="en-US" sz="1900" b="1" i="1" dirty="0">
                <a:solidFill>
                  <a:schemeClr val="accent1"/>
                </a:solidFill>
              </a:rPr>
              <a:t>op</a:t>
            </a:r>
            <a:r>
              <a:rPr lang="en-US" sz="1900" b="1" i="1" dirty="0">
                <a:solidFill>
                  <a:schemeClr val="accent4"/>
                </a:solidFill>
              </a:rPr>
              <a:t>ge</a:t>
            </a:r>
            <a:r>
              <a:rPr lang="en-US" sz="1900" i="1" dirty="0">
                <a:solidFill>
                  <a:schemeClr val="tx1"/>
                </a:solidFill>
              </a:rPr>
              <a:t>staan</a:t>
            </a:r>
            <a:endParaRPr lang="en-US" sz="1900" dirty="0"/>
          </a:p>
          <a:p>
            <a:pPr algn="l" indent="0" marL="0">
              <a:spcAft>
                <a:spcPts val="600"/>
              </a:spcAft>
              <a:buNone/>
            </a:pPr>
            <a:r>
              <a:rPr lang="en-US" sz="1900" i="1" dirty="0">
                <a:solidFill>
                  <a:schemeClr val="tx1"/>
                </a:solidFill>
              </a:rPr>
              <a:t>meenemen → </a:t>
            </a:r>
            <a:r>
              <a:rPr lang="en-US" sz="1900" b="1" i="1" dirty="0">
                <a:solidFill>
                  <a:schemeClr val="accent1"/>
                </a:solidFill>
              </a:rPr>
              <a:t>mee</a:t>
            </a:r>
            <a:r>
              <a:rPr lang="en-US" sz="1900" b="1" i="1" dirty="0">
                <a:solidFill>
                  <a:schemeClr val="accent4"/>
                </a:solidFill>
              </a:rPr>
              <a:t>ge</a:t>
            </a:r>
            <a:r>
              <a:rPr lang="en-US" sz="1900" i="1" dirty="0">
                <a:solidFill>
                  <a:schemeClr val="tx1"/>
                </a:solidFill>
              </a:rPr>
              <a:t>nomen</a:t>
            </a:r>
            <a:endParaRPr lang="en-US" sz="1900" dirty="0"/>
          </a:p>
          <a:p>
            <a:pPr algn="l" indent="0" marL="0">
              <a:spcAft>
                <a:spcPts val="600"/>
              </a:spcAft>
              <a:buNone/>
            </a:pPr>
            <a:r>
              <a:rPr lang="en-US" sz="1900" i="1" dirty="0">
                <a:solidFill>
                  <a:schemeClr val="tx1"/>
                </a:solidFill>
              </a:rPr>
              <a:t>inloggen → </a:t>
            </a:r>
            <a:r>
              <a:rPr lang="en-US" sz="1900" b="1" i="1" dirty="0">
                <a:solidFill>
                  <a:schemeClr val="accent1"/>
                </a:solidFill>
              </a:rPr>
              <a:t>in</a:t>
            </a:r>
            <a:r>
              <a:rPr lang="en-US" sz="1900" b="1" i="1" dirty="0">
                <a:solidFill>
                  <a:schemeClr val="accent4"/>
                </a:solidFill>
              </a:rPr>
              <a:t>ge</a:t>
            </a:r>
            <a:r>
              <a:rPr lang="en-US" sz="1900" i="1" dirty="0">
                <a:solidFill>
                  <a:schemeClr val="tx1"/>
                </a:solidFill>
              </a:rPr>
              <a:t>log</a:t>
            </a:r>
            <a:r>
              <a:rPr lang="en-US" sz="1900" b="1" i="1" dirty="0">
                <a:solidFill>
                  <a:schemeClr val="accent2"/>
                </a:solidFill>
              </a:rPr>
              <a:t>d</a:t>
            </a:r>
            <a:endParaRPr lang="en-US" sz="1900" dirty="0"/>
          </a:p>
          <a:p>
            <a:pPr algn="l" indent="0" marL="0">
              <a:spcAft>
                <a:spcPts val="600"/>
              </a:spcAft>
              <a:buNone/>
            </a:pPr>
            <a:r>
              <a:rPr lang="en-US" sz="1900" i="1" dirty="0">
                <a:solidFill>
                  <a:schemeClr val="tx1"/>
                </a:solidFill>
              </a:rPr>
              <a:t>bijleren → </a:t>
            </a:r>
            <a:r>
              <a:rPr lang="en-US" sz="1900" b="1" i="1" dirty="0">
                <a:solidFill>
                  <a:schemeClr val="accent1"/>
                </a:solidFill>
              </a:rPr>
              <a:t>bij</a:t>
            </a:r>
            <a:r>
              <a:rPr lang="en-US" sz="1900" b="1" i="1" dirty="0">
                <a:solidFill>
                  <a:schemeClr val="accent4"/>
                </a:solidFill>
              </a:rPr>
              <a:t>ge</a:t>
            </a:r>
            <a:r>
              <a:rPr lang="en-US" sz="1900" i="1" dirty="0">
                <a:solidFill>
                  <a:schemeClr val="tx1"/>
                </a:solidFill>
              </a:rPr>
              <a:t>leer</a:t>
            </a:r>
            <a:r>
              <a:rPr lang="en-US" sz="1900" b="1" i="1" dirty="0">
                <a:solidFill>
                  <a:schemeClr val="accent2"/>
                </a:solidFill>
              </a:rPr>
              <a:t>d</a:t>
            </a:r>
            <a:endParaRPr lang="en-US" sz="1900" dirty="0"/>
          </a:p>
        </p:txBody>
      </p:sp>
      <p:sp>
        <p:nvSpPr>
          <p:cNvPr id="18" name="Shape 14"/>
          <p:cNvSpPr/>
          <p:nvPr/>
        </p:nvSpPr>
        <p:spPr>
          <a:xfrm>
            <a:off x="6227064" y="1554480"/>
            <a:ext cx="5413248" cy="3931920"/>
          </a:xfrm>
          <a:prstGeom prst="roundRect">
            <a:avLst>
              <a:gd name="adj" fmla="val 1860"/>
            </a:avLst>
          </a:prstGeom>
          <a:solidFill>
            <a:schemeClr val="bg1"/>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19" name="Shape 15"/>
          <p:cNvSpPr/>
          <p:nvPr/>
        </p:nvSpPr>
        <p:spPr>
          <a:xfrm>
            <a:off x="6227064" y="1554480"/>
            <a:ext cx="5413248" cy="548640"/>
          </a:xfrm>
          <a:prstGeom prst="roundRect">
            <a:avLst>
              <a:gd name="adj" fmla="val 13333"/>
            </a:avLst>
          </a:prstGeom>
          <a:solidFill>
            <a:schemeClr val="tx2"/>
          </a:solidFill>
          <a:ln w="12700">
            <a:solidFill>
              <a:srgbClr val="FFFFFF">
                <a:alpha val="0"/>
              </a:srgbClr>
            </a:solidFill>
            <a:prstDash val="solid"/>
          </a:ln>
        </p:spPr>
      </p:sp>
      <p:pic>
        <p:nvPicPr>
          <p:cNvPr id="20" name="Image 1" descr="Lock">    </p:cNvPr>
          <p:cNvPicPr>
            <a:picLocks noChangeAspect="1"/>
          </p:cNvPicPr>
          <p:nvPr/>
        </p:nvPicPr>
        <p:blipFill>
          <a:blip r:embed="rId2"/>
          <a:stretch>
            <a:fillRect/>
          </a:stretch>
        </p:blipFill>
        <p:spPr>
          <a:xfrm>
            <a:off x="6409944" y="1664208"/>
            <a:ext cx="329184" cy="329184"/>
          </a:xfrm>
          <a:prstGeom prst="rect">
            <a:avLst/>
          </a:prstGeom>
        </p:spPr>
      </p:pic>
      <p:sp>
        <p:nvSpPr>
          <p:cNvPr id="21" name="Text 16"/>
          <p:cNvSpPr txBox="1"/>
          <p:nvPr/>
        </p:nvSpPr>
        <p:spPr>
          <a:xfrm>
            <a:off x="6867144" y="1554480"/>
            <a:ext cx="4572000" cy="548640"/>
          </a:xfrm>
          <a:prstGeom prst="rect">
            <a:avLst/>
          </a:prstGeom>
          <a:noFill/>
          <a:ln/>
        </p:spPr>
        <p:txBody>
          <a:bodyPr wrap="square" lIns="0" tIns="0" rIns="0" bIns="0" rtlCol="0" anchor="ctr"/>
          <a:lstStyle/>
          <a:p>
            <a:pPr algn="l" indent="0" marL="0">
              <a:buNone/>
            </a:pPr>
            <a:r>
              <a:rPr lang="en-US" sz="1800" b="1" spc="200" kern="0" dirty="0">
                <a:solidFill>
                  <a:schemeClr val="bg1"/>
                </a:solidFill>
              </a:rPr>
              <a:t>INSÉPARABLE</a:t>
            </a:r>
            <a:endParaRPr lang="en-US" sz="1800" dirty="0"/>
          </a:p>
        </p:txBody>
      </p:sp>
      <p:sp>
        <p:nvSpPr>
          <p:cNvPr id="22" name="Shape 17"/>
          <p:cNvSpPr/>
          <p:nvPr/>
        </p:nvSpPr>
        <p:spPr>
          <a:xfrm>
            <a:off x="7132320" y="2331720"/>
            <a:ext cx="822960" cy="731520"/>
          </a:xfrm>
          <a:prstGeom prst="roundRect">
            <a:avLst>
              <a:gd name="adj" fmla="val 7500"/>
            </a:avLst>
          </a:prstGeom>
          <a:solidFill>
            <a:schemeClr val="accent4">
              <a:alpha val="25000"/>
            </a:schemeClr>
          </a:solidFill>
          <a:ln w="12700">
            <a:solidFill>
              <a:srgbClr val="FFFFFF">
                <a:alpha val="0"/>
              </a:srgbClr>
            </a:solidFill>
            <a:prstDash val="solid"/>
          </a:ln>
        </p:spPr>
      </p:sp>
      <p:sp>
        <p:nvSpPr>
          <p:cNvPr id="23" name="Text 18"/>
          <p:cNvSpPr txBox="1"/>
          <p:nvPr/>
        </p:nvSpPr>
        <p:spPr>
          <a:xfrm>
            <a:off x="7132320" y="2331720"/>
            <a:ext cx="82296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ge</a:t>
            </a:r>
            <a:endParaRPr lang="en-US" sz="2400" dirty="0"/>
          </a:p>
        </p:txBody>
      </p:sp>
      <p:sp>
        <p:nvSpPr>
          <p:cNvPr id="24" name="Shape 19"/>
          <p:cNvSpPr/>
          <p:nvPr/>
        </p:nvSpPr>
        <p:spPr>
          <a:xfrm flipV="1">
            <a:off x="7223760" y="2423160"/>
            <a:ext cx="640080" cy="548640"/>
          </a:xfrm>
          <a:prstGeom prst="line">
            <a:avLst/>
          </a:prstGeom>
          <a:noFill/>
          <a:ln w="38100">
            <a:solidFill>
              <a:srgbClr val="B83227"/>
            </a:solidFill>
            <a:prstDash val="solid"/>
          </a:ln>
        </p:spPr>
      </p:sp>
      <p:sp>
        <p:nvSpPr>
          <p:cNvPr id="25" name="Shape 20"/>
          <p:cNvSpPr/>
          <p:nvPr/>
        </p:nvSpPr>
        <p:spPr>
          <a:xfrm>
            <a:off x="8028432" y="2331720"/>
            <a:ext cx="822960" cy="731520"/>
          </a:xfrm>
          <a:prstGeom prst="roundRect">
            <a:avLst>
              <a:gd name="adj" fmla="val 7500"/>
            </a:avLst>
          </a:prstGeom>
          <a:solidFill>
            <a:schemeClr val="tx2"/>
          </a:solidFill>
          <a:ln w="12700">
            <a:solidFill>
              <a:srgbClr val="FFFFFF">
                <a:alpha val="0"/>
              </a:srgbClr>
            </a:solidFill>
            <a:prstDash val="solid"/>
          </a:ln>
        </p:spPr>
      </p:sp>
      <p:sp>
        <p:nvSpPr>
          <p:cNvPr id="26" name="Text 21"/>
          <p:cNvSpPr txBox="1"/>
          <p:nvPr/>
        </p:nvSpPr>
        <p:spPr>
          <a:xfrm>
            <a:off x="8028432" y="2331720"/>
            <a:ext cx="82296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be</a:t>
            </a:r>
            <a:endParaRPr lang="en-US" sz="2400" dirty="0"/>
          </a:p>
        </p:txBody>
      </p:sp>
      <p:sp>
        <p:nvSpPr>
          <p:cNvPr id="27" name="Shape 22"/>
          <p:cNvSpPr/>
          <p:nvPr/>
        </p:nvSpPr>
        <p:spPr>
          <a:xfrm>
            <a:off x="8924544" y="2331720"/>
            <a:ext cx="1188720" cy="731520"/>
          </a:xfrm>
          <a:prstGeom prst="roundRect">
            <a:avLst>
              <a:gd name="adj" fmla="val 7500"/>
            </a:avLst>
          </a:prstGeom>
          <a:solidFill>
            <a:schemeClr val="tx2"/>
          </a:solidFill>
          <a:ln w="12700">
            <a:solidFill>
              <a:srgbClr val="FFFFFF">
                <a:alpha val="0"/>
              </a:srgbClr>
            </a:solidFill>
            <a:prstDash val="solid"/>
          </a:ln>
        </p:spPr>
      </p:sp>
      <p:sp>
        <p:nvSpPr>
          <p:cNvPr id="28" name="Text 23"/>
          <p:cNvSpPr txBox="1"/>
          <p:nvPr/>
        </p:nvSpPr>
        <p:spPr>
          <a:xfrm>
            <a:off x="8924544" y="2331720"/>
            <a:ext cx="11887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taal</a:t>
            </a:r>
            <a:endParaRPr lang="en-US" sz="2400" dirty="0"/>
          </a:p>
        </p:txBody>
      </p:sp>
      <p:sp>
        <p:nvSpPr>
          <p:cNvPr id="29" name="Shape 24"/>
          <p:cNvSpPr/>
          <p:nvPr/>
        </p:nvSpPr>
        <p:spPr>
          <a:xfrm>
            <a:off x="10186416" y="2331720"/>
            <a:ext cx="548640" cy="731520"/>
          </a:xfrm>
          <a:prstGeom prst="roundRect">
            <a:avLst>
              <a:gd name="adj" fmla="val 10000"/>
            </a:avLst>
          </a:prstGeom>
          <a:solidFill>
            <a:schemeClr val="accent2"/>
          </a:solidFill>
          <a:ln w="12700">
            <a:solidFill>
              <a:srgbClr val="FFFFFF">
                <a:alpha val="0"/>
              </a:srgbClr>
            </a:solidFill>
            <a:prstDash val="solid"/>
          </a:ln>
        </p:spPr>
      </p:sp>
      <p:sp>
        <p:nvSpPr>
          <p:cNvPr id="30" name="Text 25"/>
          <p:cNvSpPr txBox="1"/>
          <p:nvPr/>
        </p:nvSpPr>
        <p:spPr>
          <a:xfrm>
            <a:off x="10186416" y="2331720"/>
            <a:ext cx="54864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d</a:t>
            </a:r>
            <a:endParaRPr lang="en-US" sz="2400" dirty="0"/>
          </a:p>
        </p:txBody>
      </p:sp>
      <p:sp>
        <p:nvSpPr>
          <p:cNvPr id="31" name="Text 26"/>
          <p:cNvSpPr txBox="1"/>
          <p:nvPr/>
        </p:nvSpPr>
        <p:spPr>
          <a:xfrm>
            <a:off x="6547104" y="3246120"/>
            <a:ext cx="4846320" cy="2148840"/>
          </a:xfrm>
          <a:prstGeom prst="rect">
            <a:avLst/>
          </a:prstGeom>
          <a:noFill/>
          <a:ln/>
        </p:spPr>
        <p:txBody>
          <a:bodyPr wrap="square" lIns="0" tIns="0" rIns="0" bIns="0" rtlCol="0" anchor="ctr"/>
          <a:lstStyle/>
          <a:p>
            <a:pPr algn="l" indent="0" marL="0">
              <a:spcAft>
                <a:spcPts val="600"/>
              </a:spcAft>
              <a:buNone/>
            </a:pPr>
            <a:r>
              <a:rPr lang="en-US" sz="1900" i="1" dirty="0">
                <a:solidFill>
                  <a:schemeClr val="tx1"/>
                </a:solidFill>
              </a:rPr>
              <a:t>betalen → </a:t>
            </a:r>
            <a:r>
              <a:rPr lang="en-US" sz="1900" b="1" i="1" dirty="0">
                <a:solidFill>
                  <a:schemeClr val="tx2"/>
                </a:solidFill>
              </a:rPr>
              <a:t>be</a:t>
            </a:r>
            <a:r>
              <a:rPr lang="en-US" sz="1900" i="1" dirty="0">
                <a:solidFill>
                  <a:schemeClr val="tx1"/>
                </a:solidFill>
              </a:rPr>
              <a:t>taal</a:t>
            </a:r>
            <a:r>
              <a:rPr lang="en-US" sz="1900" b="1" i="1" dirty="0">
                <a:solidFill>
                  <a:schemeClr val="accent2"/>
                </a:solidFill>
              </a:rPr>
              <a:t>d</a:t>
            </a:r>
            <a:r>
              <a:rPr lang="en-US" sz="1900" dirty="0">
                <a:solidFill>
                  <a:schemeClr val="tx1"/>
                </a:solidFill>
              </a:rPr>
              <a:t>  (</a:t>
            </a:r>
            <a:r>
              <a:rPr lang="en-US" sz="1900" strike="sngStrike" dirty="0">
                <a:solidFill>
                  <a:schemeClr val="accent6"/>
                </a:solidFill>
              </a:rPr>
              <a:t>gebetaald</a:t>
            </a:r>
            <a:r>
              <a:rPr lang="en-US" sz="1900" dirty="0">
                <a:solidFill>
                  <a:schemeClr val="tx1"/>
                </a:solidFill>
              </a:rPr>
              <a:t>)</a:t>
            </a:r>
            <a:endParaRPr lang="en-US" sz="1900" dirty="0"/>
          </a:p>
          <a:p>
            <a:pPr algn="l" indent="0" marL="0">
              <a:spcAft>
                <a:spcPts val="600"/>
              </a:spcAft>
              <a:buNone/>
            </a:pPr>
            <a:r>
              <a:rPr lang="en-US" sz="1900" i="1" dirty="0">
                <a:solidFill>
                  <a:schemeClr val="tx1"/>
                </a:solidFill>
              </a:rPr>
              <a:t>vertellen → </a:t>
            </a:r>
            <a:r>
              <a:rPr lang="en-US" sz="1900" b="1" i="1" dirty="0">
                <a:solidFill>
                  <a:schemeClr val="tx2"/>
                </a:solidFill>
              </a:rPr>
              <a:t>ver</a:t>
            </a:r>
            <a:r>
              <a:rPr lang="en-US" sz="1900" i="1" dirty="0">
                <a:solidFill>
                  <a:schemeClr val="tx1"/>
                </a:solidFill>
              </a:rPr>
              <a:t>tel</a:t>
            </a:r>
            <a:r>
              <a:rPr lang="en-US" sz="1900" b="1" i="1" dirty="0">
                <a:solidFill>
                  <a:schemeClr val="accent2"/>
                </a:solidFill>
              </a:rPr>
              <a:t>d</a:t>
            </a:r>
            <a:endParaRPr lang="en-US" sz="1900" dirty="0"/>
          </a:p>
          <a:p>
            <a:pPr algn="l" indent="0" marL="0">
              <a:spcAft>
                <a:spcPts val="600"/>
              </a:spcAft>
              <a:buNone/>
            </a:pPr>
            <a:r>
              <a:rPr lang="en-US" sz="1900" i="1" dirty="0">
                <a:solidFill>
                  <a:schemeClr val="tx1"/>
                </a:solidFill>
              </a:rPr>
              <a:t>ontmoeten → </a:t>
            </a:r>
            <a:r>
              <a:rPr lang="en-US" sz="1900" b="1" i="1" dirty="0">
                <a:solidFill>
                  <a:schemeClr val="tx2"/>
                </a:solidFill>
              </a:rPr>
              <a:t>ont</a:t>
            </a:r>
            <a:r>
              <a:rPr lang="en-US" sz="1900" i="1" dirty="0">
                <a:solidFill>
                  <a:schemeClr val="tx1"/>
                </a:solidFill>
              </a:rPr>
              <a:t>moet</a:t>
            </a:r>
            <a:endParaRPr lang="en-US" sz="1900" dirty="0"/>
          </a:p>
          <a:p>
            <a:pPr algn="l" indent="0" marL="0">
              <a:spcAft>
                <a:spcPts val="600"/>
              </a:spcAft>
              <a:buNone/>
            </a:pPr>
            <a:r>
              <a:rPr lang="en-US" sz="1900" i="1" dirty="0">
                <a:solidFill>
                  <a:schemeClr val="tx1"/>
                </a:solidFill>
              </a:rPr>
              <a:t>herhalen → </a:t>
            </a:r>
            <a:r>
              <a:rPr lang="en-US" sz="1900" b="1" i="1" dirty="0">
                <a:solidFill>
                  <a:schemeClr val="tx2"/>
                </a:solidFill>
              </a:rPr>
              <a:t>her</a:t>
            </a:r>
            <a:r>
              <a:rPr lang="en-US" sz="1900" i="1" dirty="0">
                <a:solidFill>
                  <a:schemeClr val="tx1"/>
                </a:solidFill>
              </a:rPr>
              <a:t>haal</a:t>
            </a:r>
            <a:r>
              <a:rPr lang="en-US" sz="1900" b="1" i="1" dirty="0">
                <a:solidFill>
                  <a:schemeClr val="accent2"/>
                </a:solidFill>
              </a:rPr>
              <a:t>d</a:t>
            </a:r>
            <a:endParaRPr lang="en-US" sz="1900" dirty="0"/>
          </a:p>
        </p:txBody>
      </p:sp>
      <p:sp>
        <p:nvSpPr>
          <p:cNvPr id="32" name="Shape 27"/>
          <p:cNvSpPr/>
          <p:nvPr/>
        </p:nvSpPr>
        <p:spPr>
          <a:xfrm>
            <a:off x="548640" y="5623560"/>
            <a:ext cx="11091672" cy="658368"/>
          </a:xfrm>
          <a:prstGeom prst="roundRect">
            <a:avLst>
              <a:gd name="adj" fmla="val 11111"/>
            </a:avLst>
          </a:prstGeom>
          <a:solidFill>
            <a:schemeClr val="tx2"/>
          </a:solidFill>
          <a:ln w="12700">
            <a:solidFill>
              <a:srgbClr val="FFFFFF">
                <a:alpha val="0"/>
              </a:srgbClr>
            </a:solidFill>
            <a:prstDash val="solid"/>
          </a:ln>
        </p:spPr>
      </p:sp>
      <p:sp>
        <p:nvSpPr>
          <p:cNvPr id="33" name="Text 28"/>
          <p:cNvSpPr txBox="1"/>
          <p:nvPr/>
        </p:nvSpPr>
        <p:spPr>
          <a:xfrm>
            <a:off x="822960" y="5623560"/>
            <a:ext cx="10607040" cy="658368"/>
          </a:xfrm>
          <a:prstGeom prst="rect">
            <a:avLst/>
          </a:prstGeom>
          <a:noFill/>
          <a:ln/>
        </p:spPr>
        <p:txBody>
          <a:bodyPr wrap="square" lIns="0" tIns="0" rIns="0" bIns="0" rtlCol="0" anchor="ctr"/>
          <a:lstStyle/>
          <a:p>
            <a:pPr algn="l" indent="0" marL="0">
              <a:buNone/>
            </a:pPr>
            <a:r>
              <a:rPr lang="en-US" sz="1700" dirty="0">
                <a:solidFill>
                  <a:schemeClr val="bg1"/>
                </a:solidFill>
              </a:rPr>
              <a:t>Un participe commence par </a:t>
            </a:r>
            <a:r>
              <a:rPr lang="en-US" sz="1700" i="1" dirty="0">
                <a:solidFill>
                  <a:schemeClr val="bg1"/>
                </a:solidFill>
              </a:rPr>
              <a:t>ge-</a:t>
            </a:r>
            <a:r>
              <a:rPr lang="en-US" sz="1700" dirty="0">
                <a:solidFill>
                  <a:schemeClr val="bg1"/>
                </a:solidFill>
              </a:rPr>
              <a:t>, par une </a:t>
            </a:r>
            <a:r>
              <a:rPr lang="en-US" sz="1700" b="1" dirty="0">
                <a:solidFill>
                  <a:schemeClr val="bg1"/>
                </a:solidFill>
              </a:rPr>
              <a:t>particule + ge-</a:t>
            </a:r>
            <a:r>
              <a:rPr lang="en-US" sz="1700" dirty="0">
                <a:solidFill>
                  <a:schemeClr val="bg1"/>
                </a:solidFill>
              </a:rPr>
              <a:t>, ou par un </a:t>
            </a:r>
            <a:r>
              <a:rPr lang="en-US" sz="1700" b="1" dirty="0">
                <a:solidFill>
                  <a:schemeClr val="bg1"/>
                </a:solidFill>
              </a:rPr>
              <a:t>préfixe inséparable</a:t>
            </a:r>
            <a:r>
              <a:rPr lang="en-US" sz="1700" dirty="0">
                <a:solidFill>
                  <a:schemeClr val="bg1"/>
                </a:solidFill>
              </a:rPr>
              <a:t> (sans </a:t>
            </a:r>
            <a:r>
              <a:rPr lang="en-US" sz="1700" i="1" dirty="0">
                <a:solidFill>
                  <a:schemeClr val="bg1"/>
                </a:solidFill>
              </a:rPr>
              <a:t>ge-</a:t>
            </a:r>
            <a:r>
              <a:rPr lang="en-US" sz="1700" dirty="0">
                <a:solidFill>
                  <a:schemeClr val="bg1"/>
                </a:solidFill>
              </a:rPr>
              <a:t>). Mêmes tests qu’au M11.</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irréguliers fréquents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54480"/>
            <a:ext cx="3544824" cy="2240280"/>
          </a:xfrm>
          <a:prstGeom prst="roundRect">
            <a:avLst>
              <a:gd name="adj" fmla="val 3265"/>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54480"/>
            <a:ext cx="3544824" cy="457200"/>
          </a:xfrm>
          <a:prstGeom prst="roundRect">
            <a:avLst>
              <a:gd name="adj" fmla="val 16000"/>
            </a:avLst>
          </a:prstGeom>
          <a:solidFill>
            <a:schemeClr val="accent2"/>
          </a:solidFill>
          <a:ln w="12700">
            <a:solidFill>
              <a:srgbClr val="FFFFFF">
                <a:alpha val="0"/>
              </a:srgbClr>
            </a:solidFill>
            <a:prstDash val="solid"/>
          </a:ln>
        </p:spPr>
      </p:sp>
      <p:sp>
        <p:nvSpPr>
          <p:cNvPr id="7" name="Text 4"/>
          <p:cNvSpPr txBox="1"/>
          <p:nvPr/>
        </p:nvSpPr>
        <p:spPr>
          <a:xfrm>
            <a:off x="731520" y="1554480"/>
            <a:ext cx="3179064" cy="457200"/>
          </a:xfrm>
          <a:prstGeom prst="rect">
            <a:avLst/>
          </a:prstGeom>
          <a:noFill/>
          <a:ln/>
        </p:spPr>
        <p:txBody>
          <a:bodyPr wrap="square" lIns="0" tIns="0" rIns="0" bIns="0" rtlCol="0" anchor="ctr"/>
          <a:lstStyle/>
          <a:p>
            <a:pPr algn="l" indent="0" marL="0">
              <a:buNone/>
            </a:pPr>
            <a:r>
              <a:rPr lang="en-US" sz="1600" b="1" dirty="0">
                <a:solidFill>
                  <a:schemeClr val="bg1"/>
                </a:solidFill>
              </a:rPr>
              <a:t>famille « e »</a:t>
            </a:r>
            <a:endParaRPr lang="en-US" sz="1600" dirty="0"/>
          </a:p>
        </p:txBody>
      </p:sp>
      <p:sp>
        <p:nvSpPr>
          <p:cNvPr id="8" name="Text 5"/>
          <p:cNvSpPr txBox="1"/>
          <p:nvPr/>
        </p:nvSpPr>
        <p:spPr>
          <a:xfrm>
            <a:off x="777240" y="2162556"/>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eten</a:t>
            </a:r>
            <a:endParaRPr lang="en-US" sz="1600" dirty="0"/>
          </a:p>
        </p:txBody>
      </p:sp>
      <p:sp>
        <p:nvSpPr>
          <p:cNvPr id="9" name="Text 6"/>
          <p:cNvSpPr txBox="1"/>
          <p:nvPr/>
        </p:nvSpPr>
        <p:spPr>
          <a:xfrm>
            <a:off x="2148840" y="2162556"/>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gegeten</a:t>
            </a:r>
            <a:endParaRPr lang="en-US" sz="1600" dirty="0"/>
          </a:p>
        </p:txBody>
      </p:sp>
      <p:sp>
        <p:nvSpPr>
          <p:cNvPr id="10" name="Text 7"/>
          <p:cNvSpPr txBox="1"/>
          <p:nvPr/>
        </p:nvSpPr>
        <p:spPr>
          <a:xfrm>
            <a:off x="777240" y="2546604"/>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lezen</a:t>
            </a:r>
            <a:endParaRPr lang="en-US" sz="1600" dirty="0"/>
          </a:p>
        </p:txBody>
      </p:sp>
      <p:sp>
        <p:nvSpPr>
          <p:cNvPr id="11" name="Text 8"/>
          <p:cNvSpPr txBox="1"/>
          <p:nvPr/>
        </p:nvSpPr>
        <p:spPr>
          <a:xfrm>
            <a:off x="2148840" y="2546604"/>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gelezen</a:t>
            </a:r>
            <a:endParaRPr lang="en-US" sz="1600" dirty="0"/>
          </a:p>
        </p:txBody>
      </p:sp>
      <p:sp>
        <p:nvSpPr>
          <p:cNvPr id="12" name="Text 9"/>
          <p:cNvSpPr txBox="1"/>
          <p:nvPr/>
        </p:nvSpPr>
        <p:spPr>
          <a:xfrm>
            <a:off x="777240" y="2930652"/>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zien</a:t>
            </a:r>
            <a:endParaRPr lang="en-US" sz="1600" dirty="0"/>
          </a:p>
        </p:txBody>
      </p:sp>
      <p:sp>
        <p:nvSpPr>
          <p:cNvPr id="13" name="Text 10"/>
          <p:cNvSpPr txBox="1"/>
          <p:nvPr/>
        </p:nvSpPr>
        <p:spPr>
          <a:xfrm>
            <a:off x="2148840" y="2930652"/>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gezien</a:t>
            </a:r>
            <a:endParaRPr lang="en-US" sz="1600" dirty="0"/>
          </a:p>
        </p:txBody>
      </p:sp>
      <p:sp>
        <p:nvSpPr>
          <p:cNvPr id="14" name="Text 11"/>
          <p:cNvSpPr txBox="1"/>
          <p:nvPr/>
        </p:nvSpPr>
        <p:spPr>
          <a:xfrm>
            <a:off x="777240" y="3314700"/>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geven</a:t>
            </a:r>
            <a:endParaRPr lang="en-US" sz="1600" dirty="0"/>
          </a:p>
        </p:txBody>
      </p:sp>
      <p:sp>
        <p:nvSpPr>
          <p:cNvPr id="15" name="Text 12"/>
          <p:cNvSpPr txBox="1"/>
          <p:nvPr/>
        </p:nvSpPr>
        <p:spPr>
          <a:xfrm>
            <a:off x="2148840" y="3314700"/>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gegeven</a:t>
            </a:r>
            <a:endParaRPr lang="en-US" sz="1600" dirty="0"/>
          </a:p>
        </p:txBody>
      </p:sp>
      <p:sp>
        <p:nvSpPr>
          <p:cNvPr id="16" name="Shape 13"/>
          <p:cNvSpPr/>
          <p:nvPr/>
        </p:nvSpPr>
        <p:spPr>
          <a:xfrm>
            <a:off x="4322064" y="1554480"/>
            <a:ext cx="3544824" cy="2240280"/>
          </a:xfrm>
          <a:prstGeom prst="roundRect">
            <a:avLst>
              <a:gd name="adj" fmla="val 3265"/>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7" name="Shape 14"/>
          <p:cNvSpPr/>
          <p:nvPr/>
        </p:nvSpPr>
        <p:spPr>
          <a:xfrm>
            <a:off x="4322064" y="1554480"/>
            <a:ext cx="3544824" cy="457200"/>
          </a:xfrm>
          <a:prstGeom prst="roundRect">
            <a:avLst>
              <a:gd name="adj" fmla="val 16000"/>
            </a:avLst>
          </a:prstGeom>
          <a:solidFill>
            <a:schemeClr val="accent3"/>
          </a:solidFill>
          <a:ln w="12700">
            <a:solidFill>
              <a:srgbClr val="FFFFFF">
                <a:alpha val="0"/>
              </a:srgbClr>
            </a:solidFill>
            <a:prstDash val="solid"/>
          </a:ln>
        </p:spPr>
      </p:sp>
      <p:sp>
        <p:nvSpPr>
          <p:cNvPr id="18" name="Text 15"/>
          <p:cNvSpPr txBox="1"/>
          <p:nvPr/>
        </p:nvSpPr>
        <p:spPr>
          <a:xfrm>
            <a:off x="4504944" y="1554480"/>
            <a:ext cx="3179064" cy="457200"/>
          </a:xfrm>
          <a:prstGeom prst="rect">
            <a:avLst/>
          </a:prstGeom>
          <a:noFill/>
          <a:ln/>
        </p:spPr>
        <p:txBody>
          <a:bodyPr wrap="square" lIns="0" tIns="0" rIns="0" bIns="0" rtlCol="0" anchor="ctr"/>
          <a:lstStyle/>
          <a:p>
            <a:pPr algn="l" indent="0" marL="0">
              <a:buNone/>
            </a:pPr>
            <a:r>
              <a:rPr lang="en-US" sz="1600" b="1" dirty="0">
                <a:solidFill>
                  <a:schemeClr val="bg1"/>
                </a:solidFill>
              </a:rPr>
              <a:t>famille « o »</a:t>
            </a:r>
            <a:endParaRPr lang="en-US" sz="1600" dirty="0"/>
          </a:p>
        </p:txBody>
      </p:sp>
      <p:sp>
        <p:nvSpPr>
          <p:cNvPr id="19" name="Text 16"/>
          <p:cNvSpPr txBox="1"/>
          <p:nvPr/>
        </p:nvSpPr>
        <p:spPr>
          <a:xfrm>
            <a:off x="4550664" y="2084832"/>
            <a:ext cx="1371600" cy="338328"/>
          </a:xfrm>
          <a:prstGeom prst="rect">
            <a:avLst/>
          </a:prstGeom>
          <a:noFill/>
          <a:ln/>
        </p:spPr>
        <p:txBody>
          <a:bodyPr wrap="square" lIns="0" tIns="0" rIns="0" bIns="0" rtlCol="0" anchor="ctr"/>
          <a:lstStyle/>
          <a:p>
            <a:pPr algn="l" indent="0" marL="0">
              <a:buNone/>
            </a:pPr>
            <a:r>
              <a:rPr lang="en-US" sz="1600" i="1" dirty="0">
                <a:solidFill>
                  <a:schemeClr val="tx1"/>
                </a:solidFill>
              </a:rPr>
              <a:t>nemen</a:t>
            </a:r>
            <a:endParaRPr lang="en-US" sz="1600" dirty="0"/>
          </a:p>
        </p:txBody>
      </p:sp>
      <p:sp>
        <p:nvSpPr>
          <p:cNvPr id="20" name="Text 17"/>
          <p:cNvSpPr txBox="1"/>
          <p:nvPr/>
        </p:nvSpPr>
        <p:spPr>
          <a:xfrm>
            <a:off x="5922264" y="2084832"/>
            <a:ext cx="1807464" cy="33832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genomen</a:t>
            </a:r>
            <a:endParaRPr lang="en-US" sz="1600" dirty="0"/>
          </a:p>
        </p:txBody>
      </p:sp>
      <p:sp>
        <p:nvSpPr>
          <p:cNvPr id="21" name="Text 18"/>
          <p:cNvSpPr txBox="1"/>
          <p:nvPr/>
        </p:nvSpPr>
        <p:spPr>
          <a:xfrm>
            <a:off x="4550664" y="2423160"/>
            <a:ext cx="1371600" cy="338328"/>
          </a:xfrm>
          <a:prstGeom prst="rect">
            <a:avLst/>
          </a:prstGeom>
          <a:noFill/>
          <a:ln/>
        </p:spPr>
        <p:txBody>
          <a:bodyPr wrap="square" lIns="0" tIns="0" rIns="0" bIns="0" rtlCol="0" anchor="ctr"/>
          <a:lstStyle/>
          <a:p>
            <a:pPr algn="l" indent="0" marL="0">
              <a:buNone/>
            </a:pPr>
            <a:r>
              <a:rPr lang="en-US" sz="1600" i="1" dirty="0">
                <a:solidFill>
                  <a:schemeClr val="tx1"/>
                </a:solidFill>
              </a:rPr>
              <a:t>komen</a:t>
            </a:r>
            <a:endParaRPr lang="en-US" sz="1600" dirty="0"/>
          </a:p>
        </p:txBody>
      </p:sp>
      <p:sp>
        <p:nvSpPr>
          <p:cNvPr id="22" name="Text 19"/>
          <p:cNvSpPr txBox="1"/>
          <p:nvPr/>
        </p:nvSpPr>
        <p:spPr>
          <a:xfrm>
            <a:off x="5922264" y="2423160"/>
            <a:ext cx="1807464" cy="33832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gekomen</a:t>
            </a:r>
            <a:endParaRPr lang="en-US" sz="1600" dirty="0"/>
          </a:p>
        </p:txBody>
      </p:sp>
      <p:sp>
        <p:nvSpPr>
          <p:cNvPr id="23" name="Text 20"/>
          <p:cNvSpPr txBox="1"/>
          <p:nvPr/>
        </p:nvSpPr>
        <p:spPr>
          <a:xfrm>
            <a:off x="4550664" y="2761488"/>
            <a:ext cx="1371600" cy="338328"/>
          </a:xfrm>
          <a:prstGeom prst="rect">
            <a:avLst/>
          </a:prstGeom>
          <a:noFill/>
          <a:ln/>
        </p:spPr>
        <p:txBody>
          <a:bodyPr wrap="square" lIns="0" tIns="0" rIns="0" bIns="0" rtlCol="0" anchor="ctr"/>
          <a:lstStyle/>
          <a:p>
            <a:pPr algn="l" indent="0" marL="0">
              <a:buNone/>
            </a:pPr>
            <a:r>
              <a:rPr lang="en-US" sz="1600" i="1" dirty="0">
                <a:solidFill>
                  <a:schemeClr val="tx1"/>
                </a:solidFill>
              </a:rPr>
              <a:t>spreken</a:t>
            </a:r>
            <a:endParaRPr lang="en-US" sz="1600" dirty="0"/>
          </a:p>
        </p:txBody>
      </p:sp>
      <p:sp>
        <p:nvSpPr>
          <p:cNvPr id="24" name="Text 21"/>
          <p:cNvSpPr txBox="1"/>
          <p:nvPr/>
        </p:nvSpPr>
        <p:spPr>
          <a:xfrm>
            <a:off x="5922264" y="2761488"/>
            <a:ext cx="1807464" cy="33832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gesproken</a:t>
            </a:r>
            <a:endParaRPr lang="en-US" sz="1600" dirty="0"/>
          </a:p>
        </p:txBody>
      </p:sp>
      <p:sp>
        <p:nvSpPr>
          <p:cNvPr id="25" name="Text 22"/>
          <p:cNvSpPr txBox="1"/>
          <p:nvPr/>
        </p:nvSpPr>
        <p:spPr>
          <a:xfrm>
            <a:off x="4550664" y="3099816"/>
            <a:ext cx="1371600" cy="338328"/>
          </a:xfrm>
          <a:prstGeom prst="rect">
            <a:avLst/>
          </a:prstGeom>
          <a:noFill/>
          <a:ln/>
        </p:spPr>
        <p:txBody>
          <a:bodyPr wrap="square" lIns="0" tIns="0" rIns="0" bIns="0" rtlCol="0" anchor="ctr"/>
          <a:lstStyle/>
          <a:p>
            <a:pPr algn="l" indent="0" marL="0">
              <a:buNone/>
            </a:pPr>
            <a:r>
              <a:rPr lang="en-US" sz="1600" i="1" dirty="0">
                <a:solidFill>
                  <a:schemeClr val="tx1"/>
                </a:solidFill>
              </a:rPr>
              <a:t>beginnen</a:t>
            </a:r>
            <a:endParaRPr lang="en-US" sz="1600" dirty="0"/>
          </a:p>
        </p:txBody>
      </p:sp>
      <p:sp>
        <p:nvSpPr>
          <p:cNvPr id="26" name="Text 23"/>
          <p:cNvSpPr txBox="1"/>
          <p:nvPr/>
        </p:nvSpPr>
        <p:spPr>
          <a:xfrm>
            <a:off x="5922264" y="3099816"/>
            <a:ext cx="1807464" cy="33832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begonnen</a:t>
            </a:r>
            <a:endParaRPr lang="en-US" sz="1600" dirty="0"/>
          </a:p>
        </p:txBody>
      </p:sp>
      <p:sp>
        <p:nvSpPr>
          <p:cNvPr id="27" name="Text 24"/>
          <p:cNvSpPr txBox="1"/>
          <p:nvPr/>
        </p:nvSpPr>
        <p:spPr>
          <a:xfrm>
            <a:off x="4550664" y="3438144"/>
            <a:ext cx="1371600" cy="338328"/>
          </a:xfrm>
          <a:prstGeom prst="rect">
            <a:avLst/>
          </a:prstGeom>
          <a:noFill/>
          <a:ln/>
        </p:spPr>
        <p:txBody>
          <a:bodyPr wrap="square" lIns="0" tIns="0" rIns="0" bIns="0" rtlCol="0" anchor="ctr"/>
          <a:lstStyle/>
          <a:p>
            <a:pPr algn="l" indent="0" marL="0">
              <a:buNone/>
            </a:pPr>
            <a:r>
              <a:rPr lang="en-US" sz="1600" i="1" dirty="0">
                <a:solidFill>
                  <a:schemeClr val="tx1"/>
                </a:solidFill>
              </a:rPr>
              <a:t>drinken</a:t>
            </a:r>
            <a:endParaRPr lang="en-US" sz="1600" dirty="0"/>
          </a:p>
        </p:txBody>
      </p:sp>
      <p:sp>
        <p:nvSpPr>
          <p:cNvPr id="28" name="Text 25"/>
          <p:cNvSpPr txBox="1"/>
          <p:nvPr/>
        </p:nvSpPr>
        <p:spPr>
          <a:xfrm>
            <a:off x="5922264" y="3438144"/>
            <a:ext cx="1807464" cy="33832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gedronken</a:t>
            </a:r>
            <a:endParaRPr lang="en-US" sz="1600" dirty="0"/>
          </a:p>
        </p:txBody>
      </p:sp>
      <p:sp>
        <p:nvSpPr>
          <p:cNvPr id="29" name="Shape 26"/>
          <p:cNvSpPr/>
          <p:nvPr/>
        </p:nvSpPr>
        <p:spPr>
          <a:xfrm>
            <a:off x="8095488" y="1554480"/>
            <a:ext cx="3544824" cy="2240280"/>
          </a:xfrm>
          <a:prstGeom prst="roundRect">
            <a:avLst>
              <a:gd name="adj" fmla="val 3265"/>
            </a:avLst>
          </a:prstGeom>
          <a:solidFill>
            <a:schemeClr val="bg1"/>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30" name="Shape 27"/>
          <p:cNvSpPr/>
          <p:nvPr/>
        </p:nvSpPr>
        <p:spPr>
          <a:xfrm>
            <a:off x="8095488" y="1554480"/>
            <a:ext cx="3544824" cy="457200"/>
          </a:xfrm>
          <a:prstGeom prst="roundRect">
            <a:avLst>
              <a:gd name="adj" fmla="val 16000"/>
            </a:avLst>
          </a:prstGeom>
          <a:solidFill>
            <a:schemeClr val="accent4"/>
          </a:solidFill>
          <a:ln w="12700">
            <a:solidFill>
              <a:srgbClr val="FFFFFF">
                <a:alpha val="0"/>
              </a:srgbClr>
            </a:solidFill>
            <a:prstDash val="solid"/>
          </a:ln>
        </p:spPr>
      </p:sp>
      <p:sp>
        <p:nvSpPr>
          <p:cNvPr id="31" name="Text 28"/>
          <p:cNvSpPr txBox="1"/>
          <p:nvPr/>
        </p:nvSpPr>
        <p:spPr>
          <a:xfrm>
            <a:off x="8278368" y="1554480"/>
            <a:ext cx="3179064" cy="457200"/>
          </a:xfrm>
          <a:prstGeom prst="rect">
            <a:avLst/>
          </a:prstGeom>
          <a:noFill/>
          <a:ln/>
        </p:spPr>
        <p:txBody>
          <a:bodyPr wrap="square" lIns="0" tIns="0" rIns="0" bIns="0" rtlCol="0" anchor="ctr"/>
          <a:lstStyle/>
          <a:p>
            <a:pPr algn="l" indent="0" marL="0">
              <a:buNone/>
            </a:pPr>
            <a:r>
              <a:rPr lang="en-US" sz="1600" b="1" dirty="0">
                <a:solidFill>
                  <a:schemeClr val="bg1"/>
                </a:solidFill>
              </a:rPr>
              <a:t>famille « ij → e »</a:t>
            </a:r>
            <a:endParaRPr lang="en-US" sz="1600" dirty="0"/>
          </a:p>
        </p:txBody>
      </p:sp>
      <p:sp>
        <p:nvSpPr>
          <p:cNvPr id="32" name="Text 29"/>
          <p:cNvSpPr txBox="1"/>
          <p:nvPr/>
        </p:nvSpPr>
        <p:spPr>
          <a:xfrm>
            <a:off x="8324088" y="2354580"/>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schrijven</a:t>
            </a:r>
            <a:endParaRPr lang="en-US" sz="1600" dirty="0"/>
          </a:p>
        </p:txBody>
      </p:sp>
      <p:sp>
        <p:nvSpPr>
          <p:cNvPr id="33" name="Text 30"/>
          <p:cNvSpPr txBox="1"/>
          <p:nvPr/>
        </p:nvSpPr>
        <p:spPr>
          <a:xfrm>
            <a:off x="9695688" y="2354580"/>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geschreven</a:t>
            </a:r>
            <a:endParaRPr lang="en-US" sz="1600" dirty="0"/>
          </a:p>
        </p:txBody>
      </p:sp>
      <p:sp>
        <p:nvSpPr>
          <p:cNvPr id="34" name="Text 31"/>
          <p:cNvSpPr txBox="1"/>
          <p:nvPr/>
        </p:nvSpPr>
        <p:spPr>
          <a:xfrm>
            <a:off x="8324088" y="2738628"/>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blijven</a:t>
            </a:r>
            <a:endParaRPr lang="en-US" sz="1600" dirty="0"/>
          </a:p>
        </p:txBody>
      </p:sp>
      <p:sp>
        <p:nvSpPr>
          <p:cNvPr id="35" name="Text 32"/>
          <p:cNvSpPr txBox="1"/>
          <p:nvPr/>
        </p:nvSpPr>
        <p:spPr>
          <a:xfrm>
            <a:off x="9695688" y="2738628"/>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gebleven</a:t>
            </a:r>
            <a:endParaRPr lang="en-US" sz="1600" dirty="0"/>
          </a:p>
        </p:txBody>
      </p:sp>
      <p:sp>
        <p:nvSpPr>
          <p:cNvPr id="36" name="Text 33"/>
          <p:cNvSpPr txBox="1"/>
          <p:nvPr/>
        </p:nvSpPr>
        <p:spPr>
          <a:xfrm>
            <a:off x="8324088" y="3122676"/>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krijgen</a:t>
            </a:r>
            <a:endParaRPr lang="en-US" sz="1600" dirty="0"/>
          </a:p>
        </p:txBody>
      </p:sp>
      <p:sp>
        <p:nvSpPr>
          <p:cNvPr id="37" name="Text 34"/>
          <p:cNvSpPr txBox="1"/>
          <p:nvPr/>
        </p:nvSpPr>
        <p:spPr>
          <a:xfrm>
            <a:off x="9695688" y="3122676"/>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gekregen</a:t>
            </a:r>
            <a:endParaRPr lang="en-US" sz="1600" dirty="0"/>
          </a:p>
        </p:txBody>
      </p:sp>
      <p:sp>
        <p:nvSpPr>
          <p:cNvPr id="38" name="Shape 35"/>
          <p:cNvSpPr/>
          <p:nvPr/>
        </p:nvSpPr>
        <p:spPr>
          <a:xfrm>
            <a:off x="548640" y="3977640"/>
            <a:ext cx="3544824" cy="2240280"/>
          </a:xfrm>
          <a:prstGeom prst="roundRect">
            <a:avLst>
              <a:gd name="adj" fmla="val 3265"/>
            </a:avLst>
          </a:prstGeom>
          <a:solidFill>
            <a:schemeClr val="bg1"/>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9" name="Shape 36"/>
          <p:cNvSpPr/>
          <p:nvPr/>
        </p:nvSpPr>
        <p:spPr>
          <a:xfrm>
            <a:off x="548640" y="3977640"/>
            <a:ext cx="3544824" cy="457200"/>
          </a:xfrm>
          <a:prstGeom prst="roundRect">
            <a:avLst>
              <a:gd name="adj" fmla="val 16000"/>
            </a:avLst>
          </a:prstGeom>
          <a:solidFill>
            <a:schemeClr val="accent1"/>
          </a:solidFill>
          <a:ln w="12700">
            <a:solidFill>
              <a:srgbClr val="FFFFFF">
                <a:alpha val="0"/>
              </a:srgbClr>
            </a:solidFill>
            <a:prstDash val="solid"/>
          </a:ln>
        </p:spPr>
      </p:sp>
      <p:sp>
        <p:nvSpPr>
          <p:cNvPr id="40" name="Text 37"/>
          <p:cNvSpPr txBox="1"/>
          <p:nvPr/>
        </p:nvSpPr>
        <p:spPr>
          <a:xfrm>
            <a:off x="731520" y="3977640"/>
            <a:ext cx="3179064" cy="457200"/>
          </a:xfrm>
          <a:prstGeom prst="rect">
            <a:avLst/>
          </a:prstGeom>
          <a:noFill/>
          <a:ln/>
        </p:spPr>
        <p:txBody>
          <a:bodyPr wrap="square" lIns="0" tIns="0" rIns="0" bIns="0" rtlCol="0" anchor="ctr"/>
          <a:lstStyle/>
          <a:p>
            <a:pPr algn="l" indent="0" marL="0">
              <a:buNone/>
            </a:pPr>
            <a:r>
              <a:rPr lang="en-US" sz="1600" b="1" dirty="0">
                <a:solidFill>
                  <a:schemeClr val="bg1"/>
                </a:solidFill>
              </a:rPr>
              <a:t>famille « aa »</a:t>
            </a:r>
            <a:endParaRPr lang="en-US" sz="1600" dirty="0"/>
          </a:p>
        </p:txBody>
      </p:sp>
      <p:sp>
        <p:nvSpPr>
          <p:cNvPr id="41" name="Text 38"/>
          <p:cNvSpPr txBox="1"/>
          <p:nvPr/>
        </p:nvSpPr>
        <p:spPr>
          <a:xfrm>
            <a:off x="777240" y="4777740"/>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gaan</a:t>
            </a:r>
            <a:endParaRPr lang="en-US" sz="1600" dirty="0"/>
          </a:p>
        </p:txBody>
      </p:sp>
      <p:sp>
        <p:nvSpPr>
          <p:cNvPr id="42" name="Text 39"/>
          <p:cNvSpPr txBox="1"/>
          <p:nvPr/>
        </p:nvSpPr>
        <p:spPr>
          <a:xfrm>
            <a:off x="2148840" y="4777740"/>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gegaan</a:t>
            </a:r>
            <a:endParaRPr lang="en-US" sz="1600" dirty="0"/>
          </a:p>
        </p:txBody>
      </p:sp>
      <p:sp>
        <p:nvSpPr>
          <p:cNvPr id="43" name="Text 40"/>
          <p:cNvSpPr txBox="1"/>
          <p:nvPr/>
        </p:nvSpPr>
        <p:spPr>
          <a:xfrm>
            <a:off x="777240" y="5161788"/>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staan</a:t>
            </a:r>
            <a:endParaRPr lang="en-US" sz="1600" dirty="0"/>
          </a:p>
        </p:txBody>
      </p:sp>
      <p:sp>
        <p:nvSpPr>
          <p:cNvPr id="44" name="Text 41"/>
          <p:cNvSpPr txBox="1"/>
          <p:nvPr/>
        </p:nvSpPr>
        <p:spPr>
          <a:xfrm>
            <a:off x="2148840" y="5161788"/>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gestaan</a:t>
            </a:r>
            <a:endParaRPr lang="en-US" sz="1600" dirty="0"/>
          </a:p>
        </p:txBody>
      </p:sp>
      <p:sp>
        <p:nvSpPr>
          <p:cNvPr id="45" name="Text 42"/>
          <p:cNvSpPr txBox="1"/>
          <p:nvPr/>
        </p:nvSpPr>
        <p:spPr>
          <a:xfrm>
            <a:off x="777240" y="5545836"/>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doen</a:t>
            </a:r>
            <a:endParaRPr lang="en-US" sz="1600" dirty="0"/>
          </a:p>
        </p:txBody>
      </p:sp>
      <p:sp>
        <p:nvSpPr>
          <p:cNvPr id="46" name="Text 43"/>
          <p:cNvSpPr txBox="1"/>
          <p:nvPr/>
        </p:nvSpPr>
        <p:spPr>
          <a:xfrm>
            <a:off x="2148840" y="5545836"/>
            <a:ext cx="1807464" cy="384048"/>
          </a:xfrm>
          <a:prstGeom prst="rect">
            <a:avLst/>
          </a:prstGeom>
          <a:noFill/>
          <a:ln/>
        </p:spPr>
        <p:txBody>
          <a:bodyPr wrap="square" lIns="0" tIns="0" rIns="0" bIns="0" rtlCol="0" anchor="ctr"/>
          <a:lstStyle/>
          <a:p>
            <a:pPr algn="l" indent="0" marL="0">
              <a:buNone/>
            </a:pPr>
            <a:r>
              <a:rPr lang="en-US" sz="1600" dirty="0">
                <a:solidFill>
                  <a:schemeClr val="tx1"/>
                </a:solidFill>
              </a:rPr>
              <a:t>→ </a:t>
            </a:r>
            <a:r>
              <a:rPr lang="en-US" sz="1600" b="1" i="1" dirty="0">
                <a:solidFill>
                  <a:schemeClr val="tx1"/>
                </a:solidFill>
              </a:rPr>
              <a:t>gedaan</a:t>
            </a:r>
            <a:endParaRPr lang="en-US" sz="1600" dirty="0"/>
          </a:p>
        </p:txBody>
      </p:sp>
      <p:sp>
        <p:nvSpPr>
          <p:cNvPr id="47" name="Shape 44"/>
          <p:cNvSpPr/>
          <p:nvPr/>
        </p:nvSpPr>
        <p:spPr>
          <a:xfrm>
            <a:off x="4322064" y="3977640"/>
            <a:ext cx="3544824" cy="2240280"/>
          </a:xfrm>
          <a:prstGeom prst="roundRect">
            <a:avLst>
              <a:gd name="adj" fmla="val 3265"/>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48" name="Shape 45"/>
          <p:cNvSpPr/>
          <p:nvPr/>
        </p:nvSpPr>
        <p:spPr>
          <a:xfrm>
            <a:off x="4322064" y="3977640"/>
            <a:ext cx="3544824" cy="457200"/>
          </a:xfrm>
          <a:prstGeom prst="roundRect">
            <a:avLst>
              <a:gd name="adj" fmla="val 16000"/>
            </a:avLst>
          </a:prstGeom>
          <a:solidFill>
            <a:schemeClr val="tx2"/>
          </a:solidFill>
          <a:ln w="12700">
            <a:solidFill>
              <a:srgbClr val="FFFFFF">
                <a:alpha val="0"/>
              </a:srgbClr>
            </a:solidFill>
            <a:prstDash val="solid"/>
          </a:ln>
        </p:spPr>
      </p:sp>
      <p:sp>
        <p:nvSpPr>
          <p:cNvPr id="49" name="Text 46"/>
          <p:cNvSpPr txBox="1"/>
          <p:nvPr/>
        </p:nvSpPr>
        <p:spPr>
          <a:xfrm>
            <a:off x="4504944" y="3977640"/>
            <a:ext cx="3179064" cy="457200"/>
          </a:xfrm>
          <a:prstGeom prst="rect">
            <a:avLst/>
          </a:prstGeom>
          <a:noFill/>
          <a:ln/>
        </p:spPr>
        <p:txBody>
          <a:bodyPr wrap="square" lIns="0" tIns="0" rIns="0" bIns="0" rtlCol="0" anchor="ctr"/>
          <a:lstStyle/>
          <a:p>
            <a:pPr algn="l" indent="0" marL="0">
              <a:buNone/>
            </a:pPr>
            <a:r>
              <a:rPr lang="en-US" sz="1600" b="1" dirty="0">
                <a:solidFill>
                  <a:schemeClr val="bg1"/>
                </a:solidFill>
              </a:rPr>
              <a:t>les deux stars</a:t>
            </a:r>
            <a:endParaRPr lang="en-US" sz="1600" dirty="0"/>
          </a:p>
        </p:txBody>
      </p:sp>
      <p:pic>
        <p:nvPicPr>
          <p:cNvPr id="50" name="Image 0" descr="star">    </p:cNvPr>
          <p:cNvPicPr>
            <a:picLocks noChangeAspect="1"/>
          </p:cNvPicPr>
          <p:nvPr/>
        </p:nvPicPr>
        <p:blipFill>
          <a:blip r:embed="rId1"/>
          <a:stretch>
            <a:fillRect/>
          </a:stretch>
        </p:blipFill>
        <p:spPr>
          <a:xfrm>
            <a:off x="7318248" y="4014216"/>
            <a:ext cx="384048" cy="384048"/>
          </a:xfrm>
          <a:prstGeom prst="rect">
            <a:avLst/>
          </a:prstGeom>
        </p:spPr>
      </p:pic>
      <p:sp>
        <p:nvSpPr>
          <p:cNvPr id="51" name="Text 47"/>
          <p:cNvSpPr txBox="1"/>
          <p:nvPr/>
        </p:nvSpPr>
        <p:spPr>
          <a:xfrm>
            <a:off x="4550664" y="4969764"/>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hebben</a:t>
            </a:r>
            <a:endParaRPr lang="en-US" sz="1600" dirty="0"/>
          </a:p>
        </p:txBody>
      </p:sp>
      <p:sp>
        <p:nvSpPr>
          <p:cNvPr id="52" name="Text 48"/>
          <p:cNvSpPr txBox="1"/>
          <p:nvPr/>
        </p:nvSpPr>
        <p:spPr>
          <a:xfrm>
            <a:off x="5922264" y="4969764"/>
            <a:ext cx="1807464" cy="384048"/>
          </a:xfrm>
          <a:prstGeom prst="rect">
            <a:avLst/>
          </a:prstGeom>
          <a:noFill/>
          <a:ln/>
        </p:spPr>
        <p:txBody>
          <a:bodyPr wrap="square" lIns="0" tIns="0" rIns="0" bIns="0" rtlCol="0" anchor="ctr"/>
          <a:lstStyle/>
          <a:p>
            <a:pPr algn="l" indent="0" marL="0">
              <a:buNone/>
            </a:pPr>
            <a:r>
              <a:rPr lang="en-US" sz="1600" dirty="0">
                <a:solidFill>
                  <a:schemeClr val="tx2"/>
                </a:solidFill>
              </a:rPr>
              <a:t>→ </a:t>
            </a:r>
            <a:r>
              <a:rPr lang="en-US" sz="1600" b="1" i="1" dirty="0">
                <a:solidFill>
                  <a:schemeClr val="tx2"/>
                </a:solidFill>
              </a:rPr>
              <a:t>gehad</a:t>
            </a:r>
            <a:endParaRPr lang="en-US" sz="1600" dirty="0"/>
          </a:p>
        </p:txBody>
      </p:sp>
      <p:sp>
        <p:nvSpPr>
          <p:cNvPr id="53" name="Text 49"/>
          <p:cNvSpPr txBox="1"/>
          <p:nvPr/>
        </p:nvSpPr>
        <p:spPr>
          <a:xfrm>
            <a:off x="4550664" y="5353812"/>
            <a:ext cx="1371600" cy="384048"/>
          </a:xfrm>
          <a:prstGeom prst="rect">
            <a:avLst/>
          </a:prstGeom>
          <a:noFill/>
          <a:ln/>
        </p:spPr>
        <p:txBody>
          <a:bodyPr wrap="square" lIns="0" tIns="0" rIns="0" bIns="0" rtlCol="0" anchor="ctr"/>
          <a:lstStyle/>
          <a:p>
            <a:pPr algn="l" indent="0" marL="0">
              <a:buNone/>
            </a:pPr>
            <a:r>
              <a:rPr lang="en-US" sz="1600" i="1" dirty="0">
                <a:solidFill>
                  <a:schemeClr val="tx1"/>
                </a:solidFill>
              </a:rPr>
              <a:t>zijn</a:t>
            </a:r>
            <a:endParaRPr lang="en-US" sz="1600" dirty="0"/>
          </a:p>
        </p:txBody>
      </p:sp>
      <p:sp>
        <p:nvSpPr>
          <p:cNvPr id="54" name="Text 50"/>
          <p:cNvSpPr txBox="1"/>
          <p:nvPr/>
        </p:nvSpPr>
        <p:spPr>
          <a:xfrm>
            <a:off x="5922264" y="5353812"/>
            <a:ext cx="1807464" cy="384048"/>
          </a:xfrm>
          <a:prstGeom prst="rect">
            <a:avLst/>
          </a:prstGeom>
          <a:noFill/>
          <a:ln/>
        </p:spPr>
        <p:txBody>
          <a:bodyPr wrap="square" lIns="0" tIns="0" rIns="0" bIns="0" rtlCol="0" anchor="ctr"/>
          <a:lstStyle/>
          <a:p>
            <a:pPr algn="l" indent="0" marL="0">
              <a:buNone/>
            </a:pPr>
            <a:r>
              <a:rPr lang="en-US" sz="1600" dirty="0">
                <a:solidFill>
                  <a:schemeClr val="tx2"/>
                </a:solidFill>
              </a:rPr>
              <a:t>→ </a:t>
            </a:r>
            <a:r>
              <a:rPr lang="en-US" sz="1600" b="1" i="1" dirty="0">
                <a:solidFill>
                  <a:schemeClr val="tx2"/>
                </a:solidFill>
              </a:rPr>
              <a:t>geweest</a:t>
            </a:r>
            <a:endParaRPr lang="en-US" sz="1600" dirty="0"/>
          </a:p>
        </p:txBody>
      </p:sp>
      <p:sp>
        <p:nvSpPr>
          <p:cNvPr id="55" name="Shape 51"/>
          <p:cNvSpPr/>
          <p:nvPr/>
        </p:nvSpPr>
        <p:spPr>
          <a:xfrm>
            <a:off x="8095488" y="3977640"/>
            <a:ext cx="3544824" cy="2240280"/>
          </a:xfrm>
          <a:prstGeom prst="roundRect">
            <a:avLst>
              <a:gd name="adj" fmla="val 3265"/>
            </a:avLst>
          </a:prstGeom>
          <a:solidFill>
            <a:schemeClr val="bg2"/>
          </a:solidFill>
          <a:ln w="12700">
            <a:solidFill>
              <a:srgbClr val="D5DCE6"/>
            </a:solidFill>
            <a:prstDash val="solid"/>
          </a:ln>
        </p:spPr>
      </p:sp>
      <p:pic>
        <p:nvPicPr>
          <p:cNvPr id="56" name="Image 1" descr="light bulb">    </p:cNvPr>
          <p:cNvPicPr>
            <a:picLocks noChangeAspect="1"/>
          </p:cNvPicPr>
          <p:nvPr/>
        </p:nvPicPr>
        <p:blipFill>
          <a:blip r:embed="rId2"/>
          <a:stretch>
            <a:fillRect/>
          </a:stretch>
        </p:blipFill>
        <p:spPr>
          <a:xfrm>
            <a:off x="8278368" y="4160520"/>
            <a:ext cx="548640" cy="548640"/>
          </a:xfrm>
          <a:prstGeom prst="rect">
            <a:avLst/>
          </a:prstGeom>
        </p:spPr>
      </p:pic>
      <p:sp>
        <p:nvSpPr>
          <p:cNvPr id="57" name="Text 52"/>
          <p:cNvSpPr txBox="1"/>
          <p:nvPr/>
        </p:nvSpPr>
        <p:spPr>
          <a:xfrm>
            <a:off x="8918448" y="4114800"/>
            <a:ext cx="2584704" cy="1965960"/>
          </a:xfrm>
          <a:prstGeom prst="rect">
            <a:avLst/>
          </a:prstGeom>
          <a:noFill/>
          <a:ln/>
        </p:spPr>
        <p:txBody>
          <a:bodyPr wrap="square" lIns="0" tIns="0" rIns="0" bIns="0" rtlCol="0" anchor="ctr"/>
          <a:lstStyle/>
          <a:p>
            <a:pPr algn="l" indent="0" marL="0">
              <a:spcAft>
                <a:spcPts val="800"/>
              </a:spcAft>
              <a:buNone/>
            </a:pPr>
            <a:r>
              <a:rPr lang="en-US" sz="1500" dirty="0">
                <a:solidFill>
                  <a:schemeClr val="tx1"/>
                </a:solidFill>
              </a:rPr>
              <a:t>On les apprend </a:t>
            </a:r>
            <a:r>
              <a:rPr lang="en-US" sz="1500" b="1" dirty="0">
                <a:solidFill>
                  <a:schemeClr val="tx1"/>
                </a:solidFill>
              </a:rPr>
              <a:t>par familles sonores</a:t>
            </a:r>
            <a:r>
              <a:rPr lang="en-US" sz="1500" dirty="0">
                <a:solidFill>
                  <a:schemeClr val="tx1"/>
                </a:solidFill>
              </a:rPr>
              <a:t>, à voix haute.</a:t>
            </a:r>
            <a:endParaRPr lang="en-US" sz="1500" dirty="0"/>
          </a:p>
          <a:p>
            <a:pPr algn="l" indent="0" marL="0">
              <a:spcAft>
                <a:spcPts val="800"/>
              </a:spcAft>
              <a:buNone/>
            </a:pPr>
            <a:r>
              <a:rPr lang="en-US" sz="1500" i="1" dirty="0">
                <a:solidFill>
                  <a:schemeClr val="tx1"/>
                </a:solidFill>
              </a:rPr>
              <a:t>begonnen</a:t>
            </a:r>
            <a:r>
              <a:rPr lang="en-US" sz="1500" dirty="0">
                <a:solidFill>
                  <a:schemeClr val="tx1"/>
                </a:solidFill>
              </a:rPr>
              <a:t> : pas de </a:t>
            </a:r>
            <a:r>
              <a:rPr lang="en-US" sz="1500" i="1" dirty="0">
                <a:solidFill>
                  <a:schemeClr val="tx1"/>
                </a:solidFill>
              </a:rPr>
              <a:t>ge-</a:t>
            </a:r>
            <a:r>
              <a:rPr lang="en-US" sz="1500" dirty="0">
                <a:solidFill>
                  <a:schemeClr val="tx1"/>
                </a:solidFill>
              </a:rPr>
              <a:t> (</a:t>
            </a:r>
            <a:r>
              <a:rPr lang="en-US" sz="1500" i="1" dirty="0">
                <a:solidFill>
                  <a:schemeClr val="tx1"/>
                </a:solidFill>
              </a:rPr>
              <a:t>be-</a:t>
            </a:r>
            <a:r>
              <a:rPr lang="en-US" sz="1500" dirty="0">
                <a:solidFill>
                  <a:schemeClr val="tx1"/>
                </a:solidFill>
              </a:rPr>
              <a:t>, inséparable).</a:t>
            </a:r>
            <a:endParaRPr lang="en-US" sz="1500" dirty="0"/>
          </a:p>
          <a:p>
            <a:pPr algn="l" indent="0" marL="0">
              <a:spcAft>
                <a:spcPts val="800"/>
              </a:spcAft>
              <a:buNone/>
            </a:pPr>
            <a:r>
              <a:rPr lang="en-US" sz="1500" dirty="0">
                <a:solidFill>
                  <a:schemeClr val="tx1"/>
                </a:solidFill>
              </a:rPr>
              <a:t>Liste complète : Néerlandais 2.</a:t>
            </a:r>
            <a:endParaRPr lang="en-US" sz="1500" dirty="0"/>
          </a:p>
        </p:txBody>
      </p:sp>
      <p:pic>
        <p:nvPicPr>
          <p:cNvPr id="58" name="Image 2" descr="Camera">    </p:cNvPr>
          <p:cNvPicPr>
            <a:picLocks noChangeAspect="1"/>
          </p:cNvPicPr>
          <p:nvPr/>
        </p:nvPicPr>
        <p:blipFill>
          <a:blip r:embed="rId3"/>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hebben ou zijn ?</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1307592" y="1581912"/>
            <a:ext cx="2414016" cy="2944368"/>
          </a:xfrm>
          <a:prstGeom prst="roundRect">
            <a:avLst>
              <a:gd name="adj" fmla="val 1515"/>
            </a:avLst>
          </a:prstGeom>
          <a:solidFill>
            <a:srgbClr val="E6EBF2"/>
          </a:solidFill>
          <a:ln w="12700">
            <a:solidFill>
              <a:srgbClr val="4A5A70"/>
            </a:solidFill>
            <a:prstDash val="solid"/>
          </a:ln>
        </p:spPr>
      </p:sp>
      <p:sp>
        <p:nvSpPr>
          <p:cNvPr id="6" name="Shape 3"/>
          <p:cNvSpPr/>
          <p:nvPr/>
        </p:nvSpPr>
        <p:spPr>
          <a:xfrm>
            <a:off x="1417320" y="1691640"/>
            <a:ext cx="2194560" cy="2834640"/>
          </a:xfrm>
          <a:prstGeom prst="roundRect">
            <a:avLst>
              <a:gd name="adj" fmla="val 1667"/>
            </a:avLst>
          </a:prstGeom>
          <a:solidFill>
            <a:schemeClr val="tx2"/>
          </a:solidFill>
          <a:ln w="12700">
            <a:solidFill>
              <a:srgbClr val="FFFFFF">
                <a:alpha val="0"/>
              </a:srgbClr>
            </a:solidFill>
            <a:prstDash val="solid"/>
          </a:ln>
        </p:spPr>
      </p:sp>
      <p:sp>
        <p:nvSpPr>
          <p:cNvPr id="7" name="Shape 4"/>
          <p:cNvSpPr/>
          <p:nvPr/>
        </p:nvSpPr>
        <p:spPr>
          <a:xfrm>
            <a:off x="1554480" y="1828800"/>
            <a:ext cx="1920240" cy="1077163"/>
          </a:xfrm>
          <a:prstGeom prst="roundRect">
            <a:avLst>
              <a:gd name="adj" fmla="val 3396"/>
            </a:avLst>
          </a:prstGeom>
          <a:solidFill>
            <a:srgbClr val="FFFFFF">
              <a:alpha val="15000"/>
            </a:srgbClr>
          </a:solidFill>
          <a:ln w="12700">
            <a:solidFill>
              <a:srgbClr val="FFFFFF">
                <a:alpha val="40000"/>
              </a:srgbClr>
            </a:solidFill>
            <a:prstDash val="solid"/>
          </a:ln>
        </p:spPr>
      </p:sp>
      <p:sp>
        <p:nvSpPr>
          <p:cNvPr id="8" name="Text 5"/>
          <p:cNvSpPr txBox="1"/>
          <p:nvPr/>
        </p:nvSpPr>
        <p:spPr>
          <a:xfrm>
            <a:off x="1417320" y="1828800"/>
            <a:ext cx="2194560" cy="1077163"/>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HEBBEN</a:t>
            </a:r>
            <a:endParaRPr lang="en-US" sz="2600" dirty="0"/>
          </a:p>
        </p:txBody>
      </p:sp>
      <p:sp>
        <p:nvSpPr>
          <p:cNvPr id="9" name="Text 6"/>
          <p:cNvSpPr txBox="1"/>
          <p:nvPr/>
        </p:nvSpPr>
        <p:spPr>
          <a:xfrm>
            <a:off x="1508760" y="3279038"/>
            <a:ext cx="2011680" cy="850392"/>
          </a:xfrm>
          <a:prstGeom prst="rect">
            <a:avLst/>
          </a:prstGeom>
          <a:noFill/>
          <a:ln/>
        </p:spPr>
        <p:txBody>
          <a:bodyPr wrap="square" lIns="0" tIns="0" rIns="0" bIns="0" rtlCol="0" anchor="ctr"/>
          <a:lstStyle/>
          <a:p>
            <a:pPr algn="ctr" indent="0" marL="0">
              <a:buNone/>
            </a:pPr>
            <a:r>
              <a:rPr lang="en-US" sz="1800" b="1" dirty="0">
                <a:solidFill>
                  <a:schemeClr val="bg1"/>
                </a:solidFill>
              </a:rPr>
              <a:t>presque tous les verbes</a:t>
            </a:r>
            <a:endParaRPr lang="en-US" sz="1800" dirty="0"/>
          </a:p>
        </p:txBody>
      </p:sp>
      <p:sp>
        <p:nvSpPr>
          <p:cNvPr id="10" name="Shape 7"/>
          <p:cNvSpPr/>
          <p:nvPr/>
        </p:nvSpPr>
        <p:spPr>
          <a:xfrm>
            <a:off x="3319272" y="2995574"/>
            <a:ext cx="146304" cy="146304"/>
          </a:xfrm>
          <a:prstGeom prst="ellipse">
            <a:avLst/>
          </a:prstGeom>
          <a:solidFill>
            <a:srgbClr val="F6C27E"/>
          </a:solidFill>
          <a:ln w="12700">
            <a:solidFill>
              <a:srgbClr val="FFFFFF">
                <a:alpha val="0"/>
              </a:srgbClr>
            </a:solidFill>
            <a:prstDash val="solid"/>
          </a:ln>
        </p:spPr>
      </p:sp>
      <p:sp>
        <p:nvSpPr>
          <p:cNvPr id="11" name="Text 8"/>
          <p:cNvSpPr txBox="1"/>
          <p:nvPr/>
        </p:nvSpPr>
        <p:spPr>
          <a:xfrm>
            <a:off x="548640" y="4663440"/>
            <a:ext cx="3931920" cy="1188720"/>
          </a:xfrm>
          <a:prstGeom prst="rect">
            <a:avLst/>
          </a:prstGeom>
          <a:noFill/>
          <a:ln/>
        </p:spPr>
        <p:txBody>
          <a:bodyPr wrap="square" lIns="0" tIns="0" rIns="0" bIns="0" rtlCol="0" anchor="t"/>
          <a:lstStyle/>
          <a:p>
            <a:pPr algn="ctr" indent="0" marL="0">
              <a:spcAft>
                <a:spcPts val="200"/>
              </a:spcAft>
              <a:buNone/>
            </a:pPr>
            <a:r>
              <a:rPr lang="en-US" sz="1900" i="1" dirty="0">
                <a:solidFill>
                  <a:schemeClr val="tx2"/>
                </a:solidFill>
              </a:rPr>
              <a:t>Ik </a:t>
            </a:r>
            <a:r>
              <a:rPr lang="en-US" sz="1900" b="1" i="1" dirty="0">
                <a:solidFill>
                  <a:schemeClr val="tx2"/>
                </a:solidFill>
              </a:rPr>
              <a:t>heb</a:t>
            </a:r>
            <a:r>
              <a:rPr lang="en-US" sz="1900" i="1" dirty="0">
                <a:solidFill>
                  <a:schemeClr val="tx2"/>
                </a:solidFill>
              </a:rPr>
              <a:t> gewerkt.</a:t>
            </a:r>
            <a:endParaRPr lang="en-US" sz="1900" dirty="0"/>
          </a:p>
          <a:p>
            <a:pPr algn="ctr" indent="0" marL="0">
              <a:spcAft>
                <a:spcPts val="200"/>
              </a:spcAft>
              <a:buNone/>
            </a:pPr>
            <a:r>
              <a:rPr lang="en-US" sz="1900" i="1" dirty="0">
                <a:solidFill>
                  <a:schemeClr val="tx2"/>
                </a:solidFill>
              </a:rPr>
              <a:t>Ik </a:t>
            </a:r>
            <a:r>
              <a:rPr lang="en-US" sz="1900" b="1" i="1" dirty="0">
                <a:solidFill>
                  <a:schemeClr val="tx2"/>
                </a:solidFill>
              </a:rPr>
              <a:t>heb</a:t>
            </a:r>
            <a:r>
              <a:rPr lang="en-US" sz="1900" i="1" dirty="0">
                <a:solidFill>
                  <a:schemeClr val="tx2"/>
                </a:solidFill>
              </a:rPr>
              <a:t> gegeten.</a:t>
            </a:r>
            <a:endParaRPr lang="en-US" sz="1900" dirty="0"/>
          </a:p>
          <a:p>
            <a:pPr algn="ctr" indent="0" marL="0">
              <a:spcAft>
                <a:spcPts val="200"/>
              </a:spcAft>
              <a:buNone/>
            </a:pPr>
            <a:r>
              <a:rPr lang="en-US" sz="1900" i="1" dirty="0">
                <a:solidFill>
                  <a:schemeClr val="tx2"/>
                </a:solidFill>
              </a:rPr>
              <a:t>Ik </a:t>
            </a:r>
            <a:r>
              <a:rPr lang="en-US" sz="1900" b="1" i="1" dirty="0">
                <a:solidFill>
                  <a:schemeClr val="tx2"/>
                </a:solidFill>
              </a:rPr>
              <a:t>heb</a:t>
            </a:r>
            <a:r>
              <a:rPr lang="en-US" sz="1900" i="1" dirty="0">
                <a:solidFill>
                  <a:schemeClr val="tx2"/>
                </a:solidFill>
              </a:rPr>
              <a:t> geslapen.</a:t>
            </a:r>
            <a:endParaRPr lang="en-US" sz="1900" dirty="0"/>
          </a:p>
        </p:txBody>
      </p:sp>
      <p:sp>
        <p:nvSpPr>
          <p:cNvPr id="12" name="Shape 9"/>
          <p:cNvSpPr/>
          <p:nvPr/>
        </p:nvSpPr>
        <p:spPr>
          <a:xfrm>
            <a:off x="4828032" y="2313432"/>
            <a:ext cx="1545336" cy="2212848"/>
          </a:xfrm>
          <a:prstGeom prst="roundRect">
            <a:avLst>
              <a:gd name="adj" fmla="val 2367"/>
            </a:avLst>
          </a:prstGeom>
          <a:solidFill>
            <a:srgbClr val="E6EBF2"/>
          </a:solidFill>
          <a:ln w="12700">
            <a:solidFill>
              <a:srgbClr val="4A5A70"/>
            </a:solidFill>
            <a:prstDash val="solid"/>
          </a:ln>
        </p:spPr>
      </p:sp>
      <p:sp>
        <p:nvSpPr>
          <p:cNvPr id="13" name="Shape 10"/>
          <p:cNvSpPr/>
          <p:nvPr/>
        </p:nvSpPr>
        <p:spPr>
          <a:xfrm>
            <a:off x="4937760" y="2423160"/>
            <a:ext cx="1325880" cy="2103120"/>
          </a:xfrm>
          <a:prstGeom prst="roundRect">
            <a:avLst>
              <a:gd name="adj" fmla="val 2759"/>
            </a:avLst>
          </a:prstGeom>
          <a:solidFill>
            <a:schemeClr val="accent3"/>
          </a:solidFill>
          <a:ln w="12700">
            <a:solidFill>
              <a:srgbClr val="FFFFFF">
                <a:alpha val="0"/>
              </a:srgbClr>
            </a:solidFill>
            <a:prstDash val="solid"/>
          </a:ln>
        </p:spPr>
      </p:sp>
      <p:sp>
        <p:nvSpPr>
          <p:cNvPr id="14" name="Shape 11"/>
          <p:cNvSpPr/>
          <p:nvPr/>
        </p:nvSpPr>
        <p:spPr>
          <a:xfrm>
            <a:off x="5074920" y="2560320"/>
            <a:ext cx="1051560" cy="799186"/>
          </a:xfrm>
          <a:prstGeom prst="roundRect">
            <a:avLst>
              <a:gd name="adj" fmla="val 4577"/>
            </a:avLst>
          </a:prstGeom>
          <a:solidFill>
            <a:srgbClr val="FFFFFF">
              <a:alpha val="15000"/>
            </a:srgbClr>
          </a:solidFill>
          <a:ln w="12700">
            <a:solidFill>
              <a:srgbClr val="FFFFFF">
                <a:alpha val="40000"/>
              </a:srgbClr>
            </a:solidFill>
            <a:prstDash val="solid"/>
          </a:ln>
        </p:spPr>
      </p:sp>
      <p:sp>
        <p:nvSpPr>
          <p:cNvPr id="15" name="Text 12"/>
          <p:cNvSpPr txBox="1"/>
          <p:nvPr/>
        </p:nvSpPr>
        <p:spPr>
          <a:xfrm>
            <a:off x="4937760" y="2560320"/>
            <a:ext cx="1325880" cy="799186"/>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ZIJN</a:t>
            </a:r>
            <a:endParaRPr lang="en-US" sz="2000" dirty="0"/>
          </a:p>
        </p:txBody>
      </p:sp>
      <p:sp>
        <p:nvSpPr>
          <p:cNvPr id="16" name="Text 13"/>
          <p:cNvSpPr txBox="1"/>
          <p:nvPr/>
        </p:nvSpPr>
        <p:spPr>
          <a:xfrm>
            <a:off x="5029200" y="3600907"/>
            <a:ext cx="1143000" cy="630936"/>
          </a:xfrm>
          <a:prstGeom prst="rect">
            <a:avLst/>
          </a:prstGeom>
          <a:noFill/>
          <a:ln/>
        </p:spPr>
        <p:txBody>
          <a:bodyPr wrap="square" lIns="0" tIns="0" rIns="0" bIns="0" rtlCol="0" anchor="ctr"/>
          <a:lstStyle/>
          <a:p>
            <a:pPr algn="ctr" indent="0" marL="0">
              <a:buNone/>
            </a:pPr>
            <a:r>
              <a:rPr lang="en-US" sz="1400" b="1" dirty="0">
                <a:solidFill>
                  <a:schemeClr val="bg1"/>
                </a:solidFill>
              </a:rPr>
              <a:t>3 cas</a:t>
            </a:r>
            <a:endParaRPr lang="en-US" sz="1400" dirty="0"/>
          </a:p>
        </p:txBody>
      </p:sp>
      <p:sp>
        <p:nvSpPr>
          <p:cNvPr id="17" name="Shape 14"/>
          <p:cNvSpPr/>
          <p:nvPr/>
        </p:nvSpPr>
        <p:spPr>
          <a:xfrm>
            <a:off x="5971032" y="3390595"/>
            <a:ext cx="146304" cy="146304"/>
          </a:xfrm>
          <a:prstGeom prst="ellipse">
            <a:avLst/>
          </a:prstGeom>
          <a:solidFill>
            <a:srgbClr val="F6C27E"/>
          </a:solidFill>
          <a:ln w="12700">
            <a:solidFill>
              <a:srgbClr val="FFFFFF">
                <a:alpha val="0"/>
              </a:srgbClr>
            </a:solidFill>
            <a:prstDash val="solid"/>
          </a:ln>
        </p:spPr>
      </p:sp>
      <p:sp>
        <p:nvSpPr>
          <p:cNvPr id="18" name="Shape 15"/>
          <p:cNvSpPr/>
          <p:nvPr/>
        </p:nvSpPr>
        <p:spPr>
          <a:xfrm>
            <a:off x="6537960" y="1554480"/>
            <a:ext cx="5102352" cy="1325880"/>
          </a:xfrm>
          <a:prstGeom prst="roundRect">
            <a:avLst>
              <a:gd name="adj" fmla="val 8276"/>
            </a:avLst>
          </a:prstGeom>
          <a:solidFill>
            <a:schemeClr val="accent3">
              <a:alpha val="10000"/>
            </a:schemeClr>
          </a:solidFill>
          <a:ln w="19050">
            <a:solidFill>
              <a:srgbClr val="2E7D4F"/>
            </a:solidFill>
            <a:prstDash val="solid"/>
          </a:ln>
        </p:spPr>
      </p:sp>
      <p:pic>
        <p:nvPicPr>
          <p:cNvPr id="19" name="Image 0" descr="person walking">    </p:cNvPr>
          <p:cNvPicPr>
            <a:picLocks noChangeAspect="1"/>
          </p:cNvPicPr>
          <p:nvPr/>
        </p:nvPicPr>
        <p:blipFill>
          <a:blip r:embed="rId1"/>
          <a:stretch>
            <a:fillRect/>
          </a:stretch>
        </p:blipFill>
        <p:spPr>
          <a:xfrm>
            <a:off x="6720840" y="1828800"/>
            <a:ext cx="777240" cy="777240"/>
          </a:xfrm>
          <a:prstGeom prst="rect">
            <a:avLst/>
          </a:prstGeom>
        </p:spPr>
      </p:pic>
      <p:sp>
        <p:nvSpPr>
          <p:cNvPr id="20" name="Text 16"/>
          <p:cNvSpPr txBox="1"/>
          <p:nvPr/>
        </p:nvSpPr>
        <p:spPr>
          <a:xfrm>
            <a:off x="7818120" y="1627632"/>
            <a:ext cx="3657600" cy="384048"/>
          </a:xfrm>
          <a:prstGeom prst="rect">
            <a:avLst/>
          </a:prstGeom>
          <a:noFill/>
          <a:ln/>
        </p:spPr>
        <p:txBody>
          <a:bodyPr wrap="square" lIns="0" tIns="0" rIns="0" bIns="0" rtlCol="0" anchor="ctr"/>
          <a:lstStyle/>
          <a:p>
            <a:pPr algn="l" indent="0" marL="0">
              <a:buNone/>
            </a:pPr>
            <a:r>
              <a:rPr lang="en-US" sz="1600" b="1" dirty="0">
                <a:solidFill>
                  <a:schemeClr val="accent3"/>
                </a:solidFill>
              </a:rPr>
              <a:t>déplacement vers un lieu</a:t>
            </a:r>
            <a:endParaRPr lang="en-US" sz="1600" dirty="0"/>
          </a:p>
        </p:txBody>
      </p:sp>
      <p:sp>
        <p:nvSpPr>
          <p:cNvPr id="21" name="Text 17"/>
          <p:cNvSpPr txBox="1"/>
          <p:nvPr/>
        </p:nvSpPr>
        <p:spPr>
          <a:xfrm>
            <a:off x="7818120" y="2011680"/>
            <a:ext cx="3703320" cy="822960"/>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chemeClr val="tx1"/>
                </a:solidFill>
              </a:rPr>
              <a:t>ben</a:t>
            </a:r>
            <a:r>
              <a:rPr lang="en-US" sz="1600" i="1" dirty="0">
                <a:solidFill>
                  <a:schemeClr val="tx1"/>
                </a:solidFill>
              </a:rPr>
              <a:t> naar Gent gegaan. · Hij </a:t>
            </a:r>
            <a:r>
              <a:rPr lang="en-US" sz="1600" b="1" i="1" dirty="0">
                <a:solidFill>
                  <a:schemeClr val="tx1"/>
                </a:solidFill>
              </a:rPr>
              <a:t>is</a:t>
            </a:r>
            <a:r>
              <a:rPr lang="en-US" sz="1600" i="1" dirty="0">
                <a:solidFill>
                  <a:schemeClr val="tx1"/>
                </a:solidFill>
              </a:rPr>
              <a:t> gekomen. · We </a:t>
            </a:r>
            <a:r>
              <a:rPr lang="en-US" sz="1600" b="1" i="1" dirty="0">
                <a:solidFill>
                  <a:schemeClr val="tx1"/>
                </a:solidFill>
              </a:rPr>
              <a:t>zijn</a:t>
            </a:r>
            <a:r>
              <a:rPr lang="en-US" sz="1600" i="1" dirty="0">
                <a:solidFill>
                  <a:schemeClr val="tx1"/>
                </a:solidFill>
              </a:rPr>
              <a:t> vertrokken.</a:t>
            </a:r>
            <a:endParaRPr lang="en-US" sz="1600" dirty="0"/>
          </a:p>
        </p:txBody>
      </p:sp>
      <p:sp>
        <p:nvSpPr>
          <p:cNvPr id="22" name="Shape 18"/>
          <p:cNvSpPr/>
          <p:nvPr/>
        </p:nvSpPr>
        <p:spPr>
          <a:xfrm>
            <a:off x="6537960" y="2999232"/>
            <a:ext cx="5102352" cy="1325880"/>
          </a:xfrm>
          <a:prstGeom prst="roundRect">
            <a:avLst>
              <a:gd name="adj" fmla="val 8276"/>
            </a:avLst>
          </a:prstGeom>
          <a:solidFill>
            <a:schemeClr val="accent3">
              <a:alpha val="10000"/>
            </a:schemeClr>
          </a:solidFill>
          <a:ln w="19050">
            <a:solidFill>
              <a:srgbClr val="2E7D4F"/>
            </a:solidFill>
            <a:prstDash val="solid"/>
          </a:ln>
        </p:spPr>
      </p:sp>
      <p:pic>
        <p:nvPicPr>
          <p:cNvPr id="23" name="Image 1" descr="bug">    </p:cNvPr>
          <p:cNvPicPr>
            <a:picLocks noChangeAspect="1"/>
          </p:cNvPicPr>
          <p:nvPr/>
        </p:nvPicPr>
        <p:blipFill>
          <a:blip r:embed="rId2"/>
          <a:stretch>
            <a:fillRect/>
          </a:stretch>
        </p:blipFill>
        <p:spPr>
          <a:xfrm>
            <a:off x="6629400" y="3456432"/>
            <a:ext cx="411480" cy="411480"/>
          </a:xfrm>
          <a:prstGeom prst="rect">
            <a:avLst/>
          </a:prstGeom>
        </p:spPr>
      </p:pic>
      <p:pic>
        <p:nvPicPr>
          <p:cNvPr id="24" name="Image 2" descr="butterfly">    </p:cNvPr>
          <p:cNvPicPr>
            <a:picLocks noChangeAspect="1"/>
          </p:cNvPicPr>
          <p:nvPr/>
        </p:nvPicPr>
        <p:blipFill>
          <a:blip r:embed="rId3"/>
          <a:stretch>
            <a:fillRect/>
          </a:stretch>
        </p:blipFill>
        <p:spPr>
          <a:xfrm>
            <a:off x="7040880" y="3273552"/>
            <a:ext cx="685800" cy="685800"/>
          </a:xfrm>
          <a:prstGeom prst="rect">
            <a:avLst/>
          </a:prstGeom>
        </p:spPr>
      </p:pic>
      <p:sp>
        <p:nvSpPr>
          <p:cNvPr id="25" name="Text 19"/>
          <p:cNvSpPr txBox="1"/>
          <p:nvPr/>
        </p:nvSpPr>
        <p:spPr>
          <a:xfrm>
            <a:off x="7818120" y="3072384"/>
            <a:ext cx="3657600" cy="384048"/>
          </a:xfrm>
          <a:prstGeom prst="rect">
            <a:avLst/>
          </a:prstGeom>
          <a:noFill/>
          <a:ln/>
        </p:spPr>
        <p:txBody>
          <a:bodyPr wrap="square" lIns="0" tIns="0" rIns="0" bIns="0" rtlCol="0" anchor="ctr"/>
          <a:lstStyle/>
          <a:p>
            <a:pPr algn="l" indent="0" marL="0">
              <a:buNone/>
            </a:pPr>
            <a:r>
              <a:rPr lang="en-US" sz="1600" b="1" dirty="0">
                <a:solidFill>
                  <a:schemeClr val="accent3"/>
                </a:solidFill>
              </a:rPr>
              <a:t>changement</a:t>
            </a:r>
            <a:endParaRPr lang="en-US" sz="1600" dirty="0"/>
          </a:p>
        </p:txBody>
      </p:sp>
      <p:sp>
        <p:nvSpPr>
          <p:cNvPr id="26" name="Text 20"/>
          <p:cNvSpPr txBox="1"/>
          <p:nvPr/>
        </p:nvSpPr>
        <p:spPr>
          <a:xfrm>
            <a:off x="7818120" y="3456432"/>
            <a:ext cx="3703320" cy="822960"/>
          </a:xfrm>
          <a:prstGeom prst="rect">
            <a:avLst/>
          </a:prstGeom>
          <a:noFill/>
          <a:ln/>
        </p:spPr>
        <p:txBody>
          <a:bodyPr wrap="square" lIns="0" tIns="0" rIns="0" bIns="0" rtlCol="0" anchor="ctr"/>
          <a:lstStyle/>
          <a:p>
            <a:pPr algn="l" indent="0" marL="0">
              <a:buNone/>
            </a:pPr>
            <a:r>
              <a:rPr lang="en-US" sz="1600" i="1" dirty="0">
                <a:solidFill>
                  <a:schemeClr val="tx1"/>
                </a:solidFill>
              </a:rPr>
              <a:t>Ze </a:t>
            </a:r>
            <a:r>
              <a:rPr lang="en-US" sz="1600" b="1" i="1" dirty="0">
                <a:solidFill>
                  <a:schemeClr val="tx1"/>
                </a:solidFill>
              </a:rPr>
              <a:t>is</a:t>
            </a:r>
            <a:r>
              <a:rPr lang="en-US" sz="1600" i="1" dirty="0">
                <a:solidFill>
                  <a:schemeClr val="tx1"/>
                </a:solidFill>
              </a:rPr>
              <a:t> opgestaan. · Hij </a:t>
            </a:r>
            <a:r>
              <a:rPr lang="en-US" sz="1600" b="1" i="1" dirty="0">
                <a:solidFill>
                  <a:schemeClr val="tx1"/>
                </a:solidFill>
              </a:rPr>
              <a:t>is</a:t>
            </a:r>
            <a:r>
              <a:rPr lang="en-US" sz="1600" i="1" dirty="0">
                <a:solidFill>
                  <a:schemeClr val="tx1"/>
                </a:solidFill>
              </a:rPr>
              <a:t> ziek geworden. · Ik </a:t>
            </a:r>
            <a:r>
              <a:rPr lang="en-US" sz="1600" b="1" i="1" dirty="0">
                <a:solidFill>
                  <a:schemeClr val="tx1"/>
                </a:solidFill>
              </a:rPr>
              <a:t>ben</a:t>
            </a:r>
            <a:r>
              <a:rPr lang="en-US" sz="1600" i="1" dirty="0">
                <a:solidFill>
                  <a:schemeClr val="tx1"/>
                </a:solidFill>
              </a:rPr>
              <a:t> geslaagd.</a:t>
            </a:r>
            <a:endParaRPr lang="en-US" sz="1600" dirty="0"/>
          </a:p>
        </p:txBody>
      </p:sp>
      <p:sp>
        <p:nvSpPr>
          <p:cNvPr id="27" name="Shape 21"/>
          <p:cNvSpPr/>
          <p:nvPr/>
        </p:nvSpPr>
        <p:spPr>
          <a:xfrm>
            <a:off x="6537960" y="4443984"/>
            <a:ext cx="5102352" cy="1325880"/>
          </a:xfrm>
          <a:prstGeom prst="roundRect">
            <a:avLst>
              <a:gd name="adj" fmla="val 8276"/>
            </a:avLst>
          </a:prstGeom>
          <a:solidFill>
            <a:schemeClr val="accent3">
              <a:alpha val="10000"/>
            </a:schemeClr>
          </a:solidFill>
          <a:ln w="19050">
            <a:solidFill>
              <a:srgbClr val="2E7D4F"/>
            </a:solidFill>
            <a:prstDash val="solid"/>
          </a:ln>
        </p:spPr>
      </p:sp>
      <p:pic>
        <p:nvPicPr>
          <p:cNvPr id="28" name="Image 3" descr="anchor">    </p:cNvPr>
          <p:cNvPicPr>
            <a:picLocks noChangeAspect="1"/>
          </p:cNvPicPr>
          <p:nvPr/>
        </p:nvPicPr>
        <p:blipFill>
          <a:blip r:embed="rId4"/>
          <a:stretch>
            <a:fillRect/>
          </a:stretch>
        </p:blipFill>
        <p:spPr>
          <a:xfrm>
            <a:off x="6720840" y="4718304"/>
            <a:ext cx="777240" cy="777240"/>
          </a:xfrm>
          <a:prstGeom prst="rect">
            <a:avLst/>
          </a:prstGeom>
        </p:spPr>
      </p:pic>
      <p:sp>
        <p:nvSpPr>
          <p:cNvPr id="29" name="Text 22"/>
          <p:cNvSpPr txBox="1"/>
          <p:nvPr/>
        </p:nvSpPr>
        <p:spPr>
          <a:xfrm>
            <a:off x="7818120" y="4517136"/>
            <a:ext cx="3657600" cy="384048"/>
          </a:xfrm>
          <a:prstGeom prst="rect">
            <a:avLst/>
          </a:prstGeom>
          <a:noFill/>
          <a:ln/>
        </p:spPr>
        <p:txBody>
          <a:bodyPr wrap="square" lIns="0" tIns="0" rIns="0" bIns="0" rtlCol="0" anchor="ctr"/>
          <a:lstStyle/>
          <a:p>
            <a:pPr algn="l" indent="0" marL="0">
              <a:buNone/>
            </a:pPr>
            <a:r>
              <a:rPr lang="en-US" sz="1600" b="1" dirty="0">
                <a:solidFill>
                  <a:schemeClr val="accent3"/>
                </a:solidFill>
              </a:rPr>
              <a:t>rester · être</a:t>
            </a:r>
            <a:endParaRPr lang="en-US" sz="1600" dirty="0"/>
          </a:p>
        </p:txBody>
      </p:sp>
      <p:sp>
        <p:nvSpPr>
          <p:cNvPr id="30" name="Text 23"/>
          <p:cNvSpPr txBox="1"/>
          <p:nvPr/>
        </p:nvSpPr>
        <p:spPr>
          <a:xfrm>
            <a:off x="7818120" y="4901184"/>
            <a:ext cx="3703320" cy="822960"/>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chemeClr val="tx1"/>
                </a:solidFill>
              </a:rPr>
              <a:t>ben</a:t>
            </a:r>
            <a:r>
              <a:rPr lang="en-US" sz="1600" i="1" dirty="0">
                <a:solidFill>
                  <a:schemeClr val="tx1"/>
                </a:solidFill>
              </a:rPr>
              <a:t> thuis gebleven. · Ik </a:t>
            </a:r>
            <a:r>
              <a:rPr lang="en-US" sz="1600" b="1" i="1" dirty="0">
                <a:solidFill>
                  <a:schemeClr val="tx1"/>
                </a:solidFill>
              </a:rPr>
              <a:t>ben</a:t>
            </a:r>
            <a:r>
              <a:rPr lang="en-US" sz="1600" i="1" dirty="0">
                <a:solidFill>
                  <a:schemeClr val="tx1"/>
                </a:solidFill>
              </a:rPr>
              <a:t> in Parijs geweest.</a:t>
            </a:r>
            <a:endParaRPr lang="en-US" sz="1600" dirty="0"/>
          </a:p>
        </p:txBody>
      </p:sp>
      <p:sp>
        <p:nvSpPr>
          <p:cNvPr id="31" name="Shape 24"/>
          <p:cNvSpPr/>
          <p:nvPr/>
        </p:nvSpPr>
        <p:spPr>
          <a:xfrm flipV="1">
            <a:off x="6355080" y="2194560"/>
            <a:ext cx="155448" cy="1280160"/>
          </a:xfrm>
          <a:prstGeom prst="line">
            <a:avLst/>
          </a:prstGeom>
          <a:noFill/>
          <a:ln w="19050">
            <a:solidFill>
              <a:srgbClr val="2E7D4F"/>
            </a:solidFill>
            <a:prstDash val="solid"/>
          </a:ln>
        </p:spPr>
      </p:sp>
      <p:sp>
        <p:nvSpPr>
          <p:cNvPr id="32" name="Shape 25"/>
          <p:cNvSpPr/>
          <p:nvPr/>
        </p:nvSpPr>
        <p:spPr>
          <a:xfrm>
            <a:off x="6355080" y="3474720"/>
            <a:ext cx="155448" cy="137160"/>
          </a:xfrm>
          <a:prstGeom prst="line">
            <a:avLst/>
          </a:prstGeom>
          <a:noFill/>
          <a:ln w="19050">
            <a:solidFill>
              <a:srgbClr val="2E7D4F"/>
            </a:solidFill>
            <a:prstDash val="solid"/>
          </a:ln>
        </p:spPr>
      </p:sp>
      <p:sp>
        <p:nvSpPr>
          <p:cNvPr id="33" name="Shape 26"/>
          <p:cNvSpPr/>
          <p:nvPr/>
        </p:nvSpPr>
        <p:spPr>
          <a:xfrm>
            <a:off x="6355080" y="3474720"/>
            <a:ext cx="155448" cy="1554480"/>
          </a:xfrm>
          <a:prstGeom prst="line">
            <a:avLst/>
          </a:prstGeom>
          <a:noFill/>
          <a:ln w="19050">
            <a:solidFill>
              <a:srgbClr val="2E7D4F"/>
            </a:solidFill>
            <a:prstDash val="solid"/>
          </a:ln>
        </p:spPr>
      </p:sp>
      <p:sp>
        <p:nvSpPr>
          <p:cNvPr id="34" name="Text 27"/>
          <p:cNvSpPr txBox="1"/>
          <p:nvPr/>
        </p:nvSpPr>
        <p:spPr>
          <a:xfrm>
            <a:off x="548640" y="5943600"/>
            <a:ext cx="11091672" cy="347472"/>
          </a:xfrm>
          <a:prstGeom prst="rect">
            <a:avLst/>
          </a:prstGeom>
          <a:noFill/>
          <a:ln/>
        </p:spPr>
        <p:txBody>
          <a:bodyPr wrap="square" lIns="0" tIns="0" rIns="0" bIns="0" rtlCol="0" anchor="t"/>
          <a:lstStyle/>
          <a:p>
            <a:pPr algn="ctr" indent="0" marL="0">
              <a:buNone/>
            </a:pPr>
            <a:r>
              <a:rPr lang="en-US" sz="1500" i="1" dirty="0">
                <a:solidFill>
                  <a:schemeClr val="accent5"/>
                </a:solidFill>
              </a:rPr>
              <a:t>Comme en français : « je </a:t>
            </a:r>
            <a:r>
              <a:rPr lang="en-US" sz="1500" b="1" i="1" dirty="0">
                <a:solidFill>
                  <a:schemeClr val="accent5"/>
                </a:solidFill>
              </a:rPr>
              <a:t>suis</a:t>
            </a:r>
            <a:r>
              <a:rPr lang="en-US" sz="1500" i="1" dirty="0">
                <a:solidFill>
                  <a:schemeClr val="accent5"/>
                </a:solidFill>
              </a:rPr>
              <a:t> allé, je </a:t>
            </a:r>
            <a:r>
              <a:rPr lang="en-US" sz="1500" b="1" i="1" dirty="0">
                <a:solidFill>
                  <a:schemeClr val="accent5"/>
                </a:solidFill>
              </a:rPr>
              <a:t>suis</a:t>
            </a:r>
            <a:r>
              <a:rPr lang="en-US" sz="1500" i="1" dirty="0">
                <a:solidFill>
                  <a:schemeClr val="accent5"/>
                </a:solidFill>
              </a:rPr>
              <a:t> parti ». Les différences : diapo suivante.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 j’ai été », « j’ai commencé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4023360"/>
          </a:xfrm>
          <a:prstGeom prst="roundRect">
            <a:avLst>
              <a:gd name="adj" fmla="val 1818"/>
            </a:avLst>
          </a:prstGeom>
          <a:solidFill>
            <a:schemeClr val="accent6">
              <a:alpha val="6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pic>
        <p:nvPicPr>
          <p:cNvPr id="7" name="Image 0" descr="face with thermometer">    </p:cNvPr>
          <p:cNvPicPr>
            <a:picLocks noChangeAspect="1"/>
          </p:cNvPicPr>
          <p:nvPr/>
        </p:nvPicPr>
        <p:blipFill>
          <a:blip r:embed="rId1"/>
          <a:stretch>
            <a:fillRect/>
          </a:stretch>
        </p:blipFill>
        <p:spPr>
          <a:xfrm>
            <a:off x="777240" y="2240280"/>
            <a:ext cx="731520" cy="731520"/>
          </a:xfrm>
          <a:prstGeom prst="rect">
            <a:avLst/>
          </a:prstGeom>
        </p:spPr>
      </p:pic>
      <p:sp>
        <p:nvSpPr>
          <p:cNvPr id="8" name="Text 4"/>
          <p:cNvSpPr txBox="1"/>
          <p:nvPr/>
        </p:nvSpPr>
        <p:spPr>
          <a:xfrm>
            <a:off x="1645920" y="2148840"/>
            <a:ext cx="3154680" cy="914400"/>
          </a:xfrm>
          <a:prstGeom prst="rect">
            <a:avLst/>
          </a:prstGeom>
          <a:noFill/>
          <a:ln/>
        </p:spPr>
        <p:txBody>
          <a:bodyPr wrap="square" lIns="0" tIns="0" rIns="0" bIns="0" rtlCol="0" anchor="ctr"/>
          <a:lstStyle/>
          <a:p>
            <a:pPr algn="l" indent="0" marL="0">
              <a:buNone/>
            </a:pPr>
            <a:r>
              <a:rPr lang="en-US" sz="1700" dirty="0">
                <a:solidFill>
                  <a:schemeClr val="tx1"/>
                </a:solidFill>
              </a:rPr>
              <a:t>« J’</a:t>
            </a:r>
            <a:r>
              <a:rPr lang="en-US" sz="1700" b="1" strike="sngStrike" dirty="0">
                <a:solidFill>
                  <a:schemeClr val="accent6"/>
                </a:solidFill>
              </a:rPr>
              <a:t>ai</a:t>
            </a:r>
            <a:r>
              <a:rPr lang="en-US" sz="1700" dirty="0">
                <a:solidFill>
                  <a:schemeClr val="tx1"/>
                </a:solidFill>
              </a:rPr>
              <a:t> été malade. »</a:t>
            </a:r>
            <a:endParaRPr lang="en-US" sz="1700" dirty="0"/>
          </a:p>
        </p:txBody>
      </p:sp>
      <p:sp>
        <p:nvSpPr>
          <p:cNvPr id="9" name="Text 5"/>
          <p:cNvSpPr txBox="1"/>
          <p:nvPr/>
        </p:nvSpPr>
        <p:spPr>
          <a:xfrm>
            <a:off x="4892040" y="2148840"/>
            <a:ext cx="2788920" cy="914400"/>
          </a:xfrm>
          <a:prstGeom prst="rect">
            <a:avLst/>
          </a:prstGeom>
          <a:noFill/>
          <a:ln/>
        </p:spPr>
        <p:txBody>
          <a:bodyPr wrap="square" lIns="0" tIns="0" rIns="0" bIns="0" rtlCol="0" anchor="ctr"/>
          <a:lstStyle/>
          <a:p>
            <a:pPr algn="l" indent="0" marL="0">
              <a:buNone/>
            </a:pPr>
            <a:r>
              <a:rPr lang="en-US" sz="1400" dirty="0">
                <a:solidFill>
                  <a:schemeClr val="accent6"/>
                </a:solidFill>
              </a:rPr>
              <a:t>✗ </a:t>
            </a:r>
            <a:r>
              <a:rPr lang="en-US" sz="1400" i="1" strike="sngStrike" dirty="0">
                <a:solidFill>
                  <a:schemeClr val="accent6"/>
                </a:solidFill>
              </a:rPr>
              <a:t>Ik heb ziek geweest.</a:t>
            </a:r>
            <a:endParaRPr lang="en-US" sz="1400" dirty="0"/>
          </a:p>
        </p:txBody>
      </p:sp>
      <p:sp>
        <p:nvSpPr>
          <p:cNvPr id="10" name="Shape 6"/>
          <p:cNvSpPr/>
          <p:nvPr/>
        </p:nvSpPr>
        <p:spPr>
          <a:xfrm>
            <a:off x="7726680" y="2606040"/>
            <a:ext cx="320040" cy="914"/>
          </a:xfrm>
          <a:prstGeom prst="line">
            <a:avLst/>
          </a:prstGeom>
          <a:noFill/>
          <a:ln w="25400">
            <a:solidFill>
              <a:srgbClr val="2E7D4F"/>
            </a:solidFill>
            <a:prstDash val="solid"/>
            <a:tailEnd type="triangle"/>
          </a:ln>
        </p:spPr>
      </p:sp>
      <p:sp>
        <p:nvSpPr>
          <p:cNvPr id="11" name="Shape 7"/>
          <p:cNvSpPr/>
          <p:nvPr/>
        </p:nvSpPr>
        <p:spPr>
          <a:xfrm>
            <a:off x="8092440" y="2240280"/>
            <a:ext cx="3383280" cy="731520"/>
          </a:xfrm>
          <a:prstGeom prst="roundRect">
            <a:avLst>
              <a:gd name="adj" fmla="val 12500"/>
            </a:avLst>
          </a:prstGeom>
          <a:solidFill>
            <a:schemeClr val="accent3">
              <a:alpha val="12000"/>
            </a:schemeClr>
          </a:solidFill>
          <a:ln w="19050">
            <a:solidFill>
              <a:srgbClr val="2E7D4F"/>
            </a:solidFill>
            <a:prstDash val="solid"/>
          </a:ln>
        </p:spPr>
      </p:sp>
      <p:sp>
        <p:nvSpPr>
          <p:cNvPr id="12" name="Text 8"/>
          <p:cNvSpPr txBox="1"/>
          <p:nvPr/>
        </p:nvSpPr>
        <p:spPr>
          <a:xfrm>
            <a:off x="8183880" y="2240280"/>
            <a:ext cx="3246120" cy="731520"/>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Ik </a:t>
            </a:r>
            <a:r>
              <a:rPr lang="en-US" sz="1700" b="1" i="1" dirty="0">
                <a:solidFill>
                  <a:schemeClr val="accent6"/>
                </a:solidFill>
              </a:rPr>
              <a:t>ben</a:t>
            </a:r>
            <a:r>
              <a:rPr lang="en-US" sz="1700" i="1" dirty="0">
                <a:solidFill>
                  <a:schemeClr val="tx1"/>
                </a:solidFill>
              </a:rPr>
              <a:t> ziek </a:t>
            </a:r>
            <a:r>
              <a:rPr lang="en-US" sz="1700" b="1" i="1" dirty="0">
                <a:solidFill>
                  <a:schemeClr val="tx1"/>
                </a:solidFill>
              </a:rPr>
              <a:t>geweest</a:t>
            </a:r>
            <a:r>
              <a:rPr lang="en-US" sz="1700" i="1" dirty="0">
                <a:solidFill>
                  <a:schemeClr val="tx1"/>
                </a:solidFill>
              </a:rPr>
              <a:t>.</a:t>
            </a:r>
            <a:endParaRPr lang="en-US" sz="1700" dirty="0"/>
          </a:p>
        </p:txBody>
      </p:sp>
      <p:pic>
        <p:nvPicPr>
          <p:cNvPr id="13" name="Image 1" descr="alarm clock">    </p:cNvPr>
          <p:cNvPicPr>
            <a:picLocks noChangeAspect="1"/>
          </p:cNvPicPr>
          <p:nvPr/>
        </p:nvPicPr>
        <p:blipFill>
          <a:blip r:embed="rId2"/>
          <a:stretch>
            <a:fillRect/>
          </a:stretch>
        </p:blipFill>
        <p:spPr>
          <a:xfrm>
            <a:off x="777240" y="3337560"/>
            <a:ext cx="731520" cy="731520"/>
          </a:xfrm>
          <a:prstGeom prst="rect">
            <a:avLst/>
          </a:prstGeom>
        </p:spPr>
      </p:pic>
      <p:sp>
        <p:nvSpPr>
          <p:cNvPr id="14" name="Text 9"/>
          <p:cNvSpPr txBox="1"/>
          <p:nvPr/>
        </p:nvSpPr>
        <p:spPr>
          <a:xfrm>
            <a:off x="1645920" y="3246120"/>
            <a:ext cx="3154680" cy="914400"/>
          </a:xfrm>
          <a:prstGeom prst="rect">
            <a:avLst/>
          </a:prstGeom>
          <a:noFill/>
          <a:ln/>
        </p:spPr>
        <p:txBody>
          <a:bodyPr wrap="square" lIns="0" tIns="0" rIns="0" bIns="0" rtlCol="0" anchor="ctr"/>
          <a:lstStyle/>
          <a:p>
            <a:pPr algn="l" indent="0" marL="0">
              <a:buNone/>
            </a:pPr>
            <a:r>
              <a:rPr lang="en-US" sz="1700" dirty="0">
                <a:solidFill>
                  <a:schemeClr val="tx1"/>
                </a:solidFill>
              </a:rPr>
              <a:t>« J’</a:t>
            </a:r>
            <a:r>
              <a:rPr lang="en-US" sz="1700" b="1" strike="sngStrike" dirty="0">
                <a:solidFill>
                  <a:schemeClr val="accent6"/>
                </a:solidFill>
              </a:rPr>
              <a:t>ai</a:t>
            </a:r>
            <a:r>
              <a:rPr lang="en-US" sz="1700" dirty="0">
                <a:solidFill>
                  <a:schemeClr val="tx1"/>
                </a:solidFill>
              </a:rPr>
              <a:t> commencé à 9 h. »</a:t>
            </a:r>
            <a:endParaRPr lang="en-US" sz="1700" dirty="0"/>
          </a:p>
        </p:txBody>
      </p:sp>
      <p:sp>
        <p:nvSpPr>
          <p:cNvPr id="15" name="Text 10"/>
          <p:cNvSpPr txBox="1"/>
          <p:nvPr/>
        </p:nvSpPr>
        <p:spPr>
          <a:xfrm>
            <a:off x="4892040" y="3246120"/>
            <a:ext cx="2788920" cy="914400"/>
          </a:xfrm>
          <a:prstGeom prst="rect">
            <a:avLst/>
          </a:prstGeom>
          <a:noFill/>
          <a:ln/>
        </p:spPr>
        <p:txBody>
          <a:bodyPr wrap="square" lIns="0" tIns="0" rIns="0" bIns="0" rtlCol="0" anchor="ctr"/>
          <a:lstStyle/>
          <a:p>
            <a:pPr algn="l" indent="0" marL="0">
              <a:buNone/>
            </a:pPr>
            <a:r>
              <a:rPr lang="en-US" sz="1400" dirty="0">
                <a:solidFill>
                  <a:schemeClr val="accent6"/>
                </a:solidFill>
              </a:rPr>
              <a:t>✗ </a:t>
            </a:r>
            <a:r>
              <a:rPr lang="en-US" sz="1400" i="1" strike="sngStrike" dirty="0">
                <a:solidFill>
                  <a:schemeClr val="accent6"/>
                </a:solidFill>
              </a:rPr>
              <a:t>Ik heb om 9 uur begonnen.</a:t>
            </a:r>
            <a:endParaRPr lang="en-US" sz="1400" dirty="0"/>
          </a:p>
        </p:txBody>
      </p:sp>
      <p:sp>
        <p:nvSpPr>
          <p:cNvPr id="16" name="Shape 11"/>
          <p:cNvSpPr/>
          <p:nvPr/>
        </p:nvSpPr>
        <p:spPr>
          <a:xfrm>
            <a:off x="7726680" y="3703320"/>
            <a:ext cx="320040" cy="914"/>
          </a:xfrm>
          <a:prstGeom prst="line">
            <a:avLst/>
          </a:prstGeom>
          <a:noFill/>
          <a:ln w="25400">
            <a:solidFill>
              <a:srgbClr val="2E7D4F"/>
            </a:solidFill>
            <a:prstDash val="solid"/>
            <a:tailEnd type="triangle"/>
          </a:ln>
        </p:spPr>
      </p:sp>
      <p:sp>
        <p:nvSpPr>
          <p:cNvPr id="17" name="Shape 12"/>
          <p:cNvSpPr/>
          <p:nvPr/>
        </p:nvSpPr>
        <p:spPr>
          <a:xfrm>
            <a:off x="8092440" y="3337560"/>
            <a:ext cx="3383280" cy="731520"/>
          </a:xfrm>
          <a:prstGeom prst="roundRect">
            <a:avLst>
              <a:gd name="adj" fmla="val 12500"/>
            </a:avLst>
          </a:prstGeom>
          <a:solidFill>
            <a:schemeClr val="accent3">
              <a:alpha val="12000"/>
            </a:schemeClr>
          </a:solidFill>
          <a:ln w="19050">
            <a:solidFill>
              <a:srgbClr val="2E7D4F"/>
            </a:solidFill>
            <a:prstDash val="solid"/>
          </a:ln>
        </p:spPr>
      </p:sp>
      <p:sp>
        <p:nvSpPr>
          <p:cNvPr id="18" name="Text 13"/>
          <p:cNvSpPr txBox="1"/>
          <p:nvPr/>
        </p:nvSpPr>
        <p:spPr>
          <a:xfrm>
            <a:off x="8183880" y="3337560"/>
            <a:ext cx="3246120" cy="731520"/>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Ik </a:t>
            </a:r>
            <a:r>
              <a:rPr lang="en-US" sz="1700" b="1" i="1" dirty="0">
                <a:solidFill>
                  <a:schemeClr val="accent6"/>
                </a:solidFill>
              </a:rPr>
              <a:t>ben</a:t>
            </a:r>
            <a:r>
              <a:rPr lang="en-US" sz="1700" i="1" dirty="0">
                <a:solidFill>
                  <a:schemeClr val="tx1"/>
                </a:solidFill>
              </a:rPr>
              <a:t> om 9 uur </a:t>
            </a:r>
            <a:r>
              <a:rPr lang="en-US" sz="1700" b="1" i="1" dirty="0">
                <a:solidFill>
                  <a:schemeClr val="tx1"/>
                </a:solidFill>
              </a:rPr>
              <a:t>begonnen</a:t>
            </a:r>
            <a:r>
              <a:rPr lang="en-US" sz="1700" i="1" dirty="0">
                <a:solidFill>
                  <a:schemeClr val="tx1"/>
                </a:solidFill>
              </a:rPr>
              <a:t>.</a:t>
            </a:r>
            <a:endParaRPr lang="en-US" sz="1700" dirty="0"/>
          </a:p>
        </p:txBody>
      </p:sp>
      <p:pic>
        <p:nvPicPr>
          <p:cNvPr id="19" name="Image 2" descr="graduation cap">    </p:cNvPr>
          <p:cNvPicPr>
            <a:picLocks noChangeAspect="1"/>
          </p:cNvPicPr>
          <p:nvPr/>
        </p:nvPicPr>
        <p:blipFill>
          <a:blip r:embed="rId3"/>
          <a:stretch>
            <a:fillRect/>
          </a:stretch>
        </p:blipFill>
        <p:spPr>
          <a:xfrm>
            <a:off x="777240" y="4434840"/>
            <a:ext cx="731520" cy="731520"/>
          </a:xfrm>
          <a:prstGeom prst="rect">
            <a:avLst/>
          </a:prstGeom>
        </p:spPr>
      </p:pic>
      <p:sp>
        <p:nvSpPr>
          <p:cNvPr id="20" name="Text 14"/>
          <p:cNvSpPr txBox="1"/>
          <p:nvPr/>
        </p:nvSpPr>
        <p:spPr>
          <a:xfrm>
            <a:off x="1645920" y="4343400"/>
            <a:ext cx="3154680" cy="914400"/>
          </a:xfrm>
          <a:prstGeom prst="rect">
            <a:avLst/>
          </a:prstGeom>
          <a:noFill/>
          <a:ln/>
        </p:spPr>
        <p:txBody>
          <a:bodyPr wrap="square" lIns="0" tIns="0" rIns="0" bIns="0" rtlCol="0" anchor="ctr"/>
          <a:lstStyle/>
          <a:p>
            <a:pPr algn="l" indent="0" marL="0">
              <a:buNone/>
            </a:pPr>
            <a:r>
              <a:rPr lang="en-US" sz="1700" dirty="0">
                <a:solidFill>
                  <a:schemeClr val="tx1"/>
                </a:solidFill>
              </a:rPr>
              <a:t>« J’</a:t>
            </a:r>
            <a:r>
              <a:rPr lang="en-US" sz="1700" b="1" strike="sngStrike" dirty="0">
                <a:solidFill>
                  <a:schemeClr val="accent6"/>
                </a:solidFill>
              </a:rPr>
              <a:t>ai</a:t>
            </a:r>
            <a:r>
              <a:rPr lang="en-US" sz="1700" dirty="0">
                <a:solidFill>
                  <a:schemeClr val="tx1"/>
                </a:solidFill>
              </a:rPr>
              <a:t> réussi l’examen. »</a:t>
            </a:r>
            <a:endParaRPr lang="en-US" sz="1700" dirty="0"/>
          </a:p>
        </p:txBody>
      </p:sp>
      <p:sp>
        <p:nvSpPr>
          <p:cNvPr id="21" name="Text 15"/>
          <p:cNvSpPr txBox="1"/>
          <p:nvPr/>
        </p:nvSpPr>
        <p:spPr>
          <a:xfrm>
            <a:off x="4892040" y="4343400"/>
            <a:ext cx="2788920" cy="914400"/>
          </a:xfrm>
          <a:prstGeom prst="rect">
            <a:avLst/>
          </a:prstGeom>
          <a:noFill/>
          <a:ln/>
        </p:spPr>
        <p:txBody>
          <a:bodyPr wrap="square" lIns="0" tIns="0" rIns="0" bIns="0" rtlCol="0" anchor="ctr"/>
          <a:lstStyle/>
          <a:p>
            <a:pPr algn="l" indent="0" marL="0">
              <a:buNone/>
            </a:pPr>
            <a:r>
              <a:rPr lang="en-US" sz="1400" dirty="0">
                <a:solidFill>
                  <a:schemeClr val="accent6"/>
                </a:solidFill>
              </a:rPr>
              <a:t>✗ </a:t>
            </a:r>
            <a:r>
              <a:rPr lang="en-US" sz="1400" i="1" strike="sngStrike" dirty="0">
                <a:solidFill>
                  <a:schemeClr val="accent6"/>
                </a:solidFill>
              </a:rPr>
              <a:t>Ik heb voor het examen geslaagd.</a:t>
            </a:r>
            <a:endParaRPr lang="en-US" sz="1400" dirty="0"/>
          </a:p>
        </p:txBody>
      </p:sp>
      <p:sp>
        <p:nvSpPr>
          <p:cNvPr id="22" name="Shape 16"/>
          <p:cNvSpPr/>
          <p:nvPr/>
        </p:nvSpPr>
        <p:spPr>
          <a:xfrm>
            <a:off x="7726680" y="4800600"/>
            <a:ext cx="320040" cy="914"/>
          </a:xfrm>
          <a:prstGeom prst="line">
            <a:avLst/>
          </a:prstGeom>
          <a:noFill/>
          <a:ln w="25400">
            <a:solidFill>
              <a:srgbClr val="2E7D4F"/>
            </a:solidFill>
            <a:prstDash val="solid"/>
            <a:tailEnd type="triangle"/>
          </a:ln>
        </p:spPr>
      </p:sp>
      <p:sp>
        <p:nvSpPr>
          <p:cNvPr id="23" name="Shape 17"/>
          <p:cNvSpPr/>
          <p:nvPr/>
        </p:nvSpPr>
        <p:spPr>
          <a:xfrm>
            <a:off x="8092440" y="4434840"/>
            <a:ext cx="3383280" cy="731520"/>
          </a:xfrm>
          <a:prstGeom prst="roundRect">
            <a:avLst>
              <a:gd name="adj" fmla="val 12500"/>
            </a:avLst>
          </a:prstGeom>
          <a:solidFill>
            <a:schemeClr val="accent3">
              <a:alpha val="12000"/>
            </a:schemeClr>
          </a:solidFill>
          <a:ln w="19050">
            <a:solidFill>
              <a:srgbClr val="2E7D4F"/>
            </a:solidFill>
            <a:prstDash val="solid"/>
          </a:ln>
        </p:spPr>
      </p:sp>
      <p:sp>
        <p:nvSpPr>
          <p:cNvPr id="24" name="Text 18"/>
          <p:cNvSpPr txBox="1"/>
          <p:nvPr/>
        </p:nvSpPr>
        <p:spPr>
          <a:xfrm>
            <a:off x="8183880" y="4434840"/>
            <a:ext cx="3246120" cy="731520"/>
          </a:xfrm>
          <a:prstGeom prst="rect">
            <a:avLst/>
          </a:prstGeom>
          <a:noFill/>
          <a:ln/>
        </p:spPr>
        <p:txBody>
          <a:bodyPr wrap="square" lIns="0" tIns="0" rIns="0" bIns="0" rtlCol="0" anchor="ctr"/>
          <a:lstStyle/>
          <a:p>
            <a:pPr algn="l" indent="0" marL="0">
              <a:buNone/>
            </a:pPr>
            <a:r>
              <a:rPr lang="en-US" sz="1700" dirty="0">
                <a:solidFill>
                  <a:schemeClr val="tx1"/>
                </a:solidFill>
              </a:rPr>
              <a:t>✓ </a:t>
            </a:r>
            <a:r>
              <a:rPr lang="en-US" sz="1700" i="1" dirty="0">
                <a:solidFill>
                  <a:schemeClr val="tx1"/>
                </a:solidFill>
              </a:rPr>
              <a:t>Ik </a:t>
            </a:r>
            <a:r>
              <a:rPr lang="en-US" sz="1700" b="1" i="1" dirty="0">
                <a:solidFill>
                  <a:schemeClr val="accent6"/>
                </a:solidFill>
              </a:rPr>
              <a:t>ben</a:t>
            </a:r>
            <a:r>
              <a:rPr lang="en-US" sz="1700" i="1" dirty="0">
                <a:solidFill>
                  <a:schemeClr val="tx1"/>
                </a:solidFill>
              </a:rPr>
              <a:t> voor het examen </a:t>
            </a:r>
            <a:r>
              <a:rPr lang="en-US" sz="1700" b="1" i="1" dirty="0">
                <a:solidFill>
                  <a:schemeClr val="tx1"/>
                </a:solidFill>
              </a:rPr>
              <a:t>geslaagd</a:t>
            </a:r>
            <a:r>
              <a:rPr lang="en-US" sz="1700" i="1" dirty="0">
                <a:solidFill>
                  <a:schemeClr val="tx1"/>
                </a:solidFill>
              </a:rPr>
              <a:t>.</a:t>
            </a:r>
            <a:endParaRPr lang="en-US" sz="1700" dirty="0"/>
          </a:p>
        </p:txBody>
      </p:sp>
      <p:sp>
        <p:nvSpPr>
          <p:cNvPr id="25" name="Shape 19"/>
          <p:cNvSpPr/>
          <p:nvPr/>
        </p:nvSpPr>
        <p:spPr>
          <a:xfrm>
            <a:off x="548640" y="5715000"/>
            <a:ext cx="11091672" cy="566928"/>
          </a:xfrm>
          <a:prstGeom prst="roundRect">
            <a:avLst>
              <a:gd name="adj" fmla="val 12903"/>
            </a:avLst>
          </a:prstGeom>
          <a:solidFill>
            <a:schemeClr val="tx2"/>
          </a:solidFill>
          <a:ln w="12700">
            <a:solidFill>
              <a:srgbClr val="FFFFFF">
                <a:alpha val="0"/>
              </a:srgbClr>
            </a:solidFill>
            <a:prstDash val="solid"/>
          </a:ln>
        </p:spPr>
      </p:sp>
      <p:sp>
        <p:nvSpPr>
          <p:cNvPr id="26" name="Text 20"/>
          <p:cNvSpPr txBox="1"/>
          <p:nvPr/>
        </p:nvSpPr>
        <p:spPr>
          <a:xfrm>
            <a:off x="822960" y="5715000"/>
            <a:ext cx="10607040" cy="566928"/>
          </a:xfrm>
          <a:prstGeom prst="rect">
            <a:avLst/>
          </a:prstGeom>
          <a:noFill/>
          <a:ln/>
        </p:spPr>
        <p:txBody>
          <a:bodyPr wrap="square" lIns="0" tIns="0" rIns="0" bIns="0" rtlCol="0" anchor="ctr"/>
          <a:lstStyle/>
          <a:p>
            <a:pPr algn="l" indent="0" marL="0">
              <a:buNone/>
            </a:pPr>
            <a:r>
              <a:rPr lang="en-US" sz="1700" dirty="0">
                <a:solidFill>
                  <a:schemeClr val="bg1"/>
                </a:solidFill>
              </a:rPr>
              <a:t>« avoir » en français → </a:t>
            </a:r>
            <a:r>
              <a:rPr lang="en-US" sz="1700" b="1" i="1" dirty="0">
                <a:solidFill>
                  <a:schemeClr val="bg1"/>
                </a:solidFill>
              </a:rPr>
              <a:t>zijn</a:t>
            </a:r>
            <a:r>
              <a:rPr lang="en-US" sz="1700" dirty="0">
                <a:solidFill>
                  <a:schemeClr val="bg1"/>
                </a:solidFill>
              </a:rPr>
              <a:t> : </a:t>
            </a:r>
            <a:r>
              <a:rPr lang="en-US" sz="1700" i="1" dirty="0">
                <a:solidFill>
                  <a:schemeClr val="bg1"/>
                </a:solidFill>
              </a:rPr>
              <a:t>geweest · begonnen · geslaagd</a:t>
            </a:r>
            <a:r>
              <a:rPr lang="en-US" sz="1700" dirty="0">
                <a:solidFill>
                  <a:schemeClr val="bg1"/>
                </a:solidFill>
              </a:rPr>
              <a:t>. Répétez-les en chœur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mots du passé</a:t>
            </a:r>
            <a:endParaRPr lang="en-US" sz="3000" dirty="0"/>
          </a:p>
        </p:txBody>
      </p:sp>
      <p:sp>
        <p:nvSpPr>
          <p:cNvPr id="3" name="tag"/>
          <p:cNvSpPr/>
          <p:nvPr/>
        </p:nvSpPr>
        <p:spPr>
          <a:xfrm>
            <a:off x="548640" y="237744"/>
            <a:ext cx="1552651"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VOCABULAIRE</a:t>
            </a:r>
            <a:endParaRPr lang="en-US" sz="1200" dirty="0"/>
          </a:p>
        </p:txBody>
      </p:sp>
      <p:sp>
        <p:nvSpPr>
          <p:cNvPr id="5" name="Shape 2"/>
          <p:cNvSpPr/>
          <p:nvPr/>
        </p:nvSpPr>
        <p:spPr>
          <a:xfrm>
            <a:off x="640080" y="2697480"/>
            <a:ext cx="10881360" cy="914"/>
          </a:xfrm>
          <a:prstGeom prst="line">
            <a:avLst/>
          </a:prstGeom>
          <a:noFill/>
          <a:ln w="38100">
            <a:solidFill>
              <a:srgbClr val="4A5A70"/>
            </a:solidFill>
            <a:prstDash val="solid"/>
            <a:tailEnd type="triangle"/>
          </a:ln>
        </p:spPr>
      </p:sp>
      <p:sp>
        <p:nvSpPr>
          <p:cNvPr id="6" name="Text 3"/>
          <p:cNvSpPr txBox="1"/>
          <p:nvPr/>
        </p:nvSpPr>
        <p:spPr>
          <a:xfrm>
            <a:off x="548640" y="3310128"/>
            <a:ext cx="2286000" cy="274320"/>
          </a:xfrm>
          <a:prstGeom prst="rect">
            <a:avLst/>
          </a:prstGeom>
          <a:noFill/>
          <a:ln/>
        </p:spPr>
        <p:txBody>
          <a:bodyPr wrap="square" lIns="0" tIns="0" rIns="0" bIns="0" rtlCol="0" anchor="t"/>
          <a:lstStyle/>
          <a:p>
            <a:pPr algn="l" indent="0" marL="0">
              <a:buNone/>
            </a:pPr>
            <a:r>
              <a:rPr lang="en-US" sz="1200" i="1" dirty="0">
                <a:solidFill>
                  <a:schemeClr val="accent5"/>
                </a:solidFill>
              </a:rPr>
              <a:t>← il y a longtemps</a:t>
            </a:r>
            <a:endParaRPr lang="en-US" sz="1200" dirty="0"/>
          </a:p>
        </p:txBody>
      </p:sp>
      <p:sp>
        <p:nvSpPr>
          <p:cNvPr id="7" name="Text 4"/>
          <p:cNvSpPr txBox="1"/>
          <p:nvPr/>
        </p:nvSpPr>
        <p:spPr>
          <a:xfrm>
            <a:off x="9509760" y="3310128"/>
            <a:ext cx="2130552" cy="274320"/>
          </a:xfrm>
          <a:prstGeom prst="rect">
            <a:avLst/>
          </a:prstGeom>
          <a:noFill/>
          <a:ln/>
        </p:spPr>
        <p:txBody>
          <a:bodyPr wrap="square" lIns="0" tIns="0" rIns="0" bIns="0" rtlCol="0" anchor="t"/>
          <a:lstStyle/>
          <a:p>
            <a:pPr algn="r" indent="0" marL="0">
              <a:buNone/>
            </a:pPr>
            <a:r>
              <a:rPr lang="en-US" sz="1200" i="1" dirty="0">
                <a:solidFill>
                  <a:schemeClr val="accent5"/>
                </a:solidFill>
              </a:rPr>
              <a:t>maintenant →</a:t>
            </a:r>
            <a:endParaRPr lang="en-US" sz="1200" dirty="0"/>
          </a:p>
        </p:txBody>
      </p:sp>
      <p:sp>
        <p:nvSpPr>
          <p:cNvPr id="8" name="Text 5"/>
          <p:cNvSpPr txBox="1"/>
          <p:nvPr/>
        </p:nvSpPr>
        <p:spPr>
          <a:xfrm>
            <a:off x="3657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vorig jaar</a:t>
            </a:r>
            <a:endParaRPr lang="en-US" sz="1600" dirty="0"/>
          </a:p>
        </p:txBody>
      </p:sp>
      <p:sp>
        <p:nvSpPr>
          <p:cNvPr id="9" name="Shape 6"/>
          <p:cNvSpPr/>
          <p:nvPr/>
        </p:nvSpPr>
        <p:spPr>
          <a:xfrm>
            <a:off x="914400" y="2468880"/>
            <a:ext cx="457200" cy="457200"/>
          </a:xfrm>
          <a:prstGeom prst="ellipse">
            <a:avLst/>
          </a:prstGeom>
          <a:solidFill>
            <a:schemeClr val="accent5"/>
          </a:solidFill>
          <a:ln w="12700">
            <a:solidFill>
              <a:srgbClr val="FFFFFF">
                <a:alpha val="0"/>
              </a:srgbClr>
            </a:solidFill>
            <a:prstDash val="solid"/>
          </a:ln>
        </p:spPr>
      </p:sp>
      <p:pic>
        <p:nvPicPr>
          <p:cNvPr id="10" name="Image 0" descr="CalendarAlt">    </p:cNvPr>
          <p:cNvPicPr>
            <a:picLocks noChangeAspect="1"/>
          </p:cNvPicPr>
          <p:nvPr/>
        </p:nvPicPr>
        <p:blipFill>
          <a:blip r:embed="rId1"/>
          <a:stretch>
            <a:fillRect/>
          </a:stretch>
        </p:blipFill>
        <p:spPr>
          <a:xfrm>
            <a:off x="1024128" y="2578608"/>
            <a:ext cx="237744" cy="237744"/>
          </a:xfrm>
          <a:prstGeom prst="rect">
            <a:avLst/>
          </a:prstGeom>
        </p:spPr>
      </p:pic>
      <p:sp>
        <p:nvSpPr>
          <p:cNvPr id="11" name="Text 7"/>
          <p:cNvSpPr txBox="1"/>
          <p:nvPr/>
        </p:nvSpPr>
        <p:spPr>
          <a:xfrm>
            <a:off x="3657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l’an passé</a:t>
            </a:r>
            <a:endParaRPr lang="en-US" sz="1200" dirty="0"/>
          </a:p>
        </p:txBody>
      </p:sp>
      <p:sp>
        <p:nvSpPr>
          <p:cNvPr id="12" name="Text 8"/>
          <p:cNvSpPr txBox="1"/>
          <p:nvPr/>
        </p:nvSpPr>
        <p:spPr>
          <a:xfrm>
            <a:off x="19659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vorige maand</a:t>
            </a:r>
            <a:endParaRPr lang="en-US" sz="1600" dirty="0"/>
          </a:p>
        </p:txBody>
      </p:sp>
      <p:sp>
        <p:nvSpPr>
          <p:cNvPr id="13" name="Shape 9"/>
          <p:cNvSpPr/>
          <p:nvPr/>
        </p:nvSpPr>
        <p:spPr>
          <a:xfrm>
            <a:off x="2514600" y="2468880"/>
            <a:ext cx="457200" cy="457200"/>
          </a:xfrm>
          <a:prstGeom prst="ellipse">
            <a:avLst/>
          </a:prstGeom>
          <a:solidFill>
            <a:schemeClr val="accent5"/>
          </a:solidFill>
          <a:ln w="12700">
            <a:solidFill>
              <a:srgbClr val="FFFFFF">
                <a:alpha val="0"/>
              </a:srgbClr>
            </a:solidFill>
            <a:prstDash val="solid"/>
          </a:ln>
        </p:spPr>
      </p:sp>
      <p:pic>
        <p:nvPicPr>
          <p:cNvPr id="14" name="Image 1" descr="CalendarAlt">    </p:cNvPr>
          <p:cNvPicPr>
            <a:picLocks noChangeAspect="1"/>
          </p:cNvPicPr>
          <p:nvPr/>
        </p:nvPicPr>
        <p:blipFill>
          <a:blip r:embed="rId2"/>
          <a:stretch>
            <a:fillRect/>
          </a:stretch>
        </p:blipFill>
        <p:spPr>
          <a:xfrm>
            <a:off x="2624328" y="2578608"/>
            <a:ext cx="237744" cy="237744"/>
          </a:xfrm>
          <a:prstGeom prst="rect">
            <a:avLst/>
          </a:prstGeom>
        </p:spPr>
      </p:pic>
      <p:sp>
        <p:nvSpPr>
          <p:cNvPr id="15" name="Text 10"/>
          <p:cNvSpPr txBox="1"/>
          <p:nvPr/>
        </p:nvSpPr>
        <p:spPr>
          <a:xfrm>
            <a:off x="19659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le mois passé</a:t>
            </a:r>
            <a:endParaRPr lang="en-US" sz="1200" dirty="0"/>
          </a:p>
        </p:txBody>
      </p:sp>
      <p:sp>
        <p:nvSpPr>
          <p:cNvPr id="16" name="Text 11"/>
          <p:cNvSpPr txBox="1"/>
          <p:nvPr/>
        </p:nvSpPr>
        <p:spPr>
          <a:xfrm>
            <a:off x="35661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vorige week</a:t>
            </a:r>
            <a:endParaRPr lang="en-US" sz="1600" dirty="0"/>
          </a:p>
        </p:txBody>
      </p:sp>
      <p:sp>
        <p:nvSpPr>
          <p:cNvPr id="17" name="Shape 12"/>
          <p:cNvSpPr/>
          <p:nvPr/>
        </p:nvSpPr>
        <p:spPr>
          <a:xfrm>
            <a:off x="4114800" y="2468880"/>
            <a:ext cx="457200" cy="457200"/>
          </a:xfrm>
          <a:prstGeom prst="ellipse">
            <a:avLst/>
          </a:prstGeom>
          <a:solidFill>
            <a:schemeClr val="accent5"/>
          </a:solidFill>
          <a:ln w="12700">
            <a:solidFill>
              <a:srgbClr val="FFFFFF">
                <a:alpha val="0"/>
              </a:srgbClr>
            </a:solidFill>
            <a:prstDash val="solid"/>
          </a:ln>
        </p:spPr>
      </p:sp>
      <p:pic>
        <p:nvPicPr>
          <p:cNvPr id="18" name="Image 2" descr="CalendarWeek">    </p:cNvPr>
          <p:cNvPicPr>
            <a:picLocks noChangeAspect="1"/>
          </p:cNvPicPr>
          <p:nvPr/>
        </p:nvPicPr>
        <p:blipFill>
          <a:blip r:embed="rId3"/>
          <a:stretch>
            <a:fillRect/>
          </a:stretch>
        </p:blipFill>
        <p:spPr>
          <a:xfrm>
            <a:off x="4224528" y="2578608"/>
            <a:ext cx="237744" cy="237744"/>
          </a:xfrm>
          <a:prstGeom prst="rect">
            <a:avLst/>
          </a:prstGeom>
        </p:spPr>
      </p:pic>
      <p:sp>
        <p:nvSpPr>
          <p:cNvPr id="19" name="Text 13"/>
          <p:cNvSpPr txBox="1"/>
          <p:nvPr/>
        </p:nvSpPr>
        <p:spPr>
          <a:xfrm>
            <a:off x="35661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la semaine passée</a:t>
            </a:r>
            <a:endParaRPr lang="en-US" sz="1200" dirty="0"/>
          </a:p>
        </p:txBody>
      </p:sp>
      <p:sp>
        <p:nvSpPr>
          <p:cNvPr id="20" name="Text 14"/>
          <p:cNvSpPr txBox="1"/>
          <p:nvPr/>
        </p:nvSpPr>
        <p:spPr>
          <a:xfrm>
            <a:off x="51663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drie dagen geleden</a:t>
            </a:r>
            <a:endParaRPr lang="en-US" sz="1600" dirty="0"/>
          </a:p>
        </p:txBody>
      </p:sp>
      <p:sp>
        <p:nvSpPr>
          <p:cNvPr id="21" name="Shape 15"/>
          <p:cNvSpPr/>
          <p:nvPr/>
        </p:nvSpPr>
        <p:spPr>
          <a:xfrm>
            <a:off x="5715000" y="2468880"/>
            <a:ext cx="457200" cy="457200"/>
          </a:xfrm>
          <a:prstGeom prst="ellipse">
            <a:avLst/>
          </a:prstGeom>
          <a:solidFill>
            <a:schemeClr val="accent5"/>
          </a:solidFill>
          <a:ln w="12700">
            <a:solidFill>
              <a:srgbClr val="FFFFFF">
                <a:alpha val="0"/>
              </a:srgbClr>
            </a:solidFill>
            <a:prstDash val="solid"/>
          </a:ln>
        </p:spPr>
      </p:sp>
      <p:pic>
        <p:nvPicPr>
          <p:cNvPr id="22" name="Image 3" descr="History">    </p:cNvPr>
          <p:cNvPicPr>
            <a:picLocks noChangeAspect="1"/>
          </p:cNvPicPr>
          <p:nvPr/>
        </p:nvPicPr>
        <p:blipFill>
          <a:blip r:embed="rId4"/>
          <a:stretch>
            <a:fillRect/>
          </a:stretch>
        </p:blipFill>
        <p:spPr>
          <a:xfrm>
            <a:off x="5824728" y="2578608"/>
            <a:ext cx="237744" cy="237744"/>
          </a:xfrm>
          <a:prstGeom prst="rect">
            <a:avLst/>
          </a:prstGeom>
        </p:spPr>
      </p:pic>
      <p:sp>
        <p:nvSpPr>
          <p:cNvPr id="23" name="Text 16"/>
          <p:cNvSpPr txBox="1"/>
          <p:nvPr/>
        </p:nvSpPr>
        <p:spPr>
          <a:xfrm>
            <a:off x="51663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il y a trois jours</a:t>
            </a:r>
            <a:endParaRPr lang="en-US" sz="1200" dirty="0"/>
          </a:p>
        </p:txBody>
      </p:sp>
      <p:sp>
        <p:nvSpPr>
          <p:cNvPr id="24" name="Text 17"/>
          <p:cNvSpPr txBox="1"/>
          <p:nvPr/>
        </p:nvSpPr>
        <p:spPr>
          <a:xfrm>
            <a:off x="67665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gisteren</a:t>
            </a:r>
            <a:endParaRPr lang="en-US" sz="1600" dirty="0"/>
          </a:p>
        </p:txBody>
      </p:sp>
      <p:sp>
        <p:nvSpPr>
          <p:cNvPr id="25" name="Shape 18"/>
          <p:cNvSpPr/>
          <p:nvPr/>
        </p:nvSpPr>
        <p:spPr>
          <a:xfrm>
            <a:off x="7315200" y="2468880"/>
            <a:ext cx="457200" cy="457200"/>
          </a:xfrm>
          <a:prstGeom prst="ellipse">
            <a:avLst/>
          </a:prstGeom>
          <a:solidFill>
            <a:schemeClr val="accent1"/>
          </a:solidFill>
          <a:ln w="12700">
            <a:solidFill>
              <a:srgbClr val="FFFFFF">
                <a:alpha val="0"/>
              </a:srgbClr>
            </a:solidFill>
            <a:prstDash val="solid"/>
          </a:ln>
        </p:spPr>
      </p:sp>
      <p:pic>
        <p:nvPicPr>
          <p:cNvPr id="26" name="Image 4" descr="Moon">    </p:cNvPr>
          <p:cNvPicPr>
            <a:picLocks noChangeAspect="1"/>
          </p:cNvPicPr>
          <p:nvPr/>
        </p:nvPicPr>
        <p:blipFill>
          <a:blip r:embed="rId5"/>
          <a:stretch>
            <a:fillRect/>
          </a:stretch>
        </p:blipFill>
        <p:spPr>
          <a:xfrm>
            <a:off x="7424928" y="2578608"/>
            <a:ext cx="237744" cy="237744"/>
          </a:xfrm>
          <a:prstGeom prst="rect">
            <a:avLst/>
          </a:prstGeom>
        </p:spPr>
      </p:pic>
      <p:sp>
        <p:nvSpPr>
          <p:cNvPr id="27" name="Text 19"/>
          <p:cNvSpPr txBox="1"/>
          <p:nvPr/>
        </p:nvSpPr>
        <p:spPr>
          <a:xfrm>
            <a:off x="67665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hier</a:t>
            </a:r>
            <a:endParaRPr lang="en-US" sz="1200" dirty="0"/>
          </a:p>
        </p:txBody>
      </p:sp>
      <p:sp>
        <p:nvSpPr>
          <p:cNvPr id="28" name="Text 20"/>
          <p:cNvSpPr txBox="1"/>
          <p:nvPr/>
        </p:nvSpPr>
        <p:spPr>
          <a:xfrm>
            <a:off x="83667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vanmorgen</a:t>
            </a:r>
            <a:endParaRPr lang="en-US" sz="1600" dirty="0"/>
          </a:p>
        </p:txBody>
      </p:sp>
      <p:sp>
        <p:nvSpPr>
          <p:cNvPr id="29" name="Shape 21"/>
          <p:cNvSpPr/>
          <p:nvPr/>
        </p:nvSpPr>
        <p:spPr>
          <a:xfrm>
            <a:off x="8915400" y="2468880"/>
            <a:ext cx="457200" cy="457200"/>
          </a:xfrm>
          <a:prstGeom prst="ellipse">
            <a:avLst/>
          </a:prstGeom>
          <a:solidFill>
            <a:schemeClr val="accent1"/>
          </a:solidFill>
          <a:ln w="12700">
            <a:solidFill>
              <a:srgbClr val="FFFFFF">
                <a:alpha val="0"/>
              </a:srgbClr>
            </a:solidFill>
            <a:prstDash val="solid"/>
          </a:ln>
        </p:spPr>
      </p:sp>
      <p:pic>
        <p:nvPicPr>
          <p:cNvPr id="30" name="Image 5" descr="Coffee">    </p:cNvPr>
          <p:cNvPicPr>
            <a:picLocks noChangeAspect="1"/>
          </p:cNvPicPr>
          <p:nvPr/>
        </p:nvPicPr>
        <p:blipFill>
          <a:blip r:embed="rId6"/>
          <a:stretch>
            <a:fillRect/>
          </a:stretch>
        </p:blipFill>
        <p:spPr>
          <a:xfrm>
            <a:off x="9025128" y="2578608"/>
            <a:ext cx="237744" cy="237744"/>
          </a:xfrm>
          <a:prstGeom prst="rect">
            <a:avLst/>
          </a:prstGeom>
        </p:spPr>
      </p:pic>
      <p:sp>
        <p:nvSpPr>
          <p:cNvPr id="31" name="Text 22"/>
          <p:cNvSpPr txBox="1"/>
          <p:nvPr/>
        </p:nvSpPr>
        <p:spPr>
          <a:xfrm>
            <a:off x="83667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ce matin</a:t>
            </a:r>
            <a:endParaRPr lang="en-US" sz="1200" dirty="0"/>
          </a:p>
        </p:txBody>
      </p:sp>
      <p:sp>
        <p:nvSpPr>
          <p:cNvPr id="32" name="Text 23"/>
          <p:cNvSpPr txBox="1"/>
          <p:nvPr/>
        </p:nvSpPr>
        <p:spPr>
          <a:xfrm>
            <a:off x="9966960" y="1600200"/>
            <a:ext cx="1554480" cy="777240"/>
          </a:xfrm>
          <a:prstGeom prst="rect">
            <a:avLst/>
          </a:prstGeom>
          <a:noFill/>
          <a:ln/>
        </p:spPr>
        <p:txBody>
          <a:bodyPr wrap="square" lIns="0" tIns="0" rIns="0" bIns="0" rtlCol="0" anchor="b"/>
          <a:lstStyle/>
          <a:p>
            <a:pPr algn="ctr" indent="0" marL="0">
              <a:buNone/>
            </a:pPr>
            <a:r>
              <a:rPr lang="en-US" sz="1600" b="1" i="1" dirty="0">
                <a:solidFill>
                  <a:schemeClr val="tx2"/>
                </a:solidFill>
              </a:rPr>
              <a:t>net</a:t>
            </a:r>
            <a:endParaRPr lang="en-US" sz="1600" dirty="0"/>
          </a:p>
        </p:txBody>
      </p:sp>
      <p:sp>
        <p:nvSpPr>
          <p:cNvPr id="33" name="Shape 24"/>
          <p:cNvSpPr/>
          <p:nvPr/>
        </p:nvSpPr>
        <p:spPr>
          <a:xfrm>
            <a:off x="10515600" y="2468880"/>
            <a:ext cx="457200" cy="457200"/>
          </a:xfrm>
          <a:prstGeom prst="ellipse">
            <a:avLst/>
          </a:prstGeom>
          <a:solidFill>
            <a:schemeClr val="accent1"/>
          </a:solidFill>
          <a:ln w="12700">
            <a:solidFill>
              <a:srgbClr val="FFFFFF">
                <a:alpha val="0"/>
              </a:srgbClr>
            </a:solidFill>
            <a:prstDash val="solid"/>
          </a:ln>
        </p:spPr>
      </p:sp>
      <p:pic>
        <p:nvPicPr>
          <p:cNvPr id="34" name="Image 6" descr="Bolt">    </p:cNvPr>
          <p:cNvPicPr>
            <a:picLocks noChangeAspect="1"/>
          </p:cNvPicPr>
          <p:nvPr/>
        </p:nvPicPr>
        <p:blipFill>
          <a:blip r:embed="rId7"/>
          <a:stretch>
            <a:fillRect/>
          </a:stretch>
        </p:blipFill>
        <p:spPr>
          <a:xfrm>
            <a:off x="10625328" y="2578608"/>
            <a:ext cx="237744" cy="237744"/>
          </a:xfrm>
          <a:prstGeom prst="rect">
            <a:avLst/>
          </a:prstGeom>
        </p:spPr>
      </p:pic>
      <p:sp>
        <p:nvSpPr>
          <p:cNvPr id="35" name="Text 25"/>
          <p:cNvSpPr txBox="1"/>
          <p:nvPr/>
        </p:nvSpPr>
        <p:spPr>
          <a:xfrm>
            <a:off x="9966960" y="2971800"/>
            <a:ext cx="1554480" cy="457200"/>
          </a:xfrm>
          <a:prstGeom prst="rect">
            <a:avLst/>
          </a:prstGeom>
          <a:noFill/>
          <a:ln/>
        </p:spPr>
        <p:txBody>
          <a:bodyPr wrap="square" lIns="0" tIns="0" rIns="0" bIns="0" rtlCol="0" anchor="t"/>
          <a:lstStyle/>
          <a:p>
            <a:pPr algn="ctr" indent="0" marL="0">
              <a:buNone/>
            </a:pPr>
            <a:r>
              <a:rPr lang="en-US" sz="1200" i="1" dirty="0">
                <a:solidFill>
                  <a:schemeClr val="accent5"/>
                </a:solidFill>
              </a:rPr>
              <a:t>venir de</a:t>
            </a:r>
            <a:endParaRPr lang="en-US" sz="1200" dirty="0"/>
          </a:p>
        </p:txBody>
      </p:sp>
      <p:sp>
        <p:nvSpPr>
          <p:cNvPr id="36" name="Shape 26"/>
          <p:cNvSpPr/>
          <p:nvPr/>
        </p:nvSpPr>
        <p:spPr>
          <a:xfrm>
            <a:off x="548640" y="3657600"/>
            <a:ext cx="2635758" cy="1554480"/>
          </a:xfrm>
          <a:prstGeom prst="roundRect">
            <a:avLst>
              <a:gd name="adj" fmla="val 4706"/>
            </a:avLst>
          </a:prstGeom>
          <a:solidFill>
            <a:schemeClr val="bg1"/>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37" name="Text 27"/>
          <p:cNvSpPr txBox="1"/>
          <p:nvPr/>
        </p:nvSpPr>
        <p:spPr>
          <a:xfrm>
            <a:off x="731520" y="3703320"/>
            <a:ext cx="2269998" cy="457200"/>
          </a:xfrm>
          <a:prstGeom prst="rect">
            <a:avLst/>
          </a:prstGeom>
          <a:noFill/>
          <a:ln/>
        </p:spPr>
        <p:txBody>
          <a:bodyPr wrap="square" lIns="0" tIns="0" rIns="0" bIns="0" rtlCol="0" anchor="ctr"/>
          <a:lstStyle/>
          <a:p>
            <a:pPr algn="l" indent="0" marL="0">
              <a:buNone/>
            </a:pPr>
            <a:r>
              <a:rPr lang="en-US" sz="2200" b="1" dirty="0">
                <a:solidFill>
                  <a:schemeClr val="accent3"/>
                </a:solidFill>
                <a:latin typeface="+mj-lt" pitchFamily="34" charset="0"/>
                <a:ea typeface="+mj-lt" pitchFamily="34" charset="-122"/>
                <a:cs typeface="+mj-lt" pitchFamily="34" charset="-120"/>
              </a:rPr>
              <a:t>al</a:t>
            </a:r>
            <a:endParaRPr lang="en-US" sz="2200" dirty="0"/>
          </a:p>
        </p:txBody>
      </p:sp>
      <p:sp>
        <p:nvSpPr>
          <p:cNvPr id="38" name="Text 28"/>
          <p:cNvSpPr txBox="1"/>
          <p:nvPr/>
        </p:nvSpPr>
        <p:spPr>
          <a:xfrm>
            <a:off x="731520" y="4114800"/>
            <a:ext cx="2269998" cy="320040"/>
          </a:xfrm>
          <a:prstGeom prst="rect">
            <a:avLst/>
          </a:prstGeom>
          <a:noFill/>
          <a:ln/>
        </p:spPr>
        <p:txBody>
          <a:bodyPr wrap="square" lIns="0" tIns="0" rIns="0" bIns="0" rtlCol="0" anchor="t"/>
          <a:lstStyle/>
          <a:p>
            <a:pPr algn="l" indent="0" marL="0">
              <a:buNone/>
            </a:pPr>
            <a:r>
              <a:rPr lang="en-US" sz="1400" i="1" dirty="0">
                <a:solidFill>
                  <a:schemeClr val="accent5"/>
                </a:solidFill>
              </a:rPr>
              <a:t>déjà</a:t>
            </a:r>
            <a:endParaRPr lang="en-US" sz="1400" dirty="0"/>
          </a:p>
        </p:txBody>
      </p:sp>
      <p:sp>
        <p:nvSpPr>
          <p:cNvPr id="39" name="Text 29"/>
          <p:cNvSpPr txBox="1"/>
          <p:nvPr/>
        </p:nvSpPr>
        <p:spPr>
          <a:xfrm>
            <a:off x="731520" y="4480560"/>
            <a:ext cx="2269998" cy="640080"/>
          </a:xfrm>
          <a:prstGeom prst="rect">
            <a:avLst/>
          </a:prstGeom>
          <a:noFill/>
          <a:ln/>
        </p:spPr>
        <p:txBody>
          <a:bodyPr wrap="square" lIns="0" tIns="0" rIns="0" bIns="0" rtlCol="0" anchor="ctr"/>
          <a:lstStyle/>
          <a:p>
            <a:pPr algn="l" indent="0" marL="0">
              <a:buNone/>
            </a:pPr>
            <a:r>
              <a:rPr lang="en-US" sz="1500" i="1" dirty="0">
                <a:solidFill>
                  <a:schemeClr val="tx1"/>
                </a:solidFill>
              </a:rPr>
              <a:t>Ik heb </a:t>
            </a:r>
            <a:r>
              <a:rPr lang="en-US" sz="1500" b="1" i="1" dirty="0">
                <a:solidFill>
                  <a:schemeClr val="tx1"/>
                </a:solidFill>
              </a:rPr>
              <a:t>al</a:t>
            </a:r>
            <a:r>
              <a:rPr lang="en-US" sz="1500" i="1" dirty="0">
                <a:solidFill>
                  <a:schemeClr val="tx1"/>
                </a:solidFill>
              </a:rPr>
              <a:t> gegeten.</a:t>
            </a:r>
            <a:endParaRPr lang="en-US" sz="1500" dirty="0"/>
          </a:p>
        </p:txBody>
      </p:sp>
      <p:sp>
        <p:nvSpPr>
          <p:cNvPr id="40" name="Shape 30"/>
          <p:cNvSpPr/>
          <p:nvPr/>
        </p:nvSpPr>
        <p:spPr>
          <a:xfrm>
            <a:off x="3367278" y="3657600"/>
            <a:ext cx="2635758" cy="1554480"/>
          </a:xfrm>
          <a:prstGeom prst="roundRect">
            <a:avLst>
              <a:gd name="adj" fmla="val 4706"/>
            </a:avLst>
          </a:prstGeom>
          <a:solidFill>
            <a:schemeClr val="bg1"/>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41" name="Text 31"/>
          <p:cNvSpPr txBox="1"/>
          <p:nvPr/>
        </p:nvSpPr>
        <p:spPr>
          <a:xfrm>
            <a:off x="3550158" y="3703320"/>
            <a:ext cx="2269998" cy="457200"/>
          </a:xfrm>
          <a:prstGeom prst="rect">
            <a:avLst/>
          </a:prstGeom>
          <a:noFill/>
          <a:ln/>
        </p:spPr>
        <p:txBody>
          <a:bodyPr wrap="square" lIns="0" tIns="0" rIns="0" bIns="0" rtlCol="0" anchor="ctr"/>
          <a:lstStyle/>
          <a:p>
            <a:pPr algn="l" indent="0" marL="0">
              <a:buNone/>
            </a:pPr>
            <a:r>
              <a:rPr lang="en-US" sz="2200" b="1" dirty="0">
                <a:solidFill>
                  <a:schemeClr val="accent6"/>
                </a:solidFill>
                <a:latin typeface="+mj-lt" pitchFamily="34" charset="0"/>
                <a:ea typeface="+mj-lt" pitchFamily="34" charset="-122"/>
                <a:cs typeface="+mj-lt" pitchFamily="34" charset="-120"/>
              </a:rPr>
              <a:t>nog niet</a:t>
            </a:r>
            <a:endParaRPr lang="en-US" sz="2200" dirty="0"/>
          </a:p>
        </p:txBody>
      </p:sp>
      <p:sp>
        <p:nvSpPr>
          <p:cNvPr id="42" name="Text 32"/>
          <p:cNvSpPr txBox="1"/>
          <p:nvPr/>
        </p:nvSpPr>
        <p:spPr>
          <a:xfrm>
            <a:off x="3550158" y="4114800"/>
            <a:ext cx="2269998" cy="320040"/>
          </a:xfrm>
          <a:prstGeom prst="rect">
            <a:avLst/>
          </a:prstGeom>
          <a:noFill/>
          <a:ln/>
        </p:spPr>
        <p:txBody>
          <a:bodyPr wrap="square" lIns="0" tIns="0" rIns="0" bIns="0" rtlCol="0" anchor="t"/>
          <a:lstStyle/>
          <a:p>
            <a:pPr algn="l" indent="0" marL="0">
              <a:buNone/>
            </a:pPr>
            <a:r>
              <a:rPr lang="en-US" sz="1400" i="1" dirty="0">
                <a:solidFill>
                  <a:schemeClr val="accent5"/>
                </a:solidFill>
              </a:rPr>
              <a:t>pas encore</a:t>
            </a:r>
            <a:endParaRPr lang="en-US" sz="1400" dirty="0"/>
          </a:p>
        </p:txBody>
      </p:sp>
      <p:sp>
        <p:nvSpPr>
          <p:cNvPr id="43" name="Text 33"/>
          <p:cNvSpPr txBox="1"/>
          <p:nvPr/>
        </p:nvSpPr>
        <p:spPr>
          <a:xfrm>
            <a:off x="3550158" y="4480560"/>
            <a:ext cx="2269998" cy="640080"/>
          </a:xfrm>
          <a:prstGeom prst="rect">
            <a:avLst/>
          </a:prstGeom>
          <a:noFill/>
          <a:ln/>
        </p:spPr>
        <p:txBody>
          <a:bodyPr wrap="square" lIns="0" tIns="0" rIns="0" bIns="0" rtlCol="0" anchor="ctr"/>
          <a:lstStyle/>
          <a:p>
            <a:pPr algn="l" indent="0" marL="0">
              <a:buNone/>
            </a:pPr>
            <a:r>
              <a:rPr lang="en-US" sz="1500" i="1" dirty="0">
                <a:solidFill>
                  <a:schemeClr val="tx1"/>
                </a:solidFill>
              </a:rPr>
              <a:t>Ik heb </a:t>
            </a:r>
            <a:r>
              <a:rPr lang="en-US" sz="1500" b="1" i="1" dirty="0">
                <a:solidFill>
                  <a:schemeClr val="tx1"/>
                </a:solidFill>
              </a:rPr>
              <a:t>nog niet</a:t>
            </a:r>
            <a:r>
              <a:rPr lang="en-US" sz="1500" i="1" dirty="0">
                <a:solidFill>
                  <a:schemeClr val="tx1"/>
                </a:solidFill>
              </a:rPr>
              <a:t> betaald.</a:t>
            </a:r>
            <a:endParaRPr lang="en-US" sz="1500" dirty="0"/>
          </a:p>
        </p:txBody>
      </p:sp>
      <p:sp>
        <p:nvSpPr>
          <p:cNvPr id="44" name="Shape 34"/>
          <p:cNvSpPr/>
          <p:nvPr/>
        </p:nvSpPr>
        <p:spPr>
          <a:xfrm>
            <a:off x="6185916" y="3657600"/>
            <a:ext cx="2635758" cy="1554480"/>
          </a:xfrm>
          <a:prstGeom prst="roundRect">
            <a:avLst>
              <a:gd name="adj" fmla="val 4706"/>
            </a:avLst>
          </a:prstGeom>
          <a:solidFill>
            <a:schemeClr val="bg1"/>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45" name="Text 35"/>
          <p:cNvSpPr txBox="1"/>
          <p:nvPr/>
        </p:nvSpPr>
        <p:spPr>
          <a:xfrm>
            <a:off x="6368796" y="3703320"/>
            <a:ext cx="2269998" cy="457200"/>
          </a:xfrm>
          <a:prstGeom prst="rect">
            <a:avLst/>
          </a:prstGeom>
          <a:noFill/>
          <a:ln/>
        </p:spPr>
        <p:txBody>
          <a:bodyPr wrap="square" lIns="0" tIns="0" rIns="0" bIns="0" rtlCol="0" anchor="ctr"/>
          <a:lstStyle/>
          <a:p>
            <a:pPr algn="l" indent="0" marL="0">
              <a:buNone/>
            </a:pPr>
            <a:r>
              <a:rPr lang="en-US" sz="2200" b="1" dirty="0">
                <a:solidFill>
                  <a:schemeClr val="accent2"/>
                </a:solidFill>
                <a:latin typeface="+mj-lt" pitchFamily="34" charset="0"/>
                <a:ea typeface="+mj-lt" pitchFamily="34" charset="-122"/>
                <a:cs typeface="+mj-lt" pitchFamily="34" charset="-120"/>
              </a:rPr>
              <a:t>ooit</a:t>
            </a:r>
            <a:endParaRPr lang="en-US" sz="2200" dirty="0"/>
          </a:p>
        </p:txBody>
      </p:sp>
      <p:sp>
        <p:nvSpPr>
          <p:cNvPr id="46" name="Text 36"/>
          <p:cNvSpPr txBox="1"/>
          <p:nvPr/>
        </p:nvSpPr>
        <p:spPr>
          <a:xfrm>
            <a:off x="6368796" y="4114800"/>
            <a:ext cx="2269998" cy="320040"/>
          </a:xfrm>
          <a:prstGeom prst="rect">
            <a:avLst/>
          </a:prstGeom>
          <a:noFill/>
          <a:ln/>
        </p:spPr>
        <p:txBody>
          <a:bodyPr wrap="square" lIns="0" tIns="0" rIns="0" bIns="0" rtlCol="0" anchor="t"/>
          <a:lstStyle/>
          <a:p>
            <a:pPr algn="l" indent="0" marL="0">
              <a:buNone/>
            </a:pPr>
            <a:r>
              <a:rPr lang="en-US" sz="1400" i="1" dirty="0">
                <a:solidFill>
                  <a:schemeClr val="accent5"/>
                </a:solidFill>
              </a:rPr>
              <a:t>déjà (une fois)</a:t>
            </a:r>
            <a:endParaRPr lang="en-US" sz="1400" dirty="0"/>
          </a:p>
        </p:txBody>
      </p:sp>
      <p:sp>
        <p:nvSpPr>
          <p:cNvPr id="47" name="Text 37"/>
          <p:cNvSpPr txBox="1"/>
          <p:nvPr/>
        </p:nvSpPr>
        <p:spPr>
          <a:xfrm>
            <a:off x="6368796" y="4480560"/>
            <a:ext cx="2269998" cy="640080"/>
          </a:xfrm>
          <a:prstGeom prst="rect">
            <a:avLst/>
          </a:prstGeom>
          <a:noFill/>
          <a:ln/>
        </p:spPr>
        <p:txBody>
          <a:bodyPr wrap="square" lIns="0" tIns="0" rIns="0" bIns="0" rtlCol="0" anchor="ctr"/>
          <a:lstStyle/>
          <a:p>
            <a:pPr algn="l" indent="0" marL="0">
              <a:buNone/>
            </a:pPr>
            <a:r>
              <a:rPr lang="en-US" sz="1500" i="1" dirty="0">
                <a:solidFill>
                  <a:schemeClr val="tx1"/>
                </a:solidFill>
              </a:rPr>
              <a:t>Heb je </a:t>
            </a:r>
            <a:r>
              <a:rPr lang="en-US" sz="1500" b="1" i="1" dirty="0">
                <a:solidFill>
                  <a:schemeClr val="tx1"/>
                </a:solidFill>
              </a:rPr>
              <a:t>ooit</a:t>
            </a:r>
            <a:r>
              <a:rPr lang="en-US" sz="1500" i="1" dirty="0">
                <a:solidFill>
                  <a:schemeClr val="tx1"/>
                </a:solidFill>
              </a:rPr>
              <a:t> sushi gegeten?</a:t>
            </a:r>
            <a:endParaRPr lang="en-US" sz="1500" dirty="0"/>
          </a:p>
        </p:txBody>
      </p:sp>
      <p:sp>
        <p:nvSpPr>
          <p:cNvPr id="48" name="Shape 38"/>
          <p:cNvSpPr/>
          <p:nvPr/>
        </p:nvSpPr>
        <p:spPr>
          <a:xfrm>
            <a:off x="9004554" y="3657600"/>
            <a:ext cx="2635758" cy="1554480"/>
          </a:xfrm>
          <a:prstGeom prst="roundRect">
            <a:avLst>
              <a:gd name="adj" fmla="val 4706"/>
            </a:avLst>
          </a:prstGeom>
          <a:solidFill>
            <a:schemeClr val="bg1"/>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49" name="Text 39"/>
          <p:cNvSpPr txBox="1"/>
          <p:nvPr/>
        </p:nvSpPr>
        <p:spPr>
          <a:xfrm>
            <a:off x="9187434" y="3703320"/>
            <a:ext cx="2269998" cy="457200"/>
          </a:xfrm>
          <a:prstGeom prst="rect">
            <a:avLst/>
          </a:prstGeom>
          <a:noFill/>
          <a:ln/>
        </p:spPr>
        <p:txBody>
          <a:bodyPr wrap="square" lIns="0" tIns="0" rIns="0" bIns="0" rtlCol="0" anchor="ctr"/>
          <a:lstStyle/>
          <a:p>
            <a:pPr algn="l" indent="0" marL="0">
              <a:buNone/>
            </a:pPr>
            <a:r>
              <a:rPr lang="en-US" sz="2200" b="1" dirty="0">
                <a:solidFill>
                  <a:schemeClr val="tx2"/>
                </a:solidFill>
                <a:latin typeface="+mj-lt" pitchFamily="34" charset="0"/>
                <a:ea typeface="+mj-lt" pitchFamily="34" charset="-122"/>
                <a:cs typeface="+mj-lt" pitchFamily="34" charset="-120"/>
              </a:rPr>
              <a:t>nooit</a:t>
            </a:r>
            <a:endParaRPr lang="en-US" sz="2200" dirty="0"/>
          </a:p>
        </p:txBody>
      </p:sp>
      <p:sp>
        <p:nvSpPr>
          <p:cNvPr id="50" name="Text 40"/>
          <p:cNvSpPr txBox="1"/>
          <p:nvPr/>
        </p:nvSpPr>
        <p:spPr>
          <a:xfrm>
            <a:off x="9187434" y="4114800"/>
            <a:ext cx="2269998" cy="320040"/>
          </a:xfrm>
          <a:prstGeom prst="rect">
            <a:avLst/>
          </a:prstGeom>
          <a:noFill/>
          <a:ln/>
        </p:spPr>
        <p:txBody>
          <a:bodyPr wrap="square" lIns="0" tIns="0" rIns="0" bIns="0" rtlCol="0" anchor="t"/>
          <a:lstStyle/>
          <a:p>
            <a:pPr algn="l" indent="0" marL="0">
              <a:buNone/>
            </a:pPr>
            <a:r>
              <a:rPr lang="en-US" sz="1400" i="1" dirty="0">
                <a:solidFill>
                  <a:schemeClr val="accent5"/>
                </a:solidFill>
              </a:rPr>
              <a:t>jamais</a:t>
            </a:r>
            <a:endParaRPr lang="en-US" sz="1400" dirty="0"/>
          </a:p>
        </p:txBody>
      </p:sp>
      <p:sp>
        <p:nvSpPr>
          <p:cNvPr id="51" name="Text 41"/>
          <p:cNvSpPr txBox="1"/>
          <p:nvPr/>
        </p:nvSpPr>
        <p:spPr>
          <a:xfrm>
            <a:off x="9187434" y="4480560"/>
            <a:ext cx="2269998" cy="640080"/>
          </a:xfrm>
          <a:prstGeom prst="rect">
            <a:avLst/>
          </a:prstGeom>
          <a:noFill/>
          <a:ln/>
        </p:spPr>
        <p:txBody>
          <a:bodyPr wrap="square" lIns="0" tIns="0" rIns="0" bIns="0" rtlCol="0" anchor="ctr"/>
          <a:lstStyle/>
          <a:p>
            <a:pPr algn="l" indent="0" marL="0">
              <a:buNone/>
            </a:pPr>
            <a:r>
              <a:rPr lang="en-US" sz="1500" i="1" dirty="0">
                <a:solidFill>
                  <a:schemeClr val="tx1"/>
                </a:solidFill>
              </a:rPr>
              <a:t>Ik ben </a:t>
            </a:r>
            <a:r>
              <a:rPr lang="en-US" sz="1500" b="1" i="1" dirty="0">
                <a:solidFill>
                  <a:schemeClr val="tx1"/>
                </a:solidFill>
              </a:rPr>
              <a:t>nooit</a:t>
            </a:r>
            <a:r>
              <a:rPr lang="en-US" sz="1500" i="1" dirty="0">
                <a:solidFill>
                  <a:schemeClr val="tx1"/>
                </a:solidFill>
              </a:rPr>
              <a:t> in Japan geweest.</a:t>
            </a:r>
            <a:endParaRPr lang="en-US" sz="1500" dirty="0"/>
          </a:p>
        </p:txBody>
      </p:sp>
      <p:sp>
        <p:nvSpPr>
          <p:cNvPr id="52" name="Shape 42"/>
          <p:cNvSpPr/>
          <p:nvPr/>
        </p:nvSpPr>
        <p:spPr>
          <a:xfrm>
            <a:off x="548640" y="5394960"/>
            <a:ext cx="11091672" cy="868680"/>
          </a:xfrm>
          <a:prstGeom prst="roundRect">
            <a:avLst>
              <a:gd name="adj" fmla="val 8421"/>
            </a:avLst>
          </a:prstGeom>
          <a:solidFill>
            <a:schemeClr val="tx2"/>
          </a:solidFill>
          <a:ln w="12700">
            <a:solidFill>
              <a:srgbClr val="FFFFFF">
                <a:alpha val="0"/>
              </a:srgbClr>
            </a:solidFill>
            <a:prstDash val="solid"/>
          </a:ln>
        </p:spPr>
      </p:sp>
      <p:sp>
        <p:nvSpPr>
          <p:cNvPr id="53" name="Text 43"/>
          <p:cNvSpPr txBox="1"/>
          <p:nvPr/>
        </p:nvSpPr>
        <p:spPr>
          <a:xfrm>
            <a:off x="822960" y="5394960"/>
            <a:ext cx="10607040" cy="868680"/>
          </a:xfrm>
          <a:prstGeom prst="rect">
            <a:avLst/>
          </a:prstGeom>
          <a:noFill/>
          <a:ln/>
        </p:spPr>
        <p:txBody>
          <a:bodyPr wrap="square" lIns="0" tIns="0" rIns="0" bIns="0" rtlCol="0" anchor="ctr"/>
          <a:lstStyle/>
          <a:p>
            <a:pPr algn="l" indent="0" marL="0">
              <a:buNone/>
            </a:pPr>
            <a:r>
              <a:rPr lang="en-US" sz="1600" i="1" dirty="0">
                <a:solidFill>
                  <a:schemeClr val="bg1"/>
                </a:solidFill>
              </a:rPr>
              <a:t>geleden</a:t>
            </a:r>
            <a:r>
              <a:rPr lang="en-US" sz="1600" dirty="0">
                <a:solidFill>
                  <a:schemeClr val="bg1"/>
                </a:solidFill>
              </a:rPr>
              <a:t> = « il y a » (temps) : </a:t>
            </a:r>
            <a:r>
              <a:rPr lang="en-US" sz="1600" i="1" dirty="0">
                <a:solidFill>
                  <a:schemeClr val="bg1"/>
                </a:solidFill>
              </a:rPr>
              <a:t>twee jaar geleden</a:t>
            </a:r>
            <a:r>
              <a:rPr lang="en-US" sz="1600" dirty="0">
                <a:solidFill>
                  <a:schemeClr val="bg1"/>
                </a:solidFill>
              </a:rPr>
              <a:t> · </a:t>
            </a:r>
            <a:r>
              <a:rPr lang="en-US" sz="1600" i="1" dirty="0">
                <a:solidFill>
                  <a:schemeClr val="bg1"/>
                </a:solidFill>
              </a:rPr>
              <a:t>net</a:t>
            </a:r>
            <a:r>
              <a:rPr lang="en-US" sz="1600" dirty="0">
                <a:solidFill>
                  <a:schemeClr val="bg1"/>
                </a:solidFill>
              </a:rPr>
              <a:t> = « venir de » : </a:t>
            </a:r>
            <a:r>
              <a:rPr lang="en-US" sz="1600" i="1" dirty="0">
                <a:solidFill>
                  <a:schemeClr val="bg1"/>
                </a:solidFill>
              </a:rPr>
              <a:t>Ik heb net gegeten.</a:t>
            </a:r>
            <a:r>
              <a:rPr lang="en-US" sz="1600" dirty="0">
                <a:solidFill>
                  <a:schemeClr val="bg1"/>
                </a:solidFill>
              </a:rPr>
              <a:t> · </a:t>
            </a:r>
            <a:r>
              <a:rPr lang="en-US" sz="1600" i="1" dirty="0">
                <a:solidFill>
                  <a:schemeClr val="bg1"/>
                </a:solidFill>
              </a:rPr>
              <a:t>vorig jaar</a:t>
            </a:r>
            <a:r>
              <a:rPr lang="en-US" sz="1600" dirty="0">
                <a:solidFill>
                  <a:schemeClr val="bg1"/>
                </a:solidFill>
              </a:rPr>
              <a:t> (het) mais </a:t>
            </a:r>
            <a:r>
              <a:rPr lang="en-US" sz="1600" i="1" dirty="0">
                <a:solidFill>
                  <a:schemeClr val="bg1"/>
                </a:solidFill>
              </a:rPr>
              <a:t>vorige week</a:t>
            </a:r>
            <a:r>
              <a:rPr lang="en-US" sz="1600" dirty="0">
                <a:solidFill>
                  <a:schemeClr val="bg1"/>
                </a:solidFill>
              </a:rPr>
              <a:t> (de)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Questions, négation, inversion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72768"/>
            <a:ext cx="1920240" cy="1719072"/>
          </a:xfrm>
          <a:prstGeom prst="roundRect">
            <a:avLst>
              <a:gd name="adj" fmla="val 4255"/>
            </a:avLst>
          </a:prstGeom>
          <a:solidFill>
            <a:schemeClr val="accent2"/>
          </a:solidFill>
          <a:ln w="12700">
            <a:solidFill>
              <a:srgbClr val="FFFFFF">
                <a:alpha val="0"/>
              </a:srgbClr>
            </a:solidFill>
            <a:prstDash val="solid"/>
          </a:ln>
        </p:spPr>
      </p:sp>
      <p:sp>
        <p:nvSpPr>
          <p:cNvPr id="6" name="Text 3"/>
          <p:cNvSpPr txBox="1"/>
          <p:nvPr/>
        </p:nvSpPr>
        <p:spPr>
          <a:xfrm>
            <a:off x="548640" y="1572768"/>
            <a:ext cx="1920240" cy="1719072"/>
          </a:xfrm>
          <a:prstGeom prst="rect">
            <a:avLst/>
          </a:prstGeom>
          <a:noFill/>
          <a:ln/>
        </p:spPr>
        <p:txBody>
          <a:bodyPr wrap="square" lIns="0" tIns="0" rIns="0" bIns="0" rtlCol="0" anchor="ctr"/>
          <a:lstStyle/>
          <a:p>
            <a:pPr algn="ctr" indent="0" marL="0">
              <a:buNone/>
            </a:pPr>
            <a:r>
              <a:rPr lang="en-US" sz="1500" b="1" spc="100" kern="0" dirty="0">
                <a:solidFill>
                  <a:schemeClr val="bg1"/>
                </a:solidFill>
              </a:rPr>
              <a:t>QUESTION</a:t>
            </a:r>
            <a:endParaRPr lang="en-US" sz="1500" dirty="0"/>
          </a:p>
        </p:txBody>
      </p:sp>
      <p:sp>
        <p:nvSpPr>
          <p:cNvPr id="7" name="Shape 4"/>
          <p:cNvSpPr/>
          <p:nvPr/>
        </p:nvSpPr>
        <p:spPr>
          <a:xfrm>
            <a:off x="2651760" y="1572768"/>
            <a:ext cx="656356" cy="512064"/>
          </a:xfrm>
          <a:prstGeom prst="roundRect">
            <a:avLst>
              <a:gd name="adj" fmla="val 14286"/>
            </a:avLst>
          </a:prstGeom>
          <a:solidFill>
            <a:srgbClr val="FBEDEB"/>
          </a:solidFill>
          <a:ln w="31750">
            <a:solidFill>
              <a:srgbClr val="B83227"/>
            </a:solidFill>
            <a:prstDash val="solid"/>
          </a:ln>
        </p:spPr>
      </p:sp>
      <p:sp>
        <p:nvSpPr>
          <p:cNvPr id="8" name="Text 5"/>
          <p:cNvSpPr txBox="1"/>
          <p:nvPr/>
        </p:nvSpPr>
        <p:spPr>
          <a:xfrm>
            <a:off x="2651760" y="1572768"/>
            <a:ext cx="656356" cy="512064"/>
          </a:xfrm>
          <a:prstGeom prst="rect">
            <a:avLst/>
          </a:prstGeom>
          <a:noFill/>
          <a:ln/>
        </p:spPr>
        <p:txBody>
          <a:bodyPr wrap="square" lIns="0" tIns="0" rIns="0" bIns="0" rtlCol="0" anchor="ctr"/>
          <a:lstStyle/>
          <a:p>
            <a:pPr algn="ctr" indent="0" marL="0">
              <a:buNone/>
            </a:pPr>
            <a:r>
              <a:rPr lang="en-US" sz="1700" b="1" dirty="0">
                <a:solidFill>
                  <a:schemeClr val="accent6"/>
                </a:solidFill>
              </a:rPr>
              <a:t>Heb</a:t>
            </a:r>
            <a:endParaRPr lang="en-US" sz="1700" dirty="0"/>
          </a:p>
        </p:txBody>
      </p:sp>
      <p:sp>
        <p:nvSpPr>
          <p:cNvPr id="9" name="Shape 6"/>
          <p:cNvSpPr/>
          <p:nvPr/>
        </p:nvSpPr>
        <p:spPr>
          <a:xfrm>
            <a:off x="3381268" y="1572768"/>
            <a:ext cx="898855" cy="512064"/>
          </a:xfrm>
          <a:prstGeom prst="roundRect">
            <a:avLst>
              <a:gd name="adj" fmla="val 14286"/>
            </a:avLst>
          </a:prstGeom>
          <a:solidFill>
            <a:schemeClr val="bg1"/>
          </a:solidFill>
          <a:ln w="15875">
            <a:solidFill>
              <a:srgbClr val="D5DCE6"/>
            </a:solidFill>
            <a:prstDash val="solid"/>
          </a:ln>
        </p:spPr>
      </p:sp>
      <p:sp>
        <p:nvSpPr>
          <p:cNvPr id="10" name="Text 7"/>
          <p:cNvSpPr txBox="1"/>
          <p:nvPr/>
        </p:nvSpPr>
        <p:spPr>
          <a:xfrm>
            <a:off x="3381268" y="1572768"/>
            <a:ext cx="898855" cy="512064"/>
          </a:xfrm>
          <a:prstGeom prst="rect">
            <a:avLst/>
          </a:prstGeom>
          <a:noFill/>
          <a:ln/>
        </p:spPr>
        <p:txBody>
          <a:bodyPr wrap="square" lIns="0" tIns="0" rIns="0" bIns="0" rtlCol="0" anchor="ctr"/>
          <a:lstStyle/>
          <a:p>
            <a:pPr algn="ctr" indent="0" marL="0">
              <a:buNone/>
            </a:pPr>
            <a:r>
              <a:rPr lang="en-US" sz="1700" dirty="0">
                <a:solidFill>
                  <a:schemeClr val="tx1"/>
                </a:solidFill>
              </a:rPr>
              <a:t>je al</a:t>
            </a:r>
            <a:endParaRPr lang="en-US" sz="1700" dirty="0"/>
          </a:p>
        </p:txBody>
      </p:sp>
      <p:sp>
        <p:nvSpPr>
          <p:cNvPr id="11" name="Shape 8"/>
          <p:cNvSpPr/>
          <p:nvPr/>
        </p:nvSpPr>
        <p:spPr>
          <a:xfrm>
            <a:off x="4353276" y="1572768"/>
            <a:ext cx="1262604" cy="512064"/>
          </a:xfrm>
          <a:prstGeom prst="roundRect">
            <a:avLst>
              <a:gd name="adj" fmla="val 14286"/>
            </a:avLst>
          </a:prstGeom>
          <a:solidFill>
            <a:srgbClr val="FBEDEB"/>
          </a:solidFill>
          <a:ln w="25400">
            <a:solidFill>
              <a:srgbClr val="B83227"/>
            </a:solidFill>
            <a:prstDash val="dash"/>
          </a:ln>
        </p:spPr>
      </p:sp>
      <p:sp>
        <p:nvSpPr>
          <p:cNvPr id="12" name="Text 9"/>
          <p:cNvSpPr txBox="1"/>
          <p:nvPr/>
        </p:nvSpPr>
        <p:spPr>
          <a:xfrm>
            <a:off x="4353276" y="1572768"/>
            <a:ext cx="1262604" cy="512064"/>
          </a:xfrm>
          <a:prstGeom prst="rect">
            <a:avLst/>
          </a:prstGeom>
          <a:noFill/>
          <a:ln/>
        </p:spPr>
        <p:txBody>
          <a:bodyPr wrap="square" lIns="0" tIns="0" rIns="0" bIns="0" rtlCol="0" anchor="ctr"/>
          <a:lstStyle/>
          <a:p>
            <a:pPr algn="ctr" indent="0" marL="0">
              <a:buNone/>
            </a:pPr>
            <a:r>
              <a:rPr lang="en-US" sz="1700" b="1" dirty="0">
                <a:solidFill>
                  <a:schemeClr val="accent6"/>
                </a:solidFill>
              </a:rPr>
              <a:t>gegeten?</a:t>
            </a:r>
            <a:endParaRPr lang="en-US" sz="1700" dirty="0"/>
          </a:p>
        </p:txBody>
      </p:sp>
      <p:sp>
        <p:nvSpPr>
          <p:cNvPr id="13" name="Shape 10"/>
          <p:cNvSpPr/>
          <p:nvPr/>
        </p:nvSpPr>
        <p:spPr>
          <a:xfrm>
            <a:off x="2651760" y="2176272"/>
            <a:ext cx="656356" cy="512064"/>
          </a:xfrm>
          <a:prstGeom prst="roundRect">
            <a:avLst>
              <a:gd name="adj" fmla="val 14286"/>
            </a:avLst>
          </a:prstGeom>
          <a:solidFill>
            <a:schemeClr val="bg1"/>
          </a:solidFill>
          <a:ln w="15875">
            <a:solidFill>
              <a:srgbClr val="D5DCE6"/>
            </a:solidFill>
            <a:prstDash val="solid"/>
          </a:ln>
        </p:spPr>
      </p:sp>
      <p:sp>
        <p:nvSpPr>
          <p:cNvPr id="14" name="Text 11"/>
          <p:cNvSpPr txBox="1"/>
          <p:nvPr/>
        </p:nvSpPr>
        <p:spPr>
          <a:xfrm>
            <a:off x="2651760" y="2176272"/>
            <a:ext cx="656356" cy="512064"/>
          </a:xfrm>
          <a:prstGeom prst="rect">
            <a:avLst/>
          </a:prstGeom>
          <a:noFill/>
          <a:ln/>
        </p:spPr>
        <p:txBody>
          <a:bodyPr wrap="square" lIns="0" tIns="0" rIns="0" bIns="0" rtlCol="0" anchor="ctr"/>
          <a:lstStyle/>
          <a:p>
            <a:pPr algn="ctr" indent="0" marL="0">
              <a:buNone/>
            </a:pPr>
            <a:r>
              <a:rPr lang="en-US" sz="1700" dirty="0">
                <a:solidFill>
                  <a:schemeClr val="tx1"/>
                </a:solidFill>
              </a:rPr>
              <a:t>Wat</a:t>
            </a:r>
            <a:endParaRPr lang="en-US" sz="1700" dirty="0"/>
          </a:p>
        </p:txBody>
      </p:sp>
      <p:sp>
        <p:nvSpPr>
          <p:cNvPr id="15" name="Shape 12"/>
          <p:cNvSpPr/>
          <p:nvPr/>
        </p:nvSpPr>
        <p:spPr>
          <a:xfrm>
            <a:off x="3381268" y="2176272"/>
            <a:ext cx="656356" cy="512064"/>
          </a:xfrm>
          <a:prstGeom prst="roundRect">
            <a:avLst>
              <a:gd name="adj" fmla="val 14286"/>
            </a:avLst>
          </a:prstGeom>
          <a:solidFill>
            <a:srgbClr val="FBEDEB"/>
          </a:solidFill>
          <a:ln w="31750">
            <a:solidFill>
              <a:srgbClr val="B83227"/>
            </a:solidFill>
            <a:prstDash val="solid"/>
          </a:ln>
        </p:spPr>
      </p:sp>
      <p:sp>
        <p:nvSpPr>
          <p:cNvPr id="16" name="Text 13"/>
          <p:cNvSpPr txBox="1"/>
          <p:nvPr/>
        </p:nvSpPr>
        <p:spPr>
          <a:xfrm>
            <a:off x="3381268" y="2176272"/>
            <a:ext cx="656356" cy="512064"/>
          </a:xfrm>
          <a:prstGeom prst="rect">
            <a:avLst/>
          </a:prstGeom>
          <a:noFill/>
          <a:ln/>
        </p:spPr>
        <p:txBody>
          <a:bodyPr wrap="square" lIns="0" tIns="0" rIns="0" bIns="0" rtlCol="0" anchor="ctr"/>
          <a:lstStyle/>
          <a:p>
            <a:pPr algn="ctr" indent="0" marL="0">
              <a:buNone/>
            </a:pPr>
            <a:r>
              <a:rPr lang="en-US" sz="1700" b="1" dirty="0">
                <a:solidFill>
                  <a:schemeClr val="accent6"/>
                </a:solidFill>
              </a:rPr>
              <a:t>heb</a:t>
            </a:r>
            <a:endParaRPr lang="en-US" sz="1700" dirty="0"/>
          </a:p>
        </p:txBody>
      </p:sp>
      <p:sp>
        <p:nvSpPr>
          <p:cNvPr id="17" name="Shape 14"/>
          <p:cNvSpPr/>
          <p:nvPr/>
        </p:nvSpPr>
        <p:spPr>
          <a:xfrm>
            <a:off x="4110777" y="2176272"/>
            <a:ext cx="535107" cy="512064"/>
          </a:xfrm>
          <a:prstGeom prst="roundRect">
            <a:avLst>
              <a:gd name="adj" fmla="val 14286"/>
            </a:avLst>
          </a:prstGeom>
          <a:solidFill>
            <a:schemeClr val="bg1"/>
          </a:solidFill>
          <a:ln w="15875">
            <a:solidFill>
              <a:srgbClr val="D5DCE6"/>
            </a:solidFill>
            <a:prstDash val="solid"/>
          </a:ln>
        </p:spPr>
      </p:sp>
      <p:sp>
        <p:nvSpPr>
          <p:cNvPr id="18" name="Text 15"/>
          <p:cNvSpPr txBox="1"/>
          <p:nvPr/>
        </p:nvSpPr>
        <p:spPr>
          <a:xfrm>
            <a:off x="4110777" y="2176272"/>
            <a:ext cx="535107" cy="512064"/>
          </a:xfrm>
          <a:prstGeom prst="rect">
            <a:avLst/>
          </a:prstGeom>
          <a:noFill/>
          <a:ln/>
        </p:spPr>
        <p:txBody>
          <a:bodyPr wrap="square" lIns="0" tIns="0" rIns="0" bIns="0" rtlCol="0" anchor="ctr"/>
          <a:lstStyle/>
          <a:p>
            <a:pPr algn="ctr" indent="0" marL="0">
              <a:buNone/>
            </a:pPr>
            <a:r>
              <a:rPr lang="en-US" sz="1700" dirty="0">
                <a:solidFill>
                  <a:schemeClr val="tx1"/>
                </a:solidFill>
              </a:rPr>
              <a:t>je</a:t>
            </a:r>
            <a:endParaRPr lang="en-US" sz="1700" dirty="0"/>
          </a:p>
        </p:txBody>
      </p:sp>
      <p:sp>
        <p:nvSpPr>
          <p:cNvPr id="19" name="Shape 16"/>
          <p:cNvSpPr/>
          <p:nvPr/>
        </p:nvSpPr>
        <p:spPr>
          <a:xfrm>
            <a:off x="4719036" y="2176272"/>
            <a:ext cx="1141354" cy="512064"/>
          </a:xfrm>
          <a:prstGeom prst="roundRect">
            <a:avLst>
              <a:gd name="adj" fmla="val 14286"/>
            </a:avLst>
          </a:prstGeom>
          <a:solidFill>
            <a:srgbClr val="FBEDEB"/>
          </a:solidFill>
          <a:ln w="25400">
            <a:solidFill>
              <a:srgbClr val="B83227"/>
            </a:solidFill>
            <a:prstDash val="dash"/>
          </a:ln>
        </p:spPr>
      </p:sp>
      <p:sp>
        <p:nvSpPr>
          <p:cNvPr id="20" name="Text 17"/>
          <p:cNvSpPr txBox="1"/>
          <p:nvPr/>
        </p:nvSpPr>
        <p:spPr>
          <a:xfrm>
            <a:off x="4719036" y="2176272"/>
            <a:ext cx="1141354" cy="512064"/>
          </a:xfrm>
          <a:prstGeom prst="rect">
            <a:avLst/>
          </a:prstGeom>
          <a:noFill/>
          <a:ln/>
        </p:spPr>
        <p:txBody>
          <a:bodyPr wrap="square" lIns="0" tIns="0" rIns="0" bIns="0" rtlCol="0" anchor="ctr"/>
          <a:lstStyle/>
          <a:p>
            <a:pPr algn="ctr" indent="0" marL="0">
              <a:buNone/>
            </a:pPr>
            <a:r>
              <a:rPr lang="en-US" sz="1700" b="1" dirty="0">
                <a:solidFill>
                  <a:schemeClr val="accent6"/>
                </a:solidFill>
              </a:rPr>
              <a:t>gedaan?</a:t>
            </a:r>
            <a:endParaRPr lang="en-US" sz="1700" dirty="0"/>
          </a:p>
        </p:txBody>
      </p:sp>
      <p:sp>
        <p:nvSpPr>
          <p:cNvPr id="21" name="Shape 18"/>
          <p:cNvSpPr/>
          <p:nvPr/>
        </p:nvSpPr>
        <p:spPr>
          <a:xfrm>
            <a:off x="2651760" y="2779776"/>
            <a:ext cx="777606" cy="512064"/>
          </a:xfrm>
          <a:prstGeom prst="roundRect">
            <a:avLst>
              <a:gd name="adj" fmla="val 14286"/>
            </a:avLst>
          </a:prstGeom>
          <a:solidFill>
            <a:schemeClr val="bg1"/>
          </a:solidFill>
          <a:ln w="15875">
            <a:solidFill>
              <a:srgbClr val="D5DCE6"/>
            </a:solidFill>
            <a:prstDash val="solid"/>
          </a:ln>
        </p:spPr>
      </p:sp>
      <p:sp>
        <p:nvSpPr>
          <p:cNvPr id="22" name="Text 19"/>
          <p:cNvSpPr txBox="1"/>
          <p:nvPr/>
        </p:nvSpPr>
        <p:spPr>
          <a:xfrm>
            <a:off x="2651760" y="2779776"/>
            <a:ext cx="777606" cy="512064"/>
          </a:xfrm>
          <a:prstGeom prst="rect">
            <a:avLst/>
          </a:prstGeom>
          <a:noFill/>
          <a:ln/>
        </p:spPr>
        <p:txBody>
          <a:bodyPr wrap="square" lIns="0" tIns="0" rIns="0" bIns="0" rtlCol="0" anchor="ctr"/>
          <a:lstStyle/>
          <a:p>
            <a:pPr algn="ctr" indent="0" marL="0">
              <a:buNone/>
            </a:pPr>
            <a:r>
              <a:rPr lang="en-US" sz="1700" dirty="0">
                <a:solidFill>
                  <a:schemeClr val="tx1"/>
                </a:solidFill>
              </a:rPr>
              <a:t>Waar</a:t>
            </a:r>
            <a:endParaRPr lang="en-US" sz="1700" dirty="0"/>
          </a:p>
        </p:txBody>
      </p:sp>
      <p:sp>
        <p:nvSpPr>
          <p:cNvPr id="23" name="Shape 20"/>
          <p:cNvSpPr/>
          <p:nvPr/>
        </p:nvSpPr>
        <p:spPr>
          <a:xfrm>
            <a:off x="3502518" y="2779776"/>
            <a:ext cx="656356" cy="512064"/>
          </a:xfrm>
          <a:prstGeom prst="roundRect">
            <a:avLst>
              <a:gd name="adj" fmla="val 14286"/>
            </a:avLst>
          </a:prstGeom>
          <a:solidFill>
            <a:srgbClr val="FBEDEB"/>
          </a:solidFill>
          <a:ln w="31750">
            <a:solidFill>
              <a:srgbClr val="B83227"/>
            </a:solidFill>
            <a:prstDash val="solid"/>
          </a:ln>
        </p:spPr>
      </p:sp>
      <p:sp>
        <p:nvSpPr>
          <p:cNvPr id="24" name="Text 21"/>
          <p:cNvSpPr txBox="1"/>
          <p:nvPr/>
        </p:nvSpPr>
        <p:spPr>
          <a:xfrm>
            <a:off x="3502518" y="2779776"/>
            <a:ext cx="656356" cy="512064"/>
          </a:xfrm>
          <a:prstGeom prst="rect">
            <a:avLst/>
          </a:prstGeom>
          <a:noFill/>
          <a:ln/>
        </p:spPr>
        <p:txBody>
          <a:bodyPr wrap="square" lIns="0" tIns="0" rIns="0" bIns="0" rtlCol="0" anchor="ctr"/>
          <a:lstStyle/>
          <a:p>
            <a:pPr algn="ctr" indent="0" marL="0">
              <a:buNone/>
            </a:pPr>
            <a:r>
              <a:rPr lang="en-US" sz="1700" b="1" dirty="0">
                <a:solidFill>
                  <a:schemeClr val="accent6"/>
                </a:solidFill>
              </a:rPr>
              <a:t>ben</a:t>
            </a:r>
            <a:endParaRPr lang="en-US" sz="1700" dirty="0"/>
          </a:p>
        </p:txBody>
      </p:sp>
      <p:sp>
        <p:nvSpPr>
          <p:cNvPr id="25" name="Shape 22"/>
          <p:cNvSpPr/>
          <p:nvPr/>
        </p:nvSpPr>
        <p:spPr>
          <a:xfrm>
            <a:off x="4232026" y="2779776"/>
            <a:ext cx="535107" cy="512064"/>
          </a:xfrm>
          <a:prstGeom prst="roundRect">
            <a:avLst>
              <a:gd name="adj" fmla="val 14286"/>
            </a:avLst>
          </a:prstGeom>
          <a:solidFill>
            <a:schemeClr val="bg1"/>
          </a:solidFill>
          <a:ln w="15875">
            <a:solidFill>
              <a:srgbClr val="D5DCE6"/>
            </a:solidFill>
            <a:prstDash val="solid"/>
          </a:ln>
        </p:spPr>
      </p:sp>
      <p:sp>
        <p:nvSpPr>
          <p:cNvPr id="26" name="Text 23"/>
          <p:cNvSpPr txBox="1"/>
          <p:nvPr/>
        </p:nvSpPr>
        <p:spPr>
          <a:xfrm>
            <a:off x="4232026" y="2779776"/>
            <a:ext cx="535107" cy="512064"/>
          </a:xfrm>
          <a:prstGeom prst="rect">
            <a:avLst/>
          </a:prstGeom>
          <a:noFill/>
          <a:ln/>
        </p:spPr>
        <p:txBody>
          <a:bodyPr wrap="square" lIns="0" tIns="0" rIns="0" bIns="0" rtlCol="0" anchor="ctr"/>
          <a:lstStyle/>
          <a:p>
            <a:pPr algn="ctr" indent="0" marL="0">
              <a:buNone/>
            </a:pPr>
            <a:r>
              <a:rPr lang="en-US" sz="1700" dirty="0">
                <a:solidFill>
                  <a:schemeClr val="tx1"/>
                </a:solidFill>
              </a:rPr>
              <a:t>je</a:t>
            </a:r>
            <a:endParaRPr lang="en-US" sz="1700" dirty="0"/>
          </a:p>
        </p:txBody>
      </p:sp>
      <p:sp>
        <p:nvSpPr>
          <p:cNvPr id="27" name="Shape 24"/>
          <p:cNvSpPr/>
          <p:nvPr/>
        </p:nvSpPr>
        <p:spPr>
          <a:xfrm>
            <a:off x="4840285" y="2779776"/>
            <a:ext cx="1262604" cy="512064"/>
          </a:xfrm>
          <a:prstGeom prst="roundRect">
            <a:avLst>
              <a:gd name="adj" fmla="val 14286"/>
            </a:avLst>
          </a:prstGeom>
          <a:solidFill>
            <a:srgbClr val="FBEDEB"/>
          </a:solidFill>
          <a:ln w="25400">
            <a:solidFill>
              <a:srgbClr val="B83227"/>
            </a:solidFill>
            <a:prstDash val="dash"/>
          </a:ln>
        </p:spPr>
      </p:sp>
      <p:sp>
        <p:nvSpPr>
          <p:cNvPr id="28" name="Text 25"/>
          <p:cNvSpPr txBox="1"/>
          <p:nvPr/>
        </p:nvSpPr>
        <p:spPr>
          <a:xfrm>
            <a:off x="4840285" y="2779776"/>
            <a:ext cx="1262604" cy="512064"/>
          </a:xfrm>
          <a:prstGeom prst="rect">
            <a:avLst/>
          </a:prstGeom>
          <a:noFill/>
          <a:ln/>
        </p:spPr>
        <p:txBody>
          <a:bodyPr wrap="square" lIns="0" tIns="0" rIns="0" bIns="0" rtlCol="0" anchor="ctr"/>
          <a:lstStyle/>
          <a:p>
            <a:pPr algn="ctr" indent="0" marL="0">
              <a:buNone/>
            </a:pPr>
            <a:r>
              <a:rPr lang="en-US" sz="1700" b="1" dirty="0">
                <a:solidFill>
                  <a:schemeClr val="accent6"/>
                </a:solidFill>
              </a:rPr>
              <a:t>geweest?</a:t>
            </a:r>
            <a:endParaRPr lang="en-US" sz="1700" dirty="0"/>
          </a:p>
        </p:txBody>
      </p:sp>
      <p:sp>
        <p:nvSpPr>
          <p:cNvPr id="29" name="Shape 26"/>
          <p:cNvSpPr/>
          <p:nvPr/>
        </p:nvSpPr>
        <p:spPr>
          <a:xfrm>
            <a:off x="548640" y="3520440"/>
            <a:ext cx="1920240" cy="1115568"/>
          </a:xfrm>
          <a:prstGeom prst="roundRect">
            <a:avLst>
              <a:gd name="adj" fmla="val 6557"/>
            </a:avLst>
          </a:prstGeom>
          <a:solidFill>
            <a:schemeClr val="tx2"/>
          </a:solidFill>
          <a:ln w="12700">
            <a:solidFill>
              <a:srgbClr val="FFFFFF">
                <a:alpha val="0"/>
              </a:srgbClr>
            </a:solidFill>
            <a:prstDash val="solid"/>
          </a:ln>
        </p:spPr>
      </p:sp>
      <p:sp>
        <p:nvSpPr>
          <p:cNvPr id="30" name="Text 27"/>
          <p:cNvSpPr txBox="1"/>
          <p:nvPr/>
        </p:nvSpPr>
        <p:spPr>
          <a:xfrm>
            <a:off x="548640" y="3520440"/>
            <a:ext cx="1920240" cy="1115568"/>
          </a:xfrm>
          <a:prstGeom prst="rect">
            <a:avLst/>
          </a:prstGeom>
          <a:noFill/>
          <a:ln/>
        </p:spPr>
        <p:txBody>
          <a:bodyPr wrap="square" lIns="0" tIns="0" rIns="0" bIns="0" rtlCol="0" anchor="ctr"/>
          <a:lstStyle/>
          <a:p>
            <a:pPr algn="ctr" indent="0" marL="0">
              <a:buNone/>
            </a:pPr>
            <a:r>
              <a:rPr lang="en-US" sz="1500" b="1" spc="100" kern="0" dirty="0">
                <a:solidFill>
                  <a:schemeClr val="bg1"/>
                </a:solidFill>
              </a:rPr>
              <a:t>NÉGATION</a:t>
            </a:r>
            <a:endParaRPr lang="en-US" sz="1500" dirty="0"/>
          </a:p>
        </p:txBody>
      </p:sp>
      <p:sp>
        <p:nvSpPr>
          <p:cNvPr id="31" name="Shape 28"/>
          <p:cNvSpPr/>
          <p:nvPr/>
        </p:nvSpPr>
        <p:spPr>
          <a:xfrm>
            <a:off x="2651760" y="3520440"/>
            <a:ext cx="1141354" cy="512064"/>
          </a:xfrm>
          <a:prstGeom prst="roundRect">
            <a:avLst>
              <a:gd name="adj" fmla="val 14286"/>
            </a:avLst>
          </a:prstGeom>
          <a:solidFill>
            <a:schemeClr val="bg1"/>
          </a:solidFill>
          <a:ln w="15875">
            <a:solidFill>
              <a:srgbClr val="D5DCE6"/>
            </a:solidFill>
            <a:prstDash val="solid"/>
          </a:ln>
        </p:spPr>
      </p:sp>
      <p:sp>
        <p:nvSpPr>
          <p:cNvPr id="32" name="Text 29"/>
          <p:cNvSpPr txBox="1"/>
          <p:nvPr/>
        </p:nvSpPr>
        <p:spPr>
          <a:xfrm>
            <a:off x="2651760" y="3520440"/>
            <a:ext cx="1141354" cy="512064"/>
          </a:xfrm>
          <a:prstGeom prst="rect">
            <a:avLst/>
          </a:prstGeom>
          <a:noFill/>
          <a:ln/>
        </p:spPr>
        <p:txBody>
          <a:bodyPr wrap="square" lIns="0" tIns="0" rIns="0" bIns="0" rtlCol="0" anchor="ctr"/>
          <a:lstStyle/>
          <a:p>
            <a:pPr algn="ctr" indent="0" marL="0">
              <a:buNone/>
            </a:pPr>
            <a:r>
              <a:rPr lang="en-US" sz="1700" dirty="0">
                <a:solidFill>
                  <a:schemeClr val="tx1"/>
                </a:solidFill>
              </a:rPr>
              <a:t>Nee, ik</a:t>
            </a:r>
            <a:endParaRPr lang="en-US" sz="1700" dirty="0"/>
          </a:p>
        </p:txBody>
      </p:sp>
      <p:sp>
        <p:nvSpPr>
          <p:cNvPr id="33" name="Shape 30"/>
          <p:cNvSpPr/>
          <p:nvPr/>
        </p:nvSpPr>
        <p:spPr>
          <a:xfrm>
            <a:off x="3866266" y="3520440"/>
            <a:ext cx="656356" cy="512064"/>
          </a:xfrm>
          <a:prstGeom prst="roundRect">
            <a:avLst>
              <a:gd name="adj" fmla="val 14286"/>
            </a:avLst>
          </a:prstGeom>
          <a:solidFill>
            <a:srgbClr val="FBEDEB"/>
          </a:solidFill>
          <a:ln w="31750">
            <a:solidFill>
              <a:srgbClr val="B83227"/>
            </a:solidFill>
            <a:prstDash val="solid"/>
          </a:ln>
        </p:spPr>
      </p:sp>
      <p:sp>
        <p:nvSpPr>
          <p:cNvPr id="34" name="Text 31"/>
          <p:cNvSpPr txBox="1"/>
          <p:nvPr/>
        </p:nvSpPr>
        <p:spPr>
          <a:xfrm>
            <a:off x="3866266" y="3520440"/>
            <a:ext cx="656356" cy="512064"/>
          </a:xfrm>
          <a:prstGeom prst="rect">
            <a:avLst/>
          </a:prstGeom>
          <a:noFill/>
          <a:ln/>
        </p:spPr>
        <p:txBody>
          <a:bodyPr wrap="square" lIns="0" tIns="0" rIns="0" bIns="0" rtlCol="0" anchor="ctr"/>
          <a:lstStyle/>
          <a:p>
            <a:pPr algn="ctr" indent="0" marL="0">
              <a:buNone/>
            </a:pPr>
            <a:r>
              <a:rPr lang="en-US" sz="1700" b="1" dirty="0">
                <a:solidFill>
                  <a:schemeClr val="accent6"/>
                </a:solidFill>
              </a:rPr>
              <a:t>heb</a:t>
            </a:r>
            <a:endParaRPr lang="en-US" sz="1700" dirty="0"/>
          </a:p>
        </p:txBody>
      </p:sp>
      <p:sp>
        <p:nvSpPr>
          <p:cNvPr id="35" name="Shape 32"/>
          <p:cNvSpPr/>
          <p:nvPr/>
        </p:nvSpPr>
        <p:spPr>
          <a:xfrm>
            <a:off x="4595774" y="3520440"/>
            <a:ext cx="656356" cy="512064"/>
          </a:xfrm>
          <a:prstGeom prst="roundRect">
            <a:avLst>
              <a:gd name="adj" fmla="val 14286"/>
            </a:avLst>
          </a:prstGeom>
          <a:solidFill>
            <a:schemeClr val="bg1"/>
          </a:solidFill>
          <a:ln w="15875">
            <a:solidFill>
              <a:srgbClr val="D5DCE6"/>
            </a:solidFill>
            <a:prstDash val="solid"/>
          </a:ln>
        </p:spPr>
      </p:sp>
      <p:sp>
        <p:nvSpPr>
          <p:cNvPr id="36" name="Text 33"/>
          <p:cNvSpPr txBox="1"/>
          <p:nvPr/>
        </p:nvSpPr>
        <p:spPr>
          <a:xfrm>
            <a:off x="4595774" y="3520440"/>
            <a:ext cx="656356" cy="512064"/>
          </a:xfrm>
          <a:prstGeom prst="rect">
            <a:avLst/>
          </a:prstGeom>
          <a:noFill/>
          <a:ln/>
        </p:spPr>
        <p:txBody>
          <a:bodyPr wrap="square" lIns="0" tIns="0" rIns="0" bIns="0" rtlCol="0" anchor="ctr"/>
          <a:lstStyle/>
          <a:p>
            <a:pPr algn="ctr" indent="0" marL="0">
              <a:buNone/>
            </a:pPr>
            <a:r>
              <a:rPr lang="en-US" sz="1700" dirty="0">
                <a:solidFill>
                  <a:schemeClr val="tx1"/>
                </a:solidFill>
              </a:rPr>
              <a:t>nog</a:t>
            </a:r>
            <a:endParaRPr lang="en-US" sz="1700" dirty="0"/>
          </a:p>
        </p:txBody>
      </p:sp>
      <p:sp>
        <p:nvSpPr>
          <p:cNvPr id="37" name="Shape 34"/>
          <p:cNvSpPr/>
          <p:nvPr/>
        </p:nvSpPr>
        <p:spPr>
          <a:xfrm>
            <a:off x="5325283" y="3520440"/>
            <a:ext cx="777606" cy="512064"/>
          </a:xfrm>
          <a:prstGeom prst="roundRect">
            <a:avLst>
              <a:gd name="adj" fmla="val 14286"/>
            </a:avLst>
          </a:prstGeom>
          <a:solidFill>
            <a:schemeClr val="tx2"/>
          </a:solidFill>
          <a:ln w="12700">
            <a:solidFill>
              <a:srgbClr val="FFFFFF">
                <a:alpha val="0"/>
              </a:srgbClr>
            </a:solidFill>
            <a:prstDash val="solid"/>
          </a:ln>
        </p:spPr>
      </p:sp>
      <p:sp>
        <p:nvSpPr>
          <p:cNvPr id="38" name="Text 35"/>
          <p:cNvSpPr txBox="1"/>
          <p:nvPr/>
        </p:nvSpPr>
        <p:spPr>
          <a:xfrm>
            <a:off x="5325283" y="3520440"/>
            <a:ext cx="777606" cy="512064"/>
          </a:xfrm>
          <a:prstGeom prst="rect">
            <a:avLst/>
          </a:prstGeom>
          <a:noFill/>
          <a:ln/>
        </p:spPr>
        <p:txBody>
          <a:bodyPr wrap="square" lIns="0" tIns="0" rIns="0" bIns="0" rtlCol="0" anchor="ctr"/>
          <a:lstStyle/>
          <a:p>
            <a:pPr algn="ctr" indent="0" marL="0">
              <a:buNone/>
            </a:pPr>
            <a:r>
              <a:rPr lang="en-US" sz="1700" b="1" dirty="0">
                <a:solidFill>
                  <a:schemeClr val="bg1"/>
                </a:solidFill>
              </a:rPr>
              <a:t>niet</a:t>
            </a:r>
            <a:endParaRPr lang="en-US" sz="1700" dirty="0"/>
          </a:p>
        </p:txBody>
      </p:sp>
      <p:sp>
        <p:nvSpPr>
          <p:cNvPr id="39" name="Shape 36"/>
          <p:cNvSpPr/>
          <p:nvPr/>
        </p:nvSpPr>
        <p:spPr>
          <a:xfrm>
            <a:off x="6176040" y="3520440"/>
            <a:ext cx="1262604" cy="512064"/>
          </a:xfrm>
          <a:prstGeom prst="roundRect">
            <a:avLst>
              <a:gd name="adj" fmla="val 14286"/>
            </a:avLst>
          </a:prstGeom>
          <a:solidFill>
            <a:srgbClr val="FBEDEB"/>
          </a:solidFill>
          <a:ln w="25400">
            <a:solidFill>
              <a:srgbClr val="B83227"/>
            </a:solidFill>
            <a:prstDash val="dash"/>
          </a:ln>
        </p:spPr>
      </p:sp>
      <p:sp>
        <p:nvSpPr>
          <p:cNvPr id="40" name="Text 37"/>
          <p:cNvSpPr txBox="1"/>
          <p:nvPr/>
        </p:nvSpPr>
        <p:spPr>
          <a:xfrm>
            <a:off x="6176040" y="3520440"/>
            <a:ext cx="1262604" cy="512064"/>
          </a:xfrm>
          <a:prstGeom prst="rect">
            <a:avLst/>
          </a:prstGeom>
          <a:noFill/>
          <a:ln/>
        </p:spPr>
        <p:txBody>
          <a:bodyPr wrap="square" lIns="0" tIns="0" rIns="0" bIns="0" rtlCol="0" anchor="ctr"/>
          <a:lstStyle/>
          <a:p>
            <a:pPr algn="ctr" indent="0" marL="0">
              <a:buNone/>
            </a:pPr>
            <a:r>
              <a:rPr lang="en-US" sz="1700" b="1" dirty="0">
                <a:solidFill>
                  <a:schemeClr val="accent6"/>
                </a:solidFill>
              </a:rPr>
              <a:t>gegeten.</a:t>
            </a:r>
            <a:endParaRPr lang="en-US" sz="1700" dirty="0"/>
          </a:p>
        </p:txBody>
      </p:sp>
      <p:sp>
        <p:nvSpPr>
          <p:cNvPr id="41" name="Shape 38"/>
          <p:cNvSpPr/>
          <p:nvPr/>
        </p:nvSpPr>
        <p:spPr>
          <a:xfrm>
            <a:off x="2651760" y="4123944"/>
            <a:ext cx="535107" cy="512064"/>
          </a:xfrm>
          <a:prstGeom prst="roundRect">
            <a:avLst>
              <a:gd name="adj" fmla="val 14286"/>
            </a:avLst>
          </a:prstGeom>
          <a:solidFill>
            <a:schemeClr val="bg1"/>
          </a:solidFill>
          <a:ln w="15875">
            <a:solidFill>
              <a:srgbClr val="D5DCE6"/>
            </a:solidFill>
            <a:prstDash val="solid"/>
          </a:ln>
        </p:spPr>
      </p:sp>
      <p:sp>
        <p:nvSpPr>
          <p:cNvPr id="42" name="Text 39"/>
          <p:cNvSpPr txBox="1"/>
          <p:nvPr/>
        </p:nvSpPr>
        <p:spPr>
          <a:xfrm>
            <a:off x="2651760" y="4123944"/>
            <a:ext cx="535107" cy="512064"/>
          </a:xfrm>
          <a:prstGeom prst="rect">
            <a:avLst/>
          </a:prstGeom>
          <a:noFill/>
          <a:ln/>
        </p:spPr>
        <p:txBody>
          <a:bodyPr wrap="square" lIns="0" tIns="0" rIns="0" bIns="0" rtlCol="0" anchor="ctr"/>
          <a:lstStyle/>
          <a:p>
            <a:pPr algn="ctr" indent="0" marL="0">
              <a:buNone/>
            </a:pPr>
            <a:r>
              <a:rPr lang="en-US" sz="1700" dirty="0">
                <a:solidFill>
                  <a:schemeClr val="tx1"/>
                </a:solidFill>
              </a:rPr>
              <a:t>Ik</a:t>
            </a:r>
            <a:endParaRPr lang="en-US" sz="1700" dirty="0"/>
          </a:p>
        </p:txBody>
      </p:sp>
      <p:sp>
        <p:nvSpPr>
          <p:cNvPr id="43" name="Shape 40"/>
          <p:cNvSpPr/>
          <p:nvPr/>
        </p:nvSpPr>
        <p:spPr>
          <a:xfrm>
            <a:off x="3260019" y="4123944"/>
            <a:ext cx="656356" cy="512064"/>
          </a:xfrm>
          <a:prstGeom prst="roundRect">
            <a:avLst>
              <a:gd name="adj" fmla="val 14286"/>
            </a:avLst>
          </a:prstGeom>
          <a:solidFill>
            <a:srgbClr val="FBEDEB"/>
          </a:solidFill>
          <a:ln w="31750">
            <a:solidFill>
              <a:srgbClr val="B83227"/>
            </a:solidFill>
            <a:prstDash val="solid"/>
          </a:ln>
        </p:spPr>
      </p:sp>
      <p:sp>
        <p:nvSpPr>
          <p:cNvPr id="44" name="Text 41"/>
          <p:cNvSpPr txBox="1"/>
          <p:nvPr/>
        </p:nvSpPr>
        <p:spPr>
          <a:xfrm>
            <a:off x="3260019" y="4123944"/>
            <a:ext cx="656356" cy="512064"/>
          </a:xfrm>
          <a:prstGeom prst="rect">
            <a:avLst/>
          </a:prstGeom>
          <a:noFill/>
          <a:ln/>
        </p:spPr>
        <p:txBody>
          <a:bodyPr wrap="square" lIns="0" tIns="0" rIns="0" bIns="0" rtlCol="0" anchor="ctr"/>
          <a:lstStyle/>
          <a:p>
            <a:pPr algn="ctr" indent="0" marL="0">
              <a:buNone/>
            </a:pPr>
            <a:r>
              <a:rPr lang="en-US" sz="1700" b="1" dirty="0">
                <a:solidFill>
                  <a:schemeClr val="accent6"/>
                </a:solidFill>
              </a:rPr>
              <a:t>heb</a:t>
            </a:r>
            <a:endParaRPr lang="en-US" sz="1700" dirty="0"/>
          </a:p>
        </p:txBody>
      </p:sp>
      <p:sp>
        <p:nvSpPr>
          <p:cNvPr id="45" name="Shape 42"/>
          <p:cNvSpPr/>
          <p:nvPr/>
        </p:nvSpPr>
        <p:spPr>
          <a:xfrm>
            <a:off x="3989527" y="4123944"/>
            <a:ext cx="777606" cy="512064"/>
          </a:xfrm>
          <a:prstGeom prst="roundRect">
            <a:avLst>
              <a:gd name="adj" fmla="val 14286"/>
            </a:avLst>
          </a:prstGeom>
          <a:solidFill>
            <a:schemeClr val="accent1"/>
          </a:solidFill>
          <a:ln w="12700">
            <a:solidFill>
              <a:srgbClr val="FFFFFF">
                <a:alpha val="0"/>
              </a:srgbClr>
            </a:solidFill>
            <a:prstDash val="solid"/>
          </a:ln>
        </p:spPr>
      </p:sp>
      <p:sp>
        <p:nvSpPr>
          <p:cNvPr id="46" name="Text 43"/>
          <p:cNvSpPr txBox="1"/>
          <p:nvPr/>
        </p:nvSpPr>
        <p:spPr>
          <a:xfrm>
            <a:off x="3989527" y="4123944"/>
            <a:ext cx="777606" cy="512064"/>
          </a:xfrm>
          <a:prstGeom prst="rect">
            <a:avLst/>
          </a:prstGeom>
          <a:noFill/>
          <a:ln/>
        </p:spPr>
        <p:txBody>
          <a:bodyPr wrap="square" lIns="0" tIns="0" rIns="0" bIns="0" rtlCol="0" anchor="ctr"/>
          <a:lstStyle/>
          <a:p>
            <a:pPr algn="ctr" indent="0" marL="0">
              <a:buNone/>
            </a:pPr>
            <a:r>
              <a:rPr lang="en-US" sz="1700" b="1" dirty="0">
                <a:solidFill>
                  <a:schemeClr val="bg1"/>
                </a:solidFill>
              </a:rPr>
              <a:t>geen</a:t>
            </a:r>
            <a:endParaRPr lang="en-US" sz="1700" dirty="0"/>
          </a:p>
        </p:txBody>
      </p:sp>
      <p:sp>
        <p:nvSpPr>
          <p:cNvPr id="47" name="Shape 44"/>
          <p:cNvSpPr/>
          <p:nvPr/>
        </p:nvSpPr>
        <p:spPr>
          <a:xfrm>
            <a:off x="4840285" y="4123944"/>
            <a:ext cx="777606" cy="512064"/>
          </a:xfrm>
          <a:prstGeom prst="roundRect">
            <a:avLst>
              <a:gd name="adj" fmla="val 14286"/>
            </a:avLst>
          </a:prstGeom>
          <a:solidFill>
            <a:schemeClr val="bg1"/>
          </a:solidFill>
          <a:ln w="15875">
            <a:solidFill>
              <a:srgbClr val="D5DCE6"/>
            </a:solidFill>
            <a:prstDash val="solid"/>
          </a:ln>
        </p:spPr>
      </p:sp>
      <p:sp>
        <p:nvSpPr>
          <p:cNvPr id="48" name="Text 45"/>
          <p:cNvSpPr txBox="1"/>
          <p:nvPr/>
        </p:nvSpPr>
        <p:spPr>
          <a:xfrm>
            <a:off x="4840285" y="4123944"/>
            <a:ext cx="777606" cy="512064"/>
          </a:xfrm>
          <a:prstGeom prst="rect">
            <a:avLst/>
          </a:prstGeom>
          <a:noFill/>
          <a:ln/>
        </p:spPr>
        <p:txBody>
          <a:bodyPr wrap="square" lIns="0" tIns="0" rIns="0" bIns="0" rtlCol="0" anchor="ctr"/>
          <a:lstStyle/>
          <a:p>
            <a:pPr algn="ctr" indent="0" marL="0">
              <a:buNone/>
            </a:pPr>
            <a:r>
              <a:rPr lang="en-US" sz="1700" dirty="0">
                <a:solidFill>
                  <a:schemeClr val="tx1"/>
                </a:solidFill>
              </a:rPr>
              <a:t>tijd</a:t>
            </a:r>
            <a:endParaRPr lang="en-US" sz="1700" dirty="0"/>
          </a:p>
        </p:txBody>
      </p:sp>
      <p:sp>
        <p:nvSpPr>
          <p:cNvPr id="49" name="Shape 46"/>
          <p:cNvSpPr/>
          <p:nvPr/>
        </p:nvSpPr>
        <p:spPr>
          <a:xfrm>
            <a:off x="5691043" y="4123944"/>
            <a:ext cx="1020105" cy="512064"/>
          </a:xfrm>
          <a:prstGeom prst="roundRect">
            <a:avLst>
              <a:gd name="adj" fmla="val 14286"/>
            </a:avLst>
          </a:prstGeom>
          <a:solidFill>
            <a:srgbClr val="FBEDEB"/>
          </a:solidFill>
          <a:ln w="25400">
            <a:solidFill>
              <a:srgbClr val="B83227"/>
            </a:solidFill>
            <a:prstDash val="dash"/>
          </a:ln>
        </p:spPr>
      </p:sp>
      <p:sp>
        <p:nvSpPr>
          <p:cNvPr id="50" name="Text 47"/>
          <p:cNvSpPr txBox="1"/>
          <p:nvPr/>
        </p:nvSpPr>
        <p:spPr>
          <a:xfrm>
            <a:off x="5691043" y="4123944"/>
            <a:ext cx="1020105" cy="512064"/>
          </a:xfrm>
          <a:prstGeom prst="rect">
            <a:avLst/>
          </a:prstGeom>
          <a:noFill/>
          <a:ln/>
        </p:spPr>
        <p:txBody>
          <a:bodyPr wrap="square" lIns="0" tIns="0" rIns="0" bIns="0" rtlCol="0" anchor="ctr"/>
          <a:lstStyle/>
          <a:p>
            <a:pPr algn="ctr" indent="0" marL="0">
              <a:buNone/>
            </a:pPr>
            <a:r>
              <a:rPr lang="en-US" sz="1700" b="1" dirty="0">
                <a:solidFill>
                  <a:schemeClr val="accent6"/>
                </a:solidFill>
              </a:rPr>
              <a:t>gehad.</a:t>
            </a:r>
            <a:endParaRPr lang="en-US" sz="1700" dirty="0"/>
          </a:p>
        </p:txBody>
      </p:sp>
      <p:sp>
        <p:nvSpPr>
          <p:cNvPr id="51" name="Shape 48"/>
          <p:cNvSpPr/>
          <p:nvPr/>
        </p:nvSpPr>
        <p:spPr>
          <a:xfrm>
            <a:off x="548640" y="4864608"/>
            <a:ext cx="1920240" cy="1115568"/>
          </a:xfrm>
          <a:prstGeom prst="roundRect">
            <a:avLst>
              <a:gd name="adj" fmla="val 6557"/>
            </a:avLst>
          </a:prstGeom>
          <a:solidFill>
            <a:schemeClr val="accent1"/>
          </a:solidFill>
          <a:ln w="12700">
            <a:solidFill>
              <a:srgbClr val="FFFFFF">
                <a:alpha val="0"/>
              </a:srgbClr>
            </a:solidFill>
            <a:prstDash val="solid"/>
          </a:ln>
        </p:spPr>
      </p:sp>
      <p:sp>
        <p:nvSpPr>
          <p:cNvPr id="52" name="Text 49"/>
          <p:cNvSpPr txBox="1"/>
          <p:nvPr/>
        </p:nvSpPr>
        <p:spPr>
          <a:xfrm>
            <a:off x="548640" y="4864608"/>
            <a:ext cx="1920240" cy="1115568"/>
          </a:xfrm>
          <a:prstGeom prst="rect">
            <a:avLst/>
          </a:prstGeom>
          <a:noFill/>
          <a:ln/>
        </p:spPr>
        <p:txBody>
          <a:bodyPr wrap="square" lIns="0" tIns="0" rIns="0" bIns="0" rtlCol="0" anchor="ctr"/>
          <a:lstStyle/>
          <a:p>
            <a:pPr algn="ctr" indent="0" marL="0">
              <a:buNone/>
            </a:pPr>
            <a:r>
              <a:rPr lang="en-US" sz="1500" b="1" spc="100" kern="0" dirty="0">
                <a:solidFill>
                  <a:schemeClr val="bg1"/>
                </a:solidFill>
              </a:rPr>
              <a:t>INVERSION</a:t>
            </a:r>
            <a:endParaRPr lang="en-US" sz="1500" dirty="0"/>
          </a:p>
        </p:txBody>
      </p:sp>
      <p:sp>
        <p:nvSpPr>
          <p:cNvPr id="53" name="Shape 50"/>
          <p:cNvSpPr/>
          <p:nvPr/>
        </p:nvSpPr>
        <p:spPr>
          <a:xfrm>
            <a:off x="2651760" y="4864608"/>
            <a:ext cx="1262604" cy="512064"/>
          </a:xfrm>
          <a:prstGeom prst="roundRect">
            <a:avLst>
              <a:gd name="adj" fmla="val 14286"/>
            </a:avLst>
          </a:prstGeom>
          <a:solidFill>
            <a:schemeClr val="bg1"/>
          </a:solidFill>
          <a:ln w="15875">
            <a:solidFill>
              <a:srgbClr val="D5DCE6"/>
            </a:solidFill>
            <a:prstDash val="solid"/>
          </a:ln>
        </p:spPr>
      </p:sp>
      <p:sp>
        <p:nvSpPr>
          <p:cNvPr id="54" name="Text 51"/>
          <p:cNvSpPr txBox="1"/>
          <p:nvPr/>
        </p:nvSpPr>
        <p:spPr>
          <a:xfrm>
            <a:off x="2651760" y="4864608"/>
            <a:ext cx="1262604" cy="512064"/>
          </a:xfrm>
          <a:prstGeom prst="rect">
            <a:avLst/>
          </a:prstGeom>
          <a:noFill/>
          <a:ln/>
        </p:spPr>
        <p:txBody>
          <a:bodyPr wrap="square" lIns="0" tIns="0" rIns="0" bIns="0" rtlCol="0" anchor="ctr"/>
          <a:lstStyle/>
          <a:p>
            <a:pPr algn="ctr" indent="0" marL="0">
              <a:buNone/>
            </a:pPr>
            <a:r>
              <a:rPr lang="en-US" sz="1700" dirty="0">
                <a:solidFill>
                  <a:schemeClr val="tx1"/>
                </a:solidFill>
              </a:rPr>
              <a:t>Gisteren</a:t>
            </a:r>
            <a:endParaRPr lang="en-US" sz="1700" dirty="0"/>
          </a:p>
        </p:txBody>
      </p:sp>
      <p:sp>
        <p:nvSpPr>
          <p:cNvPr id="55" name="Shape 52"/>
          <p:cNvSpPr/>
          <p:nvPr/>
        </p:nvSpPr>
        <p:spPr>
          <a:xfrm>
            <a:off x="3987516" y="4864608"/>
            <a:ext cx="656356" cy="512064"/>
          </a:xfrm>
          <a:prstGeom prst="roundRect">
            <a:avLst>
              <a:gd name="adj" fmla="val 14286"/>
            </a:avLst>
          </a:prstGeom>
          <a:solidFill>
            <a:srgbClr val="FBEDEB"/>
          </a:solidFill>
          <a:ln w="31750">
            <a:solidFill>
              <a:srgbClr val="B83227"/>
            </a:solidFill>
            <a:prstDash val="solid"/>
          </a:ln>
        </p:spPr>
      </p:sp>
      <p:sp>
        <p:nvSpPr>
          <p:cNvPr id="56" name="Text 53"/>
          <p:cNvSpPr txBox="1"/>
          <p:nvPr/>
        </p:nvSpPr>
        <p:spPr>
          <a:xfrm>
            <a:off x="3987516" y="4864608"/>
            <a:ext cx="656356" cy="512064"/>
          </a:xfrm>
          <a:prstGeom prst="rect">
            <a:avLst/>
          </a:prstGeom>
          <a:noFill/>
          <a:ln/>
        </p:spPr>
        <p:txBody>
          <a:bodyPr wrap="square" lIns="0" tIns="0" rIns="0" bIns="0" rtlCol="0" anchor="ctr"/>
          <a:lstStyle/>
          <a:p>
            <a:pPr algn="ctr" indent="0" marL="0">
              <a:buNone/>
            </a:pPr>
            <a:r>
              <a:rPr lang="en-US" sz="1700" b="1" dirty="0">
                <a:solidFill>
                  <a:schemeClr val="accent6"/>
                </a:solidFill>
              </a:rPr>
              <a:t>heb</a:t>
            </a:r>
            <a:endParaRPr lang="en-US" sz="1700" dirty="0"/>
          </a:p>
        </p:txBody>
      </p:sp>
      <p:sp>
        <p:nvSpPr>
          <p:cNvPr id="57" name="Shape 54"/>
          <p:cNvSpPr/>
          <p:nvPr/>
        </p:nvSpPr>
        <p:spPr>
          <a:xfrm>
            <a:off x="4717024" y="4864608"/>
            <a:ext cx="1262604" cy="512064"/>
          </a:xfrm>
          <a:prstGeom prst="roundRect">
            <a:avLst>
              <a:gd name="adj" fmla="val 14286"/>
            </a:avLst>
          </a:prstGeom>
          <a:solidFill>
            <a:schemeClr val="bg1"/>
          </a:solidFill>
          <a:ln w="15875">
            <a:solidFill>
              <a:srgbClr val="D5DCE6"/>
            </a:solidFill>
            <a:prstDash val="solid"/>
          </a:ln>
        </p:spPr>
      </p:sp>
      <p:sp>
        <p:nvSpPr>
          <p:cNvPr id="58" name="Text 55"/>
          <p:cNvSpPr txBox="1"/>
          <p:nvPr/>
        </p:nvSpPr>
        <p:spPr>
          <a:xfrm>
            <a:off x="4717024" y="4864608"/>
            <a:ext cx="1262604" cy="512064"/>
          </a:xfrm>
          <a:prstGeom prst="rect">
            <a:avLst/>
          </a:prstGeom>
          <a:noFill/>
          <a:ln/>
        </p:spPr>
        <p:txBody>
          <a:bodyPr wrap="square" lIns="0" tIns="0" rIns="0" bIns="0" rtlCol="0" anchor="ctr"/>
          <a:lstStyle/>
          <a:p>
            <a:pPr algn="ctr" indent="0" marL="0">
              <a:buNone/>
            </a:pPr>
            <a:r>
              <a:rPr lang="en-US" sz="1700" dirty="0">
                <a:solidFill>
                  <a:schemeClr val="tx1"/>
                </a:solidFill>
              </a:rPr>
              <a:t>ik thuis</a:t>
            </a:r>
            <a:endParaRPr lang="en-US" sz="1700" dirty="0"/>
          </a:p>
        </p:txBody>
      </p:sp>
      <p:sp>
        <p:nvSpPr>
          <p:cNvPr id="59" name="Shape 56"/>
          <p:cNvSpPr/>
          <p:nvPr/>
        </p:nvSpPr>
        <p:spPr>
          <a:xfrm>
            <a:off x="6052779" y="4864608"/>
            <a:ext cx="1262604" cy="512064"/>
          </a:xfrm>
          <a:prstGeom prst="roundRect">
            <a:avLst>
              <a:gd name="adj" fmla="val 14286"/>
            </a:avLst>
          </a:prstGeom>
          <a:solidFill>
            <a:srgbClr val="FBEDEB"/>
          </a:solidFill>
          <a:ln w="25400">
            <a:solidFill>
              <a:srgbClr val="B83227"/>
            </a:solidFill>
            <a:prstDash val="dash"/>
          </a:ln>
        </p:spPr>
      </p:sp>
      <p:sp>
        <p:nvSpPr>
          <p:cNvPr id="60" name="Text 57"/>
          <p:cNvSpPr txBox="1"/>
          <p:nvPr/>
        </p:nvSpPr>
        <p:spPr>
          <a:xfrm>
            <a:off x="6052779" y="4864608"/>
            <a:ext cx="1262604" cy="512064"/>
          </a:xfrm>
          <a:prstGeom prst="rect">
            <a:avLst/>
          </a:prstGeom>
          <a:noFill/>
          <a:ln/>
        </p:spPr>
        <p:txBody>
          <a:bodyPr wrap="square" lIns="0" tIns="0" rIns="0" bIns="0" rtlCol="0" anchor="ctr"/>
          <a:lstStyle/>
          <a:p>
            <a:pPr algn="ctr" indent="0" marL="0">
              <a:buNone/>
            </a:pPr>
            <a:r>
              <a:rPr lang="en-US" sz="1700" b="1" dirty="0">
                <a:solidFill>
                  <a:schemeClr val="accent6"/>
                </a:solidFill>
              </a:rPr>
              <a:t>gewerkt.</a:t>
            </a:r>
            <a:endParaRPr lang="en-US" sz="1700" dirty="0"/>
          </a:p>
        </p:txBody>
      </p:sp>
      <p:sp>
        <p:nvSpPr>
          <p:cNvPr id="61" name="Shape 58"/>
          <p:cNvSpPr/>
          <p:nvPr/>
        </p:nvSpPr>
        <p:spPr>
          <a:xfrm>
            <a:off x="2651760" y="5468112"/>
            <a:ext cx="1626352" cy="512064"/>
          </a:xfrm>
          <a:prstGeom prst="roundRect">
            <a:avLst>
              <a:gd name="adj" fmla="val 14286"/>
            </a:avLst>
          </a:prstGeom>
          <a:solidFill>
            <a:schemeClr val="bg1"/>
          </a:solidFill>
          <a:ln w="15875">
            <a:solidFill>
              <a:srgbClr val="D5DCE6"/>
            </a:solidFill>
            <a:prstDash val="solid"/>
          </a:ln>
        </p:spPr>
      </p:sp>
      <p:sp>
        <p:nvSpPr>
          <p:cNvPr id="62" name="Text 59"/>
          <p:cNvSpPr txBox="1"/>
          <p:nvPr/>
        </p:nvSpPr>
        <p:spPr>
          <a:xfrm>
            <a:off x="2651760" y="5468112"/>
            <a:ext cx="1626352" cy="512064"/>
          </a:xfrm>
          <a:prstGeom prst="rect">
            <a:avLst/>
          </a:prstGeom>
          <a:noFill/>
          <a:ln/>
        </p:spPr>
        <p:txBody>
          <a:bodyPr wrap="square" lIns="0" tIns="0" rIns="0" bIns="0" rtlCol="0" anchor="ctr"/>
          <a:lstStyle/>
          <a:p>
            <a:pPr algn="ctr" indent="0" marL="0">
              <a:buNone/>
            </a:pPr>
            <a:r>
              <a:rPr lang="en-US" sz="1700" dirty="0">
                <a:solidFill>
                  <a:schemeClr val="tx1"/>
                </a:solidFill>
              </a:rPr>
              <a:t>Vorige week</a:t>
            </a:r>
            <a:endParaRPr lang="en-US" sz="1700" dirty="0"/>
          </a:p>
        </p:txBody>
      </p:sp>
      <p:sp>
        <p:nvSpPr>
          <p:cNvPr id="63" name="Shape 60"/>
          <p:cNvSpPr/>
          <p:nvPr/>
        </p:nvSpPr>
        <p:spPr>
          <a:xfrm>
            <a:off x="4351264" y="5468112"/>
            <a:ext cx="777606" cy="512064"/>
          </a:xfrm>
          <a:prstGeom prst="roundRect">
            <a:avLst>
              <a:gd name="adj" fmla="val 14286"/>
            </a:avLst>
          </a:prstGeom>
          <a:solidFill>
            <a:srgbClr val="FBEDEB"/>
          </a:solidFill>
          <a:ln w="31750">
            <a:solidFill>
              <a:srgbClr val="B83227"/>
            </a:solidFill>
            <a:prstDash val="solid"/>
          </a:ln>
        </p:spPr>
      </p:sp>
      <p:sp>
        <p:nvSpPr>
          <p:cNvPr id="64" name="Text 61"/>
          <p:cNvSpPr txBox="1"/>
          <p:nvPr/>
        </p:nvSpPr>
        <p:spPr>
          <a:xfrm>
            <a:off x="4351264" y="5468112"/>
            <a:ext cx="777606" cy="512064"/>
          </a:xfrm>
          <a:prstGeom prst="rect">
            <a:avLst/>
          </a:prstGeom>
          <a:noFill/>
          <a:ln/>
        </p:spPr>
        <p:txBody>
          <a:bodyPr wrap="square" lIns="0" tIns="0" rIns="0" bIns="0" rtlCol="0" anchor="ctr"/>
          <a:lstStyle/>
          <a:p>
            <a:pPr algn="ctr" indent="0" marL="0">
              <a:buNone/>
            </a:pPr>
            <a:r>
              <a:rPr lang="en-US" sz="1700" b="1" dirty="0">
                <a:solidFill>
                  <a:schemeClr val="accent6"/>
                </a:solidFill>
              </a:rPr>
              <a:t>zijn</a:t>
            </a:r>
            <a:endParaRPr lang="en-US" sz="1700" dirty="0"/>
          </a:p>
        </p:txBody>
      </p:sp>
      <p:sp>
        <p:nvSpPr>
          <p:cNvPr id="65" name="Shape 62"/>
          <p:cNvSpPr/>
          <p:nvPr/>
        </p:nvSpPr>
        <p:spPr>
          <a:xfrm>
            <a:off x="5202022" y="5468112"/>
            <a:ext cx="1990100" cy="512064"/>
          </a:xfrm>
          <a:prstGeom prst="roundRect">
            <a:avLst>
              <a:gd name="adj" fmla="val 14286"/>
            </a:avLst>
          </a:prstGeom>
          <a:solidFill>
            <a:schemeClr val="bg1"/>
          </a:solidFill>
          <a:ln w="15875">
            <a:solidFill>
              <a:srgbClr val="D5DCE6"/>
            </a:solidFill>
            <a:prstDash val="solid"/>
          </a:ln>
        </p:spPr>
      </p:sp>
      <p:sp>
        <p:nvSpPr>
          <p:cNvPr id="66" name="Text 63"/>
          <p:cNvSpPr txBox="1"/>
          <p:nvPr/>
        </p:nvSpPr>
        <p:spPr>
          <a:xfrm>
            <a:off x="5202022" y="5468112"/>
            <a:ext cx="1990100" cy="512064"/>
          </a:xfrm>
          <a:prstGeom prst="rect">
            <a:avLst/>
          </a:prstGeom>
          <a:noFill/>
          <a:ln/>
        </p:spPr>
        <p:txBody>
          <a:bodyPr wrap="square" lIns="0" tIns="0" rIns="0" bIns="0" rtlCol="0" anchor="ctr"/>
          <a:lstStyle/>
          <a:p>
            <a:pPr algn="ctr" indent="0" marL="0">
              <a:buNone/>
            </a:pPr>
            <a:r>
              <a:rPr lang="en-US" sz="1700" dirty="0">
                <a:solidFill>
                  <a:schemeClr val="tx1"/>
                </a:solidFill>
              </a:rPr>
              <a:t>we naar Brugge</a:t>
            </a:r>
            <a:endParaRPr lang="en-US" sz="1700" dirty="0"/>
          </a:p>
        </p:txBody>
      </p:sp>
      <p:sp>
        <p:nvSpPr>
          <p:cNvPr id="67" name="Shape 64"/>
          <p:cNvSpPr/>
          <p:nvPr/>
        </p:nvSpPr>
        <p:spPr>
          <a:xfrm>
            <a:off x="7265274" y="5468112"/>
            <a:ext cx="1141354" cy="512064"/>
          </a:xfrm>
          <a:prstGeom prst="roundRect">
            <a:avLst>
              <a:gd name="adj" fmla="val 14286"/>
            </a:avLst>
          </a:prstGeom>
          <a:solidFill>
            <a:srgbClr val="FBEDEB"/>
          </a:solidFill>
          <a:ln w="25400">
            <a:solidFill>
              <a:srgbClr val="B83227"/>
            </a:solidFill>
            <a:prstDash val="dash"/>
          </a:ln>
        </p:spPr>
      </p:sp>
      <p:sp>
        <p:nvSpPr>
          <p:cNvPr id="68" name="Text 65"/>
          <p:cNvSpPr txBox="1"/>
          <p:nvPr/>
        </p:nvSpPr>
        <p:spPr>
          <a:xfrm>
            <a:off x="7265274" y="5468112"/>
            <a:ext cx="1141354" cy="512064"/>
          </a:xfrm>
          <a:prstGeom prst="rect">
            <a:avLst/>
          </a:prstGeom>
          <a:noFill/>
          <a:ln/>
        </p:spPr>
        <p:txBody>
          <a:bodyPr wrap="square" lIns="0" tIns="0" rIns="0" bIns="0" rtlCol="0" anchor="ctr"/>
          <a:lstStyle/>
          <a:p>
            <a:pPr algn="ctr" indent="0" marL="0">
              <a:buNone/>
            </a:pPr>
            <a:r>
              <a:rPr lang="en-US" sz="1700" b="1" dirty="0">
                <a:solidFill>
                  <a:schemeClr val="accent6"/>
                </a:solidFill>
              </a:rPr>
              <a:t>gegaan.</a:t>
            </a:r>
            <a:endParaRPr lang="en-US" sz="1700" dirty="0"/>
          </a:p>
        </p:txBody>
      </p:sp>
      <p:sp>
        <p:nvSpPr>
          <p:cNvPr id="69" name="Shape 66"/>
          <p:cNvSpPr/>
          <p:nvPr/>
        </p:nvSpPr>
        <p:spPr>
          <a:xfrm>
            <a:off x="8595360" y="1572768"/>
            <a:ext cx="3044952" cy="4343400"/>
          </a:xfrm>
          <a:prstGeom prst="roundRect">
            <a:avLst>
              <a:gd name="adj" fmla="val 3003"/>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0" name="Shape 67"/>
          <p:cNvSpPr/>
          <p:nvPr/>
        </p:nvSpPr>
        <p:spPr>
          <a:xfrm>
            <a:off x="8778240" y="1737360"/>
            <a:ext cx="566928" cy="566928"/>
          </a:xfrm>
          <a:prstGeom prst="ellipse">
            <a:avLst/>
          </a:prstGeom>
          <a:solidFill>
            <a:schemeClr val="accent1"/>
          </a:solidFill>
          <a:ln w="12700">
            <a:solidFill>
              <a:srgbClr val="FFFFFF">
                <a:alpha val="0"/>
              </a:srgbClr>
            </a:solidFill>
            <a:prstDash val="solid"/>
          </a:ln>
        </p:spPr>
      </p:sp>
      <p:pic>
        <p:nvPicPr>
          <p:cNvPr id="71" name="Image 0" descr="Lightbulb">    </p:cNvPr>
          <p:cNvPicPr>
            <a:picLocks noChangeAspect="1"/>
          </p:cNvPicPr>
          <p:nvPr/>
        </p:nvPicPr>
        <p:blipFill>
          <a:blip r:embed="rId1"/>
          <a:stretch>
            <a:fillRect/>
          </a:stretch>
        </p:blipFill>
        <p:spPr>
          <a:xfrm>
            <a:off x="8914303" y="1873423"/>
            <a:ext cx="294803" cy="294803"/>
          </a:xfrm>
          <a:prstGeom prst="rect">
            <a:avLst/>
          </a:prstGeom>
        </p:spPr>
      </p:pic>
      <p:sp>
        <p:nvSpPr>
          <p:cNvPr id="72" name="Text 68"/>
          <p:cNvSpPr txBox="1"/>
          <p:nvPr/>
        </p:nvSpPr>
        <p:spPr>
          <a:xfrm>
            <a:off x="9491472" y="1719072"/>
            <a:ext cx="2011680" cy="603504"/>
          </a:xfrm>
          <a:prstGeom prst="rect">
            <a:avLst/>
          </a:prstGeom>
          <a:noFill/>
          <a:ln/>
        </p:spPr>
        <p:txBody>
          <a:bodyPr wrap="square" lIns="0" tIns="0" rIns="0" bIns="0" rtlCol="0" anchor="ctr"/>
          <a:lstStyle/>
          <a:p>
            <a:pPr algn="l" indent="0" marL="0">
              <a:buNone/>
            </a:pPr>
            <a:r>
              <a:rPr lang="en-US" sz="1900" b="1" dirty="0">
                <a:solidFill>
                  <a:schemeClr val="accent1"/>
                </a:solidFill>
              </a:rPr>
              <a:t>Rappels</a:t>
            </a:r>
            <a:endParaRPr lang="en-US" sz="1900" dirty="0"/>
          </a:p>
        </p:txBody>
      </p:sp>
      <p:sp>
        <p:nvSpPr>
          <p:cNvPr id="73" name="Text 69"/>
          <p:cNvSpPr txBox="1"/>
          <p:nvPr/>
        </p:nvSpPr>
        <p:spPr>
          <a:xfrm>
            <a:off x="8796528" y="2441448"/>
            <a:ext cx="2642616" cy="3364992"/>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Question</a:t>
            </a:r>
            <a:r>
              <a:rPr lang="en-US" sz="1600" dirty="0">
                <a:solidFill>
                  <a:schemeClr val="tx1"/>
                </a:solidFill>
              </a:rPr>
              <a:t> : l’auxiliaire en tête (M3).</a:t>
            </a:r>
            <a:endParaRPr lang="en-US" sz="1600" dirty="0"/>
          </a:p>
          <a:p>
            <a:pPr algn="l" indent="0" marL="0">
              <a:spcAft>
                <a:spcPts val="1000"/>
              </a:spcAft>
              <a:buNone/>
            </a:pPr>
            <a:r>
              <a:rPr lang="en-US" sz="1600" b="1" dirty="0">
                <a:solidFill>
                  <a:schemeClr val="tx1"/>
                </a:solidFill>
              </a:rPr>
              <a:t>M13</a:t>
            </a:r>
            <a:r>
              <a:rPr lang="en-US" sz="1600" dirty="0">
                <a:solidFill>
                  <a:schemeClr val="tx1"/>
                </a:solidFill>
              </a:rPr>
              <a:t> : </a:t>
            </a:r>
            <a:r>
              <a:rPr lang="en-US" sz="1600" b="1" dirty="0">
                <a:solidFill>
                  <a:schemeClr val="tx2"/>
                </a:solidFill>
              </a:rPr>
              <a:t>niet</a:t>
            </a:r>
            <a:r>
              <a:rPr lang="en-US" sz="1600" dirty="0">
                <a:solidFill>
                  <a:schemeClr val="tx1"/>
                </a:solidFill>
              </a:rPr>
              <a:t> juste avant le participe ; </a:t>
            </a:r>
            <a:r>
              <a:rPr lang="en-US" sz="1600" b="1" dirty="0">
                <a:solidFill>
                  <a:schemeClr val="accent1"/>
                </a:solidFill>
              </a:rPr>
              <a:t>geen</a:t>
            </a:r>
            <a:r>
              <a:rPr lang="en-US" sz="1600" dirty="0">
                <a:solidFill>
                  <a:schemeClr val="tx1"/>
                </a:solidFill>
              </a:rPr>
              <a:t> devant le nom.</a:t>
            </a:r>
            <a:endParaRPr lang="en-US" sz="1600" dirty="0"/>
          </a:p>
          <a:p>
            <a:pPr algn="l" indent="0" marL="0">
              <a:spcAft>
                <a:spcPts val="1000"/>
              </a:spcAft>
              <a:buNone/>
            </a:pPr>
            <a:r>
              <a:rPr lang="en-US" sz="1600" b="1" dirty="0">
                <a:solidFill>
                  <a:schemeClr val="tx1"/>
                </a:solidFill>
              </a:rPr>
              <a:t>M3</a:t>
            </a:r>
            <a:r>
              <a:rPr lang="en-US" sz="1600" dirty="0">
                <a:solidFill>
                  <a:schemeClr val="tx1"/>
                </a:solidFill>
              </a:rPr>
              <a:t> : un complément en tête → </a:t>
            </a:r>
            <a:r>
              <a:rPr lang="en-US" sz="1600" b="1" dirty="0">
                <a:solidFill>
                  <a:schemeClr val="tx1"/>
                </a:solidFill>
              </a:rPr>
              <a:t>inversion</a:t>
            </a:r>
            <a:r>
              <a:rPr lang="en-US" sz="1600" dirty="0">
                <a:solidFill>
                  <a:schemeClr val="tx1"/>
                </a:solidFill>
              </a:rPr>
              <a:t>.</a:t>
            </a:r>
            <a:endParaRPr lang="en-US" sz="1600" dirty="0"/>
          </a:p>
          <a:p>
            <a:pPr algn="l" indent="0" marL="0">
              <a:spcAft>
                <a:spcPts val="1000"/>
              </a:spcAft>
              <a:buNone/>
            </a:pPr>
            <a:r>
              <a:rPr lang="en-US" sz="1600" dirty="0">
                <a:solidFill>
                  <a:schemeClr val="tx1"/>
                </a:solidFill>
              </a:rPr>
              <a:t>La pince ne bouge pas : le participe reste </a:t>
            </a:r>
            <a:r>
              <a:rPr lang="en-US" sz="1600" b="1" dirty="0">
                <a:solidFill>
                  <a:schemeClr val="tx1"/>
                </a:solidFill>
              </a:rPr>
              <a:t>au bout</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Dans une subordonnée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536192"/>
            <a:ext cx="3017520" cy="274320"/>
          </a:xfrm>
          <a:prstGeom prst="rect">
            <a:avLst/>
          </a:prstGeom>
          <a:noFill/>
          <a:ln/>
        </p:spPr>
        <p:txBody>
          <a:bodyPr wrap="square" lIns="0" tIns="0" rIns="0" bIns="0" rtlCol="0" anchor="t"/>
          <a:lstStyle/>
          <a:p>
            <a:pPr algn="ctr" indent="0" marL="0">
              <a:buNone/>
            </a:pPr>
            <a:r>
              <a:rPr lang="en-US" sz="1300" b="1" spc="100" kern="0" dirty="0">
                <a:solidFill>
                  <a:schemeClr val="accent2"/>
                </a:solidFill>
              </a:rPr>
              <a:t>HOOFDZIN · principale</a:t>
            </a:r>
            <a:endParaRPr lang="en-US" sz="1300" dirty="0"/>
          </a:p>
        </p:txBody>
      </p:sp>
      <p:sp>
        <p:nvSpPr>
          <p:cNvPr id="6" name="Text 3"/>
          <p:cNvSpPr txBox="1"/>
          <p:nvPr/>
        </p:nvSpPr>
        <p:spPr>
          <a:xfrm>
            <a:off x="3611880" y="1536192"/>
            <a:ext cx="1554480" cy="274320"/>
          </a:xfrm>
          <a:prstGeom prst="rect">
            <a:avLst/>
          </a:prstGeom>
          <a:noFill/>
          <a:ln/>
        </p:spPr>
        <p:txBody>
          <a:bodyPr wrap="square" lIns="0" tIns="0" rIns="0" bIns="0" rtlCol="0" anchor="t"/>
          <a:lstStyle/>
          <a:p>
            <a:pPr algn="ctr" indent="0" marL="0">
              <a:buNone/>
            </a:pPr>
            <a:r>
              <a:rPr lang="en-US" sz="1300" b="1" dirty="0">
                <a:solidFill>
                  <a:schemeClr val="accent1"/>
                </a:solidFill>
              </a:rPr>
              <a:t>mot-crochet</a:t>
            </a:r>
            <a:endParaRPr lang="en-US" sz="1300" dirty="0"/>
          </a:p>
        </p:txBody>
      </p:sp>
      <p:sp>
        <p:nvSpPr>
          <p:cNvPr id="7" name="Text 4"/>
          <p:cNvSpPr txBox="1"/>
          <p:nvPr/>
        </p:nvSpPr>
        <p:spPr>
          <a:xfrm>
            <a:off x="5349240" y="1536192"/>
            <a:ext cx="6291072" cy="274320"/>
          </a:xfrm>
          <a:prstGeom prst="rect">
            <a:avLst/>
          </a:prstGeom>
          <a:noFill/>
          <a:ln/>
        </p:spPr>
        <p:txBody>
          <a:bodyPr wrap="square" lIns="0" tIns="0" rIns="0" bIns="0" rtlCol="0" anchor="t"/>
          <a:lstStyle/>
          <a:p>
            <a:pPr algn="ctr" indent="0" marL="0">
              <a:buNone/>
            </a:pPr>
            <a:r>
              <a:rPr lang="en-US" sz="1300" b="1" spc="100" kern="0" dirty="0">
                <a:solidFill>
                  <a:schemeClr val="accent1"/>
                </a:solidFill>
              </a:rPr>
              <a:t>BIJZIN · subordonnée</a:t>
            </a:r>
            <a:endParaRPr lang="en-US" sz="1300" dirty="0"/>
          </a:p>
        </p:txBody>
      </p:sp>
      <p:sp>
        <p:nvSpPr>
          <p:cNvPr id="8" name="Shape 5"/>
          <p:cNvSpPr/>
          <p:nvPr/>
        </p:nvSpPr>
        <p:spPr>
          <a:xfrm>
            <a:off x="548640" y="1874520"/>
            <a:ext cx="3017520" cy="1005840"/>
          </a:xfrm>
          <a:prstGeom prst="roundRect">
            <a:avLst>
              <a:gd name="adj" fmla="val 7273"/>
            </a:avLst>
          </a:prstGeom>
          <a:solidFill>
            <a:schemeClr val="accent2">
              <a:alpha val="10000"/>
            </a:schemeClr>
          </a:solidFill>
          <a:ln w="25400">
            <a:solidFill>
              <a:srgbClr val="2A6FB0"/>
            </a:solidFill>
            <a:prstDash val="solid"/>
          </a:ln>
        </p:spPr>
      </p:sp>
      <p:sp>
        <p:nvSpPr>
          <p:cNvPr id="9" name="Shape 6"/>
          <p:cNvSpPr/>
          <p:nvPr/>
        </p:nvSpPr>
        <p:spPr>
          <a:xfrm>
            <a:off x="685800" y="2039112"/>
            <a:ext cx="685800" cy="676656"/>
          </a:xfrm>
          <a:prstGeom prst="roundRect">
            <a:avLst>
              <a:gd name="adj" fmla="val 10811"/>
            </a:avLst>
          </a:prstGeom>
          <a:solidFill>
            <a:schemeClr val="bg1"/>
          </a:solidFill>
          <a:ln w="15875">
            <a:solidFill>
              <a:srgbClr val="D5DCE6"/>
            </a:solidFill>
            <a:prstDash val="solid"/>
          </a:ln>
        </p:spPr>
      </p:sp>
      <p:sp>
        <p:nvSpPr>
          <p:cNvPr id="10" name="Text 7"/>
          <p:cNvSpPr txBox="1"/>
          <p:nvPr/>
        </p:nvSpPr>
        <p:spPr>
          <a:xfrm>
            <a:off x="685800" y="2039112"/>
            <a:ext cx="685800" cy="676656"/>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11" name="Shape 8"/>
          <p:cNvSpPr/>
          <p:nvPr/>
        </p:nvSpPr>
        <p:spPr>
          <a:xfrm>
            <a:off x="1463040" y="2039112"/>
            <a:ext cx="868680" cy="676656"/>
          </a:xfrm>
          <a:prstGeom prst="roundRect">
            <a:avLst>
              <a:gd name="adj" fmla="val 10811"/>
            </a:avLst>
          </a:prstGeom>
          <a:solidFill>
            <a:srgbClr val="FBEDEB"/>
          </a:solidFill>
          <a:ln w="31750">
            <a:solidFill>
              <a:srgbClr val="B83227"/>
            </a:solidFill>
            <a:prstDash val="solid"/>
          </a:ln>
        </p:spPr>
      </p:sp>
      <p:sp>
        <p:nvSpPr>
          <p:cNvPr id="12" name="Text 9"/>
          <p:cNvSpPr txBox="1"/>
          <p:nvPr/>
        </p:nvSpPr>
        <p:spPr>
          <a:xfrm>
            <a:off x="1463040" y="2039112"/>
            <a:ext cx="868680" cy="676656"/>
          </a:xfrm>
          <a:prstGeom prst="rect">
            <a:avLst/>
          </a:prstGeom>
          <a:noFill/>
          <a:ln/>
        </p:spPr>
        <p:txBody>
          <a:bodyPr wrap="square" lIns="0" tIns="0" rIns="0" bIns="0" rtlCol="0" anchor="ctr"/>
          <a:lstStyle/>
          <a:p>
            <a:pPr algn="ctr" indent="0" marL="0">
              <a:buNone/>
            </a:pPr>
            <a:r>
              <a:rPr lang="en-US" sz="2200" b="1" dirty="0">
                <a:solidFill>
                  <a:schemeClr val="accent6"/>
                </a:solidFill>
              </a:rPr>
              <a:t>ben</a:t>
            </a:r>
            <a:endParaRPr lang="en-US" sz="2200" dirty="0"/>
          </a:p>
        </p:txBody>
      </p:sp>
      <p:sp>
        <p:nvSpPr>
          <p:cNvPr id="13" name="Shape 10"/>
          <p:cNvSpPr/>
          <p:nvPr/>
        </p:nvSpPr>
        <p:spPr>
          <a:xfrm>
            <a:off x="2423160" y="2039112"/>
            <a:ext cx="960120" cy="676656"/>
          </a:xfrm>
          <a:prstGeom prst="roundRect">
            <a:avLst>
              <a:gd name="adj" fmla="val 10811"/>
            </a:avLst>
          </a:prstGeom>
          <a:solidFill>
            <a:schemeClr val="bg1"/>
          </a:solidFill>
          <a:ln w="15875">
            <a:solidFill>
              <a:srgbClr val="D5DCE6"/>
            </a:solidFill>
            <a:prstDash val="solid"/>
          </a:ln>
        </p:spPr>
      </p:sp>
      <p:sp>
        <p:nvSpPr>
          <p:cNvPr id="14" name="Text 11"/>
          <p:cNvSpPr txBox="1"/>
          <p:nvPr/>
        </p:nvSpPr>
        <p:spPr>
          <a:xfrm>
            <a:off x="2423160" y="2039112"/>
            <a:ext cx="960120" cy="676656"/>
          </a:xfrm>
          <a:prstGeom prst="rect">
            <a:avLst/>
          </a:prstGeom>
          <a:noFill/>
          <a:ln/>
        </p:spPr>
        <p:txBody>
          <a:bodyPr wrap="square" lIns="0" tIns="0" rIns="0" bIns="0" rtlCol="0" anchor="ctr"/>
          <a:lstStyle/>
          <a:p>
            <a:pPr algn="ctr" indent="0" marL="0">
              <a:buNone/>
            </a:pPr>
            <a:r>
              <a:rPr lang="en-US" sz="2200" dirty="0">
                <a:solidFill>
                  <a:schemeClr val="tx1"/>
                </a:solidFill>
              </a:rPr>
              <a:t>moe</a:t>
            </a:r>
            <a:endParaRPr lang="en-US" sz="2200" dirty="0"/>
          </a:p>
        </p:txBody>
      </p:sp>
      <p:sp>
        <p:nvSpPr>
          <p:cNvPr id="15" name="Shape 12"/>
          <p:cNvSpPr/>
          <p:nvPr/>
        </p:nvSpPr>
        <p:spPr>
          <a:xfrm>
            <a:off x="3703320" y="2039112"/>
            <a:ext cx="1371600" cy="676656"/>
          </a:xfrm>
          <a:prstGeom prst="roundRect">
            <a:avLst>
              <a:gd name="adj" fmla="val 10811"/>
            </a:avLst>
          </a:prstGeom>
          <a:solidFill>
            <a:schemeClr val="accent1"/>
          </a:solidFill>
          <a:ln w="12700">
            <a:solidFill>
              <a:srgbClr val="FFFFFF">
                <a:alpha val="0"/>
              </a:srgbClr>
            </a:solidFill>
            <a:prstDash val="solid"/>
          </a:ln>
        </p:spPr>
      </p:sp>
      <p:sp>
        <p:nvSpPr>
          <p:cNvPr id="16" name="Text 13"/>
          <p:cNvSpPr txBox="1"/>
          <p:nvPr/>
        </p:nvSpPr>
        <p:spPr>
          <a:xfrm>
            <a:off x="3703320" y="2039112"/>
            <a:ext cx="1371600" cy="676656"/>
          </a:xfrm>
          <a:prstGeom prst="rect">
            <a:avLst/>
          </a:prstGeom>
          <a:noFill/>
          <a:ln/>
        </p:spPr>
        <p:txBody>
          <a:bodyPr wrap="square" lIns="0" tIns="0" rIns="0" bIns="0" rtlCol="0" anchor="ctr"/>
          <a:lstStyle/>
          <a:p>
            <a:pPr algn="ctr" indent="0" marL="0">
              <a:buNone/>
            </a:pPr>
            <a:r>
              <a:rPr lang="en-US" sz="2200" b="1" dirty="0">
                <a:solidFill>
                  <a:schemeClr val="bg1"/>
                </a:solidFill>
              </a:rPr>
              <a:t>omdat</a:t>
            </a:r>
            <a:endParaRPr lang="en-US" sz="2200" dirty="0"/>
          </a:p>
        </p:txBody>
      </p:sp>
      <p:sp>
        <p:nvSpPr>
          <p:cNvPr id="17" name="Shape 14"/>
          <p:cNvSpPr/>
          <p:nvPr/>
        </p:nvSpPr>
        <p:spPr>
          <a:xfrm>
            <a:off x="5349240" y="1874520"/>
            <a:ext cx="6291072" cy="1005840"/>
          </a:xfrm>
          <a:prstGeom prst="roundRect">
            <a:avLst>
              <a:gd name="adj" fmla="val 7273"/>
            </a:avLst>
          </a:prstGeom>
          <a:solidFill>
            <a:schemeClr val="accent1">
              <a:alpha val="10000"/>
            </a:schemeClr>
          </a:solidFill>
          <a:ln w="25400">
            <a:solidFill>
              <a:srgbClr val="D9700F"/>
            </a:solidFill>
            <a:prstDash val="solid"/>
          </a:ln>
        </p:spPr>
      </p:sp>
      <p:sp>
        <p:nvSpPr>
          <p:cNvPr id="18" name="Shape 15"/>
          <p:cNvSpPr/>
          <p:nvPr/>
        </p:nvSpPr>
        <p:spPr>
          <a:xfrm>
            <a:off x="5532120" y="2039112"/>
            <a:ext cx="640080" cy="676656"/>
          </a:xfrm>
          <a:prstGeom prst="roundRect">
            <a:avLst>
              <a:gd name="adj" fmla="val 11429"/>
            </a:avLst>
          </a:prstGeom>
          <a:solidFill>
            <a:schemeClr val="bg1"/>
          </a:solidFill>
          <a:ln w="15875">
            <a:solidFill>
              <a:srgbClr val="D5DCE6"/>
            </a:solidFill>
            <a:prstDash val="solid"/>
          </a:ln>
        </p:spPr>
      </p:sp>
      <p:sp>
        <p:nvSpPr>
          <p:cNvPr id="19" name="Text 16"/>
          <p:cNvSpPr txBox="1"/>
          <p:nvPr/>
        </p:nvSpPr>
        <p:spPr>
          <a:xfrm>
            <a:off x="5532120" y="2039112"/>
            <a:ext cx="640080" cy="676656"/>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20" name="Shape 17"/>
          <p:cNvSpPr/>
          <p:nvPr/>
        </p:nvSpPr>
        <p:spPr>
          <a:xfrm>
            <a:off x="6263640" y="2039112"/>
            <a:ext cx="1188720" cy="676656"/>
          </a:xfrm>
          <a:prstGeom prst="roundRect">
            <a:avLst>
              <a:gd name="adj" fmla="val 10811"/>
            </a:avLst>
          </a:prstGeom>
          <a:solidFill>
            <a:schemeClr val="bg1"/>
          </a:solidFill>
          <a:ln w="15875">
            <a:solidFill>
              <a:srgbClr val="D5DCE6"/>
            </a:solidFill>
            <a:prstDash val="solid"/>
          </a:ln>
        </p:spPr>
      </p:sp>
      <p:sp>
        <p:nvSpPr>
          <p:cNvPr id="21" name="Text 18"/>
          <p:cNvSpPr txBox="1"/>
          <p:nvPr/>
        </p:nvSpPr>
        <p:spPr>
          <a:xfrm>
            <a:off x="6263640" y="2039112"/>
            <a:ext cx="1188720" cy="676656"/>
          </a:xfrm>
          <a:prstGeom prst="rect">
            <a:avLst/>
          </a:prstGeom>
          <a:noFill/>
          <a:ln/>
        </p:spPr>
        <p:txBody>
          <a:bodyPr wrap="square" lIns="0" tIns="0" rIns="0" bIns="0" rtlCol="0" anchor="ctr"/>
          <a:lstStyle/>
          <a:p>
            <a:pPr algn="ctr" indent="0" marL="0">
              <a:buNone/>
            </a:pPr>
            <a:r>
              <a:rPr lang="en-US" sz="2200" dirty="0">
                <a:solidFill>
                  <a:schemeClr val="tx1"/>
                </a:solidFill>
              </a:rPr>
              <a:t>slecht</a:t>
            </a:r>
            <a:endParaRPr lang="en-US" sz="2200" dirty="0"/>
          </a:p>
        </p:txBody>
      </p:sp>
      <p:sp>
        <p:nvSpPr>
          <p:cNvPr id="22" name="Shape 19"/>
          <p:cNvSpPr/>
          <p:nvPr/>
        </p:nvSpPr>
        <p:spPr>
          <a:xfrm>
            <a:off x="7543800" y="2039112"/>
            <a:ext cx="1828800" cy="676656"/>
          </a:xfrm>
          <a:prstGeom prst="roundRect">
            <a:avLst>
              <a:gd name="adj" fmla="val 10811"/>
            </a:avLst>
          </a:prstGeom>
          <a:solidFill>
            <a:srgbClr val="FBEDEB"/>
          </a:solidFill>
          <a:ln w="25400">
            <a:solidFill>
              <a:srgbClr val="B83227"/>
            </a:solidFill>
            <a:prstDash val="dash"/>
          </a:ln>
        </p:spPr>
      </p:sp>
      <p:sp>
        <p:nvSpPr>
          <p:cNvPr id="23" name="Text 20"/>
          <p:cNvSpPr txBox="1"/>
          <p:nvPr/>
        </p:nvSpPr>
        <p:spPr>
          <a:xfrm>
            <a:off x="7543800" y="2039112"/>
            <a:ext cx="1828800" cy="676656"/>
          </a:xfrm>
          <a:prstGeom prst="rect">
            <a:avLst/>
          </a:prstGeom>
          <a:noFill/>
          <a:ln/>
        </p:spPr>
        <p:txBody>
          <a:bodyPr wrap="square" lIns="0" tIns="0" rIns="0" bIns="0" rtlCol="0" anchor="ctr"/>
          <a:lstStyle/>
          <a:p>
            <a:pPr algn="ctr" indent="0" marL="0">
              <a:buNone/>
            </a:pPr>
            <a:r>
              <a:rPr lang="en-US" sz="2200" b="1" dirty="0">
                <a:solidFill>
                  <a:schemeClr val="accent6"/>
                </a:solidFill>
              </a:rPr>
              <a:t>geslapen</a:t>
            </a:r>
            <a:endParaRPr lang="en-US" sz="2200" dirty="0"/>
          </a:p>
        </p:txBody>
      </p:sp>
      <p:sp>
        <p:nvSpPr>
          <p:cNvPr id="24" name="Shape 21"/>
          <p:cNvSpPr/>
          <p:nvPr/>
        </p:nvSpPr>
        <p:spPr>
          <a:xfrm>
            <a:off x="9464040" y="2039112"/>
            <a:ext cx="1051560" cy="676656"/>
          </a:xfrm>
          <a:prstGeom prst="roundRect">
            <a:avLst>
              <a:gd name="adj" fmla="val 10811"/>
            </a:avLst>
          </a:prstGeom>
          <a:solidFill>
            <a:srgbClr val="FBEDEB"/>
          </a:solidFill>
          <a:ln w="31750">
            <a:solidFill>
              <a:srgbClr val="B83227"/>
            </a:solidFill>
            <a:prstDash val="solid"/>
          </a:ln>
        </p:spPr>
      </p:sp>
      <p:sp>
        <p:nvSpPr>
          <p:cNvPr id="25" name="Text 22"/>
          <p:cNvSpPr txBox="1"/>
          <p:nvPr/>
        </p:nvSpPr>
        <p:spPr>
          <a:xfrm>
            <a:off x="9464040" y="2039112"/>
            <a:ext cx="1051560" cy="676656"/>
          </a:xfrm>
          <a:prstGeom prst="rect">
            <a:avLst/>
          </a:prstGeom>
          <a:noFill/>
          <a:ln/>
        </p:spPr>
        <p:txBody>
          <a:bodyPr wrap="square" lIns="0" tIns="0" rIns="0" bIns="0" rtlCol="0" anchor="ctr"/>
          <a:lstStyle/>
          <a:p>
            <a:pPr algn="ctr" indent="0" marL="0">
              <a:buNone/>
            </a:pPr>
            <a:r>
              <a:rPr lang="en-US" sz="2200" b="1" dirty="0">
                <a:solidFill>
                  <a:schemeClr val="accent6"/>
                </a:solidFill>
              </a:rPr>
              <a:t>heb.</a:t>
            </a:r>
            <a:endParaRPr lang="en-US" sz="2200" dirty="0"/>
          </a:p>
        </p:txBody>
      </p:sp>
      <p:sp>
        <p:nvSpPr>
          <p:cNvPr id="26" name="Shape 23"/>
          <p:cNvSpPr/>
          <p:nvPr/>
        </p:nvSpPr>
        <p:spPr>
          <a:xfrm>
            <a:off x="7543800" y="2944368"/>
            <a:ext cx="2971800" cy="292608"/>
          </a:xfrm>
          <a:prstGeom prst="roundRect">
            <a:avLst>
              <a:gd name="adj" fmla="val 15625"/>
            </a:avLst>
          </a:prstGeom>
          <a:solidFill>
            <a:schemeClr val="accent6"/>
          </a:solidFill>
          <a:ln w="12700">
            <a:solidFill>
              <a:srgbClr val="FFFFFF">
                <a:alpha val="0"/>
              </a:srgbClr>
            </a:solidFill>
            <a:prstDash val="solid"/>
          </a:ln>
        </p:spPr>
      </p:sp>
      <p:sp>
        <p:nvSpPr>
          <p:cNvPr id="27" name="Text 24"/>
          <p:cNvSpPr txBox="1"/>
          <p:nvPr/>
        </p:nvSpPr>
        <p:spPr>
          <a:xfrm>
            <a:off x="7543800" y="2944368"/>
            <a:ext cx="2971800" cy="292608"/>
          </a:xfrm>
          <a:prstGeom prst="rect">
            <a:avLst/>
          </a:prstGeom>
          <a:noFill/>
          <a:ln/>
        </p:spPr>
        <p:txBody>
          <a:bodyPr wrap="square" lIns="0" tIns="0" rIns="0" bIns="0" rtlCol="0" anchor="ctr"/>
          <a:lstStyle/>
          <a:p>
            <a:pPr algn="ctr" indent="0" marL="0">
              <a:buNone/>
            </a:pPr>
            <a:r>
              <a:rPr lang="en-US" sz="1200" b="1" dirty="0">
                <a:solidFill>
                  <a:schemeClr val="bg1"/>
                </a:solidFill>
              </a:rPr>
              <a:t>participe + auxiliaire</a:t>
            </a:r>
            <a:endParaRPr lang="en-US" sz="1200" dirty="0"/>
          </a:p>
        </p:txBody>
      </p:sp>
      <p:sp>
        <p:nvSpPr>
          <p:cNvPr id="28" name="Shape 25"/>
          <p:cNvSpPr/>
          <p:nvPr/>
        </p:nvSpPr>
        <p:spPr>
          <a:xfrm>
            <a:off x="548640" y="3474720"/>
            <a:ext cx="3017520" cy="1005840"/>
          </a:xfrm>
          <a:prstGeom prst="roundRect">
            <a:avLst>
              <a:gd name="adj" fmla="val 7273"/>
            </a:avLst>
          </a:prstGeom>
          <a:solidFill>
            <a:schemeClr val="accent2">
              <a:alpha val="10000"/>
            </a:schemeClr>
          </a:solidFill>
          <a:ln w="25400">
            <a:solidFill>
              <a:srgbClr val="2A6FB0"/>
            </a:solidFill>
            <a:prstDash val="solid"/>
          </a:ln>
        </p:spPr>
      </p:sp>
      <p:sp>
        <p:nvSpPr>
          <p:cNvPr id="29" name="Shape 26"/>
          <p:cNvSpPr/>
          <p:nvPr/>
        </p:nvSpPr>
        <p:spPr>
          <a:xfrm>
            <a:off x="685800" y="3639312"/>
            <a:ext cx="685800" cy="676656"/>
          </a:xfrm>
          <a:prstGeom prst="roundRect">
            <a:avLst>
              <a:gd name="adj" fmla="val 10811"/>
            </a:avLst>
          </a:prstGeom>
          <a:solidFill>
            <a:schemeClr val="bg1"/>
          </a:solidFill>
          <a:ln w="15875">
            <a:solidFill>
              <a:srgbClr val="D5DCE6"/>
            </a:solidFill>
            <a:prstDash val="solid"/>
          </a:ln>
        </p:spPr>
      </p:sp>
      <p:sp>
        <p:nvSpPr>
          <p:cNvPr id="30" name="Text 27"/>
          <p:cNvSpPr txBox="1"/>
          <p:nvPr/>
        </p:nvSpPr>
        <p:spPr>
          <a:xfrm>
            <a:off x="685800" y="3639312"/>
            <a:ext cx="685800" cy="676656"/>
          </a:xfrm>
          <a:prstGeom prst="rect">
            <a:avLst/>
          </a:prstGeom>
          <a:noFill/>
          <a:ln/>
        </p:spPr>
        <p:txBody>
          <a:bodyPr wrap="square" lIns="0" tIns="0" rIns="0" bIns="0" rtlCol="0" anchor="ctr"/>
          <a:lstStyle/>
          <a:p>
            <a:pPr algn="ctr" indent="0" marL="0">
              <a:buNone/>
            </a:pPr>
            <a:r>
              <a:rPr lang="en-US" sz="2200" dirty="0">
                <a:solidFill>
                  <a:schemeClr val="tx1"/>
                </a:solidFill>
              </a:rPr>
              <a:t>Ik</a:t>
            </a:r>
            <a:endParaRPr lang="en-US" sz="2200" dirty="0"/>
          </a:p>
        </p:txBody>
      </p:sp>
      <p:sp>
        <p:nvSpPr>
          <p:cNvPr id="31" name="Shape 28"/>
          <p:cNvSpPr/>
          <p:nvPr/>
        </p:nvSpPr>
        <p:spPr>
          <a:xfrm>
            <a:off x="1463040" y="3639312"/>
            <a:ext cx="1051560" cy="676656"/>
          </a:xfrm>
          <a:prstGeom prst="roundRect">
            <a:avLst>
              <a:gd name="adj" fmla="val 10811"/>
            </a:avLst>
          </a:prstGeom>
          <a:solidFill>
            <a:srgbClr val="FBEDEB"/>
          </a:solidFill>
          <a:ln w="31750">
            <a:solidFill>
              <a:srgbClr val="B83227"/>
            </a:solidFill>
            <a:prstDash val="solid"/>
          </a:ln>
        </p:spPr>
      </p:sp>
      <p:sp>
        <p:nvSpPr>
          <p:cNvPr id="32" name="Text 29"/>
          <p:cNvSpPr txBox="1"/>
          <p:nvPr/>
        </p:nvSpPr>
        <p:spPr>
          <a:xfrm>
            <a:off x="1463040" y="3639312"/>
            <a:ext cx="1051560" cy="676656"/>
          </a:xfrm>
          <a:prstGeom prst="rect">
            <a:avLst/>
          </a:prstGeom>
          <a:noFill/>
          <a:ln/>
        </p:spPr>
        <p:txBody>
          <a:bodyPr wrap="square" lIns="0" tIns="0" rIns="0" bIns="0" rtlCol="0" anchor="ctr"/>
          <a:lstStyle/>
          <a:p>
            <a:pPr algn="ctr" indent="0" marL="0">
              <a:buNone/>
            </a:pPr>
            <a:r>
              <a:rPr lang="en-US" sz="2200" b="1" dirty="0">
                <a:solidFill>
                  <a:schemeClr val="accent6"/>
                </a:solidFill>
              </a:rPr>
              <a:t>denk</a:t>
            </a:r>
            <a:endParaRPr lang="en-US" sz="2200" dirty="0"/>
          </a:p>
        </p:txBody>
      </p:sp>
      <p:sp>
        <p:nvSpPr>
          <p:cNvPr id="33" name="Shape 30"/>
          <p:cNvSpPr/>
          <p:nvPr/>
        </p:nvSpPr>
        <p:spPr>
          <a:xfrm>
            <a:off x="3703320" y="3639312"/>
            <a:ext cx="1371600" cy="676656"/>
          </a:xfrm>
          <a:prstGeom prst="roundRect">
            <a:avLst>
              <a:gd name="adj" fmla="val 10811"/>
            </a:avLst>
          </a:prstGeom>
          <a:solidFill>
            <a:schemeClr val="accent1"/>
          </a:solidFill>
          <a:ln w="12700">
            <a:solidFill>
              <a:srgbClr val="FFFFFF">
                <a:alpha val="0"/>
              </a:srgbClr>
            </a:solidFill>
            <a:prstDash val="solid"/>
          </a:ln>
        </p:spPr>
      </p:sp>
      <p:sp>
        <p:nvSpPr>
          <p:cNvPr id="34" name="Text 31"/>
          <p:cNvSpPr txBox="1"/>
          <p:nvPr/>
        </p:nvSpPr>
        <p:spPr>
          <a:xfrm>
            <a:off x="3703320" y="3639312"/>
            <a:ext cx="1371600" cy="676656"/>
          </a:xfrm>
          <a:prstGeom prst="rect">
            <a:avLst/>
          </a:prstGeom>
          <a:noFill/>
          <a:ln/>
        </p:spPr>
        <p:txBody>
          <a:bodyPr wrap="square" lIns="0" tIns="0" rIns="0" bIns="0" rtlCol="0" anchor="ctr"/>
          <a:lstStyle/>
          <a:p>
            <a:pPr algn="ctr" indent="0" marL="0">
              <a:buNone/>
            </a:pPr>
            <a:r>
              <a:rPr lang="en-US" sz="2200" b="1" dirty="0">
                <a:solidFill>
                  <a:schemeClr val="bg1"/>
                </a:solidFill>
              </a:rPr>
              <a:t>dat</a:t>
            </a:r>
            <a:endParaRPr lang="en-US" sz="2200" dirty="0"/>
          </a:p>
        </p:txBody>
      </p:sp>
      <p:sp>
        <p:nvSpPr>
          <p:cNvPr id="35" name="Shape 32"/>
          <p:cNvSpPr/>
          <p:nvPr/>
        </p:nvSpPr>
        <p:spPr>
          <a:xfrm>
            <a:off x="5349240" y="3474720"/>
            <a:ext cx="6291072" cy="1005840"/>
          </a:xfrm>
          <a:prstGeom prst="roundRect">
            <a:avLst>
              <a:gd name="adj" fmla="val 7273"/>
            </a:avLst>
          </a:prstGeom>
          <a:solidFill>
            <a:schemeClr val="accent1">
              <a:alpha val="10000"/>
            </a:schemeClr>
          </a:solidFill>
          <a:ln w="25400">
            <a:solidFill>
              <a:srgbClr val="D9700F"/>
            </a:solidFill>
            <a:prstDash val="solid"/>
          </a:ln>
        </p:spPr>
      </p:sp>
      <p:sp>
        <p:nvSpPr>
          <p:cNvPr id="36" name="Shape 33"/>
          <p:cNvSpPr/>
          <p:nvPr/>
        </p:nvSpPr>
        <p:spPr>
          <a:xfrm>
            <a:off x="5532120" y="3639312"/>
            <a:ext cx="1005840" cy="676656"/>
          </a:xfrm>
          <a:prstGeom prst="roundRect">
            <a:avLst>
              <a:gd name="adj" fmla="val 10811"/>
            </a:avLst>
          </a:prstGeom>
          <a:solidFill>
            <a:schemeClr val="bg1"/>
          </a:solidFill>
          <a:ln w="15875">
            <a:solidFill>
              <a:srgbClr val="D5DCE6"/>
            </a:solidFill>
            <a:prstDash val="solid"/>
          </a:ln>
        </p:spPr>
      </p:sp>
      <p:sp>
        <p:nvSpPr>
          <p:cNvPr id="37" name="Text 34"/>
          <p:cNvSpPr txBox="1"/>
          <p:nvPr/>
        </p:nvSpPr>
        <p:spPr>
          <a:xfrm>
            <a:off x="5532120" y="3639312"/>
            <a:ext cx="1005840" cy="676656"/>
          </a:xfrm>
          <a:prstGeom prst="rect">
            <a:avLst/>
          </a:prstGeom>
          <a:noFill/>
          <a:ln/>
        </p:spPr>
        <p:txBody>
          <a:bodyPr wrap="square" lIns="0" tIns="0" rIns="0" bIns="0" rtlCol="0" anchor="ctr"/>
          <a:lstStyle/>
          <a:p>
            <a:pPr algn="ctr" indent="0" marL="0">
              <a:buNone/>
            </a:pPr>
            <a:r>
              <a:rPr lang="en-US" sz="2200" dirty="0">
                <a:solidFill>
                  <a:schemeClr val="tx1"/>
                </a:solidFill>
              </a:rPr>
              <a:t>Sofie</a:t>
            </a:r>
            <a:endParaRPr lang="en-US" sz="2200" dirty="0"/>
          </a:p>
        </p:txBody>
      </p:sp>
      <p:sp>
        <p:nvSpPr>
          <p:cNvPr id="38" name="Shape 35"/>
          <p:cNvSpPr/>
          <p:nvPr/>
        </p:nvSpPr>
        <p:spPr>
          <a:xfrm>
            <a:off x="6629400" y="3639312"/>
            <a:ext cx="640080" cy="676656"/>
          </a:xfrm>
          <a:prstGeom prst="roundRect">
            <a:avLst>
              <a:gd name="adj" fmla="val 11429"/>
            </a:avLst>
          </a:prstGeom>
          <a:solidFill>
            <a:schemeClr val="bg1"/>
          </a:solidFill>
          <a:ln w="15875">
            <a:solidFill>
              <a:srgbClr val="D5DCE6"/>
            </a:solidFill>
            <a:prstDash val="solid"/>
          </a:ln>
        </p:spPr>
      </p:sp>
      <p:sp>
        <p:nvSpPr>
          <p:cNvPr id="39" name="Text 36"/>
          <p:cNvSpPr txBox="1"/>
          <p:nvPr/>
        </p:nvSpPr>
        <p:spPr>
          <a:xfrm>
            <a:off x="6629400" y="3639312"/>
            <a:ext cx="640080" cy="676656"/>
          </a:xfrm>
          <a:prstGeom prst="rect">
            <a:avLst/>
          </a:prstGeom>
          <a:noFill/>
          <a:ln/>
        </p:spPr>
        <p:txBody>
          <a:bodyPr wrap="square" lIns="0" tIns="0" rIns="0" bIns="0" rtlCol="0" anchor="ctr"/>
          <a:lstStyle/>
          <a:p>
            <a:pPr algn="ctr" indent="0" marL="0">
              <a:buNone/>
            </a:pPr>
            <a:r>
              <a:rPr lang="en-US" sz="2200" dirty="0">
                <a:solidFill>
                  <a:schemeClr val="tx1"/>
                </a:solidFill>
              </a:rPr>
              <a:t>al</a:t>
            </a:r>
            <a:endParaRPr lang="en-US" sz="2200" dirty="0"/>
          </a:p>
        </p:txBody>
      </p:sp>
      <p:sp>
        <p:nvSpPr>
          <p:cNvPr id="40" name="Shape 37"/>
          <p:cNvSpPr/>
          <p:nvPr/>
        </p:nvSpPr>
        <p:spPr>
          <a:xfrm>
            <a:off x="7360920" y="3639312"/>
            <a:ext cx="2011680" cy="676656"/>
          </a:xfrm>
          <a:prstGeom prst="roundRect">
            <a:avLst>
              <a:gd name="adj" fmla="val 10811"/>
            </a:avLst>
          </a:prstGeom>
          <a:solidFill>
            <a:srgbClr val="FBEDEB"/>
          </a:solidFill>
          <a:ln w="25400">
            <a:solidFill>
              <a:srgbClr val="B83227"/>
            </a:solidFill>
            <a:prstDash val="dash"/>
          </a:ln>
        </p:spPr>
      </p:sp>
      <p:sp>
        <p:nvSpPr>
          <p:cNvPr id="41" name="Text 38"/>
          <p:cNvSpPr txBox="1"/>
          <p:nvPr/>
        </p:nvSpPr>
        <p:spPr>
          <a:xfrm>
            <a:off x="7360920" y="3639312"/>
            <a:ext cx="2011680" cy="676656"/>
          </a:xfrm>
          <a:prstGeom prst="rect">
            <a:avLst/>
          </a:prstGeom>
          <a:noFill/>
          <a:ln/>
        </p:spPr>
        <p:txBody>
          <a:bodyPr wrap="square" lIns="0" tIns="0" rIns="0" bIns="0" rtlCol="0" anchor="ctr"/>
          <a:lstStyle/>
          <a:p>
            <a:pPr algn="ctr" indent="0" marL="0">
              <a:buNone/>
            </a:pPr>
            <a:r>
              <a:rPr lang="en-US" sz="2200" b="1" dirty="0">
                <a:solidFill>
                  <a:schemeClr val="accent6"/>
                </a:solidFill>
              </a:rPr>
              <a:t>vertrokken</a:t>
            </a:r>
            <a:endParaRPr lang="en-US" sz="2200" dirty="0"/>
          </a:p>
        </p:txBody>
      </p:sp>
      <p:sp>
        <p:nvSpPr>
          <p:cNvPr id="42" name="Shape 39"/>
          <p:cNvSpPr/>
          <p:nvPr/>
        </p:nvSpPr>
        <p:spPr>
          <a:xfrm>
            <a:off x="9464040" y="3639312"/>
            <a:ext cx="868680" cy="676656"/>
          </a:xfrm>
          <a:prstGeom prst="roundRect">
            <a:avLst>
              <a:gd name="adj" fmla="val 10811"/>
            </a:avLst>
          </a:prstGeom>
          <a:solidFill>
            <a:srgbClr val="FBEDEB"/>
          </a:solidFill>
          <a:ln w="31750">
            <a:solidFill>
              <a:srgbClr val="B83227"/>
            </a:solidFill>
            <a:prstDash val="solid"/>
          </a:ln>
        </p:spPr>
      </p:sp>
      <p:sp>
        <p:nvSpPr>
          <p:cNvPr id="43" name="Text 40"/>
          <p:cNvSpPr txBox="1"/>
          <p:nvPr/>
        </p:nvSpPr>
        <p:spPr>
          <a:xfrm>
            <a:off x="9464040" y="3639312"/>
            <a:ext cx="868680" cy="676656"/>
          </a:xfrm>
          <a:prstGeom prst="rect">
            <a:avLst/>
          </a:prstGeom>
          <a:noFill/>
          <a:ln/>
        </p:spPr>
        <p:txBody>
          <a:bodyPr wrap="square" lIns="0" tIns="0" rIns="0" bIns="0" rtlCol="0" anchor="ctr"/>
          <a:lstStyle/>
          <a:p>
            <a:pPr algn="ctr" indent="0" marL="0">
              <a:buNone/>
            </a:pPr>
            <a:r>
              <a:rPr lang="en-US" sz="2200" b="1" dirty="0">
                <a:solidFill>
                  <a:schemeClr val="accent6"/>
                </a:solidFill>
              </a:rPr>
              <a:t>is.</a:t>
            </a:r>
            <a:endParaRPr lang="en-US" sz="2200" dirty="0"/>
          </a:p>
        </p:txBody>
      </p:sp>
      <p:sp>
        <p:nvSpPr>
          <p:cNvPr id="44" name="Shape 41"/>
          <p:cNvSpPr/>
          <p:nvPr/>
        </p:nvSpPr>
        <p:spPr>
          <a:xfrm>
            <a:off x="7360920" y="4544568"/>
            <a:ext cx="2971800" cy="292608"/>
          </a:xfrm>
          <a:prstGeom prst="roundRect">
            <a:avLst>
              <a:gd name="adj" fmla="val 15625"/>
            </a:avLst>
          </a:prstGeom>
          <a:solidFill>
            <a:schemeClr val="accent6"/>
          </a:solidFill>
          <a:ln w="12700">
            <a:solidFill>
              <a:srgbClr val="FFFFFF">
                <a:alpha val="0"/>
              </a:srgbClr>
            </a:solidFill>
            <a:prstDash val="solid"/>
          </a:ln>
        </p:spPr>
      </p:sp>
      <p:sp>
        <p:nvSpPr>
          <p:cNvPr id="45" name="Text 42"/>
          <p:cNvSpPr txBox="1"/>
          <p:nvPr/>
        </p:nvSpPr>
        <p:spPr>
          <a:xfrm>
            <a:off x="7360920" y="4544568"/>
            <a:ext cx="2971800" cy="292608"/>
          </a:xfrm>
          <a:prstGeom prst="rect">
            <a:avLst/>
          </a:prstGeom>
          <a:noFill/>
          <a:ln/>
        </p:spPr>
        <p:txBody>
          <a:bodyPr wrap="square" lIns="0" tIns="0" rIns="0" bIns="0" rtlCol="0" anchor="ctr"/>
          <a:lstStyle/>
          <a:p>
            <a:pPr algn="ctr" indent="0" marL="0">
              <a:buNone/>
            </a:pPr>
            <a:r>
              <a:rPr lang="en-US" sz="1200" b="1" dirty="0">
                <a:solidFill>
                  <a:schemeClr val="bg1"/>
                </a:solidFill>
              </a:rPr>
              <a:t>participe + auxiliaire</a:t>
            </a:r>
            <a:endParaRPr lang="en-US" sz="1200" dirty="0"/>
          </a:p>
        </p:txBody>
      </p:sp>
      <p:sp>
        <p:nvSpPr>
          <p:cNvPr id="46" name="Shape 43"/>
          <p:cNvSpPr/>
          <p:nvPr/>
        </p:nvSpPr>
        <p:spPr>
          <a:xfrm>
            <a:off x="548640" y="5166360"/>
            <a:ext cx="11091672" cy="640080"/>
          </a:xfrm>
          <a:prstGeom prst="roundRect">
            <a:avLst>
              <a:gd name="adj" fmla="val 11429"/>
            </a:avLst>
          </a:prstGeom>
          <a:solidFill>
            <a:schemeClr val="tx2"/>
          </a:solidFill>
          <a:ln w="12700">
            <a:solidFill>
              <a:srgbClr val="FFFFFF">
                <a:alpha val="0"/>
              </a:srgbClr>
            </a:solidFill>
            <a:prstDash val="solid"/>
          </a:ln>
        </p:spPr>
      </p:sp>
      <p:sp>
        <p:nvSpPr>
          <p:cNvPr id="47" name="Text 44"/>
          <p:cNvSpPr txBox="1"/>
          <p:nvPr/>
        </p:nvSpPr>
        <p:spPr>
          <a:xfrm>
            <a:off x="822960" y="5166360"/>
            <a:ext cx="10607040" cy="640080"/>
          </a:xfrm>
          <a:prstGeom prst="rect">
            <a:avLst/>
          </a:prstGeom>
          <a:noFill/>
          <a:ln/>
        </p:spPr>
        <p:txBody>
          <a:bodyPr wrap="square" lIns="0" tIns="0" rIns="0" bIns="0" rtlCol="0" anchor="ctr"/>
          <a:lstStyle/>
          <a:p>
            <a:pPr algn="l" indent="0" marL="0">
              <a:buNone/>
            </a:pPr>
            <a:r>
              <a:rPr lang="en-US" sz="1800" dirty="0">
                <a:solidFill>
                  <a:schemeClr val="bg1"/>
                </a:solidFill>
              </a:rPr>
              <a:t>Dans le wagon (M9), les </a:t>
            </a:r>
            <a:r>
              <a:rPr lang="en-US" sz="1800" b="1" dirty="0">
                <a:solidFill>
                  <a:schemeClr val="bg1"/>
                </a:solidFill>
              </a:rPr>
              <a:t>deux verbes</a:t>
            </a:r>
            <a:r>
              <a:rPr lang="en-US" sz="1800" dirty="0">
                <a:solidFill>
                  <a:schemeClr val="bg1"/>
                </a:solidFill>
              </a:rPr>
              <a:t> se retrouvent </a:t>
            </a:r>
            <a:r>
              <a:rPr lang="en-US" sz="1800" b="1" dirty="0">
                <a:solidFill>
                  <a:schemeClr val="bg1"/>
                </a:solidFill>
              </a:rPr>
              <a:t>ensemble à la fin</a:t>
            </a:r>
            <a:r>
              <a:rPr lang="en-US" sz="1800" dirty="0">
                <a:solidFill>
                  <a:schemeClr val="bg1"/>
                </a:solidFill>
              </a:rPr>
              <a:t>.</a:t>
            </a:r>
            <a:endParaRPr lang="en-US" sz="1800" dirty="0"/>
          </a:p>
        </p:txBody>
      </p:sp>
      <p:sp>
        <p:nvSpPr>
          <p:cNvPr id="48" name="Text 45"/>
          <p:cNvSpPr txBox="1"/>
          <p:nvPr/>
        </p:nvSpPr>
        <p:spPr>
          <a:xfrm>
            <a:off x="548640" y="5897880"/>
            <a:ext cx="11091672" cy="384048"/>
          </a:xfrm>
          <a:prstGeom prst="rect">
            <a:avLst/>
          </a:prstGeom>
          <a:noFill/>
          <a:ln/>
        </p:spPr>
        <p:txBody>
          <a:bodyPr wrap="square" lIns="0" tIns="0" rIns="0" bIns="0" rtlCol="0" anchor="ctr"/>
          <a:lstStyle/>
          <a:p>
            <a:pPr algn="ctr" indent="0" marL="0">
              <a:buNone/>
            </a:pPr>
            <a:r>
              <a:rPr lang="en-US" sz="1500" i="1" dirty="0">
                <a:solidFill>
                  <a:schemeClr val="accent5"/>
                </a:solidFill>
              </a:rPr>
              <a:t>L’ordre </a:t>
            </a:r>
            <a:r>
              <a:rPr lang="en-US" sz="1500" i="1" dirty="0">
                <a:solidFill>
                  <a:schemeClr val="accent5"/>
                </a:solidFill>
              </a:rPr>
              <a:t>omdat ik slecht </a:t>
            </a:r>
            <a:r>
              <a:rPr lang="en-US" sz="1500" b="1" i="1" dirty="0">
                <a:solidFill>
                  <a:schemeClr val="accent5"/>
                </a:solidFill>
              </a:rPr>
              <a:t>heb geslapen</a:t>
            </a:r>
            <a:r>
              <a:rPr lang="en-US" sz="1500" i="1" dirty="0">
                <a:solidFill>
                  <a:schemeClr val="accent5"/>
                </a:solidFill>
              </a:rPr>
              <a:t> est aussi correct (surtout aux Pays-Bas) : à reconnaître, on accepte les deux.</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l’organigramme du participe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Text 2"/>
          <p:cNvSpPr/>
          <p:nvPr/>
        </p:nvSpPr>
        <p:spPr>
          <a:xfrm>
            <a:off x="548640" y="1554480"/>
            <a:ext cx="4206240" cy="9144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500" b="1" dirty="0">
                <a:solidFill>
                  <a:srgbClr val="1B2333"/>
                </a:solidFill>
              </a:rPr>
              <a:t>Irrégulier (liste) ?</a:t>
            </a:r>
            <a:endParaRPr lang="en-US" sz="1500" dirty="0"/>
          </a:p>
        </p:txBody>
      </p:sp>
      <p:sp>
        <p:nvSpPr>
          <p:cNvPr id="6" name="Shape 3"/>
          <p:cNvSpPr/>
          <p:nvPr/>
        </p:nvSpPr>
        <p:spPr>
          <a:xfrm>
            <a:off x="4773168" y="2011680"/>
            <a:ext cx="484632" cy="914"/>
          </a:xfrm>
          <a:prstGeom prst="line">
            <a:avLst/>
          </a:prstGeom>
          <a:noFill/>
          <a:ln w="25400">
            <a:solidFill>
              <a:srgbClr val="2E7D4F"/>
            </a:solidFill>
            <a:prstDash val="solid"/>
            <a:tailEnd type="triangle"/>
          </a:ln>
        </p:spPr>
      </p:sp>
      <p:sp>
        <p:nvSpPr>
          <p:cNvPr id="7" name="Text 4"/>
          <p:cNvSpPr txBox="1"/>
          <p:nvPr/>
        </p:nvSpPr>
        <p:spPr>
          <a:xfrm>
            <a:off x="4754880" y="1664208"/>
            <a:ext cx="548640" cy="274320"/>
          </a:xfrm>
          <a:prstGeom prst="rect">
            <a:avLst/>
          </a:prstGeom>
          <a:noFill/>
          <a:ln/>
        </p:spPr>
        <p:txBody>
          <a:bodyPr wrap="square" lIns="0" tIns="0" rIns="0" bIns="0" rtlCol="0" anchor="t"/>
          <a:lstStyle/>
          <a:p>
            <a:pPr algn="ctr" indent="0" marL="0">
              <a:buNone/>
            </a:pPr>
            <a:r>
              <a:rPr lang="en-US" sz="1200" b="1" dirty="0">
                <a:solidFill>
                  <a:schemeClr val="accent3"/>
                </a:solidFill>
              </a:rPr>
              <a:t>OUI</a:t>
            </a:r>
            <a:endParaRPr lang="en-US" sz="1200" dirty="0"/>
          </a:p>
        </p:txBody>
      </p:sp>
      <p:sp>
        <p:nvSpPr>
          <p:cNvPr id="8" name="Shape 5"/>
          <p:cNvSpPr/>
          <p:nvPr/>
        </p:nvSpPr>
        <p:spPr>
          <a:xfrm>
            <a:off x="5303520" y="1645920"/>
            <a:ext cx="3520440" cy="731520"/>
          </a:xfrm>
          <a:prstGeom prst="roundRect">
            <a:avLst>
              <a:gd name="adj" fmla="val 10000"/>
            </a:avLst>
          </a:prstGeom>
          <a:solidFill>
            <a:schemeClr val="accent4"/>
          </a:solidFill>
          <a:ln w="12700">
            <a:solidFill>
              <a:srgbClr val="FFFFFF">
                <a:alpha val="0"/>
              </a:srgbClr>
            </a:solidFill>
            <a:prstDash val="solid"/>
          </a:ln>
        </p:spPr>
      </p:sp>
      <p:pic>
        <p:nvPicPr>
          <p:cNvPr id="9" name="Image 0" descr="Star">    </p:cNvPr>
          <p:cNvPicPr>
            <a:picLocks noChangeAspect="1"/>
          </p:cNvPicPr>
          <p:nvPr/>
        </p:nvPicPr>
        <p:blipFill>
          <a:blip r:embed="rId1"/>
          <a:stretch>
            <a:fillRect/>
          </a:stretch>
        </p:blipFill>
        <p:spPr>
          <a:xfrm>
            <a:off x="5440680" y="1837944"/>
            <a:ext cx="329184" cy="329184"/>
          </a:xfrm>
          <a:prstGeom prst="rect">
            <a:avLst/>
          </a:prstGeom>
        </p:spPr>
      </p:pic>
      <p:sp>
        <p:nvSpPr>
          <p:cNvPr id="10" name="Text 6"/>
          <p:cNvSpPr txBox="1"/>
          <p:nvPr/>
        </p:nvSpPr>
        <p:spPr>
          <a:xfrm>
            <a:off x="5897880" y="1645920"/>
            <a:ext cx="2880360" cy="731520"/>
          </a:xfrm>
          <a:prstGeom prst="rect">
            <a:avLst/>
          </a:prstGeom>
          <a:noFill/>
          <a:ln/>
        </p:spPr>
        <p:txBody>
          <a:bodyPr wrap="square" lIns="0" tIns="0" rIns="0" bIns="0" rtlCol="0" anchor="ctr"/>
          <a:lstStyle/>
          <a:p>
            <a:pPr algn="l" indent="0" marL="0">
              <a:buNone/>
            </a:pPr>
            <a:r>
              <a:rPr lang="en-US" sz="1400" b="1" dirty="0">
                <a:solidFill>
                  <a:schemeClr val="bg1"/>
                </a:solidFill>
              </a:rPr>
              <a:t>à apprendre</a:t>
            </a:r>
            <a:r>
              <a:rPr lang="en-US" sz="1400" dirty="0">
                <a:solidFill>
                  <a:schemeClr val="bg1"/>
                </a:solidFill>
              </a:rPr>
              <a:t> : </a:t>
            </a:r>
            <a:r>
              <a:rPr lang="en-US" sz="1400" i="1" dirty="0">
                <a:solidFill>
                  <a:schemeClr val="bg1"/>
                </a:solidFill>
              </a:rPr>
              <a:t>gegeten, gegaan, geweest</a:t>
            </a:r>
            <a:endParaRPr lang="en-US" sz="1400" dirty="0"/>
          </a:p>
        </p:txBody>
      </p:sp>
      <p:sp>
        <p:nvSpPr>
          <p:cNvPr id="11" name="Shape 7"/>
          <p:cNvSpPr/>
          <p:nvPr/>
        </p:nvSpPr>
        <p:spPr>
          <a:xfrm>
            <a:off x="2651760" y="2468880"/>
            <a:ext cx="914" cy="201168"/>
          </a:xfrm>
          <a:prstGeom prst="line">
            <a:avLst/>
          </a:prstGeom>
          <a:noFill/>
          <a:ln w="22225">
            <a:solidFill>
              <a:srgbClr val="4A5A70"/>
            </a:solidFill>
            <a:prstDash val="solid"/>
            <a:tailEnd type="triangle"/>
          </a:ln>
        </p:spPr>
      </p:sp>
      <p:sp>
        <p:nvSpPr>
          <p:cNvPr id="12" name="Text 8"/>
          <p:cNvSpPr txBox="1"/>
          <p:nvPr/>
        </p:nvSpPr>
        <p:spPr>
          <a:xfrm>
            <a:off x="2743200" y="2450592"/>
            <a:ext cx="640080" cy="237744"/>
          </a:xfrm>
          <a:prstGeom prst="rect">
            <a:avLst/>
          </a:prstGeom>
          <a:noFill/>
          <a:ln/>
        </p:spPr>
        <p:txBody>
          <a:bodyPr wrap="square" lIns="0" tIns="0" rIns="0" bIns="0" rtlCol="0" anchor="t"/>
          <a:lstStyle/>
          <a:p>
            <a:pPr algn="l" indent="0" marL="0">
              <a:buNone/>
            </a:pPr>
            <a:r>
              <a:rPr lang="en-US" sz="1100" b="1" dirty="0">
                <a:solidFill>
                  <a:schemeClr val="accent5"/>
                </a:solidFill>
              </a:rPr>
              <a:t>NON</a:t>
            </a:r>
            <a:endParaRPr lang="en-US" sz="1100" dirty="0"/>
          </a:p>
        </p:txBody>
      </p:sp>
      <p:sp>
        <p:nvSpPr>
          <p:cNvPr id="13" name="Text 9"/>
          <p:cNvSpPr/>
          <p:nvPr/>
        </p:nvSpPr>
        <p:spPr>
          <a:xfrm>
            <a:off x="548640" y="2670048"/>
            <a:ext cx="4206240" cy="9144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300" b="1" dirty="0">
                <a:solidFill>
                  <a:srgbClr val="1B2333"/>
                </a:solidFill>
              </a:rPr>
              <a:t>Préfixe be-, ge-, ont-, ver-, er-, her- ?</a:t>
            </a:r>
            <a:endParaRPr lang="en-US" sz="1300" dirty="0"/>
          </a:p>
        </p:txBody>
      </p:sp>
      <p:sp>
        <p:nvSpPr>
          <p:cNvPr id="14" name="Shape 10"/>
          <p:cNvSpPr/>
          <p:nvPr/>
        </p:nvSpPr>
        <p:spPr>
          <a:xfrm>
            <a:off x="4773168" y="3127248"/>
            <a:ext cx="484632" cy="914"/>
          </a:xfrm>
          <a:prstGeom prst="line">
            <a:avLst/>
          </a:prstGeom>
          <a:noFill/>
          <a:ln w="25400">
            <a:solidFill>
              <a:srgbClr val="2E7D4F"/>
            </a:solidFill>
            <a:prstDash val="solid"/>
            <a:tailEnd type="triangle"/>
          </a:ln>
        </p:spPr>
      </p:sp>
      <p:sp>
        <p:nvSpPr>
          <p:cNvPr id="15" name="Text 11"/>
          <p:cNvSpPr txBox="1"/>
          <p:nvPr/>
        </p:nvSpPr>
        <p:spPr>
          <a:xfrm>
            <a:off x="4754880" y="2779776"/>
            <a:ext cx="548640" cy="274320"/>
          </a:xfrm>
          <a:prstGeom prst="rect">
            <a:avLst/>
          </a:prstGeom>
          <a:noFill/>
          <a:ln/>
        </p:spPr>
        <p:txBody>
          <a:bodyPr wrap="square" lIns="0" tIns="0" rIns="0" bIns="0" rtlCol="0" anchor="t"/>
          <a:lstStyle/>
          <a:p>
            <a:pPr algn="ctr" indent="0" marL="0">
              <a:buNone/>
            </a:pPr>
            <a:r>
              <a:rPr lang="en-US" sz="1200" b="1" dirty="0">
                <a:solidFill>
                  <a:schemeClr val="accent3"/>
                </a:solidFill>
              </a:rPr>
              <a:t>OUI</a:t>
            </a:r>
            <a:endParaRPr lang="en-US" sz="1200" dirty="0"/>
          </a:p>
        </p:txBody>
      </p:sp>
      <p:sp>
        <p:nvSpPr>
          <p:cNvPr id="16" name="Shape 12"/>
          <p:cNvSpPr/>
          <p:nvPr/>
        </p:nvSpPr>
        <p:spPr>
          <a:xfrm>
            <a:off x="5303520" y="2761488"/>
            <a:ext cx="3520440" cy="731520"/>
          </a:xfrm>
          <a:prstGeom prst="roundRect">
            <a:avLst>
              <a:gd name="adj" fmla="val 10000"/>
            </a:avLst>
          </a:prstGeom>
          <a:solidFill>
            <a:schemeClr val="tx2"/>
          </a:solidFill>
          <a:ln w="12700">
            <a:solidFill>
              <a:srgbClr val="FFFFFF">
                <a:alpha val="0"/>
              </a:srgbClr>
            </a:solidFill>
            <a:prstDash val="solid"/>
          </a:ln>
        </p:spPr>
      </p:sp>
      <p:pic>
        <p:nvPicPr>
          <p:cNvPr id="17" name="Image 1" descr="Lock">    </p:cNvPr>
          <p:cNvPicPr>
            <a:picLocks noChangeAspect="1"/>
          </p:cNvPicPr>
          <p:nvPr/>
        </p:nvPicPr>
        <p:blipFill>
          <a:blip r:embed="rId2"/>
          <a:stretch>
            <a:fillRect/>
          </a:stretch>
        </p:blipFill>
        <p:spPr>
          <a:xfrm>
            <a:off x="5440680" y="2953512"/>
            <a:ext cx="329184" cy="329184"/>
          </a:xfrm>
          <a:prstGeom prst="rect">
            <a:avLst/>
          </a:prstGeom>
        </p:spPr>
      </p:pic>
      <p:sp>
        <p:nvSpPr>
          <p:cNvPr id="18" name="Text 13"/>
          <p:cNvSpPr txBox="1"/>
          <p:nvPr/>
        </p:nvSpPr>
        <p:spPr>
          <a:xfrm>
            <a:off x="5897880" y="2761488"/>
            <a:ext cx="2880360" cy="731520"/>
          </a:xfrm>
          <a:prstGeom prst="rect">
            <a:avLst/>
          </a:prstGeom>
          <a:noFill/>
          <a:ln/>
        </p:spPr>
        <p:txBody>
          <a:bodyPr wrap="square" lIns="0" tIns="0" rIns="0" bIns="0" rtlCol="0" anchor="ctr"/>
          <a:lstStyle/>
          <a:p>
            <a:pPr algn="l" indent="0" marL="0">
              <a:buNone/>
            </a:pPr>
            <a:r>
              <a:rPr lang="en-US" sz="1400" b="1" dirty="0">
                <a:solidFill>
                  <a:schemeClr val="bg1"/>
                </a:solidFill>
              </a:rPr>
              <a:t>pas de ge-</a:t>
            </a:r>
            <a:r>
              <a:rPr lang="en-US" sz="1400" dirty="0">
                <a:solidFill>
                  <a:schemeClr val="bg1"/>
                </a:solidFill>
              </a:rPr>
              <a:t> : </a:t>
            </a:r>
            <a:r>
              <a:rPr lang="en-US" sz="1400" i="1" dirty="0">
                <a:solidFill>
                  <a:schemeClr val="bg1"/>
                </a:solidFill>
              </a:rPr>
              <a:t>betaald, verteld, ontmoet</a:t>
            </a:r>
            <a:endParaRPr lang="en-US" sz="1400" dirty="0"/>
          </a:p>
        </p:txBody>
      </p:sp>
      <p:sp>
        <p:nvSpPr>
          <p:cNvPr id="19" name="Shape 14"/>
          <p:cNvSpPr/>
          <p:nvPr/>
        </p:nvSpPr>
        <p:spPr>
          <a:xfrm>
            <a:off x="2651760" y="3584448"/>
            <a:ext cx="914" cy="201168"/>
          </a:xfrm>
          <a:prstGeom prst="line">
            <a:avLst/>
          </a:prstGeom>
          <a:noFill/>
          <a:ln w="22225">
            <a:solidFill>
              <a:srgbClr val="4A5A70"/>
            </a:solidFill>
            <a:prstDash val="solid"/>
            <a:tailEnd type="triangle"/>
          </a:ln>
        </p:spPr>
      </p:sp>
      <p:sp>
        <p:nvSpPr>
          <p:cNvPr id="20" name="Text 15"/>
          <p:cNvSpPr txBox="1"/>
          <p:nvPr/>
        </p:nvSpPr>
        <p:spPr>
          <a:xfrm>
            <a:off x="2743200" y="3566160"/>
            <a:ext cx="640080" cy="237744"/>
          </a:xfrm>
          <a:prstGeom prst="rect">
            <a:avLst/>
          </a:prstGeom>
          <a:noFill/>
          <a:ln/>
        </p:spPr>
        <p:txBody>
          <a:bodyPr wrap="square" lIns="0" tIns="0" rIns="0" bIns="0" rtlCol="0" anchor="t"/>
          <a:lstStyle/>
          <a:p>
            <a:pPr algn="l" indent="0" marL="0">
              <a:buNone/>
            </a:pPr>
            <a:r>
              <a:rPr lang="en-US" sz="1100" b="1" dirty="0">
                <a:solidFill>
                  <a:schemeClr val="accent5"/>
                </a:solidFill>
              </a:rPr>
              <a:t>NON</a:t>
            </a:r>
            <a:endParaRPr lang="en-US" sz="1100" dirty="0"/>
          </a:p>
        </p:txBody>
      </p:sp>
      <p:sp>
        <p:nvSpPr>
          <p:cNvPr id="21" name="Text 16"/>
          <p:cNvSpPr/>
          <p:nvPr/>
        </p:nvSpPr>
        <p:spPr>
          <a:xfrm>
            <a:off x="548640" y="3785616"/>
            <a:ext cx="4206240" cy="914400"/>
          </a:xfrm>
          <a:prstGeom prst="diamond">
            <a:avLst/>
          </a:prstGeom>
          <a:solidFill>
            <a:srgbClr val="EEF3F8"/>
          </a:solidFill>
          <a:ln w="19050">
            <a:solidFill>
              <a:srgbClr val="17375E"/>
            </a:solidFill>
          </a:ln>
        </p:spPr>
        <p:txBody>
          <a:bodyPr wrap="square" lIns="0" tIns="0" rIns="0" bIns="0" rtlCol="0" anchor="ctr"/>
          <a:lstStyle/>
          <a:p>
            <a:pPr algn="ctr" indent="0" marL="0">
              <a:buNone/>
            </a:pPr>
            <a:r>
              <a:rPr lang="en-US" sz="1500" b="1" dirty="0">
                <a:solidFill>
                  <a:srgbClr val="1B2333"/>
                </a:solidFill>
              </a:rPr>
              <a:t>Particule (op, mee, in…) ?</a:t>
            </a:r>
            <a:endParaRPr lang="en-US" sz="1500" dirty="0"/>
          </a:p>
        </p:txBody>
      </p:sp>
      <p:sp>
        <p:nvSpPr>
          <p:cNvPr id="22" name="Shape 17"/>
          <p:cNvSpPr/>
          <p:nvPr/>
        </p:nvSpPr>
        <p:spPr>
          <a:xfrm>
            <a:off x="4773168" y="4242816"/>
            <a:ext cx="484632" cy="914"/>
          </a:xfrm>
          <a:prstGeom prst="line">
            <a:avLst/>
          </a:prstGeom>
          <a:noFill/>
          <a:ln w="25400">
            <a:solidFill>
              <a:srgbClr val="2E7D4F"/>
            </a:solidFill>
            <a:prstDash val="solid"/>
            <a:tailEnd type="triangle"/>
          </a:ln>
        </p:spPr>
      </p:sp>
      <p:sp>
        <p:nvSpPr>
          <p:cNvPr id="23" name="Text 18"/>
          <p:cNvSpPr txBox="1"/>
          <p:nvPr/>
        </p:nvSpPr>
        <p:spPr>
          <a:xfrm>
            <a:off x="4754880" y="3895344"/>
            <a:ext cx="548640" cy="274320"/>
          </a:xfrm>
          <a:prstGeom prst="rect">
            <a:avLst/>
          </a:prstGeom>
          <a:noFill/>
          <a:ln/>
        </p:spPr>
        <p:txBody>
          <a:bodyPr wrap="square" lIns="0" tIns="0" rIns="0" bIns="0" rtlCol="0" anchor="t"/>
          <a:lstStyle/>
          <a:p>
            <a:pPr algn="ctr" indent="0" marL="0">
              <a:buNone/>
            </a:pPr>
            <a:r>
              <a:rPr lang="en-US" sz="1200" b="1" dirty="0">
                <a:solidFill>
                  <a:schemeClr val="accent3"/>
                </a:solidFill>
              </a:rPr>
              <a:t>OUI</a:t>
            </a:r>
            <a:endParaRPr lang="en-US" sz="1200" dirty="0"/>
          </a:p>
        </p:txBody>
      </p:sp>
      <p:sp>
        <p:nvSpPr>
          <p:cNvPr id="24" name="Shape 19"/>
          <p:cNvSpPr/>
          <p:nvPr/>
        </p:nvSpPr>
        <p:spPr>
          <a:xfrm>
            <a:off x="5303520" y="3877056"/>
            <a:ext cx="3520440" cy="731520"/>
          </a:xfrm>
          <a:prstGeom prst="roundRect">
            <a:avLst>
              <a:gd name="adj" fmla="val 10000"/>
            </a:avLst>
          </a:prstGeom>
          <a:solidFill>
            <a:schemeClr val="accent1"/>
          </a:solidFill>
          <a:ln w="12700">
            <a:solidFill>
              <a:srgbClr val="FFFFFF">
                <a:alpha val="0"/>
              </a:srgbClr>
            </a:solidFill>
            <a:prstDash val="solid"/>
          </a:ln>
        </p:spPr>
      </p:sp>
      <p:pic>
        <p:nvPicPr>
          <p:cNvPr id="25" name="Image 2" descr="Cut">    </p:cNvPr>
          <p:cNvPicPr>
            <a:picLocks noChangeAspect="1"/>
          </p:cNvPicPr>
          <p:nvPr/>
        </p:nvPicPr>
        <p:blipFill>
          <a:blip r:embed="rId3"/>
          <a:stretch>
            <a:fillRect/>
          </a:stretch>
        </p:blipFill>
        <p:spPr>
          <a:xfrm>
            <a:off x="5440680" y="4069080"/>
            <a:ext cx="329184" cy="329184"/>
          </a:xfrm>
          <a:prstGeom prst="rect">
            <a:avLst/>
          </a:prstGeom>
        </p:spPr>
      </p:pic>
      <p:sp>
        <p:nvSpPr>
          <p:cNvPr id="26" name="Text 20"/>
          <p:cNvSpPr txBox="1"/>
          <p:nvPr/>
        </p:nvSpPr>
        <p:spPr>
          <a:xfrm>
            <a:off x="5897880" y="3877056"/>
            <a:ext cx="2880360" cy="731520"/>
          </a:xfrm>
          <a:prstGeom prst="rect">
            <a:avLst/>
          </a:prstGeom>
          <a:noFill/>
          <a:ln/>
        </p:spPr>
        <p:txBody>
          <a:bodyPr wrap="square" lIns="0" tIns="0" rIns="0" bIns="0" rtlCol="0" anchor="ctr"/>
          <a:lstStyle/>
          <a:p>
            <a:pPr algn="l" indent="0" marL="0">
              <a:buNone/>
            </a:pPr>
            <a:r>
              <a:rPr lang="en-US" sz="1400" dirty="0">
                <a:solidFill>
                  <a:schemeClr val="bg1"/>
                </a:solidFill>
              </a:rPr>
              <a:t>particule + </a:t>
            </a:r>
            <a:r>
              <a:rPr lang="en-US" sz="1400" b="1" dirty="0">
                <a:solidFill>
                  <a:schemeClr val="bg1"/>
                </a:solidFill>
              </a:rPr>
              <a:t>ge</a:t>
            </a:r>
            <a:r>
              <a:rPr lang="en-US" sz="1400" dirty="0">
                <a:solidFill>
                  <a:schemeClr val="bg1"/>
                </a:solidFill>
              </a:rPr>
              <a:t> + radical + t/d : </a:t>
            </a:r>
            <a:r>
              <a:rPr lang="en-US" sz="1400" i="1" dirty="0">
                <a:solidFill>
                  <a:schemeClr val="bg1"/>
                </a:solidFill>
              </a:rPr>
              <a:t>opgebeld, ingelogd</a:t>
            </a:r>
            <a:endParaRPr lang="en-US" sz="1400" dirty="0"/>
          </a:p>
        </p:txBody>
      </p:sp>
      <p:sp>
        <p:nvSpPr>
          <p:cNvPr id="27" name="Shape 21"/>
          <p:cNvSpPr/>
          <p:nvPr/>
        </p:nvSpPr>
        <p:spPr>
          <a:xfrm>
            <a:off x="2651760" y="4700016"/>
            <a:ext cx="914" cy="201168"/>
          </a:xfrm>
          <a:prstGeom prst="line">
            <a:avLst/>
          </a:prstGeom>
          <a:noFill/>
          <a:ln w="22225">
            <a:solidFill>
              <a:srgbClr val="4A5A70"/>
            </a:solidFill>
            <a:prstDash val="solid"/>
            <a:tailEnd type="triangle"/>
          </a:ln>
        </p:spPr>
      </p:sp>
      <p:sp>
        <p:nvSpPr>
          <p:cNvPr id="28" name="Text 22"/>
          <p:cNvSpPr txBox="1"/>
          <p:nvPr/>
        </p:nvSpPr>
        <p:spPr>
          <a:xfrm>
            <a:off x="2743200" y="4681728"/>
            <a:ext cx="640080" cy="237744"/>
          </a:xfrm>
          <a:prstGeom prst="rect">
            <a:avLst/>
          </a:prstGeom>
          <a:noFill/>
          <a:ln/>
        </p:spPr>
        <p:txBody>
          <a:bodyPr wrap="square" lIns="0" tIns="0" rIns="0" bIns="0" rtlCol="0" anchor="t"/>
          <a:lstStyle/>
          <a:p>
            <a:pPr algn="l" indent="0" marL="0">
              <a:buNone/>
            </a:pPr>
            <a:r>
              <a:rPr lang="en-US" sz="1100" b="1" dirty="0">
                <a:solidFill>
                  <a:schemeClr val="accent5"/>
                </a:solidFill>
              </a:rPr>
              <a:t>NON</a:t>
            </a:r>
            <a:endParaRPr lang="en-US" sz="1100" dirty="0"/>
          </a:p>
        </p:txBody>
      </p:sp>
      <p:sp>
        <p:nvSpPr>
          <p:cNvPr id="29" name="Shape 23"/>
          <p:cNvSpPr/>
          <p:nvPr/>
        </p:nvSpPr>
        <p:spPr>
          <a:xfrm>
            <a:off x="548640" y="4901184"/>
            <a:ext cx="8275320" cy="822960"/>
          </a:xfrm>
          <a:prstGeom prst="roundRect">
            <a:avLst>
              <a:gd name="adj" fmla="val 8889"/>
            </a:avLst>
          </a:prstGeom>
          <a:solidFill>
            <a:schemeClr val="accent3"/>
          </a:solidFill>
          <a:ln w="12700">
            <a:solidFill>
              <a:srgbClr val="FFFFFF">
                <a:alpha val="0"/>
              </a:srgbClr>
            </a:solidFill>
            <a:prstDash val="solid"/>
          </a:ln>
        </p:spPr>
      </p:sp>
      <p:pic>
        <p:nvPicPr>
          <p:cNvPr id="30" name="Image 3" descr="Cogs">    </p:cNvPr>
          <p:cNvPicPr>
            <a:picLocks noChangeAspect="1"/>
          </p:cNvPicPr>
          <p:nvPr/>
        </p:nvPicPr>
        <p:blipFill>
          <a:blip r:embed="rId4"/>
          <a:stretch>
            <a:fillRect/>
          </a:stretch>
        </p:blipFill>
        <p:spPr>
          <a:xfrm>
            <a:off x="731520" y="5120640"/>
            <a:ext cx="365760" cy="365760"/>
          </a:xfrm>
          <a:prstGeom prst="rect">
            <a:avLst/>
          </a:prstGeom>
        </p:spPr>
      </p:pic>
      <p:sp>
        <p:nvSpPr>
          <p:cNvPr id="31" name="Text 24"/>
          <p:cNvSpPr txBox="1"/>
          <p:nvPr/>
        </p:nvSpPr>
        <p:spPr>
          <a:xfrm>
            <a:off x="1280160" y="4901184"/>
            <a:ext cx="7406640" cy="822960"/>
          </a:xfrm>
          <a:prstGeom prst="rect">
            <a:avLst/>
          </a:prstGeom>
          <a:noFill/>
          <a:ln/>
        </p:spPr>
        <p:txBody>
          <a:bodyPr wrap="square" lIns="0" tIns="0" rIns="0" bIns="0" rtlCol="0" anchor="ctr"/>
          <a:lstStyle/>
          <a:p>
            <a:pPr algn="l" indent="0" marL="0">
              <a:buNone/>
            </a:pPr>
            <a:r>
              <a:rPr lang="en-US" sz="1800" b="1" dirty="0">
                <a:solidFill>
                  <a:schemeClr val="bg1"/>
                </a:solidFill>
              </a:rPr>
              <a:t>régulier</a:t>
            </a:r>
            <a:r>
              <a:rPr lang="en-US" sz="1800" dirty="0">
                <a:solidFill>
                  <a:schemeClr val="bg1"/>
                </a:solidFill>
              </a:rPr>
              <a:t> : ge + radical + </a:t>
            </a:r>
            <a:r>
              <a:rPr lang="en-US" sz="1800" b="1" dirty="0">
                <a:solidFill>
                  <a:schemeClr val="bg1"/>
                </a:solidFill>
              </a:rPr>
              <a:t>t</a:t>
            </a:r>
            <a:r>
              <a:rPr lang="en-US" sz="1800" dirty="0">
                <a:solidFill>
                  <a:schemeClr val="bg1"/>
                </a:solidFill>
              </a:rPr>
              <a:t> (</a:t>
            </a:r>
            <a:r>
              <a:rPr lang="en-US" sz="1800" i="1" dirty="0">
                <a:solidFill>
                  <a:schemeClr val="bg1"/>
                </a:solidFill>
              </a:rPr>
              <a:t>SoFT KetCHuP</a:t>
            </a:r>
            <a:r>
              <a:rPr lang="en-US" sz="1800" dirty="0">
                <a:solidFill>
                  <a:schemeClr val="bg1"/>
                </a:solidFill>
              </a:rPr>
              <a:t>) ou </a:t>
            </a:r>
            <a:r>
              <a:rPr lang="en-US" sz="1800" b="1" dirty="0">
                <a:solidFill>
                  <a:schemeClr val="bg1"/>
                </a:solidFill>
              </a:rPr>
              <a:t>d</a:t>
            </a:r>
            <a:r>
              <a:rPr lang="en-US" sz="1800" dirty="0">
                <a:solidFill>
                  <a:schemeClr val="bg1"/>
                </a:solidFill>
              </a:rPr>
              <a:t> → </a:t>
            </a:r>
            <a:r>
              <a:rPr lang="en-US" sz="1800" i="1" dirty="0">
                <a:solidFill>
                  <a:schemeClr val="bg1"/>
                </a:solidFill>
              </a:rPr>
              <a:t>gewerkt, gewoond</a:t>
            </a:r>
            <a:endParaRPr lang="en-US" sz="1800" dirty="0"/>
          </a:p>
        </p:txBody>
      </p:sp>
      <p:sp>
        <p:nvSpPr>
          <p:cNvPr id="32" name="Shape 25"/>
          <p:cNvSpPr/>
          <p:nvPr/>
        </p:nvSpPr>
        <p:spPr>
          <a:xfrm>
            <a:off x="9098280" y="1554480"/>
            <a:ext cx="2542032" cy="4169664"/>
          </a:xfrm>
          <a:prstGeom prst="roundRect">
            <a:avLst>
              <a:gd name="adj" fmla="val 2878"/>
            </a:avLst>
          </a:prstGeom>
          <a:solidFill>
            <a:schemeClr val="bg2"/>
          </a:solidFill>
          <a:ln w="12700">
            <a:solidFill>
              <a:srgbClr val="D5DCE6"/>
            </a:solidFill>
            <a:prstDash val="solid"/>
          </a:ln>
        </p:spPr>
      </p:sp>
      <p:sp>
        <p:nvSpPr>
          <p:cNvPr id="33" name="Text 26"/>
          <p:cNvSpPr txBox="1"/>
          <p:nvPr/>
        </p:nvSpPr>
        <p:spPr>
          <a:xfrm>
            <a:off x="9098280" y="1645920"/>
            <a:ext cx="2542032" cy="292608"/>
          </a:xfrm>
          <a:prstGeom prst="rect">
            <a:avLst/>
          </a:prstGeom>
          <a:noFill/>
          <a:ln/>
        </p:spPr>
        <p:txBody>
          <a:bodyPr wrap="square" lIns="0" tIns="0" rIns="0" bIns="0" rtlCol="0" anchor="t"/>
          <a:lstStyle/>
          <a:p>
            <a:pPr algn="ctr" indent="0" marL="0">
              <a:buNone/>
            </a:pPr>
            <a:r>
              <a:rPr lang="en-US" sz="1200" b="1" spc="200" kern="0" dirty="0">
                <a:solidFill>
                  <a:schemeClr val="accent5"/>
                </a:solidFill>
              </a:rPr>
              <a:t>L’AUXILIAIRE</a:t>
            </a:r>
            <a:endParaRPr lang="en-US" sz="1200" dirty="0"/>
          </a:p>
        </p:txBody>
      </p:sp>
      <p:sp>
        <p:nvSpPr>
          <p:cNvPr id="34" name="Shape 27"/>
          <p:cNvSpPr/>
          <p:nvPr/>
        </p:nvSpPr>
        <p:spPr>
          <a:xfrm>
            <a:off x="9281160" y="2057400"/>
            <a:ext cx="2176272" cy="457200"/>
          </a:xfrm>
          <a:prstGeom prst="roundRect">
            <a:avLst>
              <a:gd name="adj" fmla="val 16000"/>
            </a:avLst>
          </a:prstGeom>
          <a:solidFill>
            <a:schemeClr val="accent3"/>
          </a:solidFill>
          <a:ln w="12700">
            <a:solidFill>
              <a:srgbClr val="FFFFFF">
                <a:alpha val="0"/>
              </a:srgbClr>
            </a:solidFill>
            <a:prstDash val="solid"/>
          </a:ln>
        </p:spPr>
      </p:sp>
      <p:sp>
        <p:nvSpPr>
          <p:cNvPr id="35" name="Text 28"/>
          <p:cNvSpPr txBox="1"/>
          <p:nvPr/>
        </p:nvSpPr>
        <p:spPr>
          <a:xfrm>
            <a:off x="9281160" y="2057400"/>
            <a:ext cx="2176272" cy="457200"/>
          </a:xfrm>
          <a:prstGeom prst="rect">
            <a:avLst/>
          </a:prstGeom>
          <a:noFill/>
          <a:ln/>
        </p:spPr>
        <p:txBody>
          <a:bodyPr wrap="square" lIns="0" tIns="0" rIns="0" bIns="0" rtlCol="0" anchor="ctr"/>
          <a:lstStyle/>
          <a:p>
            <a:pPr algn="ctr" indent="0" marL="0">
              <a:buNone/>
            </a:pPr>
            <a:r>
              <a:rPr lang="en-US" sz="1800" b="1" dirty="0">
                <a:solidFill>
                  <a:schemeClr val="bg1"/>
                </a:solidFill>
              </a:rPr>
              <a:t>ZIJN</a:t>
            </a:r>
            <a:endParaRPr lang="en-US" sz="1800" dirty="0"/>
          </a:p>
        </p:txBody>
      </p:sp>
      <p:sp>
        <p:nvSpPr>
          <p:cNvPr id="36" name="Text 29"/>
          <p:cNvSpPr txBox="1"/>
          <p:nvPr/>
        </p:nvSpPr>
        <p:spPr>
          <a:xfrm>
            <a:off x="9326880" y="2606040"/>
            <a:ext cx="2103120" cy="1234440"/>
          </a:xfrm>
          <a:prstGeom prst="rect">
            <a:avLst/>
          </a:prstGeom>
          <a:noFill/>
          <a:ln/>
        </p:spPr>
        <p:txBody>
          <a:bodyPr wrap="square" lIns="0" tIns="0" rIns="0" bIns="0" rtlCol="0" anchor="t"/>
          <a:lstStyle/>
          <a:p>
            <a:pPr algn="ctr" indent="0" marL="0">
              <a:spcAft>
                <a:spcPts val="400"/>
              </a:spcAft>
              <a:buNone/>
            </a:pPr>
            <a:r>
              <a:rPr lang="en-US" sz="1500" dirty="0">
                <a:solidFill>
                  <a:schemeClr val="tx1"/>
                </a:solidFill>
              </a:rPr>
              <a:t>déplacement</a:t>
            </a:r>
            <a:endParaRPr lang="en-US" sz="1500" dirty="0"/>
          </a:p>
          <a:p>
            <a:pPr algn="ctr" indent="0" marL="0">
              <a:spcAft>
                <a:spcPts val="400"/>
              </a:spcAft>
              <a:buNone/>
            </a:pPr>
            <a:r>
              <a:rPr lang="en-US" sz="1500" dirty="0">
                <a:solidFill>
                  <a:schemeClr val="tx1"/>
                </a:solidFill>
              </a:rPr>
              <a:t>changement</a:t>
            </a:r>
            <a:endParaRPr lang="en-US" sz="1500" dirty="0"/>
          </a:p>
          <a:p>
            <a:pPr algn="ctr" indent="0" marL="0">
              <a:spcAft>
                <a:spcPts val="400"/>
              </a:spcAft>
              <a:buNone/>
            </a:pPr>
            <a:r>
              <a:rPr lang="en-US" sz="1500" i="1" dirty="0">
                <a:solidFill>
                  <a:schemeClr val="tx1"/>
                </a:solidFill>
              </a:rPr>
              <a:t>blijven, zijn</a:t>
            </a:r>
            <a:endParaRPr lang="en-US" sz="1500" dirty="0"/>
          </a:p>
        </p:txBody>
      </p:sp>
      <p:sp>
        <p:nvSpPr>
          <p:cNvPr id="37" name="Shape 30"/>
          <p:cNvSpPr/>
          <p:nvPr/>
        </p:nvSpPr>
        <p:spPr>
          <a:xfrm>
            <a:off x="9281160" y="3977640"/>
            <a:ext cx="2176272" cy="457200"/>
          </a:xfrm>
          <a:prstGeom prst="roundRect">
            <a:avLst>
              <a:gd name="adj" fmla="val 16000"/>
            </a:avLst>
          </a:prstGeom>
          <a:solidFill>
            <a:schemeClr val="tx2"/>
          </a:solidFill>
          <a:ln w="12700">
            <a:solidFill>
              <a:srgbClr val="FFFFFF">
                <a:alpha val="0"/>
              </a:srgbClr>
            </a:solidFill>
            <a:prstDash val="solid"/>
          </a:ln>
        </p:spPr>
      </p:sp>
      <p:sp>
        <p:nvSpPr>
          <p:cNvPr id="38" name="Text 31"/>
          <p:cNvSpPr txBox="1"/>
          <p:nvPr/>
        </p:nvSpPr>
        <p:spPr>
          <a:xfrm>
            <a:off x="9281160" y="3977640"/>
            <a:ext cx="2176272" cy="457200"/>
          </a:xfrm>
          <a:prstGeom prst="rect">
            <a:avLst/>
          </a:prstGeom>
          <a:noFill/>
          <a:ln/>
        </p:spPr>
        <p:txBody>
          <a:bodyPr wrap="square" lIns="0" tIns="0" rIns="0" bIns="0" rtlCol="0" anchor="ctr"/>
          <a:lstStyle/>
          <a:p>
            <a:pPr algn="ctr" indent="0" marL="0">
              <a:buNone/>
            </a:pPr>
            <a:r>
              <a:rPr lang="en-US" sz="1800" b="1" dirty="0">
                <a:solidFill>
                  <a:schemeClr val="bg1"/>
                </a:solidFill>
              </a:rPr>
              <a:t>HEBBEN</a:t>
            </a:r>
            <a:endParaRPr lang="en-US" sz="1800" dirty="0"/>
          </a:p>
        </p:txBody>
      </p:sp>
      <p:sp>
        <p:nvSpPr>
          <p:cNvPr id="39" name="Text 32"/>
          <p:cNvSpPr txBox="1"/>
          <p:nvPr/>
        </p:nvSpPr>
        <p:spPr>
          <a:xfrm>
            <a:off x="9326880" y="4526280"/>
            <a:ext cx="2103120" cy="457200"/>
          </a:xfrm>
          <a:prstGeom prst="rect">
            <a:avLst/>
          </a:prstGeom>
          <a:noFill/>
          <a:ln/>
        </p:spPr>
        <p:txBody>
          <a:bodyPr wrap="square" lIns="0" tIns="0" rIns="0" bIns="0" rtlCol="0" anchor="t"/>
          <a:lstStyle/>
          <a:p>
            <a:pPr algn="ctr" indent="0" marL="0">
              <a:buNone/>
            </a:pPr>
            <a:r>
              <a:rPr lang="en-US" sz="1500" dirty="0">
                <a:solidFill>
                  <a:schemeClr val="tx1"/>
                </a:solidFill>
              </a:rPr>
              <a:t>tout le reste</a:t>
            </a:r>
            <a:endParaRPr lang="en-US" sz="1500" dirty="0"/>
          </a:p>
        </p:txBody>
      </p:sp>
      <p:sp>
        <p:nvSpPr>
          <p:cNvPr id="40" name="Text 33"/>
          <p:cNvSpPr txBox="1"/>
          <p:nvPr/>
        </p:nvSpPr>
        <p:spPr>
          <a:xfrm>
            <a:off x="548640" y="5870448"/>
            <a:ext cx="8275320" cy="365760"/>
          </a:xfrm>
          <a:prstGeom prst="rect">
            <a:avLst/>
          </a:prstGeom>
          <a:noFill/>
          <a:ln/>
        </p:spPr>
        <p:txBody>
          <a:bodyPr wrap="square" lIns="0" tIns="0" rIns="0" bIns="0" rtlCol="0" anchor="t"/>
          <a:lstStyle/>
          <a:p>
            <a:pPr algn="l" indent="0" marL="0">
              <a:buNone/>
            </a:pPr>
            <a:r>
              <a:rPr lang="en-US" sz="1400" i="1" dirty="0">
                <a:solidFill>
                  <a:schemeClr val="accent5"/>
                </a:solidFill>
              </a:rPr>
              <a:t>Ce schéma est la référence pour tous les exercices.</a:t>
            </a:r>
            <a:endParaRPr lang="en-US" sz="1400" dirty="0"/>
          </a:p>
        </p:txBody>
      </p:sp>
      <p:pic>
        <p:nvPicPr>
          <p:cNvPr id="41" name="Image 4" descr="Camera">    </p:cNvPr>
          <p:cNvPicPr>
            <a:picLocks noChangeAspect="1"/>
          </p:cNvPicPr>
          <p:nvPr/>
        </p:nvPicPr>
        <p:blipFill>
          <a:blip r:embed="rId5"/>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ogs">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machine à participes</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BalanceScale">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t ou d ?</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DoorOpen">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hebben of zijn?</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Bicycle">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week-end de Sofie</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Comments">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Heb je ooit…?</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Search">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Users">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La réunion du lundi</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La machine à participes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Formez le participe passé. Justifiez avec l’organigramme.</a:t>
            </a:r>
            <a:endParaRPr lang="en-US" sz="1700" dirty="0"/>
          </a:p>
        </p:txBody>
      </p:sp>
      <p:sp>
        <p:nvSpPr>
          <p:cNvPr id="8" name="Shape 4"/>
          <p:cNvSpPr/>
          <p:nvPr/>
        </p:nvSpPr>
        <p:spPr>
          <a:xfrm>
            <a:off x="548640" y="2112772"/>
            <a:ext cx="365760" cy="365760"/>
          </a:xfrm>
          <a:prstGeom prst="ellipse">
            <a:avLst/>
          </a:prstGeom>
          <a:solidFill>
            <a:schemeClr val="tx2"/>
          </a:solidFill>
          <a:ln w="12700">
            <a:solidFill>
              <a:srgbClr val="FFFFFF">
                <a:alpha val="0"/>
              </a:srgbClr>
            </a:solidFill>
            <a:prstDash val="solid"/>
          </a:ln>
        </p:spPr>
      </p:sp>
      <p:sp>
        <p:nvSpPr>
          <p:cNvPr id="9" name="Text 5"/>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Shape 6"/>
          <p:cNvSpPr/>
          <p:nvPr/>
        </p:nvSpPr>
        <p:spPr>
          <a:xfrm>
            <a:off x="1005840" y="1987296"/>
            <a:ext cx="2103120" cy="598424"/>
          </a:xfrm>
          <a:prstGeom prst="roundRect">
            <a:avLst>
              <a:gd name="adj" fmla="val 12224"/>
            </a:avLst>
          </a:prstGeom>
          <a:solidFill>
            <a:schemeClr val="bg2"/>
          </a:solidFill>
          <a:ln w="12700">
            <a:solidFill>
              <a:srgbClr val="D5DCE6"/>
            </a:solidFill>
            <a:prstDash val="solid"/>
          </a:ln>
        </p:spPr>
      </p:sp>
      <p:sp>
        <p:nvSpPr>
          <p:cNvPr id="11" name="Text 7"/>
          <p:cNvSpPr txBox="1"/>
          <p:nvPr/>
        </p:nvSpPr>
        <p:spPr>
          <a:xfrm>
            <a:off x="1005840" y="19872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werken</a:t>
            </a:r>
            <a:endParaRPr lang="en-US" sz="2000" dirty="0"/>
          </a:p>
        </p:txBody>
      </p:sp>
      <p:sp>
        <p:nvSpPr>
          <p:cNvPr id="12" name="Shape 8"/>
          <p:cNvSpPr/>
          <p:nvPr/>
        </p:nvSpPr>
        <p:spPr>
          <a:xfrm>
            <a:off x="3182112" y="2277364"/>
            <a:ext cx="384048" cy="914"/>
          </a:xfrm>
          <a:prstGeom prst="line">
            <a:avLst/>
          </a:prstGeom>
          <a:noFill/>
          <a:ln w="31750">
            <a:solidFill>
              <a:srgbClr val="D9700F"/>
            </a:solidFill>
            <a:prstDash val="solid"/>
            <a:tailEnd type="triangle"/>
          </a:ln>
        </p:spPr>
      </p:sp>
      <p:sp>
        <p:nvSpPr>
          <p:cNvPr id="13" name="Shape 9"/>
          <p:cNvSpPr/>
          <p:nvPr/>
        </p:nvSpPr>
        <p:spPr>
          <a:xfrm>
            <a:off x="3639312" y="1987296"/>
            <a:ext cx="2331720" cy="598424"/>
          </a:xfrm>
          <a:prstGeom prst="roundRect">
            <a:avLst>
              <a:gd name="adj" fmla="val 12224"/>
            </a:avLst>
          </a:prstGeom>
          <a:solidFill>
            <a:schemeClr val="bg1"/>
          </a:solidFill>
          <a:ln w="15875">
            <a:solidFill>
              <a:srgbClr val="D5DCE6"/>
            </a:solidFill>
            <a:prstDash val="solid"/>
          </a:ln>
        </p:spPr>
      </p:sp>
      <p:sp>
        <p:nvSpPr>
          <p:cNvPr id="14" name="Shape 10"/>
          <p:cNvSpPr/>
          <p:nvPr/>
        </p:nvSpPr>
        <p:spPr>
          <a:xfrm>
            <a:off x="548640" y="2839212"/>
            <a:ext cx="365760" cy="365760"/>
          </a:xfrm>
          <a:prstGeom prst="ellipse">
            <a:avLst/>
          </a:prstGeom>
          <a:solidFill>
            <a:schemeClr val="tx2"/>
          </a:solidFill>
          <a:ln w="12700">
            <a:solidFill>
              <a:srgbClr val="FFFFFF">
                <a:alpha val="0"/>
              </a:srgbClr>
            </a:solidFill>
            <a:prstDash val="solid"/>
          </a:ln>
        </p:spPr>
      </p:sp>
      <p:sp>
        <p:nvSpPr>
          <p:cNvPr id="15" name="Text 11"/>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Shape 12"/>
          <p:cNvSpPr/>
          <p:nvPr/>
        </p:nvSpPr>
        <p:spPr>
          <a:xfrm>
            <a:off x="1005840" y="2713736"/>
            <a:ext cx="2103120" cy="598424"/>
          </a:xfrm>
          <a:prstGeom prst="roundRect">
            <a:avLst>
              <a:gd name="adj" fmla="val 12224"/>
            </a:avLst>
          </a:prstGeom>
          <a:solidFill>
            <a:schemeClr val="bg2"/>
          </a:solidFill>
          <a:ln w="12700">
            <a:solidFill>
              <a:srgbClr val="D5DCE6"/>
            </a:solidFill>
            <a:prstDash val="solid"/>
          </a:ln>
        </p:spPr>
      </p:sp>
      <p:sp>
        <p:nvSpPr>
          <p:cNvPr id="17" name="Text 13"/>
          <p:cNvSpPr txBox="1"/>
          <p:nvPr/>
        </p:nvSpPr>
        <p:spPr>
          <a:xfrm>
            <a:off x="1005840" y="271373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spelen</a:t>
            </a:r>
            <a:endParaRPr lang="en-US" sz="2000" dirty="0"/>
          </a:p>
        </p:txBody>
      </p:sp>
      <p:sp>
        <p:nvSpPr>
          <p:cNvPr id="18" name="Shape 14"/>
          <p:cNvSpPr/>
          <p:nvPr/>
        </p:nvSpPr>
        <p:spPr>
          <a:xfrm>
            <a:off x="3182112" y="3003804"/>
            <a:ext cx="384048" cy="914"/>
          </a:xfrm>
          <a:prstGeom prst="line">
            <a:avLst/>
          </a:prstGeom>
          <a:noFill/>
          <a:ln w="31750">
            <a:solidFill>
              <a:srgbClr val="D9700F"/>
            </a:solidFill>
            <a:prstDash val="solid"/>
            <a:tailEnd type="triangle"/>
          </a:ln>
        </p:spPr>
      </p:sp>
      <p:sp>
        <p:nvSpPr>
          <p:cNvPr id="19" name="Shape 15"/>
          <p:cNvSpPr/>
          <p:nvPr/>
        </p:nvSpPr>
        <p:spPr>
          <a:xfrm>
            <a:off x="3639312" y="2713736"/>
            <a:ext cx="2331720" cy="598424"/>
          </a:xfrm>
          <a:prstGeom prst="roundRect">
            <a:avLst>
              <a:gd name="adj" fmla="val 12224"/>
            </a:avLst>
          </a:prstGeom>
          <a:solidFill>
            <a:schemeClr val="bg1"/>
          </a:solidFill>
          <a:ln w="15875">
            <a:solidFill>
              <a:srgbClr val="D5DCE6"/>
            </a:solidFill>
            <a:prstDash val="solid"/>
          </a:ln>
        </p:spPr>
      </p:sp>
      <p:sp>
        <p:nvSpPr>
          <p:cNvPr id="20" name="Shape 16"/>
          <p:cNvSpPr/>
          <p:nvPr/>
        </p:nvSpPr>
        <p:spPr>
          <a:xfrm>
            <a:off x="548640" y="3565652"/>
            <a:ext cx="365760" cy="365760"/>
          </a:xfrm>
          <a:prstGeom prst="ellipse">
            <a:avLst/>
          </a:prstGeom>
          <a:solidFill>
            <a:schemeClr val="tx2"/>
          </a:solidFill>
          <a:ln w="12700">
            <a:solidFill>
              <a:srgbClr val="FFFFFF">
                <a:alpha val="0"/>
              </a:srgbClr>
            </a:solidFill>
            <a:prstDash val="solid"/>
          </a:ln>
        </p:spPr>
      </p:sp>
      <p:sp>
        <p:nvSpPr>
          <p:cNvPr id="21" name="Text 17"/>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Shape 18"/>
          <p:cNvSpPr/>
          <p:nvPr/>
        </p:nvSpPr>
        <p:spPr>
          <a:xfrm>
            <a:off x="1005840" y="3440176"/>
            <a:ext cx="2103120" cy="598424"/>
          </a:xfrm>
          <a:prstGeom prst="roundRect">
            <a:avLst>
              <a:gd name="adj" fmla="val 12224"/>
            </a:avLst>
          </a:prstGeom>
          <a:solidFill>
            <a:schemeClr val="bg2"/>
          </a:solidFill>
          <a:ln w="12700">
            <a:solidFill>
              <a:srgbClr val="D5DCE6"/>
            </a:solidFill>
            <a:prstDash val="solid"/>
          </a:ln>
        </p:spPr>
      </p:sp>
      <p:sp>
        <p:nvSpPr>
          <p:cNvPr id="23" name="Text 19"/>
          <p:cNvSpPr txBox="1"/>
          <p:nvPr/>
        </p:nvSpPr>
        <p:spPr>
          <a:xfrm>
            <a:off x="1005840" y="344017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maken</a:t>
            </a:r>
            <a:endParaRPr lang="en-US" sz="2000" dirty="0"/>
          </a:p>
        </p:txBody>
      </p:sp>
      <p:sp>
        <p:nvSpPr>
          <p:cNvPr id="24" name="Shape 20"/>
          <p:cNvSpPr/>
          <p:nvPr/>
        </p:nvSpPr>
        <p:spPr>
          <a:xfrm>
            <a:off x="3182112" y="3730244"/>
            <a:ext cx="384048" cy="914"/>
          </a:xfrm>
          <a:prstGeom prst="line">
            <a:avLst/>
          </a:prstGeom>
          <a:noFill/>
          <a:ln w="31750">
            <a:solidFill>
              <a:srgbClr val="D9700F"/>
            </a:solidFill>
            <a:prstDash val="solid"/>
            <a:tailEnd type="triangle"/>
          </a:ln>
        </p:spPr>
      </p:sp>
      <p:sp>
        <p:nvSpPr>
          <p:cNvPr id="25" name="Shape 21"/>
          <p:cNvSpPr/>
          <p:nvPr/>
        </p:nvSpPr>
        <p:spPr>
          <a:xfrm>
            <a:off x="3639312" y="3440176"/>
            <a:ext cx="2331720" cy="598424"/>
          </a:xfrm>
          <a:prstGeom prst="roundRect">
            <a:avLst>
              <a:gd name="adj" fmla="val 12224"/>
            </a:avLst>
          </a:prstGeom>
          <a:solidFill>
            <a:schemeClr val="bg1"/>
          </a:solidFill>
          <a:ln w="15875">
            <a:solidFill>
              <a:srgbClr val="D5DCE6"/>
            </a:solidFill>
            <a:prstDash val="solid"/>
          </a:ln>
        </p:spPr>
      </p:sp>
      <p:sp>
        <p:nvSpPr>
          <p:cNvPr id="26" name="Shape 22"/>
          <p:cNvSpPr/>
          <p:nvPr/>
        </p:nvSpPr>
        <p:spPr>
          <a:xfrm>
            <a:off x="548640" y="4292092"/>
            <a:ext cx="365760" cy="365760"/>
          </a:xfrm>
          <a:prstGeom prst="ellipse">
            <a:avLst/>
          </a:prstGeom>
          <a:solidFill>
            <a:schemeClr val="tx2"/>
          </a:solidFill>
          <a:ln w="12700">
            <a:solidFill>
              <a:srgbClr val="FFFFFF">
                <a:alpha val="0"/>
              </a:srgbClr>
            </a:solidFill>
            <a:prstDash val="solid"/>
          </a:ln>
        </p:spPr>
      </p:sp>
      <p:sp>
        <p:nvSpPr>
          <p:cNvPr id="27" name="Text 23"/>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Shape 24"/>
          <p:cNvSpPr/>
          <p:nvPr/>
        </p:nvSpPr>
        <p:spPr>
          <a:xfrm>
            <a:off x="1005840" y="4166616"/>
            <a:ext cx="2103120" cy="598424"/>
          </a:xfrm>
          <a:prstGeom prst="roundRect">
            <a:avLst>
              <a:gd name="adj" fmla="val 12224"/>
            </a:avLst>
          </a:prstGeom>
          <a:solidFill>
            <a:schemeClr val="bg2"/>
          </a:solidFill>
          <a:ln w="12700">
            <a:solidFill>
              <a:srgbClr val="D5DCE6"/>
            </a:solidFill>
            <a:prstDash val="solid"/>
          </a:ln>
        </p:spPr>
      </p:sp>
      <p:sp>
        <p:nvSpPr>
          <p:cNvPr id="29" name="Text 25"/>
          <p:cNvSpPr txBox="1"/>
          <p:nvPr/>
        </p:nvSpPr>
        <p:spPr>
          <a:xfrm>
            <a:off x="1005840" y="416661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wachten</a:t>
            </a:r>
            <a:endParaRPr lang="en-US" sz="2000" dirty="0"/>
          </a:p>
        </p:txBody>
      </p:sp>
      <p:sp>
        <p:nvSpPr>
          <p:cNvPr id="30" name="Shape 26"/>
          <p:cNvSpPr/>
          <p:nvPr/>
        </p:nvSpPr>
        <p:spPr>
          <a:xfrm>
            <a:off x="3182112" y="4456684"/>
            <a:ext cx="384048" cy="914"/>
          </a:xfrm>
          <a:prstGeom prst="line">
            <a:avLst/>
          </a:prstGeom>
          <a:noFill/>
          <a:ln w="31750">
            <a:solidFill>
              <a:srgbClr val="D9700F"/>
            </a:solidFill>
            <a:prstDash val="solid"/>
            <a:tailEnd type="triangle"/>
          </a:ln>
        </p:spPr>
      </p:sp>
      <p:sp>
        <p:nvSpPr>
          <p:cNvPr id="31" name="Shape 27"/>
          <p:cNvSpPr/>
          <p:nvPr/>
        </p:nvSpPr>
        <p:spPr>
          <a:xfrm>
            <a:off x="3639312" y="4166616"/>
            <a:ext cx="2331720" cy="598424"/>
          </a:xfrm>
          <a:prstGeom prst="roundRect">
            <a:avLst>
              <a:gd name="adj" fmla="val 12224"/>
            </a:avLst>
          </a:prstGeom>
          <a:solidFill>
            <a:schemeClr val="bg1"/>
          </a:solidFill>
          <a:ln w="15875">
            <a:solidFill>
              <a:srgbClr val="D5DCE6"/>
            </a:solidFill>
            <a:prstDash val="solid"/>
          </a:ln>
        </p:spPr>
      </p:sp>
      <p:sp>
        <p:nvSpPr>
          <p:cNvPr id="32" name="Shape 28"/>
          <p:cNvSpPr/>
          <p:nvPr/>
        </p:nvSpPr>
        <p:spPr>
          <a:xfrm>
            <a:off x="548640" y="5018532"/>
            <a:ext cx="365760" cy="365760"/>
          </a:xfrm>
          <a:prstGeom prst="ellipse">
            <a:avLst/>
          </a:prstGeom>
          <a:solidFill>
            <a:schemeClr val="tx2"/>
          </a:solidFill>
          <a:ln w="12700">
            <a:solidFill>
              <a:srgbClr val="FFFFFF">
                <a:alpha val="0"/>
              </a:srgbClr>
            </a:solidFill>
            <a:prstDash val="solid"/>
          </a:ln>
        </p:spPr>
      </p:sp>
      <p:sp>
        <p:nvSpPr>
          <p:cNvPr id="33" name="Text 29"/>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Shape 30"/>
          <p:cNvSpPr/>
          <p:nvPr/>
        </p:nvSpPr>
        <p:spPr>
          <a:xfrm>
            <a:off x="1005840" y="4893056"/>
            <a:ext cx="2103120" cy="598424"/>
          </a:xfrm>
          <a:prstGeom prst="roundRect">
            <a:avLst>
              <a:gd name="adj" fmla="val 12224"/>
            </a:avLst>
          </a:prstGeom>
          <a:solidFill>
            <a:schemeClr val="bg2"/>
          </a:solidFill>
          <a:ln w="12700">
            <a:solidFill>
              <a:srgbClr val="D5DCE6"/>
            </a:solidFill>
            <a:prstDash val="solid"/>
          </a:ln>
        </p:spPr>
      </p:sp>
      <p:sp>
        <p:nvSpPr>
          <p:cNvPr id="35" name="Text 31"/>
          <p:cNvSpPr txBox="1"/>
          <p:nvPr/>
        </p:nvSpPr>
        <p:spPr>
          <a:xfrm>
            <a:off x="1005840" y="489305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opbellen</a:t>
            </a:r>
            <a:endParaRPr lang="en-US" sz="2000" dirty="0"/>
          </a:p>
        </p:txBody>
      </p:sp>
      <p:sp>
        <p:nvSpPr>
          <p:cNvPr id="36" name="Shape 32"/>
          <p:cNvSpPr/>
          <p:nvPr/>
        </p:nvSpPr>
        <p:spPr>
          <a:xfrm>
            <a:off x="3182112" y="5183124"/>
            <a:ext cx="384048" cy="914"/>
          </a:xfrm>
          <a:prstGeom prst="line">
            <a:avLst/>
          </a:prstGeom>
          <a:noFill/>
          <a:ln w="31750">
            <a:solidFill>
              <a:srgbClr val="D9700F"/>
            </a:solidFill>
            <a:prstDash val="solid"/>
            <a:tailEnd type="triangle"/>
          </a:ln>
        </p:spPr>
      </p:sp>
      <p:sp>
        <p:nvSpPr>
          <p:cNvPr id="37" name="Shape 33"/>
          <p:cNvSpPr/>
          <p:nvPr/>
        </p:nvSpPr>
        <p:spPr>
          <a:xfrm>
            <a:off x="3639312" y="4893056"/>
            <a:ext cx="2331720" cy="598424"/>
          </a:xfrm>
          <a:prstGeom prst="roundRect">
            <a:avLst>
              <a:gd name="adj" fmla="val 12224"/>
            </a:avLst>
          </a:prstGeom>
          <a:solidFill>
            <a:schemeClr val="bg1"/>
          </a:solidFill>
          <a:ln w="15875">
            <a:solidFill>
              <a:srgbClr val="D5DCE6"/>
            </a:solidFill>
            <a:prstDash val="solid"/>
          </a:ln>
        </p:spPr>
      </p:sp>
      <p:sp>
        <p:nvSpPr>
          <p:cNvPr id="38" name="Shape 34"/>
          <p:cNvSpPr/>
          <p:nvPr/>
        </p:nvSpPr>
        <p:spPr>
          <a:xfrm>
            <a:off x="548640" y="5744972"/>
            <a:ext cx="365760" cy="365760"/>
          </a:xfrm>
          <a:prstGeom prst="ellipse">
            <a:avLst/>
          </a:prstGeom>
          <a:solidFill>
            <a:schemeClr val="tx2"/>
          </a:solidFill>
          <a:ln w="12700">
            <a:solidFill>
              <a:srgbClr val="FFFFFF">
                <a:alpha val="0"/>
              </a:srgbClr>
            </a:solidFill>
            <a:prstDash val="solid"/>
          </a:ln>
        </p:spPr>
      </p:sp>
      <p:sp>
        <p:nvSpPr>
          <p:cNvPr id="39" name="Text 35"/>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0" name="Shape 36"/>
          <p:cNvSpPr/>
          <p:nvPr/>
        </p:nvSpPr>
        <p:spPr>
          <a:xfrm>
            <a:off x="1005840" y="5619496"/>
            <a:ext cx="2103120" cy="598424"/>
          </a:xfrm>
          <a:prstGeom prst="roundRect">
            <a:avLst>
              <a:gd name="adj" fmla="val 12224"/>
            </a:avLst>
          </a:prstGeom>
          <a:solidFill>
            <a:schemeClr val="bg2"/>
          </a:solidFill>
          <a:ln w="12700">
            <a:solidFill>
              <a:srgbClr val="D5DCE6"/>
            </a:solidFill>
            <a:prstDash val="solid"/>
          </a:ln>
        </p:spPr>
      </p:sp>
      <p:sp>
        <p:nvSpPr>
          <p:cNvPr id="41" name="Text 37"/>
          <p:cNvSpPr txBox="1"/>
          <p:nvPr/>
        </p:nvSpPr>
        <p:spPr>
          <a:xfrm>
            <a:off x="1005840" y="56194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betalen</a:t>
            </a:r>
            <a:endParaRPr lang="en-US" sz="2000" dirty="0"/>
          </a:p>
        </p:txBody>
      </p:sp>
      <p:sp>
        <p:nvSpPr>
          <p:cNvPr id="42" name="Shape 38"/>
          <p:cNvSpPr/>
          <p:nvPr/>
        </p:nvSpPr>
        <p:spPr>
          <a:xfrm>
            <a:off x="3182112" y="5909564"/>
            <a:ext cx="384048" cy="914"/>
          </a:xfrm>
          <a:prstGeom prst="line">
            <a:avLst/>
          </a:prstGeom>
          <a:noFill/>
          <a:ln w="31750">
            <a:solidFill>
              <a:srgbClr val="D9700F"/>
            </a:solidFill>
            <a:prstDash val="solid"/>
            <a:tailEnd type="triangle"/>
          </a:ln>
        </p:spPr>
      </p:sp>
      <p:sp>
        <p:nvSpPr>
          <p:cNvPr id="43" name="Shape 39"/>
          <p:cNvSpPr/>
          <p:nvPr/>
        </p:nvSpPr>
        <p:spPr>
          <a:xfrm>
            <a:off x="3639312" y="5619496"/>
            <a:ext cx="2331720" cy="598424"/>
          </a:xfrm>
          <a:prstGeom prst="roundRect">
            <a:avLst>
              <a:gd name="adj" fmla="val 12224"/>
            </a:avLst>
          </a:prstGeom>
          <a:solidFill>
            <a:schemeClr val="bg1"/>
          </a:solidFill>
          <a:ln w="15875">
            <a:solidFill>
              <a:srgbClr val="D5DCE6"/>
            </a:solidFill>
            <a:prstDash val="solid"/>
          </a:ln>
        </p:spPr>
      </p:sp>
      <p:sp>
        <p:nvSpPr>
          <p:cNvPr id="44" name="Shape 40"/>
          <p:cNvSpPr/>
          <p:nvPr/>
        </p:nvSpPr>
        <p:spPr>
          <a:xfrm>
            <a:off x="6199632" y="2112772"/>
            <a:ext cx="365760" cy="365760"/>
          </a:xfrm>
          <a:prstGeom prst="ellipse">
            <a:avLst/>
          </a:prstGeom>
          <a:solidFill>
            <a:schemeClr val="tx2"/>
          </a:solidFill>
          <a:ln w="12700">
            <a:solidFill>
              <a:srgbClr val="FFFFFF">
                <a:alpha val="0"/>
              </a:srgbClr>
            </a:solidFill>
            <a:prstDash val="solid"/>
          </a:ln>
        </p:spPr>
      </p:sp>
      <p:sp>
        <p:nvSpPr>
          <p:cNvPr id="45" name="Text 41"/>
          <p:cNvSpPr txBox="1"/>
          <p:nvPr/>
        </p:nvSpPr>
        <p:spPr>
          <a:xfrm>
            <a:off x="6199632"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6" name="Shape 42"/>
          <p:cNvSpPr/>
          <p:nvPr/>
        </p:nvSpPr>
        <p:spPr>
          <a:xfrm>
            <a:off x="6656832" y="1987296"/>
            <a:ext cx="2103120" cy="598424"/>
          </a:xfrm>
          <a:prstGeom prst="roundRect">
            <a:avLst>
              <a:gd name="adj" fmla="val 12224"/>
            </a:avLst>
          </a:prstGeom>
          <a:solidFill>
            <a:schemeClr val="bg2"/>
          </a:solidFill>
          <a:ln w="12700">
            <a:solidFill>
              <a:srgbClr val="D5DCE6"/>
            </a:solidFill>
            <a:prstDash val="solid"/>
          </a:ln>
        </p:spPr>
      </p:sp>
      <p:sp>
        <p:nvSpPr>
          <p:cNvPr id="47" name="Text 43"/>
          <p:cNvSpPr txBox="1"/>
          <p:nvPr/>
        </p:nvSpPr>
        <p:spPr>
          <a:xfrm>
            <a:off x="6656832" y="19872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reizen</a:t>
            </a:r>
            <a:endParaRPr lang="en-US" sz="2000" dirty="0"/>
          </a:p>
        </p:txBody>
      </p:sp>
      <p:sp>
        <p:nvSpPr>
          <p:cNvPr id="48" name="Shape 44"/>
          <p:cNvSpPr/>
          <p:nvPr/>
        </p:nvSpPr>
        <p:spPr>
          <a:xfrm>
            <a:off x="8833104" y="2277364"/>
            <a:ext cx="384048" cy="914"/>
          </a:xfrm>
          <a:prstGeom prst="line">
            <a:avLst/>
          </a:prstGeom>
          <a:noFill/>
          <a:ln w="31750">
            <a:solidFill>
              <a:srgbClr val="D9700F"/>
            </a:solidFill>
            <a:prstDash val="solid"/>
            <a:tailEnd type="triangle"/>
          </a:ln>
        </p:spPr>
      </p:sp>
      <p:sp>
        <p:nvSpPr>
          <p:cNvPr id="49" name="Shape 45"/>
          <p:cNvSpPr/>
          <p:nvPr/>
        </p:nvSpPr>
        <p:spPr>
          <a:xfrm>
            <a:off x="9290304" y="1987296"/>
            <a:ext cx="2331720" cy="598424"/>
          </a:xfrm>
          <a:prstGeom prst="roundRect">
            <a:avLst>
              <a:gd name="adj" fmla="val 12224"/>
            </a:avLst>
          </a:prstGeom>
          <a:solidFill>
            <a:schemeClr val="bg1"/>
          </a:solidFill>
          <a:ln w="15875">
            <a:solidFill>
              <a:srgbClr val="D5DCE6"/>
            </a:solidFill>
            <a:prstDash val="solid"/>
          </a:ln>
        </p:spPr>
      </p:sp>
      <p:sp>
        <p:nvSpPr>
          <p:cNvPr id="50" name="Shape 46"/>
          <p:cNvSpPr/>
          <p:nvPr/>
        </p:nvSpPr>
        <p:spPr>
          <a:xfrm>
            <a:off x="6199632" y="2839212"/>
            <a:ext cx="365760" cy="365760"/>
          </a:xfrm>
          <a:prstGeom prst="ellipse">
            <a:avLst/>
          </a:prstGeom>
          <a:solidFill>
            <a:schemeClr val="tx2"/>
          </a:solidFill>
          <a:ln w="12700">
            <a:solidFill>
              <a:srgbClr val="FFFFFF">
                <a:alpha val="0"/>
              </a:srgbClr>
            </a:solidFill>
            <a:prstDash val="solid"/>
          </a:ln>
        </p:spPr>
      </p:sp>
      <p:sp>
        <p:nvSpPr>
          <p:cNvPr id="51" name="Text 47"/>
          <p:cNvSpPr txBox="1"/>
          <p:nvPr/>
        </p:nvSpPr>
        <p:spPr>
          <a:xfrm>
            <a:off x="6199632"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2" name="Shape 48"/>
          <p:cNvSpPr/>
          <p:nvPr/>
        </p:nvSpPr>
        <p:spPr>
          <a:xfrm>
            <a:off x="6656832" y="2713736"/>
            <a:ext cx="2103120" cy="598424"/>
          </a:xfrm>
          <a:prstGeom prst="roundRect">
            <a:avLst>
              <a:gd name="adj" fmla="val 12224"/>
            </a:avLst>
          </a:prstGeom>
          <a:solidFill>
            <a:schemeClr val="bg2"/>
          </a:solidFill>
          <a:ln w="12700">
            <a:solidFill>
              <a:srgbClr val="D5DCE6"/>
            </a:solidFill>
            <a:prstDash val="solid"/>
          </a:ln>
        </p:spPr>
      </p:sp>
      <p:sp>
        <p:nvSpPr>
          <p:cNvPr id="53" name="Text 49"/>
          <p:cNvSpPr txBox="1"/>
          <p:nvPr/>
        </p:nvSpPr>
        <p:spPr>
          <a:xfrm>
            <a:off x="6656832" y="271373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meenemen</a:t>
            </a:r>
            <a:endParaRPr lang="en-US" sz="2000" dirty="0"/>
          </a:p>
        </p:txBody>
      </p:sp>
      <p:sp>
        <p:nvSpPr>
          <p:cNvPr id="54" name="Shape 50"/>
          <p:cNvSpPr/>
          <p:nvPr/>
        </p:nvSpPr>
        <p:spPr>
          <a:xfrm>
            <a:off x="8833104" y="3003804"/>
            <a:ext cx="384048" cy="914"/>
          </a:xfrm>
          <a:prstGeom prst="line">
            <a:avLst/>
          </a:prstGeom>
          <a:noFill/>
          <a:ln w="31750">
            <a:solidFill>
              <a:srgbClr val="D9700F"/>
            </a:solidFill>
            <a:prstDash val="solid"/>
            <a:tailEnd type="triangle"/>
          </a:ln>
        </p:spPr>
      </p:sp>
      <p:sp>
        <p:nvSpPr>
          <p:cNvPr id="55" name="Shape 51"/>
          <p:cNvSpPr/>
          <p:nvPr/>
        </p:nvSpPr>
        <p:spPr>
          <a:xfrm>
            <a:off x="9290304" y="2713736"/>
            <a:ext cx="2331720" cy="598424"/>
          </a:xfrm>
          <a:prstGeom prst="roundRect">
            <a:avLst>
              <a:gd name="adj" fmla="val 12224"/>
            </a:avLst>
          </a:prstGeom>
          <a:solidFill>
            <a:schemeClr val="bg1"/>
          </a:solidFill>
          <a:ln w="15875">
            <a:solidFill>
              <a:srgbClr val="D5DCE6"/>
            </a:solidFill>
            <a:prstDash val="solid"/>
          </a:ln>
        </p:spPr>
      </p:sp>
      <p:sp>
        <p:nvSpPr>
          <p:cNvPr id="56" name="Shape 52"/>
          <p:cNvSpPr/>
          <p:nvPr/>
        </p:nvSpPr>
        <p:spPr>
          <a:xfrm>
            <a:off x="6199632" y="3565652"/>
            <a:ext cx="365760" cy="365760"/>
          </a:xfrm>
          <a:prstGeom prst="ellipse">
            <a:avLst/>
          </a:prstGeom>
          <a:solidFill>
            <a:schemeClr val="tx2"/>
          </a:solidFill>
          <a:ln w="12700">
            <a:solidFill>
              <a:srgbClr val="FFFFFF">
                <a:alpha val="0"/>
              </a:srgbClr>
            </a:solidFill>
            <a:prstDash val="solid"/>
          </a:ln>
        </p:spPr>
      </p:sp>
      <p:sp>
        <p:nvSpPr>
          <p:cNvPr id="57" name="Text 53"/>
          <p:cNvSpPr txBox="1"/>
          <p:nvPr/>
        </p:nvSpPr>
        <p:spPr>
          <a:xfrm>
            <a:off x="6199632"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8" name="Shape 54"/>
          <p:cNvSpPr/>
          <p:nvPr/>
        </p:nvSpPr>
        <p:spPr>
          <a:xfrm>
            <a:off x="6656832" y="3440176"/>
            <a:ext cx="2103120" cy="598424"/>
          </a:xfrm>
          <a:prstGeom prst="roundRect">
            <a:avLst>
              <a:gd name="adj" fmla="val 12224"/>
            </a:avLst>
          </a:prstGeom>
          <a:solidFill>
            <a:schemeClr val="bg2"/>
          </a:solidFill>
          <a:ln w="12700">
            <a:solidFill>
              <a:srgbClr val="D5DCE6"/>
            </a:solidFill>
            <a:prstDash val="solid"/>
          </a:ln>
        </p:spPr>
      </p:sp>
      <p:sp>
        <p:nvSpPr>
          <p:cNvPr id="59" name="Text 55"/>
          <p:cNvSpPr txBox="1"/>
          <p:nvPr/>
        </p:nvSpPr>
        <p:spPr>
          <a:xfrm>
            <a:off x="6656832" y="344017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vertellen</a:t>
            </a:r>
            <a:endParaRPr lang="en-US" sz="2000" dirty="0"/>
          </a:p>
        </p:txBody>
      </p:sp>
      <p:sp>
        <p:nvSpPr>
          <p:cNvPr id="60" name="Shape 56"/>
          <p:cNvSpPr/>
          <p:nvPr/>
        </p:nvSpPr>
        <p:spPr>
          <a:xfrm>
            <a:off x="8833104" y="3730244"/>
            <a:ext cx="384048" cy="914"/>
          </a:xfrm>
          <a:prstGeom prst="line">
            <a:avLst/>
          </a:prstGeom>
          <a:noFill/>
          <a:ln w="31750">
            <a:solidFill>
              <a:srgbClr val="D9700F"/>
            </a:solidFill>
            <a:prstDash val="solid"/>
            <a:tailEnd type="triangle"/>
          </a:ln>
        </p:spPr>
      </p:sp>
      <p:sp>
        <p:nvSpPr>
          <p:cNvPr id="61" name="Shape 57"/>
          <p:cNvSpPr/>
          <p:nvPr/>
        </p:nvSpPr>
        <p:spPr>
          <a:xfrm>
            <a:off x="9290304" y="3440176"/>
            <a:ext cx="2331720" cy="598424"/>
          </a:xfrm>
          <a:prstGeom prst="roundRect">
            <a:avLst>
              <a:gd name="adj" fmla="val 12224"/>
            </a:avLst>
          </a:prstGeom>
          <a:solidFill>
            <a:schemeClr val="bg1"/>
          </a:solidFill>
          <a:ln w="15875">
            <a:solidFill>
              <a:srgbClr val="D5DCE6"/>
            </a:solidFill>
            <a:prstDash val="solid"/>
          </a:ln>
        </p:spPr>
      </p:sp>
      <p:sp>
        <p:nvSpPr>
          <p:cNvPr id="62" name="Shape 58"/>
          <p:cNvSpPr/>
          <p:nvPr/>
        </p:nvSpPr>
        <p:spPr>
          <a:xfrm>
            <a:off x="6199632" y="4292092"/>
            <a:ext cx="365760" cy="365760"/>
          </a:xfrm>
          <a:prstGeom prst="ellipse">
            <a:avLst/>
          </a:prstGeom>
          <a:solidFill>
            <a:schemeClr val="tx2"/>
          </a:solidFill>
          <a:ln w="12700">
            <a:solidFill>
              <a:srgbClr val="FFFFFF">
                <a:alpha val="0"/>
              </a:srgbClr>
            </a:solidFill>
            <a:prstDash val="solid"/>
          </a:ln>
        </p:spPr>
      </p:sp>
      <p:sp>
        <p:nvSpPr>
          <p:cNvPr id="63" name="Text 59"/>
          <p:cNvSpPr txBox="1"/>
          <p:nvPr/>
        </p:nvSpPr>
        <p:spPr>
          <a:xfrm>
            <a:off x="6199632"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64" name="Shape 60"/>
          <p:cNvSpPr/>
          <p:nvPr/>
        </p:nvSpPr>
        <p:spPr>
          <a:xfrm>
            <a:off x="6656832" y="4166616"/>
            <a:ext cx="2103120" cy="598424"/>
          </a:xfrm>
          <a:prstGeom prst="roundRect">
            <a:avLst>
              <a:gd name="adj" fmla="val 12224"/>
            </a:avLst>
          </a:prstGeom>
          <a:solidFill>
            <a:schemeClr val="bg2"/>
          </a:solidFill>
          <a:ln w="12700">
            <a:solidFill>
              <a:srgbClr val="D5DCE6"/>
            </a:solidFill>
            <a:prstDash val="solid"/>
          </a:ln>
        </p:spPr>
      </p:sp>
      <p:sp>
        <p:nvSpPr>
          <p:cNvPr id="65" name="Text 61"/>
          <p:cNvSpPr txBox="1"/>
          <p:nvPr/>
        </p:nvSpPr>
        <p:spPr>
          <a:xfrm>
            <a:off x="6656832" y="416661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eten</a:t>
            </a:r>
            <a:endParaRPr lang="en-US" sz="2000" dirty="0"/>
          </a:p>
        </p:txBody>
      </p:sp>
      <p:sp>
        <p:nvSpPr>
          <p:cNvPr id="66" name="Shape 62"/>
          <p:cNvSpPr/>
          <p:nvPr/>
        </p:nvSpPr>
        <p:spPr>
          <a:xfrm>
            <a:off x="8833104" y="4456684"/>
            <a:ext cx="384048" cy="914"/>
          </a:xfrm>
          <a:prstGeom prst="line">
            <a:avLst/>
          </a:prstGeom>
          <a:noFill/>
          <a:ln w="31750">
            <a:solidFill>
              <a:srgbClr val="D9700F"/>
            </a:solidFill>
            <a:prstDash val="solid"/>
            <a:tailEnd type="triangle"/>
          </a:ln>
        </p:spPr>
      </p:sp>
      <p:sp>
        <p:nvSpPr>
          <p:cNvPr id="67" name="Shape 63"/>
          <p:cNvSpPr/>
          <p:nvPr/>
        </p:nvSpPr>
        <p:spPr>
          <a:xfrm>
            <a:off x="9290304" y="4166616"/>
            <a:ext cx="2331720" cy="598424"/>
          </a:xfrm>
          <a:prstGeom prst="roundRect">
            <a:avLst>
              <a:gd name="adj" fmla="val 12224"/>
            </a:avLst>
          </a:prstGeom>
          <a:solidFill>
            <a:schemeClr val="bg1"/>
          </a:solidFill>
          <a:ln w="15875">
            <a:solidFill>
              <a:srgbClr val="D5DCE6"/>
            </a:solidFill>
            <a:prstDash val="solid"/>
          </a:ln>
        </p:spPr>
      </p:sp>
      <p:sp>
        <p:nvSpPr>
          <p:cNvPr id="68" name="Shape 64"/>
          <p:cNvSpPr/>
          <p:nvPr/>
        </p:nvSpPr>
        <p:spPr>
          <a:xfrm>
            <a:off x="6199632" y="5018532"/>
            <a:ext cx="365760" cy="365760"/>
          </a:xfrm>
          <a:prstGeom prst="ellipse">
            <a:avLst/>
          </a:prstGeom>
          <a:solidFill>
            <a:schemeClr val="tx2"/>
          </a:solidFill>
          <a:ln w="12700">
            <a:solidFill>
              <a:srgbClr val="FFFFFF">
                <a:alpha val="0"/>
              </a:srgbClr>
            </a:solidFill>
            <a:prstDash val="solid"/>
          </a:ln>
        </p:spPr>
      </p:sp>
      <p:sp>
        <p:nvSpPr>
          <p:cNvPr id="69" name="Text 65"/>
          <p:cNvSpPr txBox="1"/>
          <p:nvPr/>
        </p:nvSpPr>
        <p:spPr>
          <a:xfrm>
            <a:off x="6199632"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70" name="Shape 66"/>
          <p:cNvSpPr/>
          <p:nvPr/>
        </p:nvSpPr>
        <p:spPr>
          <a:xfrm>
            <a:off x="6656832" y="4893056"/>
            <a:ext cx="2103120" cy="598424"/>
          </a:xfrm>
          <a:prstGeom prst="roundRect">
            <a:avLst>
              <a:gd name="adj" fmla="val 12224"/>
            </a:avLst>
          </a:prstGeom>
          <a:solidFill>
            <a:schemeClr val="bg2"/>
          </a:solidFill>
          <a:ln w="12700">
            <a:solidFill>
              <a:srgbClr val="D5DCE6"/>
            </a:solidFill>
            <a:prstDash val="solid"/>
          </a:ln>
        </p:spPr>
      </p:sp>
      <p:sp>
        <p:nvSpPr>
          <p:cNvPr id="71" name="Text 67"/>
          <p:cNvSpPr txBox="1"/>
          <p:nvPr/>
        </p:nvSpPr>
        <p:spPr>
          <a:xfrm>
            <a:off x="6656832" y="489305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antwoorden</a:t>
            </a:r>
            <a:endParaRPr lang="en-US" sz="2000" dirty="0"/>
          </a:p>
        </p:txBody>
      </p:sp>
      <p:sp>
        <p:nvSpPr>
          <p:cNvPr id="72" name="Shape 68"/>
          <p:cNvSpPr/>
          <p:nvPr/>
        </p:nvSpPr>
        <p:spPr>
          <a:xfrm>
            <a:off x="8833104" y="5183124"/>
            <a:ext cx="384048" cy="914"/>
          </a:xfrm>
          <a:prstGeom prst="line">
            <a:avLst/>
          </a:prstGeom>
          <a:noFill/>
          <a:ln w="31750">
            <a:solidFill>
              <a:srgbClr val="D9700F"/>
            </a:solidFill>
            <a:prstDash val="solid"/>
            <a:tailEnd type="triangle"/>
          </a:ln>
        </p:spPr>
      </p:sp>
      <p:sp>
        <p:nvSpPr>
          <p:cNvPr id="73" name="Shape 69"/>
          <p:cNvSpPr/>
          <p:nvPr/>
        </p:nvSpPr>
        <p:spPr>
          <a:xfrm>
            <a:off x="9290304" y="4893056"/>
            <a:ext cx="2331720" cy="598424"/>
          </a:xfrm>
          <a:prstGeom prst="roundRect">
            <a:avLst>
              <a:gd name="adj" fmla="val 12224"/>
            </a:avLst>
          </a:prstGeom>
          <a:solidFill>
            <a:schemeClr val="bg1"/>
          </a:solidFill>
          <a:ln w="15875">
            <a:solidFill>
              <a:srgbClr val="D5DCE6"/>
            </a:solidFill>
            <a:prstDash val="solid"/>
          </a:ln>
        </p:spPr>
      </p:sp>
      <p:sp>
        <p:nvSpPr>
          <p:cNvPr id="74" name="Shape 70"/>
          <p:cNvSpPr/>
          <p:nvPr/>
        </p:nvSpPr>
        <p:spPr>
          <a:xfrm>
            <a:off x="6199632" y="5744972"/>
            <a:ext cx="365760" cy="365760"/>
          </a:xfrm>
          <a:prstGeom prst="ellipse">
            <a:avLst/>
          </a:prstGeom>
          <a:solidFill>
            <a:schemeClr val="tx2"/>
          </a:solidFill>
          <a:ln w="12700">
            <a:solidFill>
              <a:srgbClr val="FFFFFF">
                <a:alpha val="0"/>
              </a:srgbClr>
            </a:solidFill>
            <a:prstDash val="solid"/>
          </a:ln>
        </p:spPr>
      </p:sp>
      <p:sp>
        <p:nvSpPr>
          <p:cNvPr id="75" name="Text 71"/>
          <p:cNvSpPr txBox="1"/>
          <p:nvPr/>
        </p:nvSpPr>
        <p:spPr>
          <a:xfrm>
            <a:off x="6199632"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76" name="Shape 72"/>
          <p:cNvSpPr/>
          <p:nvPr/>
        </p:nvSpPr>
        <p:spPr>
          <a:xfrm>
            <a:off x="6656832" y="5619496"/>
            <a:ext cx="2103120" cy="598424"/>
          </a:xfrm>
          <a:prstGeom prst="roundRect">
            <a:avLst>
              <a:gd name="adj" fmla="val 12224"/>
            </a:avLst>
          </a:prstGeom>
          <a:solidFill>
            <a:schemeClr val="bg2"/>
          </a:solidFill>
          <a:ln w="12700">
            <a:solidFill>
              <a:srgbClr val="D5DCE6"/>
            </a:solidFill>
            <a:prstDash val="solid"/>
          </a:ln>
        </p:spPr>
      </p:sp>
      <p:sp>
        <p:nvSpPr>
          <p:cNvPr id="77" name="Text 73"/>
          <p:cNvSpPr txBox="1"/>
          <p:nvPr/>
        </p:nvSpPr>
        <p:spPr>
          <a:xfrm>
            <a:off x="6656832" y="56194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gaan</a:t>
            </a:r>
            <a:endParaRPr lang="en-US" sz="2000" dirty="0"/>
          </a:p>
        </p:txBody>
      </p:sp>
      <p:sp>
        <p:nvSpPr>
          <p:cNvPr id="78" name="Shape 74"/>
          <p:cNvSpPr/>
          <p:nvPr/>
        </p:nvSpPr>
        <p:spPr>
          <a:xfrm>
            <a:off x="8833104" y="5909564"/>
            <a:ext cx="384048" cy="914"/>
          </a:xfrm>
          <a:prstGeom prst="line">
            <a:avLst/>
          </a:prstGeom>
          <a:noFill/>
          <a:ln w="31750">
            <a:solidFill>
              <a:srgbClr val="D9700F"/>
            </a:solidFill>
            <a:prstDash val="solid"/>
            <a:tailEnd type="triangle"/>
          </a:ln>
        </p:spPr>
      </p:sp>
      <p:sp>
        <p:nvSpPr>
          <p:cNvPr id="79" name="Shape 75"/>
          <p:cNvSpPr/>
          <p:nvPr/>
        </p:nvSpPr>
        <p:spPr>
          <a:xfrm>
            <a:off x="9290304" y="5619496"/>
            <a:ext cx="2331720" cy="598424"/>
          </a:xfrm>
          <a:prstGeom prst="roundRect">
            <a:avLst>
              <a:gd name="adj" fmla="val 12224"/>
            </a:avLst>
          </a:prstGeom>
          <a:solidFill>
            <a:schemeClr val="bg1"/>
          </a:solidFill>
          <a:ln w="15875">
            <a:solidFill>
              <a:srgbClr val="D5DCE6"/>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La machine à participes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Formez le participe passé. Justifiez avec l’organigramme.</a:t>
            </a:r>
            <a:endParaRPr lang="en-US" sz="1700" dirty="0"/>
          </a:p>
        </p:txBody>
      </p:sp>
      <p:sp>
        <p:nvSpPr>
          <p:cNvPr id="9" name="Shape 5"/>
          <p:cNvSpPr/>
          <p:nvPr/>
        </p:nvSpPr>
        <p:spPr>
          <a:xfrm>
            <a:off x="548640" y="2112772"/>
            <a:ext cx="365760" cy="365760"/>
          </a:xfrm>
          <a:prstGeom prst="ellipse">
            <a:avLst/>
          </a:prstGeom>
          <a:solidFill>
            <a:schemeClr val="tx2"/>
          </a:solidFill>
          <a:ln w="12700">
            <a:solidFill>
              <a:srgbClr val="FFFFFF">
                <a:alpha val="0"/>
              </a:srgbClr>
            </a:solidFill>
            <a:prstDash val="solid"/>
          </a:ln>
        </p:spPr>
      </p:sp>
      <p:sp>
        <p:nvSpPr>
          <p:cNvPr id="10" name="Text 6"/>
          <p:cNvSpPr txBox="1"/>
          <p:nvPr/>
        </p:nvSpPr>
        <p:spPr>
          <a:xfrm>
            <a:off x="548640"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Shape 7"/>
          <p:cNvSpPr/>
          <p:nvPr/>
        </p:nvSpPr>
        <p:spPr>
          <a:xfrm>
            <a:off x="1005840" y="1987296"/>
            <a:ext cx="2103120" cy="598424"/>
          </a:xfrm>
          <a:prstGeom prst="roundRect">
            <a:avLst>
              <a:gd name="adj" fmla="val 12224"/>
            </a:avLst>
          </a:prstGeom>
          <a:solidFill>
            <a:schemeClr val="bg2"/>
          </a:solidFill>
          <a:ln w="12700">
            <a:solidFill>
              <a:srgbClr val="D5DCE6"/>
            </a:solidFill>
            <a:prstDash val="solid"/>
          </a:ln>
        </p:spPr>
      </p:sp>
      <p:sp>
        <p:nvSpPr>
          <p:cNvPr id="12" name="Text 8"/>
          <p:cNvSpPr txBox="1"/>
          <p:nvPr/>
        </p:nvSpPr>
        <p:spPr>
          <a:xfrm>
            <a:off x="1005840" y="19872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werken</a:t>
            </a:r>
            <a:endParaRPr lang="en-US" sz="2000" dirty="0"/>
          </a:p>
        </p:txBody>
      </p:sp>
      <p:sp>
        <p:nvSpPr>
          <p:cNvPr id="13" name="Shape 9"/>
          <p:cNvSpPr/>
          <p:nvPr/>
        </p:nvSpPr>
        <p:spPr>
          <a:xfrm>
            <a:off x="3182112" y="2277364"/>
            <a:ext cx="384048" cy="914"/>
          </a:xfrm>
          <a:prstGeom prst="line">
            <a:avLst/>
          </a:prstGeom>
          <a:noFill/>
          <a:ln w="31750">
            <a:solidFill>
              <a:srgbClr val="D9700F"/>
            </a:solidFill>
            <a:prstDash val="solid"/>
            <a:tailEnd type="triangle"/>
          </a:ln>
        </p:spPr>
      </p:sp>
      <p:sp>
        <p:nvSpPr>
          <p:cNvPr id="14" name="Shape 10"/>
          <p:cNvSpPr/>
          <p:nvPr/>
        </p:nvSpPr>
        <p:spPr>
          <a:xfrm>
            <a:off x="3639312" y="1987296"/>
            <a:ext cx="2331720" cy="598424"/>
          </a:xfrm>
          <a:prstGeom prst="roundRect">
            <a:avLst>
              <a:gd name="adj" fmla="val 12224"/>
            </a:avLst>
          </a:prstGeom>
          <a:solidFill>
            <a:srgbClr val="EDF6F0"/>
          </a:solidFill>
          <a:ln w="15875">
            <a:solidFill>
              <a:srgbClr val="2E7D4F"/>
            </a:solidFill>
            <a:prstDash val="solid"/>
          </a:ln>
        </p:spPr>
      </p:sp>
      <p:sp>
        <p:nvSpPr>
          <p:cNvPr id="15" name="Text 11"/>
          <p:cNvSpPr txBox="1"/>
          <p:nvPr/>
        </p:nvSpPr>
        <p:spPr>
          <a:xfrm>
            <a:off x="3639312" y="198729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werk</a:t>
            </a:r>
            <a:r>
              <a:rPr lang="en-US" sz="2100" b="1" i="1" dirty="0">
                <a:solidFill>
                  <a:schemeClr val="accent1"/>
                </a:solidFill>
              </a:rPr>
              <a:t>t</a:t>
            </a:r>
            <a:endParaRPr lang="en-US" sz="2100" dirty="0"/>
          </a:p>
        </p:txBody>
      </p:sp>
      <p:sp>
        <p:nvSpPr>
          <p:cNvPr id="16" name="Shape 12"/>
          <p:cNvSpPr/>
          <p:nvPr/>
        </p:nvSpPr>
        <p:spPr>
          <a:xfrm>
            <a:off x="548640" y="2839212"/>
            <a:ext cx="365760" cy="365760"/>
          </a:xfrm>
          <a:prstGeom prst="ellipse">
            <a:avLst/>
          </a:prstGeom>
          <a:solidFill>
            <a:schemeClr val="tx2"/>
          </a:solidFill>
          <a:ln w="12700">
            <a:solidFill>
              <a:srgbClr val="FFFFFF">
                <a:alpha val="0"/>
              </a:srgbClr>
            </a:solidFill>
            <a:prstDash val="solid"/>
          </a:ln>
        </p:spPr>
      </p:sp>
      <p:sp>
        <p:nvSpPr>
          <p:cNvPr id="17" name="Text 13"/>
          <p:cNvSpPr txBox="1"/>
          <p:nvPr/>
        </p:nvSpPr>
        <p:spPr>
          <a:xfrm>
            <a:off x="548640"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Shape 14"/>
          <p:cNvSpPr/>
          <p:nvPr/>
        </p:nvSpPr>
        <p:spPr>
          <a:xfrm>
            <a:off x="1005840" y="2713736"/>
            <a:ext cx="2103120" cy="598424"/>
          </a:xfrm>
          <a:prstGeom prst="roundRect">
            <a:avLst>
              <a:gd name="adj" fmla="val 12224"/>
            </a:avLst>
          </a:prstGeom>
          <a:solidFill>
            <a:schemeClr val="bg2"/>
          </a:solidFill>
          <a:ln w="12700">
            <a:solidFill>
              <a:srgbClr val="D5DCE6"/>
            </a:solidFill>
            <a:prstDash val="solid"/>
          </a:ln>
        </p:spPr>
      </p:sp>
      <p:sp>
        <p:nvSpPr>
          <p:cNvPr id="19" name="Text 15"/>
          <p:cNvSpPr txBox="1"/>
          <p:nvPr/>
        </p:nvSpPr>
        <p:spPr>
          <a:xfrm>
            <a:off x="1005840" y="271373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spelen</a:t>
            </a:r>
            <a:endParaRPr lang="en-US" sz="2000" dirty="0"/>
          </a:p>
        </p:txBody>
      </p:sp>
      <p:sp>
        <p:nvSpPr>
          <p:cNvPr id="20" name="Shape 16"/>
          <p:cNvSpPr/>
          <p:nvPr/>
        </p:nvSpPr>
        <p:spPr>
          <a:xfrm>
            <a:off x="3182112" y="3003804"/>
            <a:ext cx="384048" cy="914"/>
          </a:xfrm>
          <a:prstGeom prst="line">
            <a:avLst/>
          </a:prstGeom>
          <a:noFill/>
          <a:ln w="31750">
            <a:solidFill>
              <a:srgbClr val="D9700F"/>
            </a:solidFill>
            <a:prstDash val="solid"/>
            <a:tailEnd type="triangle"/>
          </a:ln>
        </p:spPr>
      </p:sp>
      <p:sp>
        <p:nvSpPr>
          <p:cNvPr id="21" name="Shape 17"/>
          <p:cNvSpPr/>
          <p:nvPr/>
        </p:nvSpPr>
        <p:spPr>
          <a:xfrm>
            <a:off x="3639312" y="2713736"/>
            <a:ext cx="2331720" cy="598424"/>
          </a:xfrm>
          <a:prstGeom prst="roundRect">
            <a:avLst>
              <a:gd name="adj" fmla="val 12224"/>
            </a:avLst>
          </a:prstGeom>
          <a:solidFill>
            <a:srgbClr val="EDF6F0"/>
          </a:solidFill>
          <a:ln w="15875">
            <a:solidFill>
              <a:srgbClr val="2E7D4F"/>
            </a:solidFill>
            <a:prstDash val="solid"/>
          </a:ln>
        </p:spPr>
      </p:sp>
      <p:sp>
        <p:nvSpPr>
          <p:cNvPr id="22" name="Text 18"/>
          <p:cNvSpPr txBox="1"/>
          <p:nvPr/>
        </p:nvSpPr>
        <p:spPr>
          <a:xfrm>
            <a:off x="3639312" y="271373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speel</a:t>
            </a:r>
            <a:r>
              <a:rPr lang="en-US" sz="2100" b="1" i="1" dirty="0">
                <a:solidFill>
                  <a:schemeClr val="accent2"/>
                </a:solidFill>
              </a:rPr>
              <a:t>d</a:t>
            </a:r>
            <a:endParaRPr lang="en-US" sz="2100" dirty="0"/>
          </a:p>
        </p:txBody>
      </p:sp>
      <p:sp>
        <p:nvSpPr>
          <p:cNvPr id="23" name="Shape 19"/>
          <p:cNvSpPr/>
          <p:nvPr/>
        </p:nvSpPr>
        <p:spPr>
          <a:xfrm>
            <a:off x="548640" y="3565652"/>
            <a:ext cx="365760" cy="365760"/>
          </a:xfrm>
          <a:prstGeom prst="ellipse">
            <a:avLst/>
          </a:prstGeom>
          <a:solidFill>
            <a:schemeClr val="tx2"/>
          </a:solidFill>
          <a:ln w="12700">
            <a:solidFill>
              <a:srgbClr val="FFFFFF">
                <a:alpha val="0"/>
              </a:srgbClr>
            </a:solidFill>
            <a:prstDash val="solid"/>
          </a:ln>
        </p:spPr>
      </p:sp>
      <p:sp>
        <p:nvSpPr>
          <p:cNvPr id="24" name="Text 20"/>
          <p:cNvSpPr txBox="1"/>
          <p:nvPr/>
        </p:nvSpPr>
        <p:spPr>
          <a:xfrm>
            <a:off x="548640"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5" name="Shape 21"/>
          <p:cNvSpPr/>
          <p:nvPr/>
        </p:nvSpPr>
        <p:spPr>
          <a:xfrm>
            <a:off x="1005840" y="3440176"/>
            <a:ext cx="2103120" cy="598424"/>
          </a:xfrm>
          <a:prstGeom prst="roundRect">
            <a:avLst>
              <a:gd name="adj" fmla="val 12224"/>
            </a:avLst>
          </a:prstGeom>
          <a:solidFill>
            <a:schemeClr val="bg2"/>
          </a:solidFill>
          <a:ln w="12700">
            <a:solidFill>
              <a:srgbClr val="D5DCE6"/>
            </a:solidFill>
            <a:prstDash val="solid"/>
          </a:ln>
        </p:spPr>
      </p:sp>
      <p:sp>
        <p:nvSpPr>
          <p:cNvPr id="26" name="Text 22"/>
          <p:cNvSpPr txBox="1"/>
          <p:nvPr/>
        </p:nvSpPr>
        <p:spPr>
          <a:xfrm>
            <a:off x="1005840" y="344017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maken</a:t>
            </a:r>
            <a:endParaRPr lang="en-US" sz="2000" dirty="0"/>
          </a:p>
        </p:txBody>
      </p:sp>
      <p:sp>
        <p:nvSpPr>
          <p:cNvPr id="27" name="Shape 23"/>
          <p:cNvSpPr/>
          <p:nvPr/>
        </p:nvSpPr>
        <p:spPr>
          <a:xfrm>
            <a:off x="3182112" y="3730244"/>
            <a:ext cx="384048" cy="914"/>
          </a:xfrm>
          <a:prstGeom prst="line">
            <a:avLst/>
          </a:prstGeom>
          <a:noFill/>
          <a:ln w="31750">
            <a:solidFill>
              <a:srgbClr val="D9700F"/>
            </a:solidFill>
            <a:prstDash val="solid"/>
            <a:tailEnd type="triangle"/>
          </a:ln>
        </p:spPr>
      </p:sp>
      <p:sp>
        <p:nvSpPr>
          <p:cNvPr id="28" name="Shape 24"/>
          <p:cNvSpPr/>
          <p:nvPr/>
        </p:nvSpPr>
        <p:spPr>
          <a:xfrm>
            <a:off x="3639312" y="3440176"/>
            <a:ext cx="2331720" cy="598424"/>
          </a:xfrm>
          <a:prstGeom prst="roundRect">
            <a:avLst>
              <a:gd name="adj" fmla="val 12224"/>
            </a:avLst>
          </a:prstGeom>
          <a:solidFill>
            <a:srgbClr val="EDF6F0"/>
          </a:solidFill>
          <a:ln w="15875">
            <a:solidFill>
              <a:srgbClr val="2E7D4F"/>
            </a:solidFill>
            <a:prstDash val="solid"/>
          </a:ln>
        </p:spPr>
      </p:sp>
      <p:sp>
        <p:nvSpPr>
          <p:cNvPr id="29" name="Text 25"/>
          <p:cNvSpPr txBox="1"/>
          <p:nvPr/>
        </p:nvSpPr>
        <p:spPr>
          <a:xfrm>
            <a:off x="3639312" y="344017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maak</a:t>
            </a:r>
            <a:r>
              <a:rPr lang="en-US" sz="2100" b="1" i="1" dirty="0">
                <a:solidFill>
                  <a:schemeClr val="accent1"/>
                </a:solidFill>
              </a:rPr>
              <a:t>t</a:t>
            </a:r>
            <a:endParaRPr lang="en-US" sz="2100" dirty="0"/>
          </a:p>
        </p:txBody>
      </p:sp>
      <p:sp>
        <p:nvSpPr>
          <p:cNvPr id="30" name="Shape 26"/>
          <p:cNvSpPr/>
          <p:nvPr/>
        </p:nvSpPr>
        <p:spPr>
          <a:xfrm>
            <a:off x="548640" y="4292092"/>
            <a:ext cx="365760" cy="365760"/>
          </a:xfrm>
          <a:prstGeom prst="ellipse">
            <a:avLst/>
          </a:prstGeom>
          <a:solidFill>
            <a:schemeClr val="tx2"/>
          </a:solidFill>
          <a:ln w="12700">
            <a:solidFill>
              <a:srgbClr val="FFFFFF">
                <a:alpha val="0"/>
              </a:srgbClr>
            </a:solidFill>
            <a:prstDash val="solid"/>
          </a:ln>
        </p:spPr>
      </p:sp>
      <p:sp>
        <p:nvSpPr>
          <p:cNvPr id="31" name="Text 27"/>
          <p:cNvSpPr txBox="1"/>
          <p:nvPr/>
        </p:nvSpPr>
        <p:spPr>
          <a:xfrm>
            <a:off x="548640"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Shape 28"/>
          <p:cNvSpPr/>
          <p:nvPr/>
        </p:nvSpPr>
        <p:spPr>
          <a:xfrm>
            <a:off x="1005840" y="4166616"/>
            <a:ext cx="2103120" cy="598424"/>
          </a:xfrm>
          <a:prstGeom prst="roundRect">
            <a:avLst>
              <a:gd name="adj" fmla="val 12224"/>
            </a:avLst>
          </a:prstGeom>
          <a:solidFill>
            <a:schemeClr val="bg2"/>
          </a:solidFill>
          <a:ln w="12700">
            <a:solidFill>
              <a:srgbClr val="D5DCE6"/>
            </a:solidFill>
            <a:prstDash val="solid"/>
          </a:ln>
        </p:spPr>
      </p:sp>
      <p:sp>
        <p:nvSpPr>
          <p:cNvPr id="33" name="Text 29"/>
          <p:cNvSpPr txBox="1"/>
          <p:nvPr/>
        </p:nvSpPr>
        <p:spPr>
          <a:xfrm>
            <a:off x="1005840" y="416661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wachten</a:t>
            </a:r>
            <a:endParaRPr lang="en-US" sz="2000" dirty="0"/>
          </a:p>
        </p:txBody>
      </p:sp>
      <p:sp>
        <p:nvSpPr>
          <p:cNvPr id="34" name="Shape 30"/>
          <p:cNvSpPr/>
          <p:nvPr/>
        </p:nvSpPr>
        <p:spPr>
          <a:xfrm>
            <a:off x="3182112" y="4456684"/>
            <a:ext cx="384048" cy="914"/>
          </a:xfrm>
          <a:prstGeom prst="line">
            <a:avLst/>
          </a:prstGeom>
          <a:noFill/>
          <a:ln w="31750">
            <a:solidFill>
              <a:srgbClr val="D9700F"/>
            </a:solidFill>
            <a:prstDash val="solid"/>
            <a:tailEnd type="triangle"/>
          </a:ln>
        </p:spPr>
      </p:sp>
      <p:sp>
        <p:nvSpPr>
          <p:cNvPr id="35" name="Shape 31"/>
          <p:cNvSpPr/>
          <p:nvPr/>
        </p:nvSpPr>
        <p:spPr>
          <a:xfrm>
            <a:off x="3639312" y="4166616"/>
            <a:ext cx="2331720" cy="598424"/>
          </a:xfrm>
          <a:prstGeom prst="roundRect">
            <a:avLst>
              <a:gd name="adj" fmla="val 12224"/>
            </a:avLst>
          </a:prstGeom>
          <a:solidFill>
            <a:srgbClr val="EDF6F0"/>
          </a:solidFill>
          <a:ln w="15875">
            <a:solidFill>
              <a:srgbClr val="2E7D4F"/>
            </a:solidFill>
            <a:prstDash val="solid"/>
          </a:ln>
        </p:spPr>
      </p:sp>
      <p:sp>
        <p:nvSpPr>
          <p:cNvPr id="36" name="Text 32"/>
          <p:cNvSpPr txBox="1"/>
          <p:nvPr/>
        </p:nvSpPr>
        <p:spPr>
          <a:xfrm>
            <a:off x="3639312" y="416661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wacht</a:t>
            </a:r>
            <a:endParaRPr lang="en-US" sz="2100" dirty="0"/>
          </a:p>
        </p:txBody>
      </p:sp>
      <p:sp>
        <p:nvSpPr>
          <p:cNvPr id="37" name="Shape 33"/>
          <p:cNvSpPr/>
          <p:nvPr/>
        </p:nvSpPr>
        <p:spPr>
          <a:xfrm>
            <a:off x="548640" y="5018532"/>
            <a:ext cx="365760" cy="365760"/>
          </a:xfrm>
          <a:prstGeom prst="ellipse">
            <a:avLst/>
          </a:prstGeom>
          <a:solidFill>
            <a:schemeClr val="tx2"/>
          </a:solidFill>
          <a:ln w="12700">
            <a:solidFill>
              <a:srgbClr val="FFFFFF">
                <a:alpha val="0"/>
              </a:srgbClr>
            </a:solidFill>
            <a:prstDash val="solid"/>
          </a:ln>
        </p:spPr>
      </p:sp>
      <p:sp>
        <p:nvSpPr>
          <p:cNvPr id="38" name="Text 34"/>
          <p:cNvSpPr txBox="1"/>
          <p:nvPr/>
        </p:nvSpPr>
        <p:spPr>
          <a:xfrm>
            <a:off x="548640"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9" name="Shape 35"/>
          <p:cNvSpPr/>
          <p:nvPr/>
        </p:nvSpPr>
        <p:spPr>
          <a:xfrm>
            <a:off x="1005840" y="4893056"/>
            <a:ext cx="2103120" cy="598424"/>
          </a:xfrm>
          <a:prstGeom prst="roundRect">
            <a:avLst>
              <a:gd name="adj" fmla="val 12224"/>
            </a:avLst>
          </a:prstGeom>
          <a:solidFill>
            <a:schemeClr val="bg2"/>
          </a:solidFill>
          <a:ln w="12700">
            <a:solidFill>
              <a:srgbClr val="D5DCE6"/>
            </a:solidFill>
            <a:prstDash val="solid"/>
          </a:ln>
        </p:spPr>
      </p:sp>
      <p:sp>
        <p:nvSpPr>
          <p:cNvPr id="40" name="Text 36"/>
          <p:cNvSpPr txBox="1"/>
          <p:nvPr/>
        </p:nvSpPr>
        <p:spPr>
          <a:xfrm>
            <a:off x="1005840" y="489305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opbellen</a:t>
            </a:r>
            <a:endParaRPr lang="en-US" sz="2000" dirty="0"/>
          </a:p>
        </p:txBody>
      </p:sp>
      <p:sp>
        <p:nvSpPr>
          <p:cNvPr id="41" name="Shape 37"/>
          <p:cNvSpPr/>
          <p:nvPr/>
        </p:nvSpPr>
        <p:spPr>
          <a:xfrm>
            <a:off x="3182112" y="5183124"/>
            <a:ext cx="384048" cy="914"/>
          </a:xfrm>
          <a:prstGeom prst="line">
            <a:avLst/>
          </a:prstGeom>
          <a:noFill/>
          <a:ln w="31750">
            <a:solidFill>
              <a:srgbClr val="D9700F"/>
            </a:solidFill>
            <a:prstDash val="solid"/>
            <a:tailEnd type="triangle"/>
          </a:ln>
        </p:spPr>
      </p:sp>
      <p:sp>
        <p:nvSpPr>
          <p:cNvPr id="42" name="Shape 38"/>
          <p:cNvSpPr/>
          <p:nvPr/>
        </p:nvSpPr>
        <p:spPr>
          <a:xfrm>
            <a:off x="3639312" y="4893056"/>
            <a:ext cx="2331720" cy="598424"/>
          </a:xfrm>
          <a:prstGeom prst="roundRect">
            <a:avLst>
              <a:gd name="adj" fmla="val 12224"/>
            </a:avLst>
          </a:prstGeom>
          <a:solidFill>
            <a:srgbClr val="EDF6F0"/>
          </a:solidFill>
          <a:ln w="15875">
            <a:solidFill>
              <a:srgbClr val="2E7D4F"/>
            </a:solidFill>
            <a:prstDash val="solid"/>
          </a:ln>
        </p:spPr>
      </p:sp>
      <p:sp>
        <p:nvSpPr>
          <p:cNvPr id="43" name="Text 39"/>
          <p:cNvSpPr txBox="1"/>
          <p:nvPr/>
        </p:nvSpPr>
        <p:spPr>
          <a:xfrm>
            <a:off x="3639312" y="4893056"/>
            <a:ext cx="2331720" cy="598424"/>
          </a:xfrm>
          <a:prstGeom prst="rect">
            <a:avLst/>
          </a:prstGeom>
          <a:noFill/>
          <a:ln/>
        </p:spPr>
        <p:txBody>
          <a:bodyPr wrap="square" lIns="0" tIns="0" rIns="0" bIns="0" rtlCol="0" anchor="ctr"/>
          <a:lstStyle/>
          <a:p>
            <a:pPr algn="ctr" indent="0" marL="0">
              <a:buNone/>
            </a:pPr>
            <a:r>
              <a:rPr lang="en-US" sz="2100" b="1" i="1" dirty="0">
                <a:solidFill>
                  <a:schemeClr val="accent1"/>
                </a:solidFill>
              </a:rPr>
              <a:t>op</a:t>
            </a:r>
            <a:r>
              <a:rPr lang="en-US" sz="2100" b="1" i="1" dirty="0">
                <a:solidFill>
                  <a:schemeClr val="accent4"/>
                </a:solidFill>
              </a:rPr>
              <a:t>ge</a:t>
            </a:r>
            <a:r>
              <a:rPr lang="en-US" sz="2100" b="1" i="1" dirty="0">
                <a:solidFill>
                  <a:schemeClr val="tx1"/>
                </a:solidFill>
              </a:rPr>
              <a:t>bel</a:t>
            </a:r>
            <a:r>
              <a:rPr lang="en-US" sz="2100" b="1" i="1" dirty="0">
                <a:solidFill>
                  <a:schemeClr val="accent2"/>
                </a:solidFill>
              </a:rPr>
              <a:t>d</a:t>
            </a:r>
            <a:endParaRPr lang="en-US" sz="2100" dirty="0"/>
          </a:p>
        </p:txBody>
      </p:sp>
      <p:sp>
        <p:nvSpPr>
          <p:cNvPr id="44" name="Shape 40"/>
          <p:cNvSpPr/>
          <p:nvPr/>
        </p:nvSpPr>
        <p:spPr>
          <a:xfrm>
            <a:off x="548640" y="5744972"/>
            <a:ext cx="365760" cy="365760"/>
          </a:xfrm>
          <a:prstGeom prst="ellipse">
            <a:avLst/>
          </a:prstGeom>
          <a:solidFill>
            <a:schemeClr val="tx2"/>
          </a:solidFill>
          <a:ln w="12700">
            <a:solidFill>
              <a:srgbClr val="FFFFFF">
                <a:alpha val="0"/>
              </a:srgbClr>
            </a:solidFill>
            <a:prstDash val="solid"/>
          </a:ln>
        </p:spPr>
      </p:sp>
      <p:sp>
        <p:nvSpPr>
          <p:cNvPr id="45" name="Text 41"/>
          <p:cNvSpPr txBox="1"/>
          <p:nvPr/>
        </p:nvSpPr>
        <p:spPr>
          <a:xfrm>
            <a:off x="548640"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6" name="Shape 42"/>
          <p:cNvSpPr/>
          <p:nvPr/>
        </p:nvSpPr>
        <p:spPr>
          <a:xfrm>
            <a:off x="1005840" y="5619496"/>
            <a:ext cx="2103120" cy="598424"/>
          </a:xfrm>
          <a:prstGeom prst="roundRect">
            <a:avLst>
              <a:gd name="adj" fmla="val 12224"/>
            </a:avLst>
          </a:prstGeom>
          <a:solidFill>
            <a:schemeClr val="bg2"/>
          </a:solidFill>
          <a:ln w="12700">
            <a:solidFill>
              <a:srgbClr val="D5DCE6"/>
            </a:solidFill>
            <a:prstDash val="solid"/>
          </a:ln>
        </p:spPr>
      </p:sp>
      <p:sp>
        <p:nvSpPr>
          <p:cNvPr id="47" name="Text 43"/>
          <p:cNvSpPr txBox="1"/>
          <p:nvPr/>
        </p:nvSpPr>
        <p:spPr>
          <a:xfrm>
            <a:off x="1005840" y="56194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betalen</a:t>
            </a:r>
            <a:endParaRPr lang="en-US" sz="2000" dirty="0"/>
          </a:p>
        </p:txBody>
      </p:sp>
      <p:sp>
        <p:nvSpPr>
          <p:cNvPr id="48" name="Shape 44"/>
          <p:cNvSpPr/>
          <p:nvPr/>
        </p:nvSpPr>
        <p:spPr>
          <a:xfrm>
            <a:off x="3182112" y="5909564"/>
            <a:ext cx="384048" cy="914"/>
          </a:xfrm>
          <a:prstGeom prst="line">
            <a:avLst/>
          </a:prstGeom>
          <a:noFill/>
          <a:ln w="31750">
            <a:solidFill>
              <a:srgbClr val="D9700F"/>
            </a:solidFill>
            <a:prstDash val="solid"/>
            <a:tailEnd type="triangle"/>
          </a:ln>
        </p:spPr>
      </p:sp>
      <p:sp>
        <p:nvSpPr>
          <p:cNvPr id="49" name="Shape 45"/>
          <p:cNvSpPr/>
          <p:nvPr/>
        </p:nvSpPr>
        <p:spPr>
          <a:xfrm>
            <a:off x="3639312" y="5619496"/>
            <a:ext cx="2331720" cy="598424"/>
          </a:xfrm>
          <a:prstGeom prst="roundRect">
            <a:avLst>
              <a:gd name="adj" fmla="val 12224"/>
            </a:avLst>
          </a:prstGeom>
          <a:solidFill>
            <a:srgbClr val="EDF6F0"/>
          </a:solidFill>
          <a:ln w="15875">
            <a:solidFill>
              <a:srgbClr val="2E7D4F"/>
            </a:solidFill>
            <a:prstDash val="solid"/>
          </a:ln>
        </p:spPr>
      </p:sp>
      <p:sp>
        <p:nvSpPr>
          <p:cNvPr id="50" name="Text 46"/>
          <p:cNvSpPr txBox="1"/>
          <p:nvPr/>
        </p:nvSpPr>
        <p:spPr>
          <a:xfrm>
            <a:off x="3639312" y="5619496"/>
            <a:ext cx="2331720" cy="598424"/>
          </a:xfrm>
          <a:prstGeom prst="rect">
            <a:avLst/>
          </a:prstGeom>
          <a:noFill/>
          <a:ln/>
        </p:spPr>
        <p:txBody>
          <a:bodyPr wrap="square" lIns="0" tIns="0" rIns="0" bIns="0" rtlCol="0" anchor="ctr"/>
          <a:lstStyle/>
          <a:p>
            <a:pPr algn="ctr" indent="0" marL="0">
              <a:buNone/>
            </a:pPr>
            <a:r>
              <a:rPr lang="en-US" sz="2100" b="1" i="1" dirty="0">
                <a:solidFill>
                  <a:schemeClr val="tx2"/>
                </a:solidFill>
              </a:rPr>
              <a:t>be</a:t>
            </a:r>
            <a:r>
              <a:rPr lang="en-US" sz="2100" b="1" i="1" dirty="0">
                <a:solidFill>
                  <a:schemeClr val="tx1"/>
                </a:solidFill>
              </a:rPr>
              <a:t>taal</a:t>
            </a:r>
            <a:r>
              <a:rPr lang="en-US" sz="2100" b="1" i="1" dirty="0">
                <a:solidFill>
                  <a:schemeClr val="accent2"/>
                </a:solidFill>
              </a:rPr>
              <a:t>d</a:t>
            </a:r>
            <a:endParaRPr lang="en-US" sz="2100" dirty="0"/>
          </a:p>
        </p:txBody>
      </p:sp>
      <p:sp>
        <p:nvSpPr>
          <p:cNvPr id="51" name="Shape 47"/>
          <p:cNvSpPr/>
          <p:nvPr/>
        </p:nvSpPr>
        <p:spPr>
          <a:xfrm>
            <a:off x="6199632" y="2112772"/>
            <a:ext cx="365760" cy="365760"/>
          </a:xfrm>
          <a:prstGeom prst="ellipse">
            <a:avLst/>
          </a:prstGeom>
          <a:solidFill>
            <a:schemeClr val="tx2"/>
          </a:solidFill>
          <a:ln w="12700">
            <a:solidFill>
              <a:srgbClr val="FFFFFF">
                <a:alpha val="0"/>
              </a:srgbClr>
            </a:solidFill>
            <a:prstDash val="solid"/>
          </a:ln>
        </p:spPr>
      </p:sp>
      <p:sp>
        <p:nvSpPr>
          <p:cNvPr id="52" name="Text 48"/>
          <p:cNvSpPr txBox="1"/>
          <p:nvPr/>
        </p:nvSpPr>
        <p:spPr>
          <a:xfrm>
            <a:off x="6199632" y="21127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53" name="Shape 49"/>
          <p:cNvSpPr/>
          <p:nvPr/>
        </p:nvSpPr>
        <p:spPr>
          <a:xfrm>
            <a:off x="6656832" y="1987296"/>
            <a:ext cx="2103120" cy="598424"/>
          </a:xfrm>
          <a:prstGeom prst="roundRect">
            <a:avLst>
              <a:gd name="adj" fmla="val 12224"/>
            </a:avLst>
          </a:prstGeom>
          <a:solidFill>
            <a:schemeClr val="bg2"/>
          </a:solidFill>
          <a:ln w="12700">
            <a:solidFill>
              <a:srgbClr val="D5DCE6"/>
            </a:solidFill>
            <a:prstDash val="solid"/>
          </a:ln>
        </p:spPr>
      </p:sp>
      <p:sp>
        <p:nvSpPr>
          <p:cNvPr id="54" name="Text 50"/>
          <p:cNvSpPr txBox="1"/>
          <p:nvPr/>
        </p:nvSpPr>
        <p:spPr>
          <a:xfrm>
            <a:off x="6656832" y="19872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reizen</a:t>
            </a:r>
            <a:endParaRPr lang="en-US" sz="2000" dirty="0"/>
          </a:p>
        </p:txBody>
      </p:sp>
      <p:sp>
        <p:nvSpPr>
          <p:cNvPr id="55" name="Shape 51"/>
          <p:cNvSpPr/>
          <p:nvPr/>
        </p:nvSpPr>
        <p:spPr>
          <a:xfrm>
            <a:off x="8833104" y="2277364"/>
            <a:ext cx="384048" cy="914"/>
          </a:xfrm>
          <a:prstGeom prst="line">
            <a:avLst/>
          </a:prstGeom>
          <a:noFill/>
          <a:ln w="31750">
            <a:solidFill>
              <a:srgbClr val="D9700F"/>
            </a:solidFill>
            <a:prstDash val="solid"/>
            <a:tailEnd type="triangle"/>
          </a:ln>
        </p:spPr>
      </p:sp>
      <p:sp>
        <p:nvSpPr>
          <p:cNvPr id="56" name="Shape 52"/>
          <p:cNvSpPr/>
          <p:nvPr/>
        </p:nvSpPr>
        <p:spPr>
          <a:xfrm>
            <a:off x="9290304" y="1987296"/>
            <a:ext cx="2331720" cy="598424"/>
          </a:xfrm>
          <a:prstGeom prst="roundRect">
            <a:avLst>
              <a:gd name="adj" fmla="val 12224"/>
            </a:avLst>
          </a:prstGeom>
          <a:solidFill>
            <a:srgbClr val="EDF6F0"/>
          </a:solidFill>
          <a:ln w="15875">
            <a:solidFill>
              <a:srgbClr val="2E7D4F"/>
            </a:solidFill>
            <a:prstDash val="solid"/>
          </a:ln>
        </p:spPr>
      </p:sp>
      <p:sp>
        <p:nvSpPr>
          <p:cNvPr id="57" name="Text 53"/>
          <p:cNvSpPr txBox="1"/>
          <p:nvPr/>
        </p:nvSpPr>
        <p:spPr>
          <a:xfrm>
            <a:off x="9290304" y="198729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reis</a:t>
            </a:r>
            <a:r>
              <a:rPr lang="en-US" sz="2100" b="1" i="1" dirty="0">
                <a:solidFill>
                  <a:schemeClr val="accent2"/>
                </a:solidFill>
              </a:rPr>
              <a:t>d</a:t>
            </a:r>
            <a:endParaRPr lang="en-US" sz="2100" dirty="0"/>
          </a:p>
        </p:txBody>
      </p:sp>
      <p:sp>
        <p:nvSpPr>
          <p:cNvPr id="58" name="Shape 54"/>
          <p:cNvSpPr/>
          <p:nvPr/>
        </p:nvSpPr>
        <p:spPr>
          <a:xfrm>
            <a:off x="6199632" y="2839212"/>
            <a:ext cx="365760" cy="365760"/>
          </a:xfrm>
          <a:prstGeom prst="ellipse">
            <a:avLst/>
          </a:prstGeom>
          <a:solidFill>
            <a:schemeClr val="tx2"/>
          </a:solidFill>
          <a:ln w="12700">
            <a:solidFill>
              <a:srgbClr val="FFFFFF">
                <a:alpha val="0"/>
              </a:srgbClr>
            </a:solidFill>
            <a:prstDash val="solid"/>
          </a:ln>
        </p:spPr>
      </p:sp>
      <p:sp>
        <p:nvSpPr>
          <p:cNvPr id="59" name="Text 55"/>
          <p:cNvSpPr txBox="1"/>
          <p:nvPr/>
        </p:nvSpPr>
        <p:spPr>
          <a:xfrm>
            <a:off x="6199632" y="28392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60" name="Shape 56"/>
          <p:cNvSpPr/>
          <p:nvPr/>
        </p:nvSpPr>
        <p:spPr>
          <a:xfrm>
            <a:off x="6656832" y="2713736"/>
            <a:ext cx="2103120" cy="598424"/>
          </a:xfrm>
          <a:prstGeom prst="roundRect">
            <a:avLst>
              <a:gd name="adj" fmla="val 12224"/>
            </a:avLst>
          </a:prstGeom>
          <a:solidFill>
            <a:schemeClr val="bg2"/>
          </a:solidFill>
          <a:ln w="12700">
            <a:solidFill>
              <a:srgbClr val="D5DCE6"/>
            </a:solidFill>
            <a:prstDash val="solid"/>
          </a:ln>
        </p:spPr>
      </p:sp>
      <p:sp>
        <p:nvSpPr>
          <p:cNvPr id="61" name="Text 57"/>
          <p:cNvSpPr txBox="1"/>
          <p:nvPr/>
        </p:nvSpPr>
        <p:spPr>
          <a:xfrm>
            <a:off x="6656832" y="271373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meenemen</a:t>
            </a:r>
            <a:endParaRPr lang="en-US" sz="2000" dirty="0"/>
          </a:p>
        </p:txBody>
      </p:sp>
      <p:sp>
        <p:nvSpPr>
          <p:cNvPr id="62" name="Shape 58"/>
          <p:cNvSpPr/>
          <p:nvPr/>
        </p:nvSpPr>
        <p:spPr>
          <a:xfrm>
            <a:off x="8833104" y="3003804"/>
            <a:ext cx="384048" cy="914"/>
          </a:xfrm>
          <a:prstGeom prst="line">
            <a:avLst/>
          </a:prstGeom>
          <a:noFill/>
          <a:ln w="31750">
            <a:solidFill>
              <a:srgbClr val="D9700F"/>
            </a:solidFill>
            <a:prstDash val="solid"/>
            <a:tailEnd type="triangle"/>
          </a:ln>
        </p:spPr>
      </p:sp>
      <p:sp>
        <p:nvSpPr>
          <p:cNvPr id="63" name="Shape 59"/>
          <p:cNvSpPr/>
          <p:nvPr/>
        </p:nvSpPr>
        <p:spPr>
          <a:xfrm>
            <a:off x="9290304" y="2713736"/>
            <a:ext cx="2331720" cy="598424"/>
          </a:xfrm>
          <a:prstGeom prst="roundRect">
            <a:avLst>
              <a:gd name="adj" fmla="val 12224"/>
            </a:avLst>
          </a:prstGeom>
          <a:solidFill>
            <a:srgbClr val="EDF6F0"/>
          </a:solidFill>
          <a:ln w="15875">
            <a:solidFill>
              <a:srgbClr val="2E7D4F"/>
            </a:solidFill>
            <a:prstDash val="solid"/>
          </a:ln>
        </p:spPr>
      </p:sp>
      <p:sp>
        <p:nvSpPr>
          <p:cNvPr id="64" name="Text 60"/>
          <p:cNvSpPr txBox="1"/>
          <p:nvPr/>
        </p:nvSpPr>
        <p:spPr>
          <a:xfrm>
            <a:off x="9290304" y="2713736"/>
            <a:ext cx="2331720" cy="598424"/>
          </a:xfrm>
          <a:prstGeom prst="rect">
            <a:avLst/>
          </a:prstGeom>
          <a:noFill/>
          <a:ln/>
        </p:spPr>
        <p:txBody>
          <a:bodyPr wrap="square" lIns="0" tIns="0" rIns="0" bIns="0" rtlCol="0" anchor="ctr"/>
          <a:lstStyle/>
          <a:p>
            <a:pPr algn="ctr" indent="0" marL="0">
              <a:buNone/>
            </a:pPr>
            <a:r>
              <a:rPr lang="en-US" sz="2100" b="1" i="1" dirty="0">
                <a:solidFill>
                  <a:schemeClr val="accent1"/>
                </a:solidFill>
              </a:rPr>
              <a:t>mee</a:t>
            </a:r>
            <a:r>
              <a:rPr lang="en-US" sz="2100" b="1" i="1" dirty="0">
                <a:solidFill>
                  <a:schemeClr val="accent4"/>
                </a:solidFill>
              </a:rPr>
              <a:t>ge</a:t>
            </a:r>
            <a:r>
              <a:rPr lang="en-US" sz="2100" b="1" i="1" dirty="0">
                <a:solidFill>
                  <a:schemeClr val="tx1"/>
                </a:solidFill>
              </a:rPr>
              <a:t>nomen</a:t>
            </a:r>
            <a:endParaRPr lang="en-US" sz="2100" dirty="0"/>
          </a:p>
        </p:txBody>
      </p:sp>
      <p:sp>
        <p:nvSpPr>
          <p:cNvPr id="65" name="Shape 61"/>
          <p:cNvSpPr/>
          <p:nvPr/>
        </p:nvSpPr>
        <p:spPr>
          <a:xfrm>
            <a:off x="6199632" y="3565652"/>
            <a:ext cx="365760" cy="365760"/>
          </a:xfrm>
          <a:prstGeom prst="ellipse">
            <a:avLst/>
          </a:prstGeom>
          <a:solidFill>
            <a:schemeClr val="tx2"/>
          </a:solidFill>
          <a:ln w="12700">
            <a:solidFill>
              <a:srgbClr val="FFFFFF">
                <a:alpha val="0"/>
              </a:srgbClr>
            </a:solidFill>
            <a:prstDash val="solid"/>
          </a:ln>
        </p:spPr>
      </p:sp>
      <p:sp>
        <p:nvSpPr>
          <p:cNvPr id="66" name="Text 62"/>
          <p:cNvSpPr txBox="1"/>
          <p:nvPr/>
        </p:nvSpPr>
        <p:spPr>
          <a:xfrm>
            <a:off x="6199632" y="356565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67" name="Shape 63"/>
          <p:cNvSpPr/>
          <p:nvPr/>
        </p:nvSpPr>
        <p:spPr>
          <a:xfrm>
            <a:off x="6656832" y="3440176"/>
            <a:ext cx="2103120" cy="598424"/>
          </a:xfrm>
          <a:prstGeom prst="roundRect">
            <a:avLst>
              <a:gd name="adj" fmla="val 12224"/>
            </a:avLst>
          </a:prstGeom>
          <a:solidFill>
            <a:schemeClr val="bg2"/>
          </a:solidFill>
          <a:ln w="12700">
            <a:solidFill>
              <a:srgbClr val="D5DCE6"/>
            </a:solidFill>
            <a:prstDash val="solid"/>
          </a:ln>
        </p:spPr>
      </p:sp>
      <p:sp>
        <p:nvSpPr>
          <p:cNvPr id="68" name="Text 64"/>
          <p:cNvSpPr txBox="1"/>
          <p:nvPr/>
        </p:nvSpPr>
        <p:spPr>
          <a:xfrm>
            <a:off x="6656832" y="344017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vertellen</a:t>
            </a:r>
            <a:endParaRPr lang="en-US" sz="2000" dirty="0"/>
          </a:p>
        </p:txBody>
      </p:sp>
      <p:sp>
        <p:nvSpPr>
          <p:cNvPr id="69" name="Shape 65"/>
          <p:cNvSpPr/>
          <p:nvPr/>
        </p:nvSpPr>
        <p:spPr>
          <a:xfrm>
            <a:off x="8833104" y="3730244"/>
            <a:ext cx="384048" cy="914"/>
          </a:xfrm>
          <a:prstGeom prst="line">
            <a:avLst/>
          </a:prstGeom>
          <a:noFill/>
          <a:ln w="31750">
            <a:solidFill>
              <a:srgbClr val="D9700F"/>
            </a:solidFill>
            <a:prstDash val="solid"/>
            <a:tailEnd type="triangle"/>
          </a:ln>
        </p:spPr>
      </p:sp>
      <p:sp>
        <p:nvSpPr>
          <p:cNvPr id="70" name="Shape 66"/>
          <p:cNvSpPr/>
          <p:nvPr/>
        </p:nvSpPr>
        <p:spPr>
          <a:xfrm>
            <a:off x="9290304" y="3440176"/>
            <a:ext cx="2331720" cy="598424"/>
          </a:xfrm>
          <a:prstGeom prst="roundRect">
            <a:avLst>
              <a:gd name="adj" fmla="val 12224"/>
            </a:avLst>
          </a:prstGeom>
          <a:solidFill>
            <a:srgbClr val="EDF6F0"/>
          </a:solidFill>
          <a:ln w="15875">
            <a:solidFill>
              <a:srgbClr val="2E7D4F"/>
            </a:solidFill>
            <a:prstDash val="solid"/>
          </a:ln>
        </p:spPr>
      </p:sp>
      <p:sp>
        <p:nvSpPr>
          <p:cNvPr id="71" name="Text 67"/>
          <p:cNvSpPr txBox="1"/>
          <p:nvPr/>
        </p:nvSpPr>
        <p:spPr>
          <a:xfrm>
            <a:off x="9290304" y="3440176"/>
            <a:ext cx="2331720" cy="598424"/>
          </a:xfrm>
          <a:prstGeom prst="rect">
            <a:avLst/>
          </a:prstGeom>
          <a:noFill/>
          <a:ln/>
        </p:spPr>
        <p:txBody>
          <a:bodyPr wrap="square" lIns="0" tIns="0" rIns="0" bIns="0" rtlCol="0" anchor="ctr"/>
          <a:lstStyle/>
          <a:p>
            <a:pPr algn="ctr" indent="0" marL="0">
              <a:buNone/>
            </a:pPr>
            <a:r>
              <a:rPr lang="en-US" sz="2100" b="1" i="1" dirty="0">
                <a:solidFill>
                  <a:schemeClr val="tx2"/>
                </a:solidFill>
              </a:rPr>
              <a:t>ver</a:t>
            </a:r>
            <a:r>
              <a:rPr lang="en-US" sz="2100" b="1" i="1" dirty="0">
                <a:solidFill>
                  <a:schemeClr val="tx1"/>
                </a:solidFill>
              </a:rPr>
              <a:t>tel</a:t>
            </a:r>
            <a:r>
              <a:rPr lang="en-US" sz="2100" b="1" i="1" dirty="0">
                <a:solidFill>
                  <a:schemeClr val="accent2"/>
                </a:solidFill>
              </a:rPr>
              <a:t>d</a:t>
            </a:r>
            <a:endParaRPr lang="en-US" sz="2100" dirty="0"/>
          </a:p>
        </p:txBody>
      </p:sp>
      <p:sp>
        <p:nvSpPr>
          <p:cNvPr id="72" name="Shape 68"/>
          <p:cNvSpPr/>
          <p:nvPr/>
        </p:nvSpPr>
        <p:spPr>
          <a:xfrm>
            <a:off x="6199632" y="4292092"/>
            <a:ext cx="365760" cy="365760"/>
          </a:xfrm>
          <a:prstGeom prst="ellipse">
            <a:avLst/>
          </a:prstGeom>
          <a:solidFill>
            <a:schemeClr val="tx2"/>
          </a:solidFill>
          <a:ln w="12700">
            <a:solidFill>
              <a:srgbClr val="FFFFFF">
                <a:alpha val="0"/>
              </a:srgbClr>
            </a:solidFill>
            <a:prstDash val="solid"/>
          </a:ln>
        </p:spPr>
      </p:sp>
      <p:sp>
        <p:nvSpPr>
          <p:cNvPr id="73" name="Text 69"/>
          <p:cNvSpPr txBox="1"/>
          <p:nvPr/>
        </p:nvSpPr>
        <p:spPr>
          <a:xfrm>
            <a:off x="6199632" y="42920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74" name="Shape 70"/>
          <p:cNvSpPr/>
          <p:nvPr/>
        </p:nvSpPr>
        <p:spPr>
          <a:xfrm>
            <a:off x="6656832" y="4166616"/>
            <a:ext cx="2103120" cy="598424"/>
          </a:xfrm>
          <a:prstGeom prst="roundRect">
            <a:avLst>
              <a:gd name="adj" fmla="val 12224"/>
            </a:avLst>
          </a:prstGeom>
          <a:solidFill>
            <a:schemeClr val="bg2"/>
          </a:solidFill>
          <a:ln w="12700">
            <a:solidFill>
              <a:srgbClr val="D5DCE6"/>
            </a:solidFill>
            <a:prstDash val="solid"/>
          </a:ln>
        </p:spPr>
      </p:sp>
      <p:sp>
        <p:nvSpPr>
          <p:cNvPr id="75" name="Text 71"/>
          <p:cNvSpPr txBox="1"/>
          <p:nvPr/>
        </p:nvSpPr>
        <p:spPr>
          <a:xfrm>
            <a:off x="6656832" y="416661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eten</a:t>
            </a:r>
            <a:endParaRPr lang="en-US" sz="2000" dirty="0"/>
          </a:p>
        </p:txBody>
      </p:sp>
      <p:sp>
        <p:nvSpPr>
          <p:cNvPr id="76" name="Shape 72"/>
          <p:cNvSpPr/>
          <p:nvPr/>
        </p:nvSpPr>
        <p:spPr>
          <a:xfrm>
            <a:off x="8833104" y="4456684"/>
            <a:ext cx="384048" cy="914"/>
          </a:xfrm>
          <a:prstGeom prst="line">
            <a:avLst/>
          </a:prstGeom>
          <a:noFill/>
          <a:ln w="31750">
            <a:solidFill>
              <a:srgbClr val="D9700F"/>
            </a:solidFill>
            <a:prstDash val="solid"/>
            <a:tailEnd type="triangle"/>
          </a:ln>
        </p:spPr>
      </p:sp>
      <p:sp>
        <p:nvSpPr>
          <p:cNvPr id="77" name="Shape 73"/>
          <p:cNvSpPr/>
          <p:nvPr/>
        </p:nvSpPr>
        <p:spPr>
          <a:xfrm>
            <a:off x="9290304" y="4166616"/>
            <a:ext cx="2331720" cy="598424"/>
          </a:xfrm>
          <a:prstGeom prst="roundRect">
            <a:avLst>
              <a:gd name="adj" fmla="val 12224"/>
            </a:avLst>
          </a:prstGeom>
          <a:solidFill>
            <a:srgbClr val="EDF6F0"/>
          </a:solidFill>
          <a:ln w="15875">
            <a:solidFill>
              <a:srgbClr val="2E7D4F"/>
            </a:solidFill>
            <a:prstDash val="solid"/>
          </a:ln>
        </p:spPr>
      </p:sp>
      <p:sp>
        <p:nvSpPr>
          <p:cNvPr id="78" name="Text 74"/>
          <p:cNvSpPr txBox="1"/>
          <p:nvPr/>
        </p:nvSpPr>
        <p:spPr>
          <a:xfrm>
            <a:off x="9290304" y="416661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geten</a:t>
            </a:r>
            <a:endParaRPr lang="en-US" sz="2100" dirty="0"/>
          </a:p>
        </p:txBody>
      </p:sp>
      <p:sp>
        <p:nvSpPr>
          <p:cNvPr id="79" name="Shape 75"/>
          <p:cNvSpPr/>
          <p:nvPr/>
        </p:nvSpPr>
        <p:spPr>
          <a:xfrm>
            <a:off x="6199632" y="5018532"/>
            <a:ext cx="365760" cy="365760"/>
          </a:xfrm>
          <a:prstGeom prst="ellipse">
            <a:avLst/>
          </a:prstGeom>
          <a:solidFill>
            <a:schemeClr val="tx2"/>
          </a:solidFill>
          <a:ln w="12700">
            <a:solidFill>
              <a:srgbClr val="FFFFFF">
                <a:alpha val="0"/>
              </a:srgbClr>
            </a:solidFill>
            <a:prstDash val="solid"/>
          </a:ln>
        </p:spPr>
      </p:sp>
      <p:sp>
        <p:nvSpPr>
          <p:cNvPr id="80" name="Text 76"/>
          <p:cNvSpPr txBox="1"/>
          <p:nvPr/>
        </p:nvSpPr>
        <p:spPr>
          <a:xfrm>
            <a:off x="6199632" y="501853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81" name="Shape 77"/>
          <p:cNvSpPr/>
          <p:nvPr/>
        </p:nvSpPr>
        <p:spPr>
          <a:xfrm>
            <a:off x="6656832" y="4893056"/>
            <a:ext cx="2103120" cy="598424"/>
          </a:xfrm>
          <a:prstGeom prst="roundRect">
            <a:avLst>
              <a:gd name="adj" fmla="val 12224"/>
            </a:avLst>
          </a:prstGeom>
          <a:solidFill>
            <a:schemeClr val="bg2"/>
          </a:solidFill>
          <a:ln w="12700">
            <a:solidFill>
              <a:srgbClr val="D5DCE6"/>
            </a:solidFill>
            <a:prstDash val="solid"/>
          </a:ln>
        </p:spPr>
      </p:sp>
      <p:sp>
        <p:nvSpPr>
          <p:cNvPr id="82" name="Text 78"/>
          <p:cNvSpPr txBox="1"/>
          <p:nvPr/>
        </p:nvSpPr>
        <p:spPr>
          <a:xfrm>
            <a:off x="6656832" y="489305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antwoorden</a:t>
            </a:r>
            <a:endParaRPr lang="en-US" sz="2000" dirty="0"/>
          </a:p>
        </p:txBody>
      </p:sp>
      <p:sp>
        <p:nvSpPr>
          <p:cNvPr id="83" name="Shape 79"/>
          <p:cNvSpPr/>
          <p:nvPr/>
        </p:nvSpPr>
        <p:spPr>
          <a:xfrm>
            <a:off x="8833104" y="5183124"/>
            <a:ext cx="384048" cy="914"/>
          </a:xfrm>
          <a:prstGeom prst="line">
            <a:avLst/>
          </a:prstGeom>
          <a:noFill/>
          <a:ln w="31750">
            <a:solidFill>
              <a:srgbClr val="D9700F"/>
            </a:solidFill>
            <a:prstDash val="solid"/>
            <a:tailEnd type="triangle"/>
          </a:ln>
        </p:spPr>
      </p:sp>
      <p:sp>
        <p:nvSpPr>
          <p:cNvPr id="84" name="Shape 80"/>
          <p:cNvSpPr/>
          <p:nvPr/>
        </p:nvSpPr>
        <p:spPr>
          <a:xfrm>
            <a:off x="9290304" y="4893056"/>
            <a:ext cx="2331720" cy="598424"/>
          </a:xfrm>
          <a:prstGeom prst="roundRect">
            <a:avLst>
              <a:gd name="adj" fmla="val 12224"/>
            </a:avLst>
          </a:prstGeom>
          <a:solidFill>
            <a:srgbClr val="EDF6F0"/>
          </a:solidFill>
          <a:ln w="15875">
            <a:solidFill>
              <a:srgbClr val="2E7D4F"/>
            </a:solidFill>
            <a:prstDash val="solid"/>
          </a:ln>
        </p:spPr>
      </p:sp>
      <p:sp>
        <p:nvSpPr>
          <p:cNvPr id="85" name="Text 81"/>
          <p:cNvSpPr txBox="1"/>
          <p:nvPr/>
        </p:nvSpPr>
        <p:spPr>
          <a:xfrm>
            <a:off x="9290304" y="489305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antwoord</a:t>
            </a:r>
            <a:endParaRPr lang="en-US" sz="2100" dirty="0"/>
          </a:p>
        </p:txBody>
      </p:sp>
      <p:sp>
        <p:nvSpPr>
          <p:cNvPr id="86" name="Shape 82"/>
          <p:cNvSpPr/>
          <p:nvPr/>
        </p:nvSpPr>
        <p:spPr>
          <a:xfrm>
            <a:off x="6199632" y="5744972"/>
            <a:ext cx="365760" cy="365760"/>
          </a:xfrm>
          <a:prstGeom prst="ellipse">
            <a:avLst/>
          </a:prstGeom>
          <a:solidFill>
            <a:schemeClr val="tx2"/>
          </a:solidFill>
          <a:ln w="12700">
            <a:solidFill>
              <a:srgbClr val="FFFFFF">
                <a:alpha val="0"/>
              </a:srgbClr>
            </a:solidFill>
            <a:prstDash val="solid"/>
          </a:ln>
        </p:spPr>
      </p:sp>
      <p:sp>
        <p:nvSpPr>
          <p:cNvPr id="87" name="Text 83"/>
          <p:cNvSpPr txBox="1"/>
          <p:nvPr/>
        </p:nvSpPr>
        <p:spPr>
          <a:xfrm>
            <a:off x="6199632" y="574497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88" name="Shape 84"/>
          <p:cNvSpPr/>
          <p:nvPr/>
        </p:nvSpPr>
        <p:spPr>
          <a:xfrm>
            <a:off x="6656832" y="5619496"/>
            <a:ext cx="2103120" cy="598424"/>
          </a:xfrm>
          <a:prstGeom prst="roundRect">
            <a:avLst>
              <a:gd name="adj" fmla="val 12224"/>
            </a:avLst>
          </a:prstGeom>
          <a:solidFill>
            <a:schemeClr val="bg2"/>
          </a:solidFill>
          <a:ln w="12700">
            <a:solidFill>
              <a:srgbClr val="D5DCE6"/>
            </a:solidFill>
            <a:prstDash val="solid"/>
          </a:ln>
        </p:spPr>
      </p:sp>
      <p:sp>
        <p:nvSpPr>
          <p:cNvPr id="89" name="Text 85"/>
          <p:cNvSpPr txBox="1"/>
          <p:nvPr/>
        </p:nvSpPr>
        <p:spPr>
          <a:xfrm>
            <a:off x="6656832" y="5619496"/>
            <a:ext cx="2103120" cy="598424"/>
          </a:xfrm>
          <a:prstGeom prst="rect">
            <a:avLst/>
          </a:prstGeom>
          <a:noFill/>
          <a:ln/>
        </p:spPr>
        <p:txBody>
          <a:bodyPr wrap="square" lIns="0" tIns="0" rIns="0" bIns="0" rtlCol="0" anchor="ctr"/>
          <a:lstStyle/>
          <a:p>
            <a:pPr algn="ctr" indent="0" marL="0">
              <a:buNone/>
            </a:pPr>
            <a:r>
              <a:rPr lang="en-US" sz="2000" i="1" dirty="0">
                <a:solidFill>
                  <a:schemeClr val="tx1"/>
                </a:solidFill>
              </a:rPr>
              <a:t>gaan</a:t>
            </a:r>
            <a:endParaRPr lang="en-US" sz="2000" dirty="0"/>
          </a:p>
        </p:txBody>
      </p:sp>
      <p:sp>
        <p:nvSpPr>
          <p:cNvPr id="90" name="Shape 86"/>
          <p:cNvSpPr/>
          <p:nvPr/>
        </p:nvSpPr>
        <p:spPr>
          <a:xfrm>
            <a:off x="8833104" y="5909564"/>
            <a:ext cx="384048" cy="914"/>
          </a:xfrm>
          <a:prstGeom prst="line">
            <a:avLst/>
          </a:prstGeom>
          <a:noFill/>
          <a:ln w="31750">
            <a:solidFill>
              <a:srgbClr val="D9700F"/>
            </a:solidFill>
            <a:prstDash val="solid"/>
            <a:tailEnd type="triangle"/>
          </a:ln>
        </p:spPr>
      </p:sp>
      <p:sp>
        <p:nvSpPr>
          <p:cNvPr id="91" name="Shape 87"/>
          <p:cNvSpPr/>
          <p:nvPr/>
        </p:nvSpPr>
        <p:spPr>
          <a:xfrm>
            <a:off x="9290304" y="5619496"/>
            <a:ext cx="2331720" cy="598424"/>
          </a:xfrm>
          <a:prstGeom prst="roundRect">
            <a:avLst>
              <a:gd name="adj" fmla="val 12224"/>
            </a:avLst>
          </a:prstGeom>
          <a:solidFill>
            <a:srgbClr val="EDF6F0"/>
          </a:solidFill>
          <a:ln w="15875">
            <a:solidFill>
              <a:srgbClr val="2E7D4F"/>
            </a:solidFill>
            <a:prstDash val="solid"/>
          </a:ln>
        </p:spPr>
      </p:sp>
      <p:sp>
        <p:nvSpPr>
          <p:cNvPr id="92" name="Text 88"/>
          <p:cNvSpPr txBox="1"/>
          <p:nvPr/>
        </p:nvSpPr>
        <p:spPr>
          <a:xfrm>
            <a:off x="9290304" y="5619496"/>
            <a:ext cx="2331720" cy="598424"/>
          </a:xfrm>
          <a:prstGeom prst="rect">
            <a:avLst/>
          </a:prstGeom>
          <a:noFill/>
          <a:ln/>
        </p:spPr>
        <p:txBody>
          <a:bodyPr wrap="square" lIns="0" tIns="0" rIns="0" bIns="0" rtlCol="0" anchor="ctr"/>
          <a:lstStyle/>
          <a:p>
            <a:pPr algn="ctr" indent="0" marL="0">
              <a:buNone/>
            </a:pPr>
            <a:r>
              <a:rPr lang="en-US" sz="2100" b="1" i="1" dirty="0">
                <a:solidFill>
                  <a:schemeClr val="accent4"/>
                </a:solidFill>
              </a:rPr>
              <a:t>ge</a:t>
            </a:r>
            <a:r>
              <a:rPr lang="en-US" sz="2100" b="1" i="1" dirty="0">
                <a:solidFill>
                  <a:schemeClr val="tx1"/>
                </a:solidFill>
              </a:rPr>
              <a:t>gaan</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t ou d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Levez le carton T ou D ! Puis écrivez la dernière lettre.</a:t>
            </a:r>
            <a:endParaRPr lang="en-US" sz="1700" dirty="0"/>
          </a:p>
        </p:txBody>
      </p:sp>
      <p:sp>
        <p:nvSpPr>
          <p:cNvPr id="8" name="Text 4"/>
          <p:cNvSpPr txBox="1"/>
          <p:nvPr/>
        </p:nvSpPr>
        <p:spPr>
          <a:xfrm>
            <a:off x="548640" y="1932432"/>
            <a:ext cx="11091672" cy="59436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S</a:t>
            </a:r>
            <a:r>
              <a:rPr lang="en-US" sz="3000" dirty="0">
                <a:solidFill>
                  <a:srgbClr val="B8C2CF"/>
                </a:solidFill>
                <a:latin typeface="+mj-lt" pitchFamily="34" charset="0"/>
                <a:ea typeface="+mj-lt" pitchFamily="34" charset="-122"/>
                <a:cs typeface="+mj-lt" pitchFamily="34" charset="-120"/>
              </a:rPr>
              <a:t>o</a:t>
            </a:r>
            <a:r>
              <a:rPr lang="en-US" sz="3000" b="1" dirty="0">
                <a:solidFill>
                  <a:schemeClr val="accent1"/>
                </a:solidFill>
                <a:latin typeface="+mj-lt" pitchFamily="34" charset="0"/>
                <a:ea typeface="+mj-lt" pitchFamily="34" charset="-122"/>
                <a:cs typeface="+mj-lt" pitchFamily="34" charset="-120"/>
              </a:rPr>
              <a:t>FT</a:t>
            </a:r>
            <a:r>
              <a:rPr lang="en-US" sz="3000" dirty="0">
                <a:solidFill>
                  <a:schemeClr val="tx1"/>
                </a:solidFill>
                <a:latin typeface="+mj-lt" pitchFamily="34" charset="0"/>
                <a:ea typeface="+mj-lt" pitchFamily="34" charset="-122"/>
                <a:cs typeface="+mj-lt" pitchFamily="34" charset="-120"/>
              </a:rPr>
              <a:t>  </a:t>
            </a:r>
            <a:r>
              <a:rPr lang="en-US" sz="3000" b="1" dirty="0">
                <a:solidFill>
                  <a:schemeClr val="accent1"/>
                </a:solidFill>
                <a:latin typeface="+mj-lt" pitchFamily="34" charset="0"/>
                <a:ea typeface="+mj-lt" pitchFamily="34" charset="-122"/>
                <a:cs typeface="+mj-lt" pitchFamily="34" charset="-120"/>
              </a:rPr>
              <a:t>K</a:t>
            </a:r>
            <a:r>
              <a:rPr lang="en-US" sz="3000" dirty="0">
                <a:solidFill>
                  <a:srgbClr val="B8C2CF"/>
                </a:solidFill>
                <a:latin typeface="+mj-lt" pitchFamily="34" charset="0"/>
                <a:ea typeface="+mj-lt" pitchFamily="34" charset="-122"/>
                <a:cs typeface="+mj-lt" pitchFamily="34" charset="-120"/>
              </a:rPr>
              <a:t>e</a:t>
            </a:r>
            <a:r>
              <a:rPr lang="en-US" sz="3000" b="1" dirty="0">
                <a:solidFill>
                  <a:schemeClr val="accent1"/>
                </a:solidFill>
                <a:latin typeface="+mj-lt" pitchFamily="34" charset="0"/>
                <a:ea typeface="+mj-lt" pitchFamily="34" charset="-122"/>
                <a:cs typeface="+mj-lt" pitchFamily="34" charset="-120"/>
              </a:rPr>
              <a:t>t</a:t>
            </a:r>
            <a:r>
              <a:rPr lang="en-US" sz="3000" b="1" dirty="0">
                <a:solidFill>
                  <a:schemeClr val="accent1"/>
                </a:solidFill>
                <a:latin typeface="+mj-lt" pitchFamily="34" charset="0"/>
                <a:ea typeface="+mj-lt" pitchFamily="34" charset="-122"/>
                <a:cs typeface="+mj-lt" pitchFamily="34" charset="-120"/>
              </a:rPr>
              <a:t>CH</a:t>
            </a:r>
            <a:r>
              <a:rPr lang="en-US" sz="3000" dirty="0">
                <a:solidFill>
                  <a:srgbClr val="B8C2CF"/>
                </a:solidFill>
                <a:latin typeface="+mj-lt" pitchFamily="34" charset="0"/>
                <a:ea typeface="+mj-lt" pitchFamily="34" charset="-122"/>
                <a:cs typeface="+mj-lt" pitchFamily="34" charset="-120"/>
              </a:rPr>
              <a:t>u</a:t>
            </a:r>
            <a:r>
              <a:rPr lang="en-US" sz="3000" b="1" dirty="0">
                <a:solidFill>
                  <a:schemeClr val="accent1"/>
                </a:solidFill>
                <a:latin typeface="+mj-lt" pitchFamily="34" charset="0"/>
                <a:ea typeface="+mj-lt" pitchFamily="34" charset="-122"/>
                <a:cs typeface="+mj-lt" pitchFamily="34" charset="-120"/>
              </a:rPr>
              <a:t>P</a:t>
            </a:r>
            <a:endParaRPr lang="en-US" sz="3000" dirty="0"/>
          </a:p>
        </p:txBody>
      </p:sp>
      <p:sp>
        <p:nvSpPr>
          <p:cNvPr id="9" name="Shape 5"/>
          <p:cNvSpPr/>
          <p:nvPr/>
        </p:nvSpPr>
        <p:spPr>
          <a:xfrm>
            <a:off x="548640" y="270967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548640"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gewerk</a:t>
            </a:r>
            <a:r>
              <a:rPr lang="en-US" sz="2400" dirty="0">
                <a:solidFill>
                  <a:srgbClr val="B8C2CF"/>
                </a:solidFill>
              </a:rPr>
              <a:t>…</a:t>
            </a:r>
            <a:endParaRPr lang="en-US" sz="2400" dirty="0"/>
          </a:p>
        </p:txBody>
      </p:sp>
      <p:sp>
        <p:nvSpPr>
          <p:cNvPr id="11" name="Shape 7"/>
          <p:cNvSpPr/>
          <p:nvPr/>
        </p:nvSpPr>
        <p:spPr>
          <a:xfrm>
            <a:off x="2807208" y="270967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2" name="Text 8"/>
          <p:cNvSpPr txBox="1"/>
          <p:nvPr/>
        </p:nvSpPr>
        <p:spPr>
          <a:xfrm>
            <a:off x="2807208"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gebel</a:t>
            </a:r>
            <a:r>
              <a:rPr lang="en-US" sz="2400" dirty="0">
                <a:solidFill>
                  <a:srgbClr val="B8C2CF"/>
                </a:solidFill>
              </a:rPr>
              <a:t>…</a:t>
            </a:r>
            <a:endParaRPr lang="en-US" sz="2400" dirty="0"/>
          </a:p>
        </p:txBody>
      </p:sp>
      <p:sp>
        <p:nvSpPr>
          <p:cNvPr id="13" name="Shape 9"/>
          <p:cNvSpPr/>
          <p:nvPr/>
        </p:nvSpPr>
        <p:spPr>
          <a:xfrm>
            <a:off x="5065776" y="270967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4" name="Text 10"/>
          <p:cNvSpPr txBox="1"/>
          <p:nvPr/>
        </p:nvSpPr>
        <p:spPr>
          <a:xfrm>
            <a:off x="5065776"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gefiets</a:t>
            </a:r>
            <a:r>
              <a:rPr lang="en-US" sz="2400" dirty="0">
                <a:solidFill>
                  <a:srgbClr val="B8C2CF"/>
                </a:solidFill>
              </a:rPr>
              <a:t>…</a:t>
            </a:r>
            <a:endParaRPr lang="en-US" sz="2400" dirty="0"/>
          </a:p>
        </p:txBody>
      </p:sp>
      <p:sp>
        <p:nvSpPr>
          <p:cNvPr id="15" name="Shape 11"/>
          <p:cNvSpPr/>
          <p:nvPr/>
        </p:nvSpPr>
        <p:spPr>
          <a:xfrm>
            <a:off x="7324344" y="270967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6" name="Text 12"/>
          <p:cNvSpPr txBox="1"/>
          <p:nvPr/>
        </p:nvSpPr>
        <p:spPr>
          <a:xfrm>
            <a:off x="7324344"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gehoor</a:t>
            </a:r>
            <a:r>
              <a:rPr lang="en-US" sz="2400" dirty="0">
                <a:solidFill>
                  <a:srgbClr val="B8C2CF"/>
                </a:solidFill>
              </a:rPr>
              <a:t>…</a:t>
            </a:r>
            <a:endParaRPr lang="en-US" sz="2400" dirty="0"/>
          </a:p>
        </p:txBody>
      </p:sp>
      <p:sp>
        <p:nvSpPr>
          <p:cNvPr id="17" name="Shape 13"/>
          <p:cNvSpPr/>
          <p:nvPr/>
        </p:nvSpPr>
        <p:spPr>
          <a:xfrm>
            <a:off x="9582912" y="270967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18" name="Text 14"/>
          <p:cNvSpPr txBox="1"/>
          <p:nvPr/>
        </p:nvSpPr>
        <p:spPr>
          <a:xfrm>
            <a:off x="9582912"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gekook</a:t>
            </a:r>
            <a:r>
              <a:rPr lang="en-US" sz="2400" dirty="0">
                <a:solidFill>
                  <a:srgbClr val="B8C2CF"/>
                </a:solidFill>
              </a:rPr>
              <a:t>…</a:t>
            </a:r>
            <a:endParaRPr lang="en-US" sz="2400" dirty="0"/>
          </a:p>
        </p:txBody>
      </p:sp>
      <p:sp>
        <p:nvSpPr>
          <p:cNvPr id="19" name="Shape 15"/>
          <p:cNvSpPr/>
          <p:nvPr/>
        </p:nvSpPr>
        <p:spPr>
          <a:xfrm>
            <a:off x="548640" y="389839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20" name="Text 16"/>
          <p:cNvSpPr txBox="1"/>
          <p:nvPr/>
        </p:nvSpPr>
        <p:spPr>
          <a:xfrm>
            <a:off x="548640"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geleer</a:t>
            </a:r>
            <a:r>
              <a:rPr lang="en-US" sz="2400" dirty="0">
                <a:solidFill>
                  <a:srgbClr val="B8C2CF"/>
                </a:solidFill>
              </a:rPr>
              <a:t>…</a:t>
            </a:r>
            <a:endParaRPr lang="en-US" sz="2400" dirty="0"/>
          </a:p>
        </p:txBody>
      </p:sp>
      <p:sp>
        <p:nvSpPr>
          <p:cNvPr id="21" name="Shape 17"/>
          <p:cNvSpPr/>
          <p:nvPr/>
        </p:nvSpPr>
        <p:spPr>
          <a:xfrm>
            <a:off x="2807208" y="389839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22" name="Text 18"/>
          <p:cNvSpPr txBox="1"/>
          <p:nvPr/>
        </p:nvSpPr>
        <p:spPr>
          <a:xfrm>
            <a:off x="2807208"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gestop</a:t>
            </a:r>
            <a:r>
              <a:rPr lang="en-US" sz="2400" dirty="0">
                <a:solidFill>
                  <a:srgbClr val="B8C2CF"/>
                </a:solidFill>
              </a:rPr>
              <a:t>…</a:t>
            </a:r>
            <a:endParaRPr lang="en-US" sz="2400" dirty="0"/>
          </a:p>
        </p:txBody>
      </p:sp>
      <p:sp>
        <p:nvSpPr>
          <p:cNvPr id="23" name="Shape 19"/>
          <p:cNvSpPr/>
          <p:nvPr/>
        </p:nvSpPr>
        <p:spPr>
          <a:xfrm>
            <a:off x="5065776" y="389839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24" name="Text 20"/>
          <p:cNvSpPr txBox="1"/>
          <p:nvPr/>
        </p:nvSpPr>
        <p:spPr>
          <a:xfrm>
            <a:off x="5065776"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gewoon</a:t>
            </a:r>
            <a:r>
              <a:rPr lang="en-US" sz="2400" dirty="0">
                <a:solidFill>
                  <a:srgbClr val="B8C2CF"/>
                </a:solidFill>
              </a:rPr>
              <a:t>…</a:t>
            </a:r>
            <a:endParaRPr lang="en-US" sz="2400" dirty="0"/>
          </a:p>
        </p:txBody>
      </p:sp>
      <p:sp>
        <p:nvSpPr>
          <p:cNvPr id="25" name="Shape 21"/>
          <p:cNvSpPr/>
          <p:nvPr/>
        </p:nvSpPr>
        <p:spPr>
          <a:xfrm>
            <a:off x="7324344" y="389839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26" name="Text 22"/>
          <p:cNvSpPr txBox="1"/>
          <p:nvPr/>
        </p:nvSpPr>
        <p:spPr>
          <a:xfrm>
            <a:off x="7324344"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gerook</a:t>
            </a:r>
            <a:r>
              <a:rPr lang="en-US" sz="2400" dirty="0">
                <a:solidFill>
                  <a:srgbClr val="B8C2CF"/>
                </a:solidFill>
              </a:rPr>
              <a:t>…</a:t>
            </a:r>
            <a:endParaRPr lang="en-US" sz="2400" dirty="0"/>
          </a:p>
        </p:txBody>
      </p:sp>
      <p:sp>
        <p:nvSpPr>
          <p:cNvPr id="27" name="Shape 23"/>
          <p:cNvSpPr/>
          <p:nvPr/>
        </p:nvSpPr>
        <p:spPr>
          <a:xfrm>
            <a:off x="9582912" y="3898392"/>
            <a:ext cx="2057400" cy="960120"/>
          </a:xfrm>
          <a:prstGeom prst="roundRect">
            <a:avLst>
              <a:gd name="adj" fmla="val 7619"/>
            </a:avLst>
          </a:prstGeom>
          <a:solidFill>
            <a:schemeClr val="bg1"/>
          </a:solidFill>
          <a:ln w="25400">
            <a:solidFill>
              <a:srgbClr val="4A5A70"/>
            </a:solidFill>
            <a:prstDash val="solid"/>
          </a:ln>
          <a:effectLst>
            <a:outerShdw sx="100000" sy="100000" kx="0" ky="0" algn="bl" rotWithShape="0" blurRad="101600" dist="25400" dir="3600000">
              <a:srgbClr val="000000">
                <a:alpha val="16000"/>
              </a:srgbClr>
            </a:outerShdw>
          </a:effectLst>
        </p:spPr>
      </p:sp>
      <p:sp>
        <p:nvSpPr>
          <p:cNvPr id="28" name="Text 24"/>
          <p:cNvSpPr txBox="1"/>
          <p:nvPr/>
        </p:nvSpPr>
        <p:spPr>
          <a:xfrm>
            <a:off x="9582912"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geleef</a:t>
            </a:r>
            <a:r>
              <a:rPr lang="en-US" sz="2400" dirty="0">
                <a:solidFill>
                  <a:srgbClr val="B8C2CF"/>
                </a:solidFill>
              </a:rPr>
              <a:t>…</a:t>
            </a:r>
            <a:endParaRPr lang="en-US" sz="2400" dirty="0"/>
          </a:p>
        </p:txBody>
      </p:sp>
      <p:sp>
        <p:nvSpPr>
          <p:cNvPr id="29" name="Shape 25"/>
          <p:cNvSpPr/>
          <p:nvPr/>
        </p:nvSpPr>
        <p:spPr>
          <a:xfrm>
            <a:off x="2377440" y="5178552"/>
            <a:ext cx="1097280" cy="1097280"/>
          </a:xfrm>
          <a:prstGeom prst="ellipse">
            <a:avLst/>
          </a:prstGeom>
          <a:solidFill>
            <a:schemeClr val="accent1"/>
          </a:solidFill>
          <a:ln w="12700">
            <a:solidFill>
              <a:srgbClr val="FFFFFF">
                <a:alpha val="0"/>
              </a:srgbClr>
            </a:solidFill>
            <a:prstDash val="solid"/>
          </a:ln>
        </p:spPr>
      </p:sp>
      <p:sp>
        <p:nvSpPr>
          <p:cNvPr id="30" name="Text 26"/>
          <p:cNvSpPr txBox="1"/>
          <p:nvPr/>
        </p:nvSpPr>
        <p:spPr>
          <a:xfrm>
            <a:off x="2377440" y="5178552"/>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T</a:t>
            </a:r>
            <a:endParaRPr lang="en-US" sz="4400" dirty="0"/>
          </a:p>
        </p:txBody>
      </p:sp>
      <p:sp>
        <p:nvSpPr>
          <p:cNvPr id="31" name="Shape 27"/>
          <p:cNvSpPr/>
          <p:nvPr/>
        </p:nvSpPr>
        <p:spPr>
          <a:xfrm>
            <a:off x="8714232" y="5178552"/>
            <a:ext cx="1097280" cy="1097280"/>
          </a:xfrm>
          <a:prstGeom prst="ellipse">
            <a:avLst/>
          </a:prstGeom>
          <a:solidFill>
            <a:schemeClr val="accent2"/>
          </a:solidFill>
          <a:ln w="12700">
            <a:solidFill>
              <a:srgbClr val="FFFFFF">
                <a:alpha val="0"/>
              </a:srgbClr>
            </a:solidFill>
            <a:prstDash val="solid"/>
          </a:ln>
        </p:spPr>
      </p:sp>
      <p:sp>
        <p:nvSpPr>
          <p:cNvPr id="32" name="Text 28"/>
          <p:cNvSpPr txBox="1"/>
          <p:nvPr/>
        </p:nvSpPr>
        <p:spPr>
          <a:xfrm>
            <a:off x="8714232" y="5178552"/>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D</a:t>
            </a:r>
            <a:endParaRPr lang="en-US" sz="4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t ou d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Levez le carton T ou D ! Puis écrivez la dernière lettre.</a:t>
            </a:r>
            <a:endParaRPr lang="en-US" sz="1700" dirty="0"/>
          </a:p>
        </p:txBody>
      </p:sp>
      <p:sp>
        <p:nvSpPr>
          <p:cNvPr id="9" name="Text 5"/>
          <p:cNvSpPr txBox="1"/>
          <p:nvPr/>
        </p:nvSpPr>
        <p:spPr>
          <a:xfrm>
            <a:off x="548640" y="1932432"/>
            <a:ext cx="11091672" cy="594360"/>
          </a:xfrm>
          <a:prstGeom prst="rect">
            <a:avLst/>
          </a:prstGeom>
          <a:noFill/>
          <a:ln/>
        </p:spPr>
        <p:txBody>
          <a:bodyPr wrap="square" lIns="0" tIns="0" rIns="0" bIns="0" rtlCol="0" anchor="ctr"/>
          <a:lstStyle/>
          <a:p>
            <a:pPr algn="ctr" indent="0" marL="0">
              <a:buNone/>
            </a:pPr>
            <a:r>
              <a:rPr lang="en-US" sz="3000" b="1" dirty="0">
                <a:solidFill>
                  <a:schemeClr val="accent1"/>
                </a:solidFill>
                <a:latin typeface="+mj-lt" pitchFamily="34" charset="0"/>
                <a:ea typeface="+mj-lt" pitchFamily="34" charset="-122"/>
                <a:cs typeface="+mj-lt" pitchFamily="34" charset="-120"/>
              </a:rPr>
              <a:t>S</a:t>
            </a:r>
            <a:r>
              <a:rPr lang="en-US" sz="3000" dirty="0">
                <a:solidFill>
                  <a:srgbClr val="B8C2CF"/>
                </a:solidFill>
                <a:latin typeface="+mj-lt" pitchFamily="34" charset="0"/>
                <a:ea typeface="+mj-lt" pitchFamily="34" charset="-122"/>
                <a:cs typeface="+mj-lt" pitchFamily="34" charset="-120"/>
              </a:rPr>
              <a:t>o</a:t>
            </a:r>
            <a:r>
              <a:rPr lang="en-US" sz="3000" b="1" dirty="0">
                <a:solidFill>
                  <a:schemeClr val="accent1"/>
                </a:solidFill>
                <a:latin typeface="+mj-lt" pitchFamily="34" charset="0"/>
                <a:ea typeface="+mj-lt" pitchFamily="34" charset="-122"/>
                <a:cs typeface="+mj-lt" pitchFamily="34" charset="-120"/>
              </a:rPr>
              <a:t>FT</a:t>
            </a:r>
            <a:r>
              <a:rPr lang="en-US" sz="3000" dirty="0">
                <a:solidFill>
                  <a:schemeClr val="tx1"/>
                </a:solidFill>
                <a:latin typeface="+mj-lt" pitchFamily="34" charset="0"/>
                <a:ea typeface="+mj-lt" pitchFamily="34" charset="-122"/>
                <a:cs typeface="+mj-lt" pitchFamily="34" charset="-120"/>
              </a:rPr>
              <a:t>  </a:t>
            </a:r>
            <a:r>
              <a:rPr lang="en-US" sz="3000" b="1" dirty="0">
                <a:solidFill>
                  <a:schemeClr val="accent1"/>
                </a:solidFill>
                <a:latin typeface="+mj-lt" pitchFamily="34" charset="0"/>
                <a:ea typeface="+mj-lt" pitchFamily="34" charset="-122"/>
                <a:cs typeface="+mj-lt" pitchFamily="34" charset="-120"/>
              </a:rPr>
              <a:t>K</a:t>
            </a:r>
            <a:r>
              <a:rPr lang="en-US" sz="3000" dirty="0">
                <a:solidFill>
                  <a:srgbClr val="B8C2CF"/>
                </a:solidFill>
                <a:latin typeface="+mj-lt" pitchFamily="34" charset="0"/>
                <a:ea typeface="+mj-lt" pitchFamily="34" charset="-122"/>
                <a:cs typeface="+mj-lt" pitchFamily="34" charset="-120"/>
              </a:rPr>
              <a:t>e</a:t>
            </a:r>
            <a:r>
              <a:rPr lang="en-US" sz="3000" b="1" dirty="0">
                <a:solidFill>
                  <a:schemeClr val="accent1"/>
                </a:solidFill>
                <a:latin typeface="+mj-lt" pitchFamily="34" charset="0"/>
                <a:ea typeface="+mj-lt" pitchFamily="34" charset="-122"/>
                <a:cs typeface="+mj-lt" pitchFamily="34" charset="-120"/>
              </a:rPr>
              <a:t>t</a:t>
            </a:r>
            <a:r>
              <a:rPr lang="en-US" sz="3000" b="1" dirty="0">
                <a:solidFill>
                  <a:schemeClr val="accent1"/>
                </a:solidFill>
                <a:latin typeface="+mj-lt" pitchFamily="34" charset="0"/>
                <a:ea typeface="+mj-lt" pitchFamily="34" charset="-122"/>
                <a:cs typeface="+mj-lt" pitchFamily="34" charset="-120"/>
              </a:rPr>
              <a:t>CH</a:t>
            </a:r>
            <a:r>
              <a:rPr lang="en-US" sz="3000" dirty="0">
                <a:solidFill>
                  <a:srgbClr val="B8C2CF"/>
                </a:solidFill>
                <a:latin typeface="+mj-lt" pitchFamily="34" charset="0"/>
                <a:ea typeface="+mj-lt" pitchFamily="34" charset="-122"/>
                <a:cs typeface="+mj-lt" pitchFamily="34" charset="-120"/>
              </a:rPr>
              <a:t>u</a:t>
            </a:r>
            <a:r>
              <a:rPr lang="en-US" sz="3000" b="1" dirty="0">
                <a:solidFill>
                  <a:schemeClr val="accent1"/>
                </a:solidFill>
                <a:latin typeface="+mj-lt" pitchFamily="34" charset="0"/>
                <a:ea typeface="+mj-lt" pitchFamily="34" charset="-122"/>
                <a:cs typeface="+mj-lt" pitchFamily="34" charset="-120"/>
              </a:rPr>
              <a:t>P</a:t>
            </a:r>
            <a:endParaRPr lang="en-US" sz="3000" dirty="0"/>
          </a:p>
        </p:txBody>
      </p:sp>
      <p:sp>
        <p:nvSpPr>
          <p:cNvPr id="10" name="Shape 6"/>
          <p:cNvSpPr/>
          <p:nvPr/>
        </p:nvSpPr>
        <p:spPr>
          <a:xfrm>
            <a:off x="548640" y="2709672"/>
            <a:ext cx="2057400" cy="960120"/>
          </a:xfrm>
          <a:prstGeom prst="roundRect">
            <a:avLst>
              <a:gd name="adj" fmla="val 7619"/>
            </a:avLst>
          </a:prstGeom>
          <a:solidFill>
            <a:srgbClr val="FDF1E6"/>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1" name="Text 7"/>
          <p:cNvSpPr txBox="1"/>
          <p:nvPr/>
        </p:nvSpPr>
        <p:spPr>
          <a:xfrm>
            <a:off x="548640"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gewerk</a:t>
            </a:r>
            <a:r>
              <a:rPr lang="en-US" sz="2400" b="1" dirty="0">
                <a:solidFill>
                  <a:schemeClr val="accent1"/>
                </a:solidFill>
              </a:rPr>
              <a:t>t</a:t>
            </a:r>
            <a:endParaRPr lang="en-US" sz="2400" dirty="0"/>
          </a:p>
        </p:txBody>
      </p:sp>
      <p:sp>
        <p:nvSpPr>
          <p:cNvPr id="12" name="Shape 8"/>
          <p:cNvSpPr/>
          <p:nvPr/>
        </p:nvSpPr>
        <p:spPr>
          <a:xfrm>
            <a:off x="2807208" y="2709672"/>
            <a:ext cx="2057400" cy="960120"/>
          </a:xfrm>
          <a:prstGeom prst="roundRect">
            <a:avLst>
              <a:gd name="adj" fmla="val 7619"/>
            </a:avLst>
          </a:prstGeom>
          <a:solidFill>
            <a:srgbClr val="EAF1F8"/>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3" name="Text 9"/>
          <p:cNvSpPr txBox="1"/>
          <p:nvPr/>
        </p:nvSpPr>
        <p:spPr>
          <a:xfrm>
            <a:off x="2807208"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gebel</a:t>
            </a:r>
            <a:r>
              <a:rPr lang="en-US" sz="2400" b="1" dirty="0">
                <a:solidFill>
                  <a:schemeClr val="accent2"/>
                </a:solidFill>
              </a:rPr>
              <a:t>d</a:t>
            </a:r>
            <a:endParaRPr lang="en-US" sz="2400" dirty="0"/>
          </a:p>
        </p:txBody>
      </p:sp>
      <p:sp>
        <p:nvSpPr>
          <p:cNvPr id="14" name="Shape 10"/>
          <p:cNvSpPr/>
          <p:nvPr/>
        </p:nvSpPr>
        <p:spPr>
          <a:xfrm>
            <a:off x="5065776" y="2709672"/>
            <a:ext cx="2057400" cy="960120"/>
          </a:xfrm>
          <a:prstGeom prst="roundRect">
            <a:avLst>
              <a:gd name="adj" fmla="val 7619"/>
            </a:avLst>
          </a:prstGeom>
          <a:solidFill>
            <a:srgbClr val="FDF1E6"/>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5" name="Text 11"/>
          <p:cNvSpPr txBox="1"/>
          <p:nvPr/>
        </p:nvSpPr>
        <p:spPr>
          <a:xfrm>
            <a:off x="5065776"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gefiets</a:t>
            </a:r>
            <a:r>
              <a:rPr lang="en-US" sz="2400" b="1" dirty="0">
                <a:solidFill>
                  <a:schemeClr val="accent1"/>
                </a:solidFill>
              </a:rPr>
              <a:t>t</a:t>
            </a:r>
            <a:endParaRPr lang="en-US" sz="2400" dirty="0"/>
          </a:p>
        </p:txBody>
      </p:sp>
      <p:sp>
        <p:nvSpPr>
          <p:cNvPr id="16" name="Shape 12"/>
          <p:cNvSpPr/>
          <p:nvPr/>
        </p:nvSpPr>
        <p:spPr>
          <a:xfrm>
            <a:off x="7324344" y="2709672"/>
            <a:ext cx="2057400" cy="960120"/>
          </a:xfrm>
          <a:prstGeom prst="roundRect">
            <a:avLst>
              <a:gd name="adj" fmla="val 7619"/>
            </a:avLst>
          </a:prstGeom>
          <a:solidFill>
            <a:srgbClr val="EAF1F8"/>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7" name="Text 13"/>
          <p:cNvSpPr txBox="1"/>
          <p:nvPr/>
        </p:nvSpPr>
        <p:spPr>
          <a:xfrm>
            <a:off x="7324344"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gehoor</a:t>
            </a:r>
            <a:r>
              <a:rPr lang="en-US" sz="2400" b="1" dirty="0">
                <a:solidFill>
                  <a:schemeClr val="accent2"/>
                </a:solidFill>
              </a:rPr>
              <a:t>d</a:t>
            </a:r>
            <a:endParaRPr lang="en-US" sz="2400" dirty="0"/>
          </a:p>
        </p:txBody>
      </p:sp>
      <p:sp>
        <p:nvSpPr>
          <p:cNvPr id="18" name="Shape 14"/>
          <p:cNvSpPr/>
          <p:nvPr/>
        </p:nvSpPr>
        <p:spPr>
          <a:xfrm>
            <a:off x="9582912" y="2709672"/>
            <a:ext cx="2057400" cy="960120"/>
          </a:xfrm>
          <a:prstGeom prst="roundRect">
            <a:avLst>
              <a:gd name="adj" fmla="val 7619"/>
            </a:avLst>
          </a:prstGeom>
          <a:solidFill>
            <a:srgbClr val="FDF1E6"/>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19" name="Text 15"/>
          <p:cNvSpPr txBox="1"/>
          <p:nvPr/>
        </p:nvSpPr>
        <p:spPr>
          <a:xfrm>
            <a:off x="9582912" y="270967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gekook</a:t>
            </a:r>
            <a:r>
              <a:rPr lang="en-US" sz="2400" b="1" dirty="0">
                <a:solidFill>
                  <a:schemeClr val="accent1"/>
                </a:solidFill>
              </a:rPr>
              <a:t>t</a:t>
            </a:r>
            <a:endParaRPr lang="en-US" sz="2400" dirty="0"/>
          </a:p>
        </p:txBody>
      </p:sp>
      <p:sp>
        <p:nvSpPr>
          <p:cNvPr id="20" name="Shape 16"/>
          <p:cNvSpPr/>
          <p:nvPr/>
        </p:nvSpPr>
        <p:spPr>
          <a:xfrm>
            <a:off x="548640" y="3898392"/>
            <a:ext cx="2057400" cy="960120"/>
          </a:xfrm>
          <a:prstGeom prst="roundRect">
            <a:avLst>
              <a:gd name="adj" fmla="val 7619"/>
            </a:avLst>
          </a:prstGeom>
          <a:solidFill>
            <a:srgbClr val="EAF1F8"/>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1" name="Text 17"/>
          <p:cNvSpPr txBox="1"/>
          <p:nvPr/>
        </p:nvSpPr>
        <p:spPr>
          <a:xfrm>
            <a:off x="548640"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geleer</a:t>
            </a:r>
            <a:r>
              <a:rPr lang="en-US" sz="2400" b="1" dirty="0">
                <a:solidFill>
                  <a:schemeClr val="accent2"/>
                </a:solidFill>
              </a:rPr>
              <a:t>d</a:t>
            </a:r>
            <a:endParaRPr lang="en-US" sz="2400" dirty="0"/>
          </a:p>
        </p:txBody>
      </p:sp>
      <p:sp>
        <p:nvSpPr>
          <p:cNvPr id="22" name="Shape 18"/>
          <p:cNvSpPr/>
          <p:nvPr/>
        </p:nvSpPr>
        <p:spPr>
          <a:xfrm>
            <a:off x="2807208" y="3898392"/>
            <a:ext cx="2057400" cy="960120"/>
          </a:xfrm>
          <a:prstGeom prst="roundRect">
            <a:avLst>
              <a:gd name="adj" fmla="val 7619"/>
            </a:avLst>
          </a:prstGeom>
          <a:solidFill>
            <a:srgbClr val="FDF1E6"/>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3" name="Text 19"/>
          <p:cNvSpPr txBox="1"/>
          <p:nvPr/>
        </p:nvSpPr>
        <p:spPr>
          <a:xfrm>
            <a:off x="2807208"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gestop</a:t>
            </a:r>
            <a:r>
              <a:rPr lang="en-US" sz="2400" b="1" dirty="0">
                <a:solidFill>
                  <a:schemeClr val="accent1"/>
                </a:solidFill>
              </a:rPr>
              <a:t>t</a:t>
            </a:r>
            <a:endParaRPr lang="en-US" sz="2400" dirty="0"/>
          </a:p>
        </p:txBody>
      </p:sp>
      <p:sp>
        <p:nvSpPr>
          <p:cNvPr id="24" name="Shape 20"/>
          <p:cNvSpPr/>
          <p:nvPr/>
        </p:nvSpPr>
        <p:spPr>
          <a:xfrm>
            <a:off x="5065776" y="3898392"/>
            <a:ext cx="2057400" cy="960120"/>
          </a:xfrm>
          <a:prstGeom prst="roundRect">
            <a:avLst>
              <a:gd name="adj" fmla="val 7619"/>
            </a:avLst>
          </a:prstGeom>
          <a:solidFill>
            <a:srgbClr val="EAF1F8"/>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5" name="Text 21"/>
          <p:cNvSpPr txBox="1"/>
          <p:nvPr/>
        </p:nvSpPr>
        <p:spPr>
          <a:xfrm>
            <a:off x="5065776"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gewoon</a:t>
            </a:r>
            <a:r>
              <a:rPr lang="en-US" sz="2400" b="1" dirty="0">
                <a:solidFill>
                  <a:schemeClr val="accent2"/>
                </a:solidFill>
              </a:rPr>
              <a:t>d</a:t>
            </a:r>
            <a:endParaRPr lang="en-US" sz="2400" dirty="0"/>
          </a:p>
        </p:txBody>
      </p:sp>
      <p:sp>
        <p:nvSpPr>
          <p:cNvPr id="26" name="Shape 22"/>
          <p:cNvSpPr/>
          <p:nvPr/>
        </p:nvSpPr>
        <p:spPr>
          <a:xfrm>
            <a:off x="7324344" y="3898392"/>
            <a:ext cx="2057400" cy="960120"/>
          </a:xfrm>
          <a:prstGeom prst="roundRect">
            <a:avLst>
              <a:gd name="adj" fmla="val 7619"/>
            </a:avLst>
          </a:prstGeom>
          <a:solidFill>
            <a:srgbClr val="FDF1E6"/>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7" name="Text 23"/>
          <p:cNvSpPr txBox="1"/>
          <p:nvPr/>
        </p:nvSpPr>
        <p:spPr>
          <a:xfrm>
            <a:off x="7324344"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gerook</a:t>
            </a:r>
            <a:r>
              <a:rPr lang="en-US" sz="2400" b="1" dirty="0">
                <a:solidFill>
                  <a:schemeClr val="accent1"/>
                </a:solidFill>
              </a:rPr>
              <a:t>t</a:t>
            </a:r>
            <a:endParaRPr lang="en-US" sz="2400" dirty="0"/>
          </a:p>
        </p:txBody>
      </p:sp>
      <p:sp>
        <p:nvSpPr>
          <p:cNvPr id="28" name="Shape 24"/>
          <p:cNvSpPr/>
          <p:nvPr/>
        </p:nvSpPr>
        <p:spPr>
          <a:xfrm>
            <a:off x="9582912" y="3898392"/>
            <a:ext cx="2057400" cy="960120"/>
          </a:xfrm>
          <a:prstGeom prst="roundRect">
            <a:avLst>
              <a:gd name="adj" fmla="val 7619"/>
            </a:avLst>
          </a:prstGeom>
          <a:solidFill>
            <a:srgbClr val="EAF1F8"/>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29" name="Text 25"/>
          <p:cNvSpPr txBox="1"/>
          <p:nvPr/>
        </p:nvSpPr>
        <p:spPr>
          <a:xfrm>
            <a:off x="9582912" y="3898392"/>
            <a:ext cx="2057400" cy="960120"/>
          </a:xfrm>
          <a:prstGeom prst="rect">
            <a:avLst/>
          </a:prstGeom>
          <a:noFill/>
          <a:ln/>
        </p:spPr>
        <p:txBody>
          <a:bodyPr wrap="square" lIns="0" tIns="0" rIns="0" bIns="0" rtlCol="0" anchor="ctr"/>
          <a:lstStyle/>
          <a:p>
            <a:pPr algn="ctr" indent="0" marL="0">
              <a:buNone/>
            </a:pPr>
            <a:r>
              <a:rPr lang="en-US" sz="2400" i="1" dirty="0">
                <a:solidFill>
                  <a:schemeClr val="tx1"/>
                </a:solidFill>
              </a:rPr>
              <a:t>geleef</a:t>
            </a:r>
            <a:r>
              <a:rPr lang="en-US" sz="2400" b="1" dirty="0">
                <a:solidFill>
                  <a:schemeClr val="accent2"/>
                </a:solidFill>
              </a:rPr>
              <a:t>d</a:t>
            </a:r>
            <a:endParaRPr lang="en-US" sz="2400" dirty="0"/>
          </a:p>
        </p:txBody>
      </p:sp>
      <p:sp>
        <p:nvSpPr>
          <p:cNvPr id="30" name="Shape 26"/>
          <p:cNvSpPr/>
          <p:nvPr/>
        </p:nvSpPr>
        <p:spPr>
          <a:xfrm>
            <a:off x="2377440" y="5178552"/>
            <a:ext cx="1097280" cy="1097280"/>
          </a:xfrm>
          <a:prstGeom prst="ellipse">
            <a:avLst/>
          </a:prstGeom>
          <a:solidFill>
            <a:schemeClr val="accent1"/>
          </a:solidFill>
          <a:ln w="12700">
            <a:solidFill>
              <a:srgbClr val="FFFFFF">
                <a:alpha val="0"/>
              </a:srgbClr>
            </a:solidFill>
            <a:prstDash val="solid"/>
          </a:ln>
        </p:spPr>
      </p:sp>
      <p:sp>
        <p:nvSpPr>
          <p:cNvPr id="31" name="Text 27"/>
          <p:cNvSpPr txBox="1"/>
          <p:nvPr/>
        </p:nvSpPr>
        <p:spPr>
          <a:xfrm>
            <a:off x="2377440" y="5178552"/>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T</a:t>
            </a:r>
            <a:endParaRPr lang="en-US" sz="4400" dirty="0"/>
          </a:p>
        </p:txBody>
      </p:sp>
      <p:sp>
        <p:nvSpPr>
          <p:cNvPr id="32" name="Shape 28"/>
          <p:cNvSpPr/>
          <p:nvPr/>
        </p:nvSpPr>
        <p:spPr>
          <a:xfrm>
            <a:off x="8714232" y="5178552"/>
            <a:ext cx="1097280" cy="1097280"/>
          </a:xfrm>
          <a:prstGeom prst="ellipse">
            <a:avLst/>
          </a:prstGeom>
          <a:solidFill>
            <a:schemeClr val="accent2"/>
          </a:solidFill>
          <a:ln w="12700">
            <a:solidFill>
              <a:srgbClr val="FFFFFF">
                <a:alpha val="0"/>
              </a:srgbClr>
            </a:solidFill>
            <a:prstDash val="solid"/>
          </a:ln>
        </p:spPr>
      </p:sp>
      <p:sp>
        <p:nvSpPr>
          <p:cNvPr id="33" name="Text 29"/>
          <p:cNvSpPr txBox="1"/>
          <p:nvPr/>
        </p:nvSpPr>
        <p:spPr>
          <a:xfrm>
            <a:off x="8714232" y="5178552"/>
            <a:ext cx="1097280" cy="1097280"/>
          </a:xfrm>
          <a:prstGeom prst="rect">
            <a:avLst/>
          </a:prstGeom>
          <a:noFill/>
          <a:ln/>
        </p:spPr>
        <p:txBody>
          <a:bodyPr wrap="square" lIns="0" tIns="0" rIns="0" bIns="0" rtlCol="0" anchor="ctr"/>
          <a:lstStyle/>
          <a:p>
            <a:pPr algn="ctr" indent="0" marL="0">
              <a:buNone/>
            </a:pPr>
            <a:r>
              <a:rPr lang="en-US" sz="4400" b="1" dirty="0">
                <a:solidFill>
                  <a:schemeClr val="bg1"/>
                </a:solidFill>
                <a:latin typeface="+mj-lt" pitchFamily="34" charset="0"/>
                <a:ea typeface="+mj-lt" pitchFamily="34" charset="-122"/>
                <a:cs typeface="+mj-lt" pitchFamily="34" charset="-120"/>
              </a:rPr>
              <a:t>D</a:t>
            </a:r>
            <a:endParaRPr lang="en-US" sz="4400" dirty="0"/>
          </a:p>
        </p:txBody>
      </p:sp>
      <p:sp>
        <p:nvSpPr>
          <p:cNvPr id="34" name="Text 30"/>
          <p:cNvSpPr txBox="1"/>
          <p:nvPr/>
        </p:nvSpPr>
        <p:spPr>
          <a:xfrm>
            <a:off x="3657600" y="5178552"/>
            <a:ext cx="4873752" cy="1097280"/>
          </a:xfrm>
          <a:prstGeom prst="rect">
            <a:avLst/>
          </a:prstGeom>
          <a:noFill/>
          <a:ln/>
        </p:spPr>
        <p:txBody>
          <a:bodyPr wrap="square" lIns="0" tIns="0" rIns="0" bIns="0" rtlCol="0" anchor="ctr"/>
          <a:lstStyle/>
          <a:p>
            <a:pPr algn="ctr" indent="0" marL="0">
              <a:spcAft>
                <a:spcPts val="600"/>
              </a:spcAft>
              <a:buNone/>
            </a:pPr>
            <a:r>
              <a:rPr lang="en-US" sz="1600" i="1" dirty="0">
                <a:solidFill>
                  <a:schemeClr val="accent5"/>
                </a:solidFill>
              </a:rPr>
              <a:t>gerookt</a:t>
            </a:r>
            <a:r>
              <a:rPr lang="en-US" sz="1600" i="1" dirty="0">
                <a:solidFill>
                  <a:schemeClr val="accent5"/>
                </a:solidFill>
              </a:rPr>
              <a:t> : </a:t>
            </a:r>
            <a:r>
              <a:rPr lang="en-US" sz="1600" i="1" dirty="0">
                <a:solidFill>
                  <a:schemeClr val="accent5"/>
                </a:solidFill>
              </a:rPr>
              <a:t>k</a:t>
            </a:r>
            <a:r>
              <a:rPr lang="en-US" sz="1600" i="1" dirty="0">
                <a:solidFill>
                  <a:schemeClr val="accent5"/>
                </a:solidFill>
              </a:rPr>
              <a:t> est dans KetCHuP</a:t>
            </a:r>
            <a:endParaRPr lang="en-US" sz="1600" dirty="0"/>
          </a:p>
          <a:p>
            <a:pPr algn="ctr" indent="0" marL="0">
              <a:spcAft>
                <a:spcPts val="600"/>
              </a:spcAft>
              <a:buNone/>
            </a:pPr>
            <a:r>
              <a:rPr lang="en-US" sz="1600" i="1" dirty="0">
                <a:solidFill>
                  <a:schemeClr val="accent5"/>
                </a:solidFill>
              </a:rPr>
              <a:t>geleefd</a:t>
            </a:r>
            <a:r>
              <a:rPr lang="en-US" sz="1600" i="1" dirty="0">
                <a:solidFill>
                  <a:schemeClr val="accent5"/>
                </a:solidFill>
              </a:rPr>
              <a:t> : </a:t>
            </a:r>
            <a:r>
              <a:rPr lang="en-US" sz="1600" i="1" dirty="0">
                <a:solidFill>
                  <a:schemeClr val="accent5"/>
                </a:solidFill>
              </a:rPr>
              <a:t>v</a:t>
            </a:r>
            <a:r>
              <a:rPr lang="en-US" sz="1600" i="1" dirty="0">
                <a:solidFill>
                  <a:schemeClr val="accent5"/>
                </a:solidFill>
              </a:rPr>
              <a:t> à l’infinitif (diapo 7)</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hebben of zijn?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hebben ou zijn, conjugué.</a:t>
            </a:r>
            <a:endParaRPr lang="en-US" sz="1700" dirty="0"/>
          </a:p>
        </p:txBody>
      </p:sp>
      <p:sp>
        <p:nvSpPr>
          <p:cNvPr id="8" name="Text 4"/>
          <p:cNvSpPr txBox="1"/>
          <p:nvPr/>
        </p:nvSpPr>
        <p:spPr>
          <a:xfrm>
            <a:off x="548640" y="2023872"/>
            <a:ext cx="8138160" cy="4267200"/>
          </a:xfrm>
          <a:prstGeom prst="rect">
            <a:avLst/>
          </a:prstGeom>
          <a:noFill/>
          <a:ln/>
        </p:spPr>
        <p:txBody>
          <a:bodyPr wrap="square" lIns="0" tIns="0" rIns="0" bIns="0" rtlCol="0" anchor="t"/>
          <a:lstStyle/>
          <a:p>
            <a:pPr indent="0" marL="0">
              <a:spcAft>
                <a:spcPts val="1200"/>
              </a:spcAft>
              <a:buNone/>
            </a:pPr>
            <a:r>
              <a:rPr lang="en-US" sz="2100" b="1" dirty="0">
                <a:solidFill>
                  <a:schemeClr val="tx2"/>
                </a:solidFill>
              </a:rPr>
              <a:t>1  </a:t>
            </a:r>
            <a:r>
              <a:rPr lang="en-US" sz="2100" dirty="0">
                <a:solidFill>
                  <a:schemeClr val="tx1"/>
                </a:solidFill>
              </a:rPr>
              <a:t>Ik </a:t>
            </a:r>
            <a:r>
              <a:rPr lang="en-US" sz="2100" dirty="0">
                <a:solidFill>
                  <a:schemeClr val="accent5"/>
                </a:solidFill>
              </a:rPr>
              <a:t>…………</a:t>
            </a:r>
            <a:r>
              <a:rPr lang="en-US" sz="2100" dirty="0">
                <a:solidFill>
                  <a:schemeClr val="tx1"/>
                </a:solidFill>
              </a:rPr>
              <a:t> gisteren tot 18 uur gewerkt.</a:t>
            </a:r>
            <a:endParaRPr lang="en-US" sz="2100" dirty="0"/>
          </a:p>
          <a:p>
            <a:pPr indent="0" marL="0">
              <a:spcAft>
                <a:spcPts val="1200"/>
              </a:spcAft>
              <a:buNone/>
            </a:pPr>
            <a:r>
              <a:rPr lang="en-US" sz="2100" b="1" dirty="0">
                <a:solidFill>
                  <a:schemeClr val="tx2"/>
                </a:solidFill>
              </a:rPr>
              <a:t>2  </a:t>
            </a:r>
            <a:r>
              <a:rPr lang="en-US" sz="2100" dirty="0">
                <a:solidFill>
                  <a:schemeClr val="tx1"/>
                </a:solidFill>
              </a:rPr>
              <a:t>Sofie </a:t>
            </a:r>
            <a:r>
              <a:rPr lang="en-US" sz="2100" dirty="0">
                <a:solidFill>
                  <a:schemeClr val="accent5"/>
                </a:solidFill>
              </a:rPr>
              <a:t>…………</a:t>
            </a:r>
            <a:r>
              <a:rPr lang="en-US" sz="2100" dirty="0">
                <a:solidFill>
                  <a:schemeClr val="tx1"/>
                </a:solidFill>
              </a:rPr>
              <a:t> naar Gent gegaan.</a:t>
            </a:r>
            <a:endParaRPr lang="en-US" sz="2100" dirty="0"/>
          </a:p>
          <a:p>
            <a:pPr indent="0" marL="0">
              <a:spcAft>
                <a:spcPts val="1200"/>
              </a:spcAft>
              <a:buNone/>
            </a:pPr>
            <a:r>
              <a:rPr lang="en-US" sz="2100" b="1" dirty="0">
                <a:solidFill>
                  <a:schemeClr val="tx2"/>
                </a:solidFill>
              </a:rPr>
              <a:t>3  </a:t>
            </a:r>
            <a:r>
              <a:rPr lang="en-US" sz="2100" dirty="0">
                <a:solidFill>
                  <a:schemeClr val="tx1"/>
                </a:solidFill>
              </a:rPr>
              <a:t>We </a:t>
            </a:r>
            <a:r>
              <a:rPr lang="en-US" sz="2100" dirty="0">
                <a:solidFill>
                  <a:schemeClr val="accent5"/>
                </a:solidFill>
              </a:rPr>
              <a:t>…………</a:t>
            </a:r>
            <a:r>
              <a:rPr lang="en-US" sz="2100" dirty="0">
                <a:solidFill>
                  <a:schemeClr val="tx1"/>
                </a:solidFill>
              </a:rPr>
              <a:t> een pizza gegeten.</a:t>
            </a:r>
            <a:endParaRPr lang="en-US" sz="2100" dirty="0"/>
          </a:p>
          <a:p>
            <a:pPr indent="0" marL="0">
              <a:spcAft>
                <a:spcPts val="1200"/>
              </a:spcAft>
              <a:buNone/>
            </a:pPr>
            <a:r>
              <a:rPr lang="en-US" sz="2100" b="1" dirty="0">
                <a:solidFill>
                  <a:schemeClr val="tx2"/>
                </a:solidFill>
              </a:rPr>
              <a:t>4  </a:t>
            </a:r>
            <a:r>
              <a:rPr lang="en-US" sz="2100" dirty="0">
                <a:solidFill>
                  <a:schemeClr val="tx1"/>
                </a:solidFill>
              </a:rPr>
              <a:t>Karim </a:t>
            </a:r>
            <a:r>
              <a:rPr lang="en-US" sz="2100" dirty="0">
                <a:solidFill>
                  <a:schemeClr val="accent5"/>
                </a:solidFill>
              </a:rPr>
              <a:t>…………</a:t>
            </a:r>
            <a:r>
              <a:rPr lang="en-US" sz="2100" dirty="0">
                <a:solidFill>
                  <a:schemeClr val="tx1"/>
                </a:solidFill>
              </a:rPr>
              <a:t> ziek geweest.</a:t>
            </a:r>
            <a:endParaRPr lang="en-US" sz="2100" dirty="0"/>
          </a:p>
          <a:p>
            <a:pPr indent="0" marL="0">
              <a:spcAft>
                <a:spcPts val="1200"/>
              </a:spcAft>
              <a:buNone/>
            </a:pPr>
            <a:r>
              <a:rPr lang="en-US" sz="2100" b="1" dirty="0">
                <a:solidFill>
                  <a:schemeClr val="tx2"/>
                </a:solidFill>
              </a:rPr>
              <a:t>5  </a:t>
            </a:r>
            <a:r>
              <a:rPr lang="en-US" sz="2100" dirty="0">
                <a:solidFill>
                  <a:schemeClr val="accent5"/>
                </a:solidFill>
              </a:rPr>
              <a:t>…………</a:t>
            </a:r>
            <a:r>
              <a:rPr lang="en-US" sz="2100" dirty="0">
                <a:solidFill>
                  <a:schemeClr val="tx1"/>
                </a:solidFill>
              </a:rPr>
              <a:t> jullie het formulier ingevuld?</a:t>
            </a:r>
            <a:endParaRPr lang="en-US" sz="2100" dirty="0"/>
          </a:p>
          <a:p>
            <a:pPr indent="0" marL="0">
              <a:spcAft>
                <a:spcPts val="1200"/>
              </a:spcAft>
              <a:buNone/>
            </a:pPr>
            <a:r>
              <a:rPr lang="en-US" sz="2100" b="1" dirty="0">
                <a:solidFill>
                  <a:schemeClr val="tx2"/>
                </a:solidFill>
              </a:rPr>
              <a:t>6  </a:t>
            </a:r>
            <a:r>
              <a:rPr lang="en-US" sz="2100" dirty="0">
                <a:solidFill>
                  <a:schemeClr val="tx1"/>
                </a:solidFill>
              </a:rPr>
              <a:t>De trein </a:t>
            </a:r>
            <a:r>
              <a:rPr lang="en-US" sz="2100" dirty="0">
                <a:solidFill>
                  <a:schemeClr val="accent5"/>
                </a:solidFill>
              </a:rPr>
              <a:t>…………</a:t>
            </a:r>
            <a:r>
              <a:rPr lang="en-US" sz="2100" dirty="0">
                <a:solidFill>
                  <a:schemeClr val="tx1"/>
                </a:solidFill>
              </a:rPr>
              <a:t> om 8 uur vertrokken.</a:t>
            </a:r>
            <a:endParaRPr lang="en-US" sz="2100" dirty="0"/>
          </a:p>
          <a:p>
            <a:pPr indent="0" marL="0">
              <a:spcAft>
                <a:spcPts val="1200"/>
              </a:spcAft>
              <a:buNone/>
            </a:pPr>
            <a:r>
              <a:rPr lang="en-US" sz="2100" b="1" dirty="0">
                <a:solidFill>
                  <a:schemeClr val="tx2"/>
                </a:solidFill>
              </a:rPr>
              <a:t>7  </a:t>
            </a:r>
            <a:r>
              <a:rPr lang="en-US" sz="2100" dirty="0">
                <a:solidFill>
                  <a:schemeClr val="tx1"/>
                </a:solidFill>
              </a:rPr>
              <a:t>Ik </a:t>
            </a:r>
            <a:r>
              <a:rPr lang="en-US" sz="2100" dirty="0">
                <a:solidFill>
                  <a:schemeClr val="accent5"/>
                </a:solidFill>
              </a:rPr>
              <a:t>…………</a:t>
            </a:r>
            <a:r>
              <a:rPr lang="en-US" sz="2100" dirty="0">
                <a:solidFill>
                  <a:schemeClr val="tx1"/>
                </a:solidFill>
              </a:rPr>
              <a:t> thuis gebleven.</a:t>
            </a:r>
            <a:endParaRPr lang="en-US" sz="2100" dirty="0"/>
          </a:p>
          <a:p>
            <a:pPr indent="0" marL="0">
              <a:spcAft>
                <a:spcPts val="1200"/>
              </a:spcAft>
              <a:buNone/>
            </a:pPr>
            <a:r>
              <a:rPr lang="en-US" sz="2100" b="1" dirty="0">
                <a:solidFill>
                  <a:schemeClr val="tx2"/>
                </a:solidFill>
              </a:rPr>
              <a:t>8  </a:t>
            </a:r>
            <a:r>
              <a:rPr lang="en-US" sz="2100" dirty="0">
                <a:solidFill>
                  <a:schemeClr val="tx1"/>
                </a:solidFill>
              </a:rPr>
              <a:t>Hij </a:t>
            </a:r>
            <a:r>
              <a:rPr lang="en-US" sz="2100" dirty="0">
                <a:solidFill>
                  <a:schemeClr val="accent5"/>
                </a:solidFill>
              </a:rPr>
              <a:t>…………</a:t>
            </a:r>
            <a:r>
              <a:rPr lang="en-US" sz="2100" dirty="0">
                <a:solidFill>
                  <a:schemeClr val="tx1"/>
                </a:solidFill>
              </a:rPr>
              <a:t> om 6 uur opgestaan.</a:t>
            </a:r>
            <a:endParaRPr lang="en-US" sz="2100" dirty="0"/>
          </a:p>
        </p:txBody>
      </p:sp>
      <p:sp>
        <p:nvSpPr>
          <p:cNvPr id="9" name="Shape 5"/>
          <p:cNvSpPr/>
          <p:nvPr/>
        </p:nvSpPr>
        <p:spPr>
          <a:xfrm>
            <a:off x="8988552" y="2142744"/>
            <a:ext cx="1545336" cy="2212848"/>
          </a:xfrm>
          <a:prstGeom prst="roundRect">
            <a:avLst>
              <a:gd name="adj" fmla="val 2367"/>
            </a:avLst>
          </a:prstGeom>
          <a:solidFill>
            <a:srgbClr val="E6EBF2"/>
          </a:solidFill>
          <a:ln w="12700">
            <a:solidFill>
              <a:srgbClr val="4A5A70"/>
            </a:solidFill>
            <a:prstDash val="solid"/>
          </a:ln>
        </p:spPr>
      </p:sp>
      <p:sp>
        <p:nvSpPr>
          <p:cNvPr id="10" name="Shape 6"/>
          <p:cNvSpPr/>
          <p:nvPr/>
        </p:nvSpPr>
        <p:spPr>
          <a:xfrm>
            <a:off x="9098280" y="2252472"/>
            <a:ext cx="1325880" cy="2103120"/>
          </a:xfrm>
          <a:prstGeom prst="roundRect">
            <a:avLst>
              <a:gd name="adj" fmla="val 2759"/>
            </a:avLst>
          </a:prstGeom>
          <a:solidFill>
            <a:schemeClr val="tx2"/>
          </a:solidFill>
          <a:ln w="12700">
            <a:solidFill>
              <a:srgbClr val="FFFFFF">
                <a:alpha val="0"/>
              </a:srgbClr>
            </a:solidFill>
            <a:prstDash val="solid"/>
          </a:ln>
        </p:spPr>
      </p:sp>
      <p:sp>
        <p:nvSpPr>
          <p:cNvPr id="11" name="Shape 7"/>
          <p:cNvSpPr/>
          <p:nvPr/>
        </p:nvSpPr>
        <p:spPr>
          <a:xfrm>
            <a:off x="9235440" y="2389632"/>
            <a:ext cx="1051560" cy="799186"/>
          </a:xfrm>
          <a:prstGeom prst="roundRect">
            <a:avLst>
              <a:gd name="adj" fmla="val 4577"/>
            </a:avLst>
          </a:prstGeom>
          <a:solidFill>
            <a:srgbClr val="FFFFFF">
              <a:alpha val="15000"/>
            </a:srgbClr>
          </a:solidFill>
          <a:ln w="12700">
            <a:solidFill>
              <a:srgbClr val="FFFFFF">
                <a:alpha val="40000"/>
              </a:srgbClr>
            </a:solidFill>
            <a:prstDash val="solid"/>
          </a:ln>
        </p:spPr>
      </p:sp>
      <p:sp>
        <p:nvSpPr>
          <p:cNvPr id="12" name="Text 8"/>
          <p:cNvSpPr txBox="1"/>
          <p:nvPr/>
        </p:nvSpPr>
        <p:spPr>
          <a:xfrm>
            <a:off x="9098280" y="2389632"/>
            <a:ext cx="1325880" cy="79918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HEBBEN</a:t>
            </a:r>
            <a:endParaRPr lang="en-US" sz="1400" dirty="0"/>
          </a:p>
        </p:txBody>
      </p:sp>
      <p:sp>
        <p:nvSpPr>
          <p:cNvPr id="13" name="Shape 9"/>
          <p:cNvSpPr/>
          <p:nvPr/>
        </p:nvSpPr>
        <p:spPr>
          <a:xfrm>
            <a:off x="10131552" y="3219907"/>
            <a:ext cx="146304" cy="146304"/>
          </a:xfrm>
          <a:prstGeom prst="ellipse">
            <a:avLst/>
          </a:prstGeom>
          <a:solidFill>
            <a:srgbClr val="F6C27E"/>
          </a:solidFill>
          <a:ln w="12700">
            <a:solidFill>
              <a:srgbClr val="FFFFFF">
                <a:alpha val="0"/>
              </a:srgbClr>
            </a:solidFill>
            <a:prstDash val="solid"/>
          </a:ln>
        </p:spPr>
      </p:sp>
      <p:sp>
        <p:nvSpPr>
          <p:cNvPr id="14" name="Shape 10"/>
          <p:cNvSpPr/>
          <p:nvPr/>
        </p:nvSpPr>
        <p:spPr>
          <a:xfrm>
            <a:off x="10543032" y="2691384"/>
            <a:ext cx="1133856" cy="1664208"/>
          </a:xfrm>
          <a:prstGeom prst="roundRect">
            <a:avLst>
              <a:gd name="adj" fmla="val 3226"/>
            </a:avLst>
          </a:prstGeom>
          <a:solidFill>
            <a:srgbClr val="E6EBF2"/>
          </a:solidFill>
          <a:ln w="12700">
            <a:solidFill>
              <a:srgbClr val="4A5A70"/>
            </a:solidFill>
            <a:prstDash val="solid"/>
          </a:ln>
        </p:spPr>
      </p:sp>
      <p:sp>
        <p:nvSpPr>
          <p:cNvPr id="15" name="Shape 11"/>
          <p:cNvSpPr/>
          <p:nvPr/>
        </p:nvSpPr>
        <p:spPr>
          <a:xfrm>
            <a:off x="10652760" y="2801112"/>
            <a:ext cx="914400" cy="1554480"/>
          </a:xfrm>
          <a:prstGeom prst="roundRect">
            <a:avLst>
              <a:gd name="adj" fmla="val 4000"/>
            </a:avLst>
          </a:prstGeom>
          <a:solidFill>
            <a:schemeClr val="accent3"/>
          </a:solidFill>
          <a:ln w="12700">
            <a:solidFill>
              <a:srgbClr val="FFFFFF">
                <a:alpha val="0"/>
              </a:srgbClr>
            </a:solidFill>
            <a:prstDash val="solid"/>
          </a:ln>
        </p:spPr>
      </p:sp>
      <p:sp>
        <p:nvSpPr>
          <p:cNvPr id="16" name="Shape 12"/>
          <p:cNvSpPr/>
          <p:nvPr/>
        </p:nvSpPr>
        <p:spPr>
          <a:xfrm>
            <a:off x="10789920" y="2938272"/>
            <a:ext cx="640080" cy="590702"/>
          </a:xfrm>
          <a:prstGeom prst="roundRect">
            <a:avLst>
              <a:gd name="adj" fmla="val 6192"/>
            </a:avLst>
          </a:prstGeom>
          <a:solidFill>
            <a:srgbClr val="FFFFFF">
              <a:alpha val="15000"/>
            </a:srgbClr>
          </a:solidFill>
          <a:ln w="12700">
            <a:solidFill>
              <a:srgbClr val="FFFFFF">
                <a:alpha val="40000"/>
              </a:srgbClr>
            </a:solidFill>
            <a:prstDash val="solid"/>
          </a:ln>
        </p:spPr>
      </p:sp>
      <p:sp>
        <p:nvSpPr>
          <p:cNvPr id="17" name="Text 13"/>
          <p:cNvSpPr txBox="1"/>
          <p:nvPr/>
        </p:nvSpPr>
        <p:spPr>
          <a:xfrm>
            <a:off x="10652760" y="2938272"/>
            <a:ext cx="914400" cy="590702"/>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ZIJN</a:t>
            </a:r>
            <a:endParaRPr lang="en-US" sz="1400" dirty="0"/>
          </a:p>
        </p:txBody>
      </p:sp>
      <p:sp>
        <p:nvSpPr>
          <p:cNvPr id="18" name="Shape 14"/>
          <p:cNvSpPr/>
          <p:nvPr/>
        </p:nvSpPr>
        <p:spPr>
          <a:xfrm>
            <a:off x="11274552" y="3516173"/>
            <a:ext cx="146304" cy="146304"/>
          </a:xfrm>
          <a:prstGeom prst="ellipse">
            <a:avLst/>
          </a:prstGeom>
          <a:solidFill>
            <a:srgbClr val="F6C27E"/>
          </a:solidFill>
          <a:ln w="12700">
            <a:solidFill>
              <a:srgbClr val="FFFFFF">
                <a:alpha val="0"/>
              </a:srgbClr>
            </a:solidFill>
            <a:prstDash val="solid"/>
          </a:ln>
        </p:spPr>
      </p:sp>
      <p:sp>
        <p:nvSpPr>
          <p:cNvPr id="19" name="Text 15"/>
          <p:cNvSpPr txBox="1"/>
          <p:nvPr/>
        </p:nvSpPr>
        <p:spPr>
          <a:xfrm>
            <a:off x="9006840" y="4629912"/>
            <a:ext cx="2633472" cy="1828800"/>
          </a:xfrm>
          <a:prstGeom prst="rect">
            <a:avLst/>
          </a:prstGeom>
          <a:noFill/>
          <a:ln/>
        </p:spPr>
        <p:txBody>
          <a:bodyPr wrap="square" lIns="0" tIns="0" rIns="0" bIns="0" rtlCol="0" anchor="t"/>
          <a:lstStyle/>
          <a:p>
            <a:pPr algn="l" indent="0" marL="0">
              <a:spcAft>
                <a:spcPts val="800"/>
              </a:spcAft>
              <a:buNone/>
            </a:pPr>
            <a:r>
              <a:rPr lang="en-US" sz="1500" b="1" dirty="0">
                <a:solidFill>
                  <a:schemeClr val="tx1"/>
                </a:solidFill>
              </a:rPr>
              <a:t>zijn</a:t>
            </a:r>
            <a:r>
              <a:rPr lang="en-US" sz="1500" dirty="0">
                <a:solidFill>
                  <a:schemeClr val="tx1"/>
                </a:solidFill>
              </a:rPr>
              <a:t> : déplacement · changement · </a:t>
            </a:r>
            <a:r>
              <a:rPr lang="en-US" sz="1500" i="1" dirty="0">
                <a:solidFill>
                  <a:schemeClr val="tx1"/>
                </a:solidFill>
              </a:rPr>
              <a:t>blijven, zijn</a:t>
            </a:r>
            <a:endParaRPr lang="en-US" sz="1500" dirty="0"/>
          </a:p>
          <a:p>
            <a:pPr algn="l" indent="0" marL="0">
              <a:spcAft>
                <a:spcPts val="800"/>
              </a:spcAft>
              <a:buNone/>
            </a:pPr>
            <a:r>
              <a:rPr lang="en-US" sz="1500" b="1" dirty="0">
                <a:solidFill>
                  <a:schemeClr val="tx1"/>
                </a:solidFill>
              </a:rPr>
              <a:t>hebben</a:t>
            </a:r>
            <a:r>
              <a:rPr lang="en-US" sz="1500" dirty="0">
                <a:solidFill>
                  <a:schemeClr val="tx1"/>
                </a:solidFill>
              </a:rPr>
              <a:t> : tout le reste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hebben of zijn?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hebben ou zijn, conjugué.</a:t>
            </a:r>
            <a:endParaRPr lang="en-US" sz="1700" dirty="0"/>
          </a:p>
        </p:txBody>
      </p:sp>
      <p:sp>
        <p:nvSpPr>
          <p:cNvPr id="9" name="Text 5"/>
          <p:cNvSpPr txBox="1"/>
          <p:nvPr/>
        </p:nvSpPr>
        <p:spPr>
          <a:xfrm>
            <a:off x="548640" y="2023872"/>
            <a:ext cx="8138160" cy="4267200"/>
          </a:xfrm>
          <a:prstGeom prst="rect">
            <a:avLst/>
          </a:prstGeom>
          <a:noFill/>
          <a:ln/>
        </p:spPr>
        <p:txBody>
          <a:bodyPr wrap="square" lIns="0" tIns="0" rIns="0" bIns="0" rtlCol="0" anchor="t"/>
          <a:lstStyle/>
          <a:p>
            <a:pPr indent="0" marL="0">
              <a:spcAft>
                <a:spcPts val="1200"/>
              </a:spcAft>
              <a:buNone/>
            </a:pPr>
            <a:r>
              <a:rPr lang="en-US" sz="2100" b="1" dirty="0">
                <a:solidFill>
                  <a:schemeClr val="tx2"/>
                </a:solidFill>
              </a:rPr>
              <a:t>1  </a:t>
            </a:r>
            <a:r>
              <a:rPr lang="en-US" sz="2100" dirty="0">
                <a:solidFill>
                  <a:schemeClr val="tx1"/>
                </a:solidFill>
              </a:rPr>
              <a:t>Ik </a:t>
            </a:r>
            <a:r>
              <a:rPr lang="en-US" sz="2100" b="1" dirty="0">
                <a:solidFill>
                  <a:schemeClr val="accent3"/>
                </a:solidFill>
              </a:rPr>
              <a:t>heb</a:t>
            </a:r>
            <a:r>
              <a:rPr lang="en-US" sz="2100" dirty="0">
                <a:solidFill>
                  <a:schemeClr val="tx1"/>
                </a:solidFill>
              </a:rPr>
              <a:t> gisteren tot 18 uur gewerkt.</a:t>
            </a:r>
            <a:endParaRPr lang="en-US" sz="2100" dirty="0"/>
          </a:p>
          <a:p>
            <a:pPr indent="0" marL="0">
              <a:spcAft>
                <a:spcPts val="1200"/>
              </a:spcAft>
              <a:buNone/>
            </a:pPr>
            <a:r>
              <a:rPr lang="en-US" sz="2100" b="1" dirty="0">
                <a:solidFill>
                  <a:schemeClr val="tx2"/>
                </a:solidFill>
              </a:rPr>
              <a:t>2  </a:t>
            </a:r>
            <a:r>
              <a:rPr lang="en-US" sz="2100" dirty="0">
                <a:solidFill>
                  <a:schemeClr val="tx1"/>
                </a:solidFill>
              </a:rPr>
              <a:t>Sofie </a:t>
            </a:r>
            <a:r>
              <a:rPr lang="en-US" sz="2100" b="1" dirty="0">
                <a:solidFill>
                  <a:schemeClr val="accent3"/>
                </a:solidFill>
              </a:rPr>
              <a:t>is</a:t>
            </a:r>
            <a:r>
              <a:rPr lang="en-US" sz="2100" dirty="0">
                <a:solidFill>
                  <a:schemeClr val="tx1"/>
                </a:solidFill>
              </a:rPr>
              <a:t> naar Gent gegaan.</a:t>
            </a:r>
            <a:endParaRPr lang="en-US" sz="2100" dirty="0"/>
          </a:p>
          <a:p>
            <a:pPr indent="0" marL="0">
              <a:spcAft>
                <a:spcPts val="1200"/>
              </a:spcAft>
              <a:buNone/>
            </a:pPr>
            <a:r>
              <a:rPr lang="en-US" sz="2100" b="1" dirty="0">
                <a:solidFill>
                  <a:schemeClr val="tx2"/>
                </a:solidFill>
              </a:rPr>
              <a:t>3  </a:t>
            </a:r>
            <a:r>
              <a:rPr lang="en-US" sz="2100" dirty="0">
                <a:solidFill>
                  <a:schemeClr val="tx1"/>
                </a:solidFill>
              </a:rPr>
              <a:t>We </a:t>
            </a:r>
            <a:r>
              <a:rPr lang="en-US" sz="2100" b="1" dirty="0">
                <a:solidFill>
                  <a:schemeClr val="accent3"/>
                </a:solidFill>
              </a:rPr>
              <a:t>hebben</a:t>
            </a:r>
            <a:r>
              <a:rPr lang="en-US" sz="2100" dirty="0">
                <a:solidFill>
                  <a:schemeClr val="tx1"/>
                </a:solidFill>
              </a:rPr>
              <a:t> een pizza gegeten.</a:t>
            </a:r>
            <a:endParaRPr lang="en-US" sz="2100" dirty="0"/>
          </a:p>
          <a:p>
            <a:pPr indent="0" marL="0">
              <a:spcAft>
                <a:spcPts val="1200"/>
              </a:spcAft>
              <a:buNone/>
            </a:pPr>
            <a:r>
              <a:rPr lang="en-US" sz="2100" b="1" dirty="0">
                <a:solidFill>
                  <a:schemeClr val="tx2"/>
                </a:solidFill>
              </a:rPr>
              <a:t>4  </a:t>
            </a:r>
            <a:r>
              <a:rPr lang="en-US" sz="2100" dirty="0">
                <a:solidFill>
                  <a:schemeClr val="tx1"/>
                </a:solidFill>
              </a:rPr>
              <a:t>Karim </a:t>
            </a:r>
            <a:r>
              <a:rPr lang="en-US" sz="2100" b="1" dirty="0">
                <a:solidFill>
                  <a:schemeClr val="accent3"/>
                </a:solidFill>
              </a:rPr>
              <a:t>is</a:t>
            </a:r>
            <a:r>
              <a:rPr lang="en-US" sz="2100" dirty="0">
                <a:solidFill>
                  <a:schemeClr val="tx1"/>
                </a:solidFill>
              </a:rPr>
              <a:t> ziek geweest.</a:t>
            </a:r>
            <a:endParaRPr lang="en-US" sz="2100" dirty="0"/>
          </a:p>
          <a:p>
            <a:pPr indent="0" marL="0">
              <a:spcAft>
                <a:spcPts val="1200"/>
              </a:spcAft>
              <a:buNone/>
            </a:pPr>
            <a:r>
              <a:rPr lang="en-US" sz="2100" b="1" dirty="0">
                <a:solidFill>
                  <a:schemeClr val="tx2"/>
                </a:solidFill>
              </a:rPr>
              <a:t>5  </a:t>
            </a:r>
            <a:r>
              <a:rPr lang="en-US" sz="2100" b="1" dirty="0">
                <a:solidFill>
                  <a:schemeClr val="accent3"/>
                </a:solidFill>
              </a:rPr>
              <a:t>Hebben</a:t>
            </a:r>
            <a:r>
              <a:rPr lang="en-US" sz="2100" dirty="0">
                <a:solidFill>
                  <a:schemeClr val="tx1"/>
                </a:solidFill>
              </a:rPr>
              <a:t> jullie het formulier ingevuld?</a:t>
            </a:r>
            <a:endParaRPr lang="en-US" sz="2100" dirty="0"/>
          </a:p>
          <a:p>
            <a:pPr indent="0" marL="0">
              <a:spcAft>
                <a:spcPts val="1200"/>
              </a:spcAft>
              <a:buNone/>
            </a:pPr>
            <a:r>
              <a:rPr lang="en-US" sz="2100" b="1" dirty="0">
                <a:solidFill>
                  <a:schemeClr val="tx2"/>
                </a:solidFill>
              </a:rPr>
              <a:t>6  </a:t>
            </a:r>
            <a:r>
              <a:rPr lang="en-US" sz="2100" dirty="0">
                <a:solidFill>
                  <a:schemeClr val="tx1"/>
                </a:solidFill>
              </a:rPr>
              <a:t>De trein </a:t>
            </a:r>
            <a:r>
              <a:rPr lang="en-US" sz="2100" b="1" dirty="0">
                <a:solidFill>
                  <a:schemeClr val="accent3"/>
                </a:solidFill>
              </a:rPr>
              <a:t>is</a:t>
            </a:r>
            <a:r>
              <a:rPr lang="en-US" sz="2100" dirty="0">
                <a:solidFill>
                  <a:schemeClr val="tx1"/>
                </a:solidFill>
              </a:rPr>
              <a:t> om 8 uur vertrokken.</a:t>
            </a:r>
            <a:endParaRPr lang="en-US" sz="2100" dirty="0"/>
          </a:p>
          <a:p>
            <a:pPr indent="0" marL="0">
              <a:spcAft>
                <a:spcPts val="1200"/>
              </a:spcAft>
              <a:buNone/>
            </a:pPr>
            <a:r>
              <a:rPr lang="en-US" sz="2100" b="1" dirty="0">
                <a:solidFill>
                  <a:schemeClr val="tx2"/>
                </a:solidFill>
              </a:rPr>
              <a:t>7  </a:t>
            </a:r>
            <a:r>
              <a:rPr lang="en-US" sz="2100" dirty="0">
                <a:solidFill>
                  <a:schemeClr val="tx1"/>
                </a:solidFill>
              </a:rPr>
              <a:t>Ik </a:t>
            </a:r>
            <a:r>
              <a:rPr lang="en-US" sz="2100" b="1" dirty="0">
                <a:solidFill>
                  <a:schemeClr val="accent3"/>
                </a:solidFill>
              </a:rPr>
              <a:t>ben</a:t>
            </a:r>
            <a:r>
              <a:rPr lang="en-US" sz="2100" dirty="0">
                <a:solidFill>
                  <a:schemeClr val="tx1"/>
                </a:solidFill>
              </a:rPr>
              <a:t> thuis gebleven.</a:t>
            </a:r>
            <a:endParaRPr lang="en-US" sz="2100" dirty="0"/>
          </a:p>
          <a:p>
            <a:pPr indent="0" marL="0">
              <a:spcAft>
                <a:spcPts val="1200"/>
              </a:spcAft>
              <a:buNone/>
            </a:pPr>
            <a:r>
              <a:rPr lang="en-US" sz="2100" b="1" dirty="0">
                <a:solidFill>
                  <a:schemeClr val="tx2"/>
                </a:solidFill>
              </a:rPr>
              <a:t>8  </a:t>
            </a:r>
            <a:r>
              <a:rPr lang="en-US" sz="2100" dirty="0">
                <a:solidFill>
                  <a:schemeClr val="tx1"/>
                </a:solidFill>
              </a:rPr>
              <a:t>Hij </a:t>
            </a:r>
            <a:r>
              <a:rPr lang="en-US" sz="2100" b="1" dirty="0">
                <a:solidFill>
                  <a:schemeClr val="accent3"/>
                </a:solidFill>
              </a:rPr>
              <a:t>is</a:t>
            </a:r>
            <a:r>
              <a:rPr lang="en-US" sz="2100" dirty="0">
                <a:solidFill>
                  <a:schemeClr val="tx1"/>
                </a:solidFill>
              </a:rPr>
              <a:t> om 6 uur opgestaan.</a:t>
            </a:r>
            <a:endParaRPr lang="en-US" sz="2100" dirty="0"/>
          </a:p>
        </p:txBody>
      </p:sp>
      <p:sp>
        <p:nvSpPr>
          <p:cNvPr id="10" name="Shape 6"/>
          <p:cNvSpPr/>
          <p:nvPr/>
        </p:nvSpPr>
        <p:spPr>
          <a:xfrm>
            <a:off x="8988552" y="2142744"/>
            <a:ext cx="1545336" cy="2212848"/>
          </a:xfrm>
          <a:prstGeom prst="roundRect">
            <a:avLst>
              <a:gd name="adj" fmla="val 2367"/>
            </a:avLst>
          </a:prstGeom>
          <a:solidFill>
            <a:srgbClr val="E6EBF2"/>
          </a:solidFill>
          <a:ln w="12700">
            <a:solidFill>
              <a:srgbClr val="4A5A70"/>
            </a:solidFill>
            <a:prstDash val="solid"/>
          </a:ln>
        </p:spPr>
      </p:sp>
      <p:sp>
        <p:nvSpPr>
          <p:cNvPr id="11" name="Shape 7"/>
          <p:cNvSpPr/>
          <p:nvPr/>
        </p:nvSpPr>
        <p:spPr>
          <a:xfrm>
            <a:off x="9098280" y="2252472"/>
            <a:ext cx="1325880" cy="2103120"/>
          </a:xfrm>
          <a:prstGeom prst="roundRect">
            <a:avLst>
              <a:gd name="adj" fmla="val 2759"/>
            </a:avLst>
          </a:prstGeom>
          <a:solidFill>
            <a:schemeClr val="tx2"/>
          </a:solidFill>
          <a:ln w="12700">
            <a:solidFill>
              <a:srgbClr val="FFFFFF">
                <a:alpha val="0"/>
              </a:srgbClr>
            </a:solidFill>
            <a:prstDash val="solid"/>
          </a:ln>
        </p:spPr>
      </p:sp>
      <p:sp>
        <p:nvSpPr>
          <p:cNvPr id="12" name="Shape 8"/>
          <p:cNvSpPr/>
          <p:nvPr/>
        </p:nvSpPr>
        <p:spPr>
          <a:xfrm>
            <a:off x="9235440" y="2389632"/>
            <a:ext cx="1051560" cy="799186"/>
          </a:xfrm>
          <a:prstGeom prst="roundRect">
            <a:avLst>
              <a:gd name="adj" fmla="val 4577"/>
            </a:avLst>
          </a:prstGeom>
          <a:solidFill>
            <a:srgbClr val="FFFFFF">
              <a:alpha val="15000"/>
            </a:srgbClr>
          </a:solidFill>
          <a:ln w="12700">
            <a:solidFill>
              <a:srgbClr val="FFFFFF">
                <a:alpha val="40000"/>
              </a:srgbClr>
            </a:solidFill>
            <a:prstDash val="solid"/>
          </a:ln>
        </p:spPr>
      </p:sp>
      <p:sp>
        <p:nvSpPr>
          <p:cNvPr id="13" name="Text 9"/>
          <p:cNvSpPr txBox="1"/>
          <p:nvPr/>
        </p:nvSpPr>
        <p:spPr>
          <a:xfrm>
            <a:off x="9098280" y="2389632"/>
            <a:ext cx="1325880" cy="79918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HEBBEN</a:t>
            </a:r>
            <a:endParaRPr lang="en-US" sz="1400" dirty="0"/>
          </a:p>
        </p:txBody>
      </p:sp>
      <p:sp>
        <p:nvSpPr>
          <p:cNvPr id="14" name="Shape 10"/>
          <p:cNvSpPr/>
          <p:nvPr/>
        </p:nvSpPr>
        <p:spPr>
          <a:xfrm>
            <a:off x="10131552" y="3219907"/>
            <a:ext cx="146304" cy="146304"/>
          </a:xfrm>
          <a:prstGeom prst="ellipse">
            <a:avLst/>
          </a:prstGeom>
          <a:solidFill>
            <a:srgbClr val="F6C27E"/>
          </a:solidFill>
          <a:ln w="12700">
            <a:solidFill>
              <a:srgbClr val="FFFFFF">
                <a:alpha val="0"/>
              </a:srgbClr>
            </a:solidFill>
            <a:prstDash val="solid"/>
          </a:ln>
        </p:spPr>
      </p:sp>
      <p:sp>
        <p:nvSpPr>
          <p:cNvPr id="15" name="Shape 11"/>
          <p:cNvSpPr/>
          <p:nvPr/>
        </p:nvSpPr>
        <p:spPr>
          <a:xfrm>
            <a:off x="10543032" y="2691384"/>
            <a:ext cx="1133856" cy="1664208"/>
          </a:xfrm>
          <a:prstGeom prst="roundRect">
            <a:avLst>
              <a:gd name="adj" fmla="val 3226"/>
            </a:avLst>
          </a:prstGeom>
          <a:solidFill>
            <a:srgbClr val="E6EBF2"/>
          </a:solidFill>
          <a:ln w="12700">
            <a:solidFill>
              <a:srgbClr val="4A5A70"/>
            </a:solidFill>
            <a:prstDash val="solid"/>
          </a:ln>
        </p:spPr>
      </p:sp>
      <p:sp>
        <p:nvSpPr>
          <p:cNvPr id="16" name="Shape 12"/>
          <p:cNvSpPr/>
          <p:nvPr/>
        </p:nvSpPr>
        <p:spPr>
          <a:xfrm>
            <a:off x="10652760" y="2801112"/>
            <a:ext cx="914400" cy="1554480"/>
          </a:xfrm>
          <a:prstGeom prst="roundRect">
            <a:avLst>
              <a:gd name="adj" fmla="val 4000"/>
            </a:avLst>
          </a:prstGeom>
          <a:solidFill>
            <a:schemeClr val="accent3"/>
          </a:solidFill>
          <a:ln w="12700">
            <a:solidFill>
              <a:srgbClr val="FFFFFF">
                <a:alpha val="0"/>
              </a:srgbClr>
            </a:solidFill>
            <a:prstDash val="solid"/>
          </a:ln>
        </p:spPr>
      </p:sp>
      <p:sp>
        <p:nvSpPr>
          <p:cNvPr id="17" name="Shape 13"/>
          <p:cNvSpPr/>
          <p:nvPr/>
        </p:nvSpPr>
        <p:spPr>
          <a:xfrm>
            <a:off x="10789920" y="2938272"/>
            <a:ext cx="640080" cy="590702"/>
          </a:xfrm>
          <a:prstGeom prst="roundRect">
            <a:avLst>
              <a:gd name="adj" fmla="val 6192"/>
            </a:avLst>
          </a:prstGeom>
          <a:solidFill>
            <a:srgbClr val="FFFFFF">
              <a:alpha val="15000"/>
            </a:srgbClr>
          </a:solidFill>
          <a:ln w="12700">
            <a:solidFill>
              <a:srgbClr val="FFFFFF">
                <a:alpha val="40000"/>
              </a:srgbClr>
            </a:solidFill>
            <a:prstDash val="solid"/>
          </a:ln>
        </p:spPr>
      </p:sp>
      <p:sp>
        <p:nvSpPr>
          <p:cNvPr id="18" name="Text 14"/>
          <p:cNvSpPr txBox="1"/>
          <p:nvPr/>
        </p:nvSpPr>
        <p:spPr>
          <a:xfrm>
            <a:off x="10652760" y="2938272"/>
            <a:ext cx="914400" cy="590702"/>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ZIJN</a:t>
            </a:r>
            <a:endParaRPr lang="en-US" sz="1400" dirty="0"/>
          </a:p>
        </p:txBody>
      </p:sp>
      <p:sp>
        <p:nvSpPr>
          <p:cNvPr id="19" name="Shape 15"/>
          <p:cNvSpPr/>
          <p:nvPr/>
        </p:nvSpPr>
        <p:spPr>
          <a:xfrm>
            <a:off x="11274552" y="3516173"/>
            <a:ext cx="146304" cy="146304"/>
          </a:xfrm>
          <a:prstGeom prst="ellipse">
            <a:avLst/>
          </a:prstGeom>
          <a:solidFill>
            <a:srgbClr val="F6C27E"/>
          </a:solidFill>
          <a:ln w="12700">
            <a:solidFill>
              <a:srgbClr val="FFFFFF">
                <a:alpha val="0"/>
              </a:srgbClr>
            </a:solidFill>
            <a:prstDash val="solid"/>
          </a:ln>
        </p:spPr>
      </p:sp>
      <p:sp>
        <p:nvSpPr>
          <p:cNvPr id="20" name="Text 16"/>
          <p:cNvSpPr txBox="1"/>
          <p:nvPr/>
        </p:nvSpPr>
        <p:spPr>
          <a:xfrm>
            <a:off x="9006840" y="4629912"/>
            <a:ext cx="2633472" cy="1828800"/>
          </a:xfrm>
          <a:prstGeom prst="rect">
            <a:avLst/>
          </a:prstGeom>
          <a:noFill/>
          <a:ln/>
        </p:spPr>
        <p:txBody>
          <a:bodyPr wrap="square" lIns="0" tIns="0" rIns="0" bIns="0" rtlCol="0" anchor="t"/>
          <a:lstStyle/>
          <a:p>
            <a:pPr algn="l" indent="0" marL="0">
              <a:spcAft>
                <a:spcPts val="800"/>
              </a:spcAft>
              <a:buNone/>
            </a:pPr>
            <a:r>
              <a:rPr lang="en-US" sz="1500" b="1" dirty="0">
                <a:solidFill>
                  <a:schemeClr val="tx1"/>
                </a:solidFill>
              </a:rPr>
              <a:t>zijn</a:t>
            </a:r>
            <a:r>
              <a:rPr lang="en-US" sz="1500" dirty="0">
                <a:solidFill>
                  <a:schemeClr val="tx1"/>
                </a:solidFill>
              </a:rPr>
              <a:t> : déplacement · changement · </a:t>
            </a:r>
            <a:r>
              <a:rPr lang="en-US" sz="1500" i="1" dirty="0">
                <a:solidFill>
                  <a:schemeClr val="tx1"/>
                </a:solidFill>
              </a:rPr>
              <a:t>blijven, zijn</a:t>
            </a:r>
            <a:endParaRPr lang="en-US" sz="1500" dirty="0"/>
          </a:p>
          <a:p>
            <a:pPr algn="l" indent="0" marL="0">
              <a:spcAft>
                <a:spcPts val="800"/>
              </a:spcAft>
              <a:buNone/>
            </a:pPr>
            <a:r>
              <a:rPr lang="en-US" sz="1500" b="1" dirty="0">
                <a:solidFill>
                  <a:schemeClr val="tx1"/>
                </a:solidFill>
              </a:rPr>
              <a:t>hebben</a:t>
            </a:r>
            <a:r>
              <a:rPr lang="en-US" sz="1500" dirty="0">
                <a:solidFill>
                  <a:schemeClr val="tx1"/>
                </a:solidFill>
              </a:rPr>
              <a:t> : tout le reste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week-end de Sofie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Sofie raconte son week-end. Mettez les verbes au passé composé.</a:t>
            </a:r>
            <a:endParaRPr lang="en-US" sz="1700" dirty="0"/>
          </a:p>
        </p:txBody>
      </p:sp>
      <p:sp>
        <p:nvSpPr>
          <p:cNvPr id="8" name="Shape 4"/>
          <p:cNvSpPr/>
          <p:nvPr/>
        </p:nvSpPr>
        <p:spPr>
          <a:xfrm>
            <a:off x="548640" y="1932432"/>
            <a:ext cx="91440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9144000" cy="457200"/>
          </a:xfrm>
          <a:prstGeom prst="roundRect">
            <a:avLst>
              <a:gd name="adj" fmla="val 8000"/>
            </a:avLst>
          </a:prstGeom>
          <a:solidFill>
            <a:schemeClr val="accent4"/>
          </a:solidFill>
          <a:ln w="12700">
            <a:solidFill>
              <a:srgbClr val="FFFFFF">
                <a:alpha val="0"/>
              </a:srgbClr>
            </a:solidFill>
            <a:prstDash val="solid"/>
          </a:ln>
        </p:spPr>
      </p:sp>
      <p:sp>
        <p:nvSpPr>
          <p:cNvPr id="10" name="Text 6"/>
          <p:cNvSpPr txBox="1"/>
          <p:nvPr/>
        </p:nvSpPr>
        <p:spPr>
          <a:xfrm>
            <a:off x="777240" y="1932432"/>
            <a:ext cx="8229600" cy="457200"/>
          </a:xfrm>
          <a:prstGeom prst="rect">
            <a:avLst/>
          </a:prstGeom>
          <a:noFill/>
          <a:ln/>
        </p:spPr>
        <p:txBody>
          <a:bodyPr wrap="square" lIns="0" tIns="0" rIns="0" bIns="0" rtlCol="0" anchor="ctr"/>
          <a:lstStyle/>
          <a:p>
            <a:pPr algn="l" indent="0" marL="0">
              <a:buNone/>
            </a:pPr>
            <a:r>
              <a:rPr lang="en-US" sz="1400" b="1" dirty="0">
                <a:solidFill>
                  <a:schemeClr val="bg1"/>
                </a:solidFill>
              </a:rPr>
              <a:t>Sofie → Karim · Mijn weekend</a:t>
            </a:r>
            <a:endParaRPr lang="en-US" sz="1400" dirty="0"/>
          </a:p>
        </p:txBody>
      </p:sp>
      <p:sp>
        <p:nvSpPr>
          <p:cNvPr id="11" name="Text 7"/>
          <p:cNvSpPr txBox="1"/>
          <p:nvPr/>
        </p:nvSpPr>
        <p:spPr>
          <a:xfrm>
            <a:off x="868680" y="2572512"/>
            <a:ext cx="8549640" cy="3535680"/>
          </a:xfrm>
          <a:prstGeom prst="rect">
            <a:avLst/>
          </a:prstGeom>
          <a:noFill/>
          <a:ln/>
        </p:spPr>
        <p:txBody>
          <a:bodyPr wrap="square" lIns="0" tIns="0" rIns="0" bIns="0" rtlCol="0" anchor="t"/>
          <a:lstStyle/>
          <a:p>
            <a:pPr algn="l" indent="0" marL="0">
              <a:lnSpc>
                <a:spcPct val="135000"/>
              </a:lnSpc>
              <a:buNone/>
            </a:pPr>
            <a:r>
              <a:rPr lang="en-US" sz="2100" dirty="0">
                <a:solidFill>
                  <a:schemeClr val="tx1"/>
                </a:solidFill>
              </a:rPr>
              <a:t>Zaterdag </a:t>
            </a:r>
            <a:r>
              <a:rPr lang="en-US" sz="2100" dirty="0">
                <a:solidFill>
                  <a:schemeClr val="accent5"/>
                </a:solidFill>
              </a:rPr>
              <a:t>…………</a:t>
            </a:r>
            <a:r>
              <a:rPr lang="en-US" sz="2100" dirty="0">
                <a:solidFill>
                  <a:schemeClr val="tx1"/>
                </a:solidFill>
              </a:rPr>
              <a:t> ik lang </a:t>
            </a:r>
            <a:r>
              <a:rPr lang="en-US" sz="2100" dirty="0">
                <a:solidFill>
                  <a:schemeClr val="accent5"/>
                </a:solidFill>
              </a:rPr>
              <a:t>……………</a:t>
            </a:r>
            <a:r>
              <a:rPr lang="en-US" sz="2100" dirty="0">
                <a:solidFill>
                  <a:schemeClr val="tx1"/>
                </a:solidFill>
              </a:rPr>
              <a:t> (slapen). Daarna </a:t>
            </a:r>
            <a:r>
              <a:rPr lang="en-US" sz="2100" dirty="0">
                <a:solidFill>
                  <a:schemeClr val="accent5"/>
                </a:solidFill>
              </a:rPr>
              <a:t>…………</a:t>
            </a:r>
            <a:r>
              <a:rPr lang="en-US" sz="2100" dirty="0">
                <a:solidFill>
                  <a:schemeClr val="tx1"/>
                </a:solidFill>
              </a:rPr>
              <a:t> ik naar de markt </a:t>
            </a:r>
            <a:r>
              <a:rPr lang="en-US" sz="2100" dirty="0">
                <a:solidFill>
                  <a:schemeClr val="accent5"/>
                </a:solidFill>
              </a:rPr>
              <a:t>……………</a:t>
            </a:r>
            <a:r>
              <a:rPr lang="en-US" sz="2100" dirty="0">
                <a:solidFill>
                  <a:schemeClr val="tx1"/>
                </a:solidFill>
              </a:rPr>
              <a:t> (fietsen) en ik </a:t>
            </a:r>
            <a:r>
              <a:rPr lang="en-US" sz="2100" dirty="0">
                <a:solidFill>
                  <a:schemeClr val="accent5"/>
                </a:solidFill>
              </a:rPr>
              <a:t>…………</a:t>
            </a:r>
            <a:r>
              <a:rPr lang="en-US" sz="2100" dirty="0">
                <a:solidFill>
                  <a:schemeClr val="tx1"/>
                </a:solidFill>
              </a:rPr>
              <a:t> een taart </a:t>
            </a:r>
            <a:r>
              <a:rPr lang="en-US" sz="2100" dirty="0">
                <a:solidFill>
                  <a:schemeClr val="accent5"/>
                </a:solidFill>
              </a:rPr>
              <a:t>……………</a:t>
            </a:r>
            <a:r>
              <a:rPr lang="en-US" sz="2100" dirty="0">
                <a:solidFill>
                  <a:schemeClr val="tx1"/>
                </a:solidFill>
              </a:rPr>
              <a:t> (bakken). ’s Avonds </a:t>
            </a:r>
            <a:r>
              <a:rPr lang="en-US" sz="2100" dirty="0">
                <a:solidFill>
                  <a:schemeClr val="accent5"/>
                </a:solidFill>
              </a:rPr>
              <a:t>…………</a:t>
            </a:r>
            <a:r>
              <a:rPr lang="en-US" sz="2100" dirty="0">
                <a:solidFill>
                  <a:schemeClr val="tx1"/>
                </a:solidFill>
              </a:rPr>
              <a:t> mijn ouders </a:t>
            </a:r>
            <a:r>
              <a:rPr lang="en-US" sz="2100" dirty="0">
                <a:solidFill>
                  <a:schemeClr val="accent5"/>
                </a:solidFill>
              </a:rPr>
              <a:t>…………</a:t>
            </a:r>
            <a:r>
              <a:rPr lang="en-US" sz="2100" dirty="0">
                <a:solidFill>
                  <a:schemeClr val="tx1"/>
                </a:solidFill>
              </a:rPr>
              <a:t> (komen). Zondag </a:t>
            </a:r>
            <a:r>
              <a:rPr lang="en-US" sz="2100" dirty="0">
                <a:solidFill>
                  <a:schemeClr val="accent5"/>
                </a:solidFill>
              </a:rPr>
              <a:t>…………</a:t>
            </a:r>
            <a:r>
              <a:rPr lang="en-US" sz="2100" dirty="0">
                <a:solidFill>
                  <a:schemeClr val="tx1"/>
                </a:solidFill>
              </a:rPr>
              <a:t> ik een boek </a:t>
            </a:r>
            <a:r>
              <a:rPr lang="en-US" sz="2100" dirty="0">
                <a:solidFill>
                  <a:schemeClr val="accent5"/>
                </a:solidFill>
              </a:rPr>
              <a:t>…………</a:t>
            </a:r>
            <a:r>
              <a:rPr lang="en-US" sz="2100" dirty="0">
                <a:solidFill>
                  <a:schemeClr val="tx1"/>
                </a:solidFill>
              </a:rPr>
              <a:t> (lezen) en ik </a:t>
            </a:r>
            <a:r>
              <a:rPr lang="en-US" sz="2100" dirty="0">
                <a:solidFill>
                  <a:schemeClr val="accent5"/>
                </a:solidFill>
              </a:rPr>
              <a:t>…………</a:t>
            </a:r>
            <a:r>
              <a:rPr lang="en-US" sz="2100" dirty="0">
                <a:solidFill>
                  <a:schemeClr val="tx1"/>
                </a:solidFill>
              </a:rPr>
              <a:t> thuis </a:t>
            </a:r>
            <a:r>
              <a:rPr lang="en-US" sz="2100" dirty="0">
                <a:solidFill>
                  <a:schemeClr val="accent5"/>
                </a:solidFill>
              </a:rPr>
              <a:t>……………</a:t>
            </a:r>
            <a:r>
              <a:rPr lang="en-US" sz="2100" dirty="0">
                <a:solidFill>
                  <a:schemeClr val="tx1"/>
                </a:solidFill>
              </a:rPr>
              <a:t> (blijven). Ik </a:t>
            </a:r>
            <a:r>
              <a:rPr lang="en-US" sz="2100" dirty="0">
                <a:solidFill>
                  <a:schemeClr val="accent5"/>
                </a:solidFill>
              </a:rPr>
              <a:t>…………</a:t>
            </a:r>
            <a:r>
              <a:rPr lang="en-US" sz="2100" dirty="0">
                <a:solidFill>
                  <a:schemeClr val="tx1"/>
                </a:solidFill>
              </a:rPr>
              <a:t> veel </a:t>
            </a:r>
            <a:r>
              <a:rPr lang="en-US" sz="2100" dirty="0">
                <a:solidFill>
                  <a:schemeClr val="accent5"/>
                </a:solidFill>
              </a:rPr>
              <a:t>……………</a:t>
            </a:r>
            <a:r>
              <a:rPr lang="en-US" sz="2100" dirty="0">
                <a:solidFill>
                  <a:schemeClr val="tx1"/>
                </a:solidFill>
              </a:rPr>
              <a:t> (lachen) en ik </a:t>
            </a:r>
            <a:r>
              <a:rPr lang="en-US" sz="2100" dirty="0">
                <a:solidFill>
                  <a:schemeClr val="accent5"/>
                </a:solidFill>
              </a:rPr>
              <a:t>…………</a:t>
            </a:r>
            <a:r>
              <a:rPr lang="en-US" sz="2100" dirty="0">
                <a:solidFill>
                  <a:schemeClr val="tx1"/>
                </a:solidFill>
              </a:rPr>
              <a:t> niet </a:t>
            </a:r>
            <a:r>
              <a:rPr lang="en-US" sz="2100" dirty="0">
                <a:solidFill>
                  <a:schemeClr val="accent5"/>
                </a:solidFill>
              </a:rPr>
              <a:t>…………</a:t>
            </a:r>
            <a:r>
              <a:rPr lang="en-US" sz="2100" dirty="0">
                <a:solidFill>
                  <a:schemeClr val="tx1"/>
                </a:solidFill>
              </a:rPr>
              <a:t> (werken)!</a:t>
            </a:r>
            <a:endParaRPr lang="en-US" sz="2100" dirty="0"/>
          </a:p>
        </p:txBody>
      </p:sp>
      <p:pic>
        <p:nvPicPr>
          <p:cNvPr id="12" name="Image 1" descr="bicycle">    </p:cNvPr>
          <p:cNvPicPr>
            <a:picLocks noChangeAspect="1"/>
          </p:cNvPicPr>
          <p:nvPr/>
        </p:nvPicPr>
        <p:blipFill>
          <a:blip r:embed="rId2"/>
          <a:stretch>
            <a:fillRect/>
          </a:stretch>
        </p:blipFill>
        <p:spPr>
          <a:xfrm>
            <a:off x="10058400" y="2023872"/>
            <a:ext cx="1143000" cy="1143000"/>
          </a:xfrm>
          <a:prstGeom prst="rect">
            <a:avLst/>
          </a:prstGeom>
        </p:spPr>
      </p:pic>
      <p:pic>
        <p:nvPicPr>
          <p:cNvPr id="13" name="Image 2" descr="shortcake">    </p:cNvPr>
          <p:cNvPicPr>
            <a:picLocks noChangeAspect="1"/>
          </p:cNvPicPr>
          <p:nvPr/>
        </p:nvPicPr>
        <p:blipFill>
          <a:blip r:embed="rId3"/>
          <a:stretch>
            <a:fillRect/>
          </a:stretch>
        </p:blipFill>
        <p:spPr>
          <a:xfrm>
            <a:off x="10058400" y="3349752"/>
            <a:ext cx="1143000" cy="1143000"/>
          </a:xfrm>
          <a:prstGeom prst="rect">
            <a:avLst/>
          </a:prstGeom>
        </p:spPr>
      </p:pic>
      <p:pic>
        <p:nvPicPr>
          <p:cNvPr id="14" name="Image 3" descr="open book">    </p:cNvPr>
          <p:cNvPicPr>
            <a:picLocks noChangeAspect="1"/>
          </p:cNvPicPr>
          <p:nvPr/>
        </p:nvPicPr>
        <p:blipFill>
          <a:blip r:embed="rId4"/>
          <a:stretch>
            <a:fillRect/>
          </a:stretch>
        </p:blipFill>
        <p:spPr>
          <a:xfrm>
            <a:off x="10058400" y="4675632"/>
            <a:ext cx="1143000" cy="114300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Le week-end de Sofie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Sofie raconte son week-end. Mettez les verbes au passé composé.</a:t>
            </a:r>
            <a:endParaRPr lang="en-US" sz="1700" dirty="0"/>
          </a:p>
        </p:txBody>
      </p:sp>
      <p:sp>
        <p:nvSpPr>
          <p:cNvPr id="9" name="Shape 5"/>
          <p:cNvSpPr/>
          <p:nvPr/>
        </p:nvSpPr>
        <p:spPr>
          <a:xfrm>
            <a:off x="548640" y="1932432"/>
            <a:ext cx="91440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9144000" cy="457200"/>
          </a:xfrm>
          <a:prstGeom prst="roundRect">
            <a:avLst>
              <a:gd name="adj" fmla="val 8000"/>
            </a:avLst>
          </a:prstGeom>
          <a:solidFill>
            <a:schemeClr val="accent4"/>
          </a:solidFill>
          <a:ln w="12700">
            <a:solidFill>
              <a:srgbClr val="FFFFFF">
                <a:alpha val="0"/>
              </a:srgbClr>
            </a:solidFill>
            <a:prstDash val="solid"/>
          </a:ln>
        </p:spPr>
      </p:sp>
      <p:sp>
        <p:nvSpPr>
          <p:cNvPr id="11" name="Text 7"/>
          <p:cNvSpPr txBox="1"/>
          <p:nvPr/>
        </p:nvSpPr>
        <p:spPr>
          <a:xfrm>
            <a:off x="777240" y="1932432"/>
            <a:ext cx="8229600" cy="457200"/>
          </a:xfrm>
          <a:prstGeom prst="rect">
            <a:avLst/>
          </a:prstGeom>
          <a:noFill/>
          <a:ln/>
        </p:spPr>
        <p:txBody>
          <a:bodyPr wrap="square" lIns="0" tIns="0" rIns="0" bIns="0" rtlCol="0" anchor="ctr"/>
          <a:lstStyle/>
          <a:p>
            <a:pPr algn="l" indent="0" marL="0">
              <a:buNone/>
            </a:pPr>
            <a:r>
              <a:rPr lang="en-US" sz="1400" b="1" dirty="0">
                <a:solidFill>
                  <a:schemeClr val="bg1"/>
                </a:solidFill>
              </a:rPr>
              <a:t>Sofie → Karim · Mijn weekend</a:t>
            </a:r>
            <a:endParaRPr lang="en-US" sz="1400" dirty="0"/>
          </a:p>
        </p:txBody>
      </p:sp>
      <p:sp>
        <p:nvSpPr>
          <p:cNvPr id="12" name="Text 8"/>
          <p:cNvSpPr txBox="1"/>
          <p:nvPr/>
        </p:nvSpPr>
        <p:spPr>
          <a:xfrm>
            <a:off x="868680" y="2572512"/>
            <a:ext cx="8549640" cy="3535680"/>
          </a:xfrm>
          <a:prstGeom prst="rect">
            <a:avLst/>
          </a:prstGeom>
          <a:noFill/>
          <a:ln/>
        </p:spPr>
        <p:txBody>
          <a:bodyPr wrap="square" lIns="0" tIns="0" rIns="0" bIns="0" rtlCol="0" anchor="t"/>
          <a:lstStyle/>
          <a:p>
            <a:pPr algn="l" indent="0" marL="0">
              <a:lnSpc>
                <a:spcPct val="135000"/>
              </a:lnSpc>
              <a:buNone/>
            </a:pPr>
            <a:r>
              <a:rPr lang="en-US" sz="2100" dirty="0">
                <a:solidFill>
                  <a:schemeClr val="tx1"/>
                </a:solidFill>
              </a:rPr>
              <a:t>Zaterdag </a:t>
            </a:r>
            <a:r>
              <a:rPr lang="en-US" sz="2100" b="1" dirty="0">
                <a:solidFill>
                  <a:schemeClr val="accent3"/>
                </a:solidFill>
              </a:rPr>
              <a:t>heb</a:t>
            </a:r>
            <a:r>
              <a:rPr lang="en-US" sz="2100" dirty="0">
                <a:solidFill>
                  <a:schemeClr val="tx1"/>
                </a:solidFill>
              </a:rPr>
              <a:t> ik lang </a:t>
            </a:r>
            <a:r>
              <a:rPr lang="en-US" sz="2100" b="1" dirty="0">
                <a:solidFill>
                  <a:schemeClr val="accent3"/>
                </a:solidFill>
              </a:rPr>
              <a:t>geslapen</a:t>
            </a:r>
            <a:r>
              <a:rPr lang="en-US" sz="2100" dirty="0">
                <a:solidFill>
                  <a:schemeClr val="tx1"/>
                </a:solidFill>
              </a:rPr>
              <a:t> (slapen). Daarna </a:t>
            </a:r>
            <a:r>
              <a:rPr lang="en-US" sz="2100" b="1" dirty="0">
                <a:solidFill>
                  <a:schemeClr val="accent3"/>
                </a:solidFill>
              </a:rPr>
              <a:t>ben</a:t>
            </a:r>
            <a:r>
              <a:rPr lang="en-US" sz="2100" dirty="0">
                <a:solidFill>
                  <a:schemeClr val="tx1"/>
                </a:solidFill>
              </a:rPr>
              <a:t> ik naar de markt </a:t>
            </a:r>
            <a:r>
              <a:rPr lang="en-US" sz="2100" b="1" dirty="0">
                <a:solidFill>
                  <a:schemeClr val="accent3"/>
                </a:solidFill>
              </a:rPr>
              <a:t>gefietst</a:t>
            </a:r>
            <a:r>
              <a:rPr lang="en-US" sz="2100" dirty="0">
                <a:solidFill>
                  <a:schemeClr val="tx1"/>
                </a:solidFill>
              </a:rPr>
              <a:t> (fietsen) en ik </a:t>
            </a:r>
            <a:r>
              <a:rPr lang="en-US" sz="2100" b="1" dirty="0">
                <a:solidFill>
                  <a:schemeClr val="accent3"/>
                </a:solidFill>
              </a:rPr>
              <a:t>heb</a:t>
            </a:r>
            <a:r>
              <a:rPr lang="en-US" sz="2100" dirty="0">
                <a:solidFill>
                  <a:schemeClr val="tx1"/>
                </a:solidFill>
              </a:rPr>
              <a:t> een taart </a:t>
            </a:r>
            <a:r>
              <a:rPr lang="en-US" sz="2100" b="1" dirty="0">
                <a:solidFill>
                  <a:schemeClr val="accent3"/>
                </a:solidFill>
              </a:rPr>
              <a:t>gebakken</a:t>
            </a:r>
            <a:r>
              <a:rPr lang="en-US" sz="2100" dirty="0">
                <a:solidFill>
                  <a:schemeClr val="tx1"/>
                </a:solidFill>
              </a:rPr>
              <a:t> (bakken). ’s Avonds </a:t>
            </a:r>
            <a:r>
              <a:rPr lang="en-US" sz="2100" b="1" dirty="0">
                <a:solidFill>
                  <a:schemeClr val="accent3"/>
                </a:solidFill>
              </a:rPr>
              <a:t>zijn</a:t>
            </a:r>
            <a:r>
              <a:rPr lang="en-US" sz="2100" dirty="0">
                <a:solidFill>
                  <a:schemeClr val="tx1"/>
                </a:solidFill>
              </a:rPr>
              <a:t> mijn ouders </a:t>
            </a:r>
            <a:r>
              <a:rPr lang="en-US" sz="2100" b="1" dirty="0">
                <a:solidFill>
                  <a:schemeClr val="accent3"/>
                </a:solidFill>
              </a:rPr>
              <a:t>gekomen</a:t>
            </a:r>
            <a:r>
              <a:rPr lang="en-US" sz="2100" dirty="0">
                <a:solidFill>
                  <a:schemeClr val="tx1"/>
                </a:solidFill>
              </a:rPr>
              <a:t> (komen). Zondag </a:t>
            </a:r>
            <a:r>
              <a:rPr lang="en-US" sz="2100" b="1" dirty="0">
                <a:solidFill>
                  <a:schemeClr val="accent3"/>
                </a:solidFill>
              </a:rPr>
              <a:t>heb</a:t>
            </a:r>
            <a:r>
              <a:rPr lang="en-US" sz="2100" dirty="0">
                <a:solidFill>
                  <a:schemeClr val="tx1"/>
                </a:solidFill>
              </a:rPr>
              <a:t> ik een boek </a:t>
            </a:r>
            <a:r>
              <a:rPr lang="en-US" sz="2100" b="1" dirty="0">
                <a:solidFill>
                  <a:schemeClr val="accent3"/>
                </a:solidFill>
              </a:rPr>
              <a:t>gelezen</a:t>
            </a:r>
            <a:r>
              <a:rPr lang="en-US" sz="2100" dirty="0">
                <a:solidFill>
                  <a:schemeClr val="tx1"/>
                </a:solidFill>
              </a:rPr>
              <a:t> (lezen) en ik </a:t>
            </a:r>
            <a:r>
              <a:rPr lang="en-US" sz="2100" b="1" dirty="0">
                <a:solidFill>
                  <a:schemeClr val="accent3"/>
                </a:solidFill>
              </a:rPr>
              <a:t>ben</a:t>
            </a:r>
            <a:r>
              <a:rPr lang="en-US" sz="2100" dirty="0">
                <a:solidFill>
                  <a:schemeClr val="tx1"/>
                </a:solidFill>
              </a:rPr>
              <a:t> thuis </a:t>
            </a:r>
            <a:r>
              <a:rPr lang="en-US" sz="2100" b="1" dirty="0">
                <a:solidFill>
                  <a:schemeClr val="accent3"/>
                </a:solidFill>
              </a:rPr>
              <a:t>gebleven</a:t>
            </a:r>
            <a:r>
              <a:rPr lang="en-US" sz="2100" dirty="0">
                <a:solidFill>
                  <a:schemeClr val="tx1"/>
                </a:solidFill>
              </a:rPr>
              <a:t> (blijven). Ik </a:t>
            </a:r>
            <a:r>
              <a:rPr lang="en-US" sz="2100" b="1" dirty="0">
                <a:solidFill>
                  <a:schemeClr val="accent3"/>
                </a:solidFill>
              </a:rPr>
              <a:t>heb</a:t>
            </a:r>
            <a:r>
              <a:rPr lang="en-US" sz="2100" dirty="0">
                <a:solidFill>
                  <a:schemeClr val="tx1"/>
                </a:solidFill>
              </a:rPr>
              <a:t> veel </a:t>
            </a:r>
            <a:r>
              <a:rPr lang="en-US" sz="2100" b="1" dirty="0">
                <a:solidFill>
                  <a:schemeClr val="accent3"/>
                </a:solidFill>
              </a:rPr>
              <a:t>gelachen</a:t>
            </a:r>
            <a:r>
              <a:rPr lang="en-US" sz="2100" dirty="0">
                <a:solidFill>
                  <a:schemeClr val="tx1"/>
                </a:solidFill>
              </a:rPr>
              <a:t> (lachen) en ik </a:t>
            </a:r>
            <a:r>
              <a:rPr lang="en-US" sz="2100" b="1" dirty="0">
                <a:solidFill>
                  <a:schemeClr val="accent3"/>
                </a:solidFill>
              </a:rPr>
              <a:t>heb</a:t>
            </a:r>
            <a:r>
              <a:rPr lang="en-US" sz="2100" dirty="0">
                <a:solidFill>
                  <a:schemeClr val="tx1"/>
                </a:solidFill>
              </a:rPr>
              <a:t> niet </a:t>
            </a:r>
            <a:r>
              <a:rPr lang="en-US" sz="2100" b="1" dirty="0">
                <a:solidFill>
                  <a:schemeClr val="accent3"/>
                </a:solidFill>
              </a:rPr>
              <a:t>gewerkt</a:t>
            </a:r>
            <a:r>
              <a:rPr lang="en-US" sz="2100" dirty="0">
                <a:solidFill>
                  <a:schemeClr val="tx1"/>
                </a:solidFill>
              </a:rPr>
              <a:t> (werken)!</a:t>
            </a:r>
            <a:endParaRPr lang="en-US" sz="2100" dirty="0"/>
          </a:p>
        </p:txBody>
      </p:sp>
      <p:pic>
        <p:nvPicPr>
          <p:cNvPr id="13" name="Image 1" descr="bicycle">    </p:cNvPr>
          <p:cNvPicPr>
            <a:picLocks noChangeAspect="1"/>
          </p:cNvPicPr>
          <p:nvPr/>
        </p:nvPicPr>
        <p:blipFill>
          <a:blip r:embed="rId2"/>
          <a:stretch>
            <a:fillRect/>
          </a:stretch>
        </p:blipFill>
        <p:spPr>
          <a:xfrm>
            <a:off x="10058400" y="2023872"/>
            <a:ext cx="1143000" cy="1143000"/>
          </a:xfrm>
          <a:prstGeom prst="rect">
            <a:avLst/>
          </a:prstGeom>
        </p:spPr>
      </p:pic>
      <p:pic>
        <p:nvPicPr>
          <p:cNvPr id="14" name="Image 2" descr="shortcake">    </p:cNvPr>
          <p:cNvPicPr>
            <a:picLocks noChangeAspect="1"/>
          </p:cNvPicPr>
          <p:nvPr/>
        </p:nvPicPr>
        <p:blipFill>
          <a:blip r:embed="rId3"/>
          <a:stretch>
            <a:fillRect/>
          </a:stretch>
        </p:blipFill>
        <p:spPr>
          <a:xfrm>
            <a:off x="10058400" y="3349752"/>
            <a:ext cx="1143000" cy="1143000"/>
          </a:xfrm>
          <a:prstGeom prst="rect">
            <a:avLst/>
          </a:prstGeom>
        </p:spPr>
      </p:pic>
      <p:pic>
        <p:nvPicPr>
          <p:cNvPr id="15" name="Image 3" descr="open book">    </p:cNvPr>
          <p:cNvPicPr>
            <a:picLocks noChangeAspect="1"/>
          </p:cNvPicPr>
          <p:nvPr/>
        </p:nvPicPr>
        <p:blipFill>
          <a:blip r:embed="rId4"/>
          <a:stretch>
            <a:fillRect/>
          </a:stretch>
        </p:blipFill>
        <p:spPr>
          <a:xfrm>
            <a:off x="10058400" y="4675632"/>
            <a:ext cx="1143000" cy="1143000"/>
          </a:xfrm>
          <a:prstGeom prst="rect">
            <a:avLst/>
          </a:prstGeom>
        </p:spPr>
      </p:pic>
      <p:sp>
        <p:nvSpPr>
          <p:cNvPr id="16" name="Text 9"/>
          <p:cNvSpPr txBox="1"/>
          <p:nvPr/>
        </p:nvSpPr>
        <p:spPr>
          <a:xfrm>
            <a:off x="9875520" y="5955792"/>
            <a:ext cx="1764792" cy="822960"/>
          </a:xfrm>
          <a:prstGeom prst="rect">
            <a:avLst/>
          </a:prstGeom>
          <a:noFill/>
          <a:ln/>
        </p:spPr>
        <p:txBody>
          <a:bodyPr wrap="square" lIns="0" tIns="0" rIns="0" bIns="0" rtlCol="0" anchor="t"/>
          <a:lstStyle/>
          <a:p>
            <a:pPr algn="ctr" indent="0" marL="0">
              <a:buNone/>
            </a:pPr>
            <a:r>
              <a:rPr lang="en-US" sz="1300" i="1" dirty="0">
                <a:solidFill>
                  <a:schemeClr val="accent5"/>
                </a:solidFill>
              </a:rPr>
              <a:t>bakken, lachen</a:t>
            </a:r>
            <a:r>
              <a:rPr lang="en-US" sz="1300" i="1" dirty="0">
                <a:solidFill>
                  <a:schemeClr val="accent5"/>
                </a:solidFill>
              </a:rPr>
              <a:t> : participe en </a:t>
            </a:r>
            <a:r>
              <a:rPr lang="en-US" sz="1300" i="1" dirty="0">
                <a:solidFill>
                  <a:schemeClr val="accent5"/>
                </a:solidFill>
              </a:rPr>
              <a:t>-en</a:t>
            </a:r>
            <a:r>
              <a:rPr lang="en-US" sz="1300" i="1" dirty="0">
                <a:solidFill>
                  <a:schemeClr val="accent5"/>
                </a:solidFill>
              </a:rPr>
              <a:t>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Heb je ooit…?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60020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7" name="Shape 4"/>
          <p:cNvSpPr/>
          <p:nvPr/>
        </p:nvSpPr>
        <p:spPr>
          <a:xfrm>
            <a:off x="1028700" y="1874520"/>
            <a:ext cx="914400" cy="603504"/>
          </a:xfrm>
          <a:prstGeom prst="rect">
            <a:avLst/>
          </a:prstGeom>
          <a:solidFill>
            <a:srgbClr val="1F3B87"/>
          </a:solidFill>
          <a:ln w="12700">
            <a:solidFill>
              <a:srgbClr val="FFFFFF">
                <a:alpha val="0"/>
              </a:srgbClr>
            </a:solidFill>
            <a:prstDash val="solid"/>
          </a:ln>
        </p:spPr>
      </p:sp>
      <p:sp>
        <p:nvSpPr>
          <p:cNvPr id="8" name="Shape 5"/>
          <p:cNvSpPr/>
          <p:nvPr/>
        </p:nvSpPr>
        <p:spPr>
          <a:xfrm>
            <a:off x="1028700" y="1874520"/>
            <a:ext cx="914400" cy="603504"/>
          </a:xfrm>
          <a:custGeom>
            <a:avLst/>
            <a:gdLst/>
            <a:ahLst/>
            <a:cxnLst/>
            <a:rect l="l" t="t" r="r" b="b"/>
            <a:pathLst>
              <a:path w="914400" h="603504">
                <a:moveTo>
                  <a:pt x="0" y="0"/>
                </a:moveTo>
                <a:lnTo>
                  <a:pt x="101389" y="0"/>
                </a:lnTo>
                <a:lnTo>
                  <a:pt x="914400" y="531084"/>
                </a:lnTo>
                <a:lnTo>
                  <a:pt x="914400" y="603504"/>
                </a:lnTo>
                <a:lnTo>
                  <a:pt x="813011" y="603504"/>
                </a:lnTo>
                <a:lnTo>
                  <a:pt x="0" y="72420"/>
                </a:lnTo>
                <a:close/>
              </a:path>
            </a:pathLst>
          </a:custGeom>
          <a:solidFill>
            <a:srgbClr val="FFFFFF"/>
          </a:solidFill>
          <a:ln w="12700">
            <a:solidFill>
              <a:srgbClr val="FFFFFF">
                <a:alpha val="0"/>
              </a:srgbClr>
            </a:solidFill>
            <a:prstDash val="solid"/>
          </a:ln>
        </p:spPr>
      </p:sp>
      <p:sp>
        <p:nvSpPr>
          <p:cNvPr id="9" name="Shape 6"/>
          <p:cNvSpPr/>
          <p:nvPr/>
        </p:nvSpPr>
        <p:spPr>
          <a:xfrm>
            <a:off x="1028700" y="1874520"/>
            <a:ext cx="914400" cy="603504"/>
          </a:xfrm>
          <a:custGeom>
            <a:avLst/>
            <a:gdLst/>
            <a:ahLst/>
            <a:cxnLst/>
            <a:rect l="l" t="t" r="r" b="b"/>
            <a:pathLst>
              <a:path w="914400" h="603504">
                <a:moveTo>
                  <a:pt x="914400" y="0"/>
                </a:moveTo>
                <a:lnTo>
                  <a:pt x="914400" y="72420"/>
                </a:lnTo>
                <a:lnTo>
                  <a:pt x="101389" y="603504"/>
                </a:lnTo>
                <a:lnTo>
                  <a:pt x="0" y="603504"/>
                </a:lnTo>
                <a:lnTo>
                  <a:pt x="0" y="531084"/>
                </a:lnTo>
                <a:lnTo>
                  <a:pt x="813011" y="0"/>
                </a:lnTo>
                <a:close/>
              </a:path>
            </a:pathLst>
          </a:custGeom>
          <a:solidFill>
            <a:srgbClr val="FFFFFF"/>
          </a:solidFill>
          <a:ln w="12700">
            <a:solidFill>
              <a:srgbClr val="FFFFFF">
                <a:alpha val="0"/>
              </a:srgbClr>
            </a:solidFill>
            <a:prstDash val="solid"/>
          </a:ln>
        </p:spPr>
      </p:sp>
      <p:sp>
        <p:nvSpPr>
          <p:cNvPr id="10" name="Shape 7"/>
          <p:cNvSpPr/>
          <p:nvPr/>
        </p:nvSpPr>
        <p:spPr>
          <a:xfrm>
            <a:off x="1384511" y="1874520"/>
            <a:ext cx="202777" cy="603504"/>
          </a:xfrm>
          <a:prstGeom prst="rect">
            <a:avLst/>
          </a:prstGeom>
          <a:solidFill>
            <a:srgbClr val="FFFFFF"/>
          </a:solidFill>
          <a:ln w="12700">
            <a:solidFill>
              <a:srgbClr val="FFFFFF">
                <a:alpha val="0"/>
              </a:srgbClr>
            </a:solidFill>
            <a:prstDash val="solid"/>
          </a:ln>
        </p:spPr>
      </p:sp>
      <p:sp>
        <p:nvSpPr>
          <p:cNvPr id="11" name="Shape 8"/>
          <p:cNvSpPr/>
          <p:nvPr/>
        </p:nvSpPr>
        <p:spPr>
          <a:xfrm>
            <a:off x="1028700" y="2074883"/>
            <a:ext cx="914400" cy="202777"/>
          </a:xfrm>
          <a:prstGeom prst="rect">
            <a:avLst/>
          </a:prstGeom>
          <a:solidFill>
            <a:srgbClr val="FFFFFF"/>
          </a:solidFill>
          <a:ln w="12700">
            <a:solidFill>
              <a:srgbClr val="FFFFFF">
                <a:alpha val="0"/>
              </a:srgbClr>
            </a:solidFill>
            <a:prstDash val="solid"/>
          </a:ln>
        </p:spPr>
      </p:sp>
      <p:sp>
        <p:nvSpPr>
          <p:cNvPr id="12" name="Shape 9"/>
          <p:cNvSpPr/>
          <p:nvPr/>
        </p:nvSpPr>
        <p:spPr>
          <a:xfrm>
            <a:off x="1427964" y="1874520"/>
            <a:ext cx="115873" cy="603504"/>
          </a:xfrm>
          <a:prstGeom prst="rect">
            <a:avLst/>
          </a:prstGeom>
          <a:solidFill>
            <a:srgbClr val="C8102E"/>
          </a:solidFill>
          <a:ln w="12700">
            <a:solidFill>
              <a:srgbClr val="FFFFFF">
                <a:alpha val="0"/>
              </a:srgbClr>
            </a:solidFill>
            <a:prstDash val="solid"/>
          </a:ln>
        </p:spPr>
      </p:sp>
      <p:sp>
        <p:nvSpPr>
          <p:cNvPr id="13" name="Shape 10"/>
          <p:cNvSpPr/>
          <p:nvPr/>
        </p:nvSpPr>
        <p:spPr>
          <a:xfrm>
            <a:off x="1028700" y="2118336"/>
            <a:ext cx="914400" cy="115873"/>
          </a:xfrm>
          <a:prstGeom prst="rect">
            <a:avLst/>
          </a:prstGeom>
          <a:solidFill>
            <a:srgbClr val="C8102E"/>
          </a:solidFill>
          <a:ln w="12700">
            <a:solidFill>
              <a:srgbClr val="FFFFFF">
                <a:alpha val="0"/>
              </a:srgbClr>
            </a:solidFill>
            <a:prstDash val="solid"/>
          </a:ln>
        </p:spPr>
      </p:sp>
      <p:sp>
        <p:nvSpPr>
          <p:cNvPr id="14" name="Shape 11"/>
          <p:cNvSpPr/>
          <p:nvPr/>
        </p:nvSpPr>
        <p:spPr>
          <a:xfrm>
            <a:off x="1028700" y="1874520"/>
            <a:ext cx="914400" cy="603504"/>
          </a:xfrm>
          <a:prstGeom prst="rect">
            <a:avLst/>
          </a:prstGeom>
          <a:noFill/>
          <a:ln w="9525">
            <a:solidFill>
              <a:srgbClr val="B8C2CF"/>
            </a:solidFill>
            <a:prstDash val="solid"/>
          </a:ln>
        </p:spPr>
      </p:sp>
      <p:sp>
        <p:nvSpPr>
          <p:cNvPr id="15" name="Text 12"/>
          <p:cNvSpPr txBox="1"/>
          <p:nvPr/>
        </p:nvSpPr>
        <p:spPr>
          <a:xfrm>
            <a:off x="640080" y="262432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…Big Ben gezien?</a:t>
            </a:r>
            <a:endParaRPr lang="en-US" sz="1500" dirty="0"/>
          </a:p>
        </p:txBody>
      </p:sp>
      <p:sp>
        <p:nvSpPr>
          <p:cNvPr id="16" name="Shape 13"/>
          <p:cNvSpPr/>
          <p:nvPr/>
        </p:nvSpPr>
        <p:spPr>
          <a:xfrm>
            <a:off x="822960" y="3611880"/>
            <a:ext cx="1325880" cy="914"/>
          </a:xfrm>
          <a:prstGeom prst="line">
            <a:avLst/>
          </a:prstGeom>
          <a:noFill/>
          <a:ln w="12700">
            <a:solidFill>
              <a:srgbClr val="B8C2CF"/>
            </a:solidFill>
            <a:prstDash val="sysDot"/>
          </a:ln>
        </p:spPr>
      </p:sp>
      <p:sp>
        <p:nvSpPr>
          <p:cNvPr id="17" name="Shape 14"/>
          <p:cNvSpPr/>
          <p:nvPr/>
        </p:nvSpPr>
        <p:spPr>
          <a:xfrm>
            <a:off x="2560320" y="160020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18" name="Image 0" descr="statue of liberty">    </p:cNvPr>
          <p:cNvPicPr>
            <a:picLocks noChangeAspect="1"/>
          </p:cNvPicPr>
          <p:nvPr/>
        </p:nvPicPr>
        <p:blipFill>
          <a:blip r:embed="rId1"/>
          <a:stretch>
            <a:fillRect/>
          </a:stretch>
        </p:blipFill>
        <p:spPr>
          <a:xfrm>
            <a:off x="3086100" y="1737360"/>
            <a:ext cx="822960" cy="822960"/>
          </a:xfrm>
          <a:prstGeom prst="rect">
            <a:avLst/>
          </a:prstGeom>
        </p:spPr>
      </p:pic>
      <p:sp>
        <p:nvSpPr>
          <p:cNvPr id="19" name="Text 15"/>
          <p:cNvSpPr txBox="1"/>
          <p:nvPr/>
        </p:nvSpPr>
        <p:spPr>
          <a:xfrm>
            <a:off x="2651760" y="262432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…New York bezocht?</a:t>
            </a:r>
            <a:endParaRPr lang="en-US" sz="1500" dirty="0"/>
          </a:p>
        </p:txBody>
      </p:sp>
      <p:sp>
        <p:nvSpPr>
          <p:cNvPr id="20" name="Shape 16"/>
          <p:cNvSpPr/>
          <p:nvPr/>
        </p:nvSpPr>
        <p:spPr>
          <a:xfrm>
            <a:off x="2834640" y="3611880"/>
            <a:ext cx="1325880" cy="914"/>
          </a:xfrm>
          <a:prstGeom prst="line">
            <a:avLst/>
          </a:prstGeom>
          <a:noFill/>
          <a:ln w="12700">
            <a:solidFill>
              <a:srgbClr val="B8C2CF"/>
            </a:solidFill>
            <a:prstDash val="sysDot"/>
          </a:ln>
        </p:spPr>
      </p:sp>
      <p:sp>
        <p:nvSpPr>
          <p:cNvPr id="21" name="Shape 17"/>
          <p:cNvSpPr/>
          <p:nvPr/>
        </p:nvSpPr>
        <p:spPr>
          <a:xfrm>
            <a:off x="4572000" y="160020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22" name="Image 1" descr="person running">    </p:cNvPr>
          <p:cNvPicPr>
            <a:picLocks noChangeAspect="1"/>
          </p:cNvPicPr>
          <p:nvPr/>
        </p:nvPicPr>
        <p:blipFill>
          <a:blip r:embed="rId2"/>
          <a:stretch>
            <a:fillRect/>
          </a:stretch>
        </p:blipFill>
        <p:spPr>
          <a:xfrm>
            <a:off x="5097780" y="1737360"/>
            <a:ext cx="822960" cy="822960"/>
          </a:xfrm>
          <a:prstGeom prst="rect">
            <a:avLst/>
          </a:prstGeom>
        </p:spPr>
      </p:pic>
      <p:sp>
        <p:nvSpPr>
          <p:cNvPr id="23" name="Text 18"/>
          <p:cNvSpPr txBox="1"/>
          <p:nvPr/>
        </p:nvSpPr>
        <p:spPr>
          <a:xfrm>
            <a:off x="4663440" y="262432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…een marathon gelopen?</a:t>
            </a:r>
            <a:endParaRPr lang="en-US" sz="1500" dirty="0"/>
          </a:p>
        </p:txBody>
      </p:sp>
      <p:sp>
        <p:nvSpPr>
          <p:cNvPr id="24" name="Shape 19"/>
          <p:cNvSpPr/>
          <p:nvPr/>
        </p:nvSpPr>
        <p:spPr>
          <a:xfrm>
            <a:off x="4846320" y="3611880"/>
            <a:ext cx="1325880" cy="914"/>
          </a:xfrm>
          <a:prstGeom prst="line">
            <a:avLst/>
          </a:prstGeom>
          <a:noFill/>
          <a:ln w="12700">
            <a:solidFill>
              <a:srgbClr val="B8C2CF"/>
            </a:solidFill>
            <a:prstDash val="sysDot"/>
          </a:ln>
        </p:spPr>
      </p:sp>
      <p:sp>
        <p:nvSpPr>
          <p:cNvPr id="25" name="Shape 20"/>
          <p:cNvSpPr/>
          <p:nvPr/>
        </p:nvSpPr>
        <p:spPr>
          <a:xfrm>
            <a:off x="6583680" y="160020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26" name="Image 2" descr="snail">    </p:cNvPr>
          <p:cNvPicPr>
            <a:picLocks noChangeAspect="1"/>
          </p:cNvPicPr>
          <p:nvPr/>
        </p:nvPicPr>
        <p:blipFill>
          <a:blip r:embed="rId3"/>
          <a:stretch>
            <a:fillRect/>
          </a:stretch>
        </p:blipFill>
        <p:spPr>
          <a:xfrm>
            <a:off x="7109460" y="1737360"/>
            <a:ext cx="822960" cy="822960"/>
          </a:xfrm>
          <a:prstGeom prst="rect">
            <a:avLst/>
          </a:prstGeom>
        </p:spPr>
      </p:pic>
      <p:sp>
        <p:nvSpPr>
          <p:cNvPr id="27" name="Text 21"/>
          <p:cNvSpPr txBox="1"/>
          <p:nvPr/>
        </p:nvSpPr>
        <p:spPr>
          <a:xfrm>
            <a:off x="6675120" y="262432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…slakken gegeten?</a:t>
            </a:r>
            <a:endParaRPr lang="en-US" sz="1500" dirty="0"/>
          </a:p>
        </p:txBody>
      </p:sp>
      <p:sp>
        <p:nvSpPr>
          <p:cNvPr id="28" name="Shape 22"/>
          <p:cNvSpPr/>
          <p:nvPr/>
        </p:nvSpPr>
        <p:spPr>
          <a:xfrm>
            <a:off x="6858000" y="3611880"/>
            <a:ext cx="1325880" cy="914"/>
          </a:xfrm>
          <a:prstGeom prst="line">
            <a:avLst/>
          </a:prstGeom>
          <a:noFill/>
          <a:ln w="12700">
            <a:solidFill>
              <a:srgbClr val="B8C2CF"/>
            </a:solidFill>
            <a:prstDash val="sysDot"/>
          </a:ln>
        </p:spPr>
      </p:sp>
      <p:sp>
        <p:nvSpPr>
          <p:cNvPr id="29" name="Shape 23"/>
          <p:cNvSpPr/>
          <p:nvPr/>
        </p:nvSpPr>
        <p:spPr>
          <a:xfrm>
            <a:off x="548640" y="402336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30" name="Image 3" descr="dolphin">    </p:cNvPr>
          <p:cNvPicPr>
            <a:picLocks noChangeAspect="1"/>
          </p:cNvPicPr>
          <p:nvPr/>
        </p:nvPicPr>
        <p:blipFill>
          <a:blip r:embed="rId4"/>
          <a:stretch>
            <a:fillRect/>
          </a:stretch>
        </p:blipFill>
        <p:spPr>
          <a:xfrm>
            <a:off x="1074420" y="4160520"/>
            <a:ext cx="822960" cy="822960"/>
          </a:xfrm>
          <a:prstGeom prst="rect">
            <a:avLst/>
          </a:prstGeom>
        </p:spPr>
      </p:pic>
      <p:sp>
        <p:nvSpPr>
          <p:cNvPr id="31" name="Text 24"/>
          <p:cNvSpPr txBox="1"/>
          <p:nvPr/>
        </p:nvSpPr>
        <p:spPr>
          <a:xfrm>
            <a:off x="640080" y="504748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…met dolfijnen gezwommen?</a:t>
            </a:r>
            <a:endParaRPr lang="en-US" sz="1500" dirty="0"/>
          </a:p>
        </p:txBody>
      </p:sp>
      <p:sp>
        <p:nvSpPr>
          <p:cNvPr id="32" name="Shape 25"/>
          <p:cNvSpPr/>
          <p:nvPr/>
        </p:nvSpPr>
        <p:spPr>
          <a:xfrm>
            <a:off x="822960" y="6035040"/>
            <a:ext cx="1325880" cy="914"/>
          </a:xfrm>
          <a:prstGeom prst="line">
            <a:avLst/>
          </a:prstGeom>
          <a:noFill/>
          <a:ln w="12700">
            <a:solidFill>
              <a:srgbClr val="B8C2CF"/>
            </a:solidFill>
            <a:prstDash val="sysDot"/>
          </a:ln>
        </p:spPr>
      </p:sp>
      <p:sp>
        <p:nvSpPr>
          <p:cNvPr id="33" name="Shape 26"/>
          <p:cNvSpPr/>
          <p:nvPr/>
        </p:nvSpPr>
        <p:spPr>
          <a:xfrm>
            <a:off x="2560320" y="402336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34" name="Image 4" descr="shortcake">    </p:cNvPr>
          <p:cNvPicPr>
            <a:picLocks noChangeAspect="1"/>
          </p:cNvPicPr>
          <p:nvPr/>
        </p:nvPicPr>
        <p:blipFill>
          <a:blip r:embed="rId5"/>
          <a:stretch>
            <a:fillRect/>
          </a:stretch>
        </p:blipFill>
        <p:spPr>
          <a:xfrm>
            <a:off x="3086100" y="4160520"/>
            <a:ext cx="822960" cy="822960"/>
          </a:xfrm>
          <a:prstGeom prst="rect">
            <a:avLst/>
          </a:prstGeom>
        </p:spPr>
      </p:pic>
      <p:sp>
        <p:nvSpPr>
          <p:cNvPr id="35" name="Text 27"/>
          <p:cNvSpPr txBox="1"/>
          <p:nvPr/>
        </p:nvSpPr>
        <p:spPr>
          <a:xfrm>
            <a:off x="2651760" y="504748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…een taart gebakken?</a:t>
            </a:r>
            <a:endParaRPr lang="en-US" sz="1500" dirty="0"/>
          </a:p>
        </p:txBody>
      </p:sp>
      <p:sp>
        <p:nvSpPr>
          <p:cNvPr id="36" name="Shape 28"/>
          <p:cNvSpPr/>
          <p:nvPr/>
        </p:nvSpPr>
        <p:spPr>
          <a:xfrm>
            <a:off x="2834640" y="6035040"/>
            <a:ext cx="1325880" cy="914"/>
          </a:xfrm>
          <a:prstGeom prst="line">
            <a:avLst/>
          </a:prstGeom>
          <a:noFill/>
          <a:ln w="12700">
            <a:solidFill>
              <a:srgbClr val="B8C2CF"/>
            </a:solidFill>
            <a:prstDash val="sysDot"/>
          </a:ln>
        </p:spPr>
      </p:sp>
      <p:sp>
        <p:nvSpPr>
          <p:cNvPr id="37" name="Shape 29"/>
          <p:cNvSpPr/>
          <p:nvPr/>
        </p:nvSpPr>
        <p:spPr>
          <a:xfrm>
            <a:off x="4572000" y="402336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38" name="Image 5" descr="airplane">    </p:cNvPr>
          <p:cNvPicPr>
            <a:picLocks noChangeAspect="1"/>
          </p:cNvPicPr>
          <p:nvPr/>
        </p:nvPicPr>
        <p:blipFill>
          <a:blip r:embed="rId6"/>
          <a:stretch>
            <a:fillRect/>
          </a:stretch>
        </p:blipFill>
        <p:spPr>
          <a:xfrm>
            <a:off x="5097780" y="4160520"/>
            <a:ext cx="822960" cy="822960"/>
          </a:xfrm>
          <a:prstGeom prst="rect">
            <a:avLst/>
          </a:prstGeom>
        </p:spPr>
      </p:pic>
      <p:sp>
        <p:nvSpPr>
          <p:cNvPr id="39" name="Text 30"/>
          <p:cNvSpPr txBox="1"/>
          <p:nvPr/>
        </p:nvSpPr>
        <p:spPr>
          <a:xfrm>
            <a:off x="4663440" y="504748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…in een vliegtuig geslapen?</a:t>
            </a:r>
            <a:endParaRPr lang="en-US" sz="1500" dirty="0"/>
          </a:p>
        </p:txBody>
      </p:sp>
      <p:sp>
        <p:nvSpPr>
          <p:cNvPr id="40" name="Shape 31"/>
          <p:cNvSpPr/>
          <p:nvPr/>
        </p:nvSpPr>
        <p:spPr>
          <a:xfrm>
            <a:off x="4846320" y="6035040"/>
            <a:ext cx="1325880" cy="914"/>
          </a:xfrm>
          <a:prstGeom prst="line">
            <a:avLst/>
          </a:prstGeom>
          <a:noFill/>
          <a:ln w="12700">
            <a:solidFill>
              <a:srgbClr val="B8C2CF"/>
            </a:solidFill>
            <a:prstDash val="sysDot"/>
          </a:ln>
        </p:spPr>
      </p:sp>
      <p:sp>
        <p:nvSpPr>
          <p:cNvPr id="41" name="Shape 32"/>
          <p:cNvSpPr/>
          <p:nvPr/>
        </p:nvSpPr>
        <p:spPr>
          <a:xfrm>
            <a:off x="6583680" y="4023360"/>
            <a:ext cx="1874520" cy="2240280"/>
          </a:xfrm>
          <a:prstGeom prst="roundRect">
            <a:avLst>
              <a:gd name="adj" fmla="val 3902"/>
            </a:avLst>
          </a:prstGeom>
          <a:solidFill>
            <a:schemeClr val="bg1"/>
          </a:solidFill>
          <a:ln w="22225">
            <a:solidFill>
              <a:srgbClr val="D9700F"/>
            </a:solidFill>
            <a:prstDash val="solid"/>
          </a:ln>
          <a:effectLst>
            <a:outerShdw sx="100000" sy="100000" kx="0" ky="0" algn="bl" rotWithShape="0" blurRad="101600" dist="25400" dir="3600000">
              <a:srgbClr val="000000">
                <a:alpha val="16000"/>
              </a:srgbClr>
            </a:outerShdw>
          </a:effectLst>
        </p:spPr>
      </p:sp>
      <p:pic>
        <p:nvPicPr>
          <p:cNvPr id="42" name="Image 6" descr="clapper board">    </p:cNvPr>
          <p:cNvPicPr>
            <a:picLocks noChangeAspect="1"/>
          </p:cNvPicPr>
          <p:nvPr/>
        </p:nvPicPr>
        <p:blipFill>
          <a:blip r:embed="rId7"/>
          <a:stretch>
            <a:fillRect/>
          </a:stretch>
        </p:blipFill>
        <p:spPr>
          <a:xfrm>
            <a:off x="7109460" y="4160520"/>
            <a:ext cx="822960" cy="822960"/>
          </a:xfrm>
          <a:prstGeom prst="rect">
            <a:avLst/>
          </a:prstGeom>
        </p:spPr>
      </p:pic>
      <p:sp>
        <p:nvSpPr>
          <p:cNvPr id="43" name="Shape 33"/>
          <p:cNvSpPr/>
          <p:nvPr/>
        </p:nvSpPr>
        <p:spPr>
          <a:xfrm>
            <a:off x="7909560" y="4160520"/>
            <a:ext cx="411480" cy="90526"/>
          </a:xfrm>
          <a:prstGeom prst="rect">
            <a:avLst/>
          </a:prstGeom>
          <a:solidFill>
            <a:srgbClr val="B32033"/>
          </a:solidFill>
          <a:ln w="12700">
            <a:solidFill>
              <a:srgbClr val="FFFFFF">
                <a:alpha val="0"/>
              </a:srgbClr>
            </a:solidFill>
            <a:prstDash val="solid"/>
          </a:ln>
        </p:spPr>
      </p:sp>
      <p:sp>
        <p:nvSpPr>
          <p:cNvPr id="44" name="Shape 34"/>
          <p:cNvSpPr/>
          <p:nvPr/>
        </p:nvSpPr>
        <p:spPr>
          <a:xfrm>
            <a:off x="7909560" y="4251046"/>
            <a:ext cx="411480" cy="90526"/>
          </a:xfrm>
          <a:prstGeom prst="rect">
            <a:avLst/>
          </a:prstGeom>
          <a:solidFill>
            <a:srgbClr val="FFFFFF"/>
          </a:solidFill>
          <a:ln w="12700">
            <a:solidFill>
              <a:srgbClr val="FFFFFF">
                <a:alpha val="0"/>
              </a:srgbClr>
            </a:solidFill>
            <a:prstDash val="solid"/>
          </a:ln>
        </p:spPr>
      </p:sp>
      <p:sp>
        <p:nvSpPr>
          <p:cNvPr id="45" name="Shape 35"/>
          <p:cNvSpPr/>
          <p:nvPr/>
        </p:nvSpPr>
        <p:spPr>
          <a:xfrm>
            <a:off x="7909560" y="4341571"/>
            <a:ext cx="411480" cy="90526"/>
          </a:xfrm>
          <a:prstGeom prst="rect">
            <a:avLst/>
          </a:prstGeom>
          <a:solidFill>
            <a:srgbClr val="22408C"/>
          </a:solidFill>
          <a:ln w="12700">
            <a:solidFill>
              <a:srgbClr val="FFFFFF">
                <a:alpha val="0"/>
              </a:srgbClr>
            </a:solidFill>
            <a:prstDash val="solid"/>
          </a:ln>
        </p:spPr>
      </p:sp>
      <p:sp>
        <p:nvSpPr>
          <p:cNvPr id="46" name="Shape 36"/>
          <p:cNvSpPr/>
          <p:nvPr/>
        </p:nvSpPr>
        <p:spPr>
          <a:xfrm>
            <a:off x="7909560" y="4160520"/>
            <a:ext cx="411480" cy="271577"/>
          </a:xfrm>
          <a:prstGeom prst="rect">
            <a:avLst/>
          </a:prstGeom>
          <a:noFill/>
          <a:ln w="9525">
            <a:solidFill>
              <a:srgbClr val="B8C2CF"/>
            </a:solidFill>
            <a:prstDash val="solid"/>
          </a:ln>
        </p:spPr>
      </p:sp>
      <p:sp>
        <p:nvSpPr>
          <p:cNvPr id="47" name="Text 37"/>
          <p:cNvSpPr txBox="1"/>
          <p:nvPr/>
        </p:nvSpPr>
        <p:spPr>
          <a:xfrm>
            <a:off x="6675120" y="5047488"/>
            <a:ext cx="1691640" cy="731520"/>
          </a:xfrm>
          <a:prstGeom prst="rect">
            <a:avLst/>
          </a:prstGeom>
          <a:noFill/>
          <a:ln/>
        </p:spPr>
        <p:txBody>
          <a:bodyPr wrap="square" lIns="0" tIns="0" rIns="0" bIns="0" rtlCol="0" anchor="ctr"/>
          <a:lstStyle/>
          <a:p>
            <a:pPr algn="ctr" indent="0" marL="0">
              <a:buNone/>
            </a:pPr>
            <a:r>
              <a:rPr lang="en-US" sz="1500" i="1" dirty="0">
                <a:solidFill>
                  <a:schemeClr val="tx1"/>
                </a:solidFill>
              </a:rPr>
              <a:t>…een Nederlandse film gezien?</a:t>
            </a:r>
            <a:endParaRPr lang="en-US" sz="1500" dirty="0"/>
          </a:p>
        </p:txBody>
      </p:sp>
      <p:sp>
        <p:nvSpPr>
          <p:cNvPr id="48" name="Shape 38"/>
          <p:cNvSpPr/>
          <p:nvPr/>
        </p:nvSpPr>
        <p:spPr>
          <a:xfrm>
            <a:off x="6858000" y="6035040"/>
            <a:ext cx="1325880" cy="914"/>
          </a:xfrm>
          <a:prstGeom prst="line">
            <a:avLst/>
          </a:prstGeom>
          <a:noFill/>
          <a:ln w="12700">
            <a:solidFill>
              <a:srgbClr val="B8C2CF"/>
            </a:solidFill>
            <a:prstDash val="sysDot"/>
          </a:ln>
        </p:spPr>
      </p:sp>
      <p:sp>
        <p:nvSpPr>
          <p:cNvPr id="49" name="Text 39"/>
          <p:cNvSpPr txBox="1"/>
          <p:nvPr/>
        </p:nvSpPr>
        <p:spPr>
          <a:xfrm>
            <a:off x="8641080" y="1600200"/>
            <a:ext cx="2999232" cy="548640"/>
          </a:xfrm>
          <a:prstGeom prst="rect">
            <a:avLst/>
          </a:prstGeom>
          <a:noFill/>
          <a:ln/>
        </p:spPr>
        <p:txBody>
          <a:bodyPr wrap="square" lIns="0" tIns="0" rIns="0" bIns="0" rtlCol="0" anchor="t"/>
          <a:lstStyle/>
          <a:p>
            <a:pPr algn="l" indent="0" marL="0">
              <a:buNone/>
            </a:pPr>
            <a:r>
              <a:rPr lang="en-US" sz="2600" b="1" dirty="0">
                <a:solidFill>
                  <a:schemeClr val="accent1"/>
                </a:solidFill>
                <a:latin typeface="+mj-lt" pitchFamily="34" charset="0"/>
                <a:ea typeface="+mj-lt" pitchFamily="34" charset="-122"/>
                <a:cs typeface="+mj-lt" pitchFamily="34" charset="-120"/>
              </a:rPr>
              <a:t>Heb je ooit…?</a:t>
            </a:r>
            <a:endParaRPr lang="en-US" sz="2600" dirty="0"/>
          </a:p>
        </p:txBody>
      </p:sp>
      <p:sp>
        <p:nvSpPr>
          <p:cNvPr id="50" name="Text 40"/>
          <p:cNvSpPr txBox="1"/>
          <p:nvPr/>
        </p:nvSpPr>
        <p:spPr>
          <a:xfrm>
            <a:off x="8641080" y="2240280"/>
            <a:ext cx="2999232" cy="4023360"/>
          </a:xfrm>
          <a:prstGeom prst="rect">
            <a:avLst/>
          </a:prstGeom>
          <a:noFill/>
          <a:ln/>
        </p:spPr>
        <p:txBody>
          <a:bodyPr wrap="square" lIns="0" tIns="0" rIns="0" bIns="0" rtlCol="0" anchor="t"/>
          <a:lstStyle/>
          <a:p>
            <a:pPr algn="l" indent="0" marL="0">
              <a:spcAft>
                <a:spcPts val="1000"/>
              </a:spcAft>
              <a:buNone/>
            </a:pPr>
            <a:r>
              <a:rPr lang="en-US" sz="1600" b="1" dirty="0">
                <a:solidFill>
                  <a:schemeClr val="tx1"/>
                </a:solidFill>
              </a:rPr>
              <a:t>1.</a:t>
            </a:r>
            <a:r>
              <a:rPr lang="en-US" sz="1600" dirty="0">
                <a:solidFill>
                  <a:schemeClr val="tx1"/>
                </a:solidFill>
              </a:rPr>
              <a:t> Circulez et interrogez : </a:t>
            </a:r>
            <a:r>
              <a:rPr lang="en-US" sz="1600" i="1" dirty="0">
                <a:solidFill>
                  <a:schemeClr val="tx1"/>
                </a:solidFill>
              </a:rPr>
              <a:t>Heb je ooit slakken gegeten?</a:t>
            </a:r>
            <a:endParaRPr lang="en-US" sz="1600" dirty="0"/>
          </a:p>
          <a:p>
            <a:pPr algn="l" indent="0" marL="0">
              <a:spcAft>
                <a:spcPts val="1000"/>
              </a:spcAft>
              <a:buNone/>
            </a:pPr>
            <a:r>
              <a:rPr lang="en-US" sz="1600" b="1" dirty="0">
                <a:solidFill>
                  <a:schemeClr val="tx1"/>
                </a:solidFill>
              </a:rPr>
              <a:t>2.</a:t>
            </a:r>
            <a:r>
              <a:rPr lang="en-US" sz="1600" dirty="0">
                <a:solidFill>
                  <a:schemeClr val="tx1"/>
                </a:solidFill>
              </a:rPr>
              <a:t> </a:t>
            </a:r>
            <a:r>
              <a:rPr lang="en-US" sz="1600" i="1" dirty="0">
                <a:solidFill>
                  <a:schemeClr val="tx1"/>
                </a:solidFill>
              </a:rPr>
              <a:t>Ja, ik heb al…</a:t>
            </a:r>
            <a:r>
              <a:rPr lang="en-US" sz="1600" dirty="0">
                <a:solidFill>
                  <a:schemeClr val="tx1"/>
                </a:solidFill>
              </a:rPr>
              <a:t> → notez le prénom dans la case.</a:t>
            </a:r>
            <a:endParaRPr lang="en-US" sz="1600" dirty="0"/>
          </a:p>
          <a:p>
            <a:pPr algn="l" indent="0" marL="0">
              <a:spcAft>
                <a:spcPts val="1000"/>
              </a:spcAft>
              <a:buNone/>
            </a:pPr>
            <a:r>
              <a:rPr lang="en-US" sz="1600" b="1" dirty="0">
                <a:solidFill>
                  <a:schemeClr val="tx1"/>
                </a:solidFill>
              </a:rPr>
              <a:t>3.</a:t>
            </a:r>
            <a:r>
              <a:rPr lang="en-US" sz="1600" dirty="0">
                <a:solidFill>
                  <a:schemeClr val="tx1"/>
                </a:solidFill>
              </a:rPr>
              <a:t> </a:t>
            </a:r>
            <a:r>
              <a:rPr lang="en-US" sz="1600" i="1" dirty="0">
                <a:solidFill>
                  <a:schemeClr val="tx1"/>
                </a:solidFill>
              </a:rPr>
              <a:t>Nee, ik heb nog nooit…</a:t>
            </a:r>
            <a:r>
              <a:rPr lang="en-US" sz="1600" dirty="0">
                <a:solidFill>
                  <a:schemeClr val="tx1"/>
                </a:solidFill>
              </a:rPr>
              <a:t> → cherchez quelqu’un d’autre.</a:t>
            </a:r>
            <a:endParaRPr lang="en-US" sz="1600" dirty="0"/>
          </a:p>
          <a:p>
            <a:pPr algn="l" indent="0" marL="0">
              <a:spcAft>
                <a:spcPts val="1000"/>
              </a:spcAft>
              <a:buNone/>
            </a:pPr>
            <a:r>
              <a:rPr lang="en-US" sz="1600" i="1" dirty="0">
                <a:solidFill>
                  <a:schemeClr val="tx1"/>
                </a:solidFill>
              </a:rPr>
              <a:t>nog nooit</a:t>
            </a:r>
            <a:r>
              <a:rPr lang="en-US" sz="1600" dirty="0">
                <a:solidFill>
                  <a:schemeClr val="tx1"/>
                </a:solidFill>
              </a:rPr>
              <a:t> = jamais encore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raconte son week-end. Trouvez les 6 erreurs.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chemeClr val="tx2"/>
          </a:solidFill>
          <a:ln w="12700">
            <a:solidFill>
              <a:srgbClr val="FFFFFF">
                <a:alpha val="0"/>
              </a:srgbClr>
            </a:solidFill>
            <a:prstDash val="solid"/>
          </a:ln>
        </p:spPr>
      </p:sp>
      <p:sp>
        <p:nvSpPr>
          <p:cNvPr id="10" name="Text 6"/>
          <p:cNvSpPr txBox="1"/>
          <p:nvPr/>
        </p:nvSpPr>
        <p:spPr>
          <a:xfrm>
            <a:off x="777240" y="1932432"/>
            <a:ext cx="7315200" cy="457200"/>
          </a:xfrm>
          <a:prstGeom prst="rect">
            <a:avLst/>
          </a:prstGeom>
          <a:noFill/>
          <a:ln/>
        </p:spPr>
        <p:txBody>
          <a:bodyPr wrap="square" lIns="0" tIns="0" rIns="0" bIns="0" rtlCol="0" anchor="ctr"/>
          <a:lstStyle/>
          <a:p>
            <a:pPr algn="l" indent="0" marL="0">
              <a:buNone/>
            </a:pPr>
            <a:r>
              <a:rPr lang="en-US" sz="1400" b="1" dirty="0">
                <a:solidFill>
                  <a:schemeClr val="bg1"/>
                </a:solidFill>
              </a:rPr>
              <a:t>Mijn weekend — Karim</a:t>
            </a:r>
            <a:endParaRPr lang="en-US" sz="1400" dirty="0"/>
          </a:p>
        </p:txBody>
      </p:sp>
      <p:sp>
        <p:nvSpPr>
          <p:cNvPr id="11" name="Text 7"/>
          <p:cNvSpPr txBox="1"/>
          <p:nvPr/>
        </p:nvSpPr>
        <p:spPr>
          <a:xfrm>
            <a:off x="868680" y="2572512"/>
            <a:ext cx="7589520" cy="3535680"/>
          </a:xfrm>
          <a:prstGeom prst="rect">
            <a:avLst/>
          </a:prstGeom>
          <a:noFill/>
          <a:ln/>
        </p:spPr>
        <p:txBody>
          <a:bodyPr wrap="square" lIns="0" tIns="0" rIns="0" bIns="0" rtlCol="0" anchor="t"/>
          <a:lstStyle/>
          <a:p>
            <a:pPr algn="l" indent="0" marL="0">
              <a:lnSpc>
                <a:spcPct val="125000"/>
              </a:lnSpc>
              <a:buNone/>
            </a:pPr>
            <a:r>
              <a:rPr lang="en-US" sz="2100" i="1" dirty="0">
                <a:solidFill>
                  <a:schemeClr val="tx1"/>
                </a:solidFill>
              </a:rPr>
              <a:t>Zaterdag ik heb</a:t>
            </a:r>
            <a:r>
              <a:rPr lang="en-US" sz="2100" i="1" dirty="0">
                <a:solidFill>
                  <a:schemeClr val="tx1"/>
                </a:solidFill>
              </a:rPr>
              <a:t> lang geslapen. Daarna </a:t>
            </a:r>
            <a:r>
              <a:rPr lang="en-US" sz="2100" i="1" dirty="0">
                <a:solidFill>
                  <a:schemeClr val="tx1"/>
                </a:solidFill>
              </a:rPr>
              <a:t>heb</a:t>
            </a:r>
            <a:r>
              <a:rPr lang="en-US" sz="2100" i="1" dirty="0">
                <a:solidFill>
                  <a:schemeClr val="tx1"/>
                </a:solidFill>
              </a:rPr>
              <a:t> ik naar Brussel gegaan. Ik heb mijn vriend ontmoet en we hebben een koffie </a:t>
            </a:r>
            <a:r>
              <a:rPr lang="en-US" sz="2100" i="1" dirty="0">
                <a:solidFill>
                  <a:schemeClr val="tx1"/>
                </a:solidFill>
              </a:rPr>
              <a:t>gedrinkt</a:t>
            </a:r>
            <a:r>
              <a:rPr lang="en-US" sz="2100" i="1" dirty="0">
                <a:solidFill>
                  <a:schemeClr val="tx1"/>
                </a:solidFill>
              </a:rPr>
              <a:t>. Zondag </a:t>
            </a:r>
            <a:r>
              <a:rPr lang="en-US" sz="2100" i="1" dirty="0">
                <a:solidFill>
                  <a:schemeClr val="tx1"/>
                </a:solidFill>
              </a:rPr>
              <a:t>heb</a:t>
            </a:r>
            <a:r>
              <a:rPr lang="en-US" sz="2100" i="1" dirty="0">
                <a:solidFill>
                  <a:schemeClr val="tx1"/>
                </a:solidFill>
              </a:rPr>
              <a:t> ik ziek geweest. Ik </a:t>
            </a:r>
            <a:r>
              <a:rPr lang="en-US" sz="2100" i="1" dirty="0">
                <a:solidFill>
                  <a:schemeClr val="tx1"/>
                </a:solidFill>
              </a:rPr>
              <a:t>heb</a:t>
            </a:r>
            <a:r>
              <a:rPr lang="en-US" sz="2100" i="1" dirty="0">
                <a:solidFill>
                  <a:schemeClr val="tx1"/>
                </a:solidFill>
              </a:rPr>
              <a:t> de hele dag thuis gebleven. Ik heb </a:t>
            </a:r>
            <a:r>
              <a:rPr lang="en-US" sz="2100" i="1" dirty="0">
                <a:solidFill>
                  <a:schemeClr val="tx1"/>
                </a:solidFill>
              </a:rPr>
              <a:t>gewerkt niet</a:t>
            </a:r>
            <a:r>
              <a:rPr lang="en-US" sz="2100" i="1" dirty="0">
                <a:solidFill>
                  <a:schemeClr val="tx1"/>
                </a:solidFill>
              </a:rPr>
              <a:t>!</a:t>
            </a:r>
            <a:endParaRPr lang="en-US" sz="21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6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raconte son week-end. Trouvez les 6 erreurs.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chemeClr val="tx2"/>
          </a:solidFill>
          <a:ln w="12700">
            <a:solidFill>
              <a:srgbClr val="FFFFFF">
                <a:alpha val="0"/>
              </a:srgbClr>
            </a:solidFill>
            <a:prstDash val="solid"/>
          </a:ln>
        </p:spPr>
      </p:sp>
      <p:sp>
        <p:nvSpPr>
          <p:cNvPr id="11" name="Text 7"/>
          <p:cNvSpPr txBox="1"/>
          <p:nvPr/>
        </p:nvSpPr>
        <p:spPr>
          <a:xfrm>
            <a:off x="777240" y="1932432"/>
            <a:ext cx="7315200" cy="457200"/>
          </a:xfrm>
          <a:prstGeom prst="rect">
            <a:avLst/>
          </a:prstGeom>
          <a:noFill/>
          <a:ln/>
        </p:spPr>
        <p:txBody>
          <a:bodyPr wrap="square" lIns="0" tIns="0" rIns="0" bIns="0" rtlCol="0" anchor="ctr"/>
          <a:lstStyle/>
          <a:p>
            <a:pPr algn="l" indent="0" marL="0">
              <a:buNone/>
            </a:pPr>
            <a:r>
              <a:rPr lang="en-US" sz="1400" b="1" dirty="0">
                <a:solidFill>
                  <a:schemeClr val="bg1"/>
                </a:solidFill>
              </a:rPr>
              <a:t>Mijn weekend — Karim</a:t>
            </a:r>
            <a:endParaRPr lang="en-US" sz="1400" dirty="0"/>
          </a:p>
        </p:txBody>
      </p:sp>
      <p:sp>
        <p:nvSpPr>
          <p:cNvPr id="12" name="Text 8"/>
          <p:cNvSpPr txBox="1"/>
          <p:nvPr/>
        </p:nvSpPr>
        <p:spPr>
          <a:xfrm>
            <a:off x="868680" y="2572512"/>
            <a:ext cx="7589520" cy="3535680"/>
          </a:xfrm>
          <a:prstGeom prst="rect">
            <a:avLst/>
          </a:prstGeom>
          <a:noFill/>
          <a:ln/>
        </p:spPr>
        <p:txBody>
          <a:bodyPr wrap="square" lIns="0" tIns="0" rIns="0" bIns="0" rtlCol="0" anchor="t"/>
          <a:lstStyle/>
          <a:p>
            <a:pPr algn="l" indent="0" marL="0">
              <a:lnSpc>
                <a:spcPct val="125000"/>
              </a:lnSpc>
              <a:buNone/>
            </a:pPr>
            <a:r>
              <a:rPr lang="en-US" sz="2100" i="1" strike="sngStrike" dirty="0">
                <a:solidFill>
                  <a:schemeClr val="accent6"/>
                </a:solidFill>
              </a:rPr>
              <a:t>Zaterdag ik heb</a:t>
            </a:r>
            <a:r>
              <a:rPr lang="en-US" sz="2100" b="1" i="1" dirty="0">
                <a:solidFill>
                  <a:schemeClr val="accent3"/>
                </a:solidFill>
              </a:rPr>
              <a:t> Zaterdag heb ik</a:t>
            </a:r>
            <a:r>
              <a:rPr lang="en-US" sz="2100" i="1" dirty="0">
                <a:solidFill>
                  <a:schemeClr val="tx1"/>
                </a:solidFill>
              </a:rPr>
              <a:t> lang geslapen. Daarna </a:t>
            </a:r>
            <a:r>
              <a:rPr lang="en-US" sz="2100" i="1" strike="sngStrike" dirty="0">
                <a:solidFill>
                  <a:schemeClr val="accent6"/>
                </a:solidFill>
              </a:rPr>
              <a:t>heb</a:t>
            </a:r>
            <a:r>
              <a:rPr lang="en-US" sz="2100" b="1" i="1" dirty="0">
                <a:solidFill>
                  <a:schemeClr val="accent3"/>
                </a:solidFill>
              </a:rPr>
              <a:t> ben</a:t>
            </a:r>
            <a:r>
              <a:rPr lang="en-US" sz="2100" i="1" dirty="0">
                <a:solidFill>
                  <a:schemeClr val="tx1"/>
                </a:solidFill>
              </a:rPr>
              <a:t> ik naar Brussel gegaan. Ik heb mijn vriend ontmoet en we hebben een koffie </a:t>
            </a:r>
            <a:r>
              <a:rPr lang="en-US" sz="2100" i="1" strike="sngStrike" dirty="0">
                <a:solidFill>
                  <a:schemeClr val="accent6"/>
                </a:solidFill>
              </a:rPr>
              <a:t>gedrinkt</a:t>
            </a:r>
            <a:r>
              <a:rPr lang="en-US" sz="2100" b="1" i="1" dirty="0">
                <a:solidFill>
                  <a:schemeClr val="accent3"/>
                </a:solidFill>
              </a:rPr>
              <a:t> gedronken</a:t>
            </a:r>
            <a:r>
              <a:rPr lang="en-US" sz="2100" i="1" dirty="0">
                <a:solidFill>
                  <a:schemeClr val="tx1"/>
                </a:solidFill>
              </a:rPr>
              <a:t>. Zondag </a:t>
            </a:r>
            <a:r>
              <a:rPr lang="en-US" sz="2100" i="1" strike="sngStrike" dirty="0">
                <a:solidFill>
                  <a:schemeClr val="accent6"/>
                </a:solidFill>
              </a:rPr>
              <a:t>heb</a:t>
            </a:r>
            <a:r>
              <a:rPr lang="en-US" sz="2100" b="1" i="1" dirty="0">
                <a:solidFill>
                  <a:schemeClr val="accent3"/>
                </a:solidFill>
              </a:rPr>
              <a:t> ben</a:t>
            </a:r>
            <a:r>
              <a:rPr lang="en-US" sz="2100" i="1" dirty="0">
                <a:solidFill>
                  <a:schemeClr val="tx1"/>
                </a:solidFill>
              </a:rPr>
              <a:t> ik ziek geweest. Ik </a:t>
            </a:r>
            <a:r>
              <a:rPr lang="en-US" sz="2100" i="1" strike="sngStrike" dirty="0">
                <a:solidFill>
                  <a:schemeClr val="accent6"/>
                </a:solidFill>
              </a:rPr>
              <a:t>heb</a:t>
            </a:r>
            <a:r>
              <a:rPr lang="en-US" sz="2100" b="1" i="1" dirty="0">
                <a:solidFill>
                  <a:schemeClr val="accent3"/>
                </a:solidFill>
              </a:rPr>
              <a:t> ben</a:t>
            </a:r>
            <a:r>
              <a:rPr lang="en-US" sz="2100" i="1" dirty="0">
                <a:solidFill>
                  <a:schemeClr val="tx1"/>
                </a:solidFill>
              </a:rPr>
              <a:t> de hele dag thuis gebleven. Ik heb </a:t>
            </a:r>
            <a:r>
              <a:rPr lang="en-US" sz="2100" i="1" strike="sngStrike" dirty="0">
                <a:solidFill>
                  <a:schemeClr val="accent6"/>
                </a:solidFill>
              </a:rPr>
              <a:t>gewerkt niet</a:t>
            </a:r>
            <a:r>
              <a:rPr lang="en-US" sz="2100" b="1" i="1" dirty="0">
                <a:solidFill>
                  <a:schemeClr val="accent3"/>
                </a:solidFill>
              </a:rPr>
              <a:t> niet gewerkt</a:t>
            </a:r>
            <a:r>
              <a:rPr lang="en-US" sz="2100" i="1" dirty="0">
                <a:solidFill>
                  <a:schemeClr val="tx1"/>
                </a:solidFill>
              </a:rPr>
              <a:t>!</a:t>
            </a:r>
            <a:endParaRPr lang="en-US" sz="21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6 erreurs ✓</a:t>
            </a:r>
            <a:endParaRPr lang="en-US" sz="2200" dirty="0"/>
          </a:p>
        </p:txBody>
      </p:sp>
      <p:sp>
        <p:nvSpPr>
          <p:cNvPr id="16" name="Text 11"/>
          <p:cNvSpPr txBox="1"/>
          <p:nvPr/>
        </p:nvSpPr>
        <p:spPr>
          <a:xfrm>
            <a:off x="9052560" y="4721352"/>
            <a:ext cx="2587752" cy="1463040"/>
          </a:xfrm>
          <a:prstGeom prst="rect">
            <a:avLst/>
          </a:prstGeom>
          <a:noFill/>
          <a:ln/>
        </p:spPr>
        <p:txBody>
          <a:bodyPr wrap="square" lIns="0" tIns="0" rIns="0" bIns="0" rtlCol="0" anchor="t"/>
          <a:lstStyle/>
          <a:p>
            <a:pPr algn="l" indent="0" marL="0">
              <a:buNone/>
            </a:pPr>
            <a:r>
              <a:rPr lang="en-US" sz="1400" i="1" dirty="0">
                <a:solidFill>
                  <a:schemeClr val="accent5"/>
                </a:solidFill>
              </a:rPr>
              <a:t>Leurre : </a:t>
            </a:r>
            <a:r>
              <a:rPr lang="en-US" sz="1400" i="1" dirty="0">
                <a:solidFill>
                  <a:schemeClr val="accent5"/>
                </a:solidFill>
              </a:rPr>
              <a:t>Ik heb mijn vriend ontmoet</a:t>
            </a:r>
            <a:r>
              <a:rPr lang="en-US" sz="1400" i="1" dirty="0">
                <a:solidFill>
                  <a:schemeClr val="accent5"/>
                </a:solidFill>
              </a:rPr>
              <a:t> (inséparable, pas de </a:t>
            </a:r>
            <a:r>
              <a:rPr lang="en-US" sz="1400" i="1" dirty="0">
                <a:solidFill>
                  <a:schemeClr val="accent5"/>
                </a:solidFill>
              </a:rPr>
              <a:t>ge-</a:t>
            </a:r>
            <a:r>
              <a:rPr lang="en-US" sz="1400" i="1"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La réunion du lundi</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Lundi, réunion d’équipe chez Peeters &amp; Co. Chacun présente </a:t>
            </a:r>
            <a:r>
              <a:rPr lang="en-US" sz="1700" b="1" dirty="0">
                <a:solidFill>
                  <a:schemeClr val="tx1"/>
                </a:solidFill>
              </a:rPr>
              <a:t>3 choses</a:t>
            </a:r>
            <a:r>
              <a:rPr lang="en-US" sz="1700" dirty="0">
                <a:solidFill>
                  <a:schemeClr val="tx1"/>
                </a:solidFill>
              </a:rPr>
              <a:t> faites la semaine passée et </a:t>
            </a:r>
            <a:r>
              <a:rPr lang="en-US" sz="1700" b="1" dirty="0">
                <a:solidFill>
                  <a:schemeClr val="tx1"/>
                </a:solidFill>
              </a:rPr>
              <a:t>1 problème</a:t>
            </a:r>
            <a:r>
              <a:rPr lang="en-US" sz="1700" dirty="0">
                <a:solidFill>
                  <a:schemeClr val="tx1"/>
                </a:solidFill>
              </a:rPr>
              <a:t>.</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Vous présentez</a:t>
            </a:r>
            <a:r>
              <a:rPr lang="en-US" sz="1700" dirty="0">
                <a:solidFill>
                  <a:schemeClr val="tx1"/>
                </a:solidFill>
              </a:rPr>
              <a:t> : parlez une minute de votre semaine. Remplissez d’abord le </a:t>
            </a:r>
            <a:r>
              <a:rPr lang="en-US" sz="1700" i="1" dirty="0">
                <a:solidFill>
                  <a:schemeClr val="tx1"/>
                </a:solidFill>
              </a:rPr>
              <a:t>Weekverslag</a:t>
            </a:r>
            <a:r>
              <a:rPr lang="en-US" sz="1700" dirty="0">
                <a:solidFill>
                  <a:schemeClr val="tx1"/>
                </a:solidFill>
              </a:rPr>
              <a:t>.</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buNone/>
            </a:pPr>
            <a:r>
              <a:rPr lang="en-US" sz="1700" b="1" dirty="0">
                <a:solidFill>
                  <a:schemeClr val="tx1"/>
                </a:solidFill>
              </a:rPr>
              <a:t>L’équipe</a:t>
            </a:r>
            <a:r>
              <a:rPr lang="en-US" sz="1700" dirty="0">
                <a:solidFill>
                  <a:schemeClr val="tx1"/>
                </a:solidFill>
              </a:rPr>
              <a:t> : écoutez, puis posez une question : </a:t>
            </a:r>
            <a:r>
              <a:rPr lang="en-US" sz="1700" i="1" dirty="0">
                <a:solidFill>
                  <a:schemeClr val="tx1"/>
                </a:solidFill>
              </a:rPr>
              <a:t>Heb je ook…? Wanneer ben je…? Wie heb je ontmoet?</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Vorige week heb ik… · Ik heb drie klanten gebeld. · Ik heb de facturen gecontroleerd. · Ik ben naar Antwerpen gegaan. · Ik heb een nieuwe collega ontmoet. · Het project is nog niet klaar. · Het is niet gelukt.</a:t>
            </a:r>
            <a:endParaRPr lang="en-US" sz="1600" dirty="0"/>
          </a:p>
        </p:txBody>
      </p:sp>
      <p:pic>
        <p:nvPicPr>
          <p:cNvPr id="19" name="Image 0" descr="busts in silhouette">    </p:cNvPr>
          <p:cNvPicPr>
            <a:picLocks noChangeAspect="1"/>
          </p:cNvPicPr>
          <p:nvPr/>
        </p:nvPicPr>
        <p:blipFill>
          <a:blip r:embed="rId1"/>
          <a:stretch>
            <a:fillRect/>
          </a:stretch>
        </p:blipFill>
        <p:spPr>
          <a:xfrm>
            <a:off x="10771632" y="1527048"/>
            <a:ext cx="731520" cy="731520"/>
          </a:xfrm>
          <a:prstGeom prst="rect">
            <a:avLst/>
          </a:prstGeom>
        </p:spPr>
      </p:pic>
      <p:sp>
        <p:nvSpPr>
          <p:cNvPr id="20" name="Shape 16"/>
          <p:cNvSpPr/>
          <p:nvPr/>
        </p:nvSpPr>
        <p:spPr>
          <a:xfrm>
            <a:off x="8074152" y="2304288"/>
            <a:ext cx="3566160" cy="398678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1" name="Shape 17"/>
          <p:cNvSpPr/>
          <p:nvPr/>
        </p:nvSpPr>
        <p:spPr>
          <a:xfrm>
            <a:off x="8074152" y="2304288"/>
            <a:ext cx="3566160" cy="502920"/>
          </a:xfrm>
          <a:prstGeom prst="roundRect">
            <a:avLst>
              <a:gd name="adj" fmla="val 7273"/>
            </a:avLst>
          </a:prstGeom>
          <a:solidFill>
            <a:srgbClr val="6E4A9E"/>
          </a:solidFill>
          <a:ln w="12700">
            <a:solidFill>
              <a:srgbClr val="FFFFFF">
                <a:alpha val="0"/>
              </a:srgbClr>
            </a:solidFill>
            <a:prstDash val="solid"/>
          </a:ln>
        </p:spPr>
      </p:sp>
      <p:sp>
        <p:nvSpPr>
          <p:cNvPr id="22" name="Text 18"/>
          <p:cNvSpPr txBox="1"/>
          <p:nvPr/>
        </p:nvSpPr>
        <p:spPr>
          <a:xfrm>
            <a:off x="8257032" y="2304288"/>
            <a:ext cx="3200400" cy="502920"/>
          </a:xfrm>
          <a:prstGeom prst="rect">
            <a:avLst/>
          </a:prstGeom>
          <a:noFill/>
          <a:ln/>
        </p:spPr>
        <p:txBody>
          <a:bodyPr wrap="square" lIns="0" tIns="0" rIns="0" bIns="0" rtlCol="0" anchor="ctr"/>
          <a:lstStyle/>
          <a:p>
            <a:pPr algn="l" indent="0" marL="0">
              <a:buNone/>
            </a:pPr>
            <a:r>
              <a:rPr lang="en-US" sz="1400" b="1" spc="200" kern="0" dirty="0">
                <a:solidFill>
                  <a:schemeClr val="bg1"/>
                </a:solidFill>
              </a:rPr>
              <a:t>WEEKVERSLAG</a:t>
            </a:r>
            <a:endParaRPr lang="en-US" sz="1400" dirty="0"/>
          </a:p>
        </p:txBody>
      </p:sp>
      <p:sp>
        <p:nvSpPr>
          <p:cNvPr id="23" name="Text 19"/>
          <p:cNvSpPr txBox="1"/>
          <p:nvPr/>
        </p:nvSpPr>
        <p:spPr>
          <a:xfrm>
            <a:off x="8257032" y="2944368"/>
            <a:ext cx="3200400" cy="320040"/>
          </a:xfrm>
          <a:prstGeom prst="rect">
            <a:avLst/>
          </a:prstGeom>
          <a:noFill/>
          <a:ln/>
        </p:spPr>
        <p:txBody>
          <a:bodyPr wrap="square" lIns="0" tIns="0" rIns="0" bIns="0" rtlCol="0" anchor="t"/>
          <a:lstStyle/>
          <a:p>
            <a:pPr algn="l" indent="0" marL="0">
              <a:buNone/>
            </a:pPr>
            <a:r>
              <a:rPr lang="en-US" sz="1400" b="1" i="1" dirty="0">
                <a:solidFill>
                  <a:schemeClr val="tx2"/>
                </a:solidFill>
              </a:rPr>
              <a:t>Wat heb je gedaan?</a:t>
            </a:r>
            <a:endParaRPr lang="en-US" sz="1400" dirty="0"/>
          </a:p>
        </p:txBody>
      </p:sp>
      <p:sp>
        <p:nvSpPr>
          <p:cNvPr id="24" name="Shape 20"/>
          <p:cNvSpPr/>
          <p:nvPr/>
        </p:nvSpPr>
        <p:spPr>
          <a:xfrm>
            <a:off x="8257032" y="3630168"/>
            <a:ext cx="3200400" cy="914"/>
          </a:xfrm>
          <a:prstGeom prst="line">
            <a:avLst/>
          </a:prstGeom>
          <a:noFill/>
          <a:ln w="12700">
            <a:solidFill>
              <a:srgbClr val="B8C2CF"/>
            </a:solidFill>
            <a:prstDash val="sysDot"/>
          </a:ln>
        </p:spPr>
      </p:sp>
      <p:sp>
        <p:nvSpPr>
          <p:cNvPr id="25" name="Shape 21"/>
          <p:cNvSpPr/>
          <p:nvPr/>
        </p:nvSpPr>
        <p:spPr>
          <a:xfrm>
            <a:off x="8257032" y="3995928"/>
            <a:ext cx="3200400" cy="914"/>
          </a:xfrm>
          <a:prstGeom prst="line">
            <a:avLst/>
          </a:prstGeom>
          <a:noFill/>
          <a:ln w="12700">
            <a:solidFill>
              <a:srgbClr val="B8C2CF"/>
            </a:solidFill>
            <a:prstDash val="sysDot"/>
          </a:ln>
        </p:spPr>
      </p:sp>
      <p:sp>
        <p:nvSpPr>
          <p:cNvPr id="26" name="Text 22"/>
          <p:cNvSpPr txBox="1"/>
          <p:nvPr/>
        </p:nvSpPr>
        <p:spPr>
          <a:xfrm>
            <a:off x="8257032" y="4014216"/>
            <a:ext cx="3200400" cy="320040"/>
          </a:xfrm>
          <a:prstGeom prst="rect">
            <a:avLst/>
          </a:prstGeom>
          <a:noFill/>
          <a:ln/>
        </p:spPr>
        <p:txBody>
          <a:bodyPr wrap="square" lIns="0" tIns="0" rIns="0" bIns="0" rtlCol="0" anchor="t"/>
          <a:lstStyle/>
          <a:p>
            <a:pPr algn="l" indent="0" marL="0">
              <a:buNone/>
            </a:pPr>
            <a:r>
              <a:rPr lang="en-US" sz="1400" b="1" i="1" dirty="0">
                <a:solidFill>
                  <a:schemeClr val="tx2"/>
                </a:solidFill>
              </a:rPr>
              <a:t>Wie heb je gebeld / ontmoet?</a:t>
            </a:r>
            <a:endParaRPr lang="en-US" sz="1400" dirty="0"/>
          </a:p>
        </p:txBody>
      </p:sp>
      <p:sp>
        <p:nvSpPr>
          <p:cNvPr id="27" name="Shape 23"/>
          <p:cNvSpPr/>
          <p:nvPr/>
        </p:nvSpPr>
        <p:spPr>
          <a:xfrm>
            <a:off x="8257032" y="4700016"/>
            <a:ext cx="3200400" cy="914"/>
          </a:xfrm>
          <a:prstGeom prst="line">
            <a:avLst/>
          </a:prstGeom>
          <a:noFill/>
          <a:ln w="12700">
            <a:solidFill>
              <a:srgbClr val="B8C2CF"/>
            </a:solidFill>
            <a:prstDash val="sysDot"/>
          </a:ln>
        </p:spPr>
      </p:sp>
      <p:sp>
        <p:nvSpPr>
          <p:cNvPr id="28" name="Shape 24"/>
          <p:cNvSpPr/>
          <p:nvPr/>
        </p:nvSpPr>
        <p:spPr>
          <a:xfrm>
            <a:off x="8257032" y="5065776"/>
            <a:ext cx="3200400" cy="914"/>
          </a:xfrm>
          <a:prstGeom prst="line">
            <a:avLst/>
          </a:prstGeom>
          <a:noFill/>
          <a:ln w="12700">
            <a:solidFill>
              <a:srgbClr val="B8C2CF"/>
            </a:solidFill>
            <a:prstDash val="sysDot"/>
          </a:ln>
        </p:spPr>
      </p:sp>
      <p:sp>
        <p:nvSpPr>
          <p:cNvPr id="29" name="Text 25"/>
          <p:cNvSpPr txBox="1"/>
          <p:nvPr/>
        </p:nvSpPr>
        <p:spPr>
          <a:xfrm>
            <a:off x="8257032" y="5084064"/>
            <a:ext cx="3200400" cy="320040"/>
          </a:xfrm>
          <a:prstGeom prst="rect">
            <a:avLst/>
          </a:prstGeom>
          <a:noFill/>
          <a:ln/>
        </p:spPr>
        <p:txBody>
          <a:bodyPr wrap="square" lIns="0" tIns="0" rIns="0" bIns="0" rtlCol="0" anchor="t"/>
          <a:lstStyle/>
          <a:p>
            <a:pPr algn="l" indent="0" marL="0">
              <a:buNone/>
            </a:pPr>
            <a:r>
              <a:rPr lang="en-US" sz="1400" b="1" i="1" dirty="0">
                <a:solidFill>
                  <a:schemeClr val="tx2"/>
                </a:solidFill>
              </a:rPr>
              <a:t>Wat is niet gelukt?</a:t>
            </a:r>
            <a:endParaRPr lang="en-US" sz="1400" dirty="0"/>
          </a:p>
        </p:txBody>
      </p:sp>
      <p:sp>
        <p:nvSpPr>
          <p:cNvPr id="30" name="Shape 26"/>
          <p:cNvSpPr/>
          <p:nvPr/>
        </p:nvSpPr>
        <p:spPr>
          <a:xfrm>
            <a:off x="8257032" y="5769864"/>
            <a:ext cx="3200400" cy="914"/>
          </a:xfrm>
          <a:prstGeom prst="line">
            <a:avLst/>
          </a:prstGeom>
          <a:noFill/>
          <a:ln w="12700">
            <a:solidFill>
              <a:srgbClr val="B8C2CF"/>
            </a:solidFill>
            <a:prstDash val="sysDot"/>
          </a:ln>
        </p:spPr>
      </p:sp>
      <p:sp>
        <p:nvSpPr>
          <p:cNvPr id="31" name="Shape 27"/>
          <p:cNvSpPr/>
          <p:nvPr/>
        </p:nvSpPr>
        <p:spPr>
          <a:xfrm>
            <a:off x="8257032" y="6135624"/>
            <a:ext cx="3200400" cy="914"/>
          </a:xfrm>
          <a:prstGeom prst="line">
            <a:avLst/>
          </a:prstGeom>
          <a:noFill/>
          <a:ln w="12700">
            <a:solidFill>
              <a:srgbClr val="B8C2CF"/>
            </a:solidFill>
            <a:prstDash val="sysDot"/>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 et bilan du bloc 3</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Le participe de </a:t>
            </a:r>
            <a:r>
              <a:rPr lang="en-US" sz="2000" i="1" dirty="0">
                <a:solidFill>
                  <a:schemeClr val="tx1"/>
                </a:solidFill>
              </a:rPr>
              <a:t>opbellen</a:t>
            </a:r>
            <a:r>
              <a:rPr lang="en-US" sz="2000" dirty="0">
                <a:solidFill>
                  <a:schemeClr val="tx1"/>
                </a:solidFill>
              </a:rPr>
              <a:t> ? de </a:t>
            </a:r>
            <a:r>
              <a:rPr lang="en-US" sz="2000" i="1" dirty="0">
                <a:solidFill>
                  <a:schemeClr val="tx1"/>
                </a:solidFill>
              </a:rPr>
              <a:t>vertellen</a:t>
            </a:r>
            <a:r>
              <a:rPr lang="en-US" sz="2000" dirty="0">
                <a:solidFill>
                  <a:schemeClr val="tx1"/>
                </a:solidFill>
              </a:rPr>
              <a:t> ?</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i="1" dirty="0">
                <a:solidFill>
                  <a:schemeClr val="tx1"/>
                </a:solidFill>
              </a:rPr>
              <a:t>hebben</a:t>
            </a:r>
            <a:r>
              <a:rPr lang="en-US" sz="2000" dirty="0">
                <a:solidFill>
                  <a:schemeClr val="tx1"/>
                </a:solidFill>
              </a:rPr>
              <a:t> ou </a:t>
            </a:r>
            <a:r>
              <a:rPr lang="en-US" sz="2000" i="1" dirty="0">
                <a:solidFill>
                  <a:schemeClr val="tx1"/>
                </a:solidFill>
              </a:rPr>
              <a:t>zijn</a:t>
            </a:r>
            <a:r>
              <a:rPr lang="en-US" sz="2000" dirty="0">
                <a:solidFill>
                  <a:schemeClr val="tx1"/>
                </a:solidFill>
              </a:rPr>
              <a:t> : </a:t>
            </a:r>
            <a:r>
              <a:rPr lang="en-US" sz="2000" i="1" dirty="0">
                <a:solidFill>
                  <a:schemeClr val="tx1"/>
                </a:solidFill>
              </a:rPr>
              <a:t>Ik …… ziek geweest.</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Au passé composé : </a:t>
            </a:r>
            <a:r>
              <a:rPr lang="en-US" sz="2000" i="1" dirty="0">
                <a:solidFill>
                  <a:schemeClr val="tx1"/>
                </a:solidFill>
              </a:rPr>
              <a:t>Ik werk niet.</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Former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Choisir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Raconter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Trophy">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Proficiat! Bloc 3 is klaar.</a:t>
            </a:r>
            <a:r>
              <a:rPr lang="en-US" sz="1800" dirty="0">
                <a:solidFill>
                  <a:schemeClr val="bg1"/>
                </a:solidFill>
              </a:rPr>
              <a:t> — Volgende stap : bloc 4, M16 De gebiedende wijs</a:t>
            </a:r>
            <a:endParaRPr lang="en-US" sz="1800" dirty="0"/>
          </a:p>
        </p:txBody>
      </p:sp>
      <p:sp>
        <p:nvSpPr>
          <p:cNvPr id="36" name="Text 23"/>
          <p:cNvSpPr txBox="1"/>
          <p:nvPr/>
        </p:nvSpPr>
        <p:spPr>
          <a:xfrm>
            <a:off x="6949440" y="4617720"/>
            <a:ext cx="41148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BLOCS 1 À 3 · 15 MODULES</a:t>
            </a:r>
            <a:endParaRPr lang="en-US" sz="1200" dirty="0"/>
          </a:p>
        </p:txBody>
      </p:sp>
      <p:sp>
        <p:nvSpPr>
          <p:cNvPr id="37" name="Shape 24"/>
          <p:cNvSpPr/>
          <p:nvPr/>
        </p:nvSpPr>
        <p:spPr>
          <a:xfrm>
            <a:off x="6949440" y="4983480"/>
            <a:ext cx="256032" cy="256032"/>
          </a:xfrm>
          <a:prstGeom prst="ellipse">
            <a:avLst/>
          </a:prstGeom>
          <a:solidFill>
            <a:schemeClr val="accent2"/>
          </a:solidFill>
          <a:ln w="12700">
            <a:solidFill>
              <a:srgbClr val="FFFFFF">
                <a:alpha val="0"/>
              </a:srgbClr>
            </a:solidFill>
            <a:prstDash val="solid"/>
          </a:ln>
        </p:spPr>
      </p:sp>
      <p:sp>
        <p:nvSpPr>
          <p:cNvPr id="38" name="Text 25"/>
          <p:cNvSpPr txBox="1"/>
          <p:nvPr/>
        </p:nvSpPr>
        <p:spPr>
          <a:xfrm>
            <a:off x="6949440"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39" name="Shape 26"/>
          <p:cNvSpPr/>
          <p:nvPr/>
        </p:nvSpPr>
        <p:spPr>
          <a:xfrm>
            <a:off x="7232904" y="4983480"/>
            <a:ext cx="256032" cy="256032"/>
          </a:xfrm>
          <a:prstGeom prst="ellipse">
            <a:avLst/>
          </a:prstGeom>
          <a:solidFill>
            <a:schemeClr val="accent2"/>
          </a:solidFill>
          <a:ln w="12700">
            <a:solidFill>
              <a:srgbClr val="FFFFFF">
                <a:alpha val="0"/>
              </a:srgbClr>
            </a:solidFill>
            <a:prstDash val="solid"/>
          </a:ln>
        </p:spPr>
      </p:sp>
      <p:sp>
        <p:nvSpPr>
          <p:cNvPr id="40" name="Text 27"/>
          <p:cNvSpPr txBox="1"/>
          <p:nvPr/>
        </p:nvSpPr>
        <p:spPr>
          <a:xfrm>
            <a:off x="7232904"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41" name="Shape 28"/>
          <p:cNvSpPr/>
          <p:nvPr/>
        </p:nvSpPr>
        <p:spPr>
          <a:xfrm>
            <a:off x="7516368" y="4983480"/>
            <a:ext cx="256032" cy="256032"/>
          </a:xfrm>
          <a:prstGeom prst="ellipse">
            <a:avLst/>
          </a:prstGeom>
          <a:solidFill>
            <a:schemeClr val="accent2"/>
          </a:solidFill>
          <a:ln w="12700">
            <a:solidFill>
              <a:srgbClr val="FFFFFF">
                <a:alpha val="0"/>
              </a:srgbClr>
            </a:solidFill>
            <a:prstDash val="solid"/>
          </a:ln>
        </p:spPr>
      </p:sp>
      <p:sp>
        <p:nvSpPr>
          <p:cNvPr id="42" name="Text 29"/>
          <p:cNvSpPr txBox="1"/>
          <p:nvPr/>
        </p:nvSpPr>
        <p:spPr>
          <a:xfrm>
            <a:off x="7516368"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43" name="Shape 30"/>
          <p:cNvSpPr/>
          <p:nvPr/>
        </p:nvSpPr>
        <p:spPr>
          <a:xfrm>
            <a:off x="7799832" y="4983480"/>
            <a:ext cx="256032" cy="256032"/>
          </a:xfrm>
          <a:prstGeom prst="ellipse">
            <a:avLst/>
          </a:prstGeom>
          <a:solidFill>
            <a:schemeClr val="accent2"/>
          </a:solidFill>
          <a:ln w="12700">
            <a:solidFill>
              <a:srgbClr val="FFFFFF">
                <a:alpha val="0"/>
              </a:srgbClr>
            </a:solidFill>
            <a:prstDash val="solid"/>
          </a:ln>
        </p:spPr>
      </p:sp>
      <p:sp>
        <p:nvSpPr>
          <p:cNvPr id="44" name="Text 31"/>
          <p:cNvSpPr txBox="1"/>
          <p:nvPr/>
        </p:nvSpPr>
        <p:spPr>
          <a:xfrm>
            <a:off x="7799832"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4</a:t>
            </a:r>
            <a:endParaRPr lang="en-US" sz="900" dirty="0"/>
          </a:p>
        </p:txBody>
      </p:sp>
      <p:sp>
        <p:nvSpPr>
          <p:cNvPr id="45" name="Shape 32"/>
          <p:cNvSpPr/>
          <p:nvPr/>
        </p:nvSpPr>
        <p:spPr>
          <a:xfrm>
            <a:off x="8083296" y="4983480"/>
            <a:ext cx="256032" cy="256032"/>
          </a:xfrm>
          <a:prstGeom prst="ellipse">
            <a:avLst/>
          </a:prstGeom>
          <a:solidFill>
            <a:schemeClr val="accent2"/>
          </a:solidFill>
          <a:ln w="12700">
            <a:solidFill>
              <a:srgbClr val="FFFFFF">
                <a:alpha val="0"/>
              </a:srgbClr>
            </a:solidFill>
            <a:prstDash val="solid"/>
          </a:ln>
        </p:spPr>
      </p:sp>
      <p:sp>
        <p:nvSpPr>
          <p:cNvPr id="46" name="Text 33"/>
          <p:cNvSpPr txBox="1"/>
          <p:nvPr/>
        </p:nvSpPr>
        <p:spPr>
          <a:xfrm>
            <a:off x="8083296"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5</a:t>
            </a:r>
            <a:endParaRPr lang="en-US" sz="900" dirty="0"/>
          </a:p>
        </p:txBody>
      </p:sp>
      <p:sp>
        <p:nvSpPr>
          <p:cNvPr id="47" name="Shape 34"/>
          <p:cNvSpPr/>
          <p:nvPr/>
        </p:nvSpPr>
        <p:spPr>
          <a:xfrm>
            <a:off x="8366760" y="4983480"/>
            <a:ext cx="256032" cy="256032"/>
          </a:xfrm>
          <a:prstGeom prst="ellipse">
            <a:avLst/>
          </a:prstGeom>
          <a:solidFill>
            <a:schemeClr val="accent1"/>
          </a:solidFill>
          <a:ln w="12700">
            <a:solidFill>
              <a:srgbClr val="FFFFFF">
                <a:alpha val="0"/>
              </a:srgbClr>
            </a:solidFill>
            <a:prstDash val="solid"/>
          </a:ln>
        </p:spPr>
      </p:sp>
      <p:sp>
        <p:nvSpPr>
          <p:cNvPr id="48" name="Text 35"/>
          <p:cNvSpPr txBox="1"/>
          <p:nvPr/>
        </p:nvSpPr>
        <p:spPr>
          <a:xfrm>
            <a:off x="8366760"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6</a:t>
            </a:r>
            <a:endParaRPr lang="en-US" sz="900" dirty="0"/>
          </a:p>
        </p:txBody>
      </p:sp>
      <p:sp>
        <p:nvSpPr>
          <p:cNvPr id="49" name="Shape 36"/>
          <p:cNvSpPr/>
          <p:nvPr/>
        </p:nvSpPr>
        <p:spPr>
          <a:xfrm>
            <a:off x="8650224" y="4983480"/>
            <a:ext cx="256032" cy="256032"/>
          </a:xfrm>
          <a:prstGeom prst="ellipse">
            <a:avLst/>
          </a:prstGeom>
          <a:solidFill>
            <a:schemeClr val="accent1"/>
          </a:solidFill>
          <a:ln w="12700">
            <a:solidFill>
              <a:srgbClr val="FFFFFF">
                <a:alpha val="0"/>
              </a:srgbClr>
            </a:solidFill>
            <a:prstDash val="solid"/>
          </a:ln>
        </p:spPr>
      </p:sp>
      <p:sp>
        <p:nvSpPr>
          <p:cNvPr id="50" name="Text 37"/>
          <p:cNvSpPr txBox="1"/>
          <p:nvPr/>
        </p:nvSpPr>
        <p:spPr>
          <a:xfrm>
            <a:off x="8650224"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7</a:t>
            </a:r>
            <a:endParaRPr lang="en-US" sz="900" dirty="0"/>
          </a:p>
        </p:txBody>
      </p:sp>
      <p:sp>
        <p:nvSpPr>
          <p:cNvPr id="51" name="Shape 38"/>
          <p:cNvSpPr/>
          <p:nvPr/>
        </p:nvSpPr>
        <p:spPr>
          <a:xfrm>
            <a:off x="8933688" y="4983480"/>
            <a:ext cx="256032" cy="256032"/>
          </a:xfrm>
          <a:prstGeom prst="ellipse">
            <a:avLst/>
          </a:prstGeom>
          <a:solidFill>
            <a:schemeClr val="accent1"/>
          </a:solidFill>
          <a:ln w="12700">
            <a:solidFill>
              <a:srgbClr val="FFFFFF">
                <a:alpha val="0"/>
              </a:srgbClr>
            </a:solidFill>
            <a:prstDash val="solid"/>
          </a:ln>
        </p:spPr>
      </p:sp>
      <p:sp>
        <p:nvSpPr>
          <p:cNvPr id="52" name="Text 39"/>
          <p:cNvSpPr txBox="1"/>
          <p:nvPr/>
        </p:nvSpPr>
        <p:spPr>
          <a:xfrm>
            <a:off x="8933688"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8</a:t>
            </a:r>
            <a:endParaRPr lang="en-US" sz="900" dirty="0"/>
          </a:p>
        </p:txBody>
      </p:sp>
      <p:sp>
        <p:nvSpPr>
          <p:cNvPr id="53" name="Shape 40"/>
          <p:cNvSpPr/>
          <p:nvPr/>
        </p:nvSpPr>
        <p:spPr>
          <a:xfrm>
            <a:off x="9217152" y="4983480"/>
            <a:ext cx="256032" cy="256032"/>
          </a:xfrm>
          <a:prstGeom prst="ellipse">
            <a:avLst/>
          </a:prstGeom>
          <a:solidFill>
            <a:schemeClr val="accent1"/>
          </a:solidFill>
          <a:ln w="12700">
            <a:solidFill>
              <a:srgbClr val="FFFFFF">
                <a:alpha val="0"/>
              </a:srgbClr>
            </a:solidFill>
            <a:prstDash val="solid"/>
          </a:ln>
        </p:spPr>
      </p:sp>
      <p:sp>
        <p:nvSpPr>
          <p:cNvPr id="54" name="Text 41"/>
          <p:cNvSpPr txBox="1"/>
          <p:nvPr/>
        </p:nvSpPr>
        <p:spPr>
          <a:xfrm>
            <a:off x="9217152"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9</a:t>
            </a:r>
            <a:endParaRPr lang="en-US" sz="900" dirty="0"/>
          </a:p>
        </p:txBody>
      </p:sp>
      <p:sp>
        <p:nvSpPr>
          <p:cNvPr id="55" name="Shape 42"/>
          <p:cNvSpPr/>
          <p:nvPr/>
        </p:nvSpPr>
        <p:spPr>
          <a:xfrm>
            <a:off x="9500616" y="4983480"/>
            <a:ext cx="256032" cy="256032"/>
          </a:xfrm>
          <a:prstGeom prst="ellipse">
            <a:avLst/>
          </a:prstGeom>
          <a:solidFill>
            <a:schemeClr val="accent1"/>
          </a:solidFill>
          <a:ln w="12700">
            <a:solidFill>
              <a:srgbClr val="FFFFFF">
                <a:alpha val="0"/>
              </a:srgbClr>
            </a:solidFill>
            <a:prstDash val="solid"/>
          </a:ln>
        </p:spPr>
      </p:sp>
      <p:sp>
        <p:nvSpPr>
          <p:cNvPr id="56" name="Text 43"/>
          <p:cNvSpPr txBox="1"/>
          <p:nvPr/>
        </p:nvSpPr>
        <p:spPr>
          <a:xfrm>
            <a:off x="9500616"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10</a:t>
            </a:r>
            <a:endParaRPr lang="en-US" sz="900" dirty="0"/>
          </a:p>
        </p:txBody>
      </p:sp>
      <p:sp>
        <p:nvSpPr>
          <p:cNvPr id="57" name="Shape 44"/>
          <p:cNvSpPr/>
          <p:nvPr/>
        </p:nvSpPr>
        <p:spPr>
          <a:xfrm>
            <a:off x="9784080" y="4983480"/>
            <a:ext cx="256032" cy="256032"/>
          </a:xfrm>
          <a:prstGeom prst="ellipse">
            <a:avLst/>
          </a:prstGeom>
          <a:solidFill>
            <a:schemeClr val="accent3"/>
          </a:solidFill>
          <a:ln w="12700">
            <a:solidFill>
              <a:srgbClr val="FFFFFF">
                <a:alpha val="0"/>
              </a:srgbClr>
            </a:solidFill>
            <a:prstDash val="solid"/>
          </a:ln>
        </p:spPr>
      </p:sp>
      <p:sp>
        <p:nvSpPr>
          <p:cNvPr id="58" name="Text 45"/>
          <p:cNvSpPr txBox="1"/>
          <p:nvPr/>
        </p:nvSpPr>
        <p:spPr>
          <a:xfrm>
            <a:off x="9784080"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11</a:t>
            </a:r>
            <a:endParaRPr lang="en-US" sz="900" dirty="0"/>
          </a:p>
        </p:txBody>
      </p:sp>
      <p:sp>
        <p:nvSpPr>
          <p:cNvPr id="59" name="Shape 46"/>
          <p:cNvSpPr/>
          <p:nvPr/>
        </p:nvSpPr>
        <p:spPr>
          <a:xfrm>
            <a:off x="10067544" y="4983480"/>
            <a:ext cx="256032" cy="256032"/>
          </a:xfrm>
          <a:prstGeom prst="ellipse">
            <a:avLst/>
          </a:prstGeom>
          <a:solidFill>
            <a:schemeClr val="accent3"/>
          </a:solidFill>
          <a:ln w="12700">
            <a:solidFill>
              <a:srgbClr val="FFFFFF">
                <a:alpha val="0"/>
              </a:srgbClr>
            </a:solidFill>
            <a:prstDash val="solid"/>
          </a:ln>
        </p:spPr>
      </p:sp>
      <p:sp>
        <p:nvSpPr>
          <p:cNvPr id="60" name="Text 47"/>
          <p:cNvSpPr txBox="1"/>
          <p:nvPr/>
        </p:nvSpPr>
        <p:spPr>
          <a:xfrm>
            <a:off x="10067544"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12</a:t>
            </a:r>
            <a:endParaRPr lang="en-US" sz="900" dirty="0"/>
          </a:p>
        </p:txBody>
      </p:sp>
      <p:sp>
        <p:nvSpPr>
          <p:cNvPr id="61" name="Shape 48"/>
          <p:cNvSpPr/>
          <p:nvPr/>
        </p:nvSpPr>
        <p:spPr>
          <a:xfrm>
            <a:off x="10351008" y="4983480"/>
            <a:ext cx="256032" cy="256032"/>
          </a:xfrm>
          <a:prstGeom prst="ellipse">
            <a:avLst/>
          </a:prstGeom>
          <a:solidFill>
            <a:schemeClr val="accent3"/>
          </a:solidFill>
          <a:ln w="12700">
            <a:solidFill>
              <a:srgbClr val="FFFFFF">
                <a:alpha val="0"/>
              </a:srgbClr>
            </a:solidFill>
            <a:prstDash val="solid"/>
          </a:ln>
        </p:spPr>
      </p:sp>
      <p:sp>
        <p:nvSpPr>
          <p:cNvPr id="62" name="Text 49"/>
          <p:cNvSpPr txBox="1"/>
          <p:nvPr/>
        </p:nvSpPr>
        <p:spPr>
          <a:xfrm>
            <a:off x="10351008"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13</a:t>
            </a:r>
            <a:endParaRPr lang="en-US" sz="900" dirty="0"/>
          </a:p>
        </p:txBody>
      </p:sp>
      <p:sp>
        <p:nvSpPr>
          <p:cNvPr id="63" name="Shape 50"/>
          <p:cNvSpPr/>
          <p:nvPr/>
        </p:nvSpPr>
        <p:spPr>
          <a:xfrm>
            <a:off x="10634472" y="4983480"/>
            <a:ext cx="256032" cy="256032"/>
          </a:xfrm>
          <a:prstGeom prst="ellipse">
            <a:avLst/>
          </a:prstGeom>
          <a:solidFill>
            <a:schemeClr val="accent3"/>
          </a:solidFill>
          <a:ln w="12700">
            <a:solidFill>
              <a:srgbClr val="FFFFFF">
                <a:alpha val="0"/>
              </a:srgbClr>
            </a:solidFill>
            <a:prstDash val="solid"/>
          </a:ln>
        </p:spPr>
      </p:sp>
      <p:sp>
        <p:nvSpPr>
          <p:cNvPr id="64" name="Text 51"/>
          <p:cNvSpPr txBox="1"/>
          <p:nvPr/>
        </p:nvSpPr>
        <p:spPr>
          <a:xfrm>
            <a:off x="10634472"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14</a:t>
            </a:r>
            <a:endParaRPr lang="en-US" sz="900" dirty="0"/>
          </a:p>
        </p:txBody>
      </p:sp>
      <p:sp>
        <p:nvSpPr>
          <p:cNvPr id="65" name="Shape 52"/>
          <p:cNvSpPr/>
          <p:nvPr/>
        </p:nvSpPr>
        <p:spPr>
          <a:xfrm>
            <a:off x="10917936" y="4983480"/>
            <a:ext cx="256032" cy="256032"/>
          </a:xfrm>
          <a:prstGeom prst="ellipse">
            <a:avLst/>
          </a:prstGeom>
          <a:solidFill>
            <a:schemeClr val="accent3"/>
          </a:solidFill>
          <a:ln w="12700">
            <a:solidFill>
              <a:srgbClr val="FFFFFF">
                <a:alpha val="0"/>
              </a:srgbClr>
            </a:solidFill>
            <a:prstDash val="solid"/>
          </a:ln>
        </p:spPr>
      </p:sp>
      <p:sp>
        <p:nvSpPr>
          <p:cNvPr id="66" name="Text 53"/>
          <p:cNvSpPr txBox="1"/>
          <p:nvPr/>
        </p:nvSpPr>
        <p:spPr>
          <a:xfrm>
            <a:off x="10917936" y="4983480"/>
            <a:ext cx="256032" cy="256032"/>
          </a:xfrm>
          <a:prstGeom prst="rect">
            <a:avLst/>
          </a:prstGeom>
          <a:noFill/>
          <a:ln/>
        </p:spPr>
        <p:txBody>
          <a:bodyPr wrap="square" lIns="0" tIns="0" rIns="0" bIns="0" rtlCol="0" anchor="ctr"/>
          <a:lstStyle/>
          <a:p>
            <a:pPr algn="ctr" indent="0" marL="0">
              <a:buNone/>
            </a:pPr>
            <a:r>
              <a:rPr lang="en-US" sz="900" b="1" dirty="0">
                <a:solidFill>
                  <a:schemeClr val="bg1"/>
                </a:solidFill>
              </a:rPr>
              <a:t>15</a:t>
            </a:r>
            <a:endParaRPr lang="en-US" sz="900" dirty="0"/>
          </a:p>
        </p:txBody>
      </p:sp>
      <p:pic>
        <p:nvPicPr>
          <p:cNvPr id="67" name="Image 10" descr="trophy">    </p:cNvPr>
          <p:cNvPicPr>
            <a:picLocks noChangeAspect="1"/>
          </p:cNvPicPr>
          <p:nvPr/>
        </p:nvPicPr>
        <p:blipFill>
          <a:blip r:embed="rId11"/>
          <a:stretch>
            <a:fillRect/>
          </a:stretch>
        </p:blipFill>
        <p:spPr>
          <a:xfrm>
            <a:off x="11247120" y="4754880"/>
            <a:ext cx="457200" cy="45720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15 — Het perfectum — Le passé composé</dc:title>
  <dc:subject>Néerlandais 1 — Langue en situation, en milieu professionnel</dc:subject>
  <dc:creator>A. Jouniaux</dc:creator>
  <cp:lastModifiedBy>A. Jouniaux</cp:lastModifiedBy>
  <cp:revision>1</cp:revision>
  <dcterms:created xsi:type="dcterms:W3CDTF">2026-10-06T11:50:04Z</dcterms:created>
  <dcterms:modified xsi:type="dcterms:W3CDTF">2026-10-06T11:50:04Z</dcterms:modified>
</cp:coreProperties>
</file>
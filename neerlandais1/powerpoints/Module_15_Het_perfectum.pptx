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32a10fe-2f9e-5017-af1f-0e3c161afd06}">
          <p14:sldIdLst>
            <p14:sldId id="256"/>
          </p14:sldIdLst>
        </p14:section>
        <p14:section name="Découvrir" id="{74181ca2-22ae-f9b6-2821-062588ca36c5}">
          <p14:sldIdLst>
            <p14:sldId id="257"/>
            <p14:sldId id="258"/>
          </p14:sldIdLst>
        </p14:section>
        <p14:section name="Comprendre" id="{be7530e8-c143-690c-9e9c-8868a5b423ff}">
          <p14:sldIdLst>
            <p14:sldId id="259"/>
            <p14:sldId id="260"/>
            <p14:sldId id="261"/>
            <p14:sldId id="262"/>
            <p14:sldId id="263"/>
            <p14:sldId id="264"/>
            <p14:sldId id="265"/>
            <p14:sldId id="266"/>
            <p14:sldId id="267"/>
            <p14:sldId id="268"/>
            <p14:sldId id="269"/>
            <p14:sldId id="270"/>
          </p14:sldIdLst>
        </p14:section>
        <p14:section name="JIJ NU ! — Oefeningen" id="{00255282-f155-9eda-ce07-b12cf0488e59}">
          <p14:sldIdLst>
            <p14:sldId id="271"/>
            <p14:sldId id="272"/>
            <p14:sldId id="273"/>
            <p14:sldId id="274"/>
            <p14:sldId id="275"/>
            <p14:sldId id="276"/>
            <p14:sldId id="277"/>
            <p14:sldId id="278"/>
            <p14:sldId id="279"/>
            <p14:sldId id="280"/>
            <p14:sldId id="281"/>
            <p14:sldId id="282"/>
            <p14:sldId id="283"/>
          </p14:sldIdLst>
        </p14:section>
        <p14:section name="Clôture" id="{0445fbf4-0eef-deab-482c-911cd84e1080}">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final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2026-10-04T12:06:13Z</dcterms:created>
  <dcterms:modified xsi:type="dcterms:W3CDTF">2026-10-04T12:06:13Z</dcterms:modified>
</cp:coreProperties>
</file>
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9efcff3-0e1f-579f-908e-5f81267754b2}">
          <p14:sldIdLst>
            <p14:sldId id="256"/>
          </p14:sldIdLst>
        </p14:section>
        <p14:section name="Découvrir" id="{b7853d45-8e81-64cc-8e86-c4cca5290163}">
          <p14:sldIdLst>
            <p14:sldId id="257"/>
            <p14:sldId id="258"/>
          </p14:sldIdLst>
        </p14:section>
        <p14:section name="Comprendre" id="{9396e327-bcd8-d567-752a-ebcbf5e2bd78}">
          <p14:sldIdLst>
            <p14:sldId id="259"/>
            <p14:sldId id="260"/>
            <p14:sldId id="261"/>
            <p14:sldId id="262"/>
            <p14:sldId id="263"/>
            <p14:sldId id="264"/>
            <p14:sldId id="265"/>
            <p14:sldId id="266"/>
            <p14:sldId id="267"/>
            <p14:sldId id="268"/>
            <p14:sldId id="269"/>
            <p14:sldId id="270"/>
          </p14:sldIdLst>
        </p14:section>
        <p14:section name="JIJ NU ! — Oefeningen" id="{fef3c72f-1fb5-d119-fb67-83c37c187978}">
          <p14:sldIdLst>
            <p14:sldId id="271"/>
            <p14:sldId id="272"/>
            <p14:sldId id="273"/>
            <p14:sldId id="274"/>
            <p14:sldId id="275"/>
            <p14:sldId id="276"/>
            <p14:sldId id="277"/>
            <p14:sldId id="278"/>
            <p14:sldId id="279"/>
            <p14:sldId id="280"/>
            <p14:sldId id="281"/>
            <p14:sldId id="282"/>
            <p14:sldId id="283"/>
          </p14:sldIdLst>
        </p14:section>
        <p14:section name="Clôture" id="{61dbfc96-17a2-5deb-b638-9b43f86e23a2}">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2026-10-05T19:06:51Z</dcterms:created>
  <dcterms:modified xsi:type="dcterms:W3CDTF">2026-10-05T19:06:51Z</dcterms:modified>
</cp:coreProperties>
</file>
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4aa054a-a266-c949-899b-4799a033fe7b}">
          <p14:sldIdLst>
            <p14:sldId id="256"/>
          </p14:sldIdLst>
        </p14:section>
        <p14:section name="Découvrir" id="{c4825ca7-35fe-fb73-968c-27aff71cb302}">
          <p14:sldIdLst>
            <p14:sldId id="257"/>
            <p14:sldId id="258"/>
          </p14:sldIdLst>
        </p14:section>
        <p14:section name="Comprendre" id="{34149f4e-0ffa-4baf-7c6b-f4a54953d465}">
          <p14:sldIdLst>
            <p14:sldId id="259"/>
            <p14:sldId id="260"/>
            <p14:sldId id="261"/>
            <p14:sldId id="262"/>
            <p14:sldId id="263"/>
            <p14:sldId id="264"/>
            <p14:sldId id="265"/>
            <p14:sldId id="266"/>
            <p14:sldId id="267"/>
            <p14:sldId id="268"/>
            <p14:sldId id="269"/>
            <p14:sldId id="270"/>
          </p14:sldIdLst>
        </p14:section>
        <p14:section name="JIJ NU ! — Oefeningen" id="{2bdc8999-48c8-b62a-7f3b-0a9966b3c6d5}">
          <p14:sldIdLst>
            <p14:sldId id="271"/>
            <p14:sldId id="272"/>
            <p14:sldId id="273"/>
            <p14:sldId id="274"/>
            <p14:sldId id="275"/>
            <p14:sldId id="276"/>
            <p14:sldId id="277"/>
            <p14:sldId id="278"/>
            <p14:sldId id="279"/>
            <p14:sldId id="280"/>
            <p14:sldId id="281"/>
            <p14:sldId id="282"/>
            <p14:sldId id="283"/>
          </p14:sldIdLst>
        </p14:section>
        <p14:section name="Clôture" id="{a3f02878-9be3-9ad2-f6d7-6f669a4bfb77}">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2026-10-05T06:01:41Z</dcterms:created>
  <dcterms:modified xsi:type="dcterms:W3CDTF">2026-10-05T06:01:41Z</dcterms:modified>
</cp:coreProperties>
</file>
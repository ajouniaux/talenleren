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3d57018-921a-5928-af5e-d1c47fc0161c}">
          <p14:sldIdLst>
            <p14:sldId id="256"/>
          </p14:sldIdLst>
        </p14:section>
        <p14:section name="Découvrir" id="{42c1ac75-b736-9090-e632-260496aebea3}">
          <p14:sldIdLst>
            <p14:sldId id="257"/>
            <p14:sldId id="258"/>
          </p14:sldIdLst>
        </p14:section>
        <p14:section name="Comprendre" id="{6d08cda7-0220-3f61-545c-33ddf6a13adb}">
          <p14:sldIdLst>
            <p14:sldId id="259"/>
            <p14:sldId id="260"/>
            <p14:sldId id="261"/>
            <p14:sldId id="262"/>
            <p14:sldId id="263"/>
            <p14:sldId id="264"/>
            <p14:sldId id="265"/>
            <p14:sldId id="266"/>
            <p14:sldId id="267"/>
            <p14:sldId id="268"/>
            <p14:sldId id="269"/>
            <p14:sldId id="270"/>
          </p14:sldIdLst>
        </p14:section>
        <p14:section name="JIJ NU ! — Oefeningen" id="{d25fa974-965c-0080-7363-6dc4847e2d6a}">
          <p14:sldIdLst>
            <p14:sldId id="271"/>
            <p14:sldId id="272"/>
            <p14:sldId id="273"/>
            <p14:sldId id="274"/>
            <p14:sldId id="275"/>
            <p14:sldId id="276"/>
            <p14:sldId id="277"/>
            <p14:sldId id="278"/>
            <p14:sldId id="279"/>
            <p14:sldId id="280"/>
            <p14:sldId id="281"/>
            <p14:sldId id="282"/>
            <p14:sldId id="283"/>
          </p14:sldIdLst>
        </p14:section>
        <p14:section name="Clôture" id="{bc9b7546-1911-ff0f-b052-56e6e887eaba}">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2026-10-05T15:46:45Z</dcterms:created>
  <dcterms:modified xsi:type="dcterms:W3CDTF">2026-10-05T15:46:45Z</dcterms:modified>
</cp:coreProperties>
</file>
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7b11fb3-5e67-963b-ecfd-7892f902c0ea}">
          <p14:sldIdLst>
            <p14:sldId id="256"/>
          </p14:sldIdLst>
        </p14:section>
        <p14:section name="Découvrir" id="{2322e010-5570-e5d9-dc8e-318e43e53ebc}">
          <p14:sldIdLst>
            <p14:sldId id="257"/>
            <p14:sldId id="258"/>
          </p14:sldIdLst>
        </p14:section>
        <p14:section name="Comprendre" id="{ae555ed5-638f-2676-689b-04d34ab7e783}">
          <p14:sldIdLst>
            <p14:sldId id="259"/>
            <p14:sldId id="260"/>
            <p14:sldId id="261"/>
            <p14:sldId id="262"/>
            <p14:sldId id="263"/>
            <p14:sldId id="264"/>
            <p14:sldId id="265"/>
            <p14:sldId id="266"/>
            <p14:sldId id="267"/>
            <p14:sldId id="268"/>
            <p14:sldId id="269"/>
            <p14:sldId id="270"/>
          </p14:sldIdLst>
        </p14:section>
        <p14:section name="JIJ NU ! — Oefeningen" id="{cf546771-ea65-5612-2b24-26244d4f7025}">
          <p14:sldIdLst>
            <p14:sldId id="271"/>
            <p14:sldId id="272"/>
            <p14:sldId id="273"/>
            <p14:sldId id="274"/>
            <p14:sldId id="275"/>
            <p14:sldId id="276"/>
            <p14:sldId id="277"/>
            <p14:sldId id="278"/>
            <p14:sldId id="279"/>
            <p14:sldId id="280"/>
            <p14:sldId id="281"/>
            <p14:sldId id="282"/>
            <p14:sldId id="283"/>
          </p14:sldIdLst>
        </p14:section>
        <p14:section name="Clôture" id="{8bf24a9e-0c5b-00c2-edd2-1a6fc2faa281}">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bloc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du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2026-10-05T10:24:03Z</dcterms:created>
  <dcterms:modified xsi:type="dcterms:W3CDTF">2026-10-05T10:24:03Z</dcterms:modified>
</cp:coreProperties>
</file>
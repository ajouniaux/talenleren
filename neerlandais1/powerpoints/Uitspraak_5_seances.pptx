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b35ab13-4f89-e3fc-b733-1144470af073}">
          <p14:sldIdLst>
            <p14:sldId id="256"/>
          </p14:sldIdLst>
        </p14:section>
        <p14:section name="Le parcours" id="{8a457f8a-3130-e13e-fd2c-27841deaa309}">
          <p14:sldIdLst>
            <p14:sldId id="257"/>
          </p14:sldIdLst>
        </p14:section>
        <p14:section name="Séance 1 · Long ou court ?" id="{98d81217-8f29-3b92-e015-e3c9d3a67fbb}">
          <p14:sldIdLst>
            <p14:sldId id="258"/>
            <p14:sldId id="259"/>
            <p14:sldId id="260"/>
          </p14:sldIdLst>
        </p14:section>
        <p14:section name="Séance 2 · Les sons doubles" id="{9ac9c825-001e-4e38-93e4-d58adfedeffc}">
          <p14:sldIdLst>
            <p14:sldId id="261"/>
            <p14:sldId id="262"/>
            <p14:sldId id="263"/>
          </p14:sldIdLst>
        </p14:section>
        <p14:section name="Séance 3 · Les consonnes-pièges" id="{d0a554bd-da47-8e0c-0c8b-41dd8163b361}">
          <p14:sldIdLst>
            <p14:sldId id="264"/>
            <p14:sldId id="265"/>
            <p14:sldId id="266"/>
          </p14:sldIdLst>
        </p14:section>
        <p14:section name="Séance 4 · Mots courts, mots longs" id="{27e8ad02-f0d4-8bf2-2267-261626cb1d77}">
          <p14:sldIdLst>
            <p14:sldId id="267"/>
            <p14:sldId id="268"/>
            <p14:sldId id="269"/>
          </p14:sldIdLst>
        </p14:section>
        <p14:section name="Séance 5 · La phrase qui chante" id="{e727b3f9-0e21-b752-802f-1a41378ebd99}">
          <p14:sldIdLst>
            <p14:sldId id="270"/>
            <p14:sldId id="271"/>
            <p14:sldId id="272"/>
          </p14:sldIdLst>
        </p14:section>
        <p14:section name="Annexe · Corrigés" id="{89f3d7c9-c724-bf78-4a88-22ccfcd271cf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2026-10-05T19:06:59Z</dcterms:created>
  <dcterms:modified xsi:type="dcterms:W3CDTF">2026-10-05T19:06:59Z</dcterms:modified>
</cp:coreProperties>
</file>
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a935130-b4a4-8196-1cc3-e767c6ee40a8}">
          <p14:sldIdLst>
            <p14:sldId id="256"/>
          </p14:sldIdLst>
        </p14:section>
        <p14:section name="Le parcours" id="{78260cec-7c0a-edce-7082-e34b39718a05}">
          <p14:sldIdLst>
            <p14:sldId id="257"/>
          </p14:sldIdLst>
        </p14:section>
        <p14:section name="Séance 1 · Long ou court ?" id="{55121d12-13bd-f411-f99d-39692a6f7ad1}">
          <p14:sldIdLst>
            <p14:sldId id="258"/>
            <p14:sldId id="259"/>
            <p14:sldId id="260"/>
          </p14:sldIdLst>
        </p14:section>
        <p14:section name="Séance 2 · Les sons doubles" id="{d68b734b-7666-99f2-727e-3c3dd89ed1f7}">
          <p14:sldIdLst>
            <p14:sldId id="261"/>
            <p14:sldId id="262"/>
            <p14:sldId id="263"/>
          </p14:sldIdLst>
        </p14:section>
        <p14:section name="Séance 3 · Les consonnes-pièges" id="{31a93240-7fe7-f2ee-e4c4-32b78ca7aecd}">
          <p14:sldIdLst>
            <p14:sldId id="264"/>
            <p14:sldId id="265"/>
            <p14:sldId id="266"/>
          </p14:sldIdLst>
        </p14:section>
        <p14:section name="Séance 4 · Mots courts, mots longs" id="{b961279e-7ed2-f8cf-1ce0-d11210e64188}">
          <p14:sldIdLst>
            <p14:sldId id="267"/>
            <p14:sldId id="268"/>
            <p14:sldId id="269"/>
          </p14:sldIdLst>
        </p14:section>
        <p14:section name="Séance 5 · La phrase qui chante" id="{5ba64160-e99d-8f34-a0fe-c6a518309f4a}">
          <p14:sldIdLst>
            <p14:sldId id="270"/>
            <p14:sldId id="271"/>
            <p14:sldId id="272"/>
          </p14:sldIdLst>
        </p14:section>
        <p14:section name="Annexe · Corrigés" id="{c85ddca7-9074-96ea-7948-bc13eb1beb30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2026-10-06T17:53:52Z</dcterms:created>
  <dcterms:modified xsi:type="dcterms:W3CDTF">2026-10-06T17:53:52Z</dcterms:modified>
</cp:coreProperties>
</file>
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d7e3e67-bd71-b873-1ba7-571fcddf1d38}">
          <p14:sldIdLst>
            <p14:sldId id="256"/>
          </p14:sldIdLst>
        </p14:section>
        <p14:section name="Le parcours" id="{f54f8bcb-72f3-ce39-7c00-caaf670dbfbf}">
          <p14:sldIdLst>
            <p14:sldId id="257"/>
          </p14:sldIdLst>
        </p14:section>
        <p14:section name="Séance 1 · Long ou court ?" id="{2104c492-71f0-0ec3-25bd-085f5d133dbb}">
          <p14:sldIdLst>
            <p14:sldId id="258"/>
            <p14:sldId id="259"/>
            <p14:sldId id="260"/>
          </p14:sldIdLst>
        </p14:section>
        <p14:section name="Séance 2 · Les sons doubles" id="{428e4624-d346-e612-43a3-eb0271ac60de}">
          <p14:sldIdLst>
            <p14:sldId id="261"/>
            <p14:sldId id="262"/>
            <p14:sldId id="263"/>
          </p14:sldIdLst>
        </p14:section>
        <p14:section name="Séance 3 · Les consonnes-pièges" id="{850984a8-144a-d2e5-6e68-86e2aae4981e}">
          <p14:sldIdLst>
            <p14:sldId id="264"/>
            <p14:sldId id="265"/>
            <p14:sldId id="266"/>
          </p14:sldIdLst>
        </p14:section>
        <p14:section name="Séance 4 · Mots courts, mots longs" id="{006b06e9-634a-781f-f21c-7be90efd7393}">
          <p14:sldIdLst>
            <p14:sldId id="267"/>
            <p14:sldId id="268"/>
            <p14:sldId id="269"/>
          </p14:sldIdLst>
        </p14:section>
        <p14:section name="Séance 5 · La phrase qui chante" id="{8a7e91ab-ecef-b98f-021d-e1e24fca2e0d}">
          <p14:sldIdLst>
            <p14:sldId id="270"/>
            <p14:sldId id="271"/>
            <p14:sldId id="272"/>
          </p14:sldIdLst>
        </p14:section>
        <p14:section name="Annexe · Corrigés" id="{79c1629d-2338-8963-cdab-f91f0dd381b4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2026-10-06T11:50:14Z</dcterms:created>
  <dcterms:modified xsi:type="dcterms:W3CDTF">2026-10-06T11:50:14Z</dcterms:modified>
</cp:coreProperties>
</file>
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7c9b633-13a3-2002-4138-5b2a8a655180}">
          <p14:sldIdLst>
            <p14:sldId id="256"/>
          </p14:sldIdLst>
        </p14:section>
        <p14:section name="Le parcours" id="{c4b6ea79-6062-7914-8f8b-6e58ecc79a8e}">
          <p14:sldIdLst>
            <p14:sldId id="257"/>
          </p14:sldIdLst>
        </p14:section>
        <p14:section name="Séance 1 · Long ou court ?" id="{5cab9173-4236-48c0-1b33-df6c1a170f42}">
          <p14:sldIdLst>
            <p14:sldId id="258"/>
            <p14:sldId id="259"/>
            <p14:sldId id="260"/>
          </p14:sldIdLst>
        </p14:section>
        <p14:section name="Séance 2 · Les sons doubles" id="{cdef92fb-5215-049b-4fc9-941db56870b7}">
          <p14:sldIdLst>
            <p14:sldId id="261"/>
            <p14:sldId id="262"/>
            <p14:sldId id="263"/>
          </p14:sldIdLst>
        </p14:section>
        <p14:section name="Séance 3 · Les consonnes-pièges" id="{ce8b5592-e703-21a5-1ace-b713265b98fc}">
          <p14:sldIdLst>
            <p14:sldId id="264"/>
            <p14:sldId id="265"/>
            <p14:sldId id="266"/>
          </p14:sldIdLst>
        </p14:section>
        <p14:section name="Séance 4 · Mots courts, mots longs" id="{14153e21-9ba0-494f-2bf5-d2eb26880ad4}">
          <p14:sldIdLst>
            <p14:sldId id="267"/>
            <p14:sldId id="268"/>
            <p14:sldId id="269"/>
          </p14:sldIdLst>
        </p14:section>
        <p14:section name="Séance 5 · La phrase qui chante" id="{6889206e-f10c-3d5f-1da5-9d8d1b3fcd3e}">
          <p14:sldIdLst>
            <p14:sldId id="270"/>
            <p14:sldId id="271"/>
            <p14:sldId id="272"/>
          </p14:sldIdLst>
        </p14:section>
        <p14:section name="Annexe · Corrigés" id="{7d9ea1bc-7d49-4ad5-aa57-52d2d6ea54c3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2026-10-05T10:24:09Z</dcterms:created>
  <dcterms:modified xsi:type="dcterms:W3CDTF">2026-10-05T10:24:09Z</dcterms:modified>
</cp:coreProperties>
</file>
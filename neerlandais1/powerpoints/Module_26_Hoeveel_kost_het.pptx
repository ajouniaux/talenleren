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f43444a-1875-d1b0-6fde-7170ca02d34d}">
          <p14:sldIdLst>
            <p14:sldId id="256"/>
          </p14:sldIdLst>
        </p14:section>
        <p14:section name="Découvrir" id="{473c28e3-e24d-ec1b-675f-4fd48be8106c}">
          <p14:sldIdLst>
            <p14:sldId id="257"/>
            <p14:sldId id="258"/>
          </p14:sldIdLst>
        </p14:section>
        <p14:section name="Comprendre" id="{fa7918e7-aec7-1e90-fc0e-25fe060219e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430f82b-40ed-fcf1-dc75-8d45a80f3d8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f0a1d2a-93b4-0691-965e-853b138da4f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2026-10-05T10:24:07Z</dcterms:created>
  <dcterms:modified xsi:type="dcterms:W3CDTF">2026-10-05T10:24:07Z</dcterms:modified>
</cp:coreProperties>
</file>
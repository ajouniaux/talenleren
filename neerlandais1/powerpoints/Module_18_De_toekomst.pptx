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d81e3387-188c-fab1-fade-4ce9b2787de6}">
          <p14:sldIdLst>
            <p14:sldId id="256"/>
          </p14:sldIdLst>
        </p14:section>
        <p14:section name="Découvrir" id="{7778735e-a8eb-29b0-b58a-8fefc7abca56}">
          <p14:sldIdLst>
            <p14:sldId id="257"/>
            <p14:sldId id="258"/>
          </p14:sldIdLst>
        </p14:section>
        <p14:section name="Comprendre" id="{ac7c539c-3321-0c1f-a75a-aae81dab8dc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a1ef8e25-9278-1b27-8008-b42376a25c0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24d9c67f-07bc-7c1d-392f-869d05cf29b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2026-10-05T10:24:04Z</dcterms:created>
  <dcterms:modified xsi:type="dcterms:W3CDTF">2026-10-05T10:24:04Z</dcterms:modified>
</cp:coreProperties>
</file>
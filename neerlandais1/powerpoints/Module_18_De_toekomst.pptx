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dea9412-30ab-fcfa-f265-a787c34cb1b7}">
          <p14:sldIdLst>
            <p14:sldId id="256"/>
          </p14:sldIdLst>
        </p14:section>
        <p14:section name="Découvrir" id="{78c22cc6-e8aa-eec0-a9e0-aecd68741797}">
          <p14:sldIdLst>
            <p14:sldId id="257"/>
            <p14:sldId id="258"/>
          </p14:sldIdLst>
        </p14:section>
        <p14:section name="Comprendre" id="{2442f406-d406-6094-5992-bc8f10eceb1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1671a0bf-cef8-939f-7d25-dc9a3c86504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e2776020-efe1-e737-df83-701dc1208080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2026-10-06T17:53:44Z</dcterms:created>
  <dcterms:modified xsi:type="dcterms:W3CDTF">2026-10-06T17:53:44Z</dcterms:modified>
</cp:coreProperties>
</file>
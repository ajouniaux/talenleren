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2b98d83-d922-1204-4747-6ba5d2dfde43}">
          <p14:sldIdLst>
            <p14:sldId id="256"/>
          </p14:sldIdLst>
        </p14:section>
        <p14:section name="Découvrir" id="{7fd901fd-4150-b261-ce0a-161138318508}">
          <p14:sldIdLst>
            <p14:sldId id="257"/>
            <p14:sldId id="258"/>
          </p14:sldIdLst>
        </p14:section>
        <p14:section name="Comprendre" id="{b7c16422-4f3e-dcb8-f065-8697b2381b4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b590ebf-2b63-f430-a9d7-8702dcd987c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8674cec-9712-f7b8-8600-c00eee39743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2026-10-06T08:28:17Z</dcterms:created>
  <dcterms:modified xsi:type="dcterms:W3CDTF">2026-10-06T08:28:17Z</dcterms:modified>
</cp:coreProperties>
</file>
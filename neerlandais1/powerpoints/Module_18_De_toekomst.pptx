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2f3540e-63bc-94dd-02fe-bac81fad1cb6}">
          <p14:sldIdLst>
            <p14:sldId id="256"/>
          </p14:sldIdLst>
        </p14:section>
        <p14:section name="Découvrir" id="{b5bbc05c-755f-3be2-2eb0-0cbf6c667f74}">
          <p14:sldIdLst>
            <p14:sldId id="257"/>
            <p14:sldId id="258"/>
          </p14:sldIdLst>
        </p14:section>
        <p14:section name="Comprendre" id="{5b65c73a-885c-f457-ae55-6b141d9c061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133afe0a-b3f6-2d3e-51e0-813cfc4145a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e7ceeb3-330c-a321-018c-bbeb3f4666f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2026-10-05T15:46:46Z</dcterms:created>
  <dcterms:modified xsi:type="dcterms:W3CDTF">2026-10-05T15:46:46Z</dcterms:modified>
</cp:coreProperties>
</file>
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d016bfa-4119-393c-3f54-285d7be89eb7}">
          <p14:sldIdLst>
            <p14:sldId id="256"/>
          </p14:sldIdLst>
        </p14:section>
        <p14:section name="Découvrir" id="{613b3926-a346-8ed3-338f-4d7cae284ef8}">
          <p14:sldIdLst>
            <p14:sldId id="257"/>
            <p14:sldId id="258"/>
          </p14:sldIdLst>
        </p14:section>
        <p14:section name="Comprendre" id="{129d72cb-40cc-f698-8d56-ae328dc681d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b079582c-ebe9-3c92-2bb7-6919e19b21b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e8aba95-5785-8f8e-105a-8aeb2a182ceb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2026-10-05T06:01:41Z</dcterms:created>
  <dcterms:modified xsi:type="dcterms:W3CDTF">2026-10-05T06:01:41Z</dcterms:modified>
</cp:coreProperties>
</file>
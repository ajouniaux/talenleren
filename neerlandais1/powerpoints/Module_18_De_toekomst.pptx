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a276b07-0ae5-3e3c-dccc-dda6448731ed}">
          <p14:sldIdLst>
            <p14:sldId id="256"/>
          </p14:sldIdLst>
        </p14:section>
        <p14:section name="Découvrir" id="{abf79263-0dd0-9c52-1953-cf6ceee41bb9}">
          <p14:sldIdLst>
            <p14:sldId id="257"/>
            <p14:sldId id="258"/>
          </p14:sldIdLst>
        </p14:section>
        <p14:section name="Comprendre" id="{0189ac28-20a8-fb66-f660-6d714d9aea9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c8c59eb-5187-d3b3-10d1-8ae7221d30e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39c732c-0171-1794-9996-13567bf1950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19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2026-10-04T12:12:23Z</dcterms:created>
  <dcterms:modified xsi:type="dcterms:W3CDTF">2026-10-04T12:12:23Z</dcterms:modified>
</cp:coreProperties>
</file>
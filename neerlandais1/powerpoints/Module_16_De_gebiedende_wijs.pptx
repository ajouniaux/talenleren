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1bd86bd-26e0-9abd-1136-8717da534b71}">
          <p14:sldIdLst>
            <p14:sldId id="256"/>
          </p14:sldIdLst>
        </p14:section>
        <p14:section name="Découvrir" id="{357b2ce2-55fb-4c05-e8d7-5c47821df9e7}">
          <p14:sldIdLst>
            <p14:sldId id="257"/>
            <p14:sldId id="258"/>
          </p14:sldIdLst>
        </p14:section>
        <p14:section name="Comprendre" id="{5392e850-c5ba-5269-cd38-75be61118ff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55bec5d1-7977-464a-13f0-4619dbd24086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870a3e06-2660-ff31-362f-06ac1f5e3c4e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2026-10-06T17:53:43Z</dcterms:created>
  <dcterms:modified xsi:type="dcterms:W3CDTF">2026-10-06T17:53:43Z</dcterms:modified>
</cp:coreProperties>
</file>
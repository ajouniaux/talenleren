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199beb8-673a-7d54-290a-7241b780232f}">
          <p14:sldIdLst>
            <p14:sldId id="256"/>
          </p14:sldIdLst>
        </p14:section>
        <p14:section name="Découvrir" id="{58c7b21d-974d-8590-423a-e0e581b29d56}">
          <p14:sldIdLst>
            <p14:sldId id="257"/>
            <p14:sldId id="258"/>
          </p14:sldIdLst>
        </p14:section>
        <p14:section name="Comprendre" id="{e487cfb1-38b0-6c1f-fa88-3072ab892f3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188f9ded-916e-aaa7-beb6-e1599bfdb9e6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87d85cc1-71cf-46e5-d114-31e4cd3f4073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2026-10-06T11:50:04Z</dcterms:created>
  <dcterms:modified xsi:type="dcterms:W3CDTF">2026-10-06T11:50:04Z</dcterms:modified>
</cp:coreProperties>
</file>
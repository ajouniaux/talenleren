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bdfce71-a179-b81e-ae28-89132bd2aa48}">
          <p14:sldIdLst>
            <p14:sldId id="256"/>
          </p14:sldIdLst>
        </p14:section>
        <p14:section name="Découvrir" id="{137e013f-13e7-fe51-d905-a37969f3b979}">
          <p14:sldIdLst>
            <p14:sldId id="257"/>
            <p14:sldId id="258"/>
          </p14:sldIdLst>
        </p14:section>
        <p14:section name="Comprendre" id="{fc6033db-07d3-b926-2406-bc82889703e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16263d1-b9c4-9766-ddbf-3f2c6fb9832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6f1dc2a7-ae16-2dc5-ad1d-8123485b3a1c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Néerlandais 2)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2026-10-04T18:33:15Z</dcterms:created>
  <dcterms:modified xsi:type="dcterms:W3CDTF">2026-10-04T18:33:15Z</dcterms:modified>
</cp:coreProperties>
</file>
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029a73d-dc6c-0f13-93da-8507f541e5f2}">
          <p14:sldIdLst>
            <p14:sldId id="256"/>
          </p14:sldIdLst>
        </p14:section>
        <p14:section name="Découvrir" id="{5e4546a7-09e8-2720-3c4f-fc9a5ae23c4f}">
          <p14:sldIdLst>
            <p14:sldId id="257"/>
            <p14:sldId id="258"/>
          </p14:sldIdLst>
        </p14:section>
        <p14:section name="Comprendre" id="{572fe356-7e3c-4aab-89e8-0bbf3147812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7076540d-a61b-8cb3-3ae3-76a916373a8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197b8e4e-84b4-ab48-dfbb-ee1ff688f102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2026-10-05T10:51:19Z</dcterms:created>
  <dcterms:modified xsi:type="dcterms:W3CDTF">2026-10-05T10:51:19Z</dcterms:modified>
</cp:coreProperties>
</file>
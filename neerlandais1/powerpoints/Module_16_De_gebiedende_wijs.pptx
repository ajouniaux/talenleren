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6c71a9c-35a2-427c-1a39-a92d498a6c4e}">
          <p14:sldIdLst>
            <p14:sldId id="256"/>
          </p14:sldIdLst>
        </p14:section>
        <p14:section name="Découvrir" id="{6991e355-4bf4-9167-3791-8edaa4f425e1}">
          <p14:sldIdLst>
            <p14:sldId id="257"/>
            <p14:sldId id="258"/>
          </p14:sldIdLst>
        </p14:section>
        <p14:section name="Comprendre" id="{89b1b11e-5c32-ae52-4928-88b711d624b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829cfab4-5fd9-90e1-eb91-9ed6e9eefc1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c827e4f8-f045-ac77-20e7-d215ac17f2e3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2026-10-06T08:28:16Z</dcterms:created>
  <dcterms:modified xsi:type="dcterms:W3CDTF">2026-10-06T08:28:16Z</dcterms:modified>
</cp:coreProperties>
</file>
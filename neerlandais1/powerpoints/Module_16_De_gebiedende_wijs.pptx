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81135ee-590d-37be-fc19-58b68fd82c82}">
          <p14:sldIdLst>
            <p14:sldId id="256"/>
          </p14:sldIdLst>
        </p14:section>
        <p14:section name="Découvrir" id="{639e6d59-89db-1144-1120-217e6663913e}">
          <p14:sldIdLst>
            <p14:sldId id="257"/>
            <p14:sldId id="258"/>
          </p14:sldIdLst>
        </p14:section>
        <p14:section name="Comprendre" id="{f657bc80-2481-3fee-2676-ae355f4b225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91587c59-a720-5162-9732-ea880e3a147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0e0acf69-db6f-bd58-789d-76c7d8ee98a6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travaillé au M29)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2026-10-05T11:25:56Z</dcterms:created>
  <dcterms:modified xsi:type="dcterms:W3CDTF">2026-10-05T11:25:56Z</dcterms:modified>
</cp:coreProperties>
</file>
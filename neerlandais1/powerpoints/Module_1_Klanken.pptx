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f0352a9-e928-7a11-9b51-3be6858021a0}">
          <p14:sldIdLst>
            <p14:sldId id="256"/>
          </p14:sldIdLst>
        </p14:section>
        <p14:section name="Découvrir" id="{86b0f6c1-905a-4331-0ae3-4c8c52b6cf8d}">
          <p14:sldIdLst>
            <p14:sldId id="257"/>
            <p14:sldId id="258"/>
            <p14:sldId id="259"/>
            <p14:sldId id="260"/>
          </p14:sldIdLst>
        </p14:section>
        <p14:section name="Comprendre" id="{5ac276a7-fd8e-c22b-f6ce-e79aad62b7a8}">
          <p14:sldIdLst>
            <p14:sldId id="261"/>
            <p14:sldId id="262"/>
            <p14:sldId id="263"/>
            <p14:sldId id="264"/>
            <p14:sldId id="265"/>
            <p14:sldId id="266"/>
            <p14:sldId id="267"/>
            <p14:sldId id="268"/>
            <p14:sldId id="269"/>
          </p14:sldIdLst>
        </p14:section>
        <p14:section name="JIJ NU ! — Oefeningen" id="{c885c571-3a57-c32e-8bf5-1f486721cc0b}">
          <p14:sldIdLst>
            <p14:sldId id="270"/>
            <p14:sldId id="271"/>
            <p14:sldId id="272"/>
            <p14:sldId id="273"/>
            <p14:sldId id="274"/>
            <p14:sldId id="275"/>
            <p14:sldId id="276"/>
            <p14:sldId id="277"/>
            <p14:sldId id="278"/>
            <p14:sldId id="279"/>
            <p14:sldId id="280"/>
          </p14:sldIdLst>
        </p14:section>
        <p14:section name="Clôture" id="{dcb4facc-4c52-bfb9-e916-cbde895f4222}">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10</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2026-10-04T07:55:09Z</dcterms:created>
  <dcterms:modified xsi:type="dcterms:W3CDTF">2026-10-04T07:55:09Z</dcterms:modified>
</cp:coreProperties>
</file>
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cfb09ac-64d1-d591-0ddf-7f9733e88dcb}">
          <p14:sldIdLst>
            <p14:sldId id="256"/>
          </p14:sldIdLst>
        </p14:section>
        <p14:section name="Découvrir" id="{aff499a8-5743-a414-4740-4cc41fac79b0}">
          <p14:sldIdLst>
            <p14:sldId id="257"/>
            <p14:sldId id="258"/>
            <p14:sldId id="259"/>
            <p14:sldId id="260"/>
          </p14:sldIdLst>
        </p14:section>
        <p14:section name="Comprendre" id="{32e65971-5729-63a6-2958-a8fe82756b43}">
          <p14:sldIdLst>
            <p14:sldId id="261"/>
            <p14:sldId id="262"/>
            <p14:sldId id="263"/>
            <p14:sldId id="264"/>
            <p14:sldId id="265"/>
            <p14:sldId id="266"/>
            <p14:sldId id="267"/>
            <p14:sldId id="268"/>
            <p14:sldId id="269"/>
          </p14:sldIdLst>
        </p14:section>
        <p14:section name="JIJ NU ! — Oefeningen" id="{bd8cf97f-3cf5-4aba-ed65-4fe0c449de18}">
          <p14:sldIdLst>
            <p14:sldId id="270"/>
            <p14:sldId id="271"/>
            <p14:sldId id="272"/>
            <p14:sldId id="273"/>
            <p14:sldId id="274"/>
            <p14:sldId id="275"/>
            <p14:sldId id="276"/>
            <p14:sldId id="277"/>
            <p14:sldId id="278"/>
            <p14:sldId id="279"/>
            <p14:sldId id="280"/>
          </p14:sldIdLst>
        </p14:section>
        <p14:section name="Clôture" id="{8160054f-a43b-d7a8-4cba-40e882b9dfae}">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2026-10-04T12:06:06Z</dcterms:created>
  <dcterms:modified xsi:type="dcterms:W3CDTF">2026-10-04T12:06:06Z</dcterms:modified>
</cp:coreProperties>
</file>
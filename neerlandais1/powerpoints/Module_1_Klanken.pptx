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383c5b7-a01d-8707-bdd8-2c9ed0f46acf}">
          <p14:sldIdLst>
            <p14:sldId id="256"/>
          </p14:sldIdLst>
        </p14:section>
        <p14:section name="Découvrir" id="{d6ebe0e6-80d8-a44b-6930-5135ef49fcbf}">
          <p14:sldIdLst>
            <p14:sldId id="257"/>
            <p14:sldId id="258"/>
            <p14:sldId id="259"/>
            <p14:sldId id="260"/>
          </p14:sldIdLst>
        </p14:section>
        <p14:section name="Comprendre" id="{fe4a51a6-59ef-5f60-5fbb-df256616fb0a}">
          <p14:sldIdLst>
            <p14:sldId id="261"/>
            <p14:sldId id="262"/>
            <p14:sldId id="263"/>
            <p14:sldId id="264"/>
            <p14:sldId id="265"/>
            <p14:sldId id="266"/>
            <p14:sldId id="267"/>
            <p14:sldId id="268"/>
            <p14:sldId id="269"/>
          </p14:sldIdLst>
        </p14:section>
        <p14:section name="JIJ NU ! — Oefeningen" id="{7d88ff92-7e70-61d6-1b39-5597028e3882}">
          <p14:sldIdLst>
            <p14:sldId id="270"/>
            <p14:sldId id="271"/>
            <p14:sldId id="272"/>
            <p14:sldId id="273"/>
            <p14:sldId id="274"/>
            <p14:sldId id="275"/>
            <p14:sldId id="276"/>
            <p14:sldId id="277"/>
            <p14:sldId id="278"/>
            <p14:sldId id="279"/>
            <p14:sldId id="280"/>
          </p14:sldIdLst>
        </p14:section>
        <p14:section name="Clôture" id="{5f5f15c4-f8ab-f899-1735-46c5da1337d8}">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2.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29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rescent moon">    </p:cNvPr>
          <p:cNvPicPr>
            <a:picLocks noChangeAspect="1"/>
          </p:cNvPicPr>
          <p:nvPr/>
        </p:nvPicPr>
        <p:blipFill>
          <a:blip r:embed="rId2"/>
          <a:stretch>
            <a:fillRect/>
          </a:stretch>
        </p:blipFill>
        <p:spPr>
          <a:xfrm>
            <a:off x="9738360" y="1920240"/>
            <a:ext cx="1645920" cy="164592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2" name="Text 8"/>
          <p:cNvSpPr txBox="1"/>
          <p:nvPr/>
        </p:nvSpPr>
        <p:spPr>
          <a:xfrm>
            <a:off x="265176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Shape 9"/>
          <p:cNvSpPr/>
          <p:nvPr/>
        </p:nvSpPr>
        <p:spPr>
          <a:xfrm>
            <a:off x="2679192" y="2176272"/>
            <a:ext cx="411480" cy="100584"/>
          </a:xfrm>
          <a:prstGeom prst="roundRect">
            <a:avLst>
              <a:gd name="adj" fmla="val 45455"/>
            </a:avLst>
          </a:prstGeom>
          <a:solidFill>
            <a:schemeClr val="accent4"/>
          </a:solidFill>
          <a:ln w="12700">
            <a:solidFill>
              <a:srgbClr val="FFFFFF">
                <a:alpha val="0"/>
              </a:srgbClr>
            </a:solidFill>
            <a:prstDash val="solid"/>
          </a:ln>
        </p:spPr>
      </p:sp>
      <p:sp>
        <p:nvSpPr>
          <p:cNvPr id="14" name="Text 10"/>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5"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6" name="Shape 12"/>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7"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8" name="Text 13"/>
          <p:cNvSpPr txBox="1"/>
          <p:nvPr/>
        </p:nvSpPr>
        <p:spPr>
          <a:xfrm>
            <a:off x="740664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9" name="Shape 14"/>
          <p:cNvSpPr/>
          <p:nvPr/>
        </p:nvSpPr>
        <p:spPr>
          <a:xfrm>
            <a:off x="7434072" y="2176272"/>
            <a:ext cx="1463040" cy="100584"/>
          </a:xfrm>
          <a:prstGeom prst="roundRect">
            <a:avLst>
              <a:gd name="adj" fmla="val 45455"/>
            </a:avLst>
          </a:prstGeom>
          <a:solidFill>
            <a:schemeClr val="accent3"/>
          </a:solidFill>
          <a:ln w="12700">
            <a:solidFill>
              <a:srgbClr val="FFFFFF">
                <a:alpha val="0"/>
              </a:srgbClr>
            </a:solidFill>
            <a:prstDash val="solid"/>
          </a:ln>
        </p:spPr>
      </p:sp>
      <p:sp>
        <p:nvSpPr>
          <p:cNvPr id="20" name="Text 15"/>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21"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2"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3" name="Shape 17"/>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4" name="Text 18"/>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5" name="Shape 19"/>
          <p:cNvSpPr/>
          <p:nvPr/>
        </p:nvSpPr>
        <p:spPr>
          <a:xfrm>
            <a:off x="1170432" y="2944368"/>
            <a:ext cx="384048" cy="914"/>
          </a:xfrm>
          <a:prstGeom prst="line">
            <a:avLst/>
          </a:prstGeom>
          <a:noFill/>
          <a:ln w="15875">
            <a:solidFill>
              <a:srgbClr val="D5DCE6"/>
            </a:solidFill>
            <a:prstDash val="solid"/>
            <a:tailEnd type="triangle"/>
          </a:ln>
        </p:spPr>
      </p:sp>
      <p:sp>
        <p:nvSpPr>
          <p:cNvPr id="26" name="Shape 20"/>
          <p:cNvSpPr/>
          <p:nvPr/>
        </p:nvSpPr>
        <p:spPr>
          <a:xfrm>
            <a:off x="5916168" y="2944368"/>
            <a:ext cx="393192" cy="914"/>
          </a:xfrm>
          <a:prstGeom prst="line">
            <a:avLst/>
          </a:prstGeom>
          <a:noFill/>
          <a:ln w="15875">
            <a:solidFill>
              <a:srgbClr val="D5DCE6"/>
            </a:solidFill>
            <a:prstDash val="solid"/>
            <a:tailEnd type="triangle"/>
          </a:ln>
        </p:spPr>
      </p:sp>
      <p:sp>
        <p:nvSpPr>
          <p:cNvPr id="27" name="Shape 21"/>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8"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9" name="Text 22"/>
          <p:cNvSpPr txBox="1"/>
          <p:nvPr/>
        </p:nvSpPr>
        <p:spPr>
          <a:xfrm>
            <a:off x="265176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30" name="Shape 23"/>
          <p:cNvSpPr/>
          <p:nvPr/>
        </p:nvSpPr>
        <p:spPr>
          <a:xfrm>
            <a:off x="2679192" y="3127248"/>
            <a:ext cx="411480" cy="100584"/>
          </a:xfrm>
          <a:prstGeom prst="roundRect">
            <a:avLst>
              <a:gd name="adj" fmla="val 45455"/>
            </a:avLst>
          </a:prstGeom>
          <a:solidFill>
            <a:schemeClr val="accent4"/>
          </a:solidFill>
          <a:ln w="12700">
            <a:solidFill>
              <a:srgbClr val="FFFFFF">
                <a:alpha val="0"/>
              </a:srgbClr>
            </a:solidFill>
            <a:prstDash val="solid"/>
          </a:ln>
        </p:spPr>
      </p:sp>
      <p:sp>
        <p:nvSpPr>
          <p:cNvPr id="31" name="Text 24"/>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32"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3" name="Shape 26"/>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4"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35" name="Text 27"/>
          <p:cNvSpPr txBox="1"/>
          <p:nvPr/>
        </p:nvSpPr>
        <p:spPr>
          <a:xfrm>
            <a:off x="740664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6" name="Shape 28"/>
          <p:cNvSpPr/>
          <p:nvPr/>
        </p:nvSpPr>
        <p:spPr>
          <a:xfrm>
            <a:off x="7434072" y="3127248"/>
            <a:ext cx="1463040" cy="100584"/>
          </a:xfrm>
          <a:prstGeom prst="roundRect">
            <a:avLst>
              <a:gd name="adj" fmla="val 45455"/>
            </a:avLst>
          </a:prstGeom>
          <a:solidFill>
            <a:schemeClr val="accent3"/>
          </a:solidFill>
          <a:ln w="12700">
            <a:solidFill>
              <a:srgbClr val="FFFFFF">
                <a:alpha val="0"/>
              </a:srgbClr>
            </a:solidFill>
            <a:prstDash val="solid"/>
          </a:ln>
        </p:spPr>
      </p:sp>
      <p:sp>
        <p:nvSpPr>
          <p:cNvPr id="37" name="Text 29"/>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8"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9"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40" name="Shape 31"/>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41" name="Text 32"/>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42" name="Shape 33"/>
          <p:cNvSpPr/>
          <p:nvPr/>
        </p:nvSpPr>
        <p:spPr>
          <a:xfrm>
            <a:off x="1170432" y="3895344"/>
            <a:ext cx="384048" cy="914"/>
          </a:xfrm>
          <a:prstGeom prst="line">
            <a:avLst/>
          </a:prstGeom>
          <a:noFill/>
          <a:ln w="15875">
            <a:solidFill>
              <a:srgbClr val="D5DCE6"/>
            </a:solidFill>
            <a:prstDash val="solid"/>
            <a:tailEnd type="triangle"/>
          </a:ln>
        </p:spPr>
      </p:sp>
      <p:sp>
        <p:nvSpPr>
          <p:cNvPr id="43" name="Shape 34"/>
          <p:cNvSpPr/>
          <p:nvPr/>
        </p:nvSpPr>
        <p:spPr>
          <a:xfrm>
            <a:off x="5916168" y="3895344"/>
            <a:ext cx="393192" cy="914"/>
          </a:xfrm>
          <a:prstGeom prst="line">
            <a:avLst/>
          </a:prstGeom>
          <a:noFill/>
          <a:ln w="15875">
            <a:solidFill>
              <a:srgbClr val="D5DCE6"/>
            </a:solidFill>
            <a:prstDash val="solid"/>
            <a:tailEnd type="triangle"/>
          </a:ln>
        </p:spPr>
      </p:sp>
      <p:sp>
        <p:nvSpPr>
          <p:cNvPr id="44" name="Shape 35"/>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5"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46" name="Text 36"/>
          <p:cNvSpPr txBox="1"/>
          <p:nvPr/>
        </p:nvSpPr>
        <p:spPr>
          <a:xfrm>
            <a:off x="265176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7" name="Shape 37"/>
          <p:cNvSpPr/>
          <p:nvPr/>
        </p:nvSpPr>
        <p:spPr>
          <a:xfrm>
            <a:off x="2679192" y="4078224"/>
            <a:ext cx="411480" cy="100584"/>
          </a:xfrm>
          <a:prstGeom prst="roundRect">
            <a:avLst>
              <a:gd name="adj" fmla="val 45455"/>
            </a:avLst>
          </a:prstGeom>
          <a:solidFill>
            <a:schemeClr val="accent4"/>
          </a:solidFill>
          <a:ln w="12700">
            <a:solidFill>
              <a:srgbClr val="FFFFFF">
                <a:alpha val="0"/>
              </a:srgbClr>
            </a:solidFill>
            <a:prstDash val="solid"/>
          </a:ln>
        </p:spPr>
      </p:sp>
      <p:sp>
        <p:nvSpPr>
          <p:cNvPr id="48" name="Text 3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9"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50" name="Shape 40"/>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51"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52" name="Text 41"/>
          <p:cNvSpPr txBox="1"/>
          <p:nvPr/>
        </p:nvSpPr>
        <p:spPr>
          <a:xfrm>
            <a:off x="740664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53" name="Shape 42"/>
          <p:cNvSpPr/>
          <p:nvPr/>
        </p:nvSpPr>
        <p:spPr>
          <a:xfrm>
            <a:off x="7434072" y="4078224"/>
            <a:ext cx="1463040" cy="100584"/>
          </a:xfrm>
          <a:prstGeom prst="roundRect">
            <a:avLst>
              <a:gd name="adj" fmla="val 45455"/>
            </a:avLst>
          </a:prstGeom>
          <a:solidFill>
            <a:schemeClr val="accent3"/>
          </a:solidFill>
          <a:ln w="12700">
            <a:solidFill>
              <a:srgbClr val="FFFFFF">
                <a:alpha val="0"/>
              </a:srgbClr>
            </a:solidFill>
            <a:prstDash val="solid"/>
          </a:ln>
        </p:spPr>
      </p:sp>
      <p:sp>
        <p:nvSpPr>
          <p:cNvPr id="54" name="Text 43"/>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55"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6"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7" name="Shape 45"/>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8" name="Text 46"/>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9" name="Shape 47"/>
          <p:cNvSpPr/>
          <p:nvPr/>
        </p:nvSpPr>
        <p:spPr>
          <a:xfrm>
            <a:off x="1170432" y="4846320"/>
            <a:ext cx="384048" cy="914"/>
          </a:xfrm>
          <a:prstGeom prst="line">
            <a:avLst/>
          </a:prstGeom>
          <a:noFill/>
          <a:ln w="15875">
            <a:solidFill>
              <a:srgbClr val="D5DCE6"/>
            </a:solidFill>
            <a:prstDash val="solid"/>
            <a:tailEnd type="triangle"/>
          </a:ln>
        </p:spPr>
      </p:sp>
      <p:sp>
        <p:nvSpPr>
          <p:cNvPr id="60" name="Shape 48"/>
          <p:cNvSpPr/>
          <p:nvPr/>
        </p:nvSpPr>
        <p:spPr>
          <a:xfrm>
            <a:off x="5916168" y="4846320"/>
            <a:ext cx="393192" cy="914"/>
          </a:xfrm>
          <a:prstGeom prst="line">
            <a:avLst/>
          </a:prstGeom>
          <a:noFill/>
          <a:ln w="15875">
            <a:solidFill>
              <a:srgbClr val="D5DCE6"/>
            </a:solidFill>
            <a:prstDash val="solid"/>
            <a:tailEnd type="triangle"/>
          </a:ln>
        </p:spPr>
      </p:sp>
      <p:sp>
        <p:nvSpPr>
          <p:cNvPr id="61" name="Shape 49"/>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62"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63" name="Text 50"/>
          <p:cNvSpPr txBox="1"/>
          <p:nvPr/>
        </p:nvSpPr>
        <p:spPr>
          <a:xfrm>
            <a:off x="265176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64" name="Shape 51"/>
          <p:cNvSpPr/>
          <p:nvPr/>
        </p:nvSpPr>
        <p:spPr>
          <a:xfrm>
            <a:off x="2679192" y="5029200"/>
            <a:ext cx="411480" cy="100584"/>
          </a:xfrm>
          <a:prstGeom prst="roundRect">
            <a:avLst>
              <a:gd name="adj" fmla="val 45455"/>
            </a:avLst>
          </a:prstGeom>
          <a:solidFill>
            <a:schemeClr val="accent4"/>
          </a:solidFill>
          <a:ln w="12700">
            <a:solidFill>
              <a:srgbClr val="FFFFFF">
                <a:alpha val="0"/>
              </a:srgbClr>
            </a:solidFill>
            <a:prstDash val="solid"/>
          </a:ln>
        </p:spPr>
      </p:sp>
      <p:sp>
        <p:nvSpPr>
          <p:cNvPr id="65" name="Text 52"/>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66"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7" name="Shape 54"/>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8"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69" name="Text 55"/>
          <p:cNvSpPr txBox="1"/>
          <p:nvPr/>
        </p:nvSpPr>
        <p:spPr>
          <a:xfrm>
            <a:off x="740664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70" name="Shape 56"/>
          <p:cNvSpPr/>
          <p:nvPr/>
        </p:nvSpPr>
        <p:spPr>
          <a:xfrm>
            <a:off x="7434072" y="5029200"/>
            <a:ext cx="1463040" cy="100584"/>
          </a:xfrm>
          <a:prstGeom prst="roundRect">
            <a:avLst>
              <a:gd name="adj" fmla="val 45455"/>
            </a:avLst>
          </a:prstGeom>
          <a:solidFill>
            <a:schemeClr val="accent3"/>
          </a:solidFill>
          <a:ln w="12700">
            <a:solidFill>
              <a:srgbClr val="FFFFFF">
                <a:alpha val="0"/>
              </a:srgbClr>
            </a:solidFill>
            <a:prstDash val="solid"/>
          </a:ln>
        </p:spPr>
      </p:sp>
      <p:sp>
        <p:nvSpPr>
          <p:cNvPr id="71" name="Text 57"/>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72"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73"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74" name="Shape 59"/>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75" name="Text 60"/>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76" name="Shape 61"/>
          <p:cNvSpPr/>
          <p:nvPr/>
        </p:nvSpPr>
        <p:spPr>
          <a:xfrm>
            <a:off x="1170432" y="5797296"/>
            <a:ext cx="384048" cy="914"/>
          </a:xfrm>
          <a:prstGeom prst="line">
            <a:avLst/>
          </a:prstGeom>
          <a:noFill/>
          <a:ln w="15875">
            <a:solidFill>
              <a:srgbClr val="D5DCE6"/>
            </a:solidFill>
            <a:prstDash val="solid"/>
            <a:tailEnd type="triangle"/>
          </a:ln>
        </p:spPr>
      </p:sp>
      <p:sp>
        <p:nvSpPr>
          <p:cNvPr id="77" name="Shape 62"/>
          <p:cNvSpPr/>
          <p:nvPr/>
        </p:nvSpPr>
        <p:spPr>
          <a:xfrm>
            <a:off x="5916168" y="5797296"/>
            <a:ext cx="393192" cy="914"/>
          </a:xfrm>
          <a:prstGeom prst="line">
            <a:avLst/>
          </a:prstGeom>
          <a:noFill/>
          <a:ln w="15875">
            <a:solidFill>
              <a:srgbClr val="D5DCE6"/>
            </a:solidFill>
            <a:prstDash val="solid"/>
            <a:tailEnd type="triangle"/>
          </a:ln>
        </p:spPr>
      </p:sp>
      <p:sp>
        <p:nvSpPr>
          <p:cNvPr id="78" name="Shape 63"/>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9"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80" name="Text 64"/>
          <p:cNvSpPr txBox="1"/>
          <p:nvPr/>
        </p:nvSpPr>
        <p:spPr>
          <a:xfrm>
            <a:off x="265176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81" name="Shape 65"/>
          <p:cNvSpPr/>
          <p:nvPr/>
        </p:nvSpPr>
        <p:spPr>
          <a:xfrm>
            <a:off x="2679192" y="5980176"/>
            <a:ext cx="411480" cy="100584"/>
          </a:xfrm>
          <a:prstGeom prst="roundRect">
            <a:avLst>
              <a:gd name="adj" fmla="val 45455"/>
            </a:avLst>
          </a:prstGeom>
          <a:solidFill>
            <a:schemeClr val="accent4"/>
          </a:solidFill>
          <a:ln w="12700">
            <a:solidFill>
              <a:srgbClr val="FFFFFF">
                <a:alpha val="0"/>
              </a:srgbClr>
            </a:solidFill>
            <a:prstDash val="solid"/>
          </a:ln>
        </p:spPr>
      </p:sp>
      <p:sp>
        <p:nvSpPr>
          <p:cNvPr id="82" name="Text 66"/>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83"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84" name="Shape 68"/>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85"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86" name="Text 69"/>
          <p:cNvSpPr txBox="1"/>
          <p:nvPr/>
        </p:nvSpPr>
        <p:spPr>
          <a:xfrm>
            <a:off x="740664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87" name="Shape 70"/>
          <p:cNvSpPr/>
          <p:nvPr/>
        </p:nvSpPr>
        <p:spPr>
          <a:xfrm>
            <a:off x="7434072" y="5980176"/>
            <a:ext cx="1463040" cy="100584"/>
          </a:xfrm>
          <a:prstGeom prst="roundRect">
            <a:avLst>
              <a:gd name="adj" fmla="val 45455"/>
            </a:avLst>
          </a:prstGeom>
          <a:solidFill>
            <a:schemeClr val="accent3"/>
          </a:solidFill>
          <a:ln w="12700">
            <a:solidFill>
              <a:srgbClr val="FFFFFF">
                <a:alpha val="0"/>
              </a:srgbClr>
            </a:solidFill>
            <a:prstDash val="solid"/>
          </a:ln>
        </p:spPr>
      </p:sp>
      <p:sp>
        <p:nvSpPr>
          <p:cNvPr id="88" name="Text 7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8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9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ka·ten</a:t>
            </a:r>
            <a:r>
              <a:rPr lang="en-US" sz="1800" dirty="0">
                <a:solidFill>
                  <a:schemeClr val="tx1"/>
                </a:solidFill>
                <a:latin typeface="+mj-lt" pitchFamily="34" charset="0"/>
                <a:ea typeface="+mj-lt" pitchFamily="34" charset="-122"/>
                <a:cs typeface="+mj-lt" pitchFamily="34" charset="-120"/>
              </a:rPr>
              <a:t> = « kaa-ten »</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B4236A"/>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kat·ten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raam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raa·men</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2E7D4F"/>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ra·men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man guard">    </p:cNvPr>
          <p:cNvPicPr>
            <a:picLocks noChangeAspect="1"/>
          </p:cNvPicPr>
          <p:nvPr/>
        </p:nvPicPr>
        <p:blipFill>
          <a:blip r:embed="rId1"/>
          <a:stretch>
            <a:fillRect/>
          </a:stretch>
        </p:blipFill>
        <p:spPr>
          <a:xfrm>
            <a:off x="8732520" y="2148840"/>
            <a:ext cx="1280160" cy="1280160"/>
          </a:xfrm>
          <a:prstGeom prst="rect">
            <a:avLst/>
          </a:prstGeom>
        </p:spPr>
      </p:pic>
      <p:pic>
        <p:nvPicPr>
          <p:cNvPr id="32" name="Image 1" descr="no entry">    </p:cNvPr>
          <p:cNvPicPr>
            <a:picLocks noChangeAspect="1"/>
          </p:cNvPicPr>
          <p:nvPr/>
        </p:nvPicPr>
        <p:blipFill>
          <a:blip r:embed="rId2"/>
          <a:stretch>
            <a:fillRect/>
          </a:stretch>
        </p:blipFill>
        <p:spPr>
          <a:xfrm>
            <a:off x="10195560" y="2331720"/>
            <a:ext cx="960120" cy="960120"/>
          </a:xfrm>
          <a:prstGeom prst="rect">
            <a:avLst/>
          </a:prstGeom>
        </p:spPr>
      </p:pic>
      <p:sp>
        <p:nvSpPr>
          <p:cNvPr id="33"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4"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5"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6"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pic>
        <p:nvPicPr>
          <p:cNvPr id="11" name="Image 1" descr="man">    </p:cNvPr>
          <p:cNvPicPr>
            <a:picLocks noChangeAspect="1"/>
          </p:cNvPicPr>
          <p:nvPr/>
        </p:nvPicPr>
        <p:blipFill>
          <a:blip r:embed="rId2"/>
          <a:stretch>
            <a:fillRect/>
          </a:stretch>
        </p:blipFill>
        <p:spPr>
          <a:xfrm>
            <a:off x="960120" y="2645664"/>
            <a:ext cx="685800" cy="685800"/>
          </a:xfrm>
          <a:prstGeom prst="rect">
            <a:avLst/>
          </a:prstGeom>
        </p:spPr>
      </p:pic>
      <p:pic>
        <p:nvPicPr>
          <p:cNvPr id="12" name="Image 2" descr="crescent moon">    </p:cNvPr>
          <p:cNvPicPr>
            <a:picLocks noChangeAspect="1"/>
          </p:cNvPicPr>
          <p:nvPr/>
        </p:nvPicPr>
        <p:blipFill>
          <a:blip r:embed="rId3"/>
          <a:stretch>
            <a:fillRect/>
          </a:stretch>
        </p:blipFill>
        <p:spPr>
          <a:xfrm>
            <a:off x="2057400" y="2645664"/>
            <a:ext cx="685800" cy="685800"/>
          </a:xfrm>
          <a:prstGeom prst="rect">
            <a:avLst/>
          </a:prstGeom>
        </p:spPr>
      </p:pic>
      <p:sp>
        <p:nvSpPr>
          <p:cNvPr id="13" name="Text 7"/>
          <p:cNvSpPr txBox="1"/>
          <p:nvPr/>
        </p:nvSpPr>
        <p:spPr>
          <a:xfrm>
            <a:off x="64008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homme / lune</a:t>
            </a:r>
            <a:endParaRPr lang="en-US" sz="1400" dirty="0"/>
          </a:p>
        </p:txBody>
      </p:sp>
      <p:sp>
        <p:nvSpPr>
          <p:cNvPr id="14" name="Shape 8"/>
          <p:cNvSpPr/>
          <p:nvPr/>
        </p:nvSpPr>
        <p:spPr>
          <a:xfrm>
            <a:off x="338328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Text 9"/>
          <p:cNvSpPr txBox="1"/>
          <p:nvPr/>
        </p:nvSpPr>
        <p:spPr>
          <a:xfrm>
            <a:off x="338328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pic>
        <p:nvPicPr>
          <p:cNvPr id="16" name="Image 3" descr="herb">    </p:cNvPr>
          <p:cNvPicPr>
            <a:picLocks noChangeAspect="1"/>
          </p:cNvPicPr>
          <p:nvPr/>
        </p:nvPicPr>
        <p:blipFill>
          <a:blip r:embed="rId4"/>
          <a:stretch>
            <a:fillRect/>
          </a:stretch>
        </p:blipFill>
        <p:spPr>
          <a:xfrm>
            <a:off x="3794760" y="2645664"/>
            <a:ext cx="685800" cy="685800"/>
          </a:xfrm>
          <a:prstGeom prst="rect">
            <a:avLst/>
          </a:prstGeom>
        </p:spPr>
      </p:pic>
      <p:pic>
        <p:nvPicPr>
          <p:cNvPr id="17" name="Image 4" descr="clipboard">    </p:cNvPr>
          <p:cNvPicPr>
            <a:picLocks noChangeAspect="1"/>
          </p:cNvPicPr>
          <p:nvPr/>
        </p:nvPicPr>
        <p:blipFill>
          <a:blip r:embed="rId5"/>
          <a:stretch>
            <a:fillRect/>
          </a:stretch>
        </p:blipFill>
        <p:spPr>
          <a:xfrm>
            <a:off x="4892040" y="2645664"/>
            <a:ext cx="685800" cy="685800"/>
          </a:xfrm>
          <a:prstGeom prst="rect">
            <a:avLst/>
          </a:prstGeom>
        </p:spPr>
      </p:pic>
      <p:sp>
        <p:nvSpPr>
          <p:cNvPr id="18" name="Text 10"/>
          <p:cNvSpPr txBox="1"/>
          <p:nvPr/>
        </p:nvSpPr>
        <p:spPr>
          <a:xfrm>
            <a:off x="347472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branche / tâche</a:t>
            </a:r>
            <a:endParaRPr lang="en-US" sz="1400" dirty="0"/>
          </a:p>
        </p:txBody>
      </p:sp>
      <p:sp>
        <p:nvSpPr>
          <p:cNvPr id="19" name="Shape 11"/>
          <p:cNvSpPr/>
          <p:nvPr/>
        </p:nvSpPr>
        <p:spPr>
          <a:xfrm>
            <a:off x="621792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2"/>
          <p:cNvSpPr txBox="1"/>
          <p:nvPr/>
        </p:nvSpPr>
        <p:spPr>
          <a:xfrm>
            <a:off x="621792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pic>
        <p:nvPicPr>
          <p:cNvPr id="21" name="Image 5" descr="cityscape">    </p:cNvPr>
          <p:cNvPicPr>
            <a:picLocks noChangeAspect="1"/>
          </p:cNvPicPr>
          <p:nvPr/>
        </p:nvPicPr>
        <p:blipFill>
          <a:blip r:embed="rId6"/>
          <a:stretch>
            <a:fillRect/>
          </a:stretch>
        </p:blipFill>
        <p:spPr>
          <a:xfrm>
            <a:off x="6629400" y="2645664"/>
            <a:ext cx="685800" cy="685800"/>
          </a:xfrm>
          <a:prstGeom prst="rect">
            <a:avLst/>
          </a:prstGeom>
        </p:spPr>
      </p:pic>
      <p:pic>
        <p:nvPicPr>
          <p:cNvPr id="22" name="Image 6" descr="classical building">    </p:cNvPr>
          <p:cNvPicPr>
            <a:picLocks noChangeAspect="1"/>
          </p:cNvPicPr>
          <p:nvPr/>
        </p:nvPicPr>
        <p:blipFill>
          <a:blip r:embed="rId7"/>
          <a:stretch>
            <a:fillRect/>
          </a:stretch>
        </p:blipFill>
        <p:spPr>
          <a:xfrm>
            <a:off x="7726680" y="2645664"/>
            <a:ext cx="685800" cy="685800"/>
          </a:xfrm>
          <a:prstGeom prst="rect">
            <a:avLst/>
          </a:prstGeom>
        </p:spPr>
      </p:pic>
      <p:sp>
        <p:nvSpPr>
          <p:cNvPr id="23" name="Text 13"/>
          <p:cNvSpPr txBox="1"/>
          <p:nvPr/>
        </p:nvSpPr>
        <p:spPr>
          <a:xfrm>
            <a:off x="630936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ville / État</a:t>
            </a:r>
            <a:endParaRPr lang="en-US" sz="1400" dirty="0"/>
          </a:p>
        </p:txBody>
      </p:sp>
      <p:sp>
        <p:nvSpPr>
          <p:cNvPr id="24" name="Shape 14"/>
          <p:cNvSpPr/>
          <p:nvPr/>
        </p:nvSpPr>
        <p:spPr>
          <a:xfrm>
            <a:off x="905256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15"/>
          <p:cNvSpPr txBox="1"/>
          <p:nvPr/>
        </p:nvSpPr>
        <p:spPr>
          <a:xfrm>
            <a:off x="905256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pic>
        <p:nvPicPr>
          <p:cNvPr id="26" name="Image 7" descr="balance scale">    </p:cNvPr>
          <p:cNvPicPr>
            <a:picLocks noChangeAspect="1"/>
          </p:cNvPicPr>
          <p:nvPr/>
        </p:nvPicPr>
        <p:blipFill>
          <a:blip r:embed="rId8"/>
          <a:stretch>
            <a:fillRect/>
          </a:stretch>
        </p:blipFill>
        <p:spPr>
          <a:xfrm>
            <a:off x="9464040" y="2645664"/>
            <a:ext cx="685800" cy="685800"/>
          </a:xfrm>
          <a:prstGeom prst="rect">
            <a:avLst/>
          </a:prstGeom>
        </p:spPr>
      </p:pic>
      <p:pic>
        <p:nvPicPr>
          <p:cNvPr id="27" name="Image 8" descr="light bulb">    </p:cNvPr>
          <p:cNvPicPr>
            <a:picLocks noChangeAspect="1"/>
          </p:cNvPicPr>
          <p:nvPr/>
        </p:nvPicPr>
        <p:blipFill>
          <a:blip r:embed="rId9"/>
          <a:stretch>
            <a:fillRect/>
          </a:stretch>
        </p:blipFill>
        <p:spPr>
          <a:xfrm>
            <a:off x="10561320" y="2645664"/>
            <a:ext cx="685800" cy="685800"/>
          </a:xfrm>
          <a:prstGeom prst="rect">
            <a:avLst/>
          </a:prstGeom>
        </p:spPr>
      </p:pic>
      <p:sp>
        <p:nvSpPr>
          <p:cNvPr id="28" name="Text 16"/>
          <p:cNvSpPr txBox="1"/>
          <p:nvPr/>
        </p:nvSpPr>
        <p:spPr>
          <a:xfrm>
            <a:off x="914400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loi / je sais</a:t>
            </a:r>
            <a:endParaRPr lang="en-US" sz="1400" dirty="0"/>
          </a:p>
        </p:txBody>
      </p:sp>
      <p:sp>
        <p:nvSpPr>
          <p:cNvPr id="29" name="Shape 17"/>
          <p:cNvSpPr/>
          <p:nvPr/>
        </p:nvSpPr>
        <p:spPr>
          <a:xfrm>
            <a:off x="54864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18"/>
          <p:cNvSpPr txBox="1"/>
          <p:nvPr/>
        </p:nvSpPr>
        <p:spPr>
          <a:xfrm>
            <a:off x="54864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pic>
        <p:nvPicPr>
          <p:cNvPr id="31" name="Image 9" descr="bomb">    </p:cNvPr>
          <p:cNvPicPr>
            <a:picLocks noChangeAspect="1"/>
          </p:cNvPicPr>
          <p:nvPr/>
        </p:nvPicPr>
        <p:blipFill>
          <a:blip r:embed="rId10"/>
          <a:stretch>
            <a:fillRect/>
          </a:stretch>
        </p:blipFill>
        <p:spPr>
          <a:xfrm>
            <a:off x="960120" y="4748784"/>
            <a:ext cx="685800" cy="685800"/>
          </a:xfrm>
          <a:prstGeom prst="rect">
            <a:avLst/>
          </a:prstGeom>
        </p:spPr>
      </p:pic>
      <p:pic>
        <p:nvPicPr>
          <p:cNvPr id="32" name="Image 10" descr="deciduous tree">    </p:cNvPr>
          <p:cNvPicPr>
            <a:picLocks noChangeAspect="1"/>
          </p:cNvPicPr>
          <p:nvPr/>
        </p:nvPicPr>
        <p:blipFill>
          <a:blip r:embed="rId11"/>
          <a:stretch>
            <a:fillRect/>
          </a:stretch>
        </p:blipFill>
        <p:spPr>
          <a:xfrm>
            <a:off x="2057400" y="4748784"/>
            <a:ext cx="685800" cy="685800"/>
          </a:xfrm>
          <a:prstGeom prst="rect">
            <a:avLst/>
          </a:prstGeom>
        </p:spPr>
      </p:pic>
      <p:sp>
        <p:nvSpPr>
          <p:cNvPr id="33" name="Text 19"/>
          <p:cNvSpPr txBox="1"/>
          <p:nvPr/>
        </p:nvSpPr>
        <p:spPr>
          <a:xfrm>
            <a:off x="64008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bombe / arbre</a:t>
            </a:r>
            <a:endParaRPr lang="en-US" sz="1400" dirty="0"/>
          </a:p>
        </p:txBody>
      </p:sp>
      <p:sp>
        <p:nvSpPr>
          <p:cNvPr id="34" name="Shape 20"/>
          <p:cNvSpPr/>
          <p:nvPr/>
        </p:nvSpPr>
        <p:spPr>
          <a:xfrm>
            <a:off x="338328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Text 21"/>
          <p:cNvSpPr txBox="1"/>
          <p:nvPr/>
        </p:nvSpPr>
        <p:spPr>
          <a:xfrm>
            <a:off x="338328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pic>
        <p:nvPicPr>
          <p:cNvPr id="36" name="Image 11" descr="sun">    </p:cNvPr>
          <p:cNvPicPr>
            <a:picLocks noChangeAspect="1"/>
          </p:cNvPicPr>
          <p:nvPr/>
        </p:nvPicPr>
        <p:blipFill>
          <a:blip r:embed="rId12"/>
          <a:stretch>
            <a:fillRect/>
          </a:stretch>
        </p:blipFill>
        <p:spPr>
          <a:xfrm>
            <a:off x="3794760" y="4748784"/>
            <a:ext cx="685800" cy="685800"/>
          </a:xfrm>
          <a:prstGeom prst="rect">
            <a:avLst/>
          </a:prstGeom>
        </p:spPr>
      </p:pic>
      <p:pic>
        <p:nvPicPr>
          <p:cNvPr id="37" name="Image 12" descr="boy">    </p:cNvPr>
          <p:cNvPicPr>
            <a:picLocks noChangeAspect="1"/>
          </p:cNvPicPr>
          <p:nvPr/>
        </p:nvPicPr>
        <p:blipFill>
          <a:blip r:embed="rId13"/>
          <a:stretch>
            <a:fillRect/>
          </a:stretch>
        </p:blipFill>
        <p:spPr>
          <a:xfrm>
            <a:off x="4892040" y="4748784"/>
            <a:ext cx="685800" cy="685800"/>
          </a:xfrm>
          <a:prstGeom prst="rect">
            <a:avLst/>
          </a:prstGeom>
        </p:spPr>
      </p:pic>
      <p:sp>
        <p:nvSpPr>
          <p:cNvPr id="38" name="Text 22"/>
          <p:cNvSpPr txBox="1"/>
          <p:nvPr/>
        </p:nvSpPr>
        <p:spPr>
          <a:xfrm>
            <a:off x="347472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soleil / fils</a:t>
            </a:r>
            <a:endParaRPr lang="en-US" sz="1400" dirty="0"/>
          </a:p>
        </p:txBody>
      </p:sp>
      <p:sp>
        <p:nvSpPr>
          <p:cNvPr id="39" name="Shape 23"/>
          <p:cNvSpPr/>
          <p:nvPr/>
        </p:nvSpPr>
        <p:spPr>
          <a:xfrm>
            <a:off x="621792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24"/>
          <p:cNvSpPr txBox="1"/>
          <p:nvPr/>
        </p:nvSpPr>
        <p:spPr>
          <a:xfrm>
            <a:off x="621792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pic>
        <p:nvPicPr>
          <p:cNvPr id="41" name="Image 13" descr="chair">    </p:cNvPr>
          <p:cNvPicPr>
            <a:picLocks noChangeAspect="1"/>
          </p:cNvPicPr>
          <p:nvPr/>
        </p:nvPicPr>
        <p:blipFill>
          <a:blip r:embed="rId14"/>
          <a:stretch>
            <a:fillRect/>
          </a:stretch>
        </p:blipFill>
        <p:spPr>
          <a:xfrm>
            <a:off x="6629400" y="4748784"/>
            <a:ext cx="685800" cy="685800"/>
          </a:xfrm>
          <a:prstGeom prst="rect">
            <a:avLst/>
          </a:prstGeom>
        </p:spPr>
      </p:pic>
      <p:pic>
        <p:nvPicPr>
          <p:cNvPr id="42" name="Image 14" descr="eyes">    </p:cNvPr>
          <p:cNvPicPr>
            <a:picLocks noChangeAspect="1"/>
          </p:cNvPicPr>
          <p:nvPr/>
        </p:nvPicPr>
        <p:blipFill>
          <a:blip r:embed="rId15"/>
          <a:stretch>
            <a:fillRect/>
          </a:stretch>
        </p:blipFill>
        <p:spPr>
          <a:xfrm>
            <a:off x="7726680" y="4748784"/>
            <a:ext cx="685800" cy="685800"/>
          </a:xfrm>
          <a:prstGeom prst="rect">
            <a:avLst/>
          </a:prstGeom>
        </p:spPr>
      </p:pic>
      <p:sp>
        <p:nvSpPr>
          <p:cNvPr id="43" name="Text 25"/>
          <p:cNvSpPr txBox="1"/>
          <p:nvPr/>
        </p:nvSpPr>
        <p:spPr>
          <a:xfrm>
            <a:off x="630936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est assis / voit</a:t>
            </a:r>
            <a:endParaRPr lang="en-US" sz="1400" dirty="0"/>
          </a:p>
        </p:txBody>
      </p:sp>
      <p:sp>
        <p:nvSpPr>
          <p:cNvPr id="44" name="Shape 26"/>
          <p:cNvSpPr/>
          <p:nvPr/>
        </p:nvSpPr>
        <p:spPr>
          <a:xfrm>
            <a:off x="905256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27"/>
          <p:cNvSpPr txBox="1"/>
          <p:nvPr/>
        </p:nvSpPr>
        <p:spPr>
          <a:xfrm>
            <a:off x="905256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pic>
        <p:nvPicPr>
          <p:cNvPr id="46" name="Image 15" descr="fountain pen">    </p:cNvPr>
          <p:cNvPicPr>
            <a:picLocks noChangeAspect="1"/>
          </p:cNvPicPr>
          <p:nvPr/>
        </p:nvPicPr>
        <p:blipFill>
          <a:blip r:embed="rId16"/>
          <a:stretch>
            <a:fillRect/>
          </a:stretch>
        </p:blipFill>
        <p:spPr>
          <a:xfrm>
            <a:off x="9464040" y="4748784"/>
            <a:ext cx="685800" cy="685800"/>
          </a:xfrm>
          <a:prstGeom prst="rect">
            <a:avLst/>
          </a:prstGeom>
        </p:spPr>
      </p:pic>
      <p:pic>
        <p:nvPicPr>
          <p:cNvPr id="47" name="Image 16" descr="carrot">    </p:cNvPr>
          <p:cNvPicPr>
            <a:picLocks noChangeAspect="1"/>
          </p:cNvPicPr>
          <p:nvPr/>
        </p:nvPicPr>
        <p:blipFill>
          <a:blip r:embed="rId17"/>
          <a:stretch>
            <a:fillRect/>
          </a:stretch>
        </p:blipFill>
        <p:spPr>
          <a:xfrm>
            <a:off x="10561320" y="4748784"/>
            <a:ext cx="685800" cy="685800"/>
          </a:xfrm>
          <a:prstGeom prst="rect">
            <a:avLst/>
          </a:prstGeom>
        </p:spPr>
      </p:pic>
      <p:sp>
        <p:nvSpPr>
          <p:cNvPr id="48" name="Text 28"/>
          <p:cNvSpPr txBox="1"/>
          <p:nvPr/>
        </p:nvSpPr>
        <p:spPr>
          <a:xfrm>
            <a:off x="914400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stylo / carotte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286000" y="1795272"/>
            <a:ext cx="347472" cy="347472"/>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53712" y="1795272"/>
            <a:ext cx="347472" cy="347472"/>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21424" y="1795272"/>
            <a:ext cx="347472" cy="347472"/>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089136" y="1795272"/>
            <a:ext cx="347472" cy="347472"/>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356848" y="1795272"/>
            <a:ext cx="347472" cy="347472"/>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286000" y="2755392"/>
            <a:ext cx="347472" cy="347472"/>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53712" y="2755392"/>
            <a:ext cx="347472" cy="347472"/>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21424" y="2755392"/>
            <a:ext cx="347472" cy="347472"/>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089136" y="2755392"/>
            <a:ext cx="347472" cy="347472"/>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356848" y="2755392"/>
            <a:ext cx="347472" cy="347472"/>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basket">    </p:cNvPr>
          <p:cNvPicPr>
            <a:picLocks noChangeAspect="1"/>
          </p:cNvPicPr>
          <p:nvPr/>
        </p:nvPicPr>
        <p:blipFill>
          <a:blip r:embed="rId12"/>
          <a:stretch>
            <a:fillRect/>
          </a:stretch>
        </p:blipFill>
        <p:spPr>
          <a:xfrm>
            <a:off x="2825496" y="4957572"/>
            <a:ext cx="914400" cy="91440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basket">    </p:cNvPr>
          <p:cNvPicPr>
            <a:picLocks noChangeAspect="1"/>
          </p:cNvPicPr>
          <p:nvPr/>
        </p:nvPicPr>
        <p:blipFill>
          <a:blip r:embed="rId13"/>
          <a:stretch>
            <a:fillRect/>
          </a:stretch>
        </p:blipFill>
        <p:spPr>
          <a:xfrm>
            <a:off x="8449056" y="495757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8"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9" name="Text 4"/>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0" name="Text 5"/>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1" name="Text 6"/>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2" name="Shape 7"/>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3" name="Text 8"/>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4" name="Text 9"/>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9"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pic>
        <p:nvPicPr>
          <p:cNvPr id="11" name="Image 1" descr="cat">    </p:cNvPr>
          <p:cNvPicPr>
            <a:picLocks noChangeAspect="1"/>
          </p:cNvPicPr>
          <p:nvPr/>
        </p:nvPicPr>
        <p:blipFill>
          <a:blip r:embed="rId2"/>
          <a:stretch>
            <a:fillRect/>
          </a:stretch>
        </p:blipFill>
        <p:spPr>
          <a:xfrm>
            <a:off x="10607040" y="1709928"/>
            <a:ext cx="822960" cy="822960"/>
          </a:xfrm>
          <a:prstGeom prst="rect">
            <a:avLst/>
          </a:prstGeom>
        </p:spPr>
      </p:pic>
      <p:sp>
        <p:nvSpPr>
          <p:cNvPr id="12"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4" name="Image 2" descr="Microphone">    </p:cNvPr>
          <p:cNvPicPr>
            <a:picLocks noChangeAspect="1"/>
          </p:cNvPicPr>
          <p:nvPr/>
        </p:nvPicPr>
        <p:blipFill>
          <a:blip r:embed="rId3"/>
          <a:stretch>
            <a:fillRect/>
          </a:stretch>
        </p:blipFill>
        <p:spPr>
          <a:xfrm>
            <a:off x="952805" y="3257093"/>
            <a:ext cx="380390" cy="380390"/>
          </a:xfrm>
          <a:prstGeom prst="rect">
            <a:avLst/>
          </a:prstGeom>
        </p:spPr>
      </p:pic>
      <p:sp>
        <p:nvSpPr>
          <p:cNvPr id="15"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6"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pic>
        <p:nvPicPr>
          <p:cNvPr id="17" name="Image 3" descr="sun behind cloud">    </p:cNvPr>
          <p:cNvPicPr>
            <a:picLocks noChangeAspect="1"/>
          </p:cNvPicPr>
          <p:nvPr/>
        </p:nvPicPr>
        <p:blipFill>
          <a:blip r:embed="rId4"/>
          <a:stretch>
            <a:fillRect/>
          </a:stretch>
        </p:blipFill>
        <p:spPr>
          <a:xfrm>
            <a:off x="10607040" y="3008376"/>
            <a:ext cx="822960" cy="822960"/>
          </a:xfrm>
          <a:prstGeom prst="rect">
            <a:avLst/>
          </a:prstGeom>
        </p:spPr>
      </p:pic>
      <p:sp>
        <p:nvSpPr>
          <p:cNvPr id="18"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20" name="Image 4" descr="Microphone">    </p:cNvPr>
          <p:cNvPicPr>
            <a:picLocks noChangeAspect="1"/>
          </p:cNvPicPr>
          <p:nvPr/>
        </p:nvPicPr>
        <p:blipFill>
          <a:blip r:embed="rId5"/>
          <a:stretch>
            <a:fillRect/>
          </a:stretch>
        </p:blipFill>
        <p:spPr>
          <a:xfrm>
            <a:off x="952805" y="4555541"/>
            <a:ext cx="380390" cy="380390"/>
          </a:xfrm>
          <a:prstGeom prst="rect">
            <a:avLst/>
          </a:prstGeom>
        </p:spPr>
      </p:pic>
      <p:sp>
        <p:nvSpPr>
          <p:cNvPr id="21"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2"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pic>
        <p:nvPicPr>
          <p:cNvPr id="23" name="Image 5" descr="balance scale">    </p:cNvPr>
          <p:cNvPicPr>
            <a:picLocks noChangeAspect="1"/>
          </p:cNvPicPr>
          <p:nvPr/>
        </p:nvPicPr>
        <p:blipFill>
          <a:blip r:embed="rId6"/>
          <a:stretch>
            <a:fillRect/>
          </a:stretch>
        </p:blipFill>
        <p:spPr>
          <a:xfrm>
            <a:off x="10607040" y="4306824"/>
            <a:ext cx="822960" cy="822960"/>
          </a:xfrm>
          <a:prstGeom prst="rect">
            <a:avLst/>
          </a:prstGeom>
        </p:spPr>
      </p:pic>
      <p:sp>
        <p:nvSpPr>
          <p:cNvPr id="24"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5"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2026-10-05T06:01:35Z</dcterms:created>
  <dcterms:modified xsi:type="dcterms:W3CDTF">2026-10-05T06:01:35Z</dcterms:modified>
</cp:coreProperties>
</file>
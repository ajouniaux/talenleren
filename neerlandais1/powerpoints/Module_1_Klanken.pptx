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6a47046-e2d1-d4f0-3ffb-df2e8c7acbb7}">
          <p14:sldIdLst>
            <p14:sldId id="256"/>
          </p14:sldIdLst>
        </p14:section>
        <p14:section name="Découvrir" id="{64e77a8e-76fe-c92c-c214-608ad69f574e}">
          <p14:sldIdLst>
            <p14:sldId id="257"/>
            <p14:sldId id="258"/>
            <p14:sldId id="259"/>
            <p14:sldId id="260"/>
          </p14:sldIdLst>
        </p14:section>
        <p14:section name="Comprendre" id="{10fdd419-d677-1668-3129-fb7993982c9c}">
          <p14:sldIdLst>
            <p14:sldId id="261"/>
            <p14:sldId id="262"/>
            <p14:sldId id="263"/>
            <p14:sldId id="264"/>
            <p14:sldId id="265"/>
            <p14:sldId id="266"/>
            <p14:sldId id="267"/>
            <p14:sldId id="268"/>
            <p14:sldId id="269"/>
          </p14:sldIdLst>
        </p14:section>
        <p14:section name="JIJ NU ! — Oefeningen" id="{97dbc783-44d4-d7d4-0b27-c53a39d95668}">
          <p14:sldIdLst>
            <p14:sldId id="270"/>
            <p14:sldId id="271"/>
            <p14:sldId id="272"/>
            <p14:sldId id="273"/>
            <p14:sldId id="274"/>
            <p14:sldId id="275"/>
            <p14:sldId id="276"/>
            <p14:sldId id="277"/>
            <p14:sldId id="278"/>
            <p14:sldId id="279"/>
            <p14:sldId id="280"/>
          </p14:sldIdLst>
        </p14:section>
        <p14:section name="Clôture" id="{48088738-b051-1e2a-988d-bcfad8bf6f6c}">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2026-10-05T15:46:37Z</dcterms:created>
  <dcterms:modified xsi:type="dcterms:W3CDTF">2026-10-05T15:46:37Z</dcterms:modified>
</cp:coreProperties>
</file>
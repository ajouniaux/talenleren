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618b7ef-a5cc-348d-744e-ceb10afc47aa}">
          <p14:sldIdLst>
            <p14:sldId id="256"/>
          </p14:sldIdLst>
        </p14:section>
        <p14:section name="Découvrir" id="{f483f085-f078-db6e-5503-22ce8281a810}">
          <p14:sldIdLst>
            <p14:sldId id="257"/>
            <p14:sldId id="258"/>
            <p14:sldId id="259"/>
            <p14:sldId id="260"/>
          </p14:sldIdLst>
        </p14:section>
        <p14:section name="Comprendre" id="{3c042c15-b4ef-1ed5-4326-3feab8154d4f}">
          <p14:sldIdLst>
            <p14:sldId id="261"/>
            <p14:sldId id="262"/>
            <p14:sldId id="263"/>
            <p14:sldId id="264"/>
            <p14:sldId id="265"/>
            <p14:sldId id="266"/>
            <p14:sldId id="267"/>
            <p14:sldId id="268"/>
            <p14:sldId id="269"/>
          </p14:sldIdLst>
        </p14:section>
        <p14:section name="JIJ NU ! — Oefeningen" id="{78bbc268-0e2a-8c30-e2a6-d607494af7d3}">
          <p14:sldIdLst>
            <p14:sldId id="270"/>
            <p14:sldId id="271"/>
            <p14:sldId id="272"/>
            <p14:sldId id="273"/>
            <p14:sldId id="274"/>
            <p14:sldId id="275"/>
            <p14:sldId id="276"/>
            <p14:sldId id="277"/>
            <p14:sldId id="278"/>
            <p14:sldId id="279"/>
            <p14:sldId id="280"/>
          </p14:sldIdLst>
        </p14:section>
        <p14:section name="Clôture" id="{f40ef057-7d74-7f2b-8c40-4f0ac73a7965}">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1876349"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p_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Moon">    </p:cNvPr>
          <p:cNvPicPr>
            <a:picLocks noChangeAspect="1"/>
          </p:cNvPicPr>
          <p:nvPr/>
        </p:nvPicPr>
        <p:blipFill>
          <a:blip r:embed="rId2"/>
          <a:stretch>
            <a:fillRect/>
          </a:stretch>
        </p:blipFill>
        <p:spPr>
          <a:xfrm>
            <a:off x="9875520" y="1920240"/>
            <a:ext cx="1371600" cy="137160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Avatar de l’enseignant">    </p:cNvPr>
          <p:cNvPicPr>
            <a:picLocks noChangeAspect="1"/>
          </p:cNvPicPr>
          <p:nvPr/>
        </p:nvPicPr>
        <p:blipFill>
          <a:blip r:embed="rId4"/>
          <a:stretch>
            <a:fillRect/>
          </a:stretch>
        </p:blipFill>
        <p:spPr>
          <a:xfrm>
            <a:off x="9921240" y="3566160"/>
            <a:ext cx="1920240" cy="1920240"/>
          </a:xfrm>
          <a:prstGeom prst="rect">
            <a:avLst/>
          </a:prstGeom>
        </p:spPr>
      </p:pic>
      <p:sp>
        <p:nvSpPr>
          <p:cNvPr id="21"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2" name="Image 4" descr="Lightbulb">    </p:cNvPr>
          <p:cNvPicPr>
            <a:picLocks noChangeAspect="1"/>
          </p:cNvPicPr>
          <p:nvPr/>
        </p:nvPicPr>
        <p:blipFill>
          <a:blip r:embed="rId5"/>
          <a:stretch>
            <a:fillRect/>
          </a:stretch>
        </p:blipFill>
        <p:spPr>
          <a:xfrm>
            <a:off x="731520" y="5788152"/>
            <a:ext cx="329184" cy="329184"/>
          </a:xfrm>
          <a:prstGeom prst="rect">
            <a:avLst/>
          </a:prstGeom>
        </p:spPr>
      </p:pic>
      <p:sp>
        <p:nvSpPr>
          <p:cNvPr id="23"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p_man">    </p:cNvPr>
          <p:cNvPicPr>
            <a:picLocks noChangeAspect="1"/>
          </p:cNvPicPr>
          <p:nvPr/>
        </p:nvPicPr>
        <p:blipFill>
          <a:blip r:embed="rId1"/>
          <a:stretch>
            <a:fillRect/>
          </a:stretch>
        </p:blipFill>
        <p:spPr>
          <a:xfrm>
            <a:off x="1732788" y="1627632"/>
            <a:ext cx="731520" cy="731520"/>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p_slaan">    </p:cNvPr>
          <p:cNvPicPr>
            <a:picLocks noChangeAspect="1"/>
          </p:cNvPicPr>
          <p:nvPr/>
        </p:nvPicPr>
        <p:blipFill>
          <a:blip r:embed="rId2"/>
          <a:stretch>
            <a:fillRect/>
          </a:stretch>
        </p:blipFill>
        <p:spPr>
          <a:xfrm>
            <a:off x="6487668" y="1627632"/>
            <a:ext cx="731520" cy="731520"/>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p_fles">    </p:cNvPr>
          <p:cNvPicPr>
            <a:picLocks noChangeAspect="1"/>
          </p:cNvPicPr>
          <p:nvPr/>
        </p:nvPicPr>
        <p:blipFill>
          <a:blip r:embed="rId4"/>
          <a:stretch>
            <a:fillRect/>
          </a:stretch>
        </p:blipFill>
        <p:spPr>
          <a:xfrm>
            <a:off x="1732788" y="2578608"/>
            <a:ext cx="731520" cy="731520"/>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p_lezen">    </p:cNvPr>
          <p:cNvPicPr>
            <a:picLocks noChangeAspect="1"/>
          </p:cNvPicPr>
          <p:nvPr/>
        </p:nvPicPr>
        <p:blipFill>
          <a:blip r:embed="rId5"/>
          <a:stretch>
            <a:fillRect/>
          </a:stretch>
        </p:blipFill>
        <p:spPr>
          <a:xfrm>
            <a:off x="6487668" y="2578608"/>
            <a:ext cx="731520" cy="731520"/>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83080" y="3575304"/>
            <a:ext cx="640080" cy="640080"/>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    </p:cNvPr>
          <p:cNvPicPr>
            <a:picLocks noChangeAspect="1"/>
          </p:cNvPicPr>
          <p:nvPr/>
        </p:nvPicPr>
        <p:blipFill>
          <a:blip r:embed="rId8"/>
          <a:stretch>
            <a:fillRect/>
          </a:stretch>
        </p:blipFill>
        <p:spPr>
          <a:xfrm>
            <a:off x="6537960" y="3575304"/>
            <a:ext cx="640080" cy="640080"/>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p_koppel">    </p:cNvPr>
          <p:cNvPicPr>
            <a:picLocks noChangeAspect="1"/>
          </p:cNvPicPr>
          <p:nvPr/>
        </p:nvPicPr>
        <p:blipFill>
          <a:blip r:embed="rId10"/>
          <a:stretch>
            <a:fillRect/>
          </a:stretch>
        </p:blipFill>
        <p:spPr>
          <a:xfrm>
            <a:off x="1732788" y="4480560"/>
            <a:ext cx="731520" cy="731520"/>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_lopen">    </p:cNvPr>
          <p:cNvPicPr>
            <a:picLocks noChangeAspect="1"/>
          </p:cNvPicPr>
          <p:nvPr/>
        </p:nvPicPr>
        <p:blipFill>
          <a:blip r:embed="rId11"/>
          <a:stretch>
            <a:fillRect/>
          </a:stretch>
        </p:blipFill>
        <p:spPr>
          <a:xfrm>
            <a:off x="6487668" y="4480560"/>
            <a:ext cx="731520" cy="731520"/>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p_kus">    </p:cNvPr>
          <p:cNvPicPr>
            <a:picLocks noChangeAspect="1"/>
          </p:cNvPicPr>
          <p:nvPr/>
        </p:nvPicPr>
        <p:blipFill>
          <a:blip r:embed="rId13"/>
          <a:stretch>
            <a:fillRect/>
          </a:stretch>
        </p:blipFill>
        <p:spPr>
          <a:xfrm>
            <a:off x="1732788" y="5431536"/>
            <a:ext cx="731520" cy="731520"/>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p_vuur">    </p:cNvPr>
          <p:cNvPicPr>
            <a:picLocks noChangeAspect="1"/>
          </p:cNvPicPr>
          <p:nvPr/>
        </p:nvPicPr>
        <p:blipFill>
          <a:blip r:embed="rId14"/>
          <a:stretch>
            <a:fillRect/>
          </a:stretch>
        </p:blipFill>
        <p:spPr>
          <a:xfrm>
            <a:off x="6487668" y="5431536"/>
            <a:ext cx="731520" cy="731520"/>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p_man">    </p:cNvPr>
          <p:cNvPicPr>
            <a:picLocks noChangeAspect="1"/>
          </p:cNvPicPr>
          <p:nvPr/>
        </p:nvPicPr>
        <p:blipFill>
          <a:blip r:embed="rId1"/>
          <a:stretch>
            <a:fillRect/>
          </a:stretch>
        </p:blipFill>
        <p:spPr>
          <a:xfrm>
            <a:off x="1732788" y="1627632"/>
            <a:ext cx="731520" cy="731520"/>
          </a:xfrm>
          <a:prstGeom prst="rect">
            <a:avLst/>
          </a:prstGeom>
        </p:spPr>
      </p:pic>
      <p:sp>
        <p:nvSpPr>
          <p:cNvPr id="12" name="Text 8"/>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Text 9"/>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4"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5" name="Shape 11"/>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6" name="Image 1" descr="p_slaan">    </p:cNvPr>
          <p:cNvPicPr>
            <a:picLocks noChangeAspect="1"/>
          </p:cNvPicPr>
          <p:nvPr/>
        </p:nvPicPr>
        <p:blipFill>
          <a:blip r:embed="rId2"/>
          <a:stretch>
            <a:fillRect/>
          </a:stretch>
        </p:blipFill>
        <p:spPr>
          <a:xfrm>
            <a:off x="6487668" y="1627632"/>
            <a:ext cx="731520" cy="731520"/>
          </a:xfrm>
          <a:prstGeom prst="rect">
            <a:avLst/>
          </a:prstGeom>
        </p:spPr>
      </p:pic>
      <p:sp>
        <p:nvSpPr>
          <p:cNvPr id="17" name="Text 12"/>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8" name="Text 13"/>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19"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0"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1" name="Shape 15"/>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2" name="Text 16"/>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3" name="Shape 17"/>
          <p:cNvSpPr/>
          <p:nvPr/>
        </p:nvSpPr>
        <p:spPr>
          <a:xfrm>
            <a:off x="1170432" y="2944368"/>
            <a:ext cx="384048" cy="914"/>
          </a:xfrm>
          <a:prstGeom prst="line">
            <a:avLst/>
          </a:prstGeom>
          <a:noFill/>
          <a:ln w="15875">
            <a:solidFill>
              <a:srgbClr val="D5DCE6"/>
            </a:solidFill>
            <a:prstDash val="solid"/>
            <a:tailEnd type="triangle"/>
          </a:ln>
        </p:spPr>
      </p:sp>
      <p:sp>
        <p:nvSpPr>
          <p:cNvPr id="24" name="Shape 18"/>
          <p:cNvSpPr/>
          <p:nvPr/>
        </p:nvSpPr>
        <p:spPr>
          <a:xfrm>
            <a:off x="5916168" y="2944368"/>
            <a:ext cx="393192" cy="914"/>
          </a:xfrm>
          <a:prstGeom prst="line">
            <a:avLst/>
          </a:prstGeom>
          <a:noFill/>
          <a:ln w="15875">
            <a:solidFill>
              <a:srgbClr val="D5DCE6"/>
            </a:solidFill>
            <a:prstDash val="solid"/>
            <a:tailEnd type="triangle"/>
          </a:ln>
        </p:spPr>
      </p:sp>
      <p:sp>
        <p:nvSpPr>
          <p:cNvPr id="25" name="Shape 19"/>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6" name="Image 3" descr="p_fles">    </p:cNvPr>
          <p:cNvPicPr>
            <a:picLocks noChangeAspect="1"/>
          </p:cNvPicPr>
          <p:nvPr/>
        </p:nvPicPr>
        <p:blipFill>
          <a:blip r:embed="rId4"/>
          <a:stretch>
            <a:fillRect/>
          </a:stretch>
        </p:blipFill>
        <p:spPr>
          <a:xfrm>
            <a:off x="1732788" y="2578608"/>
            <a:ext cx="731520" cy="731520"/>
          </a:xfrm>
          <a:prstGeom prst="rect">
            <a:avLst/>
          </a:prstGeom>
        </p:spPr>
      </p:pic>
      <p:sp>
        <p:nvSpPr>
          <p:cNvPr id="27" name="Text 20"/>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28" name="Text 21"/>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9"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0" name="Shape 23"/>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1" name="Image 4" descr="p_lezen">    </p:cNvPr>
          <p:cNvPicPr>
            <a:picLocks noChangeAspect="1"/>
          </p:cNvPicPr>
          <p:nvPr/>
        </p:nvPicPr>
        <p:blipFill>
          <a:blip r:embed="rId5"/>
          <a:stretch>
            <a:fillRect/>
          </a:stretch>
        </p:blipFill>
        <p:spPr>
          <a:xfrm>
            <a:off x="6487668" y="2578608"/>
            <a:ext cx="731520" cy="731520"/>
          </a:xfrm>
          <a:prstGeom prst="rect">
            <a:avLst/>
          </a:prstGeom>
        </p:spPr>
      </p:pic>
      <p:sp>
        <p:nvSpPr>
          <p:cNvPr id="32" name="Text 24"/>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3" name="Text 25"/>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4"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5"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6" name="Shape 27"/>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7" name="Text 28"/>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8" name="Shape 29"/>
          <p:cNvSpPr/>
          <p:nvPr/>
        </p:nvSpPr>
        <p:spPr>
          <a:xfrm>
            <a:off x="1170432" y="3895344"/>
            <a:ext cx="384048" cy="914"/>
          </a:xfrm>
          <a:prstGeom prst="line">
            <a:avLst/>
          </a:prstGeom>
          <a:noFill/>
          <a:ln w="15875">
            <a:solidFill>
              <a:srgbClr val="D5DCE6"/>
            </a:solidFill>
            <a:prstDash val="solid"/>
            <a:tailEnd type="triangle"/>
          </a:ln>
        </p:spPr>
      </p:sp>
      <p:sp>
        <p:nvSpPr>
          <p:cNvPr id="39" name="Shape 30"/>
          <p:cNvSpPr/>
          <p:nvPr/>
        </p:nvSpPr>
        <p:spPr>
          <a:xfrm>
            <a:off x="5916168" y="3895344"/>
            <a:ext cx="393192" cy="914"/>
          </a:xfrm>
          <a:prstGeom prst="line">
            <a:avLst/>
          </a:prstGeom>
          <a:noFill/>
          <a:ln w="15875">
            <a:solidFill>
              <a:srgbClr val="D5DCE6"/>
            </a:solidFill>
            <a:prstDash val="solid"/>
            <a:tailEnd type="triangle"/>
          </a:ln>
        </p:spPr>
      </p:sp>
      <p:sp>
        <p:nvSpPr>
          <p:cNvPr id="40" name="Shape 31"/>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1" name="Image 6" descr="Chair">    </p:cNvPr>
          <p:cNvPicPr>
            <a:picLocks noChangeAspect="1"/>
          </p:cNvPicPr>
          <p:nvPr/>
        </p:nvPicPr>
        <p:blipFill>
          <a:blip r:embed="rId7"/>
          <a:stretch>
            <a:fillRect/>
          </a:stretch>
        </p:blipFill>
        <p:spPr>
          <a:xfrm>
            <a:off x="1783080" y="3575304"/>
            <a:ext cx="640080" cy="640080"/>
          </a:xfrm>
          <a:prstGeom prst="rect">
            <a:avLst/>
          </a:prstGeom>
        </p:spPr>
      </p:pic>
      <p:sp>
        <p:nvSpPr>
          <p:cNvPr id="42" name="Text 32"/>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3" name="Text 33"/>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4"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45" name="Shape 35"/>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46" name="Image 7" descr="Eye">    </p:cNvPr>
          <p:cNvPicPr>
            <a:picLocks noChangeAspect="1"/>
          </p:cNvPicPr>
          <p:nvPr/>
        </p:nvPicPr>
        <p:blipFill>
          <a:blip r:embed="rId8"/>
          <a:stretch>
            <a:fillRect/>
          </a:stretch>
        </p:blipFill>
        <p:spPr>
          <a:xfrm>
            <a:off x="6537960" y="3575304"/>
            <a:ext cx="640080" cy="640080"/>
          </a:xfrm>
          <a:prstGeom prst="rect">
            <a:avLst/>
          </a:prstGeom>
        </p:spPr>
      </p:pic>
      <p:sp>
        <p:nvSpPr>
          <p:cNvPr id="47" name="Text 36"/>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48" name="Text 37"/>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49"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0"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1" name="Shape 39"/>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2" name="Text 40"/>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3" name="Shape 41"/>
          <p:cNvSpPr/>
          <p:nvPr/>
        </p:nvSpPr>
        <p:spPr>
          <a:xfrm>
            <a:off x="1170432" y="4846320"/>
            <a:ext cx="384048" cy="914"/>
          </a:xfrm>
          <a:prstGeom prst="line">
            <a:avLst/>
          </a:prstGeom>
          <a:noFill/>
          <a:ln w="15875">
            <a:solidFill>
              <a:srgbClr val="D5DCE6"/>
            </a:solidFill>
            <a:prstDash val="solid"/>
            <a:tailEnd type="triangle"/>
          </a:ln>
        </p:spPr>
      </p:sp>
      <p:sp>
        <p:nvSpPr>
          <p:cNvPr id="54" name="Shape 42"/>
          <p:cNvSpPr/>
          <p:nvPr/>
        </p:nvSpPr>
        <p:spPr>
          <a:xfrm>
            <a:off x="5916168" y="4846320"/>
            <a:ext cx="393192" cy="914"/>
          </a:xfrm>
          <a:prstGeom prst="line">
            <a:avLst/>
          </a:prstGeom>
          <a:noFill/>
          <a:ln w="15875">
            <a:solidFill>
              <a:srgbClr val="D5DCE6"/>
            </a:solidFill>
            <a:prstDash val="solid"/>
            <a:tailEnd type="triangle"/>
          </a:ln>
        </p:spPr>
      </p:sp>
      <p:sp>
        <p:nvSpPr>
          <p:cNvPr id="55" name="Shape 43"/>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56" name="Image 9" descr="p_koppel">    </p:cNvPr>
          <p:cNvPicPr>
            <a:picLocks noChangeAspect="1"/>
          </p:cNvPicPr>
          <p:nvPr/>
        </p:nvPicPr>
        <p:blipFill>
          <a:blip r:embed="rId10"/>
          <a:stretch>
            <a:fillRect/>
          </a:stretch>
        </p:blipFill>
        <p:spPr>
          <a:xfrm>
            <a:off x="1732788" y="4480560"/>
            <a:ext cx="731520" cy="731520"/>
          </a:xfrm>
          <a:prstGeom prst="rect">
            <a:avLst/>
          </a:prstGeom>
        </p:spPr>
      </p:pic>
      <p:sp>
        <p:nvSpPr>
          <p:cNvPr id="57" name="Text 44"/>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58" name="Text 45"/>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9"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0" name="Shape 47"/>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1" name="Image 10" descr="p_lopen">    </p:cNvPr>
          <p:cNvPicPr>
            <a:picLocks noChangeAspect="1"/>
          </p:cNvPicPr>
          <p:nvPr/>
        </p:nvPicPr>
        <p:blipFill>
          <a:blip r:embed="rId11"/>
          <a:stretch>
            <a:fillRect/>
          </a:stretch>
        </p:blipFill>
        <p:spPr>
          <a:xfrm>
            <a:off x="6487668" y="4480560"/>
            <a:ext cx="731520" cy="731520"/>
          </a:xfrm>
          <a:prstGeom prst="rect">
            <a:avLst/>
          </a:prstGeom>
        </p:spPr>
      </p:pic>
      <p:sp>
        <p:nvSpPr>
          <p:cNvPr id="62" name="Text 48"/>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63" name="Text 49"/>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64"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65"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66" name="Shape 51"/>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67" name="Text 52"/>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68" name="Shape 53"/>
          <p:cNvSpPr/>
          <p:nvPr/>
        </p:nvSpPr>
        <p:spPr>
          <a:xfrm>
            <a:off x="1170432" y="5797296"/>
            <a:ext cx="384048" cy="914"/>
          </a:xfrm>
          <a:prstGeom prst="line">
            <a:avLst/>
          </a:prstGeom>
          <a:noFill/>
          <a:ln w="15875">
            <a:solidFill>
              <a:srgbClr val="D5DCE6"/>
            </a:solidFill>
            <a:prstDash val="solid"/>
            <a:tailEnd type="triangle"/>
          </a:ln>
        </p:spPr>
      </p:sp>
      <p:sp>
        <p:nvSpPr>
          <p:cNvPr id="69" name="Shape 54"/>
          <p:cNvSpPr/>
          <p:nvPr/>
        </p:nvSpPr>
        <p:spPr>
          <a:xfrm>
            <a:off x="5916168" y="5797296"/>
            <a:ext cx="393192" cy="914"/>
          </a:xfrm>
          <a:prstGeom prst="line">
            <a:avLst/>
          </a:prstGeom>
          <a:noFill/>
          <a:ln w="15875">
            <a:solidFill>
              <a:srgbClr val="D5DCE6"/>
            </a:solidFill>
            <a:prstDash val="solid"/>
            <a:tailEnd type="triangle"/>
          </a:ln>
        </p:spPr>
      </p:sp>
      <p:sp>
        <p:nvSpPr>
          <p:cNvPr id="70" name="Shape 55"/>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1" name="Image 12" descr="p_kus">    </p:cNvPr>
          <p:cNvPicPr>
            <a:picLocks noChangeAspect="1"/>
          </p:cNvPicPr>
          <p:nvPr/>
        </p:nvPicPr>
        <p:blipFill>
          <a:blip r:embed="rId13"/>
          <a:stretch>
            <a:fillRect/>
          </a:stretch>
        </p:blipFill>
        <p:spPr>
          <a:xfrm>
            <a:off x="1732788" y="5431536"/>
            <a:ext cx="731520" cy="731520"/>
          </a:xfrm>
          <a:prstGeom prst="rect">
            <a:avLst/>
          </a:prstGeom>
        </p:spPr>
      </p:pic>
      <p:sp>
        <p:nvSpPr>
          <p:cNvPr id="72" name="Text 56"/>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73" name="Text 57"/>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74"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75" name="Shape 59"/>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76" name="Image 13" descr="p_vuur">    </p:cNvPr>
          <p:cNvPicPr>
            <a:picLocks noChangeAspect="1"/>
          </p:cNvPicPr>
          <p:nvPr/>
        </p:nvPicPr>
        <p:blipFill>
          <a:blip r:embed="rId14"/>
          <a:stretch>
            <a:fillRect/>
          </a:stretch>
        </p:blipFill>
        <p:spPr>
          <a:xfrm>
            <a:off x="6487668" y="5431536"/>
            <a:ext cx="731520" cy="731520"/>
          </a:xfrm>
          <a:prstGeom prst="rect">
            <a:avLst/>
          </a:prstGeom>
        </p:spPr>
      </p:pic>
      <p:sp>
        <p:nvSpPr>
          <p:cNvPr id="77" name="Text 6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78" name="Text 6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7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8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77640"/>
            <a:ext cx="3227832" cy="2286000"/>
          </a:xfrm>
          <a:prstGeom prst="roundRect">
            <a:avLst>
              <a:gd name="adj" fmla="val 3200"/>
            </a:avLst>
          </a:prstGeom>
          <a:solidFill>
            <a:schemeClr val="accent6">
              <a:alpha val="7000"/>
            </a:schemeClr>
          </a:solidFill>
          <a:ln w="12700">
            <a:solidFill>
              <a:srgbClr val="B83227"/>
            </a:solidFill>
            <a:prstDash val="solid"/>
          </a:ln>
        </p:spPr>
      </p:sp>
      <p:pic>
        <p:nvPicPr>
          <p:cNvPr id="12" name="Image 1" descr="Times">    </p:cNvPr>
          <p:cNvPicPr>
            <a:picLocks noChangeAspect="1"/>
          </p:cNvPicPr>
          <p:nvPr/>
        </p:nvPicPr>
        <p:blipFill>
          <a:blip r:embed="rId2"/>
          <a:stretch>
            <a:fillRect/>
          </a:stretch>
        </p:blipFill>
        <p:spPr>
          <a:xfrm>
            <a:off x="8595360" y="4114800"/>
            <a:ext cx="365760" cy="365760"/>
          </a:xfrm>
          <a:prstGeom prst="rect">
            <a:avLst/>
          </a:prstGeom>
        </p:spPr>
      </p:pic>
      <p:sp>
        <p:nvSpPr>
          <p:cNvPr id="13" name="Text 7"/>
          <p:cNvSpPr txBox="1"/>
          <p:nvPr/>
        </p:nvSpPr>
        <p:spPr>
          <a:xfrm>
            <a:off x="8641080" y="4572000"/>
            <a:ext cx="2834640" cy="1600200"/>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Sans doublement :</a:t>
            </a:r>
            <a:endParaRPr lang="en-US" sz="1800" dirty="0"/>
          </a:p>
          <a:p>
            <a:pPr algn="l" indent="0" marL="0">
              <a:spcAft>
                <a:spcPts val="600"/>
              </a:spcAft>
              <a:buNone/>
            </a:pPr>
            <a:r>
              <a:rPr lang="en-US" sz="1800" b="1" dirty="0">
                <a:solidFill>
                  <a:schemeClr val="tx1"/>
                </a:solidFill>
              </a:rPr>
              <a:t>ka·ten</a:t>
            </a:r>
            <a:endParaRPr lang="en-US" sz="1800" dirty="0"/>
          </a:p>
          <a:p>
            <a:pPr algn="l" indent="0" marL="0">
              <a:spcAft>
                <a:spcPts val="600"/>
              </a:spcAft>
              <a:buNone/>
            </a:pPr>
            <a:r>
              <a:rPr lang="en-US" sz="1800" dirty="0">
                <a:solidFill>
                  <a:schemeClr val="tx1"/>
                </a:solidFill>
              </a:rPr>
              <a:t>= « kaa-ten » (porte ouverte → son long)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77640"/>
            <a:ext cx="3227832" cy="2286000"/>
          </a:xfrm>
          <a:prstGeom prst="roundRect">
            <a:avLst>
              <a:gd name="adj" fmla="val 3200"/>
            </a:avLst>
          </a:prstGeom>
          <a:solidFill>
            <a:schemeClr val="accent6">
              <a:alpha val="7000"/>
            </a:schemeClr>
          </a:solidFill>
          <a:ln w="12700">
            <a:solidFill>
              <a:srgbClr val="B83227"/>
            </a:solidFill>
            <a:prstDash val="solid"/>
          </a:ln>
        </p:spPr>
      </p:sp>
      <p:pic>
        <p:nvPicPr>
          <p:cNvPr id="12" name="Image 1" descr="Times">    </p:cNvPr>
          <p:cNvPicPr>
            <a:picLocks noChangeAspect="1"/>
          </p:cNvPicPr>
          <p:nvPr/>
        </p:nvPicPr>
        <p:blipFill>
          <a:blip r:embed="rId2"/>
          <a:stretch>
            <a:fillRect/>
          </a:stretch>
        </p:blipFill>
        <p:spPr>
          <a:xfrm>
            <a:off x="8595360" y="4114800"/>
            <a:ext cx="365760" cy="365760"/>
          </a:xfrm>
          <a:prstGeom prst="rect">
            <a:avLst/>
          </a:prstGeom>
        </p:spPr>
      </p:pic>
      <p:sp>
        <p:nvSpPr>
          <p:cNvPr id="13" name="Text 7"/>
          <p:cNvSpPr txBox="1"/>
          <p:nvPr/>
        </p:nvSpPr>
        <p:spPr>
          <a:xfrm>
            <a:off x="8641080" y="4572000"/>
            <a:ext cx="2834640" cy="1600200"/>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On n’écrit jamais :</a:t>
            </a:r>
            <a:endParaRPr lang="en-US" sz="1800" dirty="0"/>
          </a:p>
          <a:p>
            <a:pPr algn="l" indent="0" marL="0">
              <a:spcAft>
                <a:spcPts val="600"/>
              </a:spcAft>
              <a:buNone/>
            </a:pPr>
            <a:r>
              <a:rPr lang="en-US" sz="1800" b="1" strike="sngStrike" dirty="0">
                <a:solidFill>
                  <a:schemeClr val="accent6"/>
                </a:solidFill>
              </a:rPr>
              <a:t>raamen</a:t>
            </a:r>
            <a:endParaRPr lang="en-US" sz="1800" dirty="0"/>
          </a:p>
          <a:p>
            <a:pPr algn="l" indent="0" marL="0">
              <a:spcAft>
                <a:spcPts val="600"/>
              </a:spcAft>
              <a:buNone/>
            </a:pPr>
            <a:r>
              <a:rPr lang="en-US" sz="1800" dirty="0">
                <a:solidFill>
                  <a:schemeClr val="tx1"/>
                </a:solidFill>
              </a:rPr>
              <a:t>La porte est ouverte : un seul </a:t>
            </a:r>
            <a:r>
              <a:rPr lang="en-US" sz="1800" i="1" dirty="0">
                <a:solidFill>
                  <a:schemeClr val="tx1"/>
                </a:solidFill>
              </a:rPr>
              <a:t>a</a:t>
            </a:r>
            <a:r>
              <a:rPr lang="en-US" sz="1800" dirty="0">
                <a:solidFill>
                  <a:schemeClr val="tx1"/>
                </a:solidFill>
              </a:rPr>
              <a:t> suffit.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Ban">    </p:cNvPr>
          <p:cNvPicPr>
            <a:picLocks noChangeAspect="1"/>
          </p:cNvPicPr>
          <p:nvPr/>
        </p:nvPicPr>
        <p:blipFill>
          <a:blip r:embed="rId1"/>
          <a:stretch>
            <a:fillRect/>
          </a:stretch>
        </p:blipFill>
        <p:spPr>
          <a:xfrm>
            <a:off x="9509760" y="2240280"/>
            <a:ext cx="1143000" cy="1143000"/>
          </a:xfrm>
          <a:prstGeom prst="rect">
            <a:avLst/>
          </a:prstGeom>
        </p:spPr>
      </p:pic>
      <p:sp>
        <p:nvSpPr>
          <p:cNvPr id="32"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3"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4"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5"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prof_pointe">    </p:cNvPr>
          <p:cNvPicPr>
            <a:picLocks noChangeAspect="1"/>
          </p:cNvPicPr>
          <p:nvPr/>
        </p:nvPicPr>
        <p:blipFill>
          <a:blip r:embed="rId7"/>
          <a:stretch>
            <a:fillRect/>
          </a:stretch>
        </p:blipFill>
        <p:spPr>
          <a:xfrm>
            <a:off x="10058400" y="4480560"/>
            <a:ext cx="1737360" cy="17373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874520"/>
          </a:xfrm>
          <a:prstGeom prst="roundRect">
            <a:avLst>
              <a:gd name="adj" fmla="val 3902"/>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069592"/>
            <a:ext cx="2606040" cy="82296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sp>
        <p:nvSpPr>
          <p:cNvPr id="11" name="Text 7"/>
          <p:cNvSpPr txBox="1"/>
          <p:nvPr/>
        </p:nvSpPr>
        <p:spPr>
          <a:xfrm>
            <a:off x="640080" y="2938272"/>
            <a:ext cx="2423160" cy="731520"/>
          </a:xfrm>
          <a:prstGeom prst="rect">
            <a:avLst/>
          </a:prstGeom>
          <a:noFill/>
          <a:ln/>
        </p:spPr>
        <p:txBody>
          <a:bodyPr wrap="square" lIns="0" tIns="0" rIns="0" bIns="0" rtlCol="0" anchor="ctr"/>
          <a:lstStyle/>
          <a:p>
            <a:pPr algn="ctr" indent="0" marL="0">
              <a:buNone/>
            </a:pPr>
            <a:r>
              <a:rPr lang="en-US" sz="1500" i="1" dirty="0">
                <a:solidFill>
                  <a:schemeClr val="accent5"/>
                </a:solidFill>
              </a:rPr>
              <a:t>homme / lune</a:t>
            </a:r>
            <a:endParaRPr lang="en-US" sz="1500" dirty="0"/>
          </a:p>
        </p:txBody>
      </p:sp>
      <p:sp>
        <p:nvSpPr>
          <p:cNvPr id="12" name="Shape 8"/>
          <p:cNvSpPr/>
          <p:nvPr/>
        </p:nvSpPr>
        <p:spPr>
          <a:xfrm>
            <a:off x="3383280" y="1932432"/>
            <a:ext cx="2606040" cy="1874520"/>
          </a:xfrm>
          <a:prstGeom prst="roundRect">
            <a:avLst>
              <a:gd name="adj" fmla="val 3902"/>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383280" y="2069592"/>
            <a:ext cx="2606040" cy="82296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sp>
        <p:nvSpPr>
          <p:cNvPr id="14" name="Text 10"/>
          <p:cNvSpPr txBox="1"/>
          <p:nvPr/>
        </p:nvSpPr>
        <p:spPr>
          <a:xfrm>
            <a:off x="3474720" y="2938272"/>
            <a:ext cx="2423160" cy="731520"/>
          </a:xfrm>
          <a:prstGeom prst="rect">
            <a:avLst/>
          </a:prstGeom>
          <a:noFill/>
          <a:ln/>
        </p:spPr>
        <p:txBody>
          <a:bodyPr wrap="square" lIns="0" tIns="0" rIns="0" bIns="0" rtlCol="0" anchor="ctr"/>
          <a:lstStyle/>
          <a:p>
            <a:pPr algn="ctr" indent="0" marL="0">
              <a:buNone/>
            </a:pPr>
            <a:r>
              <a:rPr lang="en-US" sz="1500" i="1" dirty="0">
                <a:solidFill>
                  <a:schemeClr val="accent5"/>
                </a:solidFill>
              </a:rPr>
              <a:t>branche / tâche</a:t>
            </a:r>
            <a:endParaRPr lang="en-US" sz="1500" dirty="0"/>
          </a:p>
        </p:txBody>
      </p:sp>
      <p:sp>
        <p:nvSpPr>
          <p:cNvPr id="15" name="Shape 11"/>
          <p:cNvSpPr/>
          <p:nvPr/>
        </p:nvSpPr>
        <p:spPr>
          <a:xfrm>
            <a:off x="6217920" y="1932432"/>
            <a:ext cx="2606040" cy="1874520"/>
          </a:xfrm>
          <a:prstGeom prst="roundRect">
            <a:avLst>
              <a:gd name="adj" fmla="val 3902"/>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6217920" y="2069592"/>
            <a:ext cx="2606040" cy="82296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sp>
        <p:nvSpPr>
          <p:cNvPr id="17" name="Text 13"/>
          <p:cNvSpPr txBox="1"/>
          <p:nvPr/>
        </p:nvSpPr>
        <p:spPr>
          <a:xfrm>
            <a:off x="6309360" y="2938272"/>
            <a:ext cx="2423160" cy="731520"/>
          </a:xfrm>
          <a:prstGeom prst="rect">
            <a:avLst/>
          </a:prstGeom>
          <a:noFill/>
          <a:ln/>
        </p:spPr>
        <p:txBody>
          <a:bodyPr wrap="square" lIns="0" tIns="0" rIns="0" bIns="0" rtlCol="0" anchor="ctr"/>
          <a:lstStyle/>
          <a:p>
            <a:pPr algn="ctr" indent="0" marL="0">
              <a:buNone/>
            </a:pPr>
            <a:r>
              <a:rPr lang="en-US" sz="1500" i="1" dirty="0">
                <a:solidFill>
                  <a:schemeClr val="accent5"/>
                </a:solidFill>
              </a:rPr>
              <a:t>ville / État</a:t>
            </a:r>
            <a:endParaRPr lang="en-US" sz="1500" dirty="0"/>
          </a:p>
        </p:txBody>
      </p:sp>
      <p:sp>
        <p:nvSpPr>
          <p:cNvPr id="18" name="Shape 14"/>
          <p:cNvSpPr/>
          <p:nvPr/>
        </p:nvSpPr>
        <p:spPr>
          <a:xfrm>
            <a:off x="9052560" y="1932432"/>
            <a:ext cx="2606040" cy="1874520"/>
          </a:xfrm>
          <a:prstGeom prst="roundRect">
            <a:avLst>
              <a:gd name="adj" fmla="val 3902"/>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052560" y="2069592"/>
            <a:ext cx="2606040" cy="82296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sp>
        <p:nvSpPr>
          <p:cNvPr id="20" name="Text 16"/>
          <p:cNvSpPr txBox="1"/>
          <p:nvPr/>
        </p:nvSpPr>
        <p:spPr>
          <a:xfrm>
            <a:off x="9144000" y="2938272"/>
            <a:ext cx="2423160" cy="731520"/>
          </a:xfrm>
          <a:prstGeom prst="rect">
            <a:avLst/>
          </a:prstGeom>
          <a:noFill/>
          <a:ln/>
        </p:spPr>
        <p:txBody>
          <a:bodyPr wrap="square" lIns="0" tIns="0" rIns="0" bIns="0" rtlCol="0" anchor="ctr"/>
          <a:lstStyle/>
          <a:p>
            <a:pPr algn="ctr" indent="0" marL="0">
              <a:buNone/>
            </a:pPr>
            <a:r>
              <a:rPr lang="en-US" sz="1500" i="1" dirty="0">
                <a:solidFill>
                  <a:schemeClr val="accent5"/>
                </a:solidFill>
              </a:rPr>
              <a:t>loi / je sais</a:t>
            </a:r>
            <a:endParaRPr lang="en-US" sz="1500" dirty="0"/>
          </a:p>
        </p:txBody>
      </p:sp>
      <p:sp>
        <p:nvSpPr>
          <p:cNvPr id="21" name="Shape 17"/>
          <p:cNvSpPr/>
          <p:nvPr/>
        </p:nvSpPr>
        <p:spPr>
          <a:xfrm>
            <a:off x="548640" y="4035552"/>
            <a:ext cx="2606040" cy="1874520"/>
          </a:xfrm>
          <a:prstGeom prst="roundRect">
            <a:avLst>
              <a:gd name="adj" fmla="val 3902"/>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548640" y="4172712"/>
            <a:ext cx="2606040" cy="82296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sp>
        <p:nvSpPr>
          <p:cNvPr id="23" name="Text 19"/>
          <p:cNvSpPr txBox="1"/>
          <p:nvPr/>
        </p:nvSpPr>
        <p:spPr>
          <a:xfrm>
            <a:off x="640080" y="5041392"/>
            <a:ext cx="2423160" cy="731520"/>
          </a:xfrm>
          <a:prstGeom prst="rect">
            <a:avLst/>
          </a:prstGeom>
          <a:noFill/>
          <a:ln/>
        </p:spPr>
        <p:txBody>
          <a:bodyPr wrap="square" lIns="0" tIns="0" rIns="0" bIns="0" rtlCol="0" anchor="ctr"/>
          <a:lstStyle/>
          <a:p>
            <a:pPr algn="ctr" indent="0" marL="0">
              <a:buNone/>
            </a:pPr>
            <a:r>
              <a:rPr lang="en-US" sz="1500" i="1" dirty="0">
                <a:solidFill>
                  <a:schemeClr val="accent5"/>
                </a:solidFill>
              </a:rPr>
              <a:t>bombe / arbre</a:t>
            </a:r>
            <a:endParaRPr lang="en-US" sz="1500" dirty="0"/>
          </a:p>
        </p:txBody>
      </p:sp>
      <p:sp>
        <p:nvSpPr>
          <p:cNvPr id="24" name="Shape 20"/>
          <p:cNvSpPr/>
          <p:nvPr/>
        </p:nvSpPr>
        <p:spPr>
          <a:xfrm>
            <a:off x="3383280" y="4035552"/>
            <a:ext cx="2606040" cy="1874520"/>
          </a:xfrm>
          <a:prstGeom prst="roundRect">
            <a:avLst>
              <a:gd name="adj" fmla="val 3902"/>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383280" y="4172712"/>
            <a:ext cx="2606040" cy="82296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sp>
        <p:nvSpPr>
          <p:cNvPr id="26" name="Text 22"/>
          <p:cNvSpPr txBox="1"/>
          <p:nvPr/>
        </p:nvSpPr>
        <p:spPr>
          <a:xfrm>
            <a:off x="3474720" y="5041392"/>
            <a:ext cx="2423160" cy="731520"/>
          </a:xfrm>
          <a:prstGeom prst="rect">
            <a:avLst/>
          </a:prstGeom>
          <a:noFill/>
          <a:ln/>
        </p:spPr>
        <p:txBody>
          <a:bodyPr wrap="square" lIns="0" tIns="0" rIns="0" bIns="0" rtlCol="0" anchor="ctr"/>
          <a:lstStyle/>
          <a:p>
            <a:pPr algn="ctr" indent="0" marL="0">
              <a:buNone/>
            </a:pPr>
            <a:r>
              <a:rPr lang="en-US" sz="1500" i="1" dirty="0">
                <a:solidFill>
                  <a:schemeClr val="accent5"/>
                </a:solidFill>
              </a:rPr>
              <a:t>soleil / fils</a:t>
            </a:r>
            <a:endParaRPr lang="en-US" sz="1500" dirty="0"/>
          </a:p>
        </p:txBody>
      </p:sp>
      <p:sp>
        <p:nvSpPr>
          <p:cNvPr id="27" name="Shape 23"/>
          <p:cNvSpPr/>
          <p:nvPr/>
        </p:nvSpPr>
        <p:spPr>
          <a:xfrm>
            <a:off x="6217920" y="4035552"/>
            <a:ext cx="2606040" cy="1874520"/>
          </a:xfrm>
          <a:prstGeom prst="roundRect">
            <a:avLst>
              <a:gd name="adj" fmla="val 3902"/>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6217920" y="4172712"/>
            <a:ext cx="2606040" cy="82296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29" name="Text 25"/>
          <p:cNvSpPr txBox="1"/>
          <p:nvPr/>
        </p:nvSpPr>
        <p:spPr>
          <a:xfrm>
            <a:off x="6309360" y="5041392"/>
            <a:ext cx="2423160" cy="731520"/>
          </a:xfrm>
          <a:prstGeom prst="rect">
            <a:avLst/>
          </a:prstGeom>
          <a:noFill/>
          <a:ln/>
        </p:spPr>
        <p:txBody>
          <a:bodyPr wrap="square" lIns="0" tIns="0" rIns="0" bIns="0" rtlCol="0" anchor="ctr"/>
          <a:lstStyle/>
          <a:p>
            <a:pPr algn="ctr" indent="0" marL="0">
              <a:buNone/>
            </a:pPr>
            <a:r>
              <a:rPr lang="en-US" sz="1500" i="1" dirty="0">
                <a:solidFill>
                  <a:schemeClr val="accent5"/>
                </a:solidFill>
              </a:rPr>
              <a:t>est assis / voit</a:t>
            </a:r>
            <a:endParaRPr lang="en-US" sz="1500" dirty="0"/>
          </a:p>
        </p:txBody>
      </p:sp>
      <p:sp>
        <p:nvSpPr>
          <p:cNvPr id="30" name="Shape 26"/>
          <p:cNvSpPr/>
          <p:nvPr/>
        </p:nvSpPr>
        <p:spPr>
          <a:xfrm>
            <a:off x="9052560" y="4035552"/>
            <a:ext cx="2606040" cy="1874520"/>
          </a:xfrm>
          <a:prstGeom prst="roundRect">
            <a:avLst>
              <a:gd name="adj" fmla="val 3902"/>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52560" y="4172712"/>
            <a:ext cx="2606040" cy="82296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sp>
        <p:nvSpPr>
          <p:cNvPr id="32" name="Text 28"/>
          <p:cNvSpPr txBox="1"/>
          <p:nvPr/>
        </p:nvSpPr>
        <p:spPr>
          <a:xfrm>
            <a:off x="9144000" y="5041392"/>
            <a:ext cx="2423160" cy="731520"/>
          </a:xfrm>
          <a:prstGeom prst="rect">
            <a:avLst/>
          </a:prstGeom>
          <a:noFill/>
          <a:ln/>
        </p:spPr>
        <p:txBody>
          <a:bodyPr wrap="square" lIns="0" tIns="0" rIns="0" bIns="0" rtlCol="0" anchor="ctr"/>
          <a:lstStyle/>
          <a:p>
            <a:pPr algn="ctr" indent="0" marL="0">
              <a:buNone/>
            </a:pPr>
            <a:r>
              <a:rPr lang="en-US" sz="1500" i="1" dirty="0">
                <a:solidFill>
                  <a:schemeClr val="accent5"/>
                </a:solidFill>
              </a:rPr>
              <a:t>stylo / carotte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331720" y="1822704"/>
            <a:ext cx="274320" cy="274320"/>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99432" y="1822704"/>
            <a:ext cx="274320" cy="274320"/>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67144" y="1822704"/>
            <a:ext cx="274320" cy="274320"/>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134856" y="1822704"/>
            <a:ext cx="274320" cy="274320"/>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402568" y="1822704"/>
            <a:ext cx="274320" cy="274320"/>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331720" y="2782824"/>
            <a:ext cx="274320" cy="274320"/>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99432" y="2782824"/>
            <a:ext cx="274320" cy="274320"/>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67144" y="2782824"/>
            <a:ext cx="274320" cy="274320"/>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134856" y="2782824"/>
            <a:ext cx="274320" cy="274320"/>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402568" y="2782824"/>
            <a:ext cx="274320" cy="274320"/>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Inbox">    </p:cNvPr>
          <p:cNvPicPr>
            <a:picLocks noChangeAspect="1"/>
          </p:cNvPicPr>
          <p:nvPr/>
        </p:nvPicPr>
        <p:blipFill>
          <a:blip r:embed="rId12"/>
          <a:stretch>
            <a:fillRect/>
          </a:stretch>
        </p:blipFill>
        <p:spPr>
          <a:xfrm>
            <a:off x="2962656" y="5094732"/>
            <a:ext cx="640080" cy="64008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Inbox">    </p:cNvPr>
          <p:cNvPicPr>
            <a:picLocks noChangeAspect="1"/>
          </p:cNvPicPr>
          <p:nvPr/>
        </p:nvPicPr>
        <p:blipFill>
          <a:blip r:embed="rId13"/>
          <a:stretch>
            <a:fillRect/>
          </a:stretch>
        </p:blipFill>
        <p:spPr>
          <a:xfrm>
            <a:off x="8586216" y="509473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sp>
        <p:nvSpPr>
          <p:cNvPr id="8" name="Shape 4"/>
          <p:cNvSpPr/>
          <p:nvPr/>
        </p:nvSpPr>
        <p:spPr>
          <a:xfrm>
            <a:off x="548640" y="1978152"/>
            <a:ext cx="685800" cy="685800"/>
          </a:xfrm>
          <a:prstGeom prst="ellipse">
            <a:avLst/>
          </a:prstGeom>
          <a:solidFill>
            <a:schemeClr val="tx2"/>
          </a:solidFill>
          <a:ln w="12700">
            <a:solidFill>
              <a:srgbClr val="FFFFFF">
                <a:alpha val="0"/>
              </a:srgbClr>
            </a:solidFill>
            <a:prstDash val="solid"/>
          </a:ln>
        </p:spPr>
      </p:sp>
      <p:pic>
        <p:nvPicPr>
          <p:cNvPr id="9" name="Image 1" descr="Factory">    </p:cNvPr>
          <p:cNvPicPr>
            <a:picLocks noChangeAspect="1"/>
          </p:cNvPicPr>
          <p:nvPr/>
        </p:nvPicPr>
        <p:blipFill>
          <a:blip r:embed="rId2"/>
          <a:stretch>
            <a:fillRect/>
          </a:stretch>
        </p:blipFill>
        <p:spPr>
          <a:xfrm>
            <a:off x="713232" y="2142744"/>
            <a:ext cx="356616" cy="356616"/>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sp>
        <p:nvSpPr>
          <p:cNvPr id="9" name="Shape 5"/>
          <p:cNvSpPr/>
          <p:nvPr/>
        </p:nvSpPr>
        <p:spPr>
          <a:xfrm>
            <a:off x="548640" y="1978152"/>
            <a:ext cx="685800" cy="685800"/>
          </a:xfrm>
          <a:prstGeom prst="ellipse">
            <a:avLst/>
          </a:prstGeom>
          <a:solidFill>
            <a:schemeClr val="tx2"/>
          </a:solidFill>
          <a:ln w="12700">
            <a:solidFill>
              <a:srgbClr val="FFFFFF">
                <a:alpha val="0"/>
              </a:srgbClr>
            </a:solidFill>
            <a:prstDash val="solid"/>
          </a:ln>
        </p:spPr>
      </p:sp>
      <p:pic>
        <p:nvPicPr>
          <p:cNvPr id="10" name="Image 1" descr="Factory">    </p:cNvPr>
          <p:cNvPicPr>
            <a:picLocks noChangeAspect="1"/>
          </p:cNvPicPr>
          <p:nvPr/>
        </p:nvPicPr>
        <p:blipFill>
          <a:blip r:embed="rId2"/>
          <a:stretch>
            <a:fillRect/>
          </a:stretch>
        </p:blipFill>
        <p:spPr>
          <a:xfrm>
            <a:off x="713232" y="2142744"/>
            <a:ext cx="356616" cy="356616"/>
          </a:xfrm>
          <a:prstGeom prst="rect">
            <a:avLst/>
          </a:prstGeom>
        </p:spPr>
      </p:pic>
      <p:sp>
        <p:nvSpPr>
          <p:cNvPr id="11" name="Text 6"/>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2" name="Text 7"/>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3" name="Text 8"/>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4" name="Shape 9"/>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5" name="Text 10"/>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6" name="Text 11"/>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horloge">    </p:cNvPr>
          <p:cNvPicPr>
            <a:picLocks noChangeAspect="1"/>
          </p:cNvPicPr>
          <p:nvPr/>
        </p:nvPicPr>
        <p:blipFill>
          <a:blip r:embed="rId2"/>
          <a:stretch>
            <a:fillRect/>
          </a:stretch>
        </p:blipFill>
        <p:spPr>
          <a:xfrm>
            <a:off x="10607040" y="869175"/>
            <a:ext cx="594360" cy="593369"/>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horloge">    </p:cNvPr>
          <p:cNvPicPr>
            <a:picLocks noChangeAspect="1"/>
          </p:cNvPicPr>
          <p:nvPr/>
        </p:nvPicPr>
        <p:blipFill>
          <a:blip r:embed="rId2"/>
          <a:stretch>
            <a:fillRect/>
          </a:stretch>
        </p:blipFill>
        <p:spPr>
          <a:xfrm>
            <a:off x="10607040" y="869175"/>
            <a:ext cx="594360" cy="593369"/>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sp>
        <p:nvSpPr>
          <p:cNvPr id="11"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3" name="Image 1" descr="Microphone">    </p:cNvPr>
          <p:cNvPicPr>
            <a:picLocks noChangeAspect="1"/>
          </p:cNvPicPr>
          <p:nvPr/>
        </p:nvPicPr>
        <p:blipFill>
          <a:blip r:embed="rId2"/>
          <a:stretch>
            <a:fillRect/>
          </a:stretch>
        </p:blipFill>
        <p:spPr>
          <a:xfrm>
            <a:off x="952805" y="3257093"/>
            <a:ext cx="380390" cy="380390"/>
          </a:xfrm>
          <a:prstGeom prst="rect">
            <a:avLst/>
          </a:prstGeom>
        </p:spPr>
      </p:pic>
      <p:sp>
        <p:nvSpPr>
          <p:cNvPr id="14"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5"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sp>
        <p:nvSpPr>
          <p:cNvPr id="16"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18" name="Image 2" descr="Microphone">    </p:cNvPr>
          <p:cNvPicPr>
            <a:picLocks noChangeAspect="1"/>
          </p:cNvPicPr>
          <p:nvPr/>
        </p:nvPicPr>
        <p:blipFill>
          <a:blip r:embed="rId3"/>
          <a:stretch>
            <a:fillRect/>
          </a:stretch>
        </p:blipFill>
        <p:spPr>
          <a:xfrm>
            <a:off x="952805" y="4555541"/>
            <a:ext cx="380390" cy="380390"/>
          </a:xfrm>
          <a:prstGeom prst="rect">
            <a:avLst/>
          </a:prstGeom>
        </p:spPr>
      </p:pic>
      <p:sp>
        <p:nvSpPr>
          <p:cNvPr id="19"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0"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sp>
        <p:nvSpPr>
          <p:cNvPr id="21"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2"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2026-10-04T06:03:34Z</dcterms:created>
  <dcterms:modified xsi:type="dcterms:W3CDTF">2026-10-04T06:03:34Z</dcterms:modified>
</cp:coreProperties>
</file>
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fd22751-c95d-045a-6dda-624f896a9433}">
          <p14:sldIdLst>
            <p14:sldId id="256"/>
          </p14:sldIdLst>
        </p14:section>
        <p14:section name="Découvrir" id="{ff4dc596-5426-7205-9edc-b5deb1df1bca}">
          <p14:sldIdLst>
            <p14:sldId id="257"/>
            <p14:sldId id="258"/>
            <p14:sldId id="259"/>
            <p14:sldId id="260"/>
          </p14:sldIdLst>
        </p14:section>
        <p14:section name="Comprendre" id="{4da6e8d9-86e8-ca4f-edb1-5dd4e550c7c5}">
          <p14:sldIdLst>
            <p14:sldId id="261"/>
            <p14:sldId id="262"/>
            <p14:sldId id="263"/>
            <p14:sldId id="264"/>
            <p14:sldId id="265"/>
            <p14:sldId id="266"/>
            <p14:sldId id="267"/>
            <p14:sldId id="268"/>
            <p14:sldId id="269"/>
          </p14:sldIdLst>
        </p14:section>
        <p14:section name="JIJ NU ! — Oefeningen" id="{6593d8e1-7ef7-85dd-52c1-e8185a7a66ac}">
          <p14:sldIdLst>
            <p14:sldId id="270"/>
            <p14:sldId id="271"/>
            <p14:sldId id="272"/>
            <p14:sldId id="273"/>
            <p14:sldId id="274"/>
            <p14:sldId id="275"/>
            <p14:sldId id="276"/>
            <p14:sldId id="277"/>
            <p14:sldId id="278"/>
            <p14:sldId id="279"/>
            <p14:sldId id="280"/>
          </p14:sldIdLst>
        </p14:section>
        <p14:section name="Clôture" id="{52c49cbf-2f88-0724-6c92-ae9852fc1e46}">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15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2026-10-04T11:19:36Z</dcterms:created>
  <dcterms:modified xsi:type="dcterms:W3CDTF">2026-10-04T11:19:36Z</dcterms:modified>
</cp:coreProperties>
</file>
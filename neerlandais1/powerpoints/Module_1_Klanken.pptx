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6db6772-c824-0d36-215c-4bd6e066f691}">
          <p14:sldIdLst>
            <p14:sldId id="256"/>
          </p14:sldIdLst>
        </p14:section>
        <p14:section name="Découvrir" id="{3e2afd28-9bde-4670-920e-fb68b7f3ba58}">
          <p14:sldIdLst>
            <p14:sldId id="257"/>
            <p14:sldId id="258"/>
            <p14:sldId id="259"/>
            <p14:sldId id="260"/>
          </p14:sldIdLst>
        </p14:section>
        <p14:section name="Comprendre" id="{66826d9e-ede8-fd8d-5dbd-b2c9d0abbe43}">
          <p14:sldIdLst>
            <p14:sldId id="261"/>
            <p14:sldId id="262"/>
            <p14:sldId id="263"/>
            <p14:sldId id="264"/>
            <p14:sldId id="265"/>
            <p14:sldId id="266"/>
            <p14:sldId id="267"/>
            <p14:sldId id="268"/>
            <p14:sldId id="269"/>
          </p14:sldIdLst>
        </p14:section>
        <p14:section name="JIJ NU ! — Oefeningen" id="{1d527f03-5449-e9a5-764e-8407a93746b2}">
          <p14:sldIdLst>
            <p14:sldId id="270"/>
            <p14:sldId id="271"/>
            <p14:sldId id="272"/>
            <p14:sldId id="273"/>
            <p14:sldId id="274"/>
            <p14:sldId id="275"/>
            <p14:sldId id="276"/>
            <p14:sldId id="277"/>
            <p14:sldId id="278"/>
            <p14:sldId id="279"/>
            <p14:sldId id="280"/>
          </p14:sldIdLst>
        </p14:section>
        <p14:section name="Clôture" id="{b95fd364-3da2-6f5d-b3fa-ed9209960930}">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2026-10-06T08:28:10Z</dcterms:created>
  <dcterms:modified xsi:type="dcterms:W3CDTF">2026-10-06T08:28:10Z</dcterms:modified>
</cp:coreProperties>
</file>
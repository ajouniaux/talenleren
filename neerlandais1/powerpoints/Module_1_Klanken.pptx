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20dff150-2fae-24f6-d044-86a164dc52f0}">
          <p14:sldIdLst>
            <p14:sldId id="256"/>
          </p14:sldIdLst>
        </p14:section>
        <p14:section name="Découvrir" id="{ebc90924-5ddc-4ead-8e11-fdd45cdbfb37}">
          <p14:sldIdLst>
            <p14:sldId id="257"/>
            <p14:sldId id="258"/>
            <p14:sldId id="259"/>
            <p14:sldId id="260"/>
          </p14:sldIdLst>
        </p14:section>
        <p14:section name="Comprendre" id="{7282705b-02d6-76e0-9d93-0adf6db92843}">
          <p14:sldIdLst>
            <p14:sldId id="261"/>
            <p14:sldId id="262"/>
            <p14:sldId id="263"/>
            <p14:sldId id="264"/>
            <p14:sldId id="265"/>
            <p14:sldId id="266"/>
            <p14:sldId id="267"/>
            <p14:sldId id="268"/>
            <p14:sldId id="269"/>
          </p14:sldIdLst>
        </p14:section>
        <p14:section name="JIJ NU ! — Oefeningen" id="{778add6f-f169-dce5-26ab-2d8ac41ae4fb}">
          <p14:sldIdLst>
            <p14:sldId id="270"/>
            <p14:sldId id="271"/>
            <p14:sldId id="272"/>
            <p14:sldId id="273"/>
            <p14:sldId id="274"/>
            <p14:sldId id="275"/>
            <p14:sldId id="276"/>
            <p14:sldId id="277"/>
            <p14:sldId id="278"/>
            <p14:sldId id="279"/>
            <p14:sldId id="280"/>
          </p14:sldIdLst>
        </p14:section>
        <p14:section name="Clôture" id="{66168d66-6e31-3704-7b4b-f55277a19643}">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2026-10-05T10:23:56Z</dcterms:created>
  <dcterms:modified xsi:type="dcterms:W3CDTF">2026-10-05T10:23:56Z</dcterms:modified>
</cp:coreProperties>
</file>
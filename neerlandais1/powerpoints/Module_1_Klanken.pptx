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1158495-24cc-6afc-1804-52ea6ea5589a}">
          <p14:sldIdLst>
            <p14:sldId id="256"/>
          </p14:sldIdLst>
        </p14:section>
        <p14:section name="Découvrir" id="{59026aba-ef8c-3daf-1d74-0e73483a8afa}">
          <p14:sldIdLst>
            <p14:sldId id="257"/>
            <p14:sldId id="258"/>
            <p14:sldId id="259"/>
            <p14:sldId id="260"/>
          </p14:sldIdLst>
        </p14:section>
        <p14:section name="Comprendre" id="{c8f06942-d349-51f8-af0e-d0f280be5ac8}">
          <p14:sldIdLst>
            <p14:sldId id="261"/>
            <p14:sldId id="262"/>
            <p14:sldId id="263"/>
            <p14:sldId id="264"/>
            <p14:sldId id="265"/>
            <p14:sldId id="266"/>
            <p14:sldId id="267"/>
            <p14:sldId id="268"/>
            <p14:sldId id="269"/>
          </p14:sldIdLst>
        </p14:section>
        <p14:section name="JIJ NU ! — Oefeningen" id="{31755027-692d-2116-a3d9-3581e77ed940}">
          <p14:sldIdLst>
            <p14:sldId id="270"/>
            <p14:sldId id="271"/>
            <p14:sldId id="272"/>
            <p14:sldId id="273"/>
            <p14:sldId id="274"/>
            <p14:sldId id="275"/>
            <p14:sldId id="276"/>
            <p14:sldId id="277"/>
            <p14:sldId id="278"/>
            <p14:sldId id="279"/>
            <p14:sldId id="280"/>
          </p14:sldIdLst>
        </p14:section>
        <p14:section name="Clôture" id="{74554add-3d52-0642-504c-9389c6a2ab83}">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1876349"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2026-10-04T06:42:49Z</dcterms:created>
  <dcterms:modified xsi:type="dcterms:W3CDTF">2026-10-04T06:42:49Z</dcterms:modified>
</cp:coreProperties>
</file>
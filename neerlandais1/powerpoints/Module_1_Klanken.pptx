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82084e6-7178-e1ba-6164-365fbd9e87df}">
          <p14:sldIdLst>
            <p14:sldId id="256"/>
          </p14:sldIdLst>
        </p14:section>
        <p14:section name="Découvrir" id="{4a724820-2002-5a3c-72e2-10513b3e923d}">
          <p14:sldIdLst>
            <p14:sldId id="257"/>
            <p14:sldId id="258"/>
            <p14:sldId id="259"/>
            <p14:sldId id="260"/>
          </p14:sldIdLst>
        </p14:section>
        <p14:section name="Comprendre" id="{8da903e4-9f48-77ca-d8e2-dbec86354f81}">
          <p14:sldIdLst>
            <p14:sldId id="261"/>
            <p14:sldId id="262"/>
            <p14:sldId id="263"/>
            <p14:sldId id="264"/>
            <p14:sldId id="265"/>
            <p14:sldId id="266"/>
            <p14:sldId id="267"/>
            <p14:sldId id="268"/>
            <p14:sldId id="269"/>
          </p14:sldIdLst>
        </p14:section>
        <p14:section name="JIJ NU ! — Oefeningen" id="{881aa26f-bbdc-a86e-fa0b-154760dcefbe}">
          <p14:sldIdLst>
            <p14:sldId id="270"/>
            <p14:sldId id="271"/>
            <p14:sldId id="272"/>
            <p14:sldId id="273"/>
            <p14:sldId id="274"/>
            <p14:sldId id="275"/>
            <p14:sldId id="276"/>
            <p14:sldId id="277"/>
            <p14:sldId id="278"/>
            <p14:sldId id="279"/>
            <p14:sldId id="280"/>
          </p14:sldIdLst>
        </p14:section>
        <p14:section name="Clôture" id="{eda78ff5-98d5-3090-2894-4d5d22f6fdf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2026-10-05T11:25:50Z</dcterms:created>
  <dcterms:modified xsi:type="dcterms:W3CDTF">2026-10-05T11:25:50Z</dcterms:modified>
</cp:coreProperties>
</file>
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6a4b003-8583-de0a-f9cf-705825cb01e8}">
          <p14:sldIdLst>
            <p14:sldId id="256"/>
          </p14:sldIdLst>
        </p14:section>
        <p14:section name="Découvrir" id="{49c0c86f-2b89-4679-3607-87bf7845aee4}">
          <p14:sldIdLst>
            <p14:sldId id="257"/>
            <p14:sldId id="258"/>
            <p14:sldId id="259"/>
            <p14:sldId id="260"/>
          </p14:sldIdLst>
        </p14:section>
        <p14:section name="Comprendre" id="{ef091ff9-4a55-b8e5-129c-cc8f28de6f34}">
          <p14:sldIdLst>
            <p14:sldId id="261"/>
            <p14:sldId id="262"/>
            <p14:sldId id="263"/>
            <p14:sldId id="264"/>
            <p14:sldId id="265"/>
            <p14:sldId id="266"/>
            <p14:sldId id="267"/>
            <p14:sldId id="268"/>
            <p14:sldId id="269"/>
          </p14:sldIdLst>
        </p14:section>
        <p14:section name="JIJ NU ! — Oefeningen" id="{efbbd656-6e68-a099-d112-ef1609eda581}">
          <p14:sldIdLst>
            <p14:sldId id="270"/>
            <p14:sldId id="271"/>
            <p14:sldId id="272"/>
            <p14:sldId id="273"/>
            <p14:sldId id="274"/>
            <p14:sldId id="275"/>
            <p14:sldId id="276"/>
            <p14:sldId id="277"/>
            <p14:sldId id="278"/>
            <p14:sldId id="279"/>
            <p14:sldId id="280"/>
          </p14:sldIdLst>
        </p14:section>
        <p14:section name="Clôture" id="{5b67b9fe-04e5-9484-00c0-c9411b352d6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2026-10-05T19:06:44Z</dcterms:created>
  <dcterms:modified xsi:type="dcterms:W3CDTF">2026-10-05T19:06:44Z</dcterms:modified>
</cp:coreProperties>
</file>
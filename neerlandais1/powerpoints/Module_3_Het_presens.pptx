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39a31e0-7e37-37ab-0456-311a335817ac}">
          <p14:sldIdLst>
            <p14:sldId id="256"/>
          </p14:sldIdLst>
        </p14:section>
        <p14:section name="Découvrir" id="{cf9aaec0-d428-4ff5-ffcd-5bc0e55c296d}">
          <p14:sldIdLst>
            <p14:sldId id="257"/>
            <p14:sldId id="258"/>
          </p14:sldIdLst>
        </p14:section>
        <p14:section name="Comprendre — le radical" id="{516867fc-239c-9dc5-a7d3-1c4af7588717}">
          <p14:sldIdLst>
            <p14:sldId id="259"/>
            <p14:sldId id="260"/>
            <p14:sldId id="261"/>
            <p14:sldId id="262"/>
            <p14:sldId id="263"/>
            <p14:sldId id="264"/>
          </p14:sldIdLst>
        </p14:section>
        <p14:section name="Comprendre — formule et questions" id="{aad727d7-351e-bc0e-4be9-6b75c1a0667b}">
          <p14:sldIdLst>
            <p14:sldId id="265"/>
            <p14:sldId id="266"/>
            <p14:sldId id="267"/>
            <p14:sldId id="268"/>
            <p14:sldId id="269"/>
          </p14:sldIdLst>
        </p14:section>
        <p14:section name="Comprendre — la phrase" id="{057fd90a-d920-45a5-7e01-a24891d32a99}">
          <p14:sldIdLst>
            <p14:sldId id="270"/>
            <p14:sldId id="271"/>
            <p14:sldId id="272"/>
            <p14:sldId id="273"/>
            <p14:sldId id="274"/>
          </p14:sldIdLst>
        </p14:section>
        <p14:section name="Retenir" id="{e2adfebf-d7c4-f912-3f47-6ed16be847b8}">
          <p14:sldIdLst>
            <p14:sldId id="275"/>
          </p14:sldIdLst>
        </p14:section>
        <p14:section name="JIJ NU ! — Oefeningen" id="{16fc2031-5b08-d8a4-add3-1946e782e587}">
          <p14:sldIdLst>
            <p14:sldId id="276"/>
            <p14:sldId id="277"/>
            <p14:sldId id="278"/>
            <p14:sldId id="279"/>
            <p14:sldId id="280"/>
            <p14:sldId id="281"/>
            <p14:sldId id="282"/>
            <p14:sldId id="283"/>
            <p14:sldId id="284"/>
            <p14:sldId id="285"/>
            <p14:sldId id="286"/>
            <p14:sldId id="287"/>
            <p14:sldId id="288"/>
          </p14:sldIdLst>
        </p14:section>
        <p14:section name="Clôture" id="{e2a62298-e1a2-1fa0-715b-4b71c45935a3}">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15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2026-10-04T11:19:38Z</dcterms:created>
  <dcterms:modified xsi:type="dcterms:W3CDTF">2026-10-04T11:19:38Z</dcterms:modified>
</cp:coreProperties>
</file>
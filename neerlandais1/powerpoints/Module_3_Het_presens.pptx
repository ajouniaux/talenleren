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0efd0cf-be0b-4262-45f4-08492b0d6cc2}">
          <p14:sldIdLst>
            <p14:sldId id="256"/>
          </p14:sldIdLst>
        </p14:section>
        <p14:section name="Découvrir" id="{1283fbde-3a5c-7149-bf81-eb0df38e7cba}">
          <p14:sldIdLst>
            <p14:sldId id="257"/>
            <p14:sldId id="258"/>
          </p14:sldIdLst>
        </p14:section>
        <p14:section name="Comprendre — le radical" id="{58b36a34-2520-c2e5-d11e-c57ea75b907d}">
          <p14:sldIdLst>
            <p14:sldId id="259"/>
            <p14:sldId id="260"/>
            <p14:sldId id="261"/>
            <p14:sldId id="262"/>
            <p14:sldId id="263"/>
            <p14:sldId id="264"/>
          </p14:sldIdLst>
        </p14:section>
        <p14:section name="Comprendre — formule et questions" id="{5c29f113-d362-ffc3-e99b-77cd917baaf8}">
          <p14:sldIdLst>
            <p14:sldId id="265"/>
            <p14:sldId id="266"/>
            <p14:sldId id="267"/>
            <p14:sldId id="268"/>
            <p14:sldId id="269"/>
          </p14:sldIdLst>
        </p14:section>
        <p14:section name="Comprendre — la phrase" id="{e6212c8f-9c2a-684f-cc8d-6e1903ab87ad}">
          <p14:sldIdLst>
            <p14:sldId id="270"/>
            <p14:sldId id="271"/>
            <p14:sldId id="272"/>
            <p14:sldId id="273"/>
            <p14:sldId id="274"/>
          </p14:sldIdLst>
        </p14:section>
        <p14:section name="Retenir" id="{b29ce5ed-b760-e7a0-19d0-a55045085382}">
          <p14:sldIdLst>
            <p14:sldId id="275"/>
          </p14:sldIdLst>
        </p14:section>
        <p14:section name="JIJ NU ! — Oefeningen" id="{90988f0f-aa99-6d46-ce8f-0ab1d8b7875f}">
          <p14:sldIdLst>
            <p14:sldId id="276"/>
            <p14:sldId id="277"/>
            <p14:sldId id="278"/>
            <p14:sldId id="279"/>
            <p14:sldId id="280"/>
            <p14:sldId id="281"/>
            <p14:sldId id="282"/>
            <p14:sldId id="283"/>
            <p14:sldId id="284"/>
            <p14:sldId id="285"/>
            <p14:sldId id="286"/>
            <p14:sldId id="287"/>
            <p14:sldId id="288"/>
          </p14:sldIdLst>
        </p14:section>
        <p14:section name="Clôture" id="{acaa27b6-281e-d778-5d1c-226d30f184df}">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2026-10-05T10:23:57Z</dcterms:created>
  <dcterms:modified xsi:type="dcterms:W3CDTF">2026-10-05T10:23:57Z</dcterms:modified>
</cp:coreProperties>
</file>
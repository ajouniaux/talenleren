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1d618f-5c48-3bfa-e052-85b220f60e42}">
          <p14:sldIdLst>
            <p14:sldId id="256"/>
          </p14:sldIdLst>
        </p14:section>
        <p14:section name="Découvrir" id="{5cd9c281-9670-76bf-6db3-499d1e79cc6f}">
          <p14:sldIdLst>
            <p14:sldId id="257"/>
            <p14:sldId id="258"/>
          </p14:sldIdLst>
        </p14:section>
        <p14:section name="Comprendre — le radical" id="{e4f3bd3b-40d0-6d58-6eb3-7d383425ba3f}">
          <p14:sldIdLst>
            <p14:sldId id="259"/>
            <p14:sldId id="260"/>
            <p14:sldId id="261"/>
            <p14:sldId id="262"/>
            <p14:sldId id="263"/>
            <p14:sldId id="264"/>
          </p14:sldIdLst>
        </p14:section>
        <p14:section name="Comprendre — formule et questions" id="{648a89a8-8690-c8fd-70a4-92654ce073d3}">
          <p14:sldIdLst>
            <p14:sldId id="265"/>
            <p14:sldId id="266"/>
            <p14:sldId id="267"/>
            <p14:sldId id="268"/>
            <p14:sldId id="269"/>
          </p14:sldIdLst>
        </p14:section>
        <p14:section name="Comprendre — la phrase" id="{c2ada9df-68bc-7d81-9451-fac95f1b83dd}">
          <p14:sldIdLst>
            <p14:sldId id="270"/>
            <p14:sldId id="271"/>
            <p14:sldId id="272"/>
            <p14:sldId id="273"/>
            <p14:sldId id="274"/>
          </p14:sldIdLst>
        </p14:section>
        <p14:section name="Retenir" id="{97e3e2b9-4014-ffc2-3287-1fc5b71842fd}">
          <p14:sldIdLst>
            <p14:sldId id="275"/>
          </p14:sldIdLst>
        </p14:section>
        <p14:section name="JIJ NU ! — Oefeningen" id="{e965a74f-054f-3a06-5ffd-8d4b955bf63a}">
          <p14:sldIdLst>
            <p14:sldId id="276"/>
            <p14:sldId id="277"/>
            <p14:sldId id="278"/>
            <p14:sldId id="279"/>
            <p14:sldId id="280"/>
            <p14:sldId id="281"/>
            <p14:sldId id="282"/>
            <p14:sldId id="283"/>
            <p14:sldId id="284"/>
            <p14:sldId id="285"/>
            <p14:sldId id="286"/>
            <p14:sldId id="287"/>
            <p14:sldId id="288"/>
          </p14:sldIdLst>
        </p14:section>
        <p14:section name="Clôture" id="{4729cbe3-e60d-d30e-4a59-7e9f10c634f1}">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2026-10-05T11:25:51Z</dcterms:created>
  <dcterms:modified xsi:type="dcterms:W3CDTF">2026-10-05T11:25:51Z</dcterms:modified>
</cp:coreProperties>
</file>
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f221f88-9def-6157-21ca-0116599ba2ba}">
          <p14:sldIdLst>
            <p14:sldId id="256"/>
          </p14:sldIdLst>
        </p14:section>
        <p14:section name="Découvrir" id="{5bad9fca-bb67-23f4-d7ab-4c5b17a9273f}">
          <p14:sldIdLst>
            <p14:sldId id="257"/>
            <p14:sldId id="258"/>
          </p14:sldIdLst>
        </p14:section>
        <p14:section name="Comprendre — le radical" id="{6a2886c0-a909-33ce-2488-b42af0181ab6}">
          <p14:sldIdLst>
            <p14:sldId id="259"/>
            <p14:sldId id="260"/>
            <p14:sldId id="261"/>
            <p14:sldId id="262"/>
            <p14:sldId id="263"/>
            <p14:sldId id="264"/>
          </p14:sldIdLst>
        </p14:section>
        <p14:section name="Comprendre — formule et questions" id="{74d2e1c2-1995-cd4b-209e-9a3a2ab75b3f}">
          <p14:sldIdLst>
            <p14:sldId id="265"/>
            <p14:sldId id="266"/>
            <p14:sldId id="267"/>
            <p14:sldId id="268"/>
            <p14:sldId id="269"/>
          </p14:sldIdLst>
        </p14:section>
        <p14:section name="Comprendre — la phrase" id="{6374f9d9-a9ce-13ec-da83-8602dd59efd4}">
          <p14:sldIdLst>
            <p14:sldId id="270"/>
            <p14:sldId id="271"/>
            <p14:sldId id="272"/>
            <p14:sldId id="273"/>
            <p14:sldId id="274"/>
          </p14:sldIdLst>
        </p14:section>
        <p14:section name="Retenir" id="{b252132e-0bfb-428c-6a7f-84799f7a39c9}">
          <p14:sldIdLst>
            <p14:sldId id="275"/>
          </p14:sldIdLst>
        </p14:section>
        <p14:section name="JIJ NU ! — Oefeningen" id="{24dc7b61-398b-2949-5f9b-23c768a16957}">
          <p14:sldIdLst>
            <p14:sldId id="276"/>
            <p14:sldId id="277"/>
            <p14:sldId id="278"/>
            <p14:sldId id="279"/>
            <p14:sldId id="280"/>
            <p14:sldId id="281"/>
            <p14:sldId id="282"/>
            <p14:sldId id="283"/>
            <p14:sldId id="284"/>
            <p14:sldId id="285"/>
            <p14:sldId id="286"/>
            <p14:sldId id="287"/>
            <p14:sldId id="288"/>
          </p14:sldIdLst>
        </p14:section>
        <p14:section name="Clôture" id="{723014ca-c0ab-9900-2704-6323579a1388}">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2026-10-04T18:33:11Z</dcterms:created>
  <dcterms:modified xsi:type="dcterms:W3CDTF">2026-10-04T18:33:11Z</dcterms:modified>
</cp:coreProperties>
</file>
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6a1f922-4443-bea6-e91d-a269c45915f8}">
          <p14:sldIdLst>
            <p14:sldId id="256"/>
          </p14:sldIdLst>
        </p14:section>
        <p14:section name="Découvrir" id="{0eaef157-53e4-d187-4301-9c6cd9a32e56}">
          <p14:sldIdLst>
            <p14:sldId id="257"/>
            <p14:sldId id="258"/>
          </p14:sldIdLst>
        </p14:section>
        <p14:section name="Comprendre — le radical" id="{302b90ce-556d-e6ef-42c7-7a6d4222bcfb}">
          <p14:sldIdLst>
            <p14:sldId id="259"/>
            <p14:sldId id="260"/>
            <p14:sldId id="261"/>
            <p14:sldId id="262"/>
            <p14:sldId id="263"/>
            <p14:sldId id="264"/>
          </p14:sldIdLst>
        </p14:section>
        <p14:section name="Comprendre — formule et questions" id="{aaefc833-d71d-381f-bdaf-e42dd5185f3d}">
          <p14:sldIdLst>
            <p14:sldId id="265"/>
            <p14:sldId id="266"/>
            <p14:sldId id="267"/>
            <p14:sldId id="268"/>
            <p14:sldId id="269"/>
          </p14:sldIdLst>
        </p14:section>
        <p14:section name="Comprendre — la phrase" id="{a612a403-a3e3-2935-2af6-532f7f5e82e9}">
          <p14:sldIdLst>
            <p14:sldId id="270"/>
            <p14:sldId id="271"/>
            <p14:sldId id="272"/>
            <p14:sldId id="273"/>
            <p14:sldId id="274"/>
          </p14:sldIdLst>
        </p14:section>
        <p14:section name="Retenir" id="{58aaa766-bd4e-e59f-a633-023d034ff6fb}">
          <p14:sldIdLst>
            <p14:sldId id="275"/>
          </p14:sldIdLst>
        </p14:section>
        <p14:section name="JIJ NU ! — Oefeningen" id="{fecabc42-32f0-28fa-ea18-2d3ca5c9c214}">
          <p14:sldIdLst>
            <p14:sldId id="276"/>
            <p14:sldId id="277"/>
            <p14:sldId id="278"/>
            <p14:sldId id="279"/>
            <p14:sldId id="280"/>
            <p14:sldId id="281"/>
            <p14:sldId id="282"/>
            <p14:sldId id="283"/>
            <p14:sldId id="284"/>
            <p14:sldId id="285"/>
            <p14:sldId id="286"/>
            <p14:sldId id="287"/>
            <p14:sldId id="288"/>
          </p14:sldIdLst>
        </p14:section>
        <p14:section name="Clôture" id="{cea47857-f631-325c-bfad-7bf1bdf0f169}">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2026-10-06T08:28:11Z</dcterms:created>
  <dcterms:modified xsi:type="dcterms:W3CDTF">2026-10-06T08:28:11Z</dcterms:modified>
</cp:coreProperties>
</file>
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46b6950-e4a9-5a2d-8832-03ba2c4faabd}">
          <p14:sldIdLst>
            <p14:sldId id="256"/>
          </p14:sldIdLst>
        </p14:section>
        <p14:section name="Découvrir" id="{92cf5839-deb5-fad2-9a67-b8e7dbc33098}">
          <p14:sldIdLst>
            <p14:sldId id="257"/>
            <p14:sldId id="258"/>
          </p14:sldIdLst>
        </p14:section>
        <p14:section name="Comprendre — le radical" id="{839f70e0-c1d7-1902-0f5e-42e6b0a3ef80}">
          <p14:sldIdLst>
            <p14:sldId id="259"/>
            <p14:sldId id="260"/>
            <p14:sldId id="261"/>
            <p14:sldId id="262"/>
            <p14:sldId id="263"/>
            <p14:sldId id="264"/>
          </p14:sldIdLst>
        </p14:section>
        <p14:section name="Comprendre — formule et questions" id="{40831ee3-fe36-4780-901a-a11fe7677b22}">
          <p14:sldIdLst>
            <p14:sldId id="265"/>
            <p14:sldId id="266"/>
            <p14:sldId id="267"/>
            <p14:sldId id="268"/>
            <p14:sldId id="269"/>
          </p14:sldIdLst>
        </p14:section>
        <p14:section name="Comprendre — la phrase" id="{bf0792c6-3af5-50ae-372b-5451642ddf48}">
          <p14:sldIdLst>
            <p14:sldId id="270"/>
            <p14:sldId id="271"/>
            <p14:sldId id="272"/>
            <p14:sldId id="273"/>
            <p14:sldId id="274"/>
          </p14:sldIdLst>
        </p14:section>
        <p14:section name="Retenir" id="{e5b96fa5-0c01-0b70-e9cb-cf899b00238b}">
          <p14:sldIdLst>
            <p14:sldId id="275"/>
          </p14:sldIdLst>
        </p14:section>
        <p14:section name="JIJ NU ! — Oefeningen" id="{1deda0fb-2a7d-5b27-50bc-34a844ed290a}">
          <p14:sldIdLst>
            <p14:sldId id="276"/>
            <p14:sldId id="277"/>
            <p14:sldId id="278"/>
            <p14:sldId id="279"/>
            <p14:sldId id="280"/>
            <p14:sldId id="281"/>
            <p14:sldId id="282"/>
            <p14:sldId id="283"/>
            <p14:sldId id="284"/>
            <p14:sldId id="285"/>
            <p14:sldId id="286"/>
            <p14:sldId id="287"/>
            <p14:sldId id="288"/>
          </p14:sldIdLst>
        </p14:section>
        <p14:section name="Clôture" id="{9458b2b3-e9bc-1c21-326b-4968571bed2d}">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2026-10-06T11:49:56Z</dcterms:created>
  <dcterms:modified xsi:type="dcterms:W3CDTF">2026-10-06T11:49:56Z</dcterms:modified>
</cp:coreProperties>
</file>
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df3295a-7269-303a-aeb9-c362e4b0ac00}">
          <p14:sldIdLst>
            <p14:sldId id="256"/>
          </p14:sldIdLst>
        </p14:section>
        <p14:section name="Découvrir" id="{5e0a1674-ebc9-9c23-fb1b-229e6adcd229}">
          <p14:sldIdLst>
            <p14:sldId id="257"/>
            <p14:sldId id="258"/>
          </p14:sldIdLst>
        </p14:section>
        <p14:section name="Comprendre — le radical" id="{2a4f4ec3-7398-bbec-b0d0-aebac4552a3f}">
          <p14:sldIdLst>
            <p14:sldId id="259"/>
            <p14:sldId id="260"/>
            <p14:sldId id="261"/>
            <p14:sldId id="262"/>
            <p14:sldId id="263"/>
            <p14:sldId id="264"/>
          </p14:sldIdLst>
        </p14:section>
        <p14:section name="Comprendre — formule et questions" id="{e38a5009-0195-d2ff-ca38-45e362c58500}">
          <p14:sldIdLst>
            <p14:sldId id="265"/>
            <p14:sldId id="266"/>
            <p14:sldId id="267"/>
            <p14:sldId id="268"/>
            <p14:sldId id="269"/>
          </p14:sldIdLst>
        </p14:section>
        <p14:section name="Comprendre — la phrase" id="{1411f944-7935-011d-3da2-1ca2c3ceaa26}">
          <p14:sldIdLst>
            <p14:sldId id="270"/>
            <p14:sldId id="271"/>
            <p14:sldId id="272"/>
            <p14:sldId id="273"/>
            <p14:sldId id="274"/>
          </p14:sldIdLst>
        </p14:section>
        <p14:section name="Retenir" id="{ee54e6ce-d92c-cbbc-5a97-87206d0f4517}">
          <p14:sldIdLst>
            <p14:sldId id="275"/>
          </p14:sldIdLst>
        </p14:section>
        <p14:section name="JIJ NU ! — Oefeningen" id="{b6740cc4-6dcf-5108-0e2f-b902a6969862}">
          <p14:sldIdLst>
            <p14:sldId id="276"/>
            <p14:sldId id="277"/>
            <p14:sldId id="278"/>
            <p14:sldId id="279"/>
            <p14:sldId id="280"/>
            <p14:sldId id="281"/>
            <p14:sldId id="282"/>
            <p14:sldId id="283"/>
            <p14:sldId id="284"/>
            <p14:sldId id="285"/>
            <p14:sldId id="286"/>
            <p14:sldId id="287"/>
            <p14:sldId id="288"/>
          </p14:sldIdLst>
        </p14:section>
        <p14:section name="Clôture" id="{a0623a74-2cdd-5230-83cf-6a82f09901ae}">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2026-10-05T07:24:40Z</dcterms:created>
  <dcterms:modified xsi:type="dcterms:W3CDTF">2026-10-05T07:24:40Z</dcterms:modified>
</cp:coreProperties>
</file>
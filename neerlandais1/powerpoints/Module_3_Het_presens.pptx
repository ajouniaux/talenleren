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4394f75-1019-780c-b713-5607dd37b241}">
          <p14:sldIdLst>
            <p14:sldId id="256"/>
          </p14:sldIdLst>
        </p14:section>
        <p14:section name="Découvrir" id="{2fac3c6e-c3c7-70e6-49b0-b6594f0ffeab}">
          <p14:sldIdLst>
            <p14:sldId id="257"/>
            <p14:sldId id="258"/>
          </p14:sldIdLst>
        </p14:section>
        <p14:section name="Comprendre — le radical" id="{027f5f38-7d0f-3dc3-5314-7305ec1f2324}">
          <p14:sldIdLst>
            <p14:sldId id="259"/>
            <p14:sldId id="260"/>
            <p14:sldId id="261"/>
            <p14:sldId id="262"/>
            <p14:sldId id="263"/>
            <p14:sldId id="264"/>
          </p14:sldIdLst>
        </p14:section>
        <p14:section name="Comprendre — formule et questions" id="{51092b3e-4ae1-9b43-4050-df5071df6cd1}">
          <p14:sldIdLst>
            <p14:sldId id="265"/>
            <p14:sldId id="266"/>
            <p14:sldId id="267"/>
            <p14:sldId id="268"/>
            <p14:sldId id="269"/>
          </p14:sldIdLst>
        </p14:section>
        <p14:section name="Comprendre — la phrase" id="{8c900178-9057-b53a-92fe-2b4644080ec3}">
          <p14:sldIdLst>
            <p14:sldId id="270"/>
            <p14:sldId id="271"/>
            <p14:sldId id="272"/>
            <p14:sldId id="273"/>
            <p14:sldId id="274"/>
          </p14:sldIdLst>
        </p14:section>
        <p14:section name="Retenir" id="{1fff8313-0ccc-f90c-ab3c-40cd728be0e7}">
          <p14:sldIdLst>
            <p14:sldId id="275"/>
          </p14:sldIdLst>
        </p14:section>
        <p14:section name="JIJ NU ! — Oefeningen" id="{9a0e1762-4b6c-9048-1a6a-8e80c8157a37}">
          <p14:sldIdLst>
            <p14:sldId id="276"/>
            <p14:sldId id="277"/>
            <p14:sldId id="278"/>
            <p14:sldId id="279"/>
            <p14:sldId id="280"/>
            <p14:sldId id="281"/>
            <p14:sldId id="282"/>
            <p14:sldId id="283"/>
            <p14:sldId id="284"/>
            <p14:sldId id="285"/>
            <p14:sldId id="286"/>
            <p14:sldId id="287"/>
            <p14:sldId id="288"/>
          </p14:sldIdLst>
        </p14:section>
        <p14:section name="Clôture" id="{71521339-de11-5b79-e818-c816243ffef1}">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2026-10-05T10:51:14Z</dcterms:created>
  <dcterms:modified xsi:type="dcterms:W3CDTF">2026-10-05T10:51:14Z</dcterms:modified>
</cp:coreProperties>
</file>
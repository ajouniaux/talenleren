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af90f0e2-f80e-5934-78eb-087c0a8b391b}">
          <p14:sldIdLst>
            <p14:sldId id="256"/>
          </p14:sldIdLst>
        </p14:section>
        <p14:section name="Découvrir" id="{c838c14f-d90e-ffd1-6cb8-93904e5cfd98}">
          <p14:sldIdLst>
            <p14:sldId id="257"/>
            <p14:sldId id="258"/>
          </p14:sldIdLst>
        </p14:section>
        <p14:section name="Comprendre — le radical" id="{9a6d02c5-1dcf-37ca-abb0-d62065f35265}">
          <p14:sldIdLst>
            <p14:sldId id="259"/>
            <p14:sldId id="260"/>
            <p14:sldId id="261"/>
            <p14:sldId id="262"/>
            <p14:sldId id="263"/>
            <p14:sldId id="264"/>
          </p14:sldIdLst>
        </p14:section>
        <p14:section name="Comprendre — formule et questions" id="{63c35f1f-5b21-fb1a-6417-e416aecd302c}">
          <p14:sldIdLst>
            <p14:sldId id="265"/>
            <p14:sldId id="266"/>
            <p14:sldId id="267"/>
            <p14:sldId id="268"/>
            <p14:sldId id="269"/>
          </p14:sldIdLst>
        </p14:section>
        <p14:section name="Comprendre — la phrase" id="{c3554438-fbf9-0c72-efb6-dfd688130575}">
          <p14:sldIdLst>
            <p14:sldId id="270"/>
            <p14:sldId id="271"/>
            <p14:sldId id="272"/>
            <p14:sldId id="273"/>
            <p14:sldId id="274"/>
          </p14:sldIdLst>
        </p14:section>
        <p14:section name="Retenir" id="{be819fba-23bd-cb84-60d0-3b442a055579}">
          <p14:sldIdLst>
            <p14:sldId id="275"/>
          </p14:sldIdLst>
        </p14:section>
        <p14:section name="JIJ NU ! — Oefeningen" id="{94f1720e-0d5f-ff07-10d3-405b8db3720d}">
          <p14:sldIdLst>
            <p14:sldId id="276"/>
            <p14:sldId id="277"/>
            <p14:sldId id="278"/>
            <p14:sldId id="279"/>
            <p14:sldId id="280"/>
            <p14:sldId id="281"/>
            <p14:sldId id="282"/>
            <p14:sldId id="283"/>
            <p14:sldId id="284"/>
            <p14:sldId id="285"/>
            <p14:sldId id="286"/>
            <p14:sldId id="287"/>
            <p14:sldId id="288"/>
          </p14:sldIdLst>
        </p14:section>
        <p14:section name="Clôture" id="{51dec458-0b9f-aca3-9392-363831b890da}">
          <p14:sldIdLst>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du module : en néerlandais, le verbe a une place fixe.
Demandez : « Où est le verbe en français ? et en néerlandais ? » Ne répondez pas : la règle arrive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3 objectifs explicites.
Rappelez que le module 2 a déjà fait utiliser la formule (ik woon, hij woont). Aujourd'hui, on la comprend et on la généralise.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régularité par induction, à partir des formes vues en M2.
Laissez la classe formuler : « ik = sans terminaison, hij = + t, wij = comme l'infinitif ». Écrivez la proposition au tableau ; elle sera validée diapo 10. Question piège : « Pourquoi woon avec deux o, alors que wonen n'en a qu'un ? » (réponse : M1,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Définir le radical et la procédure de base : infinitif − en.
Insistez : le radical est la forme de ik. Trouver le radical, c'est avoir déjà conjugué la 1re personne. luisteren (−en → luister) montre qu'on ne retire que en. Les verbes de cette diapo ne demandent aucun ajustement.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de M1 au radical : une syllabe ouverte devient fermée, donc on double la voyelle.
Rappelez le geste de M1 : mains écartées (porte ouverte), puis mains jointes (porte fermée). L'exception kom était déjà signalée en M2. Faites prononcer spreek avec un vrai son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qu'un mot néerlandais ne se termine pas par une consonne double.
Correction par rapport à l'archive : zitten = être assis (« s'asseoir » = gaan zitten). bellen = téléphoner (Ik bel de klant), le verbe le plus utile au bureau. Faites remarquer la symétrie : en M1, on doublait la consonne pour passer au pluriel ; ici, on défait ce doublement.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avec les sons invariables et synthétiser les 3 cas dans un tableau (reprise corrigée de la diapo 6 de l'archive).
Corrections par rapport à l'archive :
• loeien (meugler, rare) devient kijken ;
• zitten est traduit par « être assis » ;
• le titre « Les verbes réguliers » est remplacé par une règle explicite.
Rappelez les sons invariables de M1 (diapo 10) : ie, oe, eu, ui, ij, ei, ou, 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des terminaisons au singulier.
Ne parlez pas encore des radicaux en -t et -d (M4). Montrez que le t s'ajoute après l'ajustement : spreek + t. Contraste avec le français : une seule terminaison (t) pour tu, vous (poli), il et elle. C'est beaucoup plus simple que -s / -ez /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formule (pluriel) et donner le tableau de référence en 3 bandes de couleur.
Validez la règle formulée par la classe à la diapo 3. Erreur fréquente des francophones : jullie werkt, par analogie avec « vous travaillez ». Nuance : jullie werkt s'entend à l'oral, surtout aux Pays-Bas, et n'est pas considéré comme fautif. On enseigne werken, la forme standard, sans sanctionner lourdement werkt. Faites réciter la formule comme un mantra rythmé : « radical — plus t — infinitif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Lever l'ambiguïté de ze / zij grâce à la terminaison.
Exercice oral flash : lisez 6 phrases (ze woont / ze wonen / ze spreekt…). La classe répond « elle » (1 doigt) ou « ils » (3 doigts). Insistez sur la prononciation du -en final, souvent réduit à « -e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question fermée par inversion, et comprendre la chute du t devant je / jij (systématisation de NEEM je? / PAK je? de l'archive).
Contraste avec le français : pas de « est-ce que ». La question par simple intonation (Jij werkt in Brussel?) existe à l'oral, mais elle exprime surtout l'étonnement ; la forme de base, à apprendre, est l'inversion. La chute du t ne concerne que je / jij placés après le verbe : c'est la seule « irrégularité » de la formule. Les élèves l'ont déjà vue en M2 (Ben jij…?, Waar woon je?). Avec Hoe heet je?, rien ne tombe : le radical heet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Systématiser la question ouverte : mot interrogatif ① + verbe ② + sujet.
Même règle du t : Waar werk je? mais Waar werkt u? Activité rapide : chaque apprenant tire une carte-mot interrogatif et pose une question à un voisin, qui répond. Réponse à Waarom…? : Omdat… (à reconnaître seulement : verbe en fin de phrase,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la grille standardisée de la phrase déclarative (reprise corrigée de la diapo 3 de l'archive).
Correction par rapport à l'archive : l'ordre de la case ③ était « quand – où – comment ». L'ordre neutre néerlandais est Te-Ma-Pl (Tijd – Manier – Plaats) : Ik ga morgen met de trein naar Gent. C'est un ordre par défaut, pas une loi absolue. Moyen mnémotechnique : « TeMPeL » (le temple). Les cases vides restent vides : une phrase n'a pas besoin de remplir les 6 cases.
Deux précisions à donner dès que la question se pose :
• un pronom objet (je, hem, het, haar) se place juste après le verbe (ou après le sujet inversé), avant la case ③ : Ik bel je morgen op ;
• un objet défini peut lui aussi précéder ③ : Ik bel de klant morgen op est aussi naturel que Ik bel morgen de klant 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voir la régularité de la grille sur des phrases variées (reprise des diapos 4–5 de l'archive, corrigées).
Corrections par rapport à l'archive :
• « 38 uur per week » passe de la case ④ (WAT) à la case ③ (c'est du temps) ;
• la phrase We brengen deze zomervakantie onze vakantie… est remplacée ;
• la phrase Ze nemen… est simplifiée.
Faites lire chaque ligne à voix haute et demandez « Quel est le verbe ? Combien de parties ? ». Signalez qu'un complément introduit par une préposition peut aussi suivre ⑥ (Ze nemen vandaag deel aan een opleiding) : les deux ordres sont corrects.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l'inversion. C'est le piège n°1 des francophones, absent de l'archive alors qu'il y était exigé.
Erreur typique : ~~Morgen ik ga weg~~. Faites le geste du tourniquet (main qui tourne) à chaque erreur pendant les exercices. Insistez : la position 2 compte les groupes, pas les mots (Op maandag = un seul groupe). Le verbe ne bouge jamais ; ce sont les autres qui tournent autour.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n'importe quel élément peut occuper la case ①, et préparer la production finale (les amorces de la diapo 14 de l'archive).
Le sens ne change pas ; on met en avant l'élément placé en ①, comme en français « Le dimanche, je… ». Correction par rapport à l'archive : Tijdens mijn vrije tijd devient In mijn vrije tijd, plus naturel. lees (de lezen) annonce M4 : ne l'expliquez pas, donnez-le.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structure à deux éléments verbaux : particule séparable, verbe + infinitif.
Erreurs typiques : ~~Ik moet werken morgen~~, ~~Ik bel op de klant~~. Les verbes à particule se reconnaissent dans le dictionnaire (op·bellen, mee·nemen, weg·gaan, deel·nemen) : la particule part en ⑥ au présent. gaan + infinitif = futur proche, exactement comme « aller + infinitif », mais l'infinitif va au bout. Les verbes moeten, kunnen, willen, mogen sont détaillés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une synthèse visuelle unique du module, à photographier.
Proposez aux apprenants de reproduire cette carte dans leur cahier : la reformulation personnelle renforce la mémorisation. C'est la diapo à revoir avant l'évaluation.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du plus guidé au plus libre.
L'exercice 1 peut clore la séance 1. L'exercice 5 (dés) sert de pause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conjugaison par la répétition ludique (pause active).
Jeu par groupes de 3 : un lanceur, un joueur et un arbitre muni de la carte-synthèse (diapo 10). 8 minutes. Si les dés physiques manquent, utilisez un générateur de dés en ligne projeté. Exemple : jullie + bellen + ? → Bellen jullie de klant?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des phrases avec inversion, dans un échange réaliste de pause-café (reprise et extension de la diapo 14 de l'archive).
1. Écrit individuel : 4 phrases, 5 min.
2. Échange en binômes, debout « autour de la machine à café », 3 min ; changement de partenaire 2 fois.
Critère de réussite affiché : chaque phrase commence par l'amorce et le verbe est en 2e position. L'archive proposait ces amorces sans enseigner l'inversion ; elles arrivent désormais après les diapos 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M4.
Réponses :
1. maakt · belt · spreken.
2. Woon je in Luik?
3. Morgen moet ik thuis werken.
La question 3 combine inversion et pince : c'est le meilleur indicateur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slideLayout" Target="../slideLayouts/slideLayout2.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3.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image" Target="../media/image-25-11.png"/><Relationship Id="rId12" Type="http://schemas.openxmlformats.org/officeDocument/2006/relationships/image" Target="../media/image-25-12.png"/><Relationship Id="rId13" Type="http://schemas.openxmlformats.org/officeDocument/2006/relationships/image" Target="../media/image-25-13.png"/><Relationship Id="rId14" Type="http://schemas.openxmlformats.org/officeDocument/2006/relationships/slideLayout" Target="../slideLayouts/slideLayout2.xml"/><Relationship Id="rId1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image" Target="../media/image-29-12.png"/><Relationship Id="rId13" Type="http://schemas.openxmlformats.org/officeDocument/2006/relationships/image" Target="../media/image-29-13.png"/><Relationship Id="rId14" Type="http://schemas.openxmlformats.org/officeDocument/2006/relationships/slideLayout" Target="../slideLayouts/slideLayout2.xml"/><Relationship Id="rId1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image" Target="../media/image-30-13.png"/><Relationship Id="rId14" Type="http://schemas.openxmlformats.org/officeDocument/2006/relationships/image" Target="../media/image-30-14.png"/><Relationship Id="rId15" Type="http://schemas.openxmlformats.org/officeDocument/2006/relationships/image" Target="../media/image-30-15.png"/><Relationship Id="rId16" Type="http://schemas.openxmlformats.org/officeDocument/2006/relationships/image" Target="../media/image-30-16.png"/><Relationship Id="rId17" Type="http://schemas.openxmlformats.org/officeDocument/2006/relationships/image" Target="../media/image-30-17.png"/><Relationship Id="rId18" Type="http://schemas.openxmlformats.org/officeDocument/2006/relationships/image" Target="../media/image-30-18.png"/><Relationship Id="rId19" Type="http://schemas.openxmlformats.org/officeDocument/2006/relationships/image" Target="../media/image-30-19.png"/><Relationship Id="rId20" Type="http://schemas.openxmlformats.org/officeDocument/2006/relationships/image" Target="../media/image-30-20.png"/><Relationship Id="rId21" Type="http://schemas.openxmlformats.org/officeDocument/2006/relationships/slideLayout" Target="../slideLayouts/slideLayout2.xml"/><Relationship Id="rId2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slideLayout" Target="../slideLayouts/slideLayout2.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slideLayout" Target="../slideLayouts/slideLayout2.xml"/><Relationship Id="rId1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image" Target="../media/image-34-9.png"/><Relationship Id="rId10" Type="http://schemas.openxmlformats.org/officeDocument/2006/relationships/image" Target="../media/image-34-10.png"/><Relationship Id="rId11" Type="http://schemas.openxmlformats.org/officeDocument/2006/relationships/slideLayout" Target="../slideLayouts/slideLayout2.xml"/><Relationship Id="rId1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presens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présent et la place du verbe</a:t>
            </a:r>
            <a:endParaRPr lang="en-US" sz="2000" dirty="0"/>
          </a:p>
          <a:p>
            <a:pPr algn="l" indent="0" marL="0">
              <a:buNone/>
            </a:pPr>
            <a:r>
              <a:rPr lang="en-US" sz="2000" b="1" dirty="0">
                <a:solidFill>
                  <a:srgbClr val="FFFFFF"/>
                </a:solidFill>
              </a:rPr>
              <a:t>Conjuguer — et mettre le verbe à sa place</a:t>
            </a:r>
            <a:endParaRPr lang="en-US" sz="2000" dirty="0"/>
          </a:p>
        </p:txBody>
      </p:sp>
      <p:sp>
        <p:nvSpPr>
          <p:cNvPr id="5" name="Shape 3"/>
          <p:cNvSpPr/>
          <p:nvPr/>
        </p:nvSpPr>
        <p:spPr>
          <a:xfrm>
            <a:off x="6583680" y="1691640"/>
            <a:ext cx="5029200" cy="1005840"/>
          </a:xfrm>
          <a:prstGeom prst="roundRect">
            <a:avLst>
              <a:gd name="adj" fmla="val 1272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4"/>
          <p:cNvSpPr txBox="1"/>
          <p:nvPr/>
        </p:nvSpPr>
        <p:spPr>
          <a:xfrm>
            <a:off x="6583680" y="1691640"/>
            <a:ext cx="5029200" cy="1005840"/>
          </a:xfrm>
          <a:prstGeom prst="rect">
            <a:avLst/>
          </a:prstGeom>
          <a:noFill/>
          <a:ln/>
        </p:spPr>
        <p:txBody>
          <a:bodyPr wrap="square" lIns="0" tIns="0" rIns="0" bIns="0" rtlCol="0" anchor="ctr"/>
          <a:lstStyle/>
          <a:p>
            <a:pPr algn="ctr" indent="0" marL="0">
              <a:buNone/>
            </a:pPr>
            <a:r>
              <a:rPr lang="en-US" sz="3000" b="1" dirty="0">
                <a:solidFill>
                  <a:schemeClr val="tx1"/>
                </a:solidFill>
              </a:rPr>
              <a:t>Demain, je travaille.</a:t>
            </a:r>
            <a:endParaRPr lang="en-US" sz="3000" dirty="0"/>
          </a:p>
        </p:txBody>
      </p:sp>
      <p:sp>
        <p:nvSpPr>
          <p:cNvPr id="7" name="Text 5"/>
          <p:cNvSpPr txBox="1"/>
          <p:nvPr/>
        </p:nvSpPr>
        <p:spPr>
          <a:xfrm>
            <a:off x="8686800" y="2788920"/>
            <a:ext cx="822960" cy="914400"/>
          </a:xfrm>
          <a:prstGeom prst="rect">
            <a:avLst/>
          </a:prstGeom>
          <a:noFill/>
          <a:ln/>
        </p:spPr>
        <p:txBody>
          <a:bodyPr wrap="square" lIns="0" tIns="0" rIns="0" bIns="0" rtlCol="0" anchor="ctr"/>
          <a:lstStyle/>
          <a:p>
            <a:pPr algn="ctr" indent="0" marL="0">
              <a:buNone/>
            </a:pPr>
            <a:r>
              <a:rPr lang="en-US" sz="6000" b="1" dirty="0">
                <a:solidFill>
                  <a:schemeClr val="accent1"/>
                </a:solidFill>
                <a:latin typeface="+mj-lt" pitchFamily="34" charset="0"/>
                <a:ea typeface="+mj-lt" pitchFamily="34" charset="-122"/>
                <a:cs typeface="+mj-lt" pitchFamily="34" charset="-120"/>
              </a:rPr>
              <a:t>?</a:t>
            </a:r>
            <a:endParaRPr lang="en-US" sz="6000" dirty="0"/>
          </a:p>
        </p:txBody>
      </p:sp>
      <p:sp>
        <p:nvSpPr>
          <p:cNvPr id="8" name="Shape 6"/>
          <p:cNvSpPr/>
          <p:nvPr/>
        </p:nvSpPr>
        <p:spPr>
          <a:xfrm>
            <a:off x="6583680" y="3794760"/>
            <a:ext cx="5029200" cy="1005840"/>
          </a:xfrm>
          <a:prstGeom prst="roundRect">
            <a:avLst>
              <a:gd name="adj" fmla="val 12727"/>
            </a:avLst>
          </a:prstGeom>
          <a:solidFill>
            <a:schemeClr val="bg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7"/>
          <p:cNvSpPr txBox="1"/>
          <p:nvPr/>
        </p:nvSpPr>
        <p:spPr>
          <a:xfrm>
            <a:off x="6972645" y="3913632"/>
            <a:ext cx="1834896" cy="768096"/>
          </a:xfrm>
          <a:prstGeom prst="rect">
            <a:avLst/>
          </a:prstGeom>
          <a:noFill/>
          <a:ln/>
        </p:spPr>
        <p:txBody>
          <a:bodyPr wrap="square" lIns="0" tIns="0" rIns="0" bIns="0" rtlCol="0" anchor="ctr"/>
          <a:lstStyle/>
          <a:p>
            <a:pPr algn="ctr" indent="0" marL="0">
              <a:buNone/>
            </a:pPr>
            <a:r>
              <a:rPr lang="en-US" sz="3200" b="1" dirty="0">
                <a:solidFill>
                  <a:schemeClr val="tx1"/>
                </a:solidFill>
              </a:rPr>
              <a:t>Morgen</a:t>
            </a:r>
            <a:endParaRPr lang="en-US" sz="3200" dirty="0"/>
          </a:p>
        </p:txBody>
      </p:sp>
      <p:sp>
        <p:nvSpPr>
          <p:cNvPr id="10" name="Shape 8"/>
          <p:cNvSpPr/>
          <p:nvPr/>
        </p:nvSpPr>
        <p:spPr>
          <a:xfrm>
            <a:off x="8917269" y="3913632"/>
            <a:ext cx="1540581" cy="768096"/>
          </a:xfrm>
          <a:prstGeom prst="ellipse">
            <a:avLst/>
          </a:prstGeom>
          <a:noFill/>
          <a:ln w="38100">
            <a:solidFill>
              <a:srgbClr val="B83227"/>
            </a:solidFill>
            <a:prstDash val="solid"/>
          </a:ln>
        </p:spPr>
      </p:sp>
      <p:sp>
        <p:nvSpPr>
          <p:cNvPr id="11" name="Text 9"/>
          <p:cNvSpPr txBox="1"/>
          <p:nvPr/>
        </p:nvSpPr>
        <p:spPr>
          <a:xfrm>
            <a:off x="8917269" y="3913632"/>
            <a:ext cx="1540581" cy="768096"/>
          </a:xfrm>
          <a:prstGeom prst="rect">
            <a:avLst/>
          </a:prstGeom>
          <a:noFill/>
          <a:ln/>
        </p:spPr>
        <p:txBody>
          <a:bodyPr wrap="square" lIns="0" tIns="0" rIns="0" bIns="0" rtlCol="0" anchor="ctr"/>
          <a:lstStyle/>
          <a:p>
            <a:pPr algn="ctr" indent="0" marL="0">
              <a:buNone/>
            </a:pPr>
            <a:r>
              <a:rPr lang="en-US" sz="3200" b="1" dirty="0">
                <a:solidFill>
                  <a:schemeClr val="accent6"/>
                </a:solidFill>
              </a:rPr>
              <a:t>werk</a:t>
            </a:r>
            <a:endParaRPr lang="en-US" sz="3200" dirty="0"/>
          </a:p>
        </p:txBody>
      </p:sp>
      <p:sp>
        <p:nvSpPr>
          <p:cNvPr id="12" name="Text 10"/>
          <p:cNvSpPr txBox="1"/>
          <p:nvPr/>
        </p:nvSpPr>
        <p:spPr>
          <a:xfrm>
            <a:off x="10567579" y="3913632"/>
            <a:ext cx="656336" cy="768096"/>
          </a:xfrm>
          <a:prstGeom prst="rect">
            <a:avLst/>
          </a:prstGeom>
          <a:noFill/>
          <a:ln/>
        </p:spPr>
        <p:txBody>
          <a:bodyPr wrap="square" lIns="0" tIns="0" rIns="0" bIns="0" rtlCol="0" anchor="ctr"/>
          <a:lstStyle/>
          <a:p>
            <a:pPr algn="ctr" indent="0" marL="0">
              <a:buNone/>
            </a:pPr>
            <a:r>
              <a:rPr lang="en-US" sz="3200" b="1" dirty="0">
                <a:solidFill>
                  <a:schemeClr val="tx1"/>
                </a:solidFill>
              </a:rPr>
              <a:t>ik.</a:t>
            </a:r>
            <a:endParaRPr lang="en-US" sz="3200" dirty="0"/>
          </a:p>
        </p:txBody>
      </p:sp>
      <p:sp>
        <p:nvSpPr>
          <p:cNvPr id="13" name="Text 11"/>
          <p:cNvSpPr txBox="1"/>
          <p:nvPr/>
        </p:nvSpPr>
        <p:spPr>
          <a:xfrm>
            <a:off x="6583680" y="2743200"/>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FR</a:t>
            </a:r>
            <a:endParaRPr lang="en-US" sz="1200" dirty="0"/>
          </a:p>
        </p:txBody>
      </p:sp>
      <p:sp>
        <p:nvSpPr>
          <p:cNvPr id="14" name="Text 12"/>
          <p:cNvSpPr txBox="1"/>
          <p:nvPr/>
        </p:nvSpPr>
        <p:spPr>
          <a:xfrm>
            <a:off x="6583680" y="4864608"/>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NL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og">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Conjuguer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trouve le </a:t>
            </a:r>
            <a:r>
              <a:rPr lang="en-US" sz="2000" b="1" dirty="0">
                <a:solidFill>
                  <a:schemeClr val="tx1"/>
                </a:solidFill>
              </a:rPr>
              <a:t>radical</a:t>
            </a:r>
            <a:r>
              <a:rPr lang="en-US" sz="2000" dirty="0">
                <a:solidFill>
                  <a:schemeClr val="tx1"/>
                </a:solidFill>
              </a:rPr>
              <a:t> et je conjugue n’importe quel verbe régulier.</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Questionner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pose une question </a:t>
            </a:r>
            <a:r>
              <a:rPr lang="en-US" sz="2000" b="1" dirty="0">
                <a:solidFill>
                  <a:schemeClr val="tx1"/>
                </a:solidFill>
              </a:rPr>
              <a:t>avec ou sans</a:t>
            </a:r>
            <a:r>
              <a:rPr lang="en-US" sz="2000" dirty="0">
                <a:solidFill>
                  <a:schemeClr val="tx1"/>
                </a:solidFill>
              </a:rPr>
              <a:t> mot interrogatif.</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6"/>
          </a:solidFill>
          <a:ln w="12700">
            <a:solidFill>
              <a:srgbClr val="FFFFFF">
                <a:alpha val="0"/>
              </a:srgbClr>
            </a:solidFill>
            <a:prstDash val="solid"/>
          </a:ln>
        </p:spPr>
      </p:sp>
      <p:pic>
        <p:nvPicPr>
          <p:cNvPr id="17" name="Image 2" descr="PuzzlePiec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a:t>
            </a:r>
            <a:r>
              <a:rPr lang="en-US" sz="2000" b="1" dirty="0">
                <a:solidFill>
                  <a:schemeClr val="tx1"/>
                </a:solidFill>
              </a:rPr>
              <a:t>toujours</a:t>
            </a:r>
            <a:r>
              <a:rPr lang="en-US" sz="2000" dirty="0">
                <a:solidFill>
                  <a:schemeClr val="tx1"/>
                </a:solidFill>
              </a:rPr>
              <a:t> le verbe à la bonne place.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Module 2 : on a </a:t>
            </a:r>
            <a:r>
              <a:rPr lang="en-US" sz="1700" i="1" dirty="0">
                <a:solidFill>
                  <a:schemeClr val="tx1"/>
                </a:solidFill>
              </a:rPr>
              <a:t>utilisé</a:t>
            </a:r>
            <a:r>
              <a:rPr lang="en-US" sz="1700" dirty="0">
                <a:solidFill>
                  <a:schemeClr val="tx1"/>
                </a:solidFill>
              </a:rPr>
              <a:t> la formule (</a:t>
            </a:r>
            <a:r>
              <a:rPr lang="en-US" sz="1700" i="1" dirty="0">
                <a:solidFill>
                  <a:schemeClr val="tx1"/>
                </a:solidFill>
              </a:rPr>
              <a:t>ik woon, hij woont</a:t>
            </a:r>
            <a:r>
              <a:rPr lang="en-US" sz="1700" dirty="0">
                <a:solidFill>
                  <a:schemeClr val="tx1"/>
                </a:solidFill>
              </a:rPr>
              <a:t>). Aujourd’hui, on la </a:t>
            </a:r>
            <a:r>
              <a:rPr lang="en-US" sz="1700" b="1" dirty="0">
                <a:solidFill>
                  <a:schemeClr val="tx1"/>
                </a:solidFill>
              </a:rPr>
              <a:t>comprend</a:t>
            </a:r>
            <a:r>
              <a:rPr lang="en-US" sz="1700" dirty="0">
                <a:solidFill>
                  <a:schemeClr val="tx1"/>
                </a:solidFill>
              </a:rPr>
              <a:t> et on la </a:t>
            </a:r>
            <a:r>
              <a:rPr lang="en-US" sz="1700" b="1" dirty="0">
                <a:solidFill>
                  <a:schemeClr val="tx1"/>
                </a:solidFill>
              </a:rPr>
              <a:t>généralise</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remarquez-vous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7" name="Shape 4"/>
          <p:cNvSpPr/>
          <p:nvPr/>
        </p:nvSpPr>
        <p:spPr>
          <a:xfrm>
            <a:off x="548640" y="2103120"/>
            <a:ext cx="2697480" cy="228600"/>
          </a:xfrm>
          <a:prstGeom prst="rect">
            <a:avLst/>
          </a:prstGeom>
          <a:solidFill>
            <a:schemeClr val="tx2"/>
          </a:solidFill>
          <a:ln w="12700">
            <a:solidFill>
              <a:srgbClr val="FFFFFF">
                <a:alpha val="0"/>
              </a:srgbClr>
            </a:solidFill>
            <a:prstDash val="solid"/>
          </a:ln>
        </p:spPr>
      </p:sp>
      <p:sp>
        <p:nvSpPr>
          <p:cNvPr id="8" name="Text 5"/>
          <p:cNvSpPr txBox="1"/>
          <p:nvPr/>
        </p:nvSpPr>
        <p:spPr>
          <a:xfrm>
            <a:off x="5486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werken</a:t>
            </a:r>
            <a:endParaRPr lang="en-US" sz="2600" dirty="0"/>
          </a:p>
        </p:txBody>
      </p:sp>
      <p:sp>
        <p:nvSpPr>
          <p:cNvPr id="9" name="Text 6"/>
          <p:cNvSpPr txBox="1"/>
          <p:nvPr/>
        </p:nvSpPr>
        <p:spPr>
          <a:xfrm>
            <a:off x="8229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10" name="Text 7"/>
          <p:cNvSpPr txBox="1"/>
          <p:nvPr/>
        </p:nvSpPr>
        <p:spPr>
          <a:xfrm>
            <a:off x="14630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11" name="Shape 8"/>
          <p:cNvSpPr/>
          <p:nvPr/>
        </p:nvSpPr>
        <p:spPr>
          <a:xfrm>
            <a:off x="777240" y="3392424"/>
            <a:ext cx="2240280" cy="914"/>
          </a:xfrm>
          <a:prstGeom prst="line">
            <a:avLst/>
          </a:prstGeom>
          <a:noFill/>
          <a:ln w="12700">
            <a:solidFill>
              <a:srgbClr val="D5DCE6"/>
            </a:solidFill>
            <a:prstDash val="solid"/>
          </a:ln>
        </p:spPr>
      </p:sp>
      <p:sp>
        <p:nvSpPr>
          <p:cNvPr id="12" name="Text 9"/>
          <p:cNvSpPr txBox="1"/>
          <p:nvPr/>
        </p:nvSpPr>
        <p:spPr>
          <a:xfrm>
            <a:off x="8229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13" name="Text 10"/>
          <p:cNvSpPr txBox="1"/>
          <p:nvPr/>
        </p:nvSpPr>
        <p:spPr>
          <a:xfrm>
            <a:off x="14630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14" name="Shape 11"/>
          <p:cNvSpPr/>
          <p:nvPr/>
        </p:nvSpPr>
        <p:spPr>
          <a:xfrm>
            <a:off x="777240" y="4379976"/>
            <a:ext cx="2240280" cy="914"/>
          </a:xfrm>
          <a:prstGeom prst="line">
            <a:avLst/>
          </a:prstGeom>
          <a:noFill/>
          <a:ln w="12700">
            <a:solidFill>
              <a:srgbClr val="D5DCE6"/>
            </a:solidFill>
            <a:prstDash val="solid"/>
          </a:ln>
        </p:spPr>
      </p:sp>
      <p:sp>
        <p:nvSpPr>
          <p:cNvPr id="15" name="Text 12"/>
          <p:cNvSpPr txBox="1"/>
          <p:nvPr/>
        </p:nvSpPr>
        <p:spPr>
          <a:xfrm>
            <a:off x="8229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16" name="Text 13"/>
          <p:cNvSpPr txBox="1"/>
          <p:nvPr/>
        </p:nvSpPr>
        <p:spPr>
          <a:xfrm>
            <a:off x="14630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17" name="Shape 14"/>
          <p:cNvSpPr/>
          <p:nvPr/>
        </p:nvSpPr>
        <p:spPr>
          <a:xfrm>
            <a:off x="35204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35204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19" name="Shape 16"/>
          <p:cNvSpPr/>
          <p:nvPr/>
        </p:nvSpPr>
        <p:spPr>
          <a:xfrm>
            <a:off x="3520440" y="2103120"/>
            <a:ext cx="2697480" cy="228600"/>
          </a:xfrm>
          <a:prstGeom prst="rect">
            <a:avLst/>
          </a:prstGeom>
          <a:solidFill>
            <a:schemeClr val="tx2"/>
          </a:solidFill>
          <a:ln w="12700">
            <a:solidFill>
              <a:srgbClr val="FFFFFF">
                <a:alpha val="0"/>
              </a:srgbClr>
            </a:solidFill>
            <a:prstDash val="solid"/>
          </a:ln>
        </p:spPr>
      </p:sp>
      <p:sp>
        <p:nvSpPr>
          <p:cNvPr id="20" name="Text 17"/>
          <p:cNvSpPr txBox="1"/>
          <p:nvPr/>
        </p:nvSpPr>
        <p:spPr>
          <a:xfrm>
            <a:off x="35204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wonen</a:t>
            </a:r>
            <a:endParaRPr lang="en-US" sz="2600" dirty="0"/>
          </a:p>
        </p:txBody>
      </p:sp>
      <p:sp>
        <p:nvSpPr>
          <p:cNvPr id="21" name="Text 18"/>
          <p:cNvSpPr txBox="1"/>
          <p:nvPr/>
        </p:nvSpPr>
        <p:spPr>
          <a:xfrm>
            <a:off x="37947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22" name="Text 19"/>
          <p:cNvSpPr txBox="1"/>
          <p:nvPr/>
        </p:nvSpPr>
        <p:spPr>
          <a:xfrm>
            <a:off x="44348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23" name="Shape 20"/>
          <p:cNvSpPr/>
          <p:nvPr/>
        </p:nvSpPr>
        <p:spPr>
          <a:xfrm>
            <a:off x="3749040" y="3392424"/>
            <a:ext cx="2240280" cy="914"/>
          </a:xfrm>
          <a:prstGeom prst="line">
            <a:avLst/>
          </a:prstGeom>
          <a:noFill/>
          <a:ln w="12700">
            <a:solidFill>
              <a:srgbClr val="D5DCE6"/>
            </a:solidFill>
            <a:prstDash val="solid"/>
          </a:ln>
        </p:spPr>
      </p:sp>
      <p:sp>
        <p:nvSpPr>
          <p:cNvPr id="24" name="Text 21"/>
          <p:cNvSpPr txBox="1"/>
          <p:nvPr/>
        </p:nvSpPr>
        <p:spPr>
          <a:xfrm>
            <a:off x="37947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25" name="Text 22"/>
          <p:cNvSpPr txBox="1"/>
          <p:nvPr/>
        </p:nvSpPr>
        <p:spPr>
          <a:xfrm>
            <a:off x="44348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26" name="Shape 23"/>
          <p:cNvSpPr/>
          <p:nvPr/>
        </p:nvSpPr>
        <p:spPr>
          <a:xfrm>
            <a:off x="3749040" y="4379976"/>
            <a:ext cx="2240280" cy="914"/>
          </a:xfrm>
          <a:prstGeom prst="line">
            <a:avLst/>
          </a:prstGeom>
          <a:noFill/>
          <a:ln w="12700">
            <a:solidFill>
              <a:srgbClr val="D5DCE6"/>
            </a:solidFill>
            <a:prstDash val="solid"/>
          </a:ln>
        </p:spPr>
      </p:sp>
      <p:sp>
        <p:nvSpPr>
          <p:cNvPr id="27" name="Text 24"/>
          <p:cNvSpPr txBox="1"/>
          <p:nvPr/>
        </p:nvSpPr>
        <p:spPr>
          <a:xfrm>
            <a:off x="37947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28" name="Text 25"/>
          <p:cNvSpPr txBox="1"/>
          <p:nvPr/>
        </p:nvSpPr>
        <p:spPr>
          <a:xfrm>
            <a:off x="44348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won</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29" name="Shape 26"/>
          <p:cNvSpPr/>
          <p:nvPr/>
        </p:nvSpPr>
        <p:spPr>
          <a:xfrm>
            <a:off x="64922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64922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31" name="Shape 28"/>
          <p:cNvSpPr/>
          <p:nvPr/>
        </p:nvSpPr>
        <p:spPr>
          <a:xfrm>
            <a:off x="6492240" y="2103120"/>
            <a:ext cx="2697480" cy="228600"/>
          </a:xfrm>
          <a:prstGeom prst="rect">
            <a:avLst/>
          </a:prstGeom>
          <a:solidFill>
            <a:schemeClr val="tx2"/>
          </a:solidFill>
          <a:ln w="12700">
            <a:solidFill>
              <a:srgbClr val="FFFFFF">
                <a:alpha val="0"/>
              </a:srgbClr>
            </a:solidFill>
            <a:prstDash val="solid"/>
          </a:ln>
        </p:spPr>
      </p:sp>
      <p:sp>
        <p:nvSpPr>
          <p:cNvPr id="32" name="Text 29"/>
          <p:cNvSpPr txBox="1"/>
          <p:nvPr/>
        </p:nvSpPr>
        <p:spPr>
          <a:xfrm>
            <a:off x="64922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spreken</a:t>
            </a:r>
            <a:endParaRPr lang="en-US" sz="2600" dirty="0"/>
          </a:p>
        </p:txBody>
      </p:sp>
      <p:sp>
        <p:nvSpPr>
          <p:cNvPr id="33" name="Text 30"/>
          <p:cNvSpPr txBox="1"/>
          <p:nvPr/>
        </p:nvSpPr>
        <p:spPr>
          <a:xfrm>
            <a:off x="67665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34" name="Text 31"/>
          <p:cNvSpPr txBox="1"/>
          <p:nvPr/>
        </p:nvSpPr>
        <p:spPr>
          <a:xfrm>
            <a:off x="74066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endParaRPr lang="en-US" sz="2800" dirty="0"/>
          </a:p>
        </p:txBody>
      </p:sp>
      <p:sp>
        <p:nvSpPr>
          <p:cNvPr id="35" name="Shape 32"/>
          <p:cNvSpPr/>
          <p:nvPr/>
        </p:nvSpPr>
        <p:spPr>
          <a:xfrm>
            <a:off x="6720840" y="3392424"/>
            <a:ext cx="2240280" cy="914"/>
          </a:xfrm>
          <a:prstGeom prst="line">
            <a:avLst/>
          </a:prstGeom>
          <a:noFill/>
          <a:ln w="12700">
            <a:solidFill>
              <a:srgbClr val="D5DCE6"/>
            </a:solidFill>
            <a:prstDash val="solid"/>
          </a:ln>
        </p:spPr>
      </p:sp>
      <p:sp>
        <p:nvSpPr>
          <p:cNvPr id="36" name="Text 33"/>
          <p:cNvSpPr txBox="1"/>
          <p:nvPr/>
        </p:nvSpPr>
        <p:spPr>
          <a:xfrm>
            <a:off x="67665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37" name="Text 34"/>
          <p:cNvSpPr txBox="1"/>
          <p:nvPr/>
        </p:nvSpPr>
        <p:spPr>
          <a:xfrm>
            <a:off x="74066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38" name="Shape 35"/>
          <p:cNvSpPr/>
          <p:nvPr/>
        </p:nvSpPr>
        <p:spPr>
          <a:xfrm>
            <a:off x="6720840" y="4379976"/>
            <a:ext cx="2240280" cy="914"/>
          </a:xfrm>
          <a:prstGeom prst="line">
            <a:avLst/>
          </a:prstGeom>
          <a:noFill/>
          <a:ln w="12700">
            <a:solidFill>
              <a:srgbClr val="D5DCE6"/>
            </a:solidFill>
            <a:prstDash val="solid"/>
          </a:ln>
        </p:spPr>
      </p:sp>
      <p:sp>
        <p:nvSpPr>
          <p:cNvPr id="39" name="Text 36"/>
          <p:cNvSpPr txBox="1"/>
          <p:nvPr/>
        </p:nvSpPr>
        <p:spPr>
          <a:xfrm>
            <a:off x="67665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40" name="Text 37"/>
          <p:cNvSpPr txBox="1"/>
          <p:nvPr/>
        </p:nvSpPr>
        <p:spPr>
          <a:xfrm>
            <a:off x="74066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41" name="Text 38"/>
          <p:cNvSpPr txBox="1"/>
          <p:nvPr/>
        </p:nvSpPr>
        <p:spPr>
          <a:xfrm>
            <a:off x="548640" y="5760720"/>
            <a:ext cx="8641080" cy="365760"/>
          </a:xfrm>
          <a:prstGeom prst="rect">
            <a:avLst/>
          </a:prstGeom>
          <a:noFill/>
          <a:ln/>
        </p:spPr>
        <p:txBody>
          <a:bodyPr wrap="square" lIns="0" tIns="0" rIns="0" bIns="0" rtlCol="0" anchor="t"/>
          <a:lstStyle/>
          <a:p>
            <a:pPr algn="ctr" indent="0" marL="0">
              <a:buNone/>
            </a:pPr>
            <a:r>
              <a:rPr lang="en-US" sz="1600" b="1" i="1" dirty="0">
                <a:solidFill>
                  <a:schemeClr val="tx2"/>
                </a:solidFill>
              </a:rPr>
              <a:t>bleu nuit</a:t>
            </a:r>
            <a:r>
              <a:rPr lang="en-US" sz="1600" i="1" dirty="0">
                <a:solidFill>
                  <a:schemeClr val="accent5"/>
                </a:solidFill>
              </a:rPr>
              <a:t> = partie commune  ·  </a:t>
            </a:r>
            <a:r>
              <a:rPr lang="en-US" sz="1600" b="1" i="1" dirty="0">
                <a:solidFill>
                  <a:schemeClr val="accent1"/>
                </a:solidFill>
              </a:rPr>
              <a:t>orange</a:t>
            </a:r>
            <a:r>
              <a:rPr lang="en-US" sz="1600" i="1" dirty="0">
                <a:solidFill>
                  <a:schemeClr val="accent5"/>
                </a:solidFill>
              </a:rPr>
              <a:t> = terminaison</a:t>
            </a:r>
            <a:endParaRPr lang="en-US" sz="1600" dirty="0"/>
          </a:p>
        </p:txBody>
      </p:sp>
      <p:sp>
        <p:nvSpPr>
          <p:cNvPr id="42" name="Shape 39"/>
          <p:cNvSpPr/>
          <p:nvPr/>
        </p:nvSpPr>
        <p:spPr>
          <a:xfrm>
            <a:off x="9372600" y="1828800"/>
            <a:ext cx="2267712" cy="1097280"/>
          </a:xfrm>
          <a:prstGeom prst="roundRect">
            <a:avLst>
              <a:gd name="adj" fmla="val 15000"/>
            </a:avLst>
          </a:prstGeom>
          <a:solidFill>
            <a:schemeClr val="accent2">
              <a:alpha val="12000"/>
            </a:schemeClr>
          </a:solidFill>
          <a:ln w="15875">
            <a:solidFill>
              <a:srgbClr val="2A6FB0"/>
            </a:solidFill>
            <a:prstDash val="solid"/>
          </a:ln>
        </p:spPr>
      </p:sp>
      <p:sp>
        <p:nvSpPr>
          <p:cNvPr id="43" name="Text 40"/>
          <p:cNvSpPr txBox="1"/>
          <p:nvPr/>
        </p:nvSpPr>
        <p:spPr>
          <a:xfrm>
            <a:off x="9537192" y="1828800"/>
            <a:ext cx="1938528" cy="1097280"/>
          </a:xfrm>
          <a:prstGeom prst="rect">
            <a:avLst/>
          </a:prstGeom>
          <a:noFill/>
          <a:ln/>
        </p:spPr>
        <p:txBody>
          <a:bodyPr wrap="square" lIns="0" tIns="0" rIns="0" bIns="0" rtlCol="0" anchor="ctr"/>
          <a:lstStyle/>
          <a:p>
            <a:pPr algn="ctr" indent="0" marL="0">
              <a:buNone/>
            </a:pPr>
            <a:r>
              <a:rPr lang="en-US" sz="2000" b="1" dirty="0">
                <a:solidFill>
                  <a:schemeClr val="tx1"/>
                </a:solidFill>
              </a:rPr>
              <a:t>Quelle est la règle ?</a:t>
            </a:r>
            <a:endParaRPr lang="en-US" sz="2000" dirty="0"/>
          </a:p>
        </p:txBody>
      </p:sp>
      <p:pic>
        <p:nvPicPr>
          <p:cNvPr id="44" name="Image 0" descr="L’enseignant">    </p:cNvPr>
          <p:cNvPicPr>
            <a:picLocks noChangeAspect="1"/>
          </p:cNvPicPr>
          <p:nvPr/>
        </p:nvPicPr>
        <p:blipFill>
          <a:blip r:embed="rId1"/>
          <a:stretch>
            <a:fillRect/>
          </a:stretch>
        </p:blipFill>
        <p:spPr>
          <a:xfrm>
            <a:off x="9418320" y="4069080"/>
            <a:ext cx="2194560" cy="21945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radical (de stam), la clé du présent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2971800"/>
            <a:ext cx="10881360"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6" name="Shape 3"/>
          <p:cNvSpPr/>
          <p:nvPr/>
        </p:nvSpPr>
        <p:spPr>
          <a:xfrm>
            <a:off x="841248" y="3154680"/>
            <a:ext cx="146304" cy="146304"/>
          </a:xfrm>
          <a:prstGeom prst="ellipse">
            <a:avLst/>
          </a:prstGeom>
          <a:solidFill>
            <a:srgbClr val="B8C2CF"/>
          </a:solidFill>
          <a:ln w="12700">
            <a:solidFill>
              <a:srgbClr val="FFFFFF">
                <a:alpha val="0"/>
              </a:srgbClr>
            </a:solidFill>
            <a:prstDash val="solid"/>
          </a:ln>
        </p:spPr>
      </p:sp>
      <p:sp>
        <p:nvSpPr>
          <p:cNvPr id="7" name="Shape 4"/>
          <p:cNvSpPr/>
          <p:nvPr/>
        </p:nvSpPr>
        <p:spPr>
          <a:xfrm>
            <a:off x="138988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93852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248716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303580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58444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413308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68172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523036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77900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632764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87628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742492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97356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52220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907084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61948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1016812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71676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126540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868680" y="2103120"/>
            <a:ext cx="265176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914400" y="2103120"/>
            <a:ext cx="256032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r>
              <a:rPr lang="en-US" sz="3000" b="1" dirty="0">
                <a:solidFill>
                  <a:schemeClr val="accent1"/>
                </a:solidFill>
                <a:latin typeface="+mj-lt" pitchFamily="34" charset="0"/>
                <a:ea typeface="+mj-lt" pitchFamily="34" charset="-122"/>
                <a:cs typeface="+mj-lt" pitchFamily="34" charset="-120"/>
              </a:rPr>
              <a:t>EN</a:t>
            </a:r>
            <a:endParaRPr lang="en-US" sz="3000" dirty="0"/>
          </a:p>
        </p:txBody>
      </p:sp>
      <p:pic>
        <p:nvPicPr>
          <p:cNvPr id="28" name="Image 0" descr="ChevronRight">    </p:cNvPr>
          <p:cNvPicPr>
            <a:picLocks noChangeAspect="1"/>
          </p:cNvPicPr>
          <p:nvPr/>
        </p:nvPicPr>
        <p:blipFill>
          <a:blip r:embed="rId1"/>
          <a:stretch>
            <a:fillRect/>
          </a:stretch>
        </p:blipFill>
        <p:spPr>
          <a:xfrm>
            <a:off x="4023360" y="2404872"/>
            <a:ext cx="219456" cy="219456"/>
          </a:xfrm>
          <a:prstGeom prst="rect">
            <a:avLst/>
          </a:prstGeom>
        </p:spPr>
      </p:pic>
      <p:sp>
        <p:nvSpPr>
          <p:cNvPr id="29" name="Shape 25"/>
          <p:cNvSpPr/>
          <p:nvPr/>
        </p:nvSpPr>
        <p:spPr>
          <a:xfrm>
            <a:off x="4754880" y="1691640"/>
            <a:ext cx="2194560" cy="1508760"/>
          </a:xfrm>
          <a:prstGeom prst="roundRect">
            <a:avLst>
              <a:gd name="adj" fmla="val 7273"/>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0" name="Shape 26"/>
          <p:cNvSpPr/>
          <p:nvPr/>
        </p:nvSpPr>
        <p:spPr>
          <a:xfrm>
            <a:off x="5605272" y="1783080"/>
            <a:ext cx="493776" cy="493776"/>
          </a:xfrm>
          <a:prstGeom prst="ellipse">
            <a:avLst/>
          </a:prstGeom>
          <a:solidFill>
            <a:schemeClr val="accent1"/>
          </a:solidFill>
          <a:ln w="12700">
            <a:solidFill>
              <a:srgbClr val="FFFFFF">
                <a:alpha val="0"/>
              </a:srgbClr>
            </a:solidFill>
            <a:prstDash val="solid"/>
          </a:ln>
        </p:spPr>
      </p:sp>
      <p:pic>
        <p:nvPicPr>
          <p:cNvPr id="31" name="Image 1" descr="Scissors">    </p:cNvPr>
          <p:cNvPicPr>
            <a:picLocks noChangeAspect="1"/>
          </p:cNvPicPr>
          <p:nvPr/>
        </p:nvPicPr>
        <p:blipFill>
          <a:blip r:embed="rId2"/>
          <a:stretch>
            <a:fillRect/>
          </a:stretch>
        </p:blipFill>
        <p:spPr>
          <a:xfrm>
            <a:off x="5723778" y="1901586"/>
            <a:ext cx="256764" cy="256764"/>
          </a:xfrm>
          <a:prstGeom prst="rect">
            <a:avLst/>
          </a:prstGeom>
        </p:spPr>
      </p:pic>
      <p:sp>
        <p:nvSpPr>
          <p:cNvPr id="32" name="Text 27"/>
          <p:cNvSpPr txBox="1"/>
          <p:nvPr/>
        </p:nvSpPr>
        <p:spPr>
          <a:xfrm>
            <a:off x="4800600" y="2295144"/>
            <a:ext cx="2103120" cy="850392"/>
          </a:xfrm>
          <a:prstGeom prst="rect">
            <a:avLst/>
          </a:prstGeom>
          <a:noFill/>
          <a:ln/>
        </p:spPr>
        <p:txBody>
          <a:bodyPr wrap="square" lIns="0" tIns="0" rIns="0" bIns="0" rtlCol="0" anchor="ctr"/>
          <a:lstStyle/>
          <a:p>
            <a:pPr algn="ctr" indent="0" marL="0">
              <a:buNone/>
            </a:pPr>
            <a:r>
              <a:rPr lang="en-US" sz="2800" b="1" dirty="0">
                <a:solidFill>
                  <a:schemeClr val="accent1"/>
                </a:solidFill>
              </a:rPr>
              <a:t>− en</a:t>
            </a:r>
            <a:endParaRPr lang="en-US" sz="2800" dirty="0"/>
          </a:p>
        </p:txBody>
      </p:sp>
      <p:pic>
        <p:nvPicPr>
          <p:cNvPr id="33" name="Image 2" descr="ChevronRight">    </p:cNvPr>
          <p:cNvPicPr>
            <a:picLocks noChangeAspect="1"/>
          </p:cNvPicPr>
          <p:nvPr/>
        </p:nvPicPr>
        <p:blipFill>
          <a:blip r:embed="rId3"/>
          <a:stretch>
            <a:fillRect/>
          </a:stretch>
        </p:blipFill>
        <p:spPr>
          <a:xfrm>
            <a:off x="7452360" y="2404872"/>
            <a:ext cx="219456" cy="219456"/>
          </a:xfrm>
          <a:prstGeom prst="rect">
            <a:avLst/>
          </a:prstGeom>
        </p:spPr>
      </p:pic>
      <p:sp>
        <p:nvSpPr>
          <p:cNvPr id="34" name="Shape 28"/>
          <p:cNvSpPr/>
          <p:nvPr/>
        </p:nvSpPr>
        <p:spPr>
          <a:xfrm>
            <a:off x="8183880" y="2103120"/>
            <a:ext cx="265176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5" name="Text 29"/>
          <p:cNvSpPr txBox="1"/>
          <p:nvPr/>
        </p:nvSpPr>
        <p:spPr>
          <a:xfrm>
            <a:off x="8229600" y="2103120"/>
            <a:ext cx="214884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endParaRPr lang="en-US" sz="3000" dirty="0"/>
          </a:p>
        </p:txBody>
      </p:sp>
      <p:pic>
        <p:nvPicPr>
          <p:cNvPr id="36" name="Image 3" descr="CheckCircle">    </p:cNvPr>
          <p:cNvPicPr>
            <a:picLocks noChangeAspect="1"/>
          </p:cNvPicPr>
          <p:nvPr/>
        </p:nvPicPr>
        <p:blipFill>
          <a:blip r:embed="rId4"/>
          <a:stretch>
            <a:fillRect/>
          </a:stretch>
        </p:blipFill>
        <p:spPr>
          <a:xfrm>
            <a:off x="10378440" y="2331720"/>
            <a:ext cx="365760" cy="365760"/>
          </a:xfrm>
          <a:prstGeom prst="rect">
            <a:avLst/>
          </a:prstGeom>
        </p:spPr>
      </p:pic>
      <p:sp>
        <p:nvSpPr>
          <p:cNvPr id="37" name="Text 30"/>
          <p:cNvSpPr txBox="1"/>
          <p:nvPr/>
        </p:nvSpPr>
        <p:spPr>
          <a:xfrm>
            <a:off x="868680" y="3364992"/>
            <a:ext cx="2651760" cy="310896"/>
          </a:xfrm>
          <a:prstGeom prst="rect">
            <a:avLst/>
          </a:prstGeom>
          <a:noFill/>
          <a:ln/>
        </p:spPr>
        <p:txBody>
          <a:bodyPr wrap="square" lIns="0" tIns="0" rIns="0" bIns="0" rtlCol="0" anchor="t"/>
          <a:lstStyle/>
          <a:p>
            <a:pPr algn="ctr" indent="0" marL="0">
              <a:buNone/>
            </a:pPr>
            <a:r>
              <a:rPr lang="en-US" sz="1500" i="1" dirty="0">
                <a:solidFill>
                  <a:schemeClr val="accent5"/>
                </a:solidFill>
              </a:rPr>
              <a:t>infinitif</a:t>
            </a:r>
            <a:endParaRPr lang="en-US" sz="1500" dirty="0"/>
          </a:p>
        </p:txBody>
      </p:sp>
      <p:sp>
        <p:nvSpPr>
          <p:cNvPr id="38" name="Text 31"/>
          <p:cNvSpPr txBox="1"/>
          <p:nvPr/>
        </p:nvSpPr>
        <p:spPr>
          <a:xfrm>
            <a:off x="8183880" y="3364992"/>
            <a:ext cx="2651760" cy="310896"/>
          </a:xfrm>
          <a:prstGeom prst="rect">
            <a:avLst/>
          </a:prstGeom>
          <a:noFill/>
          <a:ln/>
        </p:spPr>
        <p:txBody>
          <a:bodyPr wrap="square" lIns="0" tIns="0" rIns="0" bIns="0" rtlCol="0" anchor="t"/>
          <a:lstStyle/>
          <a:p>
            <a:pPr algn="ctr" indent="0" marL="0">
              <a:buNone/>
            </a:pPr>
            <a:r>
              <a:rPr lang="en-US" sz="1500" b="1" i="1" dirty="0">
                <a:solidFill>
                  <a:schemeClr val="accent3"/>
                </a:solidFill>
              </a:rPr>
              <a:t>radical</a:t>
            </a:r>
            <a:endParaRPr lang="en-US" sz="1500" dirty="0"/>
          </a:p>
        </p:txBody>
      </p:sp>
      <p:sp>
        <p:nvSpPr>
          <p:cNvPr id="39" name="Shape 32"/>
          <p:cNvSpPr/>
          <p:nvPr/>
        </p:nvSpPr>
        <p:spPr>
          <a:xfrm>
            <a:off x="2834640" y="4091940"/>
            <a:ext cx="2267712" cy="914"/>
          </a:xfrm>
          <a:prstGeom prst="line">
            <a:avLst/>
          </a:prstGeom>
          <a:noFill/>
          <a:ln w="38100">
            <a:solidFill>
              <a:srgbClr val="B8C2CF"/>
            </a:solidFill>
            <a:prstDash val="solid"/>
            <a:tailEnd type="triangle"/>
          </a:ln>
        </p:spPr>
      </p:sp>
      <p:sp>
        <p:nvSpPr>
          <p:cNvPr id="40" name="Shape 33"/>
          <p:cNvSpPr/>
          <p:nvPr/>
        </p:nvSpPr>
        <p:spPr>
          <a:xfrm>
            <a:off x="548640" y="3840480"/>
            <a:ext cx="2286000" cy="502920"/>
          </a:xfrm>
          <a:prstGeom prst="roundRect">
            <a:avLst>
              <a:gd name="adj" fmla="val 14545"/>
            </a:avLst>
          </a:prstGeom>
          <a:solidFill>
            <a:srgbClr val="FFFFFF"/>
          </a:solidFill>
          <a:ln w="22225">
            <a:solidFill>
              <a:srgbClr val="17375E"/>
            </a:solidFill>
            <a:prstDash val="solid"/>
          </a:ln>
        </p:spPr>
      </p:sp>
      <p:sp>
        <p:nvSpPr>
          <p:cNvPr id="41" name="Text 34"/>
          <p:cNvSpPr txBox="1"/>
          <p:nvPr/>
        </p:nvSpPr>
        <p:spPr>
          <a:xfrm>
            <a:off x="548640" y="3840480"/>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42" name="Shape 35"/>
          <p:cNvSpPr/>
          <p:nvPr/>
        </p:nvSpPr>
        <p:spPr>
          <a:xfrm>
            <a:off x="3337560" y="3886200"/>
            <a:ext cx="1234440" cy="411480"/>
          </a:xfrm>
          <a:prstGeom prst="roundRect">
            <a:avLst>
              <a:gd name="adj" fmla="val 17778"/>
            </a:avLst>
          </a:prstGeom>
          <a:solidFill>
            <a:srgbClr val="FDF1E6"/>
          </a:solidFill>
          <a:ln w="15875">
            <a:solidFill>
              <a:srgbClr val="D9700F"/>
            </a:solidFill>
            <a:prstDash val="solid"/>
          </a:ln>
        </p:spPr>
      </p:sp>
      <p:pic>
        <p:nvPicPr>
          <p:cNvPr id="43" name="Image 4" descr="Scissors">    </p:cNvPr>
          <p:cNvPicPr>
            <a:picLocks noChangeAspect="1"/>
          </p:cNvPicPr>
          <p:nvPr/>
        </p:nvPicPr>
        <p:blipFill>
          <a:blip r:embed="rId5"/>
          <a:stretch>
            <a:fillRect/>
          </a:stretch>
        </p:blipFill>
        <p:spPr>
          <a:xfrm>
            <a:off x="3429000" y="3950208"/>
            <a:ext cx="283464" cy="283464"/>
          </a:xfrm>
          <a:prstGeom prst="rect">
            <a:avLst/>
          </a:prstGeom>
        </p:spPr>
      </p:pic>
      <p:sp>
        <p:nvSpPr>
          <p:cNvPr id="44" name="Text 36"/>
          <p:cNvSpPr txBox="1"/>
          <p:nvPr/>
        </p:nvSpPr>
        <p:spPr>
          <a:xfrm>
            <a:off x="3749040" y="3886200"/>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45" name="Shape 37"/>
          <p:cNvSpPr/>
          <p:nvPr/>
        </p:nvSpPr>
        <p:spPr>
          <a:xfrm>
            <a:off x="5120640" y="3840480"/>
            <a:ext cx="1828800" cy="502920"/>
          </a:xfrm>
          <a:prstGeom prst="roundRect">
            <a:avLst>
              <a:gd name="adj" fmla="val 14545"/>
            </a:avLst>
          </a:prstGeom>
          <a:solidFill>
            <a:srgbClr val="EDF6F0"/>
          </a:solidFill>
          <a:ln w="25400">
            <a:solidFill>
              <a:srgbClr val="2E7D4F"/>
            </a:solidFill>
            <a:prstDash val="solid"/>
          </a:ln>
        </p:spPr>
      </p:sp>
      <p:sp>
        <p:nvSpPr>
          <p:cNvPr id="46" name="Text 38"/>
          <p:cNvSpPr txBox="1"/>
          <p:nvPr/>
        </p:nvSpPr>
        <p:spPr>
          <a:xfrm>
            <a:off x="5120640" y="3840480"/>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endParaRPr lang="en-US" sz="2200" dirty="0"/>
          </a:p>
        </p:txBody>
      </p:sp>
      <p:sp>
        <p:nvSpPr>
          <p:cNvPr id="47" name="Shape 39"/>
          <p:cNvSpPr/>
          <p:nvPr/>
        </p:nvSpPr>
        <p:spPr>
          <a:xfrm>
            <a:off x="2834640" y="4704588"/>
            <a:ext cx="2267712" cy="914"/>
          </a:xfrm>
          <a:prstGeom prst="line">
            <a:avLst/>
          </a:prstGeom>
          <a:noFill/>
          <a:ln w="38100">
            <a:solidFill>
              <a:srgbClr val="B8C2CF"/>
            </a:solidFill>
            <a:prstDash val="solid"/>
            <a:tailEnd type="triangle"/>
          </a:ln>
        </p:spPr>
      </p:sp>
      <p:sp>
        <p:nvSpPr>
          <p:cNvPr id="48" name="Shape 40"/>
          <p:cNvSpPr/>
          <p:nvPr/>
        </p:nvSpPr>
        <p:spPr>
          <a:xfrm>
            <a:off x="548640" y="4453128"/>
            <a:ext cx="2286000" cy="502920"/>
          </a:xfrm>
          <a:prstGeom prst="roundRect">
            <a:avLst>
              <a:gd name="adj" fmla="val 14545"/>
            </a:avLst>
          </a:prstGeom>
          <a:solidFill>
            <a:srgbClr val="FFFFFF"/>
          </a:solidFill>
          <a:ln w="22225">
            <a:solidFill>
              <a:srgbClr val="17375E"/>
            </a:solidFill>
            <a:prstDash val="solid"/>
          </a:ln>
        </p:spPr>
      </p:sp>
      <p:sp>
        <p:nvSpPr>
          <p:cNvPr id="49" name="Text 41"/>
          <p:cNvSpPr txBox="1"/>
          <p:nvPr/>
        </p:nvSpPr>
        <p:spPr>
          <a:xfrm>
            <a:off x="548640" y="4453128"/>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0" name="Shape 42"/>
          <p:cNvSpPr/>
          <p:nvPr/>
        </p:nvSpPr>
        <p:spPr>
          <a:xfrm>
            <a:off x="3337560" y="4498848"/>
            <a:ext cx="1234440" cy="411480"/>
          </a:xfrm>
          <a:prstGeom prst="roundRect">
            <a:avLst>
              <a:gd name="adj" fmla="val 17778"/>
            </a:avLst>
          </a:prstGeom>
          <a:solidFill>
            <a:srgbClr val="FDF1E6"/>
          </a:solidFill>
          <a:ln w="15875">
            <a:solidFill>
              <a:srgbClr val="D9700F"/>
            </a:solidFill>
            <a:prstDash val="solid"/>
          </a:ln>
        </p:spPr>
      </p:sp>
      <p:pic>
        <p:nvPicPr>
          <p:cNvPr id="51" name="Image 5" descr="Scissors">    </p:cNvPr>
          <p:cNvPicPr>
            <a:picLocks noChangeAspect="1"/>
          </p:cNvPicPr>
          <p:nvPr/>
        </p:nvPicPr>
        <p:blipFill>
          <a:blip r:embed="rId6"/>
          <a:stretch>
            <a:fillRect/>
          </a:stretch>
        </p:blipFill>
        <p:spPr>
          <a:xfrm>
            <a:off x="3429000" y="4562856"/>
            <a:ext cx="283464" cy="283464"/>
          </a:xfrm>
          <a:prstGeom prst="rect">
            <a:avLst/>
          </a:prstGeom>
        </p:spPr>
      </p:pic>
      <p:sp>
        <p:nvSpPr>
          <p:cNvPr id="52" name="Text 43"/>
          <p:cNvSpPr txBox="1"/>
          <p:nvPr/>
        </p:nvSpPr>
        <p:spPr>
          <a:xfrm>
            <a:off x="3749040" y="4498848"/>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53" name="Shape 44"/>
          <p:cNvSpPr/>
          <p:nvPr/>
        </p:nvSpPr>
        <p:spPr>
          <a:xfrm>
            <a:off x="5120640" y="4453128"/>
            <a:ext cx="1828800" cy="502920"/>
          </a:xfrm>
          <a:prstGeom prst="roundRect">
            <a:avLst>
              <a:gd name="adj" fmla="val 14545"/>
            </a:avLst>
          </a:prstGeom>
          <a:solidFill>
            <a:srgbClr val="EDF6F0"/>
          </a:solidFill>
          <a:ln w="25400">
            <a:solidFill>
              <a:srgbClr val="2E7D4F"/>
            </a:solidFill>
            <a:prstDash val="solid"/>
          </a:ln>
        </p:spPr>
      </p:sp>
      <p:sp>
        <p:nvSpPr>
          <p:cNvPr id="54" name="Text 45"/>
          <p:cNvSpPr txBox="1"/>
          <p:nvPr/>
        </p:nvSpPr>
        <p:spPr>
          <a:xfrm>
            <a:off x="5120640" y="4453128"/>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endParaRPr lang="en-US" sz="2200" dirty="0"/>
          </a:p>
        </p:txBody>
      </p:sp>
      <p:sp>
        <p:nvSpPr>
          <p:cNvPr id="55" name="Shape 46"/>
          <p:cNvSpPr/>
          <p:nvPr/>
        </p:nvSpPr>
        <p:spPr>
          <a:xfrm>
            <a:off x="2834640" y="5317236"/>
            <a:ext cx="2267712" cy="914"/>
          </a:xfrm>
          <a:prstGeom prst="line">
            <a:avLst/>
          </a:prstGeom>
          <a:noFill/>
          <a:ln w="38100">
            <a:solidFill>
              <a:srgbClr val="B8C2CF"/>
            </a:solidFill>
            <a:prstDash val="solid"/>
            <a:tailEnd type="triangle"/>
          </a:ln>
        </p:spPr>
      </p:sp>
      <p:sp>
        <p:nvSpPr>
          <p:cNvPr id="56" name="Shape 47"/>
          <p:cNvSpPr/>
          <p:nvPr/>
        </p:nvSpPr>
        <p:spPr>
          <a:xfrm>
            <a:off x="548640" y="5065776"/>
            <a:ext cx="2286000" cy="502920"/>
          </a:xfrm>
          <a:prstGeom prst="roundRect">
            <a:avLst>
              <a:gd name="adj" fmla="val 14545"/>
            </a:avLst>
          </a:prstGeom>
          <a:solidFill>
            <a:srgbClr val="FFFFFF"/>
          </a:solidFill>
          <a:ln w="22225">
            <a:solidFill>
              <a:srgbClr val="17375E"/>
            </a:solidFill>
            <a:prstDash val="solid"/>
          </a:ln>
        </p:spPr>
      </p:sp>
      <p:sp>
        <p:nvSpPr>
          <p:cNvPr id="57" name="Text 48"/>
          <p:cNvSpPr txBox="1"/>
          <p:nvPr/>
        </p:nvSpPr>
        <p:spPr>
          <a:xfrm>
            <a:off x="548640" y="5065776"/>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8" name="Shape 49"/>
          <p:cNvSpPr/>
          <p:nvPr/>
        </p:nvSpPr>
        <p:spPr>
          <a:xfrm>
            <a:off x="3337560" y="5111496"/>
            <a:ext cx="1234440" cy="411480"/>
          </a:xfrm>
          <a:prstGeom prst="roundRect">
            <a:avLst>
              <a:gd name="adj" fmla="val 17778"/>
            </a:avLst>
          </a:prstGeom>
          <a:solidFill>
            <a:srgbClr val="FDF1E6"/>
          </a:solidFill>
          <a:ln w="15875">
            <a:solidFill>
              <a:srgbClr val="D9700F"/>
            </a:solidFill>
            <a:prstDash val="solid"/>
          </a:ln>
        </p:spPr>
      </p:sp>
      <p:pic>
        <p:nvPicPr>
          <p:cNvPr id="59" name="Image 6" descr="Scissors">    </p:cNvPr>
          <p:cNvPicPr>
            <a:picLocks noChangeAspect="1"/>
          </p:cNvPicPr>
          <p:nvPr/>
        </p:nvPicPr>
        <p:blipFill>
          <a:blip r:embed="rId7"/>
          <a:stretch>
            <a:fillRect/>
          </a:stretch>
        </p:blipFill>
        <p:spPr>
          <a:xfrm>
            <a:off x="3429000" y="5175504"/>
            <a:ext cx="283464" cy="283464"/>
          </a:xfrm>
          <a:prstGeom prst="rect">
            <a:avLst/>
          </a:prstGeom>
        </p:spPr>
      </p:pic>
      <p:sp>
        <p:nvSpPr>
          <p:cNvPr id="60" name="Text 50"/>
          <p:cNvSpPr txBox="1"/>
          <p:nvPr/>
        </p:nvSpPr>
        <p:spPr>
          <a:xfrm>
            <a:off x="3749040" y="5111496"/>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1" name="Shape 51"/>
          <p:cNvSpPr/>
          <p:nvPr/>
        </p:nvSpPr>
        <p:spPr>
          <a:xfrm>
            <a:off x="5120640" y="5065776"/>
            <a:ext cx="1828800" cy="502920"/>
          </a:xfrm>
          <a:prstGeom prst="roundRect">
            <a:avLst>
              <a:gd name="adj" fmla="val 14545"/>
            </a:avLst>
          </a:prstGeom>
          <a:solidFill>
            <a:srgbClr val="EDF6F0"/>
          </a:solidFill>
          <a:ln w="25400">
            <a:solidFill>
              <a:srgbClr val="2E7D4F"/>
            </a:solidFill>
            <a:prstDash val="solid"/>
          </a:ln>
        </p:spPr>
      </p:sp>
      <p:sp>
        <p:nvSpPr>
          <p:cNvPr id="62" name="Text 52"/>
          <p:cNvSpPr txBox="1"/>
          <p:nvPr/>
        </p:nvSpPr>
        <p:spPr>
          <a:xfrm>
            <a:off x="5120640" y="5065776"/>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endParaRPr lang="en-US" sz="2200" dirty="0"/>
          </a:p>
        </p:txBody>
      </p:sp>
      <p:sp>
        <p:nvSpPr>
          <p:cNvPr id="63" name="Shape 53"/>
          <p:cNvSpPr/>
          <p:nvPr/>
        </p:nvSpPr>
        <p:spPr>
          <a:xfrm>
            <a:off x="2834640" y="5929884"/>
            <a:ext cx="2267712" cy="914"/>
          </a:xfrm>
          <a:prstGeom prst="line">
            <a:avLst/>
          </a:prstGeom>
          <a:noFill/>
          <a:ln w="38100">
            <a:solidFill>
              <a:srgbClr val="B8C2CF"/>
            </a:solidFill>
            <a:prstDash val="solid"/>
            <a:tailEnd type="triangle"/>
          </a:ln>
        </p:spPr>
      </p:sp>
      <p:sp>
        <p:nvSpPr>
          <p:cNvPr id="64" name="Shape 54"/>
          <p:cNvSpPr/>
          <p:nvPr/>
        </p:nvSpPr>
        <p:spPr>
          <a:xfrm>
            <a:off x="548640" y="5678424"/>
            <a:ext cx="2286000" cy="502920"/>
          </a:xfrm>
          <a:prstGeom prst="roundRect">
            <a:avLst>
              <a:gd name="adj" fmla="val 14545"/>
            </a:avLst>
          </a:prstGeom>
          <a:solidFill>
            <a:srgbClr val="FFFFFF"/>
          </a:solidFill>
          <a:ln w="22225">
            <a:solidFill>
              <a:srgbClr val="17375E"/>
            </a:solidFill>
            <a:prstDash val="solid"/>
          </a:ln>
        </p:spPr>
      </p:sp>
      <p:sp>
        <p:nvSpPr>
          <p:cNvPr id="65" name="Text 55"/>
          <p:cNvSpPr txBox="1"/>
          <p:nvPr/>
        </p:nvSpPr>
        <p:spPr>
          <a:xfrm>
            <a:off x="548640" y="5678424"/>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66" name="Shape 56"/>
          <p:cNvSpPr/>
          <p:nvPr/>
        </p:nvSpPr>
        <p:spPr>
          <a:xfrm>
            <a:off x="3337560" y="5724144"/>
            <a:ext cx="1234440" cy="411480"/>
          </a:xfrm>
          <a:prstGeom prst="roundRect">
            <a:avLst>
              <a:gd name="adj" fmla="val 17778"/>
            </a:avLst>
          </a:prstGeom>
          <a:solidFill>
            <a:srgbClr val="FDF1E6"/>
          </a:solidFill>
          <a:ln w="15875">
            <a:solidFill>
              <a:srgbClr val="D9700F"/>
            </a:solidFill>
            <a:prstDash val="solid"/>
          </a:ln>
        </p:spPr>
      </p:sp>
      <p:pic>
        <p:nvPicPr>
          <p:cNvPr id="67" name="Image 7" descr="Scissors">    </p:cNvPr>
          <p:cNvPicPr>
            <a:picLocks noChangeAspect="1"/>
          </p:cNvPicPr>
          <p:nvPr/>
        </p:nvPicPr>
        <p:blipFill>
          <a:blip r:embed="rId8"/>
          <a:stretch>
            <a:fillRect/>
          </a:stretch>
        </p:blipFill>
        <p:spPr>
          <a:xfrm>
            <a:off x="3429000" y="5788152"/>
            <a:ext cx="283464" cy="283464"/>
          </a:xfrm>
          <a:prstGeom prst="rect">
            <a:avLst/>
          </a:prstGeom>
        </p:spPr>
      </p:pic>
      <p:sp>
        <p:nvSpPr>
          <p:cNvPr id="68" name="Text 57"/>
          <p:cNvSpPr txBox="1"/>
          <p:nvPr/>
        </p:nvSpPr>
        <p:spPr>
          <a:xfrm>
            <a:off x="3749040" y="5724144"/>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9" name="Shape 58"/>
          <p:cNvSpPr/>
          <p:nvPr/>
        </p:nvSpPr>
        <p:spPr>
          <a:xfrm>
            <a:off x="5120640" y="5678424"/>
            <a:ext cx="1828800" cy="502920"/>
          </a:xfrm>
          <a:prstGeom prst="roundRect">
            <a:avLst>
              <a:gd name="adj" fmla="val 14545"/>
            </a:avLst>
          </a:prstGeom>
          <a:solidFill>
            <a:srgbClr val="EDF6F0"/>
          </a:solidFill>
          <a:ln w="25400">
            <a:solidFill>
              <a:srgbClr val="2E7D4F"/>
            </a:solidFill>
            <a:prstDash val="solid"/>
          </a:ln>
        </p:spPr>
      </p:sp>
      <p:sp>
        <p:nvSpPr>
          <p:cNvPr id="70" name="Text 59"/>
          <p:cNvSpPr txBox="1"/>
          <p:nvPr/>
        </p:nvSpPr>
        <p:spPr>
          <a:xfrm>
            <a:off x="5120640" y="5678424"/>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endParaRPr lang="en-US" sz="2200" dirty="0"/>
          </a:p>
        </p:txBody>
      </p:sp>
      <p:sp>
        <p:nvSpPr>
          <p:cNvPr id="71" name="Shape 60"/>
          <p:cNvSpPr/>
          <p:nvPr/>
        </p:nvSpPr>
        <p:spPr>
          <a:xfrm>
            <a:off x="7269480" y="3840480"/>
            <a:ext cx="4370832" cy="868680"/>
          </a:xfrm>
          <a:prstGeom prst="roundRect">
            <a:avLst>
              <a:gd name="adj" fmla="val 8421"/>
            </a:avLst>
          </a:prstGeom>
          <a:solidFill>
            <a:schemeClr val="tx2"/>
          </a:solidFill>
          <a:ln w="12700">
            <a:solidFill>
              <a:srgbClr val="FFFFFF">
                <a:alpha val="0"/>
              </a:srgbClr>
            </a:solidFill>
            <a:prstDash val="solid"/>
          </a:ln>
        </p:spPr>
      </p:sp>
      <p:sp>
        <p:nvSpPr>
          <p:cNvPr id="72" name="Text 61"/>
          <p:cNvSpPr txBox="1"/>
          <p:nvPr/>
        </p:nvSpPr>
        <p:spPr>
          <a:xfrm>
            <a:off x="7269480" y="3840480"/>
            <a:ext cx="4370832" cy="868680"/>
          </a:xfrm>
          <a:prstGeom prst="rect">
            <a:avLst/>
          </a:prstGeom>
          <a:noFill/>
          <a:ln/>
        </p:spPr>
        <p:txBody>
          <a:bodyPr wrap="square" lIns="0" tIns="0" rIns="0" bIns="0" rtlCol="0" anchor="ctr"/>
          <a:lstStyle/>
          <a:p>
            <a:pPr algn="ctr" indent="0" marL="0">
              <a:buNone/>
            </a:pPr>
            <a:r>
              <a:rPr lang="en-US" sz="2500" b="1" dirty="0">
                <a:solidFill>
                  <a:schemeClr val="bg1"/>
                </a:solidFill>
                <a:latin typeface="+mj-lt" pitchFamily="34" charset="0"/>
                <a:ea typeface="+mj-lt" pitchFamily="34" charset="-122"/>
                <a:cs typeface="+mj-lt" pitchFamily="34" charset="-120"/>
              </a:rPr>
              <a:t>infinitif − en = radical</a:t>
            </a:r>
            <a:endParaRPr lang="en-US" sz="2500" dirty="0"/>
          </a:p>
        </p:txBody>
      </p:sp>
      <p:sp>
        <p:nvSpPr>
          <p:cNvPr id="73" name="Shape 62"/>
          <p:cNvSpPr/>
          <p:nvPr/>
        </p:nvSpPr>
        <p:spPr>
          <a:xfrm>
            <a:off x="7269480" y="4892040"/>
            <a:ext cx="4370832" cy="1371600"/>
          </a:xfrm>
          <a:prstGeom prst="roundRect">
            <a:avLst>
              <a:gd name="adj" fmla="val 5333"/>
            </a:avLst>
          </a:prstGeom>
          <a:solidFill>
            <a:schemeClr val="bg2"/>
          </a:solidFill>
          <a:ln w="12700">
            <a:solidFill>
              <a:srgbClr val="D5DCE6"/>
            </a:solidFill>
            <a:prstDash val="solid"/>
          </a:ln>
        </p:spPr>
      </p:sp>
      <p:pic>
        <p:nvPicPr>
          <p:cNvPr id="74" name="Image 8" descr="key">    </p:cNvPr>
          <p:cNvPicPr>
            <a:picLocks noChangeAspect="1"/>
          </p:cNvPicPr>
          <p:nvPr/>
        </p:nvPicPr>
        <p:blipFill>
          <a:blip r:embed="rId9"/>
          <a:stretch>
            <a:fillRect/>
          </a:stretch>
        </p:blipFill>
        <p:spPr>
          <a:xfrm>
            <a:off x="7452360" y="5074920"/>
            <a:ext cx="411480" cy="411480"/>
          </a:xfrm>
          <a:prstGeom prst="rect">
            <a:avLst/>
          </a:prstGeom>
        </p:spPr>
      </p:pic>
      <p:sp>
        <p:nvSpPr>
          <p:cNvPr id="75" name="Text 63"/>
          <p:cNvSpPr txBox="1"/>
          <p:nvPr/>
        </p:nvSpPr>
        <p:spPr>
          <a:xfrm>
            <a:off x="8046720" y="4937760"/>
            <a:ext cx="3474720" cy="128016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Le radical = la forme de </a:t>
            </a:r>
            <a:r>
              <a:rPr lang="en-US" sz="1800" b="1" dirty="0">
                <a:solidFill>
                  <a:schemeClr val="tx1"/>
                </a:solidFill>
              </a:rPr>
              <a:t>ik</a:t>
            </a:r>
            <a:r>
              <a:rPr lang="en-US" sz="1800" dirty="0">
                <a:solidFill>
                  <a:schemeClr val="tx1"/>
                </a:solidFill>
              </a:rPr>
              <a:t> :</a:t>
            </a:r>
            <a:endParaRPr lang="en-US" sz="1800" dirty="0"/>
          </a:p>
          <a:p>
            <a:pPr algn="l" indent="0" marL="0">
              <a:spcAft>
                <a:spcPts val="600"/>
              </a:spcAft>
              <a:buNone/>
            </a:pPr>
            <a:r>
              <a:rPr lang="en-US" sz="1800" i="1" dirty="0">
                <a:solidFill>
                  <a:schemeClr val="tx1"/>
                </a:solidFill>
              </a:rPr>
              <a:t>ik werk, ik drink, ik luister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1 — la voyelle longue se double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EDF6F0"/>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SPR</a:t>
            </a:r>
            <a:r>
              <a:rPr lang="en-US" sz="2600" b="1" dirty="0">
                <a:solidFill>
                  <a:schemeClr val="accent3"/>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·KEN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SPREK</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3"/>
          </a:solidFill>
          <a:ln w="12700">
            <a:solidFill>
              <a:srgbClr val="FFFFFF">
                <a:alpha val="0"/>
              </a:srgbClr>
            </a:solidFill>
            <a:prstDash val="solid"/>
          </a:ln>
        </p:spPr>
      </p:sp>
      <p:pic>
        <p:nvPicPr>
          <p:cNvPr id="36" name="Image 1" descr="RulerHorizontal">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3"/>
                </a:solidFill>
              </a:rPr>
              <a:t>je double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b="1" dirty="0">
                <a:solidFill>
                  <a:schemeClr val="tx1"/>
                </a:solidFill>
                <a:latin typeface="+mj-lt" pitchFamily="34" charset="0"/>
                <a:ea typeface="+mj-lt" pitchFamily="34" charset="-122"/>
                <a:cs typeface="+mj-lt" pitchFamily="34" charset="-120"/>
              </a:rPr>
              <a:t>K</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Open">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3"/>
                </a:solidFill>
              </a:rPr>
              <a:t>ouverte → long</a:t>
            </a:r>
            <a:endParaRPr lang="en-US" sz="1400" dirty="0"/>
          </a:p>
        </p:txBody>
      </p:sp>
      <p:pic>
        <p:nvPicPr>
          <p:cNvPr id="49" name="Image 10" descr="ShieldAlt">    </p:cNvPr>
          <p:cNvPicPr>
            <a:picLocks noChangeAspect="1"/>
          </p:cNvPicPr>
          <p:nvPr/>
        </p:nvPicPr>
        <p:blipFill>
          <a:blip r:embed="rId11"/>
          <a:stretch>
            <a:fillRect/>
          </a:stretch>
        </p:blipFill>
        <p:spPr>
          <a:xfrm>
            <a:off x="4936363" y="3355848"/>
            <a:ext cx="274320" cy="274320"/>
          </a:xfrm>
          <a:prstGeom prst="rect">
            <a:avLst/>
          </a:prstGeom>
        </p:spPr>
      </p:pic>
      <p:sp>
        <p:nvSpPr>
          <p:cNvPr id="50" name="Text 36"/>
          <p:cNvSpPr txBox="1"/>
          <p:nvPr/>
        </p:nvSpPr>
        <p:spPr>
          <a:xfrm>
            <a:off x="5265547" y="3364992"/>
            <a:ext cx="1493266" cy="310896"/>
          </a:xfrm>
          <a:prstGeom prst="rect">
            <a:avLst/>
          </a:prstGeom>
          <a:noFill/>
          <a:ln/>
        </p:spPr>
        <p:txBody>
          <a:bodyPr wrap="square" lIns="0" tIns="0" rIns="0" bIns="0" rtlCol="0" anchor="t"/>
          <a:lstStyle/>
          <a:p>
            <a:pPr algn="ctr" indent="0" marL="0">
              <a:buNone/>
            </a:pPr>
            <a:r>
              <a:rPr lang="en-US" sz="1400" b="1" dirty="0">
                <a:solidFill>
                  <a:schemeClr val="accent6"/>
                </a:solidFill>
              </a:rPr>
              <a:t>✗ son court !</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son long</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b="1" dirty="0">
                <a:solidFill>
                  <a:schemeClr val="tx1"/>
                </a:solidFill>
              </a:rPr>
              <a:t>Infinitif</a:t>
            </a:r>
            <a:r>
              <a:rPr lang="en-US" sz="1700" dirty="0">
                <a:solidFill>
                  <a:schemeClr val="tx1"/>
                </a:solidFill>
              </a:rPr>
              <a:t> : syllabe </a:t>
            </a:r>
            <a:r>
              <a:rPr lang="en-US" sz="1700" b="1" dirty="0">
                <a:solidFill>
                  <a:schemeClr val="tx1"/>
                </a:solidFill>
              </a:rPr>
              <a:t>ouverte</a:t>
            </a:r>
            <a:r>
              <a:rPr lang="en-US" sz="1700" dirty="0">
                <a:solidFill>
                  <a:schemeClr val="tx1"/>
                </a:solidFill>
              </a:rPr>
              <a:t> → </a:t>
            </a:r>
            <a:r>
              <a:rPr lang="en-US" sz="1700" b="1" dirty="0">
                <a:solidFill>
                  <a:schemeClr val="tx1"/>
                </a:solidFill>
              </a:rPr>
              <a:t>radical</a:t>
            </a:r>
            <a:r>
              <a:rPr lang="en-US" sz="1700" dirty="0">
                <a:solidFill>
                  <a:schemeClr val="tx1"/>
                </a:solidFill>
              </a:rPr>
              <a:t> : syllabe </a:t>
            </a:r>
            <a:r>
              <a:rPr lang="en-US" sz="1700" b="1" dirty="0">
                <a:solidFill>
                  <a:schemeClr val="tx1"/>
                </a:solidFill>
              </a:rPr>
              <a:t>fermée</a:t>
            </a:r>
            <a:r>
              <a:rPr lang="en-US" sz="1700" dirty="0">
                <a:solidFill>
                  <a:schemeClr val="tx1"/>
                </a:solidFill>
              </a:rPr>
              <a:t> → </a:t>
            </a:r>
            <a:r>
              <a:rPr lang="en-US" sz="1700" b="1" dirty="0">
                <a:solidFill>
                  <a:schemeClr val="tx1"/>
                </a:solidFill>
              </a:rPr>
              <a:t>je double la voyelle</a:t>
            </a:r>
            <a:r>
              <a:rPr lang="en-US" sz="1700" dirty="0">
                <a:solidFill>
                  <a:schemeClr val="tx1"/>
                </a:solidFill>
              </a:rPr>
              <a:t> pour garder le son long</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spreken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wonen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w</a:t>
            </a:r>
            <a:r>
              <a:rPr lang="en-US" sz="2400" b="1" dirty="0">
                <a:solidFill>
                  <a:schemeClr val="accent3"/>
                </a:solidFill>
                <a:latin typeface="+mj-lt" pitchFamily="34" charset="0"/>
                <a:ea typeface="+mj-lt" pitchFamily="34" charset="-122"/>
                <a:cs typeface="+mj-lt" pitchFamily="34" charset="-120"/>
              </a:rPr>
              <a:t>oo</a:t>
            </a:r>
            <a:r>
              <a:rPr lang="en-US" sz="2400" dirty="0">
                <a:solidFill>
                  <a:schemeClr val="tx1"/>
                </a:solidFill>
                <a:latin typeface="+mj-lt" pitchFamily="34" charset="0"/>
                <a:ea typeface="+mj-lt" pitchFamily="34" charset="-122"/>
                <a:cs typeface="+mj-lt" pitchFamily="34" charset="-120"/>
              </a:rPr>
              <a:t>n</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slapen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sl</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p</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maken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m</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leren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l</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r</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6">
              <a:alpha val="10000"/>
            </a:schemeClr>
          </a:solidFill>
          <a:ln w="12700">
            <a:solidFill>
              <a:srgbClr val="B83227"/>
            </a:solidFill>
            <a:prstDash val="solid"/>
          </a:ln>
        </p:spPr>
      </p:sp>
      <p:pic>
        <p:nvPicPr>
          <p:cNvPr id="71" name="Image 12" descr="ExclamationTriangle">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b="1" dirty="0">
                <a:solidFill>
                  <a:schemeClr val="tx1"/>
                </a:solidFill>
              </a:rPr>
              <a:t>Exception</a:t>
            </a:r>
            <a:r>
              <a:rPr lang="en-US" sz="1800" dirty="0">
                <a:solidFill>
                  <a:schemeClr val="tx1"/>
                </a:solidFill>
              </a:rPr>
              <a:t> : </a:t>
            </a:r>
            <a:r>
              <a:rPr lang="en-US" sz="1800" i="1" dirty="0">
                <a:solidFill>
                  <a:schemeClr val="tx1"/>
                </a:solidFill>
              </a:rPr>
              <a:t>komen → ik </a:t>
            </a:r>
            <a:r>
              <a:rPr lang="en-US" sz="1800" b="1" i="1" dirty="0">
                <a:solidFill>
                  <a:schemeClr val="tx1"/>
                </a:solidFill>
              </a:rPr>
              <a:t>kom</a:t>
            </a:r>
            <a:r>
              <a:rPr lang="en-US" sz="1800" dirty="0">
                <a:solidFill>
                  <a:schemeClr val="tx1"/>
                </a:solidFill>
              </a:rPr>
              <a:t> (o court)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2 — la consonne double se simplifie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FBEFF4"/>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a:t>
            </a:r>
            <a:r>
              <a:rPr lang="en-US" sz="2600" b="1" dirty="0">
                <a:solidFill>
                  <a:schemeClr val="accent4"/>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L·LEN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BELL</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4"/>
          </a:solidFill>
          <a:ln w="12700">
            <a:solidFill>
              <a:srgbClr val="FFFFFF">
                <a:alpha val="0"/>
              </a:srgbClr>
            </a:solidFill>
            <a:prstDash val="solid"/>
          </a:ln>
        </p:spPr>
      </p:sp>
      <p:pic>
        <p:nvPicPr>
          <p:cNvPr id="36" name="Image 1" descr="CompressArrowsAlt">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4"/>
                </a:solidFill>
              </a:rPr>
              <a:t>je simplifie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L</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Closed">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4"/>
                </a:solidFill>
              </a:rPr>
              <a:t>consonne double</a:t>
            </a:r>
            <a:endParaRPr lang="en-US" sz="1400" dirty="0"/>
          </a:p>
        </p:txBody>
      </p:sp>
      <p:pic>
        <p:nvPicPr>
          <p:cNvPr id="49" name="Image 10" descr="Ban">    </p:cNvPr>
          <p:cNvPicPr>
            <a:picLocks noChangeAspect="1"/>
          </p:cNvPicPr>
          <p:nvPr/>
        </p:nvPicPr>
        <p:blipFill>
          <a:blip r:embed="rId11"/>
          <a:stretch>
            <a:fillRect/>
          </a:stretch>
        </p:blipFill>
        <p:spPr>
          <a:xfrm>
            <a:off x="3673983" y="3355848"/>
            <a:ext cx="274320" cy="274320"/>
          </a:xfrm>
          <a:prstGeom prst="rect">
            <a:avLst/>
          </a:prstGeom>
        </p:spPr>
      </p:pic>
      <p:sp>
        <p:nvSpPr>
          <p:cNvPr id="50" name="Text 36"/>
          <p:cNvSpPr txBox="1"/>
          <p:nvPr/>
        </p:nvSpPr>
        <p:spPr>
          <a:xfrm>
            <a:off x="4003167" y="3364992"/>
            <a:ext cx="4018026" cy="310896"/>
          </a:xfrm>
          <a:prstGeom prst="rect">
            <a:avLst/>
          </a:prstGeom>
          <a:noFill/>
          <a:ln/>
        </p:spPr>
        <p:txBody>
          <a:bodyPr wrap="square" lIns="0" tIns="0" rIns="0" bIns="0" rtlCol="0" anchor="t"/>
          <a:lstStyle/>
          <a:p>
            <a:pPr algn="ctr" indent="0" marL="0">
              <a:buNone/>
            </a:pPr>
            <a:r>
              <a:rPr lang="en-US" sz="1400" b="1" dirty="0">
                <a:solidFill>
                  <a:schemeClr val="accent6"/>
                </a:solidFill>
              </a:rPr>
              <a:t>pas de double consonne en fin de mot</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une seule consonne</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dirty="0">
                <a:solidFill>
                  <a:schemeClr val="tx1"/>
                </a:solidFill>
              </a:rPr>
              <a:t>Consonne </a:t>
            </a:r>
            <a:r>
              <a:rPr lang="en-US" sz="1700" b="1" dirty="0">
                <a:solidFill>
                  <a:schemeClr val="tx1"/>
                </a:solidFill>
              </a:rPr>
              <a:t>double</a:t>
            </a:r>
            <a:r>
              <a:rPr lang="en-US" sz="1700" dirty="0">
                <a:solidFill>
                  <a:schemeClr val="tx1"/>
                </a:solidFill>
              </a:rPr>
              <a:t> dans l’infinitif → </a:t>
            </a:r>
            <a:r>
              <a:rPr lang="en-US" sz="1700" b="1" dirty="0">
                <a:solidFill>
                  <a:schemeClr val="tx1"/>
                </a:solidFill>
              </a:rPr>
              <a:t>une seule</a:t>
            </a:r>
            <a:r>
              <a:rPr lang="en-US" sz="1700" dirty="0">
                <a:solidFill>
                  <a:schemeClr val="tx1"/>
                </a:solidFill>
              </a:rPr>
              <a:t> dans le radical</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bellen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l</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zitten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i</a:t>
            </a:r>
            <a:r>
              <a:rPr lang="en-US" sz="2400" u="sng" dirty="0">
                <a:solidFill>
                  <a:schemeClr val="tx1"/>
                </a:solidFill>
                <a:latin typeface="+mj-lt" pitchFamily="34" charset="0"/>
                <a:ea typeface="+mj-lt" pitchFamily="34" charset="-122"/>
                <a:cs typeface="+mj-lt" pitchFamily="34" charset="-120"/>
              </a:rPr>
              <a:t>t</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zeggen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g</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pakken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p</a:t>
            </a:r>
            <a:r>
              <a:rPr lang="en-US" sz="2400" b="1" dirty="0">
                <a:solidFill>
                  <a:schemeClr val="accent4"/>
                </a:solidFill>
                <a:latin typeface="+mj-lt" pitchFamily="34" charset="0"/>
                <a:ea typeface="+mj-lt" pitchFamily="34" charset="-122"/>
                <a:cs typeface="+mj-lt" pitchFamily="34" charset="-120"/>
              </a:rPr>
              <a:t>a</a:t>
            </a:r>
            <a:r>
              <a:rPr lang="en-US" sz="2400" u="sng"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stoppen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st</a:t>
            </a:r>
            <a:r>
              <a:rPr lang="en-US" sz="2400" b="1" dirty="0">
                <a:solidFill>
                  <a:schemeClr val="accent4"/>
                </a:solidFill>
                <a:latin typeface="+mj-lt" pitchFamily="34" charset="0"/>
                <a:ea typeface="+mj-lt" pitchFamily="34" charset="-122"/>
                <a:cs typeface="+mj-lt" pitchFamily="34" charset="-120"/>
              </a:rPr>
              <a:t>o</a:t>
            </a:r>
            <a:r>
              <a:rPr lang="en-US" sz="2400" u="sng" dirty="0">
                <a:solidFill>
                  <a:schemeClr val="tx1"/>
                </a:solidFill>
                <a:latin typeface="+mj-lt" pitchFamily="34" charset="0"/>
                <a:ea typeface="+mj-lt" pitchFamily="34" charset="-122"/>
                <a:cs typeface="+mj-lt" pitchFamily="34" charset="-120"/>
              </a:rPr>
              <a:t>p</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4">
              <a:alpha val="10000"/>
            </a:schemeClr>
          </a:solidFill>
          <a:ln w="12700">
            <a:solidFill>
              <a:srgbClr val="B4236A"/>
            </a:solidFill>
            <a:prstDash val="solid"/>
          </a:ln>
        </p:spPr>
      </p:sp>
      <p:pic>
        <p:nvPicPr>
          <p:cNvPr id="71" name="Image 12" descr="DoorClosed">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dirty="0">
                <a:solidFill>
                  <a:schemeClr val="tx1"/>
                </a:solidFill>
              </a:rPr>
              <a:t>Le son reste </a:t>
            </a:r>
            <a:r>
              <a:rPr lang="en-US" sz="1800" b="1" dirty="0">
                <a:solidFill>
                  <a:schemeClr val="tx1"/>
                </a:solidFill>
              </a:rPr>
              <a:t>court</a:t>
            </a:r>
            <a:r>
              <a:rPr lang="en-US" sz="1800" dirty="0">
                <a:solidFill>
                  <a:schemeClr val="tx1"/>
                </a:solidFill>
              </a:rPr>
              <a:t> : la porte est fermée par une seule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Ce qui ne bouge pas — et le récapitulatif</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1091672" cy="502920"/>
          </a:xfrm>
          <a:prstGeom prst="rect">
            <a:avLst/>
          </a:prstGeom>
          <a:solidFill>
            <a:schemeClr val="tx2"/>
          </a:solidFill>
          <a:ln w="12700">
            <a:solidFill>
              <a:srgbClr val="FFFFFF">
                <a:alpha val="0"/>
              </a:srgbClr>
            </a:solidFill>
            <a:prstDash val="solid"/>
          </a:ln>
        </p:spPr>
      </p:sp>
      <p:sp>
        <p:nvSpPr>
          <p:cNvPr id="6" name="Text 3"/>
          <p:cNvSpPr txBox="1"/>
          <p:nvPr/>
        </p:nvSpPr>
        <p:spPr>
          <a:xfrm>
            <a:off x="685800" y="1554480"/>
            <a:ext cx="1188720" cy="502920"/>
          </a:xfrm>
          <a:prstGeom prst="rect">
            <a:avLst/>
          </a:prstGeom>
          <a:noFill/>
          <a:ln/>
        </p:spPr>
        <p:txBody>
          <a:bodyPr wrap="square" lIns="0" tIns="0" rIns="0" bIns="0" rtlCol="0" anchor="ctr"/>
          <a:lstStyle/>
          <a:p>
            <a:pPr algn="ctr" indent="0" marL="0">
              <a:buNone/>
            </a:pPr>
            <a:r>
              <a:rPr lang="en-US" sz="1600" b="1" dirty="0">
                <a:solidFill>
                  <a:schemeClr val="bg1"/>
                </a:solidFill>
              </a:rPr>
              <a:t>Son</a:t>
            </a:r>
            <a:endParaRPr lang="en-US" sz="1600" dirty="0"/>
          </a:p>
        </p:txBody>
      </p:sp>
      <p:sp>
        <p:nvSpPr>
          <p:cNvPr id="7" name="Text 4"/>
          <p:cNvSpPr txBox="1"/>
          <p:nvPr/>
        </p:nvSpPr>
        <p:spPr>
          <a:xfrm>
            <a:off x="214884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Infinitif</a:t>
            </a:r>
            <a:endParaRPr lang="en-US" sz="1600" dirty="0"/>
          </a:p>
        </p:txBody>
      </p:sp>
      <p:sp>
        <p:nvSpPr>
          <p:cNvPr id="8" name="Text 5"/>
          <p:cNvSpPr txBox="1"/>
          <p:nvPr/>
        </p:nvSpPr>
        <p:spPr>
          <a:xfrm>
            <a:off x="434340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Radical</a:t>
            </a:r>
            <a:endParaRPr lang="en-US" sz="1600" dirty="0"/>
          </a:p>
        </p:txBody>
      </p:sp>
      <p:sp>
        <p:nvSpPr>
          <p:cNvPr id="9" name="Text 6"/>
          <p:cNvSpPr txBox="1"/>
          <p:nvPr/>
        </p:nvSpPr>
        <p:spPr>
          <a:xfrm>
            <a:off x="6537960" y="1554480"/>
            <a:ext cx="1965960" cy="502920"/>
          </a:xfrm>
          <a:prstGeom prst="rect">
            <a:avLst/>
          </a:prstGeom>
          <a:noFill/>
          <a:ln/>
        </p:spPr>
        <p:txBody>
          <a:bodyPr wrap="square" lIns="0" tIns="0" rIns="0" bIns="0" rtlCol="0" anchor="ctr"/>
          <a:lstStyle/>
          <a:p>
            <a:pPr algn="l" indent="0" marL="0">
              <a:buNone/>
            </a:pPr>
            <a:r>
              <a:rPr lang="en-US" sz="1600" b="1" dirty="0">
                <a:solidFill>
                  <a:schemeClr val="bg1"/>
                </a:solidFill>
              </a:rPr>
              <a:t>Sens</a:t>
            </a:r>
            <a:endParaRPr lang="en-US" sz="1600" dirty="0"/>
          </a:p>
        </p:txBody>
      </p:sp>
      <p:sp>
        <p:nvSpPr>
          <p:cNvPr id="10" name="Text 7"/>
          <p:cNvSpPr txBox="1"/>
          <p:nvPr/>
        </p:nvSpPr>
        <p:spPr>
          <a:xfrm>
            <a:off x="8778240" y="1554480"/>
            <a:ext cx="2724912" cy="502920"/>
          </a:xfrm>
          <a:prstGeom prst="rect">
            <a:avLst/>
          </a:prstGeom>
          <a:noFill/>
          <a:ln/>
        </p:spPr>
        <p:txBody>
          <a:bodyPr wrap="square" lIns="0" tIns="0" rIns="0" bIns="0" rtlCol="0" anchor="ctr"/>
          <a:lstStyle/>
          <a:p>
            <a:pPr algn="ctr" indent="0" marL="0">
              <a:buNone/>
            </a:pPr>
            <a:r>
              <a:rPr lang="en-US" sz="1600" b="1" dirty="0">
                <a:solidFill>
                  <a:schemeClr val="bg1"/>
                </a:solidFill>
              </a:rPr>
              <a:t>Cas</a:t>
            </a:r>
            <a:endParaRPr lang="en-US" sz="1600" dirty="0"/>
          </a:p>
        </p:txBody>
      </p:sp>
      <p:sp>
        <p:nvSpPr>
          <p:cNvPr id="11" name="Shape 8"/>
          <p:cNvSpPr/>
          <p:nvPr/>
        </p:nvSpPr>
        <p:spPr>
          <a:xfrm>
            <a:off x="548640" y="2057400"/>
            <a:ext cx="8092440" cy="585216"/>
          </a:xfrm>
          <a:prstGeom prst="rect">
            <a:avLst/>
          </a:prstGeom>
          <a:solidFill>
            <a:schemeClr val="bg2"/>
          </a:solidFill>
          <a:ln w="9525">
            <a:solidFill>
              <a:srgbClr val="D5DCE6"/>
            </a:solidFill>
            <a:prstDash val="solid"/>
          </a:ln>
        </p:spPr>
      </p:sp>
      <p:sp>
        <p:nvSpPr>
          <p:cNvPr id="12" name="Shape 9"/>
          <p:cNvSpPr/>
          <p:nvPr/>
        </p:nvSpPr>
        <p:spPr>
          <a:xfrm>
            <a:off x="8641080" y="2057400"/>
            <a:ext cx="2999232" cy="585216"/>
          </a:xfrm>
          <a:prstGeom prst="rect">
            <a:avLst/>
          </a:prstGeom>
          <a:solidFill>
            <a:srgbClr val="EDF6F0"/>
          </a:solidFill>
          <a:ln w="9525">
            <a:solidFill>
              <a:srgbClr val="D5DCE6"/>
            </a:solidFill>
            <a:prstDash val="solid"/>
          </a:ln>
        </p:spPr>
      </p:sp>
      <p:sp>
        <p:nvSpPr>
          <p:cNvPr id="13" name="Text 10"/>
          <p:cNvSpPr txBox="1"/>
          <p:nvPr/>
        </p:nvSpPr>
        <p:spPr>
          <a:xfrm>
            <a:off x="548640" y="2057400"/>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a long</a:t>
            </a:r>
            <a:endParaRPr lang="en-US" sz="1800" dirty="0"/>
          </a:p>
        </p:txBody>
      </p:sp>
      <p:sp>
        <p:nvSpPr>
          <p:cNvPr id="14" name="Text 11"/>
          <p:cNvSpPr txBox="1"/>
          <p:nvPr/>
        </p:nvSpPr>
        <p:spPr>
          <a:xfrm>
            <a:off x="201168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t>
            </a:r>
            <a:r>
              <a:rPr lang="en-US" sz="2400" dirty="0">
                <a:solidFill>
                  <a:schemeClr val="tx1"/>
                </a:solidFill>
              </a:rPr>
              <a:t>ten</a:t>
            </a:r>
            <a:endParaRPr lang="en-US" sz="2400" dirty="0"/>
          </a:p>
        </p:txBody>
      </p:sp>
      <p:sp>
        <p:nvSpPr>
          <p:cNvPr id="15" name="Text 12"/>
          <p:cNvSpPr txBox="1"/>
          <p:nvPr/>
        </p:nvSpPr>
        <p:spPr>
          <a:xfrm>
            <a:off x="420624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a:t>
            </a:r>
            <a:r>
              <a:rPr lang="en-US" sz="2400" dirty="0">
                <a:solidFill>
                  <a:schemeClr val="tx1"/>
                </a:solidFill>
              </a:rPr>
              <a:t>t</a:t>
            </a:r>
            <a:endParaRPr lang="en-US" sz="2400" dirty="0"/>
          </a:p>
        </p:txBody>
      </p:sp>
      <p:sp>
        <p:nvSpPr>
          <p:cNvPr id="16" name="Text 13"/>
          <p:cNvSpPr txBox="1"/>
          <p:nvPr/>
        </p:nvSpPr>
        <p:spPr>
          <a:xfrm>
            <a:off x="6537960" y="205740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laisser</a:t>
            </a:r>
            <a:endParaRPr lang="en-US" sz="1700" dirty="0"/>
          </a:p>
        </p:txBody>
      </p:sp>
      <p:sp>
        <p:nvSpPr>
          <p:cNvPr id="17" name="Shape 14"/>
          <p:cNvSpPr/>
          <p:nvPr/>
        </p:nvSpPr>
        <p:spPr>
          <a:xfrm>
            <a:off x="8997696" y="2221992"/>
            <a:ext cx="256032" cy="256032"/>
          </a:xfrm>
          <a:prstGeom prst="ellipse">
            <a:avLst/>
          </a:prstGeom>
          <a:solidFill>
            <a:schemeClr val="accent3"/>
          </a:solidFill>
          <a:ln w="12700">
            <a:solidFill>
              <a:srgbClr val="FFFFFF">
                <a:alpha val="0"/>
              </a:srgbClr>
            </a:solidFill>
            <a:prstDash val="solid"/>
          </a:ln>
        </p:spPr>
      </p:sp>
      <p:sp>
        <p:nvSpPr>
          <p:cNvPr id="18" name="Text 15"/>
          <p:cNvSpPr txBox="1"/>
          <p:nvPr/>
        </p:nvSpPr>
        <p:spPr>
          <a:xfrm>
            <a:off x="9464040" y="2057400"/>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19" name="Shape 16"/>
          <p:cNvSpPr/>
          <p:nvPr/>
        </p:nvSpPr>
        <p:spPr>
          <a:xfrm>
            <a:off x="548640" y="2642616"/>
            <a:ext cx="8092440" cy="585216"/>
          </a:xfrm>
          <a:prstGeom prst="rect">
            <a:avLst/>
          </a:prstGeom>
          <a:solidFill>
            <a:srgbClr val="FFFFFF"/>
          </a:solidFill>
          <a:ln w="9525">
            <a:solidFill>
              <a:srgbClr val="D5DCE6"/>
            </a:solidFill>
            <a:prstDash val="solid"/>
          </a:ln>
        </p:spPr>
      </p:sp>
      <p:sp>
        <p:nvSpPr>
          <p:cNvPr id="20" name="Shape 17"/>
          <p:cNvSpPr/>
          <p:nvPr/>
        </p:nvSpPr>
        <p:spPr>
          <a:xfrm>
            <a:off x="8641080" y="2642616"/>
            <a:ext cx="2999232" cy="585216"/>
          </a:xfrm>
          <a:prstGeom prst="rect">
            <a:avLst/>
          </a:prstGeom>
          <a:solidFill>
            <a:srgbClr val="EDF6F0"/>
          </a:solidFill>
          <a:ln w="9525">
            <a:solidFill>
              <a:srgbClr val="D5DCE6"/>
            </a:solidFill>
            <a:prstDash val="solid"/>
          </a:ln>
        </p:spPr>
      </p:sp>
      <p:sp>
        <p:nvSpPr>
          <p:cNvPr id="21" name="Text 18"/>
          <p:cNvSpPr txBox="1"/>
          <p:nvPr/>
        </p:nvSpPr>
        <p:spPr>
          <a:xfrm>
            <a:off x="548640" y="2642616"/>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o long</a:t>
            </a:r>
            <a:endParaRPr lang="en-US" sz="1800" dirty="0"/>
          </a:p>
        </p:txBody>
      </p:sp>
      <p:sp>
        <p:nvSpPr>
          <p:cNvPr id="22" name="Text 19"/>
          <p:cNvSpPr txBox="1"/>
          <p:nvPr/>
        </p:nvSpPr>
        <p:spPr>
          <a:xfrm>
            <a:off x="201168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a:t>
            </a:r>
            <a:r>
              <a:rPr lang="en-US" sz="2400" dirty="0">
                <a:solidFill>
                  <a:schemeClr val="tx1"/>
                </a:solidFill>
              </a:rPr>
              <a:t>men</a:t>
            </a:r>
            <a:endParaRPr lang="en-US" sz="2400" dirty="0"/>
          </a:p>
        </p:txBody>
      </p:sp>
      <p:sp>
        <p:nvSpPr>
          <p:cNvPr id="23" name="Text 20"/>
          <p:cNvSpPr txBox="1"/>
          <p:nvPr/>
        </p:nvSpPr>
        <p:spPr>
          <a:xfrm>
            <a:off x="420624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oo</a:t>
            </a:r>
            <a:r>
              <a:rPr lang="en-US" sz="2400" dirty="0">
                <a:solidFill>
                  <a:schemeClr val="tx1"/>
                </a:solidFill>
              </a:rPr>
              <a:t>m</a:t>
            </a:r>
            <a:endParaRPr lang="en-US" sz="2400" dirty="0"/>
          </a:p>
        </p:txBody>
      </p:sp>
      <p:sp>
        <p:nvSpPr>
          <p:cNvPr id="24" name="Text 21"/>
          <p:cNvSpPr txBox="1"/>
          <p:nvPr/>
        </p:nvSpPr>
        <p:spPr>
          <a:xfrm>
            <a:off x="6537960" y="2642616"/>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rêver</a:t>
            </a:r>
            <a:endParaRPr lang="en-US" sz="1700" dirty="0"/>
          </a:p>
        </p:txBody>
      </p:sp>
      <p:sp>
        <p:nvSpPr>
          <p:cNvPr id="25" name="Shape 22"/>
          <p:cNvSpPr/>
          <p:nvPr/>
        </p:nvSpPr>
        <p:spPr>
          <a:xfrm>
            <a:off x="8997696" y="2807208"/>
            <a:ext cx="256032" cy="256032"/>
          </a:xfrm>
          <a:prstGeom prst="ellipse">
            <a:avLst/>
          </a:prstGeom>
          <a:solidFill>
            <a:schemeClr val="accent3"/>
          </a:solidFill>
          <a:ln w="12700">
            <a:solidFill>
              <a:srgbClr val="FFFFFF">
                <a:alpha val="0"/>
              </a:srgbClr>
            </a:solidFill>
            <a:prstDash val="solid"/>
          </a:ln>
        </p:spPr>
      </p:sp>
      <p:sp>
        <p:nvSpPr>
          <p:cNvPr id="26" name="Text 23"/>
          <p:cNvSpPr txBox="1"/>
          <p:nvPr/>
        </p:nvSpPr>
        <p:spPr>
          <a:xfrm>
            <a:off x="9464040" y="2642616"/>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27" name="Shape 24"/>
          <p:cNvSpPr/>
          <p:nvPr/>
        </p:nvSpPr>
        <p:spPr>
          <a:xfrm>
            <a:off x="548640" y="3227832"/>
            <a:ext cx="8092440" cy="585216"/>
          </a:xfrm>
          <a:prstGeom prst="rect">
            <a:avLst/>
          </a:prstGeom>
          <a:solidFill>
            <a:schemeClr val="bg2"/>
          </a:solidFill>
          <a:ln w="9525">
            <a:solidFill>
              <a:srgbClr val="D5DCE6"/>
            </a:solidFill>
            <a:prstDash val="solid"/>
          </a:ln>
        </p:spPr>
      </p:sp>
      <p:sp>
        <p:nvSpPr>
          <p:cNvPr id="28" name="Shape 25"/>
          <p:cNvSpPr/>
          <p:nvPr/>
        </p:nvSpPr>
        <p:spPr>
          <a:xfrm>
            <a:off x="8641080" y="3227832"/>
            <a:ext cx="2999232" cy="585216"/>
          </a:xfrm>
          <a:prstGeom prst="rect">
            <a:avLst/>
          </a:prstGeom>
          <a:solidFill>
            <a:srgbClr val="FBEFF4"/>
          </a:solidFill>
          <a:ln w="9525">
            <a:solidFill>
              <a:srgbClr val="D5DCE6"/>
            </a:solidFill>
            <a:prstDash val="solid"/>
          </a:ln>
        </p:spPr>
      </p:sp>
      <p:sp>
        <p:nvSpPr>
          <p:cNvPr id="29" name="Text 26"/>
          <p:cNvSpPr txBox="1"/>
          <p:nvPr/>
        </p:nvSpPr>
        <p:spPr>
          <a:xfrm>
            <a:off x="548640" y="3227832"/>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i court</a:t>
            </a:r>
            <a:endParaRPr lang="en-US" sz="1800" dirty="0"/>
          </a:p>
        </p:txBody>
      </p:sp>
      <p:sp>
        <p:nvSpPr>
          <p:cNvPr id="30" name="Text 27"/>
          <p:cNvSpPr txBox="1"/>
          <p:nvPr/>
        </p:nvSpPr>
        <p:spPr>
          <a:xfrm>
            <a:off x="201168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tt</a:t>
            </a:r>
            <a:r>
              <a:rPr lang="en-US" sz="2400" dirty="0">
                <a:solidFill>
                  <a:schemeClr val="tx1"/>
                </a:solidFill>
              </a:rPr>
              <a:t>en</a:t>
            </a:r>
            <a:endParaRPr lang="en-US" sz="2400" dirty="0"/>
          </a:p>
        </p:txBody>
      </p:sp>
      <p:sp>
        <p:nvSpPr>
          <p:cNvPr id="31" name="Text 28"/>
          <p:cNvSpPr txBox="1"/>
          <p:nvPr/>
        </p:nvSpPr>
        <p:spPr>
          <a:xfrm>
            <a:off x="420624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a:t>
            </a:r>
            <a:endParaRPr lang="en-US" sz="2400" dirty="0"/>
          </a:p>
        </p:txBody>
      </p:sp>
      <p:sp>
        <p:nvSpPr>
          <p:cNvPr id="32" name="Text 29"/>
          <p:cNvSpPr txBox="1"/>
          <p:nvPr/>
        </p:nvSpPr>
        <p:spPr>
          <a:xfrm>
            <a:off x="6537960" y="3227832"/>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être assis</a:t>
            </a:r>
            <a:endParaRPr lang="en-US" sz="1700" dirty="0"/>
          </a:p>
        </p:txBody>
      </p:sp>
      <p:sp>
        <p:nvSpPr>
          <p:cNvPr id="33" name="Shape 30"/>
          <p:cNvSpPr/>
          <p:nvPr/>
        </p:nvSpPr>
        <p:spPr>
          <a:xfrm>
            <a:off x="8997696" y="3392424"/>
            <a:ext cx="256032" cy="256032"/>
          </a:xfrm>
          <a:prstGeom prst="ellipse">
            <a:avLst/>
          </a:prstGeom>
          <a:solidFill>
            <a:schemeClr val="accent4"/>
          </a:solidFill>
          <a:ln w="12700">
            <a:solidFill>
              <a:srgbClr val="FFFFFF">
                <a:alpha val="0"/>
              </a:srgbClr>
            </a:solidFill>
            <a:prstDash val="solid"/>
          </a:ln>
        </p:spPr>
      </p:sp>
      <p:sp>
        <p:nvSpPr>
          <p:cNvPr id="34" name="Text 31"/>
          <p:cNvSpPr txBox="1"/>
          <p:nvPr/>
        </p:nvSpPr>
        <p:spPr>
          <a:xfrm>
            <a:off x="9464040" y="3227832"/>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35" name="Shape 32"/>
          <p:cNvSpPr/>
          <p:nvPr/>
        </p:nvSpPr>
        <p:spPr>
          <a:xfrm>
            <a:off x="548640" y="3813048"/>
            <a:ext cx="8092440" cy="585216"/>
          </a:xfrm>
          <a:prstGeom prst="rect">
            <a:avLst/>
          </a:prstGeom>
          <a:solidFill>
            <a:srgbClr val="FFFFFF"/>
          </a:solidFill>
          <a:ln w="9525">
            <a:solidFill>
              <a:srgbClr val="D5DCE6"/>
            </a:solidFill>
            <a:prstDash val="solid"/>
          </a:ln>
        </p:spPr>
      </p:sp>
      <p:sp>
        <p:nvSpPr>
          <p:cNvPr id="36" name="Shape 33"/>
          <p:cNvSpPr/>
          <p:nvPr/>
        </p:nvSpPr>
        <p:spPr>
          <a:xfrm>
            <a:off x="8641080" y="3813048"/>
            <a:ext cx="2999232" cy="585216"/>
          </a:xfrm>
          <a:prstGeom prst="rect">
            <a:avLst/>
          </a:prstGeom>
          <a:solidFill>
            <a:srgbClr val="FBEFF4"/>
          </a:solidFill>
          <a:ln w="9525">
            <a:solidFill>
              <a:srgbClr val="D5DCE6"/>
            </a:solidFill>
            <a:prstDash val="solid"/>
          </a:ln>
        </p:spPr>
      </p:sp>
      <p:sp>
        <p:nvSpPr>
          <p:cNvPr id="37" name="Text 34"/>
          <p:cNvSpPr txBox="1"/>
          <p:nvPr/>
        </p:nvSpPr>
        <p:spPr>
          <a:xfrm>
            <a:off x="548640" y="3813048"/>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e court</a:t>
            </a:r>
            <a:endParaRPr lang="en-US" sz="1800" dirty="0"/>
          </a:p>
        </p:txBody>
      </p:sp>
      <p:sp>
        <p:nvSpPr>
          <p:cNvPr id="38" name="Text 35"/>
          <p:cNvSpPr txBox="1"/>
          <p:nvPr/>
        </p:nvSpPr>
        <p:spPr>
          <a:xfrm>
            <a:off x="201168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ll</a:t>
            </a:r>
            <a:r>
              <a:rPr lang="en-US" sz="2400" dirty="0">
                <a:solidFill>
                  <a:schemeClr val="tx1"/>
                </a:solidFill>
              </a:rPr>
              <a:t>en</a:t>
            </a:r>
            <a:endParaRPr lang="en-US" sz="2400" dirty="0"/>
          </a:p>
        </p:txBody>
      </p:sp>
      <p:sp>
        <p:nvSpPr>
          <p:cNvPr id="39" name="Text 36"/>
          <p:cNvSpPr txBox="1"/>
          <p:nvPr/>
        </p:nvSpPr>
        <p:spPr>
          <a:xfrm>
            <a:off x="420624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a:t>
            </a:r>
            <a:endParaRPr lang="en-US" sz="2400" dirty="0"/>
          </a:p>
        </p:txBody>
      </p:sp>
      <p:sp>
        <p:nvSpPr>
          <p:cNvPr id="40" name="Text 37"/>
          <p:cNvSpPr txBox="1"/>
          <p:nvPr/>
        </p:nvSpPr>
        <p:spPr>
          <a:xfrm>
            <a:off x="6537960" y="3813048"/>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téléphoner</a:t>
            </a:r>
            <a:endParaRPr lang="en-US" sz="1700" dirty="0"/>
          </a:p>
        </p:txBody>
      </p:sp>
      <p:sp>
        <p:nvSpPr>
          <p:cNvPr id="41" name="Shape 38"/>
          <p:cNvSpPr/>
          <p:nvPr/>
        </p:nvSpPr>
        <p:spPr>
          <a:xfrm>
            <a:off x="8997696" y="3977640"/>
            <a:ext cx="256032" cy="256032"/>
          </a:xfrm>
          <a:prstGeom prst="ellipse">
            <a:avLst/>
          </a:prstGeom>
          <a:solidFill>
            <a:schemeClr val="accent4"/>
          </a:solidFill>
          <a:ln w="12700">
            <a:solidFill>
              <a:srgbClr val="FFFFFF">
                <a:alpha val="0"/>
              </a:srgbClr>
            </a:solidFill>
            <a:prstDash val="solid"/>
          </a:ln>
        </p:spPr>
      </p:sp>
      <p:sp>
        <p:nvSpPr>
          <p:cNvPr id="42" name="Text 39"/>
          <p:cNvSpPr txBox="1"/>
          <p:nvPr/>
        </p:nvSpPr>
        <p:spPr>
          <a:xfrm>
            <a:off x="9464040" y="3813048"/>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43" name="Shape 40"/>
          <p:cNvSpPr/>
          <p:nvPr/>
        </p:nvSpPr>
        <p:spPr>
          <a:xfrm>
            <a:off x="548640" y="4398264"/>
            <a:ext cx="8092440" cy="585216"/>
          </a:xfrm>
          <a:prstGeom prst="rect">
            <a:avLst/>
          </a:prstGeom>
          <a:solidFill>
            <a:schemeClr val="bg2"/>
          </a:solidFill>
          <a:ln w="9525">
            <a:solidFill>
              <a:srgbClr val="D5DCE6"/>
            </a:solidFill>
            <a:prstDash val="solid"/>
          </a:ln>
        </p:spPr>
      </p:sp>
      <p:sp>
        <p:nvSpPr>
          <p:cNvPr id="44" name="Shape 41"/>
          <p:cNvSpPr/>
          <p:nvPr/>
        </p:nvSpPr>
        <p:spPr>
          <a:xfrm>
            <a:off x="8641080" y="4398264"/>
            <a:ext cx="2999232" cy="585216"/>
          </a:xfrm>
          <a:prstGeom prst="rect">
            <a:avLst/>
          </a:prstGeom>
          <a:solidFill>
            <a:srgbClr val="E9EDF2"/>
          </a:solidFill>
          <a:ln w="9525">
            <a:solidFill>
              <a:srgbClr val="D5DCE6"/>
            </a:solidFill>
            <a:prstDash val="solid"/>
          </a:ln>
        </p:spPr>
      </p:sp>
      <p:sp>
        <p:nvSpPr>
          <p:cNvPr id="45" name="Text 42"/>
          <p:cNvSpPr txBox="1"/>
          <p:nvPr/>
        </p:nvSpPr>
        <p:spPr>
          <a:xfrm>
            <a:off x="548640" y="4398264"/>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ij</a:t>
            </a:r>
            <a:endParaRPr lang="en-US" sz="1800" dirty="0"/>
          </a:p>
        </p:txBody>
      </p:sp>
      <p:sp>
        <p:nvSpPr>
          <p:cNvPr id="46" name="Text 43"/>
          <p:cNvSpPr txBox="1"/>
          <p:nvPr/>
        </p:nvSpPr>
        <p:spPr>
          <a:xfrm>
            <a:off x="201168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ken</a:t>
            </a:r>
            <a:endParaRPr lang="en-US" sz="2400" dirty="0"/>
          </a:p>
        </p:txBody>
      </p:sp>
      <p:sp>
        <p:nvSpPr>
          <p:cNvPr id="47" name="Text 44"/>
          <p:cNvSpPr txBox="1"/>
          <p:nvPr/>
        </p:nvSpPr>
        <p:spPr>
          <a:xfrm>
            <a:off x="420624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a:t>
            </a:r>
            <a:endParaRPr lang="en-US" sz="2400" dirty="0"/>
          </a:p>
        </p:txBody>
      </p:sp>
      <p:sp>
        <p:nvSpPr>
          <p:cNvPr id="48" name="Text 45"/>
          <p:cNvSpPr txBox="1"/>
          <p:nvPr/>
        </p:nvSpPr>
        <p:spPr>
          <a:xfrm>
            <a:off x="6537960" y="4398264"/>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regarder</a:t>
            </a:r>
            <a:endParaRPr lang="en-US" sz="1700" dirty="0"/>
          </a:p>
        </p:txBody>
      </p:sp>
      <p:pic>
        <p:nvPicPr>
          <p:cNvPr id="49" name="Image 0" descr="Lock">    </p:cNvPr>
          <p:cNvPicPr>
            <a:picLocks noChangeAspect="1"/>
          </p:cNvPicPr>
          <p:nvPr/>
        </p:nvPicPr>
        <p:blipFill>
          <a:blip r:embed="rId1"/>
          <a:stretch>
            <a:fillRect/>
          </a:stretch>
        </p:blipFill>
        <p:spPr>
          <a:xfrm>
            <a:off x="8970264" y="4535424"/>
            <a:ext cx="310896" cy="310896"/>
          </a:xfrm>
          <a:prstGeom prst="rect">
            <a:avLst/>
          </a:prstGeom>
        </p:spPr>
      </p:pic>
      <p:sp>
        <p:nvSpPr>
          <p:cNvPr id="50" name="Text 46"/>
          <p:cNvSpPr txBox="1"/>
          <p:nvPr/>
        </p:nvSpPr>
        <p:spPr>
          <a:xfrm>
            <a:off x="9464040" y="4398264"/>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1" name="Shape 47"/>
          <p:cNvSpPr/>
          <p:nvPr/>
        </p:nvSpPr>
        <p:spPr>
          <a:xfrm>
            <a:off x="548640" y="4983480"/>
            <a:ext cx="8092440" cy="585216"/>
          </a:xfrm>
          <a:prstGeom prst="rect">
            <a:avLst/>
          </a:prstGeom>
          <a:solidFill>
            <a:srgbClr val="FFFFFF"/>
          </a:solidFill>
          <a:ln w="9525">
            <a:solidFill>
              <a:srgbClr val="D5DCE6"/>
            </a:solidFill>
            <a:prstDash val="solid"/>
          </a:ln>
        </p:spPr>
      </p:sp>
      <p:sp>
        <p:nvSpPr>
          <p:cNvPr id="52" name="Shape 48"/>
          <p:cNvSpPr/>
          <p:nvPr/>
        </p:nvSpPr>
        <p:spPr>
          <a:xfrm>
            <a:off x="8641080" y="4983480"/>
            <a:ext cx="2999232" cy="585216"/>
          </a:xfrm>
          <a:prstGeom prst="rect">
            <a:avLst/>
          </a:prstGeom>
          <a:solidFill>
            <a:srgbClr val="E9EDF2"/>
          </a:solidFill>
          <a:ln w="9525">
            <a:solidFill>
              <a:srgbClr val="D5DCE6"/>
            </a:solidFill>
            <a:prstDash val="solid"/>
          </a:ln>
        </p:spPr>
      </p:sp>
      <p:sp>
        <p:nvSpPr>
          <p:cNvPr id="53" name="Text 49"/>
          <p:cNvSpPr txBox="1"/>
          <p:nvPr/>
        </p:nvSpPr>
        <p:spPr>
          <a:xfrm>
            <a:off x="548640" y="4983480"/>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oe</a:t>
            </a:r>
            <a:endParaRPr lang="en-US" sz="1800" dirty="0"/>
          </a:p>
        </p:txBody>
      </p:sp>
      <p:sp>
        <p:nvSpPr>
          <p:cNvPr id="54" name="Text 50"/>
          <p:cNvSpPr txBox="1"/>
          <p:nvPr/>
        </p:nvSpPr>
        <p:spPr>
          <a:xfrm>
            <a:off x="201168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len</a:t>
            </a:r>
            <a:endParaRPr lang="en-US" sz="2400" dirty="0"/>
          </a:p>
        </p:txBody>
      </p:sp>
      <p:sp>
        <p:nvSpPr>
          <p:cNvPr id="55" name="Text 51"/>
          <p:cNvSpPr txBox="1"/>
          <p:nvPr/>
        </p:nvSpPr>
        <p:spPr>
          <a:xfrm>
            <a:off x="420624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a:t>
            </a:r>
            <a:endParaRPr lang="en-US" sz="2400" dirty="0"/>
          </a:p>
        </p:txBody>
      </p:sp>
      <p:sp>
        <p:nvSpPr>
          <p:cNvPr id="56" name="Text 52"/>
          <p:cNvSpPr txBox="1"/>
          <p:nvPr/>
        </p:nvSpPr>
        <p:spPr>
          <a:xfrm>
            <a:off x="6537960" y="498348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sentir</a:t>
            </a:r>
            <a:endParaRPr lang="en-US" sz="1700" dirty="0"/>
          </a:p>
        </p:txBody>
      </p:sp>
      <p:pic>
        <p:nvPicPr>
          <p:cNvPr id="57" name="Image 1" descr="Lock">    </p:cNvPr>
          <p:cNvPicPr>
            <a:picLocks noChangeAspect="1"/>
          </p:cNvPicPr>
          <p:nvPr/>
        </p:nvPicPr>
        <p:blipFill>
          <a:blip r:embed="rId2"/>
          <a:stretch>
            <a:fillRect/>
          </a:stretch>
        </p:blipFill>
        <p:spPr>
          <a:xfrm>
            <a:off x="8970264" y="5120640"/>
            <a:ext cx="310896" cy="310896"/>
          </a:xfrm>
          <a:prstGeom prst="rect">
            <a:avLst/>
          </a:prstGeom>
        </p:spPr>
      </p:pic>
      <p:sp>
        <p:nvSpPr>
          <p:cNvPr id="58" name="Text 53"/>
          <p:cNvSpPr txBox="1"/>
          <p:nvPr/>
        </p:nvSpPr>
        <p:spPr>
          <a:xfrm>
            <a:off x="9464040" y="4983480"/>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9" name="Shape 54"/>
          <p:cNvSpPr/>
          <p:nvPr/>
        </p:nvSpPr>
        <p:spPr>
          <a:xfrm>
            <a:off x="548640" y="5760720"/>
            <a:ext cx="11091672" cy="512064"/>
          </a:xfrm>
          <a:prstGeom prst="roundRect">
            <a:avLst>
              <a:gd name="adj" fmla="val 14286"/>
            </a:avLst>
          </a:prstGeom>
          <a:solidFill>
            <a:schemeClr val="tx2"/>
          </a:solidFill>
          <a:ln w="12700">
            <a:solidFill>
              <a:srgbClr val="FFFFFF">
                <a:alpha val="0"/>
              </a:srgbClr>
            </a:solidFill>
            <a:prstDash val="solid"/>
          </a:ln>
        </p:spPr>
      </p:sp>
      <p:pic>
        <p:nvPicPr>
          <p:cNvPr id="60" name="Image 2" descr="Lock">    </p:cNvPr>
          <p:cNvPicPr>
            <a:picLocks noChangeAspect="1"/>
          </p:cNvPicPr>
          <p:nvPr/>
        </p:nvPicPr>
        <p:blipFill>
          <a:blip r:embed="rId3"/>
          <a:stretch>
            <a:fillRect/>
          </a:stretch>
        </p:blipFill>
        <p:spPr>
          <a:xfrm>
            <a:off x="749808" y="5870448"/>
            <a:ext cx="292608" cy="292608"/>
          </a:xfrm>
          <a:prstGeom prst="rect">
            <a:avLst/>
          </a:prstGeom>
        </p:spPr>
      </p:pic>
      <p:sp>
        <p:nvSpPr>
          <p:cNvPr id="61" name="Text 55"/>
          <p:cNvSpPr txBox="1"/>
          <p:nvPr/>
        </p:nvSpPr>
        <p:spPr>
          <a:xfrm>
            <a:off x="1188720" y="5760720"/>
            <a:ext cx="10332720" cy="512064"/>
          </a:xfrm>
          <a:prstGeom prst="rect">
            <a:avLst/>
          </a:prstGeom>
          <a:noFill/>
          <a:ln/>
        </p:spPr>
        <p:txBody>
          <a:bodyPr wrap="square" lIns="0" tIns="0" rIns="0" bIns="0" rtlCol="0" anchor="ctr"/>
          <a:lstStyle/>
          <a:p>
            <a:pPr algn="l" indent="0" marL="0">
              <a:buNone/>
            </a:pPr>
            <a:r>
              <a:rPr lang="en-US" sz="1700" dirty="0">
                <a:solidFill>
                  <a:schemeClr val="bg1"/>
                </a:solidFill>
              </a:rPr>
              <a:t>Rappel M1 — les sons invariables ne changent jamais : </a:t>
            </a:r>
            <a:r>
              <a:rPr lang="en-US" sz="1700" i="1" dirty="0">
                <a:solidFill>
                  <a:schemeClr val="bg1"/>
                </a:solidFill>
              </a:rPr>
              <a:t>ie, oe, eu, ui, ij, ei, ou, au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5" name="Shape 2"/>
          <p:cNvSpPr/>
          <p:nvPr/>
        </p:nvSpPr>
        <p:spPr>
          <a:xfrm>
            <a:off x="54864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7" name="Text 4"/>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8" name="Shape 5"/>
          <p:cNvSpPr/>
          <p:nvPr/>
        </p:nvSpPr>
        <p:spPr>
          <a:xfrm>
            <a:off x="195224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0" name="Text 7"/>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1" name="Shape 8"/>
          <p:cNvSpPr/>
          <p:nvPr/>
        </p:nvSpPr>
        <p:spPr>
          <a:xfrm>
            <a:off x="335584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3" name="Text 10"/>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4" name="Shape 11"/>
          <p:cNvSpPr/>
          <p:nvPr/>
        </p:nvSpPr>
        <p:spPr>
          <a:xfrm>
            <a:off x="4759452"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6" name="Text 13"/>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7" name="Shape 14"/>
          <p:cNvSpPr/>
          <p:nvPr/>
        </p:nvSpPr>
        <p:spPr>
          <a:xfrm>
            <a:off x="6163056"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19" name="Text 16"/>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0" name="Shape 17"/>
          <p:cNvSpPr/>
          <p:nvPr/>
        </p:nvSpPr>
        <p:spPr>
          <a:xfrm>
            <a:off x="756666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2" name="Text 19"/>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3" name="Shape 20"/>
          <p:cNvSpPr/>
          <p:nvPr/>
        </p:nvSpPr>
        <p:spPr>
          <a:xfrm>
            <a:off x="897026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5" name="Text 22"/>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6" name="Shape 23"/>
          <p:cNvSpPr/>
          <p:nvPr/>
        </p:nvSpPr>
        <p:spPr>
          <a:xfrm>
            <a:off x="1037386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8" name="Text 25"/>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9" name="Shape 26"/>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0" name="Text 27"/>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pic>
        <p:nvPicPr>
          <p:cNvPr id="31" name="Image 0" descr="DoorOpen">    </p:cNvPr>
          <p:cNvPicPr>
            <a:picLocks noChangeAspect="1"/>
          </p:cNvPicPr>
          <p:nvPr/>
        </p:nvPicPr>
        <p:blipFill>
          <a:blip r:embed="rId1"/>
          <a:stretch>
            <a:fillRect/>
          </a:stretch>
        </p:blipFill>
        <p:spPr>
          <a:xfrm>
            <a:off x="2788920" y="3657600"/>
            <a:ext cx="868680" cy="868680"/>
          </a:xfrm>
          <a:prstGeom prst="rect">
            <a:avLst/>
          </a:prstGeom>
        </p:spPr>
      </p:pic>
      <p:sp>
        <p:nvSpPr>
          <p:cNvPr id="32" name="Shape 28"/>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33" name="Text 29"/>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pic>
        <p:nvPicPr>
          <p:cNvPr id="34" name="Image 1" descr="DoorClosed">    </p:cNvPr>
          <p:cNvPicPr>
            <a:picLocks noChangeAspect="1"/>
          </p:cNvPicPr>
          <p:nvPr/>
        </p:nvPicPr>
        <p:blipFill>
          <a:blip r:embed="rId2"/>
          <a:stretch>
            <a:fillRect/>
          </a:stretch>
        </p:blipFill>
        <p:spPr>
          <a:xfrm>
            <a:off x="8531352" y="3657600"/>
            <a:ext cx="868680" cy="868680"/>
          </a:xfrm>
          <a:prstGeom prst="rect">
            <a:avLst/>
          </a:prstGeom>
        </p:spPr>
      </p:pic>
      <p:sp>
        <p:nvSpPr>
          <p:cNvPr id="35" name="Shape 30"/>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36" name="Image 2" descr="Question">    </p:cNvPr>
          <p:cNvPicPr>
            <a:picLocks noChangeAspect="1"/>
          </p:cNvPicPr>
          <p:nvPr/>
        </p:nvPicPr>
        <p:blipFill>
          <a:blip r:embed="rId3"/>
          <a:stretch>
            <a:fillRect/>
          </a:stretch>
        </p:blipFill>
        <p:spPr>
          <a:xfrm>
            <a:off x="5868619" y="4213555"/>
            <a:ext cx="451714" cy="451714"/>
          </a:xfrm>
          <a:prstGeom prst="rect">
            <a:avLst/>
          </a:prstGeom>
        </p:spPr>
      </p:pic>
      <p:sp>
        <p:nvSpPr>
          <p:cNvPr id="37" name="Text 31"/>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4" name="tag"/>
          <p:cNvSpPr/>
          <p:nvPr/>
        </p:nvSpPr>
        <p:spPr>
          <a:xfrm>
            <a:off x="2104949"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8" name="Text 5"/>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9" name="Shape 6"/>
          <p:cNvSpPr/>
          <p:nvPr/>
        </p:nvSpPr>
        <p:spPr>
          <a:xfrm>
            <a:off x="1952244"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1" name="Text 8"/>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2" name="Shape 9"/>
          <p:cNvSpPr/>
          <p:nvPr/>
        </p:nvSpPr>
        <p:spPr>
          <a:xfrm>
            <a:off x="335584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4" name="Text 11"/>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5" name="Shape 12"/>
          <p:cNvSpPr/>
          <p:nvPr/>
        </p:nvSpPr>
        <p:spPr>
          <a:xfrm>
            <a:off x="4759452"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ext 13"/>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7" name="Text 14"/>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8" name="Shape 15"/>
          <p:cNvSpPr/>
          <p:nvPr/>
        </p:nvSpPr>
        <p:spPr>
          <a:xfrm>
            <a:off x="6163056"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20" name="Text 17"/>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1" name="Shape 18"/>
          <p:cNvSpPr/>
          <p:nvPr/>
        </p:nvSpPr>
        <p:spPr>
          <a:xfrm>
            <a:off x="7566660"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3" name="Text 20"/>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4" name="Shape 21"/>
          <p:cNvSpPr/>
          <p:nvPr/>
        </p:nvSpPr>
        <p:spPr>
          <a:xfrm>
            <a:off x="8970264"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5" name="Text 22"/>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6" name="Text 23"/>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7" name="Shape 24"/>
          <p:cNvSpPr/>
          <p:nvPr/>
        </p:nvSpPr>
        <p:spPr>
          <a:xfrm>
            <a:off x="1037386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8" name="Text 25"/>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9" name="Text 26"/>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30" name="Shape 27"/>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1" name="Text 28"/>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sp>
        <p:nvSpPr>
          <p:cNvPr id="32" name="Shape 29"/>
          <p:cNvSpPr/>
          <p:nvPr/>
        </p:nvSpPr>
        <p:spPr>
          <a:xfrm>
            <a:off x="868680" y="3291840"/>
            <a:ext cx="2240280" cy="1051560"/>
          </a:xfrm>
          <a:prstGeom prst="roundRect">
            <a:avLst>
              <a:gd name="adj" fmla="val 6957"/>
            </a:avLst>
          </a:prstGeom>
          <a:solidFill>
            <a:srgbClr val="FFFFFF"/>
          </a:solidFill>
          <a:ln w="19050">
            <a:solidFill>
              <a:srgbClr val="2E7D4F"/>
            </a:solidFill>
            <a:prstDash val="solid"/>
          </a:ln>
        </p:spPr>
      </p:sp>
      <p:sp>
        <p:nvSpPr>
          <p:cNvPr id="33" name="Text 30"/>
          <p:cNvSpPr txBox="1"/>
          <p:nvPr/>
        </p:nvSpPr>
        <p:spPr>
          <a:xfrm>
            <a:off x="86868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spreken (1)  →</a:t>
            </a:r>
            <a:endParaRPr lang="en-US" sz="1500" dirty="0"/>
          </a:p>
        </p:txBody>
      </p:sp>
      <p:sp>
        <p:nvSpPr>
          <p:cNvPr id="34" name="Text 31"/>
          <p:cNvSpPr txBox="1"/>
          <p:nvPr/>
        </p:nvSpPr>
        <p:spPr>
          <a:xfrm>
            <a:off x="86868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35" name="Shape 32"/>
          <p:cNvSpPr/>
          <p:nvPr/>
        </p:nvSpPr>
        <p:spPr>
          <a:xfrm>
            <a:off x="3291840" y="3291840"/>
            <a:ext cx="2240280" cy="1051560"/>
          </a:xfrm>
          <a:prstGeom prst="roundRect">
            <a:avLst>
              <a:gd name="adj" fmla="val 6957"/>
            </a:avLst>
          </a:prstGeom>
          <a:solidFill>
            <a:srgbClr val="FFFFFF"/>
          </a:solidFill>
          <a:ln w="19050">
            <a:solidFill>
              <a:srgbClr val="2E7D4F"/>
            </a:solidFill>
            <a:prstDash val="solid"/>
          </a:ln>
        </p:spPr>
      </p:sp>
      <p:sp>
        <p:nvSpPr>
          <p:cNvPr id="36" name="Text 33"/>
          <p:cNvSpPr txBox="1"/>
          <p:nvPr/>
        </p:nvSpPr>
        <p:spPr>
          <a:xfrm>
            <a:off x="329184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slapen (1)  →</a:t>
            </a:r>
            <a:endParaRPr lang="en-US" sz="1500" dirty="0"/>
          </a:p>
        </p:txBody>
      </p:sp>
      <p:sp>
        <p:nvSpPr>
          <p:cNvPr id="37" name="Text 34"/>
          <p:cNvSpPr txBox="1"/>
          <p:nvPr/>
        </p:nvSpPr>
        <p:spPr>
          <a:xfrm>
            <a:off x="329184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sl</a:t>
            </a:r>
            <a:r>
              <a:rPr lang="en-US" sz="3000" b="1" dirty="0">
                <a:solidFill>
                  <a:schemeClr val="accent3"/>
                </a:solidFill>
                <a:latin typeface="+mj-lt" pitchFamily="34" charset="0"/>
                <a:ea typeface="+mj-lt" pitchFamily="34" charset="-122"/>
                <a:cs typeface="+mj-lt" pitchFamily="34" charset="-120"/>
              </a:rPr>
              <a:t>aa</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38" name="Shape 35"/>
          <p:cNvSpPr/>
          <p:nvPr/>
        </p:nvSpPr>
        <p:spPr>
          <a:xfrm>
            <a:off x="868680" y="4526280"/>
            <a:ext cx="2240280" cy="1051560"/>
          </a:xfrm>
          <a:prstGeom prst="roundRect">
            <a:avLst>
              <a:gd name="adj" fmla="val 6957"/>
            </a:avLst>
          </a:prstGeom>
          <a:solidFill>
            <a:srgbClr val="FFFFFF"/>
          </a:solidFill>
          <a:ln w="19050">
            <a:solidFill>
              <a:srgbClr val="2E7D4F"/>
            </a:solidFill>
            <a:prstDash val="solid"/>
          </a:ln>
        </p:spPr>
      </p:sp>
      <p:sp>
        <p:nvSpPr>
          <p:cNvPr id="39" name="Text 36"/>
          <p:cNvSpPr txBox="1"/>
          <p:nvPr/>
        </p:nvSpPr>
        <p:spPr>
          <a:xfrm>
            <a:off x="86868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nemen (1)  →</a:t>
            </a:r>
            <a:endParaRPr lang="en-US" sz="1500" dirty="0"/>
          </a:p>
        </p:txBody>
      </p:sp>
      <p:sp>
        <p:nvSpPr>
          <p:cNvPr id="40" name="Text 37"/>
          <p:cNvSpPr txBox="1"/>
          <p:nvPr/>
        </p:nvSpPr>
        <p:spPr>
          <a:xfrm>
            <a:off x="86868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n</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m</a:t>
            </a:r>
            <a:endParaRPr lang="en-US" sz="3000" dirty="0"/>
          </a:p>
        </p:txBody>
      </p:sp>
      <p:sp>
        <p:nvSpPr>
          <p:cNvPr id="41" name="Shape 38"/>
          <p:cNvSpPr/>
          <p:nvPr/>
        </p:nvSpPr>
        <p:spPr>
          <a:xfrm>
            <a:off x="3291840" y="4526280"/>
            <a:ext cx="2240280" cy="1051560"/>
          </a:xfrm>
          <a:prstGeom prst="roundRect">
            <a:avLst>
              <a:gd name="adj" fmla="val 6957"/>
            </a:avLst>
          </a:prstGeom>
          <a:solidFill>
            <a:srgbClr val="FFFFFF"/>
          </a:solidFill>
          <a:ln w="19050">
            <a:solidFill>
              <a:srgbClr val="2E7D4F"/>
            </a:solidFill>
            <a:prstDash val="solid"/>
          </a:ln>
        </p:spPr>
      </p:sp>
      <p:sp>
        <p:nvSpPr>
          <p:cNvPr id="42" name="Text 39"/>
          <p:cNvSpPr txBox="1"/>
          <p:nvPr/>
        </p:nvSpPr>
        <p:spPr>
          <a:xfrm>
            <a:off x="329184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koken (1)  →</a:t>
            </a:r>
            <a:endParaRPr lang="en-US" sz="1500" dirty="0"/>
          </a:p>
        </p:txBody>
      </p:sp>
      <p:sp>
        <p:nvSpPr>
          <p:cNvPr id="43" name="Text 40"/>
          <p:cNvSpPr txBox="1"/>
          <p:nvPr/>
        </p:nvSpPr>
        <p:spPr>
          <a:xfrm>
            <a:off x="329184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k</a:t>
            </a:r>
            <a:r>
              <a:rPr lang="en-US" sz="3000" b="1" dirty="0">
                <a:solidFill>
                  <a:schemeClr val="accent3"/>
                </a:solidFill>
                <a:latin typeface="+mj-lt" pitchFamily="34" charset="0"/>
                <a:ea typeface="+mj-lt" pitchFamily="34" charset="-122"/>
                <a:cs typeface="+mj-lt" pitchFamily="34" charset="-120"/>
              </a:rPr>
              <a:t>oo</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44" name="Shape 41"/>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45" name="Text 42"/>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sp>
        <p:nvSpPr>
          <p:cNvPr id="46" name="Shape 43"/>
          <p:cNvSpPr/>
          <p:nvPr/>
        </p:nvSpPr>
        <p:spPr>
          <a:xfrm>
            <a:off x="6611112" y="3291840"/>
            <a:ext cx="2240280" cy="1051560"/>
          </a:xfrm>
          <a:prstGeom prst="roundRect">
            <a:avLst>
              <a:gd name="adj" fmla="val 6957"/>
            </a:avLst>
          </a:prstGeom>
          <a:solidFill>
            <a:srgbClr val="FFFFFF"/>
          </a:solidFill>
          <a:ln w="19050">
            <a:solidFill>
              <a:srgbClr val="B4236A"/>
            </a:solidFill>
            <a:prstDash val="solid"/>
          </a:ln>
        </p:spPr>
      </p:sp>
      <p:sp>
        <p:nvSpPr>
          <p:cNvPr id="47" name="Text 44"/>
          <p:cNvSpPr txBox="1"/>
          <p:nvPr/>
        </p:nvSpPr>
        <p:spPr>
          <a:xfrm>
            <a:off x="661111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zeggen (2)  →</a:t>
            </a:r>
            <a:endParaRPr lang="en-US" sz="1500" dirty="0"/>
          </a:p>
        </p:txBody>
      </p:sp>
      <p:sp>
        <p:nvSpPr>
          <p:cNvPr id="48" name="Text 45"/>
          <p:cNvSpPr txBox="1"/>
          <p:nvPr/>
        </p:nvSpPr>
        <p:spPr>
          <a:xfrm>
            <a:off x="661111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g</a:t>
            </a:r>
            <a:endParaRPr lang="en-US" sz="3000" dirty="0"/>
          </a:p>
        </p:txBody>
      </p:sp>
      <p:sp>
        <p:nvSpPr>
          <p:cNvPr id="49" name="Shape 46"/>
          <p:cNvSpPr/>
          <p:nvPr/>
        </p:nvSpPr>
        <p:spPr>
          <a:xfrm>
            <a:off x="9034272" y="3291840"/>
            <a:ext cx="2240280" cy="1051560"/>
          </a:xfrm>
          <a:prstGeom prst="roundRect">
            <a:avLst>
              <a:gd name="adj" fmla="val 6957"/>
            </a:avLst>
          </a:prstGeom>
          <a:solidFill>
            <a:srgbClr val="FFFFFF"/>
          </a:solidFill>
          <a:ln w="19050">
            <a:solidFill>
              <a:srgbClr val="B4236A"/>
            </a:solidFill>
            <a:prstDash val="solid"/>
          </a:ln>
        </p:spPr>
      </p:sp>
      <p:sp>
        <p:nvSpPr>
          <p:cNvPr id="50" name="Text 47"/>
          <p:cNvSpPr txBox="1"/>
          <p:nvPr/>
        </p:nvSpPr>
        <p:spPr>
          <a:xfrm>
            <a:off x="903427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werken (2)  →</a:t>
            </a:r>
            <a:endParaRPr lang="en-US" sz="1500" dirty="0"/>
          </a:p>
        </p:txBody>
      </p:sp>
      <p:sp>
        <p:nvSpPr>
          <p:cNvPr id="51" name="Text 48"/>
          <p:cNvSpPr txBox="1"/>
          <p:nvPr/>
        </p:nvSpPr>
        <p:spPr>
          <a:xfrm>
            <a:off x="903427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rk</a:t>
            </a:r>
            <a:endParaRPr lang="en-US" sz="3000" dirty="0"/>
          </a:p>
        </p:txBody>
      </p:sp>
      <p:sp>
        <p:nvSpPr>
          <p:cNvPr id="52" name="Shape 49"/>
          <p:cNvSpPr/>
          <p:nvPr/>
        </p:nvSpPr>
        <p:spPr>
          <a:xfrm>
            <a:off x="6611112" y="4526280"/>
            <a:ext cx="2240280" cy="1051560"/>
          </a:xfrm>
          <a:prstGeom prst="roundRect">
            <a:avLst>
              <a:gd name="adj" fmla="val 6957"/>
            </a:avLst>
          </a:prstGeom>
          <a:solidFill>
            <a:srgbClr val="FFFFFF"/>
          </a:solidFill>
          <a:ln w="19050">
            <a:solidFill>
              <a:srgbClr val="B4236A"/>
            </a:solidFill>
            <a:prstDash val="solid"/>
          </a:ln>
        </p:spPr>
      </p:sp>
      <p:sp>
        <p:nvSpPr>
          <p:cNvPr id="53" name="Text 50"/>
          <p:cNvSpPr txBox="1"/>
          <p:nvPr/>
        </p:nvSpPr>
        <p:spPr>
          <a:xfrm>
            <a:off x="661111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pakken (2)  →</a:t>
            </a:r>
            <a:endParaRPr lang="en-US" sz="1500" dirty="0"/>
          </a:p>
        </p:txBody>
      </p:sp>
      <p:sp>
        <p:nvSpPr>
          <p:cNvPr id="54" name="Text 51"/>
          <p:cNvSpPr txBox="1"/>
          <p:nvPr/>
        </p:nvSpPr>
        <p:spPr>
          <a:xfrm>
            <a:off x="661111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p</a:t>
            </a:r>
            <a:r>
              <a:rPr lang="en-US" sz="3000" b="1" dirty="0">
                <a:solidFill>
                  <a:schemeClr val="accent4"/>
                </a:solidFill>
                <a:latin typeface="+mj-lt" pitchFamily="34" charset="0"/>
                <a:ea typeface="+mj-lt" pitchFamily="34" charset="-122"/>
                <a:cs typeface="+mj-lt" pitchFamily="34" charset="-120"/>
              </a:rPr>
              <a:t>a</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55" name="Shape 52"/>
          <p:cNvSpPr/>
          <p:nvPr/>
        </p:nvSpPr>
        <p:spPr>
          <a:xfrm>
            <a:off x="9034272" y="4526280"/>
            <a:ext cx="2240280" cy="1051560"/>
          </a:xfrm>
          <a:prstGeom prst="roundRect">
            <a:avLst>
              <a:gd name="adj" fmla="val 6957"/>
            </a:avLst>
          </a:prstGeom>
          <a:solidFill>
            <a:srgbClr val="FFFFFF"/>
          </a:solidFill>
          <a:ln w="19050">
            <a:solidFill>
              <a:srgbClr val="B4236A"/>
            </a:solidFill>
            <a:prstDash val="solid"/>
          </a:ln>
        </p:spPr>
      </p:sp>
      <p:sp>
        <p:nvSpPr>
          <p:cNvPr id="56" name="Text 53"/>
          <p:cNvSpPr txBox="1"/>
          <p:nvPr/>
        </p:nvSpPr>
        <p:spPr>
          <a:xfrm>
            <a:off x="903427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stoppen (2)  →</a:t>
            </a:r>
            <a:endParaRPr lang="en-US" sz="1500" dirty="0"/>
          </a:p>
        </p:txBody>
      </p:sp>
      <p:sp>
        <p:nvSpPr>
          <p:cNvPr id="57" name="Text 54"/>
          <p:cNvSpPr txBox="1"/>
          <p:nvPr/>
        </p:nvSpPr>
        <p:spPr>
          <a:xfrm>
            <a:off x="903427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st</a:t>
            </a:r>
            <a:r>
              <a:rPr lang="en-US" sz="3000" b="1" dirty="0">
                <a:solidFill>
                  <a:schemeClr val="accent4"/>
                </a:solidFill>
                <a:latin typeface="+mj-lt" pitchFamily="34" charset="0"/>
                <a:ea typeface="+mj-lt" pitchFamily="34" charset="-122"/>
                <a:cs typeface="+mj-lt" pitchFamily="34" charset="-120"/>
              </a:rPr>
              <a:t>o</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58" name="Shape 55"/>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59" name="Image 0" descr="Question">    </p:cNvPr>
          <p:cNvPicPr>
            <a:picLocks noChangeAspect="1"/>
          </p:cNvPicPr>
          <p:nvPr/>
        </p:nvPicPr>
        <p:blipFill>
          <a:blip r:embed="rId1"/>
          <a:stretch>
            <a:fillRect/>
          </a:stretch>
        </p:blipFill>
        <p:spPr>
          <a:xfrm>
            <a:off x="5868619" y="4213555"/>
            <a:ext cx="451714" cy="451714"/>
          </a:xfrm>
          <a:prstGeom prst="rect">
            <a:avLst/>
          </a:prstGeom>
        </p:spPr>
      </p:pic>
      <p:sp>
        <p:nvSpPr>
          <p:cNvPr id="60" name="Text 56"/>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formule du présent — le singulier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1874520" cy="2788920"/>
          </a:xfrm>
          <a:prstGeom prst="roundRect">
            <a:avLst>
              <a:gd name="adj" fmla="val 5854"/>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55648"/>
            <a:ext cx="1874520" cy="365760"/>
          </a:xfrm>
          <a:prstGeom prst="rect">
            <a:avLst/>
          </a:prstGeom>
          <a:noFill/>
          <a:ln/>
        </p:spPr>
        <p:txBody>
          <a:bodyPr wrap="square" lIns="0" tIns="0" rIns="0" bIns="0" rtlCol="0" anchor="t"/>
          <a:lstStyle/>
          <a:p>
            <a:pPr algn="ctr" indent="0" marL="0">
              <a:buNone/>
            </a:pPr>
            <a:r>
              <a:rPr lang="en-US" sz="1500" i="1" dirty="0">
                <a:solidFill>
                  <a:schemeClr val="bg2"/>
                </a:solidFill>
              </a:rPr>
              <a:t>radical</a:t>
            </a:r>
            <a:endParaRPr lang="en-US" sz="1500" dirty="0"/>
          </a:p>
        </p:txBody>
      </p:sp>
      <p:sp>
        <p:nvSpPr>
          <p:cNvPr id="7" name="Text 4"/>
          <p:cNvSpPr txBox="1"/>
          <p:nvPr/>
        </p:nvSpPr>
        <p:spPr>
          <a:xfrm>
            <a:off x="548640" y="2560320"/>
            <a:ext cx="1874520" cy="91440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WERK</a:t>
            </a:r>
            <a:endParaRPr lang="en-US" sz="3600" dirty="0"/>
          </a:p>
        </p:txBody>
      </p:sp>
      <p:sp>
        <p:nvSpPr>
          <p:cNvPr id="8" name="Shape 5"/>
          <p:cNvSpPr/>
          <p:nvPr/>
        </p:nvSpPr>
        <p:spPr>
          <a:xfrm>
            <a:off x="2423160" y="1965960"/>
            <a:ext cx="3566160" cy="914"/>
          </a:xfrm>
          <a:prstGeom prst="line">
            <a:avLst/>
          </a:prstGeom>
          <a:noFill/>
          <a:ln w="44450">
            <a:solidFill>
              <a:srgbClr val="4A5A70"/>
            </a:solidFill>
            <a:prstDash val="solid"/>
            <a:tailEnd type="triangle"/>
          </a:ln>
        </p:spPr>
      </p:sp>
      <p:sp>
        <p:nvSpPr>
          <p:cNvPr id="9" name="Shape 6"/>
          <p:cNvSpPr/>
          <p:nvPr/>
        </p:nvSpPr>
        <p:spPr>
          <a:xfrm>
            <a:off x="3383280" y="1636776"/>
            <a:ext cx="1188720" cy="658368"/>
          </a:xfrm>
          <a:prstGeom prst="roundRect">
            <a:avLst>
              <a:gd name="adj" fmla="val 11111"/>
            </a:avLst>
          </a:prstGeom>
          <a:solidFill>
            <a:srgbClr val="FFFFFF"/>
          </a:solidFill>
          <a:ln w="28575">
            <a:solidFill>
              <a:srgbClr val="4A5A70"/>
            </a:solidFill>
            <a:prstDash val="solid"/>
          </a:ln>
        </p:spPr>
      </p:sp>
      <p:sp>
        <p:nvSpPr>
          <p:cNvPr id="10" name="Text 7"/>
          <p:cNvSpPr txBox="1"/>
          <p:nvPr/>
        </p:nvSpPr>
        <p:spPr>
          <a:xfrm>
            <a:off x="3383280" y="1636776"/>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11" name="Shape 8"/>
          <p:cNvSpPr/>
          <p:nvPr/>
        </p:nvSpPr>
        <p:spPr>
          <a:xfrm>
            <a:off x="6035040" y="1600200"/>
            <a:ext cx="4023360" cy="658368"/>
          </a:xfrm>
          <a:prstGeom prst="roundRect">
            <a:avLst>
              <a:gd name="adj" fmla="val 8333"/>
            </a:avLst>
          </a:prstGeom>
          <a:solidFill>
            <a:schemeClr val="bg2"/>
          </a:solidFill>
          <a:ln w="19050">
            <a:solidFill>
              <a:srgbClr val="17375E"/>
            </a:solidFill>
            <a:prstDash val="solid"/>
          </a:ln>
        </p:spPr>
      </p:sp>
      <p:sp>
        <p:nvSpPr>
          <p:cNvPr id="12" name="Shape 9"/>
          <p:cNvSpPr/>
          <p:nvPr/>
        </p:nvSpPr>
        <p:spPr>
          <a:xfrm>
            <a:off x="6355080" y="2203704"/>
            <a:ext cx="201168" cy="201168"/>
          </a:xfrm>
          <a:prstGeom prst="ellipse">
            <a:avLst/>
          </a:prstGeom>
          <a:solidFill>
            <a:schemeClr val="tx2"/>
          </a:solidFill>
          <a:ln w="12700">
            <a:solidFill>
              <a:srgbClr val="FFFFFF">
                <a:alpha val="0"/>
              </a:srgbClr>
            </a:solidFill>
            <a:prstDash val="solid"/>
          </a:ln>
        </p:spPr>
      </p:sp>
      <p:sp>
        <p:nvSpPr>
          <p:cNvPr id="13" name="Shape 10"/>
          <p:cNvSpPr/>
          <p:nvPr/>
        </p:nvSpPr>
        <p:spPr>
          <a:xfrm>
            <a:off x="9555480" y="2203704"/>
            <a:ext cx="201168" cy="201168"/>
          </a:xfrm>
          <a:prstGeom prst="ellipse">
            <a:avLst/>
          </a:prstGeom>
          <a:solidFill>
            <a:schemeClr val="tx2"/>
          </a:solidFill>
          <a:ln w="12700">
            <a:solidFill>
              <a:srgbClr val="FFFFFF">
                <a:alpha val="0"/>
              </a:srgbClr>
            </a:solidFill>
            <a:prstDash val="solid"/>
          </a:ln>
        </p:spPr>
      </p:sp>
      <p:sp>
        <p:nvSpPr>
          <p:cNvPr id="14" name="Text 11"/>
          <p:cNvSpPr txBox="1"/>
          <p:nvPr/>
        </p:nvSpPr>
        <p:spPr>
          <a:xfrm>
            <a:off x="6199632" y="1600200"/>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Text 12"/>
          <p:cNvSpPr txBox="1"/>
          <p:nvPr/>
        </p:nvSpPr>
        <p:spPr>
          <a:xfrm>
            <a:off x="8686800" y="1600200"/>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6" name="Text 13"/>
          <p:cNvSpPr txBox="1"/>
          <p:nvPr/>
        </p:nvSpPr>
        <p:spPr>
          <a:xfrm>
            <a:off x="10195560" y="1600200"/>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je</a:t>
            </a:r>
            <a:endParaRPr lang="en-US" sz="1500" dirty="0"/>
          </a:p>
        </p:txBody>
      </p:sp>
      <p:sp>
        <p:nvSpPr>
          <p:cNvPr id="17" name="Shape 14"/>
          <p:cNvSpPr/>
          <p:nvPr/>
        </p:nvSpPr>
        <p:spPr>
          <a:xfrm>
            <a:off x="2423160" y="3035808"/>
            <a:ext cx="3566160" cy="914"/>
          </a:xfrm>
          <a:prstGeom prst="line">
            <a:avLst/>
          </a:prstGeom>
          <a:noFill/>
          <a:ln w="44450">
            <a:solidFill>
              <a:srgbClr val="4A5A70"/>
            </a:solidFill>
            <a:prstDash val="solid"/>
            <a:tailEnd type="triangle"/>
          </a:ln>
        </p:spPr>
      </p:sp>
      <p:sp>
        <p:nvSpPr>
          <p:cNvPr id="18" name="Shape 15"/>
          <p:cNvSpPr/>
          <p:nvPr/>
        </p:nvSpPr>
        <p:spPr>
          <a:xfrm>
            <a:off x="3383280" y="2706624"/>
            <a:ext cx="1188720" cy="658368"/>
          </a:xfrm>
          <a:prstGeom prst="roundRect">
            <a:avLst>
              <a:gd name="adj" fmla="val 11111"/>
            </a:avLst>
          </a:prstGeom>
          <a:solidFill>
            <a:srgbClr val="FDF1E6"/>
          </a:solidFill>
          <a:ln w="28575">
            <a:solidFill>
              <a:srgbClr val="D9700F"/>
            </a:solidFill>
            <a:prstDash val="solid"/>
          </a:ln>
        </p:spPr>
      </p:sp>
      <p:sp>
        <p:nvSpPr>
          <p:cNvPr id="19" name="Text 16"/>
          <p:cNvSpPr txBox="1"/>
          <p:nvPr/>
        </p:nvSpPr>
        <p:spPr>
          <a:xfrm>
            <a:off x="3383280" y="2706624"/>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0" name="Shape 17"/>
          <p:cNvSpPr/>
          <p:nvPr/>
        </p:nvSpPr>
        <p:spPr>
          <a:xfrm>
            <a:off x="6035040" y="2670048"/>
            <a:ext cx="4023360" cy="658368"/>
          </a:xfrm>
          <a:prstGeom prst="roundRect">
            <a:avLst>
              <a:gd name="adj" fmla="val 8333"/>
            </a:avLst>
          </a:prstGeom>
          <a:solidFill>
            <a:schemeClr val="bg2"/>
          </a:solidFill>
          <a:ln w="19050">
            <a:solidFill>
              <a:srgbClr val="17375E"/>
            </a:solidFill>
            <a:prstDash val="solid"/>
          </a:ln>
        </p:spPr>
      </p:sp>
      <p:sp>
        <p:nvSpPr>
          <p:cNvPr id="21" name="Shape 18"/>
          <p:cNvSpPr/>
          <p:nvPr/>
        </p:nvSpPr>
        <p:spPr>
          <a:xfrm>
            <a:off x="6355080" y="3273552"/>
            <a:ext cx="201168" cy="201168"/>
          </a:xfrm>
          <a:prstGeom prst="ellipse">
            <a:avLst/>
          </a:prstGeom>
          <a:solidFill>
            <a:schemeClr val="tx2"/>
          </a:solidFill>
          <a:ln w="12700">
            <a:solidFill>
              <a:srgbClr val="FFFFFF">
                <a:alpha val="0"/>
              </a:srgbClr>
            </a:solidFill>
            <a:prstDash val="solid"/>
          </a:ln>
        </p:spPr>
      </p:sp>
      <p:sp>
        <p:nvSpPr>
          <p:cNvPr id="22" name="Shape 19"/>
          <p:cNvSpPr/>
          <p:nvPr/>
        </p:nvSpPr>
        <p:spPr>
          <a:xfrm>
            <a:off x="9555480" y="3273552"/>
            <a:ext cx="201168" cy="201168"/>
          </a:xfrm>
          <a:prstGeom prst="ellipse">
            <a:avLst/>
          </a:prstGeom>
          <a:solidFill>
            <a:schemeClr val="tx2"/>
          </a:solidFill>
          <a:ln w="12700">
            <a:solidFill>
              <a:srgbClr val="FFFFFF">
                <a:alpha val="0"/>
              </a:srgbClr>
            </a:solidFill>
            <a:prstDash val="solid"/>
          </a:ln>
        </p:spPr>
      </p:sp>
      <p:sp>
        <p:nvSpPr>
          <p:cNvPr id="23" name="Text 20"/>
          <p:cNvSpPr txBox="1"/>
          <p:nvPr/>
        </p:nvSpPr>
        <p:spPr>
          <a:xfrm>
            <a:off x="6199632" y="2670048"/>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jij / je · u</a:t>
            </a:r>
            <a:endParaRPr lang="en-US" sz="1700" dirty="0"/>
          </a:p>
        </p:txBody>
      </p:sp>
      <p:sp>
        <p:nvSpPr>
          <p:cNvPr id="24" name="Text 21"/>
          <p:cNvSpPr txBox="1"/>
          <p:nvPr/>
        </p:nvSpPr>
        <p:spPr>
          <a:xfrm>
            <a:off x="8686800" y="2670048"/>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5" name="Text 22"/>
          <p:cNvSpPr txBox="1"/>
          <p:nvPr/>
        </p:nvSpPr>
        <p:spPr>
          <a:xfrm>
            <a:off x="10195560" y="2670048"/>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tu · vous (poli)</a:t>
            </a:r>
            <a:endParaRPr lang="en-US" sz="1500" dirty="0"/>
          </a:p>
        </p:txBody>
      </p:sp>
      <p:sp>
        <p:nvSpPr>
          <p:cNvPr id="26" name="Shape 23"/>
          <p:cNvSpPr/>
          <p:nvPr/>
        </p:nvSpPr>
        <p:spPr>
          <a:xfrm>
            <a:off x="2423160" y="4105656"/>
            <a:ext cx="3566160" cy="914"/>
          </a:xfrm>
          <a:prstGeom prst="line">
            <a:avLst/>
          </a:prstGeom>
          <a:noFill/>
          <a:ln w="44450">
            <a:solidFill>
              <a:srgbClr val="4A5A70"/>
            </a:solidFill>
            <a:prstDash val="solid"/>
            <a:tailEnd type="triangle"/>
          </a:ln>
        </p:spPr>
      </p:sp>
      <p:sp>
        <p:nvSpPr>
          <p:cNvPr id="27" name="Shape 24"/>
          <p:cNvSpPr/>
          <p:nvPr/>
        </p:nvSpPr>
        <p:spPr>
          <a:xfrm>
            <a:off x="3383280" y="3776472"/>
            <a:ext cx="1188720" cy="658368"/>
          </a:xfrm>
          <a:prstGeom prst="roundRect">
            <a:avLst>
              <a:gd name="adj" fmla="val 11111"/>
            </a:avLst>
          </a:prstGeom>
          <a:solidFill>
            <a:srgbClr val="FDF1E6"/>
          </a:solidFill>
          <a:ln w="28575">
            <a:solidFill>
              <a:srgbClr val="D9700F"/>
            </a:solidFill>
            <a:prstDash val="solid"/>
          </a:ln>
        </p:spPr>
      </p:sp>
      <p:sp>
        <p:nvSpPr>
          <p:cNvPr id="28" name="Text 25"/>
          <p:cNvSpPr txBox="1"/>
          <p:nvPr/>
        </p:nvSpPr>
        <p:spPr>
          <a:xfrm>
            <a:off x="3383280" y="3776472"/>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9" name="Shape 26"/>
          <p:cNvSpPr/>
          <p:nvPr/>
        </p:nvSpPr>
        <p:spPr>
          <a:xfrm>
            <a:off x="6035040" y="3739896"/>
            <a:ext cx="4023360" cy="658368"/>
          </a:xfrm>
          <a:prstGeom prst="roundRect">
            <a:avLst>
              <a:gd name="adj" fmla="val 8333"/>
            </a:avLst>
          </a:prstGeom>
          <a:solidFill>
            <a:schemeClr val="bg2"/>
          </a:solidFill>
          <a:ln w="19050">
            <a:solidFill>
              <a:srgbClr val="17375E"/>
            </a:solidFill>
            <a:prstDash val="solid"/>
          </a:ln>
        </p:spPr>
      </p:sp>
      <p:sp>
        <p:nvSpPr>
          <p:cNvPr id="30" name="Shape 27"/>
          <p:cNvSpPr/>
          <p:nvPr/>
        </p:nvSpPr>
        <p:spPr>
          <a:xfrm>
            <a:off x="6355080" y="4343400"/>
            <a:ext cx="201168" cy="201168"/>
          </a:xfrm>
          <a:prstGeom prst="ellipse">
            <a:avLst/>
          </a:prstGeom>
          <a:solidFill>
            <a:schemeClr val="tx2"/>
          </a:solidFill>
          <a:ln w="12700">
            <a:solidFill>
              <a:srgbClr val="FFFFFF">
                <a:alpha val="0"/>
              </a:srgbClr>
            </a:solidFill>
            <a:prstDash val="solid"/>
          </a:ln>
        </p:spPr>
      </p:sp>
      <p:sp>
        <p:nvSpPr>
          <p:cNvPr id="31" name="Shape 28"/>
          <p:cNvSpPr/>
          <p:nvPr/>
        </p:nvSpPr>
        <p:spPr>
          <a:xfrm>
            <a:off x="9555480" y="4343400"/>
            <a:ext cx="201168" cy="201168"/>
          </a:xfrm>
          <a:prstGeom prst="ellipse">
            <a:avLst/>
          </a:prstGeom>
          <a:solidFill>
            <a:schemeClr val="tx2"/>
          </a:solidFill>
          <a:ln w="12700">
            <a:solidFill>
              <a:srgbClr val="FFFFFF">
                <a:alpha val="0"/>
              </a:srgbClr>
            </a:solidFill>
            <a:prstDash val="solid"/>
          </a:ln>
        </p:spPr>
      </p:sp>
      <p:sp>
        <p:nvSpPr>
          <p:cNvPr id="32" name="Text 29"/>
          <p:cNvSpPr txBox="1"/>
          <p:nvPr/>
        </p:nvSpPr>
        <p:spPr>
          <a:xfrm>
            <a:off x="6199632" y="3739896"/>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hij · zij / ze · het</a:t>
            </a:r>
            <a:endParaRPr lang="en-US" sz="1700" dirty="0"/>
          </a:p>
        </p:txBody>
      </p:sp>
      <p:sp>
        <p:nvSpPr>
          <p:cNvPr id="33" name="Text 30"/>
          <p:cNvSpPr txBox="1"/>
          <p:nvPr/>
        </p:nvSpPr>
        <p:spPr>
          <a:xfrm>
            <a:off x="8686800" y="3739896"/>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34" name="Text 31"/>
          <p:cNvSpPr txBox="1"/>
          <p:nvPr/>
        </p:nvSpPr>
        <p:spPr>
          <a:xfrm>
            <a:off x="10195560" y="3739896"/>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il · elle</a:t>
            </a:r>
            <a:endParaRPr lang="en-US" sz="1500" dirty="0"/>
          </a:p>
        </p:txBody>
      </p:sp>
      <p:sp>
        <p:nvSpPr>
          <p:cNvPr id="35" name="Text 32"/>
          <p:cNvSpPr txBox="1"/>
          <p:nvPr/>
        </p:nvSpPr>
        <p:spPr>
          <a:xfrm>
            <a:off x="3383280" y="2313432"/>
            <a:ext cx="1188720" cy="256032"/>
          </a:xfrm>
          <a:prstGeom prst="rect">
            <a:avLst/>
          </a:prstGeom>
          <a:noFill/>
          <a:ln/>
        </p:spPr>
        <p:txBody>
          <a:bodyPr wrap="square" lIns="0" tIns="0" rIns="0" bIns="0" rtlCol="0" anchor="t"/>
          <a:lstStyle/>
          <a:p>
            <a:pPr algn="ctr" indent="0" marL="0">
              <a:buNone/>
            </a:pPr>
            <a:r>
              <a:rPr lang="en-US" sz="1200" i="1" dirty="0">
                <a:solidFill>
                  <a:schemeClr val="accent5"/>
                </a:solidFill>
              </a:rPr>
              <a:t>rien</a:t>
            </a:r>
            <a:endParaRPr lang="en-US" sz="1200" dirty="0"/>
          </a:p>
        </p:txBody>
      </p:sp>
      <p:sp>
        <p:nvSpPr>
          <p:cNvPr id="36" name="Shape 33"/>
          <p:cNvSpPr/>
          <p:nvPr/>
        </p:nvSpPr>
        <p:spPr>
          <a:xfrm>
            <a:off x="548640" y="4709160"/>
            <a:ext cx="5486400" cy="1554480"/>
          </a:xfrm>
          <a:prstGeom prst="roundRect">
            <a:avLst>
              <a:gd name="adj" fmla="val 4706"/>
            </a:avLst>
          </a:prstGeom>
          <a:solidFill>
            <a:schemeClr val="bg2"/>
          </a:solidFill>
          <a:ln w="12700">
            <a:solidFill>
              <a:srgbClr val="D5DCE6"/>
            </a:solidFill>
            <a:prstDash val="solid"/>
          </a:ln>
        </p:spPr>
      </p:sp>
      <p:sp>
        <p:nvSpPr>
          <p:cNvPr id="37" name="Text 34"/>
          <p:cNvSpPr txBox="1"/>
          <p:nvPr/>
        </p:nvSpPr>
        <p:spPr>
          <a:xfrm>
            <a:off x="731520" y="4754880"/>
            <a:ext cx="5166360" cy="1463040"/>
          </a:xfrm>
          <a:prstGeom prst="rect">
            <a:avLst/>
          </a:prstGeom>
          <a:noFill/>
          <a:ln/>
        </p:spPr>
        <p:txBody>
          <a:bodyPr wrap="square" lIns="0" tIns="0" rIns="0" bIns="0" rtlCol="0" anchor="ctr"/>
          <a:lstStyle/>
          <a:p>
            <a:pPr algn="l" indent="0" marL="0">
              <a:spcAft>
                <a:spcPts val="500"/>
              </a:spcAft>
              <a:buNone/>
            </a:pPr>
            <a:r>
              <a:rPr lang="en-US" sz="1600" b="1" dirty="0">
                <a:solidFill>
                  <a:schemeClr val="tx1"/>
                </a:solidFill>
              </a:rPr>
              <a:t>ik</a:t>
            </a:r>
            <a:r>
              <a:rPr lang="en-US" sz="1600" dirty="0">
                <a:solidFill>
                  <a:schemeClr val="tx1"/>
                </a:solidFill>
              </a:rPr>
              <a:t> → radical : </a:t>
            </a:r>
            <a:r>
              <a:rPr lang="en-US" sz="1600" i="1" dirty="0">
                <a:solidFill>
                  <a:schemeClr val="tx1"/>
                </a:solidFill>
              </a:rPr>
              <a:t>ik werk</a:t>
            </a:r>
            <a:endParaRPr lang="en-US" sz="1600" dirty="0"/>
          </a:p>
          <a:p>
            <a:pPr algn="l" indent="0" marL="0">
              <a:spcAft>
                <a:spcPts val="500"/>
              </a:spcAft>
              <a:buNone/>
            </a:pPr>
            <a:r>
              <a:rPr lang="en-US" sz="1600" b="1" dirty="0">
                <a:solidFill>
                  <a:schemeClr val="tx1"/>
                </a:solidFill>
              </a:rPr>
              <a:t>jij / je · u · hij · zij / ze · het</a:t>
            </a:r>
            <a:r>
              <a:rPr lang="en-US" sz="1600" dirty="0">
                <a:solidFill>
                  <a:schemeClr val="tx1"/>
                </a:solidFill>
              </a:rPr>
              <a:t> → radical </a:t>
            </a:r>
            <a:r>
              <a:rPr lang="en-US" sz="1600" b="1" dirty="0">
                <a:solidFill>
                  <a:schemeClr val="tx1"/>
                </a:solidFill>
              </a:rPr>
              <a:t>+ </a:t>
            </a:r>
            <a:r>
              <a:rPr lang="en-US" sz="1600" b="1" dirty="0">
                <a:solidFill>
                  <a:schemeClr val="accent1"/>
                </a:solidFill>
              </a:rPr>
              <a:t>t</a:t>
            </a:r>
            <a:r>
              <a:rPr lang="en-US" sz="1600" dirty="0">
                <a:solidFill>
                  <a:schemeClr val="tx1"/>
                </a:solidFill>
              </a:rPr>
              <a:t> :</a:t>
            </a:r>
            <a:endParaRPr lang="en-US" sz="1600" dirty="0"/>
          </a:p>
          <a:p>
            <a:pPr algn="l" indent="0" marL="0">
              <a:spcAft>
                <a:spcPts val="500"/>
              </a:spcAft>
              <a:buNone/>
            </a:pPr>
            <a:r>
              <a:rPr lang="en-US" sz="1600" i="1" dirty="0">
                <a:solidFill>
                  <a:schemeClr val="tx1"/>
                </a:solidFill>
              </a:rPr>
              <a:t>jij werk</a:t>
            </a:r>
            <a:r>
              <a:rPr lang="en-US" sz="1600" b="1" i="1" dirty="0">
                <a:solidFill>
                  <a:schemeClr val="accent1"/>
                </a:solidFill>
              </a:rPr>
              <a:t>t</a:t>
            </a:r>
            <a:r>
              <a:rPr lang="en-US" sz="1600" i="1" dirty="0">
                <a:solidFill>
                  <a:schemeClr val="tx1"/>
                </a:solidFill>
              </a:rPr>
              <a:t> · u werk</a:t>
            </a:r>
            <a:r>
              <a:rPr lang="en-US" sz="1600" b="1" i="1" dirty="0">
                <a:solidFill>
                  <a:schemeClr val="accent1"/>
                </a:solidFill>
              </a:rPr>
              <a:t>t</a:t>
            </a:r>
            <a:r>
              <a:rPr lang="en-US" sz="1600" i="1" dirty="0">
                <a:solidFill>
                  <a:schemeClr val="tx1"/>
                </a:solidFill>
              </a:rPr>
              <a:t> · hij werk</a:t>
            </a:r>
            <a:r>
              <a:rPr lang="en-US" sz="1600" b="1" i="1" dirty="0">
                <a:solidFill>
                  <a:schemeClr val="accent1"/>
                </a:solidFill>
              </a:rPr>
              <a:t>t</a:t>
            </a:r>
            <a:r>
              <a:rPr lang="en-US" sz="1600" i="1" dirty="0">
                <a:solidFill>
                  <a:schemeClr val="tx1"/>
                </a:solidFill>
              </a:rPr>
              <a:t> · ze werk</a:t>
            </a:r>
            <a:r>
              <a:rPr lang="en-US" sz="1600" b="1" i="1" dirty="0">
                <a:solidFill>
                  <a:schemeClr val="accent1"/>
                </a:solidFill>
              </a:rPr>
              <a:t>t</a:t>
            </a:r>
            <a:endParaRPr lang="en-US" sz="1600" dirty="0"/>
          </a:p>
        </p:txBody>
      </p:sp>
      <p:sp>
        <p:nvSpPr>
          <p:cNvPr id="38" name="Shape 35"/>
          <p:cNvSpPr/>
          <p:nvPr/>
        </p:nvSpPr>
        <p:spPr>
          <a:xfrm>
            <a:off x="6309360" y="4709160"/>
            <a:ext cx="5330952" cy="1554480"/>
          </a:xfrm>
          <a:prstGeom prst="roundRect">
            <a:avLst>
              <a:gd name="adj" fmla="val 4706"/>
            </a:avLst>
          </a:prstGeom>
          <a:solidFill>
            <a:schemeClr val="accent1">
              <a:alpha val="10000"/>
            </a:schemeClr>
          </a:solidFill>
          <a:ln w="12700">
            <a:solidFill>
              <a:srgbClr val="D9700F"/>
            </a:solidFill>
            <a:prstDash val="solid"/>
          </a:ln>
        </p:spPr>
      </p:sp>
      <p:pic>
        <p:nvPicPr>
          <p:cNvPr id="39" name="Image 0" descr="Cog">    </p:cNvPr>
          <p:cNvPicPr>
            <a:picLocks noChangeAspect="1"/>
          </p:cNvPicPr>
          <p:nvPr/>
        </p:nvPicPr>
        <p:blipFill>
          <a:blip r:embed="rId1"/>
          <a:stretch>
            <a:fillRect/>
          </a:stretch>
        </p:blipFill>
        <p:spPr>
          <a:xfrm>
            <a:off x="6473952" y="4864608"/>
            <a:ext cx="365760" cy="365760"/>
          </a:xfrm>
          <a:prstGeom prst="rect">
            <a:avLst/>
          </a:prstGeom>
        </p:spPr>
      </p:pic>
      <p:sp>
        <p:nvSpPr>
          <p:cNvPr id="40" name="Text 36"/>
          <p:cNvSpPr txBox="1"/>
          <p:nvPr/>
        </p:nvSpPr>
        <p:spPr>
          <a:xfrm>
            <a:off x="6995160" y="4754880"/>
            <a:ext cx="4526280" cy="1463040"/>
          </a:xfrm>
          <a:prstGeom prst="rect">
            <a:avLst/>
          </a:prstGeom>
          <a:noFill/>
          <a:ln/>
        </p:spPr>
        <p:txBody>
          <a:bodyPr wrap="square" lIns="0" tIns="0" rIns="0" bIns="0" rtlCol="0" anchor="ctr"/>
          <a:lstStyle/>
          <a:p>
            <a:pPr algn="l" indent="0" marL="0">
              <a:spcAft>
                <a:spcPts val="500"/>
              </a:spcAft>
              <a:buNone/>
            </a:pPr>
            <a:r>
              <a:rPr lang="en-US" sz="1600" dirty="0">
                <a:solidFill>
                  <a:schemeClr val="tx1"/>
                </a:solidFill>
              </a:rPr>
              <a:t>Avec un ajustement :</a:t>
            </a:r>
            <a:endParaRPr lang="en-US" sz="1600" dirty="0"/>
          </a:p>
          <a:p>
            <a:pPr algn="l" indent="0" marL="0">
              <a:spcAft>
                <a:spcPts val="500"/>
              </a:spcAft>
              <a:buNone/>
            </a:pPr>
            <a:r>
              <a:rPr lang="en-US" sz="1600" i="1" dirty="0">
                <a:solidFill>
                  <a:schemeClr val="tx1"/>
                </a:solidFill>
              </a:rPr>
              <a:t>ik spreek → hij spreek</a:t>
            </a:r>
            <a:r>
              <a:rPr lang="en-US" sz="1600" b="1" i="1" dirty="0">
                <a:solidFill>
                  <a:schemeClr val="accent1"/>
                </a:solidFill>
              </a:rPr>
              <a:t>t</a:t>
            </a:r>
            <a:r>
              <a:rPr lang="en-US" sz="1600" i="1" dirty="0">
                <a:solidFill>
                  <a:schemeClr val="tx1"/>
                </a:solidFill>
              </a:rPr>
              <a:t>  ·  ik bel → hij bel</a:t>
            </a:r>
            <a:r>
              <a:rPr lang="en-US" sz="1600" b="1" i="1" dirty="0">
                <a:solidFill>
                  <a:schemeClr val="accent1"/>
                </a:solidFill>
              </a:rPr>
              <a:t>t</a:t>
            </a:r>
            <a:endParaRPr lang="en-US" sz="1600" dirty="0"/>
          </a:p>
          <a:p>
            <a:pPr algn="l" indent="0" marL="0">
              <a:spcAft>
                <a:spcPts val="500"/>
              </a:spcAft>
              <a:buNone/>
            </a:pPr>
            <a:r>
              <a:rPr lang="en-US" sz="1600" dirty="0">
                <a:solidFill>
                  <a:schemeClr val="tx1"/>
                </a:solidFill>
              </a:rPr>
              <a:t>le </a:t>
            </a:r>
            <a:r>
              <a:rPr lang="en-US" sz="1600" b="1" dirty="0">
                <a:solidFill>
                  <a:schemeClr val="tx1"/>
                </a:solidFill>
              </a:rPr>
              <a:t>t</a:t>
            </a:r>
            <a:r>
              <a:rPr lang="en-US" sz="1600" dirty="0">
                <a:solidFill>
                  <a:schemeClr val="tx1"/>
                </a:solidFill>
              </a:rPr>
              <a:t> s’ajoute </a:t>
            </a:r>
            <a:r>
              <a:rPr lang="en-US" sz="1600" b="1" dirty="0">
                <a:solidFill>
                  <a:schemeClr val="tx1"/>
                </a:solidFill>
              </a:rPr>
              <a:t>après</a:t>
            </a:r>
            <a:r>
              <a:rPr lang="en-US" sz="1600" dirty="0">
                <a:solidFill>
                  <a:schemeClr val="tx1"/>
                </a:solidFill>
              </a:rPr>
              <a:t> l’ajustement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l'infinitif · le tableau complet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240280" cy="1783080"/>
          </a:xfrm>
          <a:prstGeom prst="roundRect">
            <a:avLst>
              <a:gd name="adj" fmla="val 410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83080"/>
            <a:ext cx="224028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WERKEN</a:t>
            </a:r>
            <a:endParaRPr lang="en-US" sz="3000" dirty="0"/>
          </a:p>
        </p:txBody>
      </p:sp>
      <p:sp>
        <p:nvSpPr>
          <p:cNvPr id="7" name="Text 4"/>
          <p:cNvSpPr txBox="1"/>
          <p:nvPr/>
        </p:nvSpPr>
        <p:spPr>
          <a:xfrm>
            <a:off x="548640" y="2697480"/>
            <a:ext cx="2240280" cy="411480"/>
          </a:xfrm>
          <a:prstGeom prst="rect">
            <a:avLst/>
          </a:prstGeom>
          <a:noFill/>
          <a:ln/>
        </p:spPr>
        <p:txBody>
          <a:bodyPr wrap="square" lIns="0" tIns="0" rIns="0" bIns="0" rtlCol="0" anchor="t"/>
          <a:lstStyle/>
          <a:p>
            <a:pPr algn="ctr" indent="0" marL="0">
              <a:buNone/>
            </a:pPr>
            <a:r>
              <a:rPr lang="en-US" sz="1500" i="1" dirty="0">
                <a:solidFill>
                  <a:schemeClr val="bg2"/>
                </a:solidFill>
              </a:rPr>
              <a:t>(infinitif)</a:t>
            </a:r>
            <a:endParaRPr lang="en-US" sz="1500" dirty="0"/>
          </a:p>
        </p:txBody>
      </p:sp>
      <p:sp>
        <p:nvSpPr>
          <p:cNvPr id="8" name="Shape 5"/>
          <p:cNvSpPr/>
          <p:nvPr/>
        </p:nvSpPr>
        <p:spPr>
          <a:xfrm>
            <a:off x="3044952" y="1572768"/>
            <a:ext cx="914" cy="1947672"/>
          </a:xfrm>
          <a:prstGeom prst="line">
            <a:avLst/>
          </a:prstGeom>
          <a:noFill/>
          <a:ln w="22225">
            <a:solidFill>
              <a:srgbClr val="4A5A70"/>
            </a:solidFill>
            <a:prstDash val="dash"/>
          </a:ln>
        </p:spPr>
      </p:sp>
      <p:pic>
        <p:nvPicPr>
          <p:cNvPr id="9" name="Image 0" descr="ArrowsAltH">    </p:cNvPr>
          <p:cNvPicPr>
            <a:picLocks noChangeAspect="1"/>
          </p:cNvPicPr>
          <p:nvPr/>
        </p:nvPicPr>
        <p:blipFill>
          <a:blip r:embed="rId1"/>
          <a:stretch>
            <a:fillRect/>
          </a:stretch>
        </p:blipFill>
        <p:spPr>
          <a:xfrm>
            <a:off x="2862072" y="2350008"/>
            <a:ext cx="365760" cy="365760"/>
          </a:xfrm>
          <a:prstGeom prst="rect">
            <a:avLst/>
          </a:prstGeom>
        </p:spPr>
      </p:pic>
      <p:sp>
        <p:nvSpPr>
          <p:cNvPr id="10" name="Shape 6"/>
          <p:cNvSpPr/>
          <p:nvPr/>
        </p:nvSpPr>
        <p:spPr>
          <a:xfrm>
            <a:off x="3291840" y="1645920"/>
            <a:ext cx="2377440" cy="1783080"/>
          </a:xfrm>
          <a:prstGeom prst="roundRect">
            <a:avLst>
              <a:gd name="adj" fmla="val 4103"/>
            </a:avLst>
          </a:prstGeom>
          <a:solidFill>
            <a:srgbClr val="DDE3EA"/>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456432" y="1691640"/>
            <a:ext cx="2148840" cy="1691640"/>
          </a:xfrm>
          <a:prstGeom prst="rect">
            <a:avLst/>
          </a:prstGeom>
          <a:noFill/>
          <a:ln/>
        </p:spPr>
        <p:txBody>
          <a:bodyPr wrap="square" lIns="0" tIns="0" rIns="0" bIns="0" rtlCol="0" anchor="ctr"/>
          <a:lstStyle/>
          <a:p>
            <a:pPr algn="l" indent="0" marL="0">
              <a:spcAft>
                <a:spcPts val="400"/>
              </a:spcAft>
              <a:buNone/>
            </a:pPr>
            <a:r>
              <a:rPr lang="en-US" sz="2100" b="1" dirty="0">
                <a:solidFill>
                  <a:schemeClr val="accent2"/>
                </a:solidFill>
              </a:rPr>
              <a:t>we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jullie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ze</a:t>
            </a:r>
            <a:r>
              <a:rPr lang="en-US" sz="2100" dirty="0">
                <a:solidFill>
                  <a:schemeClr val="tx1"/>
                </a:solidFill>
              </a:rPr>
              <a:t> werk</a:t>
            </a:r>
            <a:r>
              <a:rPr lang="en-US" sz="2100" b="1" dirty="0">
                <a:solidFill>
                  <a:schemeClr val="accent1"/>
                </a:solidFill>
              </a:rPr>
              <a:t>en</a:t>
            </a:r>
            <a:endParaRPr lang="en-US" sz="2100" dirty="0"/>
          </a:p>
        </p:txBody>
      </p:sp>
      <p:sp>
        <p:nvSpPr>
          <p:cNvPr id="12" name="Text 8"/>
          <p:cNvSpPr txBox="1"/>
          <p:nvPr/>
        </p:nvSpPr>
        <p:spPr>
          <a:xfrm>
            <a:off x="548640" y="3584448"/>
            <a:ext cx="5120640" cy="384048"/>
          </a:xfrm>
          <a:prstGeom prst="rect">
            <a:avLst/>
          </a:prstGeom>
          <a:noFill/>
          <a:ln/>
        </p:spPr>
        <p:txBody>
          <a:bodyPr wrap="square" lIns="0" tIns="0" rIns="0" bIns="0" rtlCol="0" anchor="t"/>
          <a:lstStyle/>
          <a:p>
            <a:pPr algn="ctr" indent="0" marL="0">
              <a:buNone/>
            </a:pPr>
            <a:r>
              <a:rPr lang="en-US" sz="1600" b="1" dirty="0">
                <a:solidFill>
                  <a:schemeClr val="tx1"/>
                </a:solidFill>
              </a:rPr>
              <a:t>wij / we · jullie · zij / ze</a:t>
            </a:r>
            <a:r>
              <a:rPr lang="en-US" sz="1600" dirty="0">
                <a:solidFill>
                  <a:schemeClr val="tx1"/>
                </a:solidFill>
              </a:rPr>
              <a:t> → </a:t>
            </a:r>
            <a:r>
              <a:rPr lang="en-US" sz="1600" b="1" dirty="0">
                <a:solidFill>
                  <a:schemeClr val="tx1"/>
                </a:solidFill>
              </a:rPr>
              <a:t>infinitif</a:t>
            </a:r>
            <a:endParaRPr lang="en-US" sz="1600" dirty="0"/>
          </a:p>
        </p:txBody>
      </p:sp>
      <p:sp>
        <p:nvSpPr>
          <p:cNvPr id="13" name="Shape 9"/>
          <p:cNvSpPr/>
          <p:nvPr/>
        </p:nvSpPr>
        <p:spPr>
          <a:xfrm>
            <a:off x="548640" y="4160520"/>
            <a:ext cx="5120640" cy="1280160"/>
          </a:xfrm>
          <a:prstGeom prst="roundRect">
            <a:avLst>
              <a:gd name="adj" fmla="val 5714"/>
            </a:avLst>
          </a:prstGeom>
          <a:solidFill>
            <a:schemeClr val="accent6">
              <a:alpha val="7000"/>
            </a:schemeClr>
          </a:solidFill>
          <a:ln w="12700">
            <a:solidFill>
              <a:srgbClr val="B83227">
                <a:alpha val="60000"/>
              </a:srgbClr>
            </a:solidFill>
            <a:prstDash val="solid"/>
          </a:ln>
        </p:spPr>
      </p:sp>
      <p:sp>
        <p:nvSpPr>
          <p:cNvPr id="14" name="tag"/>
          <p:cNvSpPr/>
          <p:nvPr/>
        </p:nvSpPr>
        <p:spPr>
          <a:xfrm>
            <a:off x="731520" y="42793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5" name="Text 11"/>
          <p:cNvSpPr txBox="1"/>
          <p:nvPr/>
        </p:nvSpPr>
        <p:spPr>
          <a:xfrm>
            <a:off x="731520" y="4636008"/>
            <a:ext cx="4800600" cy="749808"/>
          </a:xfrm>
          <a:prstGeom prst="rect">
            <a:avLst/>
          </a:prstGeom>
          <a:noFill/>
          <a:ln/>
        </p:spPr>
        <p:txBody>
          <a:bodyPr wrap="square" lIns="0" tIns="0" rIns="0" bIns="0" rtlCol="0" anchor="ctr"/>
          <a:lstStyle/>
          <a:p>
            <a:pPr algn="l" indent="0" marL="0">
              <a:buNone/>
            </a:pPr>
            <a:r>
              <a:rPr lang="en-US" sz="1700" b="1" dirty="0">
                <a:solidFill>
                  <a:schemeClr val="tx1"/>
                </a:solidFill>
              </a:rPr>
              <a:t>jullie</a:t>
            </a:r>
            <a:r>
              <a:rPr lang="en-US" sz="1700" dirty="0">
                <a:solidFill>
                  <a:schemeClr val="tx1"/>
                </a:solidFill>
              </a:rPr>
              <a:t> = « vous » pluriel, mais verbe à l’infinitif : </a:t>
            </a:r>
            <a:r>
              <a:rPr lang="en-US" sz="1700" i="1" dirty="0">
                <a:solidFill>
                  <a:schemeClr val="tx1"/>
                </a:solidFill>
              </a:rPr>
              <a:t>jullie werk</a:t>
            </a:r>
            <a:r>
              <a:rPr lang="en-US" sz="1700" b="1" i="1" dirty="0">
                <a:solidFill>
                  <a:schemeClr val="accent1"/>
                </a:solidFill>
              </a:rPr>
              <a:t>en</a:t>
            </a:r>
            <a:endParaRPr lang="en-US" sz="1700" dirty="0"/>
          </a:p>
        </p:txBody>
      </p:sp>
      <p:sp>
        <p:nvSpPr>
          <p:cNvPr id="16" name="Shape 12"/>
          <p:cNvSpPr/>
          <p:nvPr/>
        </p:nvSpPr>
        <p:spPr>
          <a:xfrm>
            <a:off x="5943600" y="1600200"/>
            <a:ext cx="3886200" cy="3840480"/>
          </a:xfrm>
          <a:prstGeom prst="roundRect">
            <a:avLst>
              <a:gd name="adj" fmla="val 1905"/>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6172200" y="1664208"/>
            <a:ext cx="2377440" cy="5029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werken</a:t>
            </a:r>
            <a:endParaRPr lang="en-US" sz="2800" dirty="0"/>
          </a:p>
        </p:txBody>
      </p:sp>
      <p:sp>
        <p:nvSpPr>
          <p:cNvPr id="18" name="Text 14"/>
          <p:cNvSpPr txBox="1"/>
          <p:nvPr/>
        </p:nvSpPr>
        <p:spPr>
          <a:xfrm>
            <a:off x="6172200" y="2167128"/>
            <a:ext cx="2377440" cy="292608"/>
          </a:xfrm>
          <a:prstGeom prst="rect">
            <a:avLst/>
          </a:prstGeom>
          <a:noFill/>
          <a:ln/>
        </p:spPr>
        <p:txBody>
          <a:bodyPr wrap="square" lIns="0" tIns="0" rIns="0" bIns="0" rtlCol="0" anchor="t"/>
          <a:lstStyle/>
          <a:p>
            <a:pPr algn="l" indent="0" marL="0">
              <a:buNone/>
            </a:pPr>
            <a:r>
              <a:rPr lang="en-US" sz="1400" i="1" dirty="0">
                <a:solidFill>
                  <a:schemeClr val="accent5"/>
                </a:solidFill>
              </a:rPr>
              <a:t>travailler</a:t>
            </a:r>
            <a:endParaRPr lang="en-US" sz="1400" dirty="0"/>
          </a:p>
        </p:txBody>
      </p:sp>
      <p:sp>
        <p:nvSpPr>
          <p:cNvPr id="19" name="Shape 15"/>
          <p:cNvSpPr/>
          <p:nvPr/>
        </p:nvSpPr>
        <p:spPr>
          <a:xfrm>
            <a:off x="6053328" y="2560320"/>
            <a:ext cx="3666744" cy="896112"/>
          </a:xfrm>
          <a:prstGeom prst="roundRect">
            <a:avLst>
              <a:gd name="adj" fmla="val 4082"/>
            </a:avLst>
          </a:prstGeom>
          <a:solidFill>
            <a:srgbClr val="FFFFFF"/>
          </a:solidFill>
          <a:ln w="9525">
            <a:solidFill>
              <a:srgbClr val="D5DCE6"/>
            </a:solidFill>
            <a:prstDash val="solid"/>
          </a:ln>
        </p:spPr>
      </p:sp>
      <p:sp>
        <p:nvSpPr>
          <p:cNvPr id="20" name="Text 16"/>
          <p:cNvSpPr txBox="1"/>
          <p:nvPr/>
        </p:nvSpPr>
        <p:spPr>
          <a:xfrm>
            <a:off x="6172200" y="2606040"/>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ik</a:t>
            </a:r>
            <a:endParaRPr lang="en-US" sz="1400" dirty="0"/>
          </a:p>
        </p:txBody>
      </p:sp>
      <p:sp>
        <p:nvSpPr>
          <p:cNvPr id="21" name="Text 17"/>
          <p:cNvSpPr txBox="1"/>
          <p:nvPr/>
        </p:nvSpPr>
        <p:spPr>
          <a:xfrm>
            <a:off x="6172200" y="3145536"/>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je</a:t>
            </a:r>
            <a:endParaRPr lang="en-US" sz="1200" dirty="0"/>
          </a:p>
        </p:txBody>
      </p:sp>
      <p:sp>
        <p:nvSpPr>
          <p:cNvPr id="22" name="Text 18"/>
          <p:cNvSpPr txBox="1"/>
          <p:nvPr/>
        </p:nvSpPr>
        <p:spPr>
          <a:xfrm>
            <a:off x="8275320" y="2560320"/>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endParaRPr lang="en-US" sz="2400" dirty="0"/>
          </a:p>
        </p:txBody>
      </p:sp>
      <p:sp>
        <p:nvSpPr>
          <p:cNvPr id="23" name="Shape 19"/>
          <p:cNvSpPr/>
          <p:nvPr/>
        </p:nvSpPr>
        <p:spPr>
          <a:xfrm>
            <a:off x="9902952" y="2633472"/>
            <a:ext cx="182880" cy="749808"/>
          </a:xfrm>
          <a:prstGeom prst="rightBrace">
            <a:avLst/>
          </a:prstGeom>
          <a:solidFill>
            <a:srgbClr val="FFFFFF">
              <a:alpha val="0"/>
            </a:srgbClr>
          </a:solidFill>
          <a:ln w="25400">
            <a:solidFill>
              <a:srgbClr val="17375E"/>
            </a:solidFill>
            <a:prstDash val="solid"/>
          </a:ln>
        </p:spPr>
      </p:sp>
      <p:sp>
        <p:nvSpPr>
          <p:cNvPr id="24" name="Text 20"/>
          <p:cNvSpPr txBox="1"/>
          <p:nvPr/>
        </p:nvSpPr>
        <p:spPr>
          <a:xfrm>
            <a:off x="10158984" y="2560320"/>
            <a:ext cx="1481328" cy="896112"/>
          </a:xfrm>
          <a:prstGeom prst="rect">
            <a:avLst/>
          </a:prstGeom>
          <a:noFill/>
          <a:ln/>
        </p:spPr>
        <p:txBody>
          <a:bodyPr wrap="square" lIns="0" tIns="0" rIns="0" bIns="0" rtlCol="0" anchor="ctr"/>
          <a:lstStyle/>
          <a:p>
            <a:pPr algn="l" indent="0" marL="0">
              <a:buNone/>
            </a:pPr>
            <a:r>
              <a:rPr lang="en-US" sz="1500" b="1" dirty="0">
                <a:solidFill>
                  <a:schemeClr val="tx2"/>
                </a:solidFill>
              </a:rPr>
              <a:t>= radical</a:t>
            </a:r>
            <a:endParaRPr lang="en-US" sz="1500" dirty="0"/>
          </a:p>
        </p:txBody>
      </p:sp>
      <p:sp>
        <p:nvSpPr>
          <p:cNvPr id="25" name="Shape 21"/>
          <p:cNvSpPr/>
          <p:nvPr/>
        </p:nvSpPr>
        <p:spPr>
          <a:xfrm>
            <a:off x="6053328" y="3502152"/>
            <a:ext cx="3666744" cy="896112"/>
          </a:xfrm>
          <a:prstGeom prst="roundRect">
            <a:avLst>
              <a:gd name="adj" fmla="val 4082"/>
            </a:avLst>
          </a:prstGeom>
          <a:solidFill>
            <a:schemeClr val="bg2"/>
          </a:solidFill>
          <a:ln w="9525">
            <a:solidFill>
              <a:srgbClr val="D5DCE6"/>
            </a:solidFill>
            <a:prstDash val="solid"/>
          </a:ln>
        </p:spPr>
      </p:sp>
      <p:sp>
        <p:nvSpPr>
          <p:cNvPr id="26" name="Text 22"/>
          <p:cNvSpPr txBox="1"/>
          <p:nvPr/>
        </p:nvSpPr>
        <p:spPr>
          <a:xfrm>
            <a:off x="6172200" y="3547872"/>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jij/je · u · hij · zij/ze · het</a:t>
            </a:r>
            <a:endParaRPr lang="en-US" sz="1400" dirty="0"/>
          </a:p>
        </p:txBody>
      </p:sp>
      <p:sp>
        <p:nvSpPr>
          <p:cNvPr id="27" name="Text 23"/>
          <p:cNvSpPr txBox="1"/>
          <p:nvPr/>
        </p:nvSpPr>
        <p:spPr>
          <a:xfrm>
            <a:off x="6172200" y="4087368"/>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tu · vous · il · elle</a:t>
            </a:r>
            <a:endParaRPr lang="en-US" sz="1200" dirty="0"/>
          </a:p>
        </p:txBody>
      </p:sp>
      <p:sp>
        <p:nvSpPr>
          <p:cNvPr id="28" name="Text 24"/>
          <p:cNvSpPr txBox="1"/>
          <p:nvPr/>
        </p:nvSpPr>
        <p:spPr>
          <a:xfrm>
            <a:off x="8275320" y="3502152"/>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t</a:t>
            </a:r>
            <a:endParaRPr lang="en-US" sz="2400" dirty="0"/>
          </a:p>
        </p:txBody>
      </p:sp>
      <p:sp>
        <p:nvSpPr>
          <p:cNvPr id="29" name="Shape 25"/>
          <p:cNvSpPr/>
          <p:nvPr/>
        </p:nvSpPr>
        <p:spPr>
          <a:xfrm>
            <a:off x="9902952" y="3575304"/>
            <a:ext cx="182880" cy="749808"/>
          </a:xfrm>
          <a:prstGeom prst="rightBrace">
            <a:avLst/>
          </a:prstGeom>
          <a:solidFill>
            <a:srgbClr val="FFFFFF">
              <a:alpha val="0"/>
            </a:srgbClr>
          </a:solidFill>
          <a:ln w="25400">
            <a:solidFill>
              <a:srgbClr val="D9700F"/>
            </a:solidFill>
            <a:prstDash val="solid"/>
          </a:ln>
        </p:spPr>
      </p:sp>
      <p:sp>
        <p:nvSpPr>
          <p:cNvPr id="30" name="Text 26"/>
          <p:cNvSpPr txBox="1"/>
          <p:nvPr/>
        </p:nvSpPr>
        <p:spPr>
          <a:xfrm>
            <a:off x="10158984" y="3502152"/>
            <a:ext cx="1481328" cy="896112"/>
          </a:xfrm>
          <a:prstGeom prst="rect">
            <a:avLst/>
          </a:prstGeom>
          <a:noFill/>
          <a:ln/>
        </p:spPr>
        <p:txBody>
          <a:bodyPr wrap="square" lIns="0" tIns="0" rIns="0" bIns="0" rtlCol="0" anchor="ctr"/>
          <a:lstStyle/>
          <a:p>
            <a:pPr algn="l" indent="0" marL="0">
              <a:buNone/>
            </a:pPr>
            <a:r>
              <a:rPr lang="en-US" sz="1500" b="1" dirty="0">
                <a:solidFill>
                  <a:schemeClr val="accent1"/>
                </a:solidFill>
              </a:rPr>
              <a:t>= radical + t</a:t>
            </a:r>
            <a:endParaRPr lang="en-US" sz="1500" dirty="0"/>
          </a:p>
        </p:txBody>
      </p:sp>
      <p:sp>
        <p:nvSpPr>
          <p:cNvPr id="31" name="Shape 27"/>
          <p:cNvSpPr/>
          <p:nvPr/>
        </p:nvSpPr>
        <p:spPr>
          <a:xfrm>
            <a:off x="6053328" y="4443984"/>
            <a:ext cx="3666744" cy="896112"/>
          </a:xfrm>
          <a:prstGeom prst="roundRect">
            <a:avLst>
              <a:gd name="adj" fmla="val 4082"/>
            </a:avLst>
          </a:prstGeom>
          <a:solidFill>
            <a:srgbClr val="DDE3EA"/>
          </a:solidFill>
          <a:ln w="9525">
            <a:solidFill>
              <a:srgbClr val="D5DCE6"/>
            </a:solidFill>
            <a:prstDash val="solid"/>
          </a:ln>
        </p:spPr>
      </p:sp>
      <p:sp>
        <p:nvSpPr>
          <p:cNvPr id="32" name="Text 28"/>
          <p:cNvSpPr txBox="1"/>
          <p:nvPr/>
        </p:nvSpPr>
        <p:spPr>
          <a:xfrm>
            <a:off x="6172200" y="4489704"/>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wij/we · jullie · zij/ze</a:t>
            </a:r>
            <a:endParaRPr lang="en-US" sz="1400" dirty="0"/>
          </a:p>
        </p:txBody>
      </p:sp>
      <p:sp>
        <p:nvSpPr>
          <p:cNvPr id="33" name="Text 29"/>
          <p:cNvSpPr txBox="1"/>
          <p:nvPr/>
        </p:nvSpPr>
        <p:spPr>
          <a:xfrm>
            <a:off x="6172200" y="5029200"/>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nous · vous · ils / elles</a:t>
            </a:r>
            <a:endParaRPr lang="en-US" sz="1200" dirty="0"/>
          </a:p>
        </p:txBody>
      </p:sp>
      <p:sp>
        <p:nvSpPr>
          <p:cNvPr id="34" name="Text 30"/>
          <p:cNvSpPr txBox="1"/>
          <p:nvPr/>
        </p:nvSpPr>
        <p:spPr>
          <a:xfrm>
            <a:off x="8275320" y="4443984"/>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en</a:t>
            </a:r>
            <a:endParaRPr lang="en-US" sz="2400" dirty="0"/>
          </a:p>
        </p:txBody>
      </p:sp>
      <p:sp>
        <p:nvSpPr>
          <p:cNvPr id="35" name="Shape 31"/>
          <p:cNvSpPr/>
          <p:nvPr/>
        </p:nvSpPr>
        <p:spPr>
          <a:xfrm>
            <a:off x="9902952" y="4517136"/>
            <a:ext cx="182880" cy="749808"/>
          </a:xfrm>
          <a:prstGeom prst="rightBrace">
            <a:avLst/>
          </a:prstGeom>
          <a:solidFill>
            <a:srgbClr val="FFFFFF">
              <a:alpha val="0"/>
            </a:srgbClr>
          </a:solidFill>
          <a:ln w="25400">
            <a:solidFill>
              <a:srgbClr val="4A5A70"/>
            </a:solidFill>
            <a:prstDash val="solid"/>
          </a:ln>
        </p:spPr>
      </p:sp>
      <p:sp>
        <p:nvSpPr>
          <p:cNvPr id="36" name="Text 32"/>
          <p:cNvSpPr txBox="1"/>
          <p:nvPr/>
        </p:nvSpPr>
        <p:spPr>
          <a:xfrm>
            <a:off x="10158984" y="4443984"/>
            <a:ext cx="1481328" cy="896112"/>
          </a:xfrm>
          <a:prstGeom prst="rect">
            <a:avLst/>
          </a:prstGeom>
          <a:noFill/>
          <a:ln/>
        </p:spPr>
        <p:txBody>
          <a:bodyPr wrap="square" lIns="0" tIns="0" rIns="0" bIns="0" rtlCol="0" anchor="ctr"/>
          <a:lstStyle/>
          <a:p>
            <a:pPr algn="l" indent="0" marL="0">
              <a:buNone/>
            </a:pPr>
            <a:r>
              <a:rPr lang="en-US" sz="1500" b="1" dirty="0">
                <a:solidFill>
                  <a:schemeClr val="accent5"/>
                </a:solidFill>
              </a:rPr>
              <a:t>= infinitif</a:t>
            </a:r>
            <a:endParaRPr lang="en-US" sz="1500" dirty="0"/>
          </a:p>
        </p:txBody>
      </p:sp>
      <p:sp>
        <p:nvSpPr>
          <p:cNvPr id="37" name="Shape 33"/>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8" name="Text 34"/>
          <p:cNvSpPr txBox="1"/>
          <p:nvPr/>
        </p:nvSpPr>
        <p:spPr>
          <a:xfrm>
            <a:off x="548640" y="5623560"/>
            <a:ext cx="11091672" cy="640080"/>
          </a:xfrm>
          <a:prstGeom prst="rect">
            <a:avLst/>
          </a:prstGeom>
          <a:noFill/>
          <a:ln/>
        </p:spPr>
        <p:txBody>
          <a:bodyPr wrap="square" lIns="0" tIns="0" rIns="0" bIns="0" rtlCol="0" anchor="ctr"/>
          <a:lstStyle/>
          <a:p>
            <a:pPr algn="ctr" indent="0" marL="0">
              <a:buNone/>
            </a:pPr>
            <a:r>
              <a:rPr lang="en-US" sz="2100" b="1" dirty="0">
                <a:solidFill>
                  <a:schemeClr val="bg1"/>
                </a:solidFill>
              </a:rPr>
              <a:t>La formule</a:t>
            </a:r>
            <a:r>
              <a:rPr lang="en-US" sz="2100" dirty="0">
                <a:solidFill>
                  <a:schemeClr val="bg1"/>
                </a:solidFill>
              </a:rPr>
              <a:t> :  radical  ·  radical + </a:t>
            </a:r>
            <a:r>
              <a:rPr lang="en-US" sz="2100" b="1" dirty="0">
                <a:solidFill>
                  <a:schemeClr val="accent1"/>
                </a:solidFill>
              </a:rPr>
              <a:t>t</a:t>
            </a:r>
            <a:r>
              <a:rPr lang="en-US" sz="2100" dirty="0">
                <a:solidFill>
                  <a:schemeClr val="bg1"/>
                </a:solidFill>
              </a:rPr>
              <a:t>  ·  infinitif</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ze = elle ou ils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886200"/>
          </a:xfrm>
          <a:prstGeom prst="roundRect">
            <a:avLst>
              <a:gd name="adj" fmla="val 188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flipV="1">
            <a:off x="2816352" y="2377440"/>
            <a:ext cx="1252728" cy="731520"/>
          </a:xfrm>
          <a:prstGeom prst="line">
            <a:avLst/>
          </a:prstGeom>
          <a:noFill/>
          <a:ln w="31750">
            <a:solidFill>
              <a:srgbClr val="4A5A70"/>
            </a:solidFill>
            <a:prstDash val="solid"/>
            <a:tailEnd type="triangle"/>
          </a:ln>
        </p:spPr>
      </p:sp>
      <p:sp>
        <p:nvSpPr>
          <p:cNvPr id="8" name="Shape 5"/>
          <p:cNvSpPr/>
          <p:nvPr/>
        </p:nvSpPr>
        <p:spPr>
          <a:xfrm>
            <a:off x="2816352" y="3840480"/>
            <a:ext cx="1252728" cy="731520"/>
          </a:xfrm>
          <a:prstGeom prst="line">
            <a:avLst/>
          </a:prstGeom>
          <a:noFill/>
          <a:ln w="31750">
            <a:solidFill>
              <a:srgbClr val="4A5A70"/>
            </a:solidFill>
            <a:prstDash val="solid"/>
            <a:tailEnd type="triangle"/>
          </a:ln>
        </p:spPr>
      </p:sp>
      <p:sp>
        <p:nvSpPr>
          <p:cNvPr id="9" name="Shape 6"/>
          <p:cNvSpPr/>
          <p:nvPr/>
        </p:nvSpPr>
        <p:spPr>
          <a:xfrm>
            <a:off x="914400" y="2788920"/>
            <a:ext cx="1828800" cy="1371600"/>
          </a:xfrm>
          <a:prstGeom prst="roundRect">
            <a:avLst>
              <a:gd name="adj" fmla="val 10000"/>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914400" y="2788920"/>
            <a:ext cx="1828800" cy="1371600"/>
          </a:xfrm>
          <a:prstGeom prst="rect">
            <a:avLst/>
          </a:prstGeom>
          <a:noFill/>
          <a:ln/>
        </p:spPr>
        <p:txBody>
          <a:bodyPr wrap="square" lIns="0" tIns="0" rIns="0" bIns="0" rtlCol="0" anchor="ctr"/>
          <a:lstStyle/>
          <a:p>
            <a:pPr algn="ctr" indent="0" marL="0">
              <a:buNone/>
            </a:pPr>
            <a:r>
              <a:rPr lang="en-US" sz="5400" b="1" dirty="0">
                <a:solidFill>
                  <a:schemeClr val="accent2"/>
                </a:solidFill>
                <a:latin typeface="+mj-lt" pitchFamily="34" charset="0"/>
                <a:ea typeface="+mj-lt" pitchFamily="34" charset="-122"/>
                <a:cs typeface="+mj-lt" pitchFamily="34" charset="-120"/>
              </a:rPr>
              <a:t>ze</a:t>
            </a:r>
            <a:endParaRPr lang="en-US" sz="5400" dirty="0"/>
          </a:p>
        </p:txBody>
      </p:sp>
      <p:sp>
        <p:nvSpPr>
          <p:cNvPr id="11" name="Shape 8"/>
          <p:cNvSpPr/>
          <p:nvPr/>
        </p:nvSpPr>
        <p:spPr>
          <a:xfrm>
            <a:off x="6006592" y="2066544"/>
            <a:ext cx="286512" cy="530352"/>
          </a:xfrm>
          <a:prstGeom prst="roundRect">
            <a:avLst>
              <a:gd name="adj" fmla="val 38298"/>
            </a:avLst>
          </a:prstGeom>
          <a:solidFill>
            <a:schemeClr val="accent1">
              <a:alpha val="22000"/>
            </a:schemeClr>
          </a:solidFill>
          <a:ln w="25400">
            <a:solidFill>
              <a:srgbClr val="D9700F"/>
            </a:solidFill>
            <a:prstDash val="solid"/>
          </a:ln>
        </p:spPr>
      </p:sp>
      <p:sp>
        <p:nvSpPr>
          <p:cNvPr id="12" name="Text 9"/>
          <p:cNvSpPr txBox="1"/>
          <p:nvPr/>
        </p:nvSpPr>
        <p:spPr>
          <a:xfrm>
            <a:off x="3931920" y="201168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13" name="Text 10"/>
          <p:cNvSpPr txBox="1"/>
          <p:nvPr/>
        </p:nvSpPr>
        <p:spPr>
          <a:xfrm>
            <a:off x="6043168" y="2011680"/>
            <a:ext cx="469392" cy="640080"/>
          </a:xfrm>
          <a:prstGeom prst="rect">
            <a:avLst/>
          </a:prstGeom>
          <a:noFill/>
          <a:ln/>
        </p:spPr>
        <p:txBody>
          <a:bodyPr wrap="square" lIns="0" tIns="0" rIns="0" bIns="0" rtlCol="0" anchor="ctr"/>
          <a:lstStyle/>
          <a:p>
            <a:pPr algn="l" indent="0" marL="0">
              <a:buNone/>
            </a:pPr>
            <a:r>
              <a:rPr lang="en-US" sz="3200" b="1" dirty="0">
                <a:solidFill>
                  <a:schemeClr val="accent1"/>
                </a:solidFill>
              </a:rPr>
              <a:t>t</a:t>
            </a:r>
            <a:endParaRPr lang="en-US" sz="3200" dirty="0"/>
          </a:p>
        </p:txBody>
      </p:sp>
      <p:sp>
        <p:nvSpPr>
          <p:cNvPr id="14" name="Text 11"/>
          <p:cNvSpPr txBox="1"/>
          <p:nvPr/>
        </p:nvSpPr>
        <p:spPr>
          <a:xfrm>
            <a:off x="6439408" y="201168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15" name="Image 0" descr="Search">    </p:cNvPr>
          <p:cNvPicPr>
            <a:picLocks noChangeAspect="1"/>
          </p:cNvPicPr>
          <p:nvPr/>
        </p:nvPicPr>
        <p:blipFill>
          <a:blip r:embed="rId1"/>
          <a:stretch>
            <a:fillRect/>
          </a:stretch>
        </p:blipFill>
        <p:spPr>
          <a:xfrm>
            <a:off x="6219952" y="1682496"/>
            <a:ext cx="310896" cy="310896"/>
          </a:xfrm>
          <a:prstGeom prst="rect">
            <a:avLst/>
          </a:prstGeom>
        </p:spPr>
      </p:pic>
      <p:sp>
        <p:nvSpPr>
          <p:cNvPr id="16" name="Text 12"/>
          <p:cNvSpPr txBox="1"/>
          <p:nvPr/>
        </p:nvSpPr>
        <p:spPr>
          <a:xfrm>
            <a:off x="4206240" y="268833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Elle</a:t>
            </a:r>
            <a:r>
              <a:rPr lang="en-US" sz="1800" i="1" dirty="0">
                <a:solidFill>
                  <a:schemeClr val="accent5"/>
                </a:solidFill>
              </a:rPr>
              <a:t> travaille à Gand.</a:t>
            </a:r>
            <a:endParaRPr lang="en-US" sz="1800" dirty="0"/>
          </a:p>
        </p:txBody>
      </p:sp>
      <p:pic>
        <p:nvPicPr>
          <p:cNvPr id="17" name="Image 1" descr="woman">    </p:cNvPr>
          <p:cNvPicPr>
            <a:picLocks noChangeAspect="1"/>
          </p:cNvPicPr>
          <p:nvPr/>
        </p:nvPicPr>
        <p:blipFill>
          <a:blip r:embed="rId2"/>
          <a:stretch>
            <a:fillRect/>
          </a:stretch>
        </p:blipFill>
        <p:spPr>
          <a:xfrm>
            <a:off x="10241280" y="1965960"/>
            <a:ext cx="868680" cy="868680"/>
          </a:xfrm>
          <a:prstGeom prst="rect">
            <a:avLst/>
          </a:prstGeom>
        </p:spPr>
      </p:pic>
      <p:sp>
        <p:nvSpPr>
          <p:cNvPr id="18" name="Shape 13"/>
          <p:cNvSpPr/>
          <p:nvPr/>
        </p:nvSpPr>
        <p:spPr>
          <a:xfrm>
            <a:off x="6006592" y="4261104"/>
            <a:ext cx="656336" cy="530352"/>
          </a:xfrm>
          <a:prstGeom prst="roundRect">
            <a:avLst>
              <a:gd name="adj" fmla="val 20690"/>
            </a:avLst>
          </a:prstGeom>
          <a:solidFill>
            <a:schemeClr val="accent1">
              <a:alpha val="22000"/>
            </a:schemeClr>
          </a:solidFill>
          <a:ln w="25400">
            <a:solidFill>
              <a:srgbClr val="D9700F"/>
            </a:solidFill>
            <a:prstDash val="solid"/>
          </a:ln>
        </p:spPr>
      </p:sp>
      <p:sp>
        <p:nvSpPr>
          <p:cNvPr id="19" name="Text 14"/>
          <p:cNvSpPr txBox="1"/>
          <p:nvPr/>
        </p:nvSpPr>
        <p:spPr>
          <a:xfrm>
            <a:off x="3931920" y="420624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20" name="Text 15"/>
          <p:cNvSpPr txBox="1"/>
          <p:nvPr/>
        </p:nvSpPr>
        <p:spPr>
          <a:xfrm>
            <a:off x="6043168" y="4206240"/>
            <a:ext cx="839216" cy="640080"/>
          </a:xfrm>
          <a:prstGeom prst="rect">
            <a:avLst/>
          </a:prstGeom>
          <a:noFill/>
          <a:ln/>
        </p:spPr>
        <p:txBody>
          <a:bodyPr wrap="square" lIns="0" tIns="0" rIns="0" bIns="0" rtlCol="0" anchor="ctr"/>
          <a:lstStyle/>
          <a:p>
            <a:pPr algn="l" indent="0" marL="0">
              <a:buNone/>
            </a:pPr>
            <a:r>
              <a:rPr lang="en-US" sz="3200" b="1" dirty="0">
                <a:solidFill>
                  <a:schemeClr val="accent1"/>
                </a:solidFill>
              </a:rPr>
              <a:t>en</a:t>
            </a:r>
            <a:endParaRPr lang="en-US" sz="3200" dirty="0"/>
          </a:p>
        </p:txBody>
      </p:sp>
      <p:sp>
        <p:nvSpPr>
          <p:cNvPr id="21" name="Text 16"/>
          <p:cNvSpPr txBox="1"/>
          <p:nvPr/>
        </p:nvSpPr>
        <p:spPr>
          <a:xfrm>
            <a:off x="6809232" y="420624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22" name="Image 2" descr="Search">    </p:cNvPr>
          <p:cNvPicPr>
            <a:picLocks noChangeAspect="1"/>
          </p:cNvPicPr>
          <p:nvPr/>
        </p:nvPicPr>
        <p:blipFill>
          <a:blip r:embed="rId3"/>
          <a:stretch>
            <a:fillRect/>
          </a:stretch>
        </p:blipFill>
        <p:spPr>
          <a:xfrm>
            <a:off x="6589776" y="3877056"/>
            <a:ext cx="310896" cy="310896"/>
          </a:xfrm>
          <a:prstGeom prst="rect">
            <a:avLst/>
          </a:prstGeom>
        </p:spPr>
      </p:pic>
      <p:sp>
        <p:nvSpPr>
          <p:cNvPr id="23" name="Text 17"/>
          <p:cNvSpPr txBox="1"/>
          <p:nvPr/>
        </p:nvSpPr>
        <p:spPr>
          <a:xfrm>
            <a:off x="4206240" y="488289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Ils / Elles</a:t>
            </a:r>
            <a:r>
              <a:rPr lang="en-US" sz="1800" i="1" dirty="0">
                <a:solidFill>
                  <a:schemeClr val="accent5"/>
                </a:solidFill>
              </a:rPr>
              <a:t> travaillent à Gand.</a:t>
            </a:r>
            <a:endParaRPr lang="en-US" sz="1800" dirty="0"/>
          </a:p>
        </p:txBody>
      </p:sp>
      <p:pic>
        <p:nvPicPr>
          <p:cNvPr id="24" name="Image 3" descr="busts in silhouette">    </p:cNvPr>
          <p:cNvPicPr>
            <a:picLocks noChangeAspect="1"/>
          </p:cNvPicPr>
          <p:nvPr/>
        </p:nvPicPr>
        <p:blipFill>
          <a:blip r:embed="rId4"/>
          <a:stretch>
            <a:fillRect/>
          </a:stretch>
        </p:blipFill>
        <p:spPr>
          <a:xfrm>
            <a:off x="10241280" y="4160520"/>
            <a:ext cx="868680" cy="868680"/>
          </a:xfrm>
          <a:prstGeom prst="rect">
            <a:avLst/>
          </a:prstGeom>
        </p:spPr>
      </p:pic>
      <p:sp>
        <p:nvSpPr>
          <p:cNvPr id="25" name="Shape 1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pic>
        <p:nvPicPr>
          <p:cNvPr id="26" name="Image 4" descr="Search">    </p:cNvPr>
          <p:cNvPicPr>
            <a:picLocks noChangeAspect="1"/>
          </p:cNvPicPr>
          <p:nvPr/>
        </p:nvPicPr>
        <p:blipFill>
          <a:blip r:embed="rId5"/>
          <a:stretch>
            <a:fillRect/>
          </a:stretch>
        </p:blipFill>
        <p:spPr>
          <a:xfrm>
            <a:off x="777240" y="5779008"/>
            <a:ext cx="329184" cy="329184"/>
          </a:xfrm>
          <a:prstGeom prst="rect">
            <a:avLst/>
          </a:prstGeom>
        </p:spPr>
      </p:pic>
      <p:sp>
        <p:nvSpPr>
          <p:cNvPr id="27" name="Text 19"/>
          <p:cNvSpPr txBox="1"/>
          <p:nvPr/>
        </p:nvSpPr>
        <p:spPr>
          <a:xfrm>
            <a:off x="1280160" y="5623560"/>
            <a:ext cx="10241280" cy="640080"/>
          </a:xfrm>
          <a:prstGeom prst="rect">
            <a:avLst/>
          </a:prstGeom>
          <a:noFill/>
          <a:ln/>
        </p:spPr>
        <p:txBody>
          <a:bodyPr wrap="square" lIns="0" tIns="0" rIns="0" bIns="0" rtlCol="0" anchor="ctr"/>
          <a:lstStyle/>
          <a:p>
            <a:pPr algn="l" indent="0" marL="0">
              <a:buNone/>
            </a:pPr>
            <a:r>
              <a:rPr lang="en-US" sz="1900" dirty="0">
                <a:solidFill>
                  <a:schemeClr val="bg1"/>
                </a:solidFill>
              </a:rPr>
              <a:t>C’est la </a:t>
            </a:r>
            <a:r>
              <a:rPr lang="en-US" sz="1900" b="1" dirty="0">
                <a:solidFill>
                  <a:schemeClr val="bg1"/>
                </a:solidFill>
              </a:rPr>
              <a:t>terminaison</a:t>
            </a:r>
            <a:r>
              <a:rPr lang="en-US" sz="1900" dirty="0">
                <a:solidFill>
                  <a:schemeClr val="bg1"/>
                </a:solidFill>
              </a:rPr>
              <a:t> qui dit qui travaille : -</a:t>
            </a:r>
            <a:r>
              <a:rPr lang="en-US" sz="1900" b="1" dirty="0">
                <a:solidFill>
                  <a:schemeClr val="accent1"/>
                </a:solidFill>
              </a:rPr>
              <a:t>t</a:t>
            </a:r>
            <a:r>
              <a:rPr lang="en-US" sz="1900" dirty="0">
                <a:solidFill>
                  <a:schemeClr val="bg1"/>
                </a:solidFill>
              </a:rPr>
              <a:t> = une personne · -</a:t>
            </a:r>
            <a:r>
              <a:rPr lang="en-US" sz="1900" b="1" dirty="0">
                <a:solidFill>
                  <a:schemeClr val="accent1"/>
                </a:solidFill>
              </a:rPr>
              <a:t>en</a:t>
            </a:r>
            <a:r>
              <a:rPr lang="en-US" sz="1900" dirty="0">
                <a:solidFill>
                  <a:schemeClr val="bg1"/>
                </a:solidFill>
              </a:rPr>
              <a:t> = plusieurs.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question oui / non — le verbe passe devant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2514600"/>
          </a:xfrm>
          <a:prstGeom prst="roundRect">
            <a:avLst>
              <a:gd name="adj" fmla="val 2909"/>
            </a:avLst>
          </a:prstGeom>
          <a:solidFill>
            <a:schemeClr val="bg2"/>
          </a:solidFill>
          <a:ln w="12700">
            <a:solidFill>
              <a:srgbClr val="D5DCE6"/>
            </a:solidFill>
            <a:prstDash val="solid"/>
          </a:ln>
        </p:spPr>
      </p:sp>
      <p:sp>
        <p:nvSpPr>
          <p:cNvPr id="6" name="Shape 3"/>
          <p:cNvSpPr/>
          <p:nvPr/>
        </p:nvSpPr>
        <p:spPr>
          <a:xfrm>
            <a:off x="1965960" y="2487168"/>
            <a:ext cx="2240280" cy="640080"/>
          </a:xfrm>
          <a:prstGeom prst="line">
            <a:avLst/>
          </a:prstGeom>
          <a:noFill/>
          <a:ln w="31750">
            <a:solidFill>
              <a:srgbClr val="2A6FB0"/>
            </a:solidFill>
            <a:prstDash val="solid"/>
            <a:tailEnd type="triangle"/>
          </a:ln>
        </p:spPr>
      </p:sp>
      <p:sp>
        <p:nvSpPr>
          <p:cNvPr id="7" name="Shape 4"/>
          <p:cNvSpPr/>
          <p:nvPr/>
        </p:nvSpPr>
        <p:spPr>
          <a:xfrm flipH="1">
            <a:off x="1965960" y="2487168"/>
            <a:ext cx="2240280" cy="640080"/>
          </a:xfrm>
          <a:prstGeom prst="line">
            <a:avLst/>
          </a:prstGeom>
          <a:noFill/>
          <a:ln w="31750">
            <a:solidFill>
              <a:srgbClr val="B83227"/>
            </a:solidFill>
            <a:prstDash val="solid"/>
            <a:tailEnd type="triangle"/>
          </a:ln>
        </p:spPr>
      </p:sp>
      <p:sp>
        <p:nvSpPr>
          <p:cNvPr id="8" name="Shape 5"/>
          <p:cNvSpPr/>
          <p:nvPr/>
        </p:nvSpPr>
        <p:spPr>
          <a:xfrm>
            <a:off x="914400" y="1755648"/>
            <a:ext cx="2103120" cy="685800"/>
          </a:xfrm>
          <a:prstGeom prst="roundRect">
            <a:avLst>
              <a:gd name="adj" fmla="val 10667"/>
            </a:avLst>
          </a:prstGeom>
          <a:solidFill>
            <a:schemeClr val="accent2">
              <a:alpha val="14000"/>
            </a:schemeClr>
          </a:solidFill>
          <a:ln w="15875">
            <a:solidFill>
              <a:srgbClr val="2A6FB0"/>
            </a:solidFill>
            <a:prstDash val="solid"/>
          </a:ln>
        </p:spPr>
      </p:sp>
      <p:sp>
        <p:nvSpPr>
          <p:cNvPr id="9" name="Text 6"/>
          <p:cNvSpPr txBox="1"/>
          <p:nvPr/>
        </p:nvSpPr>
        <p:spPr>
          <a:xfrm>
            <a:off x="914400" y="1755648"/>
            <a:ext cx="210312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0" name="Shape 7"/>
          <p:cNvSpPr/>
          <p:nvPr/>
        </p:nvSpPr>
        <p:spPr>
          <a:xfrm>
            <a:off x="3291840" y="1755648"/>
            <a:ext cx="1828800" cy="685800"/>
          </a:xfrm>
          <a:prstGeom prst="ellipse">
            <a:avLst/>
          </a:prstGeom>
          <a:noFill/>
          <a:ln w="31750">
            <a:solidFill>
              <a:srgbClr val="B83227"/>
            </a:solidFill>
            <a:prstDash val="solid"/>
          </a:ln>
        </p:spPr>
      </p:sp>
      <p:sp>
        <p:nvSpPr>
          <p:cNvPr id="11" name="Text 8"/>
          <p:cNvSpPr txBox="1"/>
          <p:nvPr/>
        </p:nvSpPr>
        <p:spPr>
          <a:xfrm>
            <a:off x="3291840" y="1755648"/>
            <a:ext cx="1828800" cy="685800"/>
          </a:xfrm>
          <a:prstGeom prst="rect">
            <a:avLst/>
          </a:prstGeom>
          <a:noFill/>
          <a:ln/>
        </p:spPr>
        <p:txBody>
          <a:bodyPr wrap="square" lIns="0" tIns="0" rIns="0" bIns="0" rtlCol="0" anchor="ctr"/>
          <a:lstStyle/>
          <a:p>
            <a:pPr algn="ctr" indent="0" marL="0">
              <a:buNone/>
            </a:pPr>
            <a:r>
              <a:rPr lang="en-US" sz="2800" b="1" dirty="0">
                <a:solidFill>
                  <a:schemeClr val="accent6"/>
                </a:solidFill>
              </a:rPr>
              <a:t>werkt</a:t>
            </a:r>
            <a:endParaRPr lang="en-US" sz="2800" dirty="0"/>
          </a:p>
        </p:txBody>
      </p:sp>
      <p:sp>
        <p:nvSpPr>
          <p:cNvPr id="12" name="Text 9"/>
          <p:cNvSpPr txBox="1"/>
          <p:nvPr/>
        </p:nvSpPr>
        <p:spPr>
          <a:xfrm>
            <a:off x="5440680" y="1755648"/>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3" name="Shape 10"/>
          <p:cNvSpPr/>
          <p:nvPr/>
        </p:nvSpPr>
        <p:spPr>
          <a:xfrm>
            <a:off x="914400" y="3182112"/>
            <a:ext cx="2103120" cy="685800"/>
          </a:xfrm>
          <a:prstGeom prst="ellipse">
            <a:avLst/>
          </a:prstGeom>
          <a:noFill/>
          <a:ln w="31750">
            <a:solidFill>
              <a:srgbClr val="B83227"/>
            </a:solidFill>
            <a:prstDash val="solid"/>
          </a:ln>
        </p:spPr>
      </p:sp>
      <p:sp>
        <p:nvSpPr>
          <p:cNvPr id="14" name="Text 11"/>
          <p:cNvSpPr txBox="1"/>
          <p:nvPr/>
        </p:nvSpPr>
        <p:spPr>
          <a:xfrm>
            <a:off x="809244" y="3182112"/>
            <a:ext cx="1594104" cy="685800"/>
          </a:xfrm>
          <a:prstGeom prst="rect">
            <a:avLst/>
          </a:prstGeom>
          <a:noFill/>
          <a:ln/>
        </p:spPr>
        <p:txBody>
          <a:bodyPr wrap="square" lIns="0" tIns="0" rIns="0" bIns="0" rtlCol="0" anchor="ctr"/>
          <a:lstStyle/>
          <a:p>
            <a:pPr algn="r" indent="0" marL="0">
              <a:buNone/>
            </a:pPr>
            <a:r>
              <a:rPr lang="en-US" sz="2800" b="1" dirty="0">
                <a:solidFill>
                  <a:schemeClr val="accent6"/>
                </a:solidFill>
              </a:rPr>
              <a:t>Werk</a:t>
            </a:r>
            <a:endParaRPr lang="en-US" sz="2800" dirty="0"/>
          </a:p>
        </p:txBody>
      </p:sp>
      <p:sp>
        <p:nvSpPr>
          <p:cNvPr id="15" name="Text 12"/>
          <p:cNvSpPr txBox="1"/>
          <p:nvPr/>
        </p:nvSpPr>
        <p:spPr>
          <a:xfrm>
            <a:off x="2403348" y="3182112"/>
            <a:ext cx="445008" cy="685800"/>
          </a:xfrm>
          <a:prstGeom prst="rect">
            <a:avLst/>
          </a:prstGeom>
          <a:noFill/>
          <a:ln/>
        </p:spPr>
        <p:txBody>
          <a:bodyPr wrap="square" lIns="0" tIns="0" rIns="0" bIns="0" rtlCol="0" anchor="ctr"/>
          <a:lstStyle/>
          <a:p>
            <a:pPr algn="l" indent="0" marL="0">
              <a:buNone/>
            </a:pPr>
            <a:r>
              <a:rPr lang="en-US" sz="2800" b="1" strike="sngStrike" dirty="0">
                <a:solidFill>
                  <a:schemeClr val="accent1"/>
                </a:solidFill>
              </a:rPr>
              <a:t>t</a:t>
            </a:r>
            <a:endParaRPr lang="en-US" sz="2800" dirty="0"/>
          </a:p>
        </p:txBody>
      </p:sp>
      <p:sp>
        <p:nvSpPr>
          <p:cNvPr id="16" name="Shape 13"/>
          <p:cNvSpPr/>
          <p:nvPr/>
        </p:nvSpPr>
        <p:spPr>
          <a:xfrm>
            <a:off x="3291840" y="3182112"/>
            <a:ext cx="1828800" cy="685800"/>
          </a:xfrm>
          <a:prstGeom prst="roundRect">
            <a:avLst>
              <a:gd name="adj" fmla="val 10667"/>
            </a:avLst>
          </a:prstGeom>
          <a:solidFill>
            <a:schemeClr val="accent2">
              <a:alpha val="14000"/>
            </a:schemeClr>
          </a:solidFill>
          <a:ln w="15875">
            <a:solidFill>
              <a:srgbClr val="2A6FB0"/>
            </a:solidFill>
            <a:prstDash val="solid"/>
          </a:ln>
        </p:spPr>
      </p:sp>
      <p:sp>
        <p:nvSpPr>
          <p:cNvPr id="17" name="Text 14"/>
          <p:cNvSpPr txBox="1"/>
          <p:nvPr/>
        </p:nvSpPr>
        <p:spPr>
          <a:xfrm>
            <a:off x="3291840" y="3182112"/>
            <a:ext cx="182880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8" name="Text 15"/>
          <p:cNvSpPr txBox="1"/>
          <p:nvPr/>
        </p:nvSpPr>
        <p:spPr>
          <a:xfrm>
            <a:off x="5440680" y="3182112"/>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9" name="Text 16"/>
          <p:cNvSpPr txBox="1"/>
          <p:nvPr/>
        </p:nvSpPr>
        <p:spPr>
          <a:xfrm>
            <a:off x="8595360" y="1755648"/>
            <a:ext cx="2834640" cy="685800"/>
          </a:xfrm>
          <a:prstGeom prst="rect">
            <a:avLst/>
          </a:prstGeom>
          <a:noFill/>
          <a:ln/>
        </p:spPr>
        <p:txBody>
          <a:bodyPr wrap="square" lIns="0" tIns="0" rIns="0" bIns="0" rtlCol="0" anchor="ctr"/>
          <a:lstStyle/>
          <a:p>
            <a:pPr algn="l" indent="0" marL="0">
              <a:buNone/>
            </a:pPr>
            <a:r>
              <a:rPr lang="en-US" sz="1600" i="1" dirty="0">
                <a:solidFill>
                  <a:schemeClr val="accent5"/>
                </a:solidFill>
              </a:rPr>
              <a:t>phrase affirmative</a:t>
            </a:r>
            <a:endParaRPr lang="en-US" sz="1600" dirty="0"/>
          </a:p>
        </p:txBody>
      </p:sp>
      <p:sp>
        <p:nvSpPr>
          <p:cNvPr id="20" name="Shape 17"/>
          <p:cNvSpPr/>
          <p:nvPr/>
        </p:nvSpPr>
        <p:spPr>
          <a:xfrm>
            <a:off x="8595360" y="3145536"/>
            <a:ext cx="2862072" cy="758952"/>
          </a:xfrm>
          <a:prstGeom prst="roundRect">
            <a:avLst>
              <a:gd name="adj" fmla="val 9639"/>
            </a:avLst>
          </a:prstGeom>
          <a:solidFill>
            <a:schemeClr val="accent1">
              <a:alpha val="18000"/>
            </a:schemeClr>
          </a:solidFill>
          <a:ln w="15875">
            <a:solidFill>
              <a:srgbClr val="D9700F"/>
            </a:solidFill>
            <a:prstDash val="solid"/>
          </a:ln>
        </p:spPr>
      </p:sp>
      <p:sp>
        <p:nvSpPr>
          <p:cNvPr id="21" name="Text 18"/>
          <p:cNvSpPr txBox="1"/>
          <p:nvPr/>
        </p:nvSpPr>
        <p:spPr>
          <a:xfrm>
            <a:off x="8732520" y="3145536"/>
            <a:ext cx="2651760" cy="758952"/>
          </a:xfrm>
          <a:prstGeom prst="rect">
            <a:avLst/>
          </a:prstGeom>
          <a:noFill/>
          <a:ln/>
        </p:spPr>
        <p:txBody>
          <a:bodyPr wrap="square" lIns="0" tIns="0" rIns="0" bIns="0" rtlCol="0" anchor="ctr"/>
          <a:lstStyle/>
          <a:p>
            <a:pPr algn="ctr" indent="0" marL="0">
              <a:buNone/>
            </a:pPr>
            <a:r>
              <a:rPr lang="en-US" sz="1600" dirty="0">
                <a:solidFill>
                  <a:schemeClr val="tx1"/>
                </a:solidFill>
              </a:rPr>
              <a:t>le </a:t>
            </a:r>
            <a:r>
              <a:rPr lang="en-US" sz="1600" b="1" dirty="0">
                <a:solidFill>
                  <a:schemeClr val="tx1"/>
                </a:solidFill>
              </a:rPr>
              <a:t>t</a:t>
            </a:r>
            <a:r>
              <a:rPr lang="en-US" sz="1600" dirty="0">
                <a:solidFill>
                  <a:schemeClr val="tx1"/>
                </a:solidFill>
              </a:rPr>
              <a:t> tombe devant </a:t>
            </a:r>
            <a:r>
              <a:rPr lang="en-US" sz="1600" i="1" dirty="0">
                <a:solidFill>
                  <a:schemeClr val="tx1"/>
                </a:solidFill>
              </a:rPr>
              <a:t>je / jij</a:t>
            </a:r>
            <a:endParaRPr lang="en-US" sz="1600" dirty="0"/>
          </a:p>
        </p:txBody>
      </p:sp>
      <p:sp>
        <p:nvSpPr>
          <p:cNvPr id="22" name="Shape 19"/>
          <p:cNvSpPr/>
          <p:nvPr/>
        </p:nvSpPr>
        <p:spPr>
          <a:xfrm>
            <a:off x="548640" y="4251960"/>
            <a:ext cx="5852160" cy="457200"/>
          </a:xfrm>
          <a:prstGeom prst="roundRect">
            <a:avLst>
              <a:gd name="adj" fmla="val 12000"/>
            </a:avLst>
          </a:prstGeom>
          <a:solidFill>
            <a:schemeClr val="accent1"/>
          </a:solidFill>
          <a:ln w="12700">
            <a:solidFill>
              <a:srgbClr val="FFFFFF">
                <a:alpha val="0"/>
              </a:srgbClr>
            </a:solidFill>
            <a:prstDash val="solid"/>
          </a:ln>
        </p:spPr>
      </p:sp>
      <p:sp>
        <p:nvSpPr>
          <p:cNvPr id="23" name="Text 20"/>
          <p:cNvSpPr txBox="1"/>
          <p:nvPr/>
        </p:nvSpPr>
        <p:spPr>
          <a:xfrm>
            <a:off x="731520" y="4251960"/>
            <a:ext cx="5486400" cy="457200"/>
          </a:xfrm>
          <a:prstGeom prst="rect">
            <a:avLst/>
          </a:prstGeom>
          <a:noFill/>
          <a:ln/>
        </p:spPr>
        <p:txBody>
          <a:bodyPr wrap="square" lIns="0" tIns="0" rIns="0" bIns="0" rtlCol="0" anchor="ctr"/>
          <a:lstStyle/>
          <a:p>
            <a:pPr algn="l" indent="0" marL="0">
              <a:buNone/>
            </a:pPr>
            <a:r>
              <a:rPr lang="en-US" sz="1700" b="1" dirty="0">
                <a:solidFill>
                  <a:schemeClr val="bg1"/>
                </a:solidFill>
              </a:rPr>
              <a:t>le t tombe — </a:t>
            </a:r>
            <a:r>
              <a:rPr lang="en-US" sz="1700" b="1" i="1" dirty="0">
                <a:solidFill>
                  <a:schemeClr val="bg1"/>
                </a:solidFill>
              </a:rPr>
              <a:t>je / jij</a:t>
            </a:r>
            <a:r>
              <a:rPr lang="en-US" sz="1700" b="1" dirty="0">
                <a:solidFill>
                  <a:schemeClr val="bg1"/>
                </a:solidFill>
              </a:rPr>
              <a:t> après le verbe</a:t>
            </a:r>
            <a:endParaRPr lang="en-US" sz="1700" dirty="0"/>
          </a:p>
        </p:txBody>
      </p:sp>
      <p:sp>
        <p:nvSpPr>
          <p:cNvPr id="24" name="Shape 21"/>
          <p:cNvSpPr/>
          <p:nvPr/>
        </p:nvSpPr>
        <p:spPr>
          <a:xfrm>
            <a:off x="548640" y="4773168"/>
            <a:ext cx="5852160" cy="457200"/>
          </a:xfrm>
          <a:prstGeom prst="roundRect">
            <a:avLst>
              <a:gd name="adj" fmla="val 8000"/>
            </a:avLst>
          </a:prstGeom>
          <a:solidFill>
            <a:schemeClr val="bg2"/>
          </a:solidFill>
          <a:ln w="9525">
            <a:solidFill>
              <a:srgbClr val="D5DCE6"/>
            </a:solidFill>
            <a:prstDash val="solid"/>
          </a:ln>
        </p:spPr>
      </p:sp>
      <p:sp>
        <p:nvSpPr>
          <p:cNvPr id="25" name="Text 22"/>
          <p:cNvSpPr txBox="1"/>
          <p:nvPr/>
        </p:nvSpPr>
        <p:spPr>
          <a:xfrm>
            <a:off x="731520" y="477316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Jij werkt in Brussel.</a:t>
            </a:r>
            <a:r>
              <a:rPr lang="en-US" sz="1600" dirty="0">
                <a:solidFill>
                  <a:schemeClr val="tx1"/>
                </a:solidFill>
              </a:rPr>
              <a:t>  →  </a:t>
            </a:r>
            <a:r>
              <a:rPr lang="en-US" sz="1600" b="1" dirty="0">
                <a:solidFill>
                  <a:schemeClr val="accent6"/>
                </a:solidFill>
              </a:rPr>
              <a:t>Werk</a:t>
            </a:r>
            <a:r>
              <a:rPr lang="en-US" sz="1600" dirty="0">
                <a:solidFill>
                  <a:schemeClr val="tx1"/>
                </a:solidFill>
              </a:rPr>
              <a:t> </a:t>
            </a:r>
            <a:r>
              <a:rPr lang="en-US" sz="1600" b="1" dirty="0">
                <a:solidFill>
                  <a:schemeClr val="accent2"/>
                </a:solidFill>
              </a:rPr>
              <a:t>jij</a:t>
            </a:r>
            <a:r>
              <a:rPr lang="en-US" sz="1600" dirty="0">
                <a:solidFill>
                  <a:schemeClr val="tx1"/>
                </a:solidFill>
              </a:rPr>
              <a:t> in Brussel?</a:t>
            </a:r>
            <a:endParaRPr lang="en-US" sz="1600" dirty="0"/>
          </a:p>
        </p:txBody>
      </p:sp>
      <p:sp>
        <p:nvSpPr>
          <p:cNvPr id="26" name="Shape 23"/>
          <p:cNvSpPr/>
          <p:nvPr/>
        </p:nvSpPr>
        <p:spPr>
          <a:xfrm>
            <a:off x="548640" y="5276088"/>
            <a:ext cx="5852160" cy="457200"/>
          </a:xfrm>
          <a:prstGeom prst="roundRect">
            <a:avLst>
              <a:gd name="adj" fmla="val 8000"/>
            </a:avLst>
          </a:prstGeom>
          <a:solidFill>
            <a:srgbClr val="FFFFFF"/>
          </a:solidFill>
          <a:ln w="9525">
            <a:solidFill>
              <a:srgbClr val="D5DCE6"/>
            </a:solidFill>
            <a:prstDash val="solid"/>
          </a:ln>
        </p:spPr>
      </p:sp>
      <p:sp>
        <p:nvSpPr>
          <p:cNvPr id="27" name="Text 24"/>
          <p:cNvSpPr txBox="1"/>
          <p:nvPr/>
        </p:nvSpPr>
        <p:spPr>
          <a:xfrm>
            <a:off x="731520" y="527608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neemt de trein.</a:t>
            </a:r>
            <a:r>
              <a:rPr lang="en-US" sz="1600" dirty="0">
                <a:solidFill>
                  <a:schemeClr val="tx1"/>
                </a:solidFill>
              </a:rPr>
              <a:t>  →  </a:t>
            </a:r>
            <a:r>
              <a:rPr lang="en-US" sz="1600" b="1" dirty="0">
                <a:solidFill>
                  <a:schemeClr val="accent6"/>
                </a:solidFill>
              </a:rPr>
              <a:t>Neem</a:t>
            </a:r>
            <a:r>
              <a:rPr lang="en-US" sz="1600" dirty="0">
                <a:solidFill>
                  <a:schemeClr val="tx1"/>
                </a:solidFill>
              </a:rPr>
              <a:t> </a:t>
            </a:r>
            <a:r>
              <a:rPr lang="en-US" sz="1600" b="1" dirty="0">
                <a:solidFill>
                  <a:schemeClr val="accent2"/>
                </a:solidFill>
              </a:rPr>
              <a:t>je</a:t>
            </a:r>
            <a:r>
              <a:rPr lang="en-US" sz="1600" dirty="0">
                <a:solidFill>
                  <a:schemeClr val="tx1"/>
                </a:solidFill>
              </a:rPr>
              <a:t> de trein?</a:t>
            </a:r>
            <a:endParaRPr lang="en-US" sz="1600" dirty="0"/>
          </a:p>
        </p:txBody>
      </p:sp>
      <p:sp>
        <p:nvSpPr>
          <p:cNvPr id="28" name="Shape 25"/>
          <p:cNvSpPr/>
          <p:nvPr/>
        </p:nvSpPr>
        <p:spPr>
          <a:xfrm>
            <a:off x="548640" y="5779008"/>
            <a:ext cx="5852160" cy="457200"/>
          </a:xfrm>
          <a:prstGeom prst="roundRect">
            <a:avLst>
              <a:gd name="adj" fmla="val 8000"/>
            </a:avLst>
          </a:prstGeom>
          <a:solidFill>
            <a:schemeClr val="bg2"/>
          </a:solidFill>
          <a:ln w="9525">
            <a:solidFill>
              <a:srgbClr val="D5DCE6"/>
            </a:solidFill>
            <a:prstDash val="solid"/>
          </a:ln>
        </p:spPr>
      </p:sp>
      <p:sp>
        <p:nvSpPr>
          <p:cNvPr id="29" name="Text 26"/>
          <p:cNvSpPr txBox="1"/>
          <p:nvPr/>
        </p:nvSpPr>
        <p:spPr>
          <a:xfrm>
            <a:off x="731520" y="577900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pakt een koffie.</a:t>
            </a:r>
            <a:r>
              <a:rPr lang="en-US" sz="1600" dirty="0">
                <a:solidFill>
                  <a:schemeClr val="tx1"/>
                </a:solidFill>
              </a:rPr>
              <a:t>  →  </a:t>
            </a:r>
            <a:r>
              <a:rPr lang="en-US" sz="1600" b="1" dirty="0">
                <a:solidFill>
                  <a:schemeClr val="accent6"/>
                </a:solidFill>
              </a:rPr>
              <a:t>Pak</a:t>
            </a:r>
            <a:r>
              <a:rPr lang="en-US" sz="1600" dirty="0">
                <a:solidFill>
                  <a:schemeClr val="tx1"/>
                </a:solidFill>
              </a:rPr>
              <a:t> </a:t>
            </a:r>
            <a:r>
              <a:rPr lang="en-US" sz="1600" b="1" dirty="0">
                <a:solidFill>
                  <a:schemeClr val="accent2"/>
                </a:solidFill>
              </a:rPr>
              <a:t>je</a:t>
            </a:r>
            <a:r>
              <a:rPr lang="en-US" sz="1600" dirty="0">
                <a:solidFill>
                  <a:schemeClr val="tx1"/>
                </a:solidFill>
              </a:rPr>
              <a:t> een koffie?</a:t>
            </a:r>
            <a:endParaRPr lang="en-US" sz="1600" dirty="0"/>
          </a:p>
        </p:txBody>
      </p:sp>
      <p:sp>
        <p:nvSpPr>
          <p:cNvPr id="30" name="Shape 27"/>
          <p:cNvSpPr/>
          <p:nvPr/>
        </p:nvSpPr>
        <p:spPr>
          <a:xfrm>
            <a:off x="6583680" y="4251960"/>
            <a:ext cx="5056632" cy="457200"/>
          </a:xfrm>
          <a:prstGeom prst="roundRect">
            <a:avLst>
              <a:gd name="adj" fmla="val 12000"/>
            </a:avLst>
          </a:prstGeom>
          <a:solidFill>
            <a:schemeClr val="accent3"/>
          </a:solidFill>
          <a:ln w="12700">
            <a:solidFill>
              <a:srgbClr val="FFFFFF">
                <a:alpha val="0"/>
              </a:srgbClr>
            </a:solidFill>
            <a:prstDash val="solid"/>
          </a:ln>
        </p:spPr>
      </p:sp>
      <p:sp>
        <p:nvSpPr>
          <p:cNvPr id="31" name="Text 28"/>
          <p:cNvSpPr txBox="1"/>
          <p:nvPr/>
        </p:nvSpPr>
        <p:spPr>
          <a:xfrm>
            <a:off x="6766560" y="4251960"/>
            <a:ext cx="4690872" cy="457200"/>
          </a:xfrm>
          <a:prstGeom prst="rect">
            <a:avLst/>
          </a:prstGeom>
          <a:noFill/>
          <a:ln/>
        </p:spPr>
        <p:txBody>
          <a:bodyPr wrap="square" lIns="0" tIns="0" rIns="0" bIns="0" rtlCol="0" anchor="ctr"/>
          <a:lstStyle/>
          <a:p>
            <a:pPr algn="l" indent="0" marL="0">
              <a:buNone/>
            </a:pPr>
            <a:r>
              <a:rPr lang="en-US" sz="1700" b="1" dirty="0">
                <a:solidFill>
                  <a:schemeClr val="bg1"/>
                </a:solidFill>
              </a:rPr>
              <a:t>Mais le t reste — </a:t>
            </a:r>
            <a:r>
              <a:rPr lang="en-US" sz="1700" b="1" i="1" dirty="0">
                <a:solidFill>
                  <a:schemeClr val="bg1"/>
                </a:solidFill>
              </a:rPr>
              <a:t>u · hij · ze</a:t>
            </a:r>
            <a:endParaRPr lang="en-US" sz="1700" dirty="0"/>
          </a:p>
        </p:txBody>
      </p:sp>
      <p:sp>
        <p:nvSpPr>
          <p:cNvPr id="32" name="Shape 29"/>
          <p:cNvSpPr/>
          <p:nvPr/>
        </p:nvSpPr>
        <p:spPr>
          <a:xfrm>
            <a:off x="6583680" y="4773168"/>
            <a:ext cx="5056632" cy="457200"/>
          </a:xfrm>
          <a:prstGeom prst="roundRect">
            <a:avLst>
              <a:gd name="adj" fmla="val 8000"/>
            </a:avLst>
          </a:prstGeom>
          <a:solidFill>
            <a:schemeClr val="bg2"/>
          </a:solidFill>
          <a:ln w="9525">
            <a:solidFill>
              <a:srgbClr val="D5DCE6"/>
            </a:solidFill>
            <a:prstDash val="solid"/>
          </a:ln>
        </p:spPr>
      </p:sp>
      <p:sp>
        <p:nvSpPr>
          <p:cNvPr id="33" name="Text 30"/>
          <p:cNvSpPr txBox="1"/>
          <p:nvPr/>
        </p:nvSpPr>
        <p:spPr>
          <a:xfrm>
            <a:off x="6766560" y="477316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u</a:t>
            </a:r>
            <a:r>
              <a:rPr lang="en-US" sz="1600" dirty="0">
                <a:solidFill>
                  <a:schemeClr val="tx1"/>
                </a:solidFill>
              </a:rPr>
              <a:t> in Brussel?</a:t>
            </a:r>
            <a:endParaRPr lang="en-US" sz="1600" dirty="0"/>
          </a:p>
        </p:txBody>
      </p:sp>
      <p:sp>
        <p:nvSpPr>
          <p:cNvPr id="34" name="Shape 31"/>
          <p:cNvSpPr/>
          <p:nvPr/>
        </p:nvSpPr>
        <p:spPr>
          <a:xfrm>
            <a:off x="6583680" y="5276088"/>
            <a:ext cx="5056632" cy="457200"/>
          </a:xfrm>
          <a:prstGeom prst="roundRect">
            <a:avLst>
              <a:gd name="adj" fmla="val 8000"/>
            </a:avLst>
          </a:prstGeom>
          <a:solidFill>
            <a:srgbClr val="FFFFFF"/>
          </a:solidFill>
          <a:ln w="9525">
            <a:solidFill>
              <a:srgbClr val="D5DCE6"/>
            </a:solidFill>
            <a:prstDash val="solid"/>
          </a:ln>
        </p:spPr>
      </p:sp>
      <p:sp>
        <p:nvSpPr>
          <p:cNvPr id="35" name="Text 32"/>
          <p:cNvSpPr txBox="1"/>
          <p:nvPr/>
        </p:nvSpPr>
        <p:spPr>
          <a:xfrm>
            <a:off x="6766560" y="527608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hij</a:t>
            </a:r>
            <a:r>
              <a:rPr lang="en-US" sz="1600" dirty="0">
                <a:solidFill>
                  <a:schemeClr val="tx1"/>
                </a:solidFill>
              </a:rPr>
              <a:t> in Brussel?</a:t>
            </a:r>
            <a:endParaRPr lang="en-US" sz="1600" dirty="0"/>
          </a:p>
        </p:txBody>
      </p:sp>
      <p:sp>
        <p:nvSpPr>
          <p:cNvPr id="36" name="Shape 33"/>
          <p:cNvSpPr/>
          <p:nvPr/>
        </p:nvSpPr>
        <p:spPr>
          <a:xfrm>
            <a:off x="6583680" y="5779008"/>
            <a:ext cx="5056632" cy="457200"/>
          </a:xfrm>
          <a:prstGeom prst="roundRect">
            <a:avLst>
              <a:gd name="adj" fmla="val 8000"/>
            </a:avLst>
          </a:prstGeom>
          <a:solidFill>
            <a:schemeClr val="bg2"/>
          </a:solidFill>
          <a:ln w="9525">
            <a:solidFill>
              <a:srgbClr val="D5DCE6"/>
            </a:solidFill>
            <a:prstDash val="solid"/>
          </a:ln>
        </p:spPr>
      </p:sp>
      <p:sp>
        <p:nvSpPr>
          <p:cNvPr id="37" name="Text 34"/>
          <p:cNvSpPr txBox="1"/>
          <p:nvPr/>
        </p:nvSpPr>
        <p:spPr>
          <a:xfrm>
            <a:off x="6766560" y="577900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ze</a:t>
            </a:r>
            <a:r>
              <a:rPr lang="en-US" sz="1600" dirty="0">
                <a:solidFill>
                  <a:schemeClr val="tx1"/>
                </a:solidFill>
              </a:rPr>
              <a:t> in Brussel?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questions avec mot interrogatif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453896" y="1554480"/>
            <a:ext cx="2377440" cy="566928"/>
          </a:xfrm>
          <a:prstGeom prst="roundRect">
            <a:avLst>
              <a:gd name="adj" fmla="val 12903"/>
            </a:avLst>
          </a:prstGeom>
          <a:solidFill>
            <a:schemeClr val="accent1"/>
          </a:solidFill>
          <a:ln w="12700">
            <a:solidFill>
              <a:srgbClr val="FFFFFF">
                <a:alpha val="0"/>
              </a:srgbClr>
            </a:solidFill>
            <a:prstDash val="solid"/>
          </a:ln>
        </p:spPr>
      </p:sp>
      <p:sp>
        <p:nvSpPr>
          <p:cNvPr id="6" name="Text 3"/>
          <p:cNvSpPr txBox="1"/>
          <p:nvPr/>
        </p:nvSpPr>
        <p:spPr>
          <a:xfrm>
            <a:off x="1453896" y="1554480"/>
            <a:ext cx="2377440" cy="566928"/>
          </a:xfrm>
          <a:prstGeom prst="rect">
            <a:avLst/>
          </a:prstGeom>
          <a:noFill/>
          <a:ln/>
        </p:spPr>
        <p:txBody>
          <a:bodyPr wrap="square" lIns="0" tIns="0" rIns="0" bIns="0" rtlCol="0" anchor="ctr"/>
          <a:lstStyle/>
          <a:p>
            <a:pPr algn="ctr" indent="0" marL="0">
              <a:buNone/>
            </a:pPr>
            <a:r>
              <a:rPr lang="en-US" sz="1700" b="1" dirty="0">
                <a:solidFill>
                  <a:schemeClr val="bg1"/>
                </a:solidFill>
              </a:rPr>
              <a:t>Mot interrogatif</a:t>
            </a:r>
            <a:endParaRPr lang="en-US" sz="1700" dirty="0"/>
          </a:p>
        </p:txBody>
      </p:sp>
      <p:sp>
        <p:nvSpPr>
          <p:cNvPr id="7" name="Text 4"/>
          <p:cNvSpPr txBox="1"/>
          <p:nvPr/>
        </p:nvSpPr>
        <p:spPr>
          <a:xfrm>
            <a:off x="1453896" y="2176272"/>
            <a:ext cx="2377440" cy="457200"/>
          </a:xfrm>
          <a:prstGeom prst="rect">
            <a:avLst/>
          </a:prstGeom>
          <a:noFill/>
          <a:ln/>
        </p:spPr>
        <p:txBody>
          <a:bodyPr wrap="square" lIns="0" tIns="0" rIns="0" bIns="0" rtlCol="0" anchor="ctr"/>
          <a:lstStyle/>
          <a:p>
            <a:pPr algn="ctr" indent="0" marL="0">
              <a:buNone/>
            </a:pPr>
            <a:r>
              <a:rPr lang="en-US" sz="2200" b="1" dirty="0">
                <a:solidFill>
                  <a:schemeClr val="accent1"/>
                </a:solidFill>
              </a:rPr>
              <a:t>Hoeveel uur</a:t>
            </a:r>
            <a:endParaRPr lang="en-US" sz="2200" dirty="0"/>
          </a:p>
        </p:txBody>
      </p:sp>
      <p:sp>
        <p:nvSpPr>
          <p:cNvPr id="8" name="Shape 5"/>
          <p:cNvSpPr/>
          <p:nvPr/>
        </p:nvSpPr>
        <p:spPr>
          <a:xfrm>
            <a:off x="3877056" y="1837944"/>
            <a:ext cx="310896" cy="914"/>
          </a:xfrm>
          <a:prstGeom prst="line">
            <a:avLst/>
          </a:prstGeom>
          <a:noFill/>
          <a:ln w="25400">
            <a:solidFill>
              <a:srgbClr val="4A5A70"/>
            </a:solidFill>
            <a:prstDash val="solid"/>
            <a:tailEnd type="triangle"/>
          </a:ln>
        </p:spPr>
      </p:sp>
      <p:sp>
        <p:nvSpPr>
          <p:cNvPr id="9" name="Shape 6"/>
          <p:cNvSpPr/>
          <p:nvPr/>
        </p:nvSpPr>
        <p:spPr>
          <a:xfrm>
            <a:off x="4242816" y="1554480"/>
            <a:ext cx="1737360" cy="566928"/>
          </a:xfrm>
          <a:prstGeom prst="ellipse">
            <a:avLst/>
          </a:prstGeom>
          <a:solidFill>
            <a:srgbClr val="FFFFFF"/>
          </a:solidFill>
          <a:ln w="38100">
            <a:solidFill>
              <a:srgbClr val="B83227"/>
            </a:solidFill>
            <a:prstDash val="solid"/>
          </a:ln>
        </p:spPr>
      </p:sp>
      <p:sp>
        <p:nvSpPr>
          <p:cNvPr id="10" name="Text 7"/>
          <p:cNvSpPr txBox="1"/>
          <p:nvPr/>
        </p:nvSpPr>
        <p:spPr>
          <a:xfrm>
            <a:off x="4242816" y="1554480"/>
            <a:ext cx="1737360" cy="566928"/>
          </a:xfrm>
          <a:prstGeom prst="rect">
            <a:avLst/>
          </a:prstGeom>
          <a:noFill/>
          <a:ln/>
        </p:spPr>
        <p:txBody>
          <a:bodyPr wrap="square" lIns="0" tIns="0" rIns="0" bIns="0" rtlCol="0" anchor="ctr"/>
          <a:lstStyle/>
          <a:p>
            <a:pPr algn="ctr" indent="0" marL="0">
              <a:buNone/>
            </a:pPr>
            <a:r>
              <a:rPr lang="en-US" sz="1700" b="1" dirty="0">
                <a:solidFill>
                  <a:schemeClr val="accent6"/>
                </a:solidFill>
              </a:rPr>
              <a:t>verbe</a:t>
            </a:r>
            <a:endParaRPr lang="en-US" sz="1700" dirty="0"/>
          </a:p>
        </p:txBody>
      </p:sp>
      <p:sp>
        <p:nvSpPr>
          <p:cNvPr id="11" name="Text 8"/>
          <p:cNvSpPr txBox="1"/>
          <p:nvPr/>
        </p:nvSpPr>
        <p:spPr>
          <a:xfrm>
            <a:off x="424281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6"/>
                </a:solidFill>
              </a:rPr>
              <a:t>werk</a:t>
            </a:r>
            <a:endParaRPr lang="en-US" sz="2200" dirty="0"/>
          </a:p>
        </p:txBody>
      </p:sp>
      <p:sp>
        <p:nvSpPr>
          <p:cNvPr id="12" name="Shape 9"/>
          <p:cNvSpPr/>
          <p:nvPr/>
        </p:nvSpPr>
        <p:spPr>
          <a:xfrm>
            <a:off x="6025896" y="1837944"/>
            <a:ext cx="310896" cy="914"/>
          </a:xfrm>
          <a:prstGeom prst="line">
            <a:avLst/>
          </a:prstGeom>
          <a:noFill/>
          <a:ln w="25400">
            <a:solidFill>
              <a:srgbClr val="4A5A70"/>
            </a:solidFill>
            <a:prstDash val="solid"/>
            <a:tailEnd type="triangle"/>
          </a:ln>
        </p:spPr>
      </p:sp>
      <p:sp>
        <p:nvSpPr>
          <p:cNvPr id="13" name="Shape 10"/>
          <p:cNvSpPr/>
          <p:nvPr/>
        </p:nvSpPr>
        <p:spPr>
          <a:xfrm>
            <a:off x="6391656" y="1554480"/>
            <a:ext cx="1737360" cy="566928"/>
          </a:xfrm>
          <a:prstGeom prst="roundRect">
            <a:avLst>
              <a:gd name="adj" fmla="val 12903"/>
            </a:avLst>
          </a:prstGeom>
          <a:solidFill>
            <a:schemeClr val="accent2"/>
          </a:solidFill>
          <a:ln w="12700">
            <a:solidFill>
              <a:srgbClr val="FFFFFF">
                <a:alpha val="0"/>
              </a:srgbClr>
            </a:solidFill>
            <a:prstDash val="solid"/>
          </a:ln>
        </p:spPr>
      </p:sp>
      <p:sp>
        <p:nvSpPr>
          <p:cNvPr id="14" name="Text 11"/>
          <p:cNvSpPr txBox="1"/>
          <p:nvPr/>
        </p:nvSpPr>
        <p:spPr>
          <a:xfrm>
            <a:off x="6391656" y="1554480"/>
            <a:ext cx="1737360" cy="566928"/>
          </a:xfrm>
          <a:prstGeom prst="rect">
            <a:avLst/>
          </a:prstGeom>
          <a:noFill/>
          <a:ln/>
        </p:spPr>
        <p:txBody>
          <a:bodyPr wrap="square" lIns="0" tIns="0" rIns="0" bIns="0" rtlCol="0" anchor="ctr"/>
          <a:lstStyle/>
          <a:p>
            <a:pPr algn="ctr" indent="0" marL="0">
              <a:buNone/>
            </a:pPr>
            <a:r>
              <a:rPr lang="en-US" sz="1700" b="1" dirty="0">
                <a:solidFill>
                  <a:schemeClr val="bg1"/>
                </a:solidFill>
              </a:rPr>
              <a:t>sujet</a:t>
            </a:r>
            <a:endParaRPr lang="en-US" sz="1700" dirty="0"/>
          </a:p>
        </p:txBody>
      </p:sp>
      <p:sp>
        <p:nvSpPr>
          <p:cNvPr id="15" name="Text 12"/>
          <p:cNvSpPr txBox="1"/>
          <p:nvPr/>
        </p:nvSpPr>
        <p:spPr>
          <a:xfrm>
            <a:off x="639165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2"/>
                </a:solidFill>
              </a:rPr>
              <a:t>je</a:t>
            </a:r>
            <a:endParaRPr lang="en-US" sz="2200" dirty="0"/>
          </a:p>
        </p:txBody>
      </p:sp>
      <p:sp>
        <p:nvSpPr>
          <p:cNvPr id="16" name="Shape 13"/>
          <p:cNvSpPr/>
          <p:nvPr/>
        </p:nvSpPr>
        <p:spPr>
          <a:xfrm>
            <a:off x="8174736" y="1837944"/>
            <a:ext cx="310896" cy="914"/>
          </a:xfrm>
          <a:prstGeom prst="line">
            <a:avLst/>
          </a:prstGeom>
          <a:noFill/>
          <a:ln w="25400">
            <a:solidFill>
              <a:srgbClr val="4A5A70"/>
            </a:solidFill>
            <a:prstDash val="solid"/>
            <a:tailEnd type="triangle"/>
          </a:ln>
        </p:spPr>
      </p:sp>
      <p:sp>
        <p:nvSpPr>
          <p:cNvPr id="17" name="Shape 14"/>
          <p:cNvSpPr/>
          <p:nvPr/>
        </p:nvSpPr>
        <p:spPr>
          <a:xfrm>
            <a:off x="8540496" y="1554480"/>
            <a:ext cx="2194560" cy="566928"/>
          </a:xfrm>
          <a:prstGeom prst="roundRect">
            <a:avLst>
              <a:gd name="adj" fmla="val 12903"/>
            </a:avLst>
          </a:prstGeom>
          <a:solidFill>
            <a:schemeClr val="accent5"/>
          </a:solidFill>
          <a:ln w="12700">
            <a:solidFill>
              <a:srgbClr val="FFFFFF">
                <a:alpha val="0"/>
              </a:srgbClr>
            </a:solidFill>
            <a:prstDash val="solid"/>
          </a:ln>
        </p:spPr>
      </p:sp>
      <p:sp>
        <p:nvSpPr>
          <p:cNvPr id="18" name="Text 15"/>
          <p:cNvSpPr txBox="1"/>
          <p:nvPr/>
        </p:nvSpPr>
        <p:spPr>
          <a:xfrm>
            <a:off x="8540496" y="1554480"/>
            <a:ext cx="2194560" cy="566928"/>
          </a:xfrm>
          <a:prstGeom prst="rect">
            <a:avLst/>
          </a:prstGeom>
          <a:noFill/>
          <a:ln/>
        </p:spPr>
        <p:txBody>
          <a:bodyPr wrap="square" lIns="0" tIns="0" rIns="0" bIns="0" rtlCol="0" anchor="ctr"/>
          <a:lstStyle/>
          <a:p>
            <a:pPr algn="ctr" indent="0" marL="0">
              <a:buNone/>
            </a:pPr>
            <a:r>
              <a:rPr lang="en-US" sz="1700" b="1" dirty="0">
                <a:solidFill>
                  <a:schemeClr val="bg1"/>
                </a:solidFill>
              </a:rPr>
              <a:t>reste</a:t>
            </a:r>
            <a:endParaRPr lang="en-US" sz="1700" dirty="0"/>
          </a:p>
        </p:txBody>
      </p:sp>
      <p:sp>
        <p:nvSpPr>
          <p:cNvPr id="19" name="Text 16"/>
          <p:cNvSpPr txBox="1"/>
          <p:nvPr/>
        </p:nvSpPr>
        <p:spPr>
          <a:xfrm>
            <a:off x="8540496" y="2176272"/>
            <a:ext cx="2194560" cy="457200"/>
          </a:xfrm>
          <a:prstGeom prst="rect">
            <a:avLst/>
          </a:prstGeom>
          <a:noFill/>
          <a:ln/>
        </p:spPr>
        <p:txBody>
          <a:bodyPr wrap="square" lIns="0" tIns="0" rIns="0" bIns="0" rtlCol="0" anchor="ctr"/>
          <a:lstStyle/>
          <a:p>
            <a:pPr algn="ctr" indent="0" marL="0">
              <a:buNone/>
            </a:pPr>
            <a:r>
              <a:rPr lang="en-US" sz="2200" b="1" dirty="0">
                <a:solidFill>
                  <a:schemeClr val="tx1"/>
                </a:solidFill>
              </a:rPr>
              <a:t>per week?</a:t>
            </a:r>
            <a:endParaRPr lang="en-US" sz="2200" dirty="0"/>
          </a:p>
        </p:txBody>
      </p:sp>
      <p:sp>
        <p:nvSpPr>
          <p:cNvPr id="20" name="Shape 17"/>
          <p:cNvSpPr/>
          <p:nvPr/>
        </p:nvSpPr>
        <p:spPr>
          <a:xfrm>
            <a:off x="54864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2852928"/>
            <a:ext cx="109728" cy="1005840"/>
          </a:xfrm>
          <a:prstGeom prst="rect">
            <a:avLst/>
          </a:prstGeom>
          <a:solidFill>
            <a:schemeClr val="accent1"/>
          </a:solidFill>
          <a:ln w="12700">
            <a:solidFill>
              <a:srgbClr val="FFFFFF">
                <a:alpha val="0"/>
              </a:srgbClr>
            </a:solidFill>
            <a:prstDash val="solid"/>
          </a:ln>
        </p:spPr>
      </p:sp>
      <p:sp>
        <p:nvSpPr>
          <p:cNvPr id="22" name="Text 19"/>
          <p:cNvSpPr txBox="1"/>
          <p:nvPr/>
        </p:nvSpPr>
        <p:spPr>
          <a:xfrm>
            <a:off x="82296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Wie?</a:t>
            </a:r>
            <a:endParaRPr lang="en-US" sz="2400" dirty="0"/>
          </a:p>
        </p:txBody>
      </p:sp>
      <p:sp>
        <p:nvSpPr>
          <p:cNvPr id="23" name="Text 20"/>
          <p:cNvSpPr txBox="1"/>
          <p:nvPr/>
        </p:nvSpPr>
        <p:spPr>
          <a:xfrm>
            <a:off x="82296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qui</a:t>
            </a:r>
            <a:endParaRPr lang="en-US" sz="1500" dirty="0"/>
          </a:p>
        </p:txBody>
      </p:sp>
      <p:sp>
        <p:nvSpPr>
          <p:cNvPr id="24" name="Shape 21"/>
          <p:cNvSpPr/>
          <p:nvPr/>
        </p:nvSpPr>
        <p:spPr>
          <a:xfrm>
            <a:off x="301752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3017520" y="2852928"/>
            <a:ext cx="109728" cy="1005840"/>
          </a:xfrm>
          <a:prstGeom prst="rect">
            <a:avLst/>
          </a:prstGeom>
          <a:solidFill>
            <a:schemeClr val="accent1"/>
          </a:solidFill>
          <a:ln w="12700">
            <a:solidFill>
              <a:srgbClr val="FFFFFF">
                <a:alpha val="0"/>
              </a:srgbClr>
            </a:solidFill>
            <a:prstDash val="solid"/>
          </a:ln>
        </p:spPr>
      </p:sp>
      <p:sp>
        <p:nvSpPr>
          <p:cNvPr id="26" name="Text 23"/>
          <p:cNvSpPr txBox="1"/>
          <p:nvPr/>
        </p:nvSpPr>
        <p:spPr>
          <a:xfrm>
            <a:off x="329184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Wat?</a:t>
            </a:r>
            <a:endParaRPr lang="en-US" sz="2400" dirty="0"/>
          </a:p>
        </p:txBody>
      </p:sp>
      <p:sp>
        <p:nvSpPr>
          <p:cNvPr id="27" name="Text 24"/>
          <p:cNvSpPr txBox="1"/>
          <p:nvPr/>
        </p:nvSpPr>
        <p:spPr>
          <a:xfrm>
            <a:off x="329184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quoi</a:t>
            </a:r>
            <a:endParaRPr lang="en-US" sz="1500" dirty="0"/>
          </a:p>
        </p:txBody>
      </p:sp>
      <p:sp>
        <p:nvSpPr>
          <p:cNvPr id="28" name="Shape 25"/>
          <p:cNvSpPr/>
          <p:nvPr/>
        </p:nvSpPr>
        <p:spPr>
          <a:xfrm>
            <a:off x="548640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5486400" y="2852928"/>
            <a:ext cx="109728" cy="1005840"/>
          </a:xfrm>
          <a:prstGeom prst="rect">
            <a:avLst/>
          </a:prstGeom>
          <a:solidFill>
            <a:schemeClr val="accent1"/>
          </a:solidFill>
          <a:ln w="12700">
            <a:solidFill>
              <a:srgbClr val="FFFFFF">
                <a:alpha val="0"/>
              </a:srgbClr>
            </a:solidFill>
            <a:prstDash val="solid"/>
          </a:ln>
        </p:spPr>
      </p:sp>
      <p:sp>
        <p:nvSpPr>
          <p:cNvPr id="30" name="Text 27"/>
          <p:cNvSpPr txBox="1"/>
          <p:nvPr/>
        </p:nvSpPr>
        <p:spPr>
          <a:xfrm>
            <a:off x="576072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a:t>
            </a:r>
            <a:endParaRPr lang="en-US" sz="2400" dirty="0"/>
          </a:p>
        </p:txBody>
      </p:sp>
      <p:sp>
        <p:nvSpPr>
          <p:cNvPr id="31" name="Text 28"/>
          <p:cNvSpPr txBox="1"/>
          <p:nvPr/>
        </p:nvSpPr>
        <p:spPr>
          <a:xfrm>
            <a:off x="576072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où</a:t>
            </a:r>
            <a:endParaRPr lang="en-US" sz="1500" dirty="0"/>
          </a:p>
        </p:txBody>
      </p:sp>
      <p:sp>
        <p:nvSpPr>
          <p:cNvPr id="32" name="Shape 29"/>
          <p:cNvSpPr/>
          <p:nvPr/>
        </p:nvSpPr>
        <p:spPr>
          <a:xfrm>
            <a:off x="54864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30"/>
          <p:cNvSpPr/>
          <p:nvPr/>
        </p:nvSpPr>
        <p:spPr>
          <a:xfrm>
            <a:off x="548640" y="4014216"/>
            <a:ext cx="109728" cy="1005840"/>
          </a:xfrm>
          <a:prstGeom prst="rect">
            <a:avLst/>
          </a:prstGeom>
          <a:solidFill>
            <a:schemeClr val="accent1"/>
          </a:solidFill>
          <a:ln w="12700">
            <a:solidFill>
              <a:srgbClr val="FFFFFF">
                <a:alpha val="0"/>
              </a:srgbClr>
            </a:solidFill>
            <a:prstDash val="solid"/>
          </a:ln>
        </p:spPr>
      </p:sp>
      <p:sp>
        <p:nvSpPr>
          <p:cNvPr id="34" name="Text 31"/>
          <p:cNvSpPr txBox="1"/>
          <p:nvPr/>
        </p:nvSpPr>
        <p:spPr>
          <a:xfrm>
            <a:off x="82296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Wanneer?</a:t>
            </a:r>
            <a:endParaRPr lang="en-US" sz="2400" dirty="0"/>
          </a:p>
        </p:txBody>
      </p:sp>
      <p:sp>
        <p:nvSpPr>
          <p:cNvPr id="35" name="Text 32"/>
          <p:cNvSpPr txBox="1"/>
          <p:nvPr/>
        </p:nvSpPr>
        <p:spPr>
          <a:xfrm>
            <a:off x="82296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quand</a:t>
            </a:r>
            <a:endParaRPr lang="en-US" sz="1500" dirty="0"/>
          </a:p>
        </p:txBody>
      </p:sp>
      <p:sp>
        <p:nvSpPr>
          <p:cNvPr id="36" name="Shape 33"/>
          <p:cNvSpPr/>
          <p:nvPr/>
        </p:nvSpPr>
        <p:spPr>
          <a:xfrm>
            <a:off x="301752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3017520" y="4014216"/>
            <a:ext cx="109728" cy="1005840"/>
          </a:xfrm>
          <a:prstGeom prst="rect">
            <a:avLst/>
          </a:prstGeom>
          <a:solidFill>
            <a:schemeClr val="accent1"/>
          </a:solidFill>
          <a:ln w="12700">
            <a:solidFill>
              <a:srgbClr val="FFFFFF">
                <a:alpha val="0"/>
              </a:srgbClr>
            </a:solidFill>
            <a:prstDash val="solid"/>
          </a:ln>
        </p:spPr>
      </p:sp>
      <p:sp>
        <p:nvSpPr>
          <p:cNvPr id="38" name="Text 35"/>
          <p:cNvSpPr txBox="1"/>
          <p:nvPr/>
        </p:nvSpPr>
        <p:spPr>
          <a:xfrm>
            <a:off x="329184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a:t>
            </a:r>
            <a:endParaRPr lang="en-US" sz="2400" dirty="0"/>
          </a:p>
        </p:txBody>
      </p:sp>
      <p:sp>
        <p:nvSpPr>
          <p:cNvPr id="39" name="Text 36"/>
          <p:cNvSpPr txBox="1"/>
          <p:nvPr/>
        </p:nvSpPr>
        <p:spPr>
          <a:xfrm>
            <a:off x="329184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comment</a:t>
            </a:r>
            <a:endParaRPr lang="en-US" sz="1500" dirty="0"/>
          </a:p>
        </p:txBody>
      </p:sp>
      <p:sp>
        <p:nvSpPr>
          <p:cNvPr id="40" name="Shape 37"/>
          <p:cNvSpPr/>
          <p:nvPr/>
        </p:nvSpPr>
        <p:spPr>
          <a:xfrm>
            <a:off x="548640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486400" y="4014216"/>
            <a:ext cx="109728" cy="1005840"/>
          </a:xfrm>
          <a:prstGeom prst="rect">
            <a:avLst/>
          </a:prstGeom>
          <a:solidFill>
            <a:schemeClr val="accent1"/>
          </a:solidFill>
          <a:ln w="12700">
            <a:solidFill>
              <a:srgbClr val="FFFFFF">
                <a:alpha val="0"/>
              </a:srgbClr>
            </a:solidFill>
            <a:prstDash val="solid"/>
          </a:ln>
        </p:spPr>
      </p:sp>
      <p:sp>
        <p:nvSpPr>
          <p:cNvPr id="42" name="Text 39"/>
          <p:cNvSpPr txBox="1"/>
          <p:nvPr/>
        </p:nvSpPr>
        <p:spPr>
          <a:xfrm>
            <a:off x="576072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 laat?</a:t>
            </a:r>
            <a:endParaRPr lang="en-US" sz="2400" dirty="0"/>
          </a:p>
        </p:txBody>
      </p:sp>
      <p:sp>
        <p:nvSpPr>
          <p:cNvPr id="43" name="Text 40"/>
          <p:cNvSpPr txBox="1"/>
          <p:nvPr/>
        </p:nvSpPr>
        <p:spPr>
          <a:xfrm>
            <a:off x="576072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à quelle heure</a:t>
            </a:r>
            <a:endParaRPr lang="en-US" sz="1500" dirty="0"/>
          </a:p>
        </p:txBody>
      </p:sp>
      <p:sp>
        <p:nvSpPr>
          <p:cNvPr id="44" name="Shape 41"/>
          <p:cNvSpPr/>
          <p:nvPr/>
        </p:nvSpPr>
        <p:spPr>
          <a:xfrm>
            <a:off x="54864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42"/>
          <p:cNvSpPr/>
          <p:nvPr/>
        </p:nvSpPr>
        <p:spPr>
          <a:xfrm>
            <a:off x="548640" y="5175504"/>
            <a:ext cx="109728" cy="1005840"/>
          </a:xfrm>
          <a:prstGeom prst="rect">
            <a:avLst/>
          </a:prstGeom>
          <a:solidFill>
            <a:schemeClr val="accent1"/>
          </a:solidFill>
          <a:ln w="12700">
            <a:solidFill>
              <a:srgbClr val="FFFFFF">
                <a:alpha val="0"/>
              </a:srgbClr>
            </a:solidFill>
            <a:prstDash val="solid"/>
          </a:ln>
        </p:spPr>
      </p:sp>
      <p:sp>
        <p:nvSpPr>
          <p:cNvPr id="46" name="Text 43"/>
          <p:cNvSpPr txBox="1"/>
          <p:nvPr/>
        </p:nvSpPr>
        <p:spPr>
          <a:xfrm>
            <a:off x="82296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Hoeveel?</a:t>
            </a:r>
            <a:endParaRPr lang="en-US" sz="2400" dirty="0"/>
          </a:p>
        </p:txBody>
      </p:sp>
      <p:sp>
        <p:nvSpPr>
          <p:cNvPr id="47" name="Text 44"/>
          <p:cNvSpPr txBox="1"/>
          <p:nvPr/>
        </p:nvSpPr>
        <p:spPr>
          <a:xfrm>
            <a:off x="82296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combien</a:t>
            </a:r>
            <a:endParaRPr lang="en-US" sz="1500" dirty="0"/>
          </a:p>
        </p:txBody>
      </p:sp>
      <p:sp>
        <p:nvSpPr>
          <p:cNvPr id="48" name="Shape 45"/>
          <p:cNvSpPr/>
          <p:nvPr/>
        </p:nvSpPr>
        <p:spPr>
          <a:xfrm>
            <a:off x="301752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6"/>
          <p:cNvSpPr/>
          <p:nvPr/>
        </p:nvSpPr>
        <p:spPr>
          <a:xfrm>
            <a:off x="3017520" y="5175504"/>
            <a:ext cx="109728" cy="1005840"/>
          </a:xfrm>
          <a:prstGeom prst="rect">
            <a:avLst/>
          </a:prstGeom>
          <a:solidFill>
            <a:schemeClr val="accent1"/>
          </a:solidFill>
          <a:ln w="12700">
            <a:solidFill>
              <a:srgbClr val="FFFFFF">
                <a:alpha val="0"/>
              </a:srgbClr>
            </a:solidFill>
            <a:prstDash val="solid"/>
          </a:ln>
        </p:spPr>
      </p:sp>
      <p:sp>
        <p:nvSpPr>
          <p:cNvPr id="50" name="Text 47"/>
          <p:cNvSpPr txBox="1"/>
          <p:nvPr/>
        </p:nvSpPr>
        <p:spPr>
          <a:xfrm>
            <a:off x="329184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Welke?</a:t>
            </a:r>
            <a:endParaRPr lang="en-US" sz="2400" dirty="0"/>
          </a:p>
        </p:txBody>
      </p:sp>
      <p:sp>
        <p:nvSpPr>
          <p:cNvPr id="51" name="Text 48"/>
          <p:cNvSpPr txBox="1"/>
          <p:nvPr/>
        </p:nvSpPr>
        <p:spPr>
          <a:xfrm>
            <a:off x="329184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quel(le)</a:t>
            </a:r>
            <a:endParaRPr lang="en-US" sz="1500" dirty="0"/>
          </a:p>
        </p:txBody>
      </p:sp>
      <p:sp>
        <p:nvSpPr>
          <p:cNvPr id="52" name="Shape 49"/>
          <p:cNvSpPr/>
          <p:nvPr/>
        </p:nvSpPr>
        <p:spPr>
          <a:xfrm>
            <a:off x="548640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3" name="Shape 50"/>
          <p:cNvSpPr/>
          <p:nvPr/>
        </p:nvSpPr>
        <p:spPr>
          <a:xfrm>
            <a:off x="5486400" y="5175504"/>
            <a:ext cx="109728" cy="1005840"/>
          </a:xfrm>
          <a:prstGeom prst="rect">
            <a:avLst/>
          </a:prstGeom>
          <a:solidFill>
            <a:schemeClr val="accent1"/>
          </a:solidFill>
          <a:ln w="12700">
            <a:solidFill>
              <a:srgbClr val="FFFFFF">
                <a:alpha val="0"/>
              </a:srgbClr>
            </a:solidFill>
            <a:prstDash val="solid"/>
          </a:ln>
        </p:spPr>
      </p:sp>
      <p:sp>
        <p:nvSpPr>
          <p:cNvPr id="54" name="Text 51"/>
          <p:cNvSpPr txBox="1"/>
          <p:nvPr/>
        </p:nvSpPr>
        <p:spPr>
          <a:xfrm>
            <a:off x="576072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Waarom?</a:t>
            </a:r>
            <a:endParaRPr lang="en-US" sz="2400" dirty="0"/>
          </a:p>
        </p:txBody>
      </p:sp>
      <p:sp>
        <p:nvSpPr>
          <p:cNvPr id="55" name="Text 52"/>
          <p:cNvSpPr txBox="1"/>
          <p:nvPr/>
        </p:nvSpPr>
        <p:spPr>
          <a:xfrm>
            <a:off x="576072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pourquoi</a:t>
            </a:r>
            <a:endParaRPr lang="en-US" sz="1500" dirty="0"/>
          </a:p>
        </p:txBody>
      </p:sp>
      <p:sp>
        <p:nvSpPr>
          <p:cNvPr id="56" name="Shape 53"/>
          <p:cNvSpPr/>
          <p:nvPr/>
        </p:nvSpPr>
        <p:spPr>
          <a:xfrm>
            <a:off x="8092440" y="2852928"/>
            <a:ext cx="3547872" cy="1645920"/>
          </a:xfrm>
          <a:prstGeom prst="roundRect">
            <a:avLst>
              <a:gd name="adj" fmla="val 4444"/>
            </a:avLst>
          </a:prstGeom>
          <a:solidFill>
            <a:schemeClr val="bg2"/>
          </a:solidFill>
          <a:ln w="12700">
            <a:solidFill>
              <a:srgbClr val="D5DCE6"/>
            </a:solidFill>
            <a:prstDash val="solid"/>
          </a:ln>
        </p:spPr>
      </p:sp>
      <p:sp>
        <p:nvSpPr>
          <p:cNvPr id="57" name="Text 54"/>
          <p:cNvSpPr txBox="1"/>
          <p:nvPr/>
        </p:nvSpPr>
        <p:spPr>
          <a:xfrm>
            <a:off x="8275320" y="292608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EXEMPLES</a:t>
            </a:r>
            <a:endParaRPr lang="en-US" sz="1200" dirty="0"/>
          </a:p>
        </p:txBody>
      </p:sp>
      <p:sp>
        <p:nvSpPr>
          <p:cNvPr id="58" name="Text 55"/>
          <p:cNvSpPr txBox="1"/>
          <p:nvPr/>
        </p:nvSpPr>
        <p:spPr>
          <a:xfrm>
            <a:off x="8275320" y="3218688"/>
            <a:ext cx="3291840" cy="1207008"/>
          </a:xfrm>
          <a:prstGeom prst="rect">
            <a:avLst/>
          </a:prstGeom>
          <a:noFill/>
          <a:ln/>
        </p:spPr>
        <p:txBody>
          <a:bodyPr wrap="square" lIns="0" tIns="0" rIns="0" bIns="0" rtlCol="0" anchor="ctr"/>
          <a:lstStyle/>
          <a:p>
            <a:pPr algn="l" indent="0" marL="0">
              <a:spcAft>
                <a:spcPts val="600"/>
              </a:spcAft>
              <a:buNone/>
            </a:pPr>
            <a:r>
              <a:rPr lang="en-US" sz="1500" b="1" dirty="0">
                <a:solidFill>
                  <a:schemeClr val="accent1"/>
                </a:solidFill>
              </a:rPr>
              <a:t>Waar</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Wanneer</a:t>
            </a:r>
            <a:r>
              <a:rPr lang="en-US" sz="1500" dirty="0">
                <a:solidFill>
                  <a:schemeClr val="tx1"/>
                </a:solidFill>
              </a:rPr>
              <a:t> </a:t>
            </a:r>
            <a:r>
              <a:rPr lang="en-US" sz="1500" b="1" dirty="0">
                <a:solidFill>
                  <a:schemeClr val="accent6"/>
                </a:solidFill>
              </a:rPr>
              <a:t>begint</a:t>
            </a:r>
            <a:r>
              <a:rPr lang="en-US" sz="1500" dirty="0">
                <a:solidFill>
                  <a:schemeClr val="tx1"/>
                </a:solidFill>
              </a:rPr>
              <a:t> </a:t>
            </a:r>
            <a:r>
              <a:rPr lang="en-US" sz="1500" b="1" dirty="0">
                <a:solidFill>
                  <a:schemeClr val="accent2"/>
                </a:solidFill>
              </a:rPr>
              <a:t>de les</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Waarom</a:t>
            </a:r>
            <a:r>
              <a:rPr lang="en-US" sz="1500" dirty="0">
                <a:solidFill>
                  <a:schemeClr val="tx1"/>
                </a:solidFill>
              </a:rPr>
              <a:t> </a:t>
            </a:r>
            <a:r>
              <a:rPr lang="en-US" sz="1500" b="1" dirty="0">
                <a:solidFill>
                  <a:schemeClr val="accent6"/>
                </a:solidFill>
              </a:rPr>
              <a:t>leer</a:t>
            </a:r>
            <a:r>
              <a:rPr lang="en-US" sz="1500" dirty="0">
                <a:solidFill>
                  <a:schemeClr val="tx1"/>
                </a:solidFill>
              </a:rPr>
              <a:t> </a:t>
            </a:r>
            <a:r>
              <a:rPr lang="en-US" sz="1500" b="1" dirty="0">
                <a:solidFill>
                  <a:schemeClr val="accent2"/>
                </a:solidFill>
              </a:rPr>
              <a:t>je</a:t>
            </a:r>
            <a:r>
              <a:rPr lang="en-US" sz="1500" dirty="0">
                <a:solidFill>
                  <a:schemeClr val="tx1"/>
                </a:solidFill>
              </a:rPr>
              <a:t> Nederlands?</a:t>
            </a:r>
            <a:endParaRPr lang="en-US" sz="1500" dirty="0"/>
          </a:p>
        </p:txBody>
      </p:sp>
      <p:sp>
        <p:nvSpPr>
          <p:cNvPr id="59" name="Shape 56"/>
          <p:cNvSpPr/>
          <p:nvPr/>
        </p:nvSpPr>
        <p:spPr>
          <a:xfrm>
            <a:off x="8092440" y="4636008"/>
            <a:ext cx="3547872" cy="1627632"/>
          </a:xfrm>
          <a:prstGeom prst="roundRect">
            <a:avLst>
              <a:gd name="adj" fmla="val 4494"/>
            </a:avLst>
          </a:prstGeom>
          <a:solidFill>
            <a:schemeClr val="accent6">
              <a:alpha val="7000"/>
            </a:schemeClr>
          </a:solidFill>
          <a:ln w="12700">
            <a:solidFill>
              <a:srgbClr val="B83227">
                <a:alpha val="60000"/>
              </a:srgbClr>
            </a:solidFill>
            <a:prstDash val="solid"/>
          </a:ln>
        </p:spPr>
      </p:sp>
      <p:sp>
        <p:nvSpPr>
          <p:cNvPr id="60" name="tag"/>
          <p:cNvSpPr/>
          <p:nvPr/>
        </p:nvSpPr>
        <p:spPr>
          <a:xfrm>
            <a:off x="8275320" y="48006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61" name="Text 58"/>
          <p:cNvSpPr txBox="1"/>
          <p:nvPr/>
        </p:nvSpPr>
        <p:spPr>
          <a:xfrm>
            <a:off x="8366760" y="5138928"/>
            <a:ext cx="2999232" cy="425196"/>
          </a:xfrm>
          <a:prstGeom prst="rect">
            <a:avLst/>
          </a:prstGeom>
          <a:noFill/>
          <a:ln/>
        </p:spPr>
        <p:txBody>
          <a:bodyPr wrap="square" lIns="0" tIns="0" rIns="0" bIns="0" rtlCol="0" anchor="ctr"/>
          <a:lstStyle/>
          <a:p>
            <a:pPr algn="l" indent="0" marL="0">
              <a:buNone/>
            </a:pPr>
            <a:r>
              <a:rPr lang="en-US" sz="2000" dirty="0">
                <a:solidFill>
                  <a:schemeClr val="tx1"/>
                </a:solidFill>
              </a:rPr>
              <a:t>Tu habites </a:t>
            </a:r>
            <a:r>
              <a:rPr lang="en-US" sz="2000" strike="sngStrike" dirty="0">
                <a:solidFill>
                  <a:schemeClr val="accent6"/>
                </a:solidFill>
              </a:rPr>
              <a:t>où</a:t>
            </a:r>
            <a:r>
              <a:rPr lang="en-US" sz="2000" dirty="0">
                <a:solidFill>
                  <a:schemeClr val="tx1"/>
                </a:solidFill>
              </a:rPr>
              <a:t> ?</a:t>
            </a:r>
            <a:endParaRPr lang="en-US" sz="2000" dirty="0"/>
          </a:p>
        </p:txBody>
      </p:sp>
      <p:pic>
        <p:nvPicPr>
          <p:cNvPr id="62" name="Image 0" descr="ArrowDown">    </p:cNvPr>
          <p:cNvPicPr>
            <a:picLocks noChangeAspect="1"/>
          </p:cNvPicPr>
          <p:nvPr/>
        </p:nvPicPr>
        <p:blipFill>
          <a:blip r:embed="rId1"/>
          <a:stretch>
            <a:fillRect/>
          </a:stretch>
        </p:blipFill>
        <p:spPr>
          <a:xfrm>
            <a:off x="8366760" y="5545836"/>
            <a:ext cx="237744" cy="237744"/>
          </a:xfrm>
          <a:prstGeom prst="rect">
            <a:avLst/>
          </a:prstGeom>
        </p:spPr>
      </p:pic>
      <p:sp>
        <p:nvSpPr>
          <p:cNvPr id="63" name="Shape 59"/>
          <p:cNvSpPr/>
          <p:nvPr/>
        </p:nvSpPr>
        <p:spPr>
          <a:xfrm>
            <a:off x="8321040" y="5774436"/>
            <a:ext cx="3090672" cy="388620"/>
          </a:xfrm>
          <a:prstGeom prst="roundRect">
            <a:avLst>
              <a:gd name="adj" fmla="val 18824"/>
            </a:avLst>
          </a:prstGeom>
          <a:solidFill>
            <a:schemeClr val="accent3">
              <a:alpha val="12000"/>
            </a:schemeClr>
          </a:solidFill>
          <a:ln w="15875">
            <a:solidFill>
              <a:srgbClr val="2E7D4F"/>
            </a:solidFill>
            <a:prstDash val="solid"/>
          </a:ln>
        </p:spPr>
      </p:sp>
      <p:sp>
        <p:nvSpPr>
          <p:cNvPr id="64" name="Text 60"/>
          <p:cNvSpPr txBox="1"/>
          <p:nvPr/>
        </p:nvSpPr>
        <p:spPr>
          <a:xfrm>
            <a:off x="8458200" y="5774436"/>
            <a:ext cx="2816352" cy="388620"/>
          </a:xfrm>
          <a:prstGeom prst="rect">
            <a:avLst/>
          </a:prstGeom>
          <a:noFill/>
          <a:ln/>
        </p:spPr>
        <p:txBody>
          <a:bodyPr wrap="square" lIns="0" tIns="0" rIns="0" bIns="0" rtlCol="0" anchor="ctr"/>
          <a:lstStyle/>
          <a:p>
            <a:pPr algn="l" indent="0" marL="0">
              <a:buNone/>
            </a:pPr>
            <a:r>
              <a:rPr lang="en-US" sz="2000" b="1" dirty="0">
                <a:solidFill>
                  <a:schemeClr val="accent1"/>
                </a:solidFill>
              </a:rPr>
              <a:t>Waar</a:t>
            </a:r>
            <a:r>
              <a:rPr lang="en-US" sz="2000" dirty="0">
                <a:solidFill>
                  <a:schemeClr val="tx1"/>
                </a:solidFill>
              </a:rPr>
              <a:t> woon je?</a:t>
            </a:r>
            <a:endParaRPr lang="en-US" sz="2000" dirty="0"/>
          </a:p>
        </p:txBody>
      </p:sp>
      <p:sp>
        <p:nvSpPr>
          <p:cNvPr id="65" name="Text 61"/>
          <p:cNvSpPr txBox="1"/>
          <p:nvPr/>
        </p:nvSpPr>
        <p:spPr>
          <a:xfrm>
            <a:off x="9784080" y="4690872"/>
            <a:ext cx="1783080" cy="292608"/>
          </a:xfrm>
          <a:prstGeom prst="rect">
            <a:avLst/>
          </a:prstGeom>
          <a:noFill/>
          <a:ln/>
        </p:spPr>
        <p:txBody>
          <a:bodyPr wrap="square" lIns="0" tIns="0" rIns="0" bIns="0" rtlCol="0" anchor="t"/>
          <a:lstStyle/>
          <a:p>
            <a:pPr algn="r" indent="0" marL="0">
              <a:buNone/>
            </a:pPr>
            <a:r>
              <a:rPr lang="en-US" sz="1300" b="1" i="1" dirty="0">
                <a:solidFill>
                  <a:schemeClr val="accent6"/>
                </a:solidFill>
              </a:rPr>
              <a:t>→ toujours en tête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phrase en 6 cases — de zinnenbouwer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792224" y="2852928"/>
            <a:ext cx="142646" cy="914"/>
          </a:xfrm>
          <a:prstGeom prst="line">
            <a:avLst/>
          </a:prstGeom>
          <a:noFill/>
          <a:ln w="19050">
            <a:solidFill>
              <a:srgbClr val="4A5A70"/>
            </a:solidFill>
            <a:prstDash val="solid"/>
            <a:tailEnd type="triangle"/>
          </a:ln>
        </p:spPr>
      </p:sp>
      <p:sp>
        <p:nvSpPr>
          <p:cNvPr id="6" name="Shape 3"/>
          <p:cNvSpPr/>
          <p:nvPr/>
        </p:nvSpPr>
        <p:spPr>
          <a:xfrm>
            <a:off x="3736238" y="2852928"/>
            <a:ext cx="142646" cy="914"/>
          </a:xfrm>
          <a:prstGeom prst="line">
            <a:avLst/>
          </a:prstGeom>
          <a:noFill/>
          <a:ln w="19050">
            <a:solidFill>
              <a:srgbClr val="4A5A70"/>
            </a:solidFill>
            <a:prstDash val="solid"/>
            <a:tailEnd type="triangle"/>
          </a:ln>
        </p:spPr>
      </p:sp>
      <p:sp>
        <p:nvSpPr>
          <p:cNvPr id="7" name="Shape 4"/>
          <p:cNvSpPr/>
          <p:nvPr/>
        </p:nvSpPr>
        <p:spPr>
          <a:xfrm>
            <a:off x="6091733" y="2852928"/>
            <a:ext cx="142646" cy="914"/>
          </a:xfrm>
          <a:prstGeom prst="line">
            <a:avLst/>
          </a:prstGeom>
          <a:noFill/>
          <a:ln w="19050">
            <a:solidFill>
              <a:srgbClr val="4A5A70"/>
            </a:solidFill>
            <a:prstDash val="solid"/>
            <a:tailEnd type="triangle"/>
          </a:ln>
        </p:spPr>
      </p:sp>
      <p:sp>
        <p:nvSpPr>
          <p:cNvPr id="8" name="Shape 5"/>
          <p:cNvSpPr/>
          <p:nvPr/>
        </p:nvSpPr>
        <p:spPr>
          <a:xfrm>
            <a:off x="7944307" y="2852928"/>
            <a:ext cx="142646" cy="914"/>
          </a:xfrm>
          <a:prstGeom prst="line">
            <a:avLst/>
          </a:prstGeom>
          <a:noFill/>
          <a:ln w="19050">
            <a:solidFill>
              <a:srgbClr val="4A5A70"/>
            </a:solidFill>
            <a:prstDash val="solid"/>
            <a:tailEnd type="triangle"/>
          </a:ln>
        </p:spPr>
      </p:sp>
      <p:sp>
        <p:nvSpPr>
          <p:cNvPr id="9" name="Shape 6"/>
          <p:cNvSpPr/>
          <p:nvPr/>
        </p:nvSpPr>
        <p:spPr>
          <a:xfrm>
            <a:off x="9751162" y="2852928"/>
            <a:ext cx="142646" cy="914"/>
          </a:xfrm>
          <a:prstGeom prst="line">
            <a:avLst/>
          </a:prstGeom>
          <a:noFill/>
          <a:ln w="19050">
            <a:solidFill>
              <a:srgbClr val="4A5A70"/>
            </a:solidFill>
            <a:prstDash val="solid"/>
            <a:tailEnd type="triangle"/>
          </a:ln>
        </p:spPr>
      </p:sp>
      <p:sp>
        <p:nvSpPr>
          <p:cNvPr id="10" name="Shape 7"/>
          <p:cNvSpPr/>
          <p:nvPr/>
        </p:nvSpPr>
        <p:spPr>
          <a:xfrm>
            <a:off x="955548" y="1572768"/>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55548"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9"/>
          <p:cNvSpPr/>
          <p:nvPr/>
        </p:nvSpPr>
        <p:spPr>
          <a:xfrm>
            <a:off x="548640" y="2148840"/>
            <a:ext cx="1234440" cy="1417320"/>
          </a:xfrm>
          <a:prstGeom prst="roundRect">
            <a:avLst>
              <a:gd name="adj" fmla="val 5926"/>
            </a:avLst>
          </a:prstGeom>
          <a:solidFill>
            <a:schemeClr val="bg2"/>
          </a:solidFill>
          <a:ln w="15875">
            <a:solidFill>
              <a:srgbClr val="4A5A70"/>
            </a:solidFill>
            <a:prstDash val="solid"/>
          </a:ln>
        </p:spPr>
      </p:sp>
      <p:sp>
        <p:nvSpPr>
          <p:cNvPr id="13" name="Text 10"/>
          <p:cNvSpPr txBox="1"/>
          <p:nvPr/>
        </p:nvSpPr>
        <p:spPr>
          <a:xfrm>
            <a:off x="603504" y="2212848"/>
            <a:ext cx="1124712" cy="777240"/>
          </a:xfrm>
          <a:prstGeom prst="rect">
            <a:avLst/>
          </a:prstGeom>
          <a:noFill/>
          <a:ln/>
        </p:spPr>
        <p:txBody>
          <a:bodyPr wrap="square" lIns="0" tIns="0" rIns="0" bIns="0" rtlCol="0" anchor="ctr"/>
          <a:lstStyle/>
          <a:p>
            <a:pPr algn="ctr" indent="0" marL="0">
              <a:buNone/>
            </a:pPr>
            <a:r>
              <a:rPr lang="en-US" sz="1600" b="1" dirty="0">
                <a:solidFill>
                  <a:schemeClr val="tx2"/>
                </a:solidFill>
              </a:rPr>
              <a:t>WIE?</a:t>
            </a:r>
            <a:endParaRPr lang="en-US" sz="1600" dirty="0"/>
          </a:p>
        </p:txBody>
      </p:sp>
      <p:sp>
        <p:nvSpPr>
          <p:cNvPr id="14" name="Text 11"/>
          <p:cNvSpPr txBox="1"/>
          <p:nvPr/>
        </p:nvSpPr>
        <p:spPr>
          <a:xfrm>
            <a:off x="603504" y="2999232"/>
            <a:ext cx="11247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qui</a:t>
            </a:r>
            <a:endParaRPr lang="en-US" sz="1400" dirty="0"/>
          </a:p>
        </p:txBody>
      </p:sp>
      <p:sp>
        <p:nvSpPr>
          <p:cNvPr id="15" name="Shape 12"/>
          <p:cNvSpPr/>
          <p:nvPr/>
        </p:nvSpPr>
        <p:spPr>
          <a:xfrm>
            <a:off x="2570378" y="1517904"/>
            <a:ext cx="530352" cy="530352"/>
          </a:xfrm>
          <a:prstGeom prst="ellipse">
            <a:avLst/>
          </a:prstGeom>
          <a:noFill/>
          <a:ln w="25400">
            <a:solidFill>
              <a:srgbClr val="B83227"/>
            </a:solidFill>
            <a:prstDash val="solid"/>
          </a:ln>
        </p:spPr>
      </p:sp>
      <p:sp>
        <p:nvSpPr>
          <p:cNvPr id="16" name="Shape 13"/>
          <p:cNvSpPr/>
          <p:nvPr/>
        </p:nvSpPr>
        <p:spPr>
          <a:xfrm>
            <a:off x="2625242" y="1572768"/>
            <a:ext cx="420624" cy="420624"/>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625242"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Shape 15"/>
          <p:cNvSpPr/>
          <p:nvPr/>
        </p:nvSpPr>
        <p:spPr>
          <a:xfrm>
            <a:off x="1944014" y="2148840"/>
            <a:ext cx="1783080" cy="1417320"/>
          </a:xfrm>
          <a:prstGeom prst="roundRect">
            <a:avLst>
              <a:gd name="adj" fmla="val 5161"/>
            </a:avLst>
          </a:prstGeom>
          <a:solidFill>
            <a:srgbClr val="FBE9E7"/>
          </a:solidFill>
          <a:ln w="50800">
            <a:solidFill>
              <a:srgbClr val="B83227"/>
            </a:solidFill>
            <a:prstDash val="solid"/>
          </a:ln>
        </p:spPr>
      </p:sp>
      <p:sp>
        <p:nvSpPr>
          <p:cNvPr id="19" name="Text 16"/>
          <p:cNvSpPr txBox="1"/>
          <p:nvPr/>
        </p:nvSpPr>
        <p:spPr>
          <a:xfrm>
            <a:off x="1998878" y="2212848"/>
            <a:ext cx="167335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1</a:t>
            </a:r>
            <a:endParaRPr lang="en-US" sz="1600" dirty="0"/>
          </a:p>
        </p:txBody>
      </p:sp>
      <p:sp>
        <p:nvSpPr>
          <p:cNvPr id="20" name="Text 17"/>
          <p:cNvSpPr txBox="1"/>
          <p:nvPr/>
        </p:nvSpPr>
        <p:spPr>
          <a:xfrm>
            <a:off x="1998878" y="2999232"/>
            <a:ext cx="1673352" cy="475488"/>
          </a:xfrm>
          <a:prstGeom prst="rect">
            <a:avLst/>
          </a:prstGeom>
          <a:noFill/>
          <a:ln/>
        </p:spPr>
        <p:txBody>
          <a:bodyPr wrap="square" lIns="0" tIns="0" rIns="0" bIns="0" rtlCol="0" anchor="ctr"/>
          <a:lstStyle/>
          <a:p>
            <a:pPr algn="ctr" indent="0" marL="0">
              <a:buNone/>
            </a:pPr>
            <a:r>
              <a:rPr lang="en-US" sz="1400" i="1" dirty="0">
                <a:solidFill>
                  <a:schemeClr val="accent5"/>
                </a:solidFill>
              </a:rPr>
              <a:t>verbe conjugué</a:t>
            </a:r>
            <a:endParaRPr lang="en-US" sz="1400" dirty="0"/>
          </a:p>
        </p:txBody>
      </p:sp>
      <p:sp>
        <p:nvSpPr>
          <p:cNvPr id="21" name="Shape 18"/>
          <p:cNvSpPr/>
          <p:nvPr/>
        </p:nvSpPr>
        <p:spPr>
          <a:xfrm>
            <a:off x="4774997" y="1572768"/>
            <a:ext cx="420624" cy="420624"/>
          </a:xfrm>
          <a:prstGeom prst="ellipse">
            <a:avLst/>
          </a:prstGeom>
          <a:solidFill>
            <a:schemeClr val="tx2"/>
          </a:solidFill>
          <a:ln w="12700">
            <a:solidFill>
              <a:srgbClr val="FFFFFF">
                <a:alpha val="0"/>
              </a:srgbClr>
            </a:solidFill>
            <a:prstDash val="solid"/>
          </a:ln>
        </p:spPr>
      </p:sp>
      <p:sp>
        <p:nvSpPr>
          <p:cNvPr id="22" name="Text 19"/>
          <p:cNvSpPr txBox="1"/>
          <p:nvPr/>
        </p:nvSpPr>
        <p:spPr>
          <a:xfrm>
            <a:off x="4774997"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20"/>
          <p:cNvSpPr/>
          <p:nvPr/>
        </p:nvSpPr>
        <p:spPr>
          <a:xfrm>
            <a:off x="3888029" y="2148840"/>
            <a:ext cx="2194560" cy="1417320"/>
          </a:xfrm>
          <a:prstGeom prst="roundRect">
            <a:avLst>
              <a:gd name="adj" fmla="val 5161"/>
            </a:avLst>
          </a:prstGeom>
          <a:solidFill>
            <a:schemeClr val="bg2"/>
          </a:solidFill>
          <a:ln w="15875">
            <a:solidFill>
              <a:srgbClr val="4A5A70"/>
            </a:solidFill>
            <a:prstDash val="solid"/>
          </a:ln>
        </p:spPr>
      </p:sp>
      <p:sp>
        <p:nvSpPr>
          <p:cNvPr id="24" name="Text 21"/>
          <p:cNvSpPr txBox="1"/>
          <p:nvPr/>
        </p:nvSpPr>
        <p:spPr>
          <a:xfrm>
            <a:off x="3942893" y="2212848"/>
            <a:ext cx="2084832" cy="777240"/>
          </a:xfrm>
          <a:prstGeom prst="rect">
            <a:avLst/>
          </a:prstGeom>
          <a:noFill/>
          <a:ln/>
        </p:spPr>
        <p:txBody>
          <a:bodyPr wrap="square" lIns="0" tIns="0" rIns="0" bIns="0" rtlCol="0" anchor="ctr"/>
          <a:lstStyle/>
          <a:p>
            <a:pPr algn="ctr" indent="0" marL="0">
              <a:buNone/>
            </a:pPr>
            <a:r>
              <a:rPr lang="en-US" sz="1600" b="1" dirty="0">
                <a:solidFill>
                  <a:schemeClr val="tx2"/>
                </a:solidFill>
              </a:rPr>
              <a:t>WANNEER? HOE? WAAR?</a:t>
            </a:r>
            <a:endParaRPr lang="en-US" sz="1600" dirty="0"/>
          </a:p>
        </p:txBody>
      </p:sp>
      <p:sp>
        <p:nvSpPr>
          <p:cNvPr id="25" name="Text 22"/>
          <p:cNvSpPr txBox="1"/>
          <p:nvPr/>
        </p:nvSpPr>
        <p:spPr>
          <a:xfrm>
            <a:off x="3942893" y="2999232"/>
            <a:ext cx="208483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quand, comment, où</a:t>
            </a:r>
            <a:endParaRPr lang="en-US" sz="1400" dirty="0"/>
          </a:p>
        </p:txBody>
      </p:sp>
      <p:sp>
        <p:nvSpPr>
          <p:cNvPr id="26" name="Shape 23"/>
          <p:cNvSpPr/>
          <p:nvPr/>
        </p:nvSpPr>
        <p:spPr>
          <a:xfrm>
            <a:off x="6879031" y="1572768"/>
            <a:ext cx="420624" cy="420624"/>
          </a:xfrm>
          <a:prstGeom prst="ellipse">
            <a:avLst/>
          </a:prstGeom>
          <a:solidFill>
            <a:schemeClr val="tx2"/>
          </a:solidFill>
          <a:ln w="12700">
            <a:solidFill>
              <a:srgbClr val="FFFFFF">
                <a:alpha val="0"/>
              </a:srgbClr>
            </a:solidFill>
            <a:prstDash val="solid"/>
          </a:ln>
        </p:spPr>
      </p:sp>
      <p:sp>
        <p:nvSpPr>
          <p:cNvPr id="27" name="Text 24"/>
          <p:cNvSpPr txBox="1"/>
          <p:nvPr/>
        </p:nvSpPr>
        <p:spPr>
          <a:xfrm>
            <a:off x="6879031"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8" name="Shape 25"/>
          <p:cNvSpPr/>
          <p:nvPr/>
        </p:nvSpPr>
        <p:spPr>
          <a:xfrm>
            <a:off x="6243523" y="2148840"/>
            <a:ext cx="1691640" cy="1417320"/>
          </a:xfrm>
          <a:prstGeom prst="roundRect">
            <a:avLst>
              <a:gd name="adj" fmla="val 5161"/>
            </a:avLst>
          </a:prstGeom>
          <a:solidFill>
            <a:schemeClr val="bg2"/>
          </a:solidFill>
          <a:ln w="15875">
            <a:solidFill>
              <a:srgbClr val="4A5A70"/>
            </a:solidFill>
            <a:prstDash val="solid"/>
          </a:ln>
        </p:spPr>
      </p:sp>
      <p:sp>
        <p:nvSpPr>
          <p:cNvPr id="29" name="Text 26"/>
          <p:cNvSpPr txBox="1"/>
          <p:nvPr/>
        </p:nvSpPr>
        <p:spPr>
          <a:xfrm>
            <a:off x="6298387" y="2212848"/>
            <a:ext cx="1581912" cy="777240"/>
          </a:xfrm>
          <a:prstGeom prst="rect">
            <a:avLst/>
          </a:prstGeom>
          <a:noFill/>
          <a:ln/>
        </p:spPr>
        <p:txBody>
          <a:bodyPr wrap="square" lIns="0" tIns="0" rIns="0" bIns="0" rtlCol="0" anchor="ctr"/>
          <a:lstStyle/>
          <a:p>
            <a:pPr algn="ctr" indent="0" marL="0">
              <a:buNone/>
            </a:pPr>
            <a:r>
              <a:rPr lang="en-US" sz="1600" b="1" dirty="0">
                <a:solidFill>
                  <a:schemeClr val="tx2"/>
                </a:solidFill>
              </a:rPr>
              <a:t>WAT?</a:t>
            </a:r>
            <a:endParaRPr lang="en-US" sz="1600" dirty="0"/>
          </a:p>
        </p:txBody>
      </p:sp>
      <p:sp>
        <p:nvSpPr>
          <p:cNvPr id="30" name="Text 27"/>
          <p:cNvSpPr txBox="1"/>
          <p:nvPr/>
        </p:nvSpPr>
        <p:spPr>
          <a:xfrm>
            <a:off x="6298387" y="2999232"/>
            <a:ext cx="15819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quoi</a:t>
            </a:r>
            <a:endParaRPr lang="en-US" sz="1400" dirty="0"/>
          </a:p>
        </p:txBody>
      </p:sp>
      <p:sp>
        <p:nvSpPr>
          <p:cNvPr id="31" name="Shape 28"/>
          <p:cNvSpPr/>
          <p:nvPr/>
        </p:nvSpPr>
        <p:spPr>
          <a:xfrm>
            <a:off x="8708746" y="1572768"/>
            <a:ext cx="420624" cy="420624"/>
          </a:xfrm>
          <a:prstGeom prst="ellipse">
            <a:avLst/>
          </a:prstGeom>
          <a:solidFill>
            <a:schemeClr val="tx2"/>
          </a:solidFill>
          <a:ln w="12700">
            <a:solidFill>
              <a:srgbClr val="FFFFFF">
                <a:alpha val="0"/>
              </a:srgbClr>
            </a:solidFill>
            <a:prstDash val="solid"/>
          </a:ln>
        </p:spPr>
      </p:sp>
      <p:sp>
        <p:nvSpPr>
          <p:cNvPr id="32" name="Text 29"/>
          <p:cNvSpPr txBox="1"/>
          <p:nvPr/>
        </p:nvSpPr>
        <p:spPr>
          <a:xfrm>
            <a:off x="8708746"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3" name="Shape 30"/>
          <p:cNvSpPr/>
          <p:nvPr/>
        </p:nvSpPr>
        <p:spPr>
          <a:xfrm>
            <a:off x="8096098" y="2148840"/>
            <a:ext cx="1645920" cy="1417320"/>
          </a:xfrm>
          <a:prstGeom prst="roundRect">
            <a:avLst>
              <a:gd name="adj" fmla="val 5161"/>
            </a:avLst>
          </a:prstGeom>
          <a:solidFill>
            <a:schemeClr val="bg2"/>
          </a:solidFill>
          <a:ln w="15875">
            <a:solidFill>
              <a:srgbClr val="4A5A70"/>
            </a:solidFill>
            <a:prstDash val="solid"/>
          </a:ln>
        </p:spPr>
      </p:sp>
      <p:sp>
        <p:nvSpPr>
          <p:cNvPr id="34" name="Text 31"/>
          <p:cNvSpPr txBox="1"/>
          <p:nvPr/>
        </p:nvSpPr>
        <p:spPr>
          <a:xfrm>
            <a:off x="8150962" y="2212848"/>
            <a:ext cx="1536192" cy="777240"/>
          </a:xfrm>
          <a:prstGeom prst="rect">
            <a:avLst/>
          </a:prstGeom>
          <a:noFill/>
          <a:ln/>
        </p:spPr>
        <p:txBody>
          <a:bodyPr wrap="square" lIns="0" tIns="0" rIns="0" bIns="0" rtlCol="0" anchor="ctr"/>
          <a:lstStyle/>
          <a:p>
            <a:pPr algn="ctr" indent="0" marL="0">
              <a:buNone/>
            </a:pPr>
            <a:r>
              <a:rPr lang="en-US" sz="1600" b="1" dirty="0">
                <a:solidFill>
                  <a:schemeClr val="tx2"/>
                </a:solidFill>
              </a:rPr>
              <a:t>AAN / VOOR WIE?</a:t>
            </a:r>
            <a:endParaRPr lang="en-US" sz="1600" dirty="0"/>
          </a:p>
        </p:txBody>
      </p:sp>
      <p:sp>
        <p:nvSpPr>
          <p:cNvPr id="35" name="Text 32"/>
          <p:cNvSpPr txBox="1"/>
          <p:nvPr/>
        </p:nvSpPr>
        <p:spPr>
          <a:xfrm>
            <a:off x="8150962" y="2999232"/>
            <a:ext cx="1536192" cy="475488"/>
          </a:xfrm>
          <a:prstGeom prst="rect">
            <a:avLst/>
          </a:prstGeom>
          <a:noFill/>
          <a:ln/>
        </p:spPr>
        <p:txBody>
          <a:bodyPr wrap="square" lIns="0" tIns="0" rIns="0" bIns="0" rtlCol="0" anchor="ctr"/>
          <a:lstStyle/>
          <a:p>
            <a:pPr algn="ctr" indent="0" marL="0">
              <a:buNone/>
            </a:pPr>
            <a:r>
              <a:rPr lang="en-US" sz="1400" i="1" dirty="0">
                <a:solidFill>
                  <a:schemeClr val="accent5"/>
                </a:solidFill>
              </a:rPr>
              <a:t>à qui, pour qui</a:t>
            </a:r>
            <a:endParaRPr lang="en-US" sz="1400" dirty="0"/>
          </a:p>
        </p:txBody>
      </p:sp>
      <p:sp>
        <p:nvSpPr>
          <p:cNvPr id="36" name="Shape 33"/>
          <p:cNvSpPr/>
          <p:nvPr/>
        </p:nvSpPr>
        <p:spPr>
          <a:xfrm>
            <a:off x="10506456" y="1517904"/>
            <a:ext cx="530352" cy="530352"/>
          </a:xfrm>
          <a:prstGeom prst="ellipse">
            <a:avLst/>
          </a:prstGeom>
          <a:noFill/>
          <a:ln w="25400">
            <a:solidFill>
              <a:srgbClr val="B83227"/>
            </a:solidFill>
            <a:prstDash val="solid"/>
          </a:ln>
        </p:spPr>
      </p:sp>
      <p:sp>
        <p:nvSpPr>
          <p:cNvPr id="37" name="Shape 34"/>
          <p:cNvSpPr/>
          <p:nvPr/>
        </p:nvSpPr>
        <p:spPr>
          <a:xfrm>
            <a:off x="10561320" y="1572768"/>
            <a:ext cx="420624" cy="420624"/>
          </a:xfrm>
          <a:prstGeom prst="ellipse">
            <a:avLst/>
          </a:prstGeom>
          <a:solidFill>
            <a:schemeClr val="accent6"/>
          </a:solidFill>
          <a:ln w="12700">
            <a:solidFill>
              <a:srgbClr val="FFFFFF">
                <a:alpha val="0"/>
              </a:srgbClr>
            </a:solidFill>
            <a:prstDash val="solid"/>
          </a:ln>
        </p:spPr>
      </p:sp>
      <p:sp>
        <p:nvSpPr>
          <p:cNvPr id="38" name="Text 35"/>
          <p:cNvSpPr txBox="1"/>
          <p:nvPr/>
        </p:nvSpPr>
        <p:spPr>
          <a:xfrm>
            <a:off x="10561320"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9" name="Shape 36"/>
          <p:cNvSpPr/>
          <p:nvPr/>
        </p:nvSpPr>
        <p:spPr>
          <a:xfrm>
            <a:off x="9902952" y="2148840"/>
            <a:ext cx="1737360" cy="1417320"/>
          </a:xfrm>
          <a:prstGeom prst="roundRect">
            <a:avLst>
              <a:gd name="adj" fmla="val 5161"/>
            </a:avLst>
          </a:prstGeom>
          <a:solidFill>
            <a:srgbClr val="FBE9E7"/>
          </a:solidFill>
          <a:ln w="50800">
            <a:solidFill>
              <a:srgbClr val="B83227"/>
            </a:solidFill>
            <a:prstDash val="solid"/>
          </a:ln>
        </p:spPr>
      </p:sp>
      <p:sp>
        <p:nvSpPr>
          <p:cNvPr id="40" name="Text 37"/>
          <p:cNvSpPr txBox="1"/>
          <p:nvPr/>
        </p:nvSpPr>
        <p:spPr>
          <a:xfrm>
            <a:off x="9957816" y="2212848"/>
            <a:ext cx="162763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2</a:t>
            </a:r>
            <a:endParaRPr lang="en-US" sz="1600" dirty="0"/>
          </a:p>
        </p:txBody>
      </p:sp>
      <p:sp>
        <p:nvSpPr>
          <p:cNvPr id="41" name="Text 38"/>
          <p:cNvSpPr txBox="1"/>
          <p:nvPr/>
        </p:nvSpPr>
        <p:spPr>
          <a:xfrm>
            <a:off x="9957816" y="2999232"/>
            <a:ext cx="1627632" cy="475488"/>
          </a:xfrm>
          <a:prstGeom prst="rect">
            <a:avLst/>
          </a:prstGeom>
          <a:noFill/>
          <a:ln/>
        </p:spPr>
        <p:txBody>
          <a:bodyPr wrap="square" lIns="0" tIns="0" rIns="0" bIns="0" rtlCol="0" anchor="ctr"/>
          <a:lstStyle/>
          <a:p>
            <a:pPr algn="ctr" indent="0" marL="0">
              <a:buNone/>
            </a:pPr>
            <a:r>
              <a:rPr lang="en-US" sz="1400" i="1" dirty="0">
                <a:solidFill>
                  <a:schemeClr val="accent5"/>
                </a:solidFill>
              </a:rPr>
              <a:t>2e partie du verbe</a:t>
            </a:r>
            <a:endParaRPr lang="en-US" sz="1400" dirty="0"/>
          </a:p>
        </p:txBody>
      </p:sp>
      <p:sp>
        <p:nvSpPr>
          <p:cNvPr id="42" name="Shape 39"/>
          <p:cNvSpPr/>
          <p:nvPr/>
        </p:nvSpPr>
        <p:spPr>
          <a:xfrm>
            <a:off x="548640" y="3767328"/>
            <a:ext cx="11091672" cy="777240"/>
          </a:xfrm>
          <a:prstGeom prst="roundRect">
            <a:avLst>
              <a:gd name="adj" fmla="val 94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3" name="Text 40"/>
          <p:cNvSpPr txBox="1"/>
          <p:nvPr/>
        </p:nvSpPr>
        <p:spPr>
          <a:xfrm>
            <a:off x="548640" y="3767328"/>
            <a:ext cx="1234440" cy="7772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4" name="Shape 41"/>
          <p:cNvSpPr/>
          <p:nvPr/>
        </p:nvSpPr>
        <p:spPr>
          <a:xfrm>
            <a:off x="2286914" y="3840480"/>
            <a:ext cx="1097280" cy="630936"/>
          </a:xfrm>
          <a:prstGeom prst="ellipse">
            <a:avLst/>
          </a:prstGeom>
          <a:noFill/>
          <a:ln w="31750">
            <a:solidFill>
              <a:srgbClr val="B83227"/>
            </a:solidFill>
            <a:prstDash val="solid"/>
          </a:ln>
        </p:spPr>
      </p:sp>
      <p:sp>
        <p:nvSpPr>
          <p:cNvPr id="45" name="Text 42"/>
          <p:cNvSpPr txBox="1"/>
          <p:nvPr/>
        </p:nvSpPr>
        <p:spPr>
          <a:xfrm>
            <a:off x="1944014" y="3767328"/>
            <a:ext cx="1783080" cy="777240"/>
          </a:xfrm>
          <a:prstGeom prst="rect">
            <a:avLst/>
          </a:prstGeom>
          <a:noFill/>
          <a:ln/>
        </p:spPr>
        <p:txBody>
          <a:bodyPr wrap="square" lIns="0" tIns="0" rIns="0" bIns="0" rtlCol="0" anchor="ctr"/>
          <a:lstStyle/>
          <a:p>
            <a:pPr algn="ctr" indent="0" marL="0">
              <a:buNone/>
            </a:pPr>
            <a:r>
              <a:rPr lang="en-US" sz="2400" b="1" dirty="0">
                <a:solidFill>
                  <a:schemeClr val="accent6"/>
                </a:solidFill>
              </a:rPr>
              <a:t>eet</a:t>
            </a:r>
            <a:endParaRPr lang="en-US" sz="2400" dirty="0"/>
          </a:p>
        </p:txBody>
      </p:sp>
      <p:sp>
        <p:nvSpPr>
          <p:cNvPr id="46" name="Text 43"/>
          <p:cNvSpPr txBox="1"/>
          <p:nvPr/>
        </p:nvSpPr>
        <p:spPr>
          <a:xfrm>
            <a:off x="3888029" y="3767328"/>
            <a:ext cx="21945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7" name="Text 44"/>
          <p:cNvSpPr txBox="1"/>
          <p:nvPr/>
        </p:nvSpPr>
        <p:spPr>
          <a:xfrm>
            <a:off x="6243523" y="3767328"/>
            <a:ext cx="1691640" cy="777240"/>
          </a:xfrm>
          <a:prstGeom prst="rect">
            <a:avLst/>
          </a:prstGeom>
          <a:noFill/>
          <a:ln/>
        </p:spPr>
        <p:txBody>
          <a:bodyPr wrap="square" lIns="0" tIns="0" rIns="0" bIns="0" rtlCol="0" anchor="ctr"/>
          <a:lstStyle/>
          <a:p>
            <a:pPr algn="ctr" indent="0" marL="0">
              <a:buNone/>
            </a:pPr>
            <a:r>
              <a:rPr lang="en-US" sz="2400" dirty="0">
                <a:solidFill>
                  <a:schemeClr val="tx1"/>
                </a:solidFill>
              </a:rPr>
              <a:t>een koekje.</a:t>
            </a:r>
            <a:endParaRPr lang="en-US" sz="2400" dirty="0"/>
          </a:p>
        </p:txBody>
      </p:sp>
      <p:sp>
        <p:nvSpPr>
          <p:cNvPr id="48" name="Text 45"/>
          <p:cNvSpPr txBox="1"/>
          <p:nvPr/>
        </p:nvSpPr>
        <p:spPr>
          <a:xfrm>
            <a:off x="8096098" y="3767328"/>
            <a:ext cx="164592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9" name="Text 46"/>
          <p:cNvSpPr txBox="1"/>
          <p:nvPr/>
        </p:nvSpPr>
        <p:spPr>
          <a:xfrm>
            <a:off x="9902952" y="3767328"/>
            <a:ext cx="17373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50" name="Shape 47"/>
          <p:cNvSpPr/>
          <p:nvPr/>
        </p:nvSpPr>
        <p:spPr>
          <a:xfrm>
            <a:off x="548640" y="4800600"/>
            <a:ext cx="4937760" cy="1463040"/>
          </a:xfrm>
          <a:prstGeom prst="roundRect">
            <a:avLst>
              <a:gd name="adj" fmla="val 5000"/>
            </a:avLst>
          </a:prstGeom>
          <a:solidFill>
            <a:schemeClr val="bg2"/>
          </a:solidFill>
          <a:ln w="12700">
            <a:solidFill>
              <a:srgbClr val="D5DCE6"/>
            </a:solidFill>
            <a:prstDash val="solid"/>
          </a:ln>
        </p:spPr>
      </p:sp>
      <p:pic>
        <p:nvPicPr>
          <p:cNvPr id="51" name="Image 0" descr="InfoCircle">    </p:cNvPr>
          <p:cNvPicPr>
            <a:picLocks noChangeAspect="1"/>
          </p:cNvPicPr>
          <p:nvPr/>
        </p:nvPicPr>
        <p:blipFill>
          <a:blip r:embed="rId1"/>
          <a:stretch>
            <a:fillRect/>
          </a:stretch>
        </p:blipFill>
        <p:spPr>
          <a:xfrm>
            <a:off x="749808" y="4983480"/>
            <a:ext cx="384048" cy="384048"/>
          </a:xfrm>
          <a:prstGeom prst="rect">
            <a:avLst/>
          </a:prstGeom>
        </p:spPr>
      </p:pic>
      <p:sp>
        <p:nvSpPr>
          <p:cNvPr id="52" name="Text 48"/>
          <p:cNvSpPr txBox="1"/>
          <p:nvPr/>
        </p:nvSpPr>
        <p:spPr>
          <a:xfrm>
            <a:off x="1280160" y="4846320"/>
            <a:ext cx="4069080" cy="137160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Les cases vides </a:t>
            </a:r>
            <a:r>
              <a:rPr lang="en-US" sz="1700" b="1" dirty="0">
                <a:solidFill>
                  <a:schemeClr val="tx1"/>
                </a:solidFill>
              </a:rPr>
              <a:t>restent vides</a:t>
            </a:r>
            <a:r>
              <a:rPr lang="en-US" sz="1700" dirty="0">
                <a:solidFill>
                  <a:schemeClr val="tx1"/>
                </a:solidFill>
              </a:rPr>
              <a:t> :</a:t>
            </a:r>
            <a:endParaRPr lang="en-US" sz="1700" dirty="0"/>
          </a:p>
          <a:p>
            <a:pPr algn="l" indent="0" marL="0">
              <a:spcAft>
                <a:spcPts val="400"/>
              </a:spcAft>
              <a:buNone/>
            </a:pPr>
            <a:r>
              <a:rPr lang="en-US" sz="1700" dirty="0">
                <a:solidFill>
                  <a:schemeClr val="tx1"/>
                </a:solidFill>
              </a:rPr>
              <a:t>une phrase n’a pas besoin de remplir les 6 cases.</a:t>
            </a:r>
            <a:endParaRPr lang="en-US" sz="1700" dirty="0"/>
          </a:p>
        </p:txBody>
      </p:sp>
      <p:sp>
        <p:nvSpPr>
          <p:cNvPr id="53" name="Shape 49"/>
          <p:cNvSpPr/>
          <p:nvPr/>
        </p:nvSpPr>
        <p:spPr>
          <a:xfrm>
            <a:off x="5715000" y="4800600"/>
            <a:ext cx="5925312" cy="1463040"/>
          </a:xfrm>
          <a:prstGeom prst="roundRect">
            <a:avLst>
              <a:gd name="adj" fmla="val 5000"/>
            </a:avLst>
          </a:prstGeom>
          <a:solidFill>
            <a:srgbClr val="FFFFFF"/>
          </a:solidFill>
          <a:ln w="25400">
            <a:solidFill>
              <a:srgbClr val="17375E"/>
            </a:solidFill>
            <a:prstDash val="solid"/>
          </a:ln>
        </p:spPr>
      </p:sp>
      <p:sp>
        <p:nvSpPr>
          <p:cNvPr id="54" name="Text 50"/>
          <p:cNvSpPr txBox="1"/>
          <p:nvPr/>
        </p:nvSpPr>
        <p:spPr>
          <a:xfrm>
            <a:off x="5897880" y="4846320"/>
            <a:ext cx="3840480" cy="411480"/>
          </a:xfrm>
          <a:prstGeom prst="rect">
            <a:avLst/>
          </a:prstGeom>
          <a:noFill/>
          <a:ln/>
        </p:spPr>
        <p:txBody>
          <a:bodyPr wrap="square" lIns="0" tIns="0" rIns="0" bIns="0" rtlCol="0" anchor="ctr"/>
          <a:lstStyle/>
          <a:p>
            <a:pPr algn="l" indent="0" marL="0">
              <a:buNone/>
            </a:pPr>
            <a:r>
              <a:rPr lang="en-US" sz="2000" dirty="0">
                <a:solidFill>
                  <a:schemeClr val="tx2"/>
                </a:solidFill>
              </a:rPr>
              <a:t>③ = </a:t>
            </a:r>
            <a:r>
              <a:rPr lang="en-US" sz="2000" b="1" dirty="0">
                <a:solidFill>
                  <a:schemeClr val="tx2"/>
                </a:solidFill>
              </a:rPr>
              <a:t>Te-Ma-Pl</a:t>
            </a:r>
            <a:endParaRPr lang="en-US" sz="2000" dirty="0"/>
          </a:p>
        </p:txBody>
      </p:sp>
      <p:sp>
        <p:nvSpPr>
          <p:cNvPr id="55" name="Shape 51"/>
          <p:cNvSpPr/>
          <p:nvPr/>
        </p:nvSpPr>
        <p:spPr>
          <a:xfrm>
            <a:off x="5897880"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56" name="Text 52"/>
          <p:cNvSpPr txBox="1"/>
          <p:nvPr/>
        </p:nvSpPr>
        <p:spPr>
          <a:xfrm>
            <a:off x="5897880"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Temps</a:t>
            </a:r>
            <a:endParaRPr lang="en-US" sz="1700" dirty="0"/>
          </a:p>
        </p:txBody>
      </p:sp>
      <p:sp>
        <p:nvSpPr>
          <p:cNvPr id="57" name="Text 53"/>
          <p:cNvSpPr txBox="1"/>
          <p:nvPr/>
        </p:nvSpPr>
        <p:spPr>
          <a:xfrm>
            <a:off x="5897880"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Tijd</a:t>
            </a:r>
            <a:endParaRPr lang="en-US" sz="1300" dirty="0"/>
          </a:p>
        </p:txBody>
      </p:sp>
      <p:sp>
        <p:nvSpPr>
          <p:cNvPr id="58" name="Shape 54"/>
          <p:cNvSpPr/>
          <p:nvPr/>
        </p:nvSpPr>
        <p:spPr>
          <a:xfrm>
            <a:off x="7104888" y="5715000"/>
            <a:ext cx="237744" cy="914"/>
          </a:xfrm>
          <a:prstGeom prst="line">
            <a:avLst/>
          </a:prstGeom>
          <a:noFill/>
          <a:ln w="25400">
            <a:solidFill>
              <a:srgbClr val="17375E"/>
            </a:solidFill>
            <a:prstDash val="solid"/>
            <a:tailEnd type="triangle"/>
          </a:ln>
        </p:spPr>
      </p:sp>
      <p:sp>
        <p:nvSpPr>
          <p:cNvPr id="59" name="Shape 55"/>
          <p:cNvSpPr/>
          <p:nvPr/>
        </p:nvSpPr>
        <p:spPr>
          <a:xfrm>
            <a:off x="7379208"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0" name="Text 56"/>
          <p:cNvSpPr txBox="1"/>
          <p:nvPr/>
        </p:nvSpPr>
        <p:spPr>
          <a:xfrm>
            <a:off x="7379208"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Manière</a:t>
            </a:r>
            <a:endParaRPr lang="en-US" sz="1700" dirty="0"/>
          </a:p>
        </p:txBody>
      </p:sp>
      <p:sp>
        <p:nvSpPr>
          <p:cNvPr id="61" name="Text 57"/>
          <p:cNvSpPr txBox="1"/>
          <p:nvPr/>
        </p:nvSpPr>
        <p:spPr>
          <a:xfrm>
            <a:off x="7379208"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Manier</a:t>
            </a:r>
            <a:endParaRPr lang="en-US" sz="1300" dirty="0"/>
          </a:p>
        </p:txBody>
      </p:sp>
      <p:sp>
        <p:nvSpPr>
          <p:cNvPr id="62" name="Shape 58"/>
          <p:cNvSpPr/>
          <p:nvPr/>
        </p:nvSpPr>
        <p:spPr>
          <a:xfrm>
            <a:off x="8586216" y="5715000"/>
            <a:ext cx="237744" cy="914"/>
          </a:xfrm>
          <a:prstGeom prst="line">
            <a:avLst/>
          </a:prstGeom>
          <a:noFill/>
          <a:ln w="25400">
            <a:solidFill>
              <a:srgbClr val="17375E"/>
            </a:solidFill>
            <a:prstDash val="solid"/>
            <a:tailEnd type="triangle"/>
          </a:ln>
        </p:spPr>
      </p:sp>
      <p:sp>
        <p:nvSpPr>
          <p:cNvPr id="63" name="Shape 59"/>
          <p:cNvSpPr/>
          <p:nvPr/>
        </p:nvSpPr>
        <p:spPr>
          <a:xfrm>
            <a:off x="8860536"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4" name="Text 60"/>
          <p:cNvSpPr txBox="1"/>
          <p:nvPr/>
        </p:nvSpPr>
        <p:spPr>
          <a:xfrm>
            <a:off x="8860536"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Lieu</a:t>
            </a:r>
            <a:endParaRPr lang="en-US" sz="1700" dirty="0"/>
          </a:p>
        </p:txBody>
      </p:sp>
      <p:sp>
        <p:nvSpPr>
          <p:cNvPr id="65" name="Text 61"/>
          <p:cNvSpPr txBox="1"/>
          <p:nvPr/>
        </p:nvSpPr>
        <p:spPr>
          <a:xfrm>
            <a:off x="8860536"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Plaats</a:t>
            </a:r>
            <a:endParaRPr lang="en-US" sz="1300" dirty="0"/>
          </a:p>
        </p:txBody>
      </p:sp>
      <p:pic>
        <p:nvPicPr>
          <p:cNvPr id="66" name="Image 1" descr="classical building">    </p:cNvPr>
          <p:cNvPicPr>
            <a:picLocks noChangeAspect="1"/>
          </p:cNvPicPr>
          <p:nvPr/>
        </p:nvPicPr>
        <p:blipFill>
          <a:blip r:embed="rId2"/>
          <a:stretch>
            <a:fillRect/>
          </a:stretch>
        </p:blipFill>
        <p:spPr>
          <a:xfrm>
            <a:off x="10469880" y="4937760"/>
            <a:ext cx="731520" cy="731520"/>
          </a:xfrm>
          <a:prstGeom prst="rect">
            <a:avLst/>
          </a:prstGeom>
        </p:spPr>
      </p:pic>
      <p:sp>
        <p:nvSpPr>
          <p:cNvPr id="67" name="Text 62"/>
          <p:cNvSpPr txBox="1"/>
          <p:nvPr/>
        </p:nvSpPr>
        <p:spPr>
          <a:xfrm>
            <a:off x="10058400" y="5733288"/>
            <a:ext cx="1508760" cy="320040"/>
          </a:xfrm>
          <a:prstGeom prst="rect">
            <a:avLst/>
          </a:prstGeom>
          <a:noFill/>
          <a:ln/>
        </p:spPr>
        <p:txBody>
          <a:bodyPr wrap="square" lIns="0" tIns="0" rIns="0" bIns="0" rtlCol="0" anchor="t"/>
          <a:lstStyle/>
          <a:p>
            <a:pPr algn="ctr" indent="0" marL="0">
              <a:buNone/>
            </a:pPr>
            <a:r>
              <a:rPr lang="en-US" sz="1400" b="1" dirty="0">
                <a:solidFill>
                  <a:schemeClr val="accent1"/>
                </a:solidFill>
              </a:rPr>
              <a:t>« TeMPeL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Construire avec la grille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2487168"/>
            <a:ext cx="11091672" cy="475488"/>
          </a:xfrm>
          <a:prstGeom prst="roundRect">
            <a:avLst>
              <a:gd name="adj" fmla="val 7692"/>
            </a:avLst>
          </a:prstGeom>
          <a:solidFill>
            <a:schemeClr val="bg2"/>
          </a:solidFill>
          <a:ln w="12700">
            <a:solidFill>
              <a:srgbClr val="FFFFFF">
                <a:alpha val="0"/>
              </a:srgbClr>
            </a:solidFill>
            <a:prstDash val="solid"/>
          </a:ln>
        </p:spPr>
      </p:sp>
      <p:sp>
        <p:nvSpPr>
          <p:cNvPr id="6" name="Shape 3"/>
          <p:cNvSpPr/>
          <p:nvPr/>
        </p:nvSpPr>
        <p:spPr>
          <a:xfrm>
            <a:off x="548640" y="3566160"/>
            <a:ext cx="11091672" cy="475488"/>
          </a:xfrm>
          <a:prstGeom prst="roundRect">
            <a:avLst>
              <a:gd name="adj" fmla="val 7692"/>
            </a:avLst>
          </a:prstGeom>
          <a:solidFill>
            <a:schemeClr val="bg2"/>
          </a:solidFill>
          <a:ln w="12700">
            <a:solidFill>
              <a:srgbClr val="FFFFFF">
                <a:alpha val="0"/>
              </a:srgbClr>
            </a:solidFill>
            <a:prstDash val="solid"/>
          </a:ln>
        </p:spPr>
      </p:sp>
      <p:sp>
        <p:nvSpPr>
          <p:cNvPr id="7" name="Shape 4"/>
          <p:cNvSpPr/>
          <p:nvPr/>
        </p:nvSpPr>
        <p:spPr>
          <a:xfrm>
            <a:off x="548640" y="4645152"/>
            <a:ext cx="11091672" cy="475488"/>
          </a:xfrm>
          <a:prstGeom prst="roundRect">
            <a:avLst>
              <a:gd name="adj" fmla="val 7692"/>
            </a:avLst>
          </a:prstGeom>
          <a:solidFill>
            <a:schemeClr val="bg2"/>
          </a:solidFill>
          <a:ln w="12700">
            <a:solidFill>
              <a:srgbClr val="FFFFFF">
                <a:alpha val="0"/>
              </a:srgbClr>
            </a:solidFill>
            <a:prstDash val="solid"/>
          </a:ln>
        </p:spPr>
      </p:sp>
      <p:sp>
        <p:nvSpPr>
          <p:cNvPr id="8" name="Shape 5"/>
          <p:cNvSpPr/>
          <p:nvPr/>
        </p:nvSpPr>
        <p:spPr>
          <a:xfrm>
            <a:off x="548640" y="5724144"/>
            <a:ext cx="11091672" cy="475488"/>
          </a:xfrm>
          <a:prstGeom prst="roundRect">
            <a:avLst>
              <a:gd name="adj" fmla="val 7692"/>
            </a:avLst>
          </a:prstGeom>
          <a:solidFill>
            <a:schemeClr val="bg2"/>
          </a:solidFill>
          <a:ln w="12700">
            <a:solidFill>
              <a:srgbClr val="FFFFFF">
                <a:alpha val="0"/>
              </a:srgbClr>
            </a:solidFill>
            <a:prstDash val="solid"/>
          </a:ln>
        </p:spPr>
      </p:sp>
      <p:sp>
        <p:nvSpPr>
          <p:cNvPr id="9" name="Shape 6"/>
          <p:cNvSpPr/>
          <p:nvPr/>
        </p:nvSpPr>
        <p:spPr>
          <a:xfrm>
            <a:off x="1687982" y="1856232"/>
            <a:ext cx="1280160" cy="4425696"/>
          </a:xfrm>
          <a:prstGeom prst="roundRect">
            <a:avLst>
              <a:gd name="adj" fmla="val 4286"/>
            </a:avLst>
          </a:prstGeom>
          <a:solidFill>
            <a:schemeClr val="accent6">
              <a:alpha val="10000"/>
            </a:schemeClr>
          </a:solidFill>
          <a:ln w="31750">
            <a:solidFill>
              <a:srgbClr val="B83227"/>
            </a:solidFill>
            <a:prstDash val="solid"/>
          </a:ln>
        </p:spPr>
      </p:sp>
      <p:sp>
        <p:nvSpPr>
          <p:cNvPr id="10" name="Shape 7"/>
          <p:cNvSpPr/>
          <p:nvPr/>
        </p:nvSpPr>
        <p:spPr>
          <a:xfrm>
            <a:off x="10314432" y="1856232"/>
            <a:ext cx="1325880" cy="4425696"/>
          </a:xfrm>
          <a:prstGeom prst="roundRect">
            <a:avLst>
              <a:gd name="adj" fmla="val 4138"/>
            </a:avLst>
          </a:prstGeom>
          <a:solidFill>
            <a:schemeClr val="accent6">
              <a:alpha val="10000"/>
            </a:schemeClr>
          </a:solidFill>
          <a:ln w="31750">
            <a:solidFill>
              <a:srgbClr val="B83227"/>
            </a:solidFill>
            <a:prstDash val="solid"/>
          </a:ln>
        </p:spPr>
      </p:sp>
      <p:sp>
        <p:nvSpPr>
          <p:cNvPr id="11" name="Shape 8"/>
          <p:cNvSpPr/>
          <p:nvPr/>
        </p:nvSpPr>
        <p:spPr>
          <a:xfrm>
            <a:off x="882396" y="1527048"/>
            <a:ext cx="292608" cy="292608"/>
          </a:xfrm>
          <a:prstGeom prst="ellipse">
            <a:avLst/>
          </a:prstGeom>
          <a:solidFill>
            <a:schemeClr val="tx2"/>
          </a:solidFill>
          <a:ln w="12700">
            <a:solidFill>
              <a:srgbClr val="FFFFFF">
                <a:alpha val="0"/>
              </a:srgbClr>
            </a:solidFill>
            <a:prstDash val="solid"/>
          </a:ln>
        </p:spPr>
      </p:sp>
      <p:sp>
        <p:nvSpPr>
          <p:cNvPr id="12" name="Text 9"/>
          <p:cNvSpPr txBox="1"/>
          <p:nvPr/>
        </p:nvSpPr>
        <p:spPr>
          <a:xfrm>
            <a:off x="88239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3" name="Shape 10"/>
          <p:cNvSpPr/>
          <p:nvPr/>
        </p:nvSpPr>
        <p:spPr>
          <a:xfrm>
            <a:off x="548640" y="1856232"/>
            <a:ext cx="960120" cy="548640"/>
          </a:xfrm>
          <a:prstGeom prst="roundRect">
            <a:avLst>
              <a:gd name="adj" fmla="val 10000"/>
            </a:avLst>
          </a:prstGeom>
          <a:solidFill>
            <a:schemeClr val="tx2"/>
          </a:solidFill>
          <a:ln w="12700">
            <a:solidFill>
              <a:srgbClr val="FFFFFF">
                <a:alpha val="0"/>
              </a:srgbClr>
            </a:solidFill>
            <a:prstDash val="solid"/>
          </a:ln>
        </p:spPr>
      </p:sp>
      <p:sp>
        <p:nvSpPr>
          <p:cNvPr id="14" name="Text 11"/>
          <p:cNvSpPr txBox="1"/>
          <p:nvPr/>
        </p:nvSpPr>
        <p:spPr>
          <a:xfrm>
            <a:off x="594360" y="1856232"/>
            <a:ext cx="868680" cy="548640"/>
          </a:xfrm>
          <a:prstGeom prst="rect">
            <a:avLst/>
          </a:prstGeom>
          <a:noFill/>
          <a:ln/>
        </p:spPr>
        <p:txBody>
          <a:bodyPr wrap="square" lIns="0" tIns="0" rIns="0" bIns="0" rtlCol="0" anchor="ctr"/>
          <a:lstStyle/>
          <a:p>
            <a:pPr algn="ctr" indent="0" marL="0">
              <a:buNone/>
            </a:pPr>
            <a:r>
              <a:rPr lang="en-US" sz="1200" b="1" dirty="0">
                <a:solidFill>
                  <a:schemeClr val="bg1"/>
                </a:solidFill>
              </a:rPr>
              <a:t>WIE?</a:t>
            </a:r>
            <a:endParaRPr lang="en-US" sz="1200" dirty="0"/>
          </a:p>
        </p:txBody>
      </p:sp>
      <p:sp>
        <p:nvSpPr>
          <p:cNvPr id="15" name="Shape 12"/>
          <p:cNvSpPr/>
          <p:nvPr/>
        </p:nvSpPr>
        <p:spPr>
          <a:xfrm>
            <a:off x="2126894" y="1472184"/>
            <a:ext cx="402336" cy="402336"/>
          </a:xfrm>
          <a:prstGeom prst="ellipse">
            <a:avLst/>
          </a:prstGeom>
          <a:noFill/>
          <a:ln w="25400">
            <a:solidFill>
              <a:srgbClr val="B83227"/>
            </a:solidFill>
            <a:prstDash val="solid"/>
          </a:ln>
        </p:spPr>
      </p:sp>
      <p:sp>
        <p:nvSpPr>
          <p:cNvPr id="16" name="Shape 13"/>
          <p:cNvSpPr/>
          <p:nvPr/>
        </p:nvSpPr>
        <p:spPr>
          <a:xfrm>
            <a:off x="2181758" y="1527048"/>
            <a:ext cx="292608" cy="292608"/>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18175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8" name="Shape 15"/>
          <p:cNvSpPr/>
          <p:nvPr/>
        </p:nvSpPr>
        <p:spPr>
          <a:xfrm>
            <a:off x="1687982" y="1856232"/>
            <a:ext cx="1280160" cy="548640"/>
          </a:xfrm>
          <a:prstGeom prst="roundRect">
            <a:avLst>
              <a:gd name="adj" fmla="val 10000"/>
            </a:avLst>
          </a:prstGeom>
          <a:solidFill>
            <a:schemeClr val="accent6"/>
          </a:solidFill>
          <a:ln w="12700">
            <a:solidFill>
              <a:srgbClr val="FFFFFF">
                <a:alpha val="0"/>
              </a:srgbClr>
            </a:solidFill>
            <a:prstDash val="solid"/>
          </a:ln>
        </p:spPr>
      </p:sp>
      <p:sp>
        <p:nvSpPr>
          <p:cNvPr id="19" name="Text 16"/>
          <p:cNvSpPr txBox="1"/>
          <p:nvPr/>
        </p:nvSpPr>
        <p:spPr>
          <a:xfrm>
            <a:off x="1733702" y="1856232"/>
            <a:ext cx="1188720" cy="548640"/>
          </a:xfrm>
          <a:prstGeom prst="rect">
            <a:avLst/>
          </a:prstGeom>
          <a:noFill/>
          <a:ln/>
        </p:spPr>
        <p:txBody>
          <a:bodyPr wrap="square" lIns="0" tIns="0" rIns="0" bIns="0" rtlCol="0" anchor="ctr"/>
          <a:lstStyle/>
          <a:p>
            <a:pPr algn="ctr" indent="0" marL="0">
              <a:buNone/>
            </a:pPr>
            <a:r>
              <a:rPr lang="en-US" sz="1100" b="1" dirty="0">
                <a:solidFill>
                  <a:schemeClr val="bg1"/>
                </a:solidFill>
              </a:rPr>
              <a:t>WERKWOORD 1</a:t>
            </a:r>
            <a:endParaRPr lang="en-US" sz="1100" dirty="0"/>
          </a:p>
        </p:txBody>
      </p:sp>
      <p:sp>
        <p:nvSpPr>
          <p:cNvPr id="20" name="Shape 17"/>
          <p:cNvSpPr/>
          <p:nvPr/>
        </p:nvSpPr>
        <p:spPr>
          <a:xfrm>
            <a:off x="4624121" y="1527048"/>
            <a:ext cx="292608" cy="292608"/>
          </a:xfrm>
          <a:prstGeom prst="ellipse">
            <a:avLst/>
          </a:prstGeom>
          <a:solidFill>
            <a:schemeClr val="tx2"/>
          </a:solidFill>
          <a:ln w="12700">
            <a:solidFill>
              <a:srgbClr val="FFFFFF">
                <a:alpha val="0"/>
              </a:srgbClr>
            </a:solidFill>
            <a:prstDash val="solid"/>
          </a:ln>
        </p:spPr>
      </p:sp>
      <p:sp>
        <p:nvSpPr>
          <p:cNvPr id="21" name="Text 18"/>
          <p:cNvSpPr txBox="1"/>
          <p:nvPr/>
        </p:nvSpPr>
        <p:spPr>
          <a:xfrm>
            <a:off x="4624121"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2" name="Shape 19"/>
          <p:cNvSpPr/>
          <p:nvPr/>
        </p:nvSpPr>
        <p:spPr>
          <a:xfrm>
            <a:off x="3147365" y="1856232"/>
            <a:ext cx="3246120" cy="548640"/>
          </a:xfrm>
          <a:prstGeom prst="roundRect">
            <a:avLst>
              <a:gd name="adj" fmla="val 10000"/>
            </a:avLst>
          </a:prstGeom>
          <a:solidFill>
            <a:schemeClr val="tx2"/>
          </a:solidFill>
          <a:ln w="12700">
            <a:solidFill>
              <a:srgbClr val="FFFFFF">
                <a:alpha val="0"/>
              </a:srgbClr>
            </a:solidFill>
            <a:prstDash val="solid"/>
          </a:ln>
        </p:spPr>
      </p:sp>
      <p:sp>
        <p:nvSpPr>
          <p:cNvPr id="23" name="Text 20"/>
          <p:cNvSpPr txBox="1"/>
          <p:nvPr/>
        </p:nvSpPr>
        <p:spPr>
          <a:xfrm>
            <a:off x="3193085" y="1856232"/>
            <a:ext cx="3154680" cy="548640"/>
          </a:xfrm>
          <a:prstGeom prst="rect">
            <a:avLst/>
          </a:prstGeom>
          <a:noFill/>
          <a:ln/>
        </p:spPr>
        <p:txBody>
          <a:bodyPr wrap="square" lIns="0" tIns="0" rIns="0" bIns="0" rtlCol="0" anchor="ctr"/>
          <a:lstStyle/>
          <a:p>
            <a:pPr algn="ctr" indent="0" marL="0">
              <a:buNone/>
            </a:pPr>
            <a:r>
              <a:rPr lang="en-US" sz="1200" b="1" dirty="0">
                <a:solidFill>
                  <a:schemeClr val="bg1"/>
                </a:solidFill>
              </a:rPr>
              <a:t>WANNEER? HOE? WAAR?</a:t>
            </a:r>
            <a:endParaRPr lang="en-US" sz="1200" dirty="0"/>
          </a:p>
        </p:txBody>
      </p:sp>
      <p:sp>
        <p:nvSpPr>
          <p:cNvPr id="24" name="Shape 21"/>
          <p:cNvSpPr/>
          <p:nvPr/>
        </p:nvSpPr>
        <p:spPr>
          <a:xfrm>
            <a:off x="7112203" y="1527048"/>
            <a:ext cx="292608" cy="292608"/>
          </a:xfrm>
          <a:prstGeom prst="ellipse">
            <a:avLst/>
          </a:prstGeom>
          <a:solidFill>
            <a:schemeClr val="tx2"/>
          </a:solidFill>
          <a:ln w="12700">
            <a:solidFill>
              <a:srgbClr val="FFFFFF">
                <a:alpha val="0"/>
              </a:srgbClr>
            </a:solidFill>
            <a:prstDash val="solid"/>
          </a:ln>
        </p:spPr>
      </p:sp>
      <p:sp>
        <p:nvSpPr>
          <p:cNvPr id="25" name="Text 22"/>
          <p:cNvSpPr txBox="1"/>
          <p:nvPr/>
        </p:nvSpPr>
        <p:spPr>
          <a:xfrm>
            <a:off x="7112203"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6" name="Shape 23"/>
          <p:cNvSpPr/>
          <p:nvPr/>
        </p:nvSpPr>
        <p:spPr>
          <a:xfrm>
            <a:off x="6572707" y="1856232"/>
            <a:ext cx="1371600" cy="548640"/>
          </a:xfrm>
          <a:prstGeom prst="roundRect">
            <a:avLst>
              <a:gd name="adj" fmla="val 10000"/>
            </a:avLst>
          </a:prstGeom>
          <a:solidFill>
            <a:schemeClr val="tx2"/>
          </a:solidFill>
          <a:ln w="12700">
            <a:solidFill>
              <a:srgbClr val="FFFFFF">
                <a:alpha val="0"/>
              </a:srgbClr>
            </a:solidFill>
            <a:prstDash val="solid"/>
          </a:ln>
        </p:spPr>
      </p:sp>
      <p:sp>
        <p:nvSpPr>
          <p:cNvPr id="27" name="Text 24"/>
          <p:cNvSpPr txBox="1"/>
          <p:nvPr/>
        </p:nvSpPr>
        <p:spPr>
          <a:xfrm>
            <a:off x="6618427" y="1856232"/>
            <a:ext cx="1280160" cy="548640"/>
          </a:xfrm>
          <a:prstGeom prst="rect">
            <a:avLst/>
          </a:prstGeom>
          <a:noFill/>
          <a:ln/>
        </p:spPr>
        <p:txBody>
          <a:bodyPr wrap="square" lIns="0" tIns="0" rIns="0" bIns="0" rtlCol="0" anchor="ctr"/>
          <a:lstStyle/>
          <a:p>
            <a:pPr algn="ctr" indent="0" marL="0">
              <a:buNone/>
            </a:pPr>
            <a:r>
              <a:rPr lang="en-US" sz="1200" b="1" dirty="0">
                <a:solidFill>
                  <a:schemeClr val="bg1"/>
                </a:solidFill>
              </a:rPr>
              <a:t>WAT?</a:t>
            </a:r>
            <a:endParaRPr lang="en-US" sz="1200" dirty="0"/>
          </a:p>
        </p:txBody>
      </p:sp>
      <p:sp>
        <p:nvSpPr>
          <p:cNvPr id="28" name="Shape 25"/>
          <p:cNvSpPr/>
          <p:nvPr/>
        </p:nvSpPr>
        <p:spPr>
          <a:xfrm>
            <a:off x="8983066" y="1527048"/>
            <a:ext cx="292608" cy="292608"/>
          </a:xfrm>
          <a:prstGeom prst="ellipse">
            <a:avLst/>
          </a:prstGeom>
          <a:solidFill>
            <a:schemeClr val="tx2"/>
          </a:solidFill>
          <a:ln w="12700">
            <a:solidFill>
              <a:srgbClr val="FFFFFF">
                <a:alpha val="0"/>
              </a:srgbClr>
            </a:solidFill>
            <a:prstDash val="solid"/>
          </a:ln>
        </p:spPr>
      </p:sp>
      <p:sp>
        <p:nvSpPr>
          <p:cNvPr id="29" name="Text 26"/>
          <p:cNvSpPr txBox="1"/>
          <p:nvPr/>
        </p:nvSpPr>
        <p:spPr>
          <a:xfrm>
            <a:off x="898306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30" name="Shape 27"/>
          <p:cNvSpPr/>
          <p:nvPr/>
        </p:nvSpPr>
        <p:spPr>
          <a:xfrm>
            <a:off x="8123530" y="1856232"/>
            <a:ext cx="2011680" cy="548640"/>
          </a:xfrm>
          <a:prstGeom prst="roundRect">
            <a:avLst>
              <a:gd name="adj" fmla="val 10000"/>
            </a:avLst>
          </a:prstGeom>
          <a:solidFill>
            <a:schemeClr val="tx2"/>
          </a:solidFill>
          <a:ln w="12700">
            <a:solidFill>
              <a:srgbClr val="FFFFFF">
                <a:alpha val="0"/>
              </a:srgbClr>
            </a:solidFill>
            <a:prstDash val="solid"/>
          </a:ln>
        </p:spPr>
      </p:sp>
      <p:sp>
        <p:nvSpPr>
          <p:cNvPr id="31" name="Text 28"/>
          <p:cNvSpPr txBox="1"/>
          <p:nvPr/>
        </p:nvSpPr>
        <p:spPr>
          <a:xfrm>
            <a:off x="8169250" y="1856232"/>
            <a:ext cx="1920240" cy="548640"/>
          </a:xfrm>
          <a:prstGeom prst="rect">
            <a:avLst/>
          </a:prstGeom>
          <a:noFill/>
          <a:ln/>
        </p:spPr>
        <p:txBody>
          <a:bodyPr wrap="square" lIns="0" tIns="0" rIns="0" bIns="0" rtlCol="0" anchor="ctr"/>
          <a:lstStyle/>
          <a:p>
            <a:pPr algn="ctr" indent="0" marL="0">
              <a:buNone/>
            </a:pPr>
            <a:r>
              <a:rPr lang="en-US" sz="1200" b="1" dirty="0">
                <a:solidFill>
                  <a:schemeClr val="bg1"/>
                </a:solidFill>
              </a:rPr>
              <a:t>AAN / VOOR WIE?</a:t>
            </a:r>
            <a:endParaRPr lang="en-US" sz="1200" dirty="0"/>
          </a:p>
        </p:txBody>
      </p:sp>
      <p:sp>
        <p:nvSpPr>
          <p:cNvPr id="32" name="Shape 29"/>
          <p:cNvSpPr/>
          <p:nvPr/>
        </p:nvSpPr>
        <p:spPr>
          <a:xfrm>
            <a:off x="10776204" y="1472184"/>
            <a:ext cx="402336" cy="402336"/>
          </a:xfrm>
          <a:prstGeom prst="ellipse">
            <a:avLst/>
          </a:prstGeom>
          <a:noFill/>
          <a:ln w="25400">
            <a:solidFill>
              <a:srgbClr val="B83227"/>
            </a:solidFill>
            <a:prstDash val="solid"/>
          </a:ln>
        </p:spPr>
      </p:sp>
      <p:sp>
        <p:nvSpPr>
          <p:cNvPr id="33" name="Shape 30"/>
          <p:cNvSpPr/>
          <p:nvPr/>
        </p:nvSpPr>
        <p:spPr>
          <a:xfrm>
            <a:off x="10831068" y="1527048"/>
            <a:ext cx="292608" cy="292608"/>
          </a:xfrm>
          <a:prstGeom prst="ellipse">
            <a:avLst/>
          </a:prstGeom>
          <a:solidFill>
            <a:schemeClr val="accent6"/>
          </a:solidFill>
          <a:ln w="12700">
            <a:solidFill>
              <a:srgbClr val="FFFFFF">
                <a:alpha val="0"/>
              </a:srgbClr>
            </a:solidFill>
            <a:prstDash val="solid"/>
          </a:ln>
        </p:spPr>
      </p:sp>
      <p:sp>
        <p:nvSpPr>
          <p:cNvPr id="34" name="Text 31"/>
          <p:cNvSpPr txBox="1"/>
          <p:nvPr/>
        </p:nvSpPr>
        <p:spPr>
          <a:xfrm>
            <a:off x="1083106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5" name="Shape 32"/>
          <p:cNvSpPr/>
          <p:nvPr/>
        </p:nvSpPr>
        <p:spPr>
          <a:xfrm>
            <a:off x="10314432" y="1856232"/>
            <a:ext cx="1325880" cy="548640"/>
          </a:xfrm>
          <a:prstGeom prst="roundRect">
            <a:avLst>
              <a:gd name="adj" fmla="val 10000"/>
            </a:avLst>
          </a:prstGeom>
          <a:solidFill>
            <a:schemeClr val="accent6"/>
          </a:solidFill>
          <a:ln w="12700">
            <a:solidFill>
              <a:srgbClr val="FFFFFF">
                <a:alpha val="0"/>
              </a:srgbClr>
            </a:solidFill>
            <a:prstDash val="solid"/>
          </a:ln>
        </p:spPr>
      </p:sp>
      <p:sp>
        <p:nvSpPr>
          <p:cNvPr id="36" name="Text 33"/>
          <p:cNvSpPr txBox="1"/>
          <p:nvPr/>
        </p:nvSpPr>
        <p:spPr>
          <a:xfrm>
            <a:off x="10360152" y="1856232"/>
            <a:ext cx="1234440" cy="548640"/>
          </a:xfrm>
          <a:prstGeom prst="rect">
            <a:avLst/>
          </a:prstGeom>
          <a:noFill/>
          <a:ln/>
        </p:spPr>
        <p:txBody>
          <a:bodyPr wrap="square" lIns="0" tIns="0" rIns="0" bIns="0" rtlCol="0" anchor="ctr"/>
          <a:lstStyle/>
          <a:p>
            <a:pPr algn="ctr" indent="0" marL="0">
              <a:buNone/>
            </a:pPr>
            <a:r>
              <a:rPr lang="en-US" sz="1200" b="1" dirty="0">
                <a:solidFill>
                  <a:schemeClr val="bg1"/>
                </a:solidFill>
              </a:rPr>
              <a:t>WERKWOORD 2</a:t>
            </a:r>
            <a:endParaRPr lang="en-US" sz="1200" dirty="0"/>
          </a:p>
        </p:txBody>
      </p:sp>
      <p:sp>
        <p:nvSpPr>
          <p:cNvPr id="37" name="Text 34"/>
          <p:cNvSpPr txBox="1"/>
          <p:nvPr/>
        </p:nvSpPr>
        <p:spPr>
          <a:xfrm>
            <a:off x="548640" y="248716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38" name="Shape 35"/>
          <p:cNvSpPr/>
          <p:nvPr/>
        </p:nvSpPr>
        <p:spPr>
          <a:xfrm>
            <a:off x="1970715" y="2505456"/>
            <a:ext cx="714695" cy="438912"/>
          </a:xfrm>
          <a:prstGeom prst="ellipse">
            <a:avLst/>
          </a:prstGeom>
          <a:solidFill>
            <a:srgbClr val="FFFFFF"/>
          </a:solidFill>
          <a:ln w="25400">
            <a:solidFill>
              <a:srgbClr val="B83227"/>
            </a:solidFill>
            <a:prstDash val="solid"/>
          </a:ln>
        </p:spPr>
      </p:sp>
      <p:sp>
        <p:nvSpPr>
          <p:cNvPr id="39" name="Text 36"/>
          <p:cNvSpPr txBox="1"/>
          <p:nvPr/>
        </p:nvSpPr>
        <p:spPr>
          <a:xfrm>
            <a:off x="1687982" y="248716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eet</a:t>
            </a:r>
            <a:endParaRPr lang="en-US" sz="1600" dirty="0"/>
          </a:p>
        </p:txBody>
      </p:sp>
      <p:sp>
        <p:nvSpPr>
          <p:cNvPr id="40" name="Text 37"/>
          <p:cNvSpPr txBox="1"/>
          <p:nvPr/>
        </p:nvSpPr>
        <p:spPr>
          <a:xfrm>
            <a:off x="6572707" y="2487168"/>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koekje.</a:t>
            </a:r>
            <a:endParaRPr lang="en-US" sz="1600" dirty="0"/>
          </a:p>
        </p:txBody>
      </p:sp>
      <p:sp>
        <p:nvSpPr>
          <p:cNvPr id="41" name="Text 38"/>
          <p:cNvSpPr txBox="1"/>
          <p:nvPr/>
        </p:nvSpPr>
        <p:spPr>
          <a:xfrm>
            <a:off x="548640" y="302666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Jij</a:t>
            </a:r>
            <a:endParaRPr lang="en-US" sz="1600" dirty="0"/>
          </a:p>
        </p:txBody>
      </p:sp>
      <p:sp>
        <p:nvSpPr>
          <p:cNvPr id="42" name="Shape 39"/>
          <p:cNvSpPr/>
          <p:nvPr/>
        </p:nvSpPr>
        <p:spPr>
          <a:xfrm>
            <a:off x="1893905" y="3044952"/>
            <a:ext cx="868314" cy="438912"/>
          </a:xfrm>
          <a:prstGeom prst="ellipse">
            <a:avLst/>
          </a:prstGeom>
          <a:solidFill>
            <a:srgbClr val="FFFFFF"/>
          </a:solidFill>
          <a:ln w="25400">
            <a:solidFill>
              <a:srgbClr val="B83227"/>
            </a:solidFill>
            <a:prstDash val="solid"/>
          </a:ln>
        </p:spPr>
      </p:sp>
      <p:sp>
        <p:nvSpPr>
          <p:cNvPr id="43" name="Text 40"/>
          <p:cNvSpPr txBox="1"/>
          <p:nvPr/>
        </p:nvSpPr>
        <p:spPr>
          <a:xfrm>
            <a:off x="1687982" y="302666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a:t>
            </a:r>
            <a:endParaRPr lang="en-US" sz="1600" dirty="0"/>
          </a:p>
        </p:txBody>
      </p:sp>
      <p:sp>
        <p:nvSpPr>
          <p:cNvPr id="44" name="Text 41"/>
          <p:cNvSpPr txBox="1"/>
          <p:nvPr/>
        </p:nvSpPr>
        <p:spPr>
          <a:xfrm>
            <a:off x="3147365" y="302666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morgen</a:t>
            </a:r>
            <a:endParaRPr lang="en-US" sz="1600" dirty="0"/>
          </a:p>
        </p:txBody>
      </p:sp>
      <p:sp>
        <p:nvSpPr>
          <p:cNvPr id="45" name="Shape 42"/>
          <p:cNvSpPr/>
          <p:nvPr/>
        </p:nvSpPr>
        <p:spPr>
          <a:xfrm>
            <a:off x="10584180" y="3063240"/>
            <a:ext cx="786384" cy="402336"/>
          </a:xfrm>
          <a:prstGeom prst="roundRect">
            <a:avLst>
              <a:gd name="adj" fmla="val 18182"/>
            </a:avLst>
          </a:prstGeom>
          <a:solidFill>
            <a:srgbClr val="FFFFFF"/>
          </a:solidFill>
          <a:ln w="19050">
            <a:solidFill>
              <a:srgbClr val="B83227"/>
            </a:solidFill>
            <a:prstDash val="dash"/>
          </a:ln>
        </p:spPr>
      </p:sp>
      <p:sp>
        <p:nvSpPr>
          <p:cNvPr id="46" name="Text 43"/>
          <p:cNvSpPr txBox="1"/>
          <p:nvPr/>
        </p:nvSpPr>
        <p:spPr>
          <a:xfrm>
            <a:off x="10314432" y="302666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weg.</a:t>
            </a:r>
            <a:endParaRPr lang="en-US" sz="1600" dirty="0"/>
          </a:p>
        </p:txBody>
      </p:sp>
      <p:sp>
        <p:nvSpPr>
          <p:cNvPr id="47" name="Text 44"/>
          <p:cNvSpPr txBox="1"/>
          <p:nvPr/>
        </p:nvSpPr>
        <p:spPr>
          <a:xfrm>
            <a:off x="548640" y="3566160"/>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48" name="Shape 45"/>
          <p:cNvSpPr/>
          <p:nvPr/>
        </p:nvSpPr>
        <p:spPr>
          <a:xfrm>
            <a:off x="1817096" y="3584448"/>
            <a:ext cx="1021933" cy="438912"/>
          </a:xfrm>
          <a:prstGeom prst="ellipse">
            <a:avLst/>
          </a:prstGeom>
          <a:solidFill>
            <a:srgbClr val="FFFFFF"/>
          </a:solidFill>
          <a:ln w="25400">
            <a:solidFill>
              <a:srgbClr val="B83227"/>
            </a:solidFill>
            <a:prstDash val="solid"/>
          </a:ln>
        </p:spPr>
      </p:sp>
      <p:sp>
        <p:nvSpPr>
          <p:cNvPr id="49" name="Text 46"/>
          <p:cNvSpPr txBox="1"/>
          <p:nvPr/>
        </p:nvSpPr>
        <p:spPr>
          <a:xfrm>
            <a:off x="1687982" y="3566160"/>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werkt</a:t>
            </a:r>
            <a:endParaRPr lang="en-US" sz="1600" dirty="0"/>
          </a:p>
        </p:txBody>
      </p:sp>
      <p:sp>
        <p:nvSpPr>
          <p:cNvPr id="50" name="Text 47"/>
          <p:cNvSpPr txBox="1"/>
          <p:nvPr/>
        </p:nvSpPr>
        <p:spPr>
          <a:xfrm>
            <a:off x="3147365" y="3566160"/>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38 uur per week.</a:t>
            </a:r>
            <a:endParaRPr lang="en-US" sz="1600" dirty="0"/>
          </a:p>
        </p:txBody>
      </p:sp>
      <p:sp>
        <p:nvSpPr>
          <p:cNvPr id="51" name="Text 48"/>
          <p:cNvSpPr txBox="1"/>
          <p:nvPr/>
        </p:nvSpPr>
        <p:spPr>
          <a:xfrm>
            <a:off x="548640" y="4105656"/>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52" name="Shape 49"/>
          <p:cNvSpPr/>
          <p:nvPr/>
        </p:nvSpPr>
        <p:spPr>
          <a:xfrm>
            <a:off x="2020092" y="4123944"/>
            <a:ext cx="615940" cy="438912"/>
          </a:xfrm>
          <a:prstGeom prst="ellipse">
            <a:avLst/>
          </a:prstGeom>
          <a:solidFill>
            <a:srgbClr val="FFFFFF"/>
          </a:solidFill>
          <a:ln w="25400">
            <a:solidFill>
              <a:srgbClr val="B83227"/>
            </a:solidFill>
            <a:prstDash val="solid"/>
          </a:ln>
        </p:spPr>
      </p:sp>
      <p:sp>
        <p:nvSpPr>
          <p:cNvPr id="53" name="Text 50"/>
          <p:cNvSpPr txBox="1"/>
          <p:nvPr/>
        </p:nvSpPr>
        <p:spPr>
          <a:xfrm>
            <a:off x="1687982" y="4105656"/>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
            </a:r>
            <a:endParaRPr lang="en-US" sz="1600" dirty="0"/>
          </a:p>
        </p:txBody>
      </p:sp>
      <p:sp>
        <p:nvSpPr>
          <p:cNvPr id="54" name="Text 51"/>
          <p:cNvSpPr txBox="1"/>
          <p:nvPr/>
        </p:nvSpPr>
        <p:spPr>
          <a:xfrm>
            <a:off x="3147365" y="4105656"/>
            <a:ext cx="3246120" cy="475488"/>
          </a:xfrm>
          <a:prstGeom prst="rect">
            <a:avLst/>
          </a:prstGeom>
          <a:noFill/>
          <a:ln/>
        </p:spPr>
        <p:txBody>
          <a:bodyPr wrap="square" lIns="0" tIns="0" rIns="0" bIns="0" rtlCol="0" anchor="ctr"/>
          <a:lstStyle/>
          <a:p>
            <a:pPr algn="ctr" indent="0" marL="0">
              <a:buNone/>
            </a:pPr>
            <a:r>
              <a:rPr lang="en-US" sz="1500" dirty="0">
                <a:solidFill>
                  <a:schemeClr val="tx1"/>
                </a:solidFill>
              </a:rPr>
              <a:t>morgen met de trein naar Gent.</a:t>
            </a:r>
            <a:endParaRPr lang="en-US" sz="1500" dirty="0"/>
          </a:p>
        </p:txBody>
      </p:sp>
      <p:sp>
        <p:nvSpPr>
          <p:cNvPr id="55" name="Text 52"/>
          <p:cNvSpPr txBox="1"/>
          <p:nvPr/>
        </p:nvSpPr>
        <p:spPr>
          <a:xfrm>
            <a:off x="548640" y="4645152"/>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We</a:t>
            </a:r>
            <a:endParaRPr lang="en-US" sz="1600" dirty="0"/>
          </a:p>
        </p:txBody>
      </p:sp>
      <p:sp>
        <p:nvSpPr>
          <p:cNvPr id="56" name="Shape 53"/>
          <p:cNvSpPr/>
          <p:nvPr/>
        </p:nvSpPr>
        <p:spPr>
          <a:xfrm>
            <a:off x="1791858" y="4663440"/>
            <a:ext cx="1072408" cy="438912"/>
          </a:xfrm>
          <a:prstGeom prst="ellipse">
            <a:avLst/>
          </a:prstGeom>
          <a:solidFill>
            <a:srgbClr val="FFFFFF"/>
          </a:solidFill>
          <a:ln w="25400">
            <a:solidFill>
              <a:srgbClr val="B83227"/>
            </a:solidFill>
            <a:prstDash val="solid"/>
          </a:ln>
        </p:spPr>
      </p:sp>
      <p:sp>
        <p:nvSpPr>
          <p:cNvPr id="57" name="Text 54"/>
          <p:cNvSpPr txBox="1"/>
          <p:nvPr/>
        </p:nvSpPr>
        <p:spPr>
          <a:xfrm>
            <a:off x="1687982" y="4645152"/>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58" name="Text 55"/>
          <p:cNvSpPr txBox="1"/>
          <p:nvPr/>
        </p:nvSpPr>
        <p:spPr>
          <a:xfrm>
            <a:off x="3147365" y="4645152"/>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59" name="Text 56"/>
          <p:cNvSpPr txBox="1"/>
          <p:nvPr/>
        </p:nvSpPr>
        <p:spPr>
          <a:xfrm>
            <a:off x="6572707" y="4645152"/>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klant</a:t>
            </a:r>
            <a:endParaRPr lang="en-US" sz="1600" dirty="0"/>
          </a:p>
        </p:txBody>
      </p:sp>
      <p:sp>
        <p:nvSpPr>
          <p:cNvPr id="60" name="Shape 57"/>
          <p:cNvSpPr/>
          <p:nvPr/>
        </p:nvSpPr>
        <p:spPr>
          <a:xfrm>
            <a:off x="10676636" y="4681728"/>
            <a:ext cx="601472" cy="402336"/>
          </a:xfrm>
          <a:prstGeom prst="roundRect">
            <a:avLst>
              <a:gd name="adj" fmla="val 18182"/>
            </a:avLst>
          </a:prstGeom>
          <a:solidFill>
            <a:srgbClr val="FFFFFF"/>
          </a:solidFill>
          <a:ln w="19050">
            <a:solidFill>
              <a:srgbClr val="B83227"/>
            </a:solidFill>
            <a:prstDash val="dash"/>
          </a:ln>
        </p:spPr>
      </p:sp>
      <p:sp>
        <p:nvSpPr>
          <p:cNvPr id="61" name="Text 58"/>
          <p:cNvSpPr txBox="1"/>
          <p:nvPr/>
        </p:nvSpPr>
        <p:spPr>
          <a:xfrm>
            <a:off x="10314432" y="4645152"/>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62" name="Text 59"/>
          <p:cNvSpPr txBox="1"/>
          <p:nvPr/>
        </p:nvSpPr>
        <p:spPr>
          <a:xfrm>
            <a:off x="548640" y="518464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63" name="Shape 60"/>
          <p:cNvSpPr/>
          <p:nvPr/>
        </p:nvSpPr>
        <p:spPr>
          <a:xfrm>
            <a:off x="1724558" y="5202936"/>
            <a:ext cx="1207008" cy="438912"/>
          </a:xfrm>
          <a:prstGeom prst="ellipse">
            <a:avLst/>
          </a:prstGeom>
          <a:solidFill>
            <a:srgbClr val="FFFFFF"/>
          </a:solidFill>
          <a:ln w="25400">
            <a:solidFill>
              <a:srgbClr val="B83227"/>
            </a:solidFill>
            <a:prstDash val="solid"/>
          </a:ln>
        </p:spPr>
      </p:sp>
      <p:sp>
        <p:nvSpPr>
          <p:cNvPr id="64" name="Text 61"/>
          <p:cNvSpPr txBox="1"/>
          <p:nvPr/>
        </p:nvSpPr>
        <p:spPr>
          <a:xfrm>
            <a:off x="1687982" y="518464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5" name="Text 62"/>
          <p:cNvSpPr txBox="1"/>
          <p:nvPr/>
        </p:nvSpPr>
        <p:spPr>
          <a:xfrm>
            <a:off x="3147365" y="5184648"/>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in januari</a:t>
            </a:r>
            <a:endParaRPr lang="en-US" sz="1600" dirty="0"/>
          </a:p>
        </p:txBody>
      </p:sp>
      <p:sp>
        <p:nvSpPr>
          <p:cNvPr id="66" name="Text 63"/>
          <p:cNvSpPr txBox="1"/>
          <p:nvPr/>
        </p:nvSpPr>
        <p:spPr>
          <a:xfrm>
            <a:off x="8123530" y="5184648"/>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voor het examen</a:t>
            </a:r>
            <a:endParaRPr lang="en-US" sz="1600" dirty="0"/>
          </a:p>
        </p:txBody>
      </p:sp>
      <p:sp>
        <p:nvSpPr>
          <p:cNvPr id="67" name="Shape 64"/>
          <p:cNvSpPr/>
          <p:nvPr/>
        </p:nvSpPr>
        <p:spPr>
          <a:xfrm>
            <a:off x="10441940" y="5221224"/>
            <a:ext cx="1070864" cy="402336"/>
          </a:xfrm>
          <a:prstGeom prst="roundRect">
            <a:avLst>
              <a:gd name="adj" fmla="val 18182"/>
            </a:avLst>
          </a:prstGeom>
          <a:solidFill>
            <a:srgbClr val="FFFFFF"/>
          </a:solidFill>
          <a:ln w="19050">
            <a:solidFill>
              <a:srgbClr val="B83227"/>
            </a:solidFill>
            <a:prstDash val="dash"/>
          </a:ln>
        </p:spPr>
      </p:sp>
      <p:sp>
        <p:nvSpPr>
          <p:cNvPr id="68" name="Text 65"/>
          <p:cNvSpPr txBox="1"/>
          <p:nvPr/>
        </p:nvSpPr>
        <p:spPr>
          <a:xfrm>
            <a:off x="10314432" y="5184648"/>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slagen.</a:t>
            </a:r>
            <a:endParaRPr lang="en-US" sz="1600" dirty="0"/>
          </a:p>
        </p:txBody>
      </p:sp>
      <p:sp>
        <p:nvSpPr>
          <p:cNvPr id="69" name="Text 66"/>
          <p:cNvSpPr txBox="1"/>
          <p:nvPr/>
        </p:nvSpPr>
        <p:spPr>
          <a:xfrm>
            <a:off x="548640" y="572414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70" name="Shape 67"/>
          <p:cNvSpPr/>
          <p:nvPr/>
        </p:nvSpPr>
        <p:spPr>
          <a:xfrm>
            <a:off x="1753453" y="5742432"/>
            <a:ext cx="1149218" cy="438912"/>
          </a:xfrm>
          <a:prstGeom prst="ellipse">
            <a:avLst/>
          </a:prstGeom>
          <a:solidFill>
            <a:srgbClr val="FFFFFF"/>
          </a:solidFill>
          <a:ln w="25400">
            <a:solidFill>
              <a:srgbClr val="B83227"/>
            </a:solidFill>
            <a:prstDash val="solid"/>
          </a:ln>
        </p:spPr>
      </p:sp>
      <p:sp>
        <p:nvSpPr>
          <p:cNvPr id="71" name="Text 68"/>
          <p:cNvSpPr txBox="1"/>
          <p:nvPr/>
        </p:nvSpPr>
        <p:spPr>
          <a:xfrm>
            <a:off x="1687982" y="572414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nemen</a:t>
            </a:r>
            <a:endParaRPr lang="en-US" sz="1600" dirty="0"/>
          </a:p>
        </p:txBody>
      </p:sp>
      <p:sp>
        <p:nvSpPr>
          <p:cNvPr id="72" name="Text 69"/>
          <p:cNvSpPr txBox="1"/>
          <p:nvPr/>
        </p:nvSpPr>
        <p:spPr>
          <a:xfrm>
            <a:off x="3147365" y="572414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73" name="Text 70"/>
          <p:cNvSpPr txBox="1"/>
          <p:nvPr/>
        </p:nvSpPr>
        <p:spPr>
          <a:xfrm>
            <a:off x="8123530" y="5724144"/>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aan een opleiding</a:t>
            </a:r>
            <a:endParaRPr lang="en-US" sz="1600" dirty="0"/>
          </a:p>
        </p:txBody>
      </p:sp>
      <p:sp>
        <p:nvSpPr>
          <p:cNvPr id="74" name="Shape 71"/>
          <p:cNvSpPr/>
          <p:nvPr/>
        </p:nvSpPr>
        <p:spPr>
          <a:xfrm>
            <a:off x="10574020" y="5760720"/>
            <a:ext cx="806704" cy="402336"/>
          </a:xfrm>
          <a:prstGeom prst="roundRect">
            <a:avLst>
              <a:gd name="adj" fmla="val 18182"/>
            </a:avLst>
          </a:prstGeom>
          <a:solidFill>
            <a:srgbClr val="FFFFFF"/>
          </a:solidFill>
          <a:ln w="19050">
            <a:solidFill>
              <a:srgbClr val="B83227"/>
            </a:solidFill>
            <a:prstDash val="dash"/>
          </a:ln>
        </p:spPr>
      </p:sp>
      <p:sp>
        <p:nvSpPr>
          <p:cNvPr id="75" name="Text 72"/>
          <p:cNvSpPr txBox="1"/>
          <p:nvPr/>
        </p:nvSpPr>
        <p:spPr>
          <a:xfrm>
            <a:off x="10314432" y="572414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deel.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règle d'or : le verbe en 2e position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868680"/>
          </a:xfrm>
          <a:prstGeom prst="roundRect">
            <a:avLst>
              <a:gd name="adj" fmla="val 8421"/>
            </a:avLst>
          </a:prstGeom>
          <a:solidFill>
            <a:schemeClr val="bg2"/>
          </a:solidFill>
          <a:ln w="12700">
            <a:solidFill>
              <a:srgbClr val="D5DCE6"/>
            </a:solidFill>
            <a:prstDash val="solid"/>
          </a:ln>
        </p:spPr>
      </p:sp>
      <p:sp>
        <p:nvSpPr>
          <p:cNvPr id="6" name="tag"/>
          <p:cNvSpPr/>
          <p:nvPr/>
        </p:nvSpPr>
        <p:spPr>
          <a:xfrm>
            <a:off x="731520" y="182880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FR</a:t>
            </a:r>
            <a:endParaRPr lang="en-US" sz="1300" dirty="0"/>
          </a:p>
        </p:txBody>
      </p:sp>
      <p:sp>
        <p:nvSpPr>
          <p:cNvPr id="7" name="Text 4"/>
          <p:cNvSpPr txBox="1"/>
          <p:nvPr/>
        </p:nvSpPr>
        <p:spPr>
          <a:xfrm>
            <a:off x="1554480" y="1664208"/>
            <a:ext cx="1626870" cy="658368"/>
          </a:xfrm>
          <a:prstGeom prst="rect">
            <a:avLst/>
          </a:prstGeom>
          <a:noFill/>
          <a:ln/>
        </p:spPr>
        <p:txBody>
          <a:bodyPr wrap="square" lIns="0" tIns="0" rIns="0" bIns="0" rtlCol="0" anchor="ctr"/>
          <a:lstStyle/>
          <a:p>
            <a:pPr algn="ctr" indent="0" marL="0">
              <a:buNone/>
            </a:pPr>
            <a:r>
              <a:rPr lang="en-US" sz="2600" b="1" dirty="0">
                <a:solidFill>
                  <a:schemeClr val="tx1"/>
                </a:solidFill>
              </a:rPr>
              <a:t>Demain,</a:t>
            </a:r>
            <a:endParaRPr lang="en-US" sz="2600" dirty="0"/>
          </a:p>
        </p:txBody>
      </p:sp>
      <p:sp>
        <p:nvSpPr>
          <p:cNvPr id="8" name="Text 5"/>
          <p:cNvSpPr txBox="1"/>
          <p:nvPr/>
        </p:nvSpPr>
        <p:spPr>
          <a:xfrm>
            <a:off x="3409950" y="1664208"/>
            <a:ext cx="428244" cy="658368"/>
          </a:xfrm>
          <a:prstGeom prst="rect">
            <a:avLst/>
          </a:prstGeom>
          <a:noFill/>
          <a:ln/>
        </p:spPr>
        <p:txBody>
          <a:bodyPr wrap="square" lIns="0" tIns="0" rIns="0" bIns="0" rtlCol="0" anchor="ctr"/>
          <a:lstStyle/>
          <a:p>
            <a:pPr algn="ctr" indent="0" marL="0">
              <a:buNone/>
            </a:pPr>
            <a:r>
              <a:rPr lang="en-US" sz="2600" b="1" dirty="0">
                <a:solidFill>
                  <a:schemeClr val="tx1"/>
                </a:solidFill>
              </a:rPr>
              <a:t>je</a:t>
            </a:r>
            <a:endParaRPr lang="en-US" sz="2600" dirty="0"/>
          </a:p>
        </p:txBody>
      </p:sp>
      <p:sp>
        <p:nvSpPr>
          <p:cNvPr id="9" name="Shape 6"/>
          <p:cNvSpPr/>
          <p:nvPr/>
        </p:nvSpPr>
        <p:spPr>
          <a:xfrm>
            <a:off x="4066794" y="1664208"/>
            <a:ext cx="1349106" cy="658368"/>
          </a:xfrm>
          <a:prstGeom prst="ellipse">
            <a:avLst/>
          </a:prstGeom>
          <a:noFill/>
          <a:ln w="28575">
            <a:solidFill>
              <a:srgbClr val="B83227"/>
            </a:solidFill>
            <a:prstDash val="solid"/>
          </a:ln>
        </p:spPr>
      </p:sp>
      <p:sp>
        <p:nvSpPr>
          <p:cNvPr id="10" name="Text 7"/>
          <p:cNvSpPr txBox="1"/>
          <p:nvPr/>
        </p:nvSpPr>
        <p:spPr>
          <a:xfrm>
            <a:off x="4066794" y="1664208"/>
            <a:ext cx="1349106" cy="658368"/>
          </a:xfrm>
          <a:prstGeom prst="rect">
            <a:avLst/>
          </a:prstGeom>
          <a:noFill/>
          <a:ln/>
        </p:spPr>
        <p:txBody>
          <a:bodyPr wrap="square" lIns="0" tIns="0" rIns="0" bIns="0" rtlCol="0" anchor="ctr"/>
          <a:lstStyle/>
          <a:p>
            <a:pPr algn="ctr" indent="0" marL="0">
              <a:buNone/>
            </a:pPr>
            <a:r>
              <a:rPr lang="en-US" sz="2600" b="1" dirty="0">
                <a:solidFill>
                  <a:schemeClr val="accent6"/>
                </a:solidFill>
              </a:rPr>
              <a:t>pars.</a:t>
            </a:r>
            <a:endParaRPr lang="en-US" sz="2600" dirty="0"/>
          </a:p>
        </p:txBody>
      </p:sp>
      <p:sp>
        <p:nvSpPr>
          <p:cNvPr id="11" name="Text 8"/>
          <p:cNvSpPr txBox="1"/>
          <p:nvPr/>
        </p:nvSpPr>
        <p:spPr>
          <a:xfrm>
            <a:off x="3016758"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1</a:t>
            </a:r>
            <a:endParaRPr lang="en-US" sz="1100" dirty="0"/>
          </a:p>
        </p:txBody>
      </p:sp>
      <p:sp>
        <p:nvSpPr>
          <p:cNvPr id="12" name="Text 9"/>
          <p:cNvSpPr txBox="1"/>
          <p:nvPr/>
        </p:nvSpPr>
        <p:spPr>
          <a:xfrm>
            <a:off x="3673602"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2</a:t>
            </a:r>
            <a:endParaRPr lang="en-US" sz="1100" dirty="0"/>
          </a:p>
        </p:txBody>
      </p:sp>
      <p:sp>
        <p:nvSpPr>
          <p:cNvPr id="13" name="Text 10"/>
          <p:cNvSpPr txBox="1"/>
          <p:nvPr/>
        </p:nvSpPr>
        <p:spPr>
          <a:xfrm>
            <a:off x="5251308" y="1572768"/>
            <a:ext cx="228600" cy="228600"/>
          </a:xfrm>
          <a:prstGeom prst="rect">
            <a:avLst/>
          </a:prstGeom>
          <a:noFill/>
          <a:ln/>
        </p:spPr>
        <p:txBody>
          <a:bodyPr wrap="square" lIns="0" tIns="0" rIns="0" bIns="0" rtlCol="0" anchor="t"/>
          <a:lstStyle/>
          <a:p>
            <a:pPr algn="l" indent="0" marL="0">
              <a:buNone/>
            </a:pPr>
            <a:r>
              <a:rPr lang="en-US" sz="1100" b="1" dirty="0">
                <a:solidFill>
                  <a:schemeClr val="accent6"/>
                </a:solidFill>
              </a:rPr>
              <a:t>3</a:t>
            </a:r>
            <a:endParaRPr lang="en-US" sz="1100" dirty="0"/>
          </a:p>
        </p:txBody>
      </p:sp>
      <p:sp>
        <p:nvSpPr>
          <p:cNvPr id="14" name="tag"/>
          <p:cNvSpPr/>
          <p:nvPr/>
        </p:nvSpPr>
        <p:spPr>
          <a:xfrm>
            <a:off x="5553060" y="1847088"/>
            <a:ext cx="869290"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400" b="1" spc="100" kern="0" dirty="0">
                <a:solidFill>
                  <a:srgbClr val="FFFFFF"/>
                </a:solidFill>
              </a:rPr>
              <a:t>3e !</a:t>
            </a:r>
            <a:endParaRPr lang="en-US" sz="1400" dirty="0"/>
          </a:p>
        </p:txBody>
      </p:sp>
      <p:sp>
        <p:nvSpPr>
          <p:cNvPr id="15" name="Text 12"/>
          <p:cNvSpPr txBox="1"/>
          <p:nvPr/>
        </p:nvSpPr>
        <p:spPr>
          <a:xfrm>
            <a:off x="6558900" y="1554480"/>
            <a:ext cx="3657600" cy="868680"/>
          </a:xfrm>
          <a:prstGeom prst="rect">
            <a:avLst/>
          </a:prstGeom>
          <a:noFill/>
          <a:ln/>
        </p:spPr>
        <p:txBody>
          <a:bodyPr wrap="square" lIns="0" tIns="0" rIns="0" bIns="0" rtlCol="0" anchor="ctr"/>
          <a:lstStyle/>
          <a:p>
            <a:pPr algn="l" indent="0" marL="0">
              <a:buNone/>
            </a:pPr>
            <a:r>
              <a:rPr lang="en-US" sz="1700" i="1" dirty="0">
                <a:solidFill>
                  <a:schemeClr val="accent5"/>
                </a:solidFill>
              </a:rPr>
              <a:t>verbe en 3e position</a:t>
            </a:r>
            <a:endParaRPr lang="en-US" sz="1700" dirty="0"/>
          </a:p>
        </p:txBody>
      </p:sp>
      <p:sp>
        <p:nvSpPr>
          <p:cNvPr id="16" name="Shape 13"/>
          <p:cNvSpPr/>
          <p:nvPr/>
        </p:nvSpPr>
        <p:spPr>
          <a:xfrm>
            <a:off x="777240" y="2926080"/>
            <a:ext cx="1371600" cy="1005840"/>
          </a:xfrm>
          <a:prstGeom prst="arc">
            <a:avLst>
              <a:gd name="adj1" fmla="val 10800000"/>
              <a:gd name="adj2" fmla="val 21600000"/>
            </a:avLst>
          </a:prstGeom>
          <a:solidFill>
            <a:srgbClr val="FFFFFF">
              <a:alpha val="0"/>
            </a:srgbClr>
          </a:solidFill>
          <a:ln w="38100">
            <a:solidFill>
              <a:srgbClr val="D9700F"/>
            </a:solidFill>
            <a:prstDash val="solid"/>
            <a:tailEnd type="triangle"/>
          </a:ln>
        </p:spPr>
      </p:sp>
      <p:sp>
        <p:nvSpPr>
          <p:cNvPr id="17" name="Shape 14"/>
          <p:cNvSpPr/>
          <p:nvPr/>
        </p:nvSpPr>
        <p:spPr>
          <a:xfrm>
            <a:off x="2697480" y="2862072"/>
            <a:ext cx="2743200" cy="1133856"/>
          </a:xfrm>
          <a:prstGeom prst="arc">
            <a:avLst>
              <a:gd name="adj1" fmla="val 10800000"/>
              <a:gd name="adj2" fmla="val 21600000"/>
            </a:avLst>
          </a:prstGeom>
          <a:solidFill>
            <a:srgbClr val="FFFFFF">
              <a:alpha val="0"/>
            </a:srgbClr>
          </a:solidFill>
          <a:ln w="38100">
            <a:solidFill>
              <a:srgbClr val="2A6FB0"/>
            </a:solidFill>
            <a:prstDash val="solid"/>
            <a:tailEnd type="triangle"/>
          </a:ln>
        </p:spPr>
      </p:sp>
      <p:sp>
        <p:nvSpPr>
          <p:cNvPr id="18" name="Text 15"/>
          <p:cNvSpPr txBox="1"/>
          <p:nvPr/>
        </p:nvSpPr>
        <p:spPr>
          <a:xfrm>
            <a:off x="2971800" y="2542032"/>
            <a:ext cx="3291840" cy="274320"/>
          </a:xfrm>
          <a:prstGeom prst="rect">
            <a:avLst/>
          </a:prstGeom>
          <a:noFill/>
          <a:ln/>
        </p:spPr>
        <p:txBody>
          <a:bodyPr wrap="square" lIns="0" tIns="0" rIns="0" bIns="0" rtlCol="0" anchor="t"/>
          <a:lstStyle/>
          <a:p>
            <a:pPr algn="ctr" indent="0" marL="0">
              <a:buNone/>
            </a:pPr>
            <a:r>
              <a:rPr lang="en-US" sz="1300" b="1" i="1" dirty="0">
                <a:solidFill>
                  <a:schemeClr val="accent2"/>
                </a:solidFill>
              </a:rPr>
              <a:t>le sujet passe après le verbe</a:t>
            </a:r>
            <a:endParaRPr lang="en-US" sz="1300" dirty="0"/>
          </a:p>
        </p:txBody>
      </p:sp>
      <p:sp>
        <p:nvSpPr>
          <p:cNvPr id="19" name="tag"/>
          <p:cNvSpPr/>
          <p:nvPr/>
        </p:nvSpPr>
        <p:spPr>
          <a:xfrm>
            <a:off x="731520" y="402336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NL</a:t>
            </a:r>
            <a:endParaRPr lang="en-US" sz="1300" dirty="0"/>
          </a:p>
        </p:txBody>
      </p:sp>
      <p:sp>
        <p:nvSpPr>
          <p:cNvPr id="20" name="Shape 17"/>
          <p:cNvSpPr/>
          <p:nvPr/>
        </p:nvSpPr>
        <p:spPr>
          <a:xfrm>
            <a:off x="3255264" y="3931920"/>
            <a:ext cx="164592" cy="914"/>
          </a:xfrm>
          <a:prstGeom prst="line">
            <a:avLst/>
          </a:prstGeom>
          <a:noFill/>
          <a:ln w="15875">
            <a:solidFill>
              <a:srgbClr val="4A5A70"/>
            </a:solidFill>
            <a:prstDash val="solid"/>
            <a:tailEnd type="triangle"/>
          </a:ln>
        </p:spPr>
      </p:sp>
      <p:sp>
        <p:nvSpPr>
          <p:cNvPr id="21" name="Shape 18"/>
          <p:cNvSpPr/>
          <p:nvPr/>
        </p:nvSpPr>
        <p:spPr>
          <a:xfrm>
            <a:off x="4764024" y="3931920"/>
            <a:ext cx="164592" cy="914"/>
          </a:xfrm>
          <a:prstGeom prst="line">
            <a:avLst/>
          </a:prstGeom>
          <a:noFill/>
          <a:ln w="15875">
            <a:solidFill>
              <a:srgbClr val="4A5A70"/>
            </a:solidFill>
            <a:prstDash val="solid"/>
            <a:tailEnd type="triangle"/>
          </a:ln>
        </p:spPr>
      </p:sp>
      <p:sp>
        <p:nvSpPr>
          <p:cNvPr id="22" name="Shape 19"/>
          <p:cNvSpPr/>
          <p:nvPr/>
        </p:nvSpPr>
        <p:spPr>
          <a:xfrm>
            <a:off x="7324344" y="3931920"/>
            <a:ext cx="164592" cy="914"/>
          </a:xfrm>
          <a:prstGeom prst="line">
            <a:avLst/>
          </a:prstGeom>
          <a:noFill/>
          <a:ln w="15875">
            <a:solidFill>
              <a:srgbClr val="4A5A70"/>
            </a:solidFill>
            <a:prstDash val="solid"/>
            <a:tailEnd type="triangle"/>
          </a:ln>
        </p:spPr>
      </p:sp>
      <p:sp>
        <p:nvSpPr>
          <p:cNvPr id="23" name="Shape 20"/>
          <p:cNvSpPr/>
          <p:nvPr/>
        </p:nvSpPr>
        <p:spPr>
          <a:xfrm>
            <a:off x="8741664" y="3931920"/>
            <a:ext cx="164592" cy="914"/>
          </a:xfrm>
          <a:prstGeom prst="line">
            <a:avLst/>
          </a:prstGeom>
          <a:noFill/>
          <a:ln w="15875">
            <a:solidFill>
              <a:srgbClr val="4A5A70"/>
            </a:solidFill>
            <a:prstDash val="solid"/>
            <a:tailEnd type="triangle"/>
          </a:ln>
        </p:spPr>
      </p:sp>
      <p:sp>
        <p:nvSpPr>
          <p:cNvPr id="24" name="Shape 21"/>
          <p:cNvSpPr/>
          <p:nvPr/>
        </p:nvSpPr>
        <p:spPr>
          <a:xfrm>
            <a:off x="10158984" y="3931920"/>
            <a:ext cx="164592" cy="914"/>
          </a:xfrm>
          <a:prstGeom prst="line">
            <a:avLst/>
          </a:prstGeom>
          <a:noFill/>
          <a:ln w="15875">
            <a:solidFill>
              <a:srgbClr val="4A5A70"/>
            </a:solidFill>
            <a:prstDash val="solid"/>
            <a:tailEnd type="triangle"/>
          </a:ln>
        </p:spPr>
      </p:sp>
      <p:sp>
        <p:nvSpPr>
          <p:cNvPr id="25" name="Shape 22"/>
          <p:cNvSpPr/>
          <p:nvPr/>
        </p:nvSpPr>
        <p:spPr>
          <a:xfrm>
            <a:off x="1600200" y="3429000"/>
            <a:ext cx="1645920" cy="1005840"/>
          </a:xfrm>
          <a:prstGeom prst="roundRect">
            <a:avLst>
              <a:gd name="adj" fmla="val 7273"/>
            </a:avLst>
          </a:prstGeom>
          <a:solidFill>
            <a:srgbClr val="FDF1E6"/>
          </a:solidFill>
          <a:ln w="15875">
            <a:solidFill>
              <a:srgbClr val="4A5A70"/>
            </a:solidFill>
            <a:prstDash val="solid"/>
          </a:ln>
        </p:spPr>
      </p:sp>
      <p:sp>
        <p:nvSpPr>
          <p:cNvPr id="26" name="Shape 23"/>
          <p:cNvSpPr/>
          <p:nvPr/>
        </p:nvSpPr>
        <p:spPr>
          <a:xfrm>
            <a:off x="1673352" y="3502152"/>
            <a:ext cx="256032" cy="256032"/>
          </a:xfrm>
          <a:prstGeom prst="ellipse">
            <a:avLst/>
          </a:prstGeom>
          <a:solidFill>
            <a:schemeClr val="tx2"/>
          </a:solidFill>
          <a:ln w="12700">
            <a:solidFill>
              <a:srgbClr val="FFFFFF">
                <a:alpha val="0"/>
              </a:srgbClr>
            </a:solidFill>
            <a:prstDash val="solid"/>
          </a:ln>
        </p:spPr>
      </p:sp>
      <p:sp>
        <p:nvSpPr>
          <p:cNvPr id="27" name="Text 24"/>
          <p:cNvSpPr txBox="1"/>
          <p:nvPr/>
        </p:nvSpPr>
        <p:spPr>
          <a:xfrm>
            <a:off x="16733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28" name="Shape 25"/>
          <p:cNvSpPr/>
          <p:nvPr/>
        </p:nvSpPr>
        <p:spPr>
          <a:xfrm>
            <a:off x="3429000" y="3429000"/>
            <a:ext cx="1325880" cy="1005840"/>
          </a:xfrm>
          <a:prstGeom prst="roundRect">
            <a:avLst>
              <a:gd name="adj" fmla="val 7273"/>
            </a:avLst>
          </a:prstGeom>
          <a:solidFill>
            <a:srgbClr val="FFFFFF"/>
          </a:solidFill>
          <a:ln w="44450">
            <a:solidFill>
              <a:srgbClr val="B83227"/>
            </a:solidFill>
            <a:prstDash val="solid"/>
          </a:ln>
        </p:spPr>
      </p:sp>
      <p:sp>
        <p:nvSpPr>
          <p:cNvPr id="29" name="Shape 26"/>
          <p:cNvSpPr/>
          <p:nvPr/>
        </p:nvSpPr>
        <p:spPr>
          <a:xfrm>
            <a:off x="3447288" y="3447288"/>
            <a:ext cx="365760" cy="365760"/>
          </a:xfrm>
          <a:prstGeom prst="ellipse">
            <a:avLst/>
          </a:prstGeom>
          <a:noFill/>
          <a:ln w="25400">
            <a:solidFill>
              <a:srgbClr val="B83227"/>
            </a:solidFill>
            <a:prstDash val="solid"/>
          </a:ln>
        </p:spPr>
      </p:sp>
      <p:sp>
        <p:nvSpPr>
          <p:cNvPr id="30" name="Shape 27"/>
          <p:cNvSpPr/>
          <p:nvPr/>
        </p:nvSpPr>
        <p:spPr>
          <a:xfrm>
            <a:off x="3502152" y="3502152"/>
            <a:ext cx="256032" cy="256032"/>
          </a:xfrm>
          <a:prstGeom prst="ellipse">
            <a:avLst/>
          </a:prstGeom>
          <a:solidFill>
            <a:schemeClr val="accent6"/>
          </a:solidFill>
          <a:ln w="12700">
            <a:solidFill>
              <a:srgbClr val="FFFFFF">
                <a:alpha val="0"/>
              </a:srgbClr>
            </a:solidFill>
            <a:prstDash val="solid"/>
          </a:ln>
        </p:spPr>
      </p:sp>
      <p:sp>
        <p:nvSpPr>
          <p:cNvPr id="31" name="Text 28"/>
          <p:cNvSpPr txBox="1"/>
          <p:nvPr/>
        </p:nvSpPr>
        <p:spPr>
          <a:xfrm>
            <a:off x="35021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32" name="Shape 29"/>
          <p:cNvSpPr/>
          <p:nvPr/>
        </p:nvSpPr>
        <p:spPr>
          <a:xfrm>
            <a:off x="4937760" y="3429000"/>
            <a:ext cx="2377440" cy="1005840"/>
          </a:xfrm>
          <a:prstGeom prst="roundRect">
            <a:avLst>
              <a:gd name="adj" fmla="val 7273"/>
            </a:avLst>
          </a:prstGeom>
          <a:solidFill>
            <a:srgbClr val="FFFFFF"/>
          </a:solidFill>
          <a:ln w="15875">
            <a:solidFill>
              <a:srgbClr val="4A5A70"/>
            </a:solidFill>
            <a:prstDash val="solid"/>
          </a:ln>
        </p:spPr>
      </p:sp>
      <p:sp>
        <p:nvSpPr>
          <p:cNvPr id="33" name="Shape 30"/>
          <p:cNvSpPr/>
          <p:nvPr/>
        </p:nvSpPr>
        <p:spPr>
          <a:xfrm>
            <a:off x="5010912" y="3502152"/>
            <a:ext cx="256032" cy="256032"/>
          </a:xfrm>
          <a:prstGeom prst="ellipse">
            <a:avLst/>
          </a:prstGeom>
          <a:solidFill>
            <a:schemeClr val="tx2"/>
          </a:solidFill>
          <a:ln w="12700">
            <a:solidFill>
              <a:srgbClr val="FFFFFF">
                <a:alpha val="0"/>
              </a:srgbClr>
            </a:solidFill>
            <a:prstDash val="solid"/>
          </a:ln>
        </p:spPr>
      </p:sp>
      <p:sp>
        <p:nvSpPr>
          <p:cNvPr id="34" name="Text 31"/>
          <p:cNvSpPr txBox="1"/>
          <p:nvPr/>
        </p:nvSpPr>
        <p:spPr>
          <a:xfrm>
            <a:off x="501091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35" name="Shape 32"/>
          <p:cNvSpPr/>
          <p:nvPr/>
        </p:nvSpPr>
        <p:spPr>
          <a:xfrm>
            <a:off x="7498080" y="3429000"/>
            <a:ext cx="1234440" cy="1005840"/>
          </a:xfrm>
          <a:prstGeom prst="roundRect">
            <a:avLst>
              <a:gd name="adj" fmla="val 7273"/>
            </a:avLst>
          </a:prstGeom>
          <a:solidFill>
            <a:srgbClr val="FFFFFF"/>
          </a:solidFill>
          <a:ln w="15875">
            <a:solidFill>
              <a:srgbClr val="4A5A70"/>
            </a:solidFill>
            <a:prstDash val="solid"/>
          </a:ln>
        </p:spPr>
      </p:sp>
      <p:sp>
        <p:nvSpPr>
          <p:cNvPr id="36" name="Shape 33"/>
          <p:cNvSpPr/>
          <p:nvPr/>
        </p:nvSpPr>
        <p:spPr>
          <a:xfrm>
            <a:off x="7571232" y="3502152"/>
            <a:ext cx="256032" cy="256032"/>
          </a:xfrm>
          <a:prstGeom prst="ellipse">
            <a:avLst/>
          </a:prstGeom>
          <a:solidFill>
            <a:schemeClr val="tx2"/>
          </a:solidFill>
          <a:ln w="12700">
            <a:solidFill>
              <a:srgbClr val="FFFFFF">
                <a:alpha val="0"/>
              </a:srgbClr>
            </a:solidFill>
            <a:prstDash val="solid"/>
          </a:ln>
        </p:spPr>
      </p:sp>
      <p:sp>
        <p:nvSpPr>
          <p:cNvPr id="37" name="Text 34"/>
          <p:cNvSpPr txBox="1"/>
          <p:nvPr/>
        </p:nvSpPr>
        <p:spPr>
          <a:xfrm>
            <a:off x="757123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38" name="Shape 35"/>
          <p:cNvSpPr/>
          <p:nvPr/>
        </p:nvSpPr>
        <p:spPr>
          <a:xfrm>
            <a:off x="8915400" y="3429000"/>
            <a:ext cx="1234440" cy="1005840"/>
          </a:xfrm>
          <a:prstGeom prst="roundRect">
            <a:avLst>
              <a:gd name="adj" fmla="val 7273"/>
            </a:avLst>
          </a:prstGeom>
          <a:solidFill>
            <a:srgbClr val="FFFFFF"/>
          </a:solidFill>
          <a:ln w="15875">
            <a:solidFill>
              <a:srgbClr val="4A5A70"/>
            </a:solidFill>
            <a:prstDash val="solid"/>
          </a:ln>
        </p:spPr>
      </p:sp>
      <p:sp>
        <p:nvSpPr>
          <p:cNvPr id="39" name="Shape 36"/>
          <p:cNvSpPr/>
          <p:nvPr/>
        </p:nvSpPr>
        <p:spPr>
          <a:xfrm>
            <a:off x="8988552" y="3502152"/>
            <a:ext cx="256032" cy="256032"/>
          </a:xfrm>
          <a:prstGeom prst="ellipse">
            <a:avLst/>
          </a:prstGeom>
          <a:solidFill>
            <a:schemeClr val="tx2"/>
          </a:solidFill>
          <a:ln w="12700">
            <a:solidFill>
              <a:srgbClr val="FFFFFF">
                <a:alpha val="0"/>
              </a:srgbClr>
            </a:solidFill>
            <a:prstDash val="solid"/>
          </a:ln>
        </p:spPr>
      </p:sp>
      <p:sp>
        <p:nvSpPr>
          <p:cNvPr id="40" name="Text 37"/>
          <p:cNvSpPr txBox="1"/>
          <p:nvPr/>
        </p:nvSpPr>
        <p:spPr>
          <a:xfrm>
            <a:off x="89885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41" name="Shape 38"/>
          <p:cNvSpPr/>
          <p:nvPr/>
        </p:nvSpPr>
        <p:spPr>
          <a:xfrm>
            <a:off x="10332720" y="3429000"/>
            <a:ext cx="1234440" cy="1005840"/>
          </a:xfrm>
          <a:prstGeom prst="roundRect">
            <a:avLst>
              <a:gd name="adj" fmla="val 7273"/>
            </a:avLst>
          </a:prstGeom>
          <a:solidFill>
            <a:srgbClr val="FFFFFF"/>
          </a:solidFill>
          <a:ln w="44450">
            <a:solidFill>
              <a:srgbClr val="B83227"/>
            </a:solidFill>
            <a:prstDash val="solid"/>
          </a:ln>
        </p:spPr>
      </p:sp>
      <p:sp>
        <p:nvSpPr>
          <p:cNvPr id="42" name="Shape 39"/>
          <p:cNvSpPr/>
          <p:nvPr/>
        </p:nvSpPr>
        <p:spPr>
          <a:xfrm>
            <a:off x="10351008" y="3447288"/>
            <a:ext cx="365760" cy="365760"/>
          </a:xfrm>
          <a:prstGeom prst="ellipse">
            <a:avLst/>
          </a:prstGeom>
          <a:noFill/>
          <a:ln w="25400">
            <a:solidFill>
              <a:srgbClr val="B83227"/>
            </a:solidFill>
            <a:prstDash val="solid"/>
          </a:ln>
        </p:spPr>
      </p:sp>
      <p:sp>
        <p:nvSpPr>
          <p:cNvPr id="43" name="Shape 40"/>
          <p:cNvSpPr/>
          <p:nvPr/>
        </p:nvSpPr>
        <p:spPr>
          <a:xfrm>
            <a:off x="10405872" y="3502152"/>
            <a:ext cx="256032" cy="256032"/>
          </a:xfrm>
          <a:prstGeom prst="ellipse">
            <a:avLst/>
          </a:prstGeom>
          <a:solidFill>
            <a:schemeClr val="accent6"/>
          </a:solidFill>
          <a:ln w="12700">
            <a:solidFill>
              <a:srgbClr val="FFFFFF">
                <a:alpha val="0"/>
              </a:srgbClr>
            </a:solidFill>
            <a:prstDash val="solid"/>
          </a:ln>
        </p:spPr>
      </p:sp>
      <p:sp>
        <p:nvSpPr>
          <p:cNvPr id="44" name="Text 41"/>
          <p:cNvSpPr txBox="1"/>
          <p:nvPr/>
        </p:nvSpPr>
        <p:spPr>
          <a:xfrm>
            <a:off x="1040587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pic>
        <p:nvPicPr>
          <p:cNvPr id="45" name="Image 0" descr="SyncAlt">    </p:cNvPr>
          <p:cNvPicPr>
            <a:picLocks noChangeAspect="1"/>
          </p:cNvPicPr>
          <p:nvPr/>
        </p:nvPicPr>
        <p:blipFill>
          <a:blip r:embed="rId1"/>
          <a:stretch>
            <a:fillRect/>
          </a:stretch>
        </p:blipFill>
        <p:spPr>
          <a:xfrm>
            <a:off x="2898648" y="3502152"/>
            <a:ext cx="256032" cy="256032"/>
          </a:xfrm>
          <a:prstGeom prst="rect">
            <a:avLst/>
          </a:prstGeom>
        </p:spPr>
      </p:pic>
      <p:pic>
        <p:nvPicPr>
          <p:cNvPr id="46" name="Image 1" descr="Lock">    </p:cNvPr>
          <p:cNvPicPr>
            <a:picLocks noChangeAspect="1"/>
          </p:cNvPicPr>
          <p:nvPr/>
        </p:nvPicPr>
        <p:blipFill>
          <a:blip r:embed="rId2"/>
          <a:stretch>
            <a:fillRect/>
          </a:stretch>
        </p:blipFill>
        <p:spPr>
          <a:xfrm>
            <a:off x="4425696" y="3493008"/>
            <a:ext cx="256032" cy="256032"/>
          </a:xfrm>
          <a:prstGeom prst="rect">
            <a:avLst/>
          </a:prstGeom>
        </p:spPr>
      </p:pic>
      <p:sp>
        <p:nvSpPr>
          <p:cNvPr id="47" name="Shape 42"/>
          <p:cNvSpPr/>
          <p:nvPr/>
        </p:nvSpPr>
        <p:spPr>
          <a:xfrm>
            <a:off x="1737360" y="3776472"/>
            <a:ext cx="1371600" cy="548640"/>
          </a:xfrm>
          <a:prstGeom prst="roundRect">
            <a:avLst>
              <a:gd name="adj" fmla="val 13333"/>
            </a:avLst>
          </a:prstGeom>
          <a:solidFill>
            <a:schemeClr val="accent1">
              <a:alpha val="24000"/>
            </a:schemeClr>
          </a:solidFill>
          <a:ln w="15875">
            <a:solidFill>
              <a:srgbClr val="D9700F"/>
            </a:solidFill>
            <a:prstDash val="solid"/>
          </a:ln>
        </p:spPr>
      </p:sp>
      <p:sp>
        <p:nvSpPr>
          <p:cNvPr id="48" name="Text 43"/>
          <p:cNvSpPr txBox="1"/>
          <p:nvPr/>
        </p:nvSpPr>
        <p:spPr>
          <a:xfrm>
            <a:off x="1737360" y="3776472"/>
            <a:ext cx="1371600" cy="548640"/>
          </a:xfrm>
          <a:prstGeom prst="rect">
            <a:avLst/>
          </a:prstGeom>
          <a:noFill/>
          <a:ln/>
        </p:spPr>
        <p:txBody>
          <a:bodyPr wrap="square" lIns="0" tIns="0" rIns="0" bIns="0" rtlCol="0" anchor="ctr"/>
          <a:lstStyle/>
          <a:p>
            <a:pPr algn="ctr" indent="0" marL="0">
              <a:buNone/>
            </a:pPr>
            <a:r>
              <a:rPr lang="en-US" sz="2200" b="1" dirty="0">
                <a:solidFill>
                  <a:schemeClr val="tx1"/>
                </a:solidFill>
              </a:rPr>
              <a:t>Morgen</a:t>
            </a:r>
            <a:endParaRPr lang="en-US" sz="2200" dirty="0"/>
          </a:p>
        </p:txBody>
      </p:sp>
      <p:sp>
        <p:nvSpPr>
          <p:cNvPr id="49" name="Shape 44"/>
          <p:cNvSpPr/>
          <p:nvPr/>
        </p:nvSpPr>
        <p:spPr>
          <a:xfrm>
            <a:off x="3634740" y="3758184"/>
            <a:ext cx="914400" cy="585216"/>
          </a:xfrm>
          <a:prstGeom prst="ellipse">
            <a:avLst/>
          </a:prstGeom>
          <a:noFill/>
          <a:ln w="28575">
            <a:solidFill>
              <a:srgbClr val="B83227"/>
            </a:solidFill>
            <a:prstDash val="solid"/>
          </a:ln>
        </p:spPr>
      </p:sp>
      <p:sp>
        <p:nvSpPr>
          <p:cNvPr id="50" name="Text 45"/>
          <p:cNvSpPr txBox="1"/>
          <p:nvPr/>
        </p:nvSpPr>
        <p:spPr>
          <a:xfrm>
            <a:off x="3634740" y="3758184"/>
            <a:ext cx="914400" cy="585216"/>
          </a:xfrm>
          <a:prstGeom prst="rect">
            <a:avLst/>
          </a:prstGeom>
          <a:noFill/>
          <a:ln/>
        </p:spPr>
        <p:txBody>
          <a:bodyPr wrap="square" lIns="0" tIns="0" rIns="0" bIns="0" rtlCol="0" anchor="ctr"/>
          <a:lstStyle/>
          <a:p>
            <a:pPr algn="ctr" indent="0" marL="0">
              <a:buNone/>
            </a:pPr>
            <a:r>
              <a:rPr lang="en-US" sz="2600" b="1" dirty="0">
                <a:solidFill>
                  <a:schemeClr val="accent6"/>
                </a:solidFill>
              </a:rPr>
              <a:t>ga</a:t>
            </a:r>
            <a:endParaRPr lang="en-US" sz="2600" dirty="0"/>
          </a:p>
        </p:txBody>
      </p:sp>
      <p:sp>
        <p:nvSpPr>
          <p:cNvPr id="51" name="Shape 46"/>
          <p:cNvSpPr/>
          <p:nvPr/>
        </p:nvSpPr>
        <p:spPr>
          <a:xfrm>
            <a:off x="5074920" y="3776472"/>
            <a:ext cx="731520" cy="548640"/>
          </a:xfrm>
          <a:prstGeom prst="roundRect">
            <a:avLst>
              <a:gd name="adj" fmla="val 13333"/>
            </a:avLst>
          </a:prstGeom>
          <a:solidFill>
            <a:schemeClr val="accent2">
              <a:alpha val="14000"/>
            </a:schemeClr>
          </a:solidFill>
          <a:ln w="15875">
            <a:solidFill>
              <a:srgbClr val="2A6FB0"/>
            </a:solidFill>
            <a:prstDash val="solid"/>
          </a:ln>
        </p:spPr>
      </p:sp>
      <p:sp>
        <p:nvSpPr>
          <p:cNvPr id="52" name="Text 47"/>
          <p:cNvSpPr txBox="1"/>
          <p:nvPr/>
        </p:nvSpPr>
        <p:spPr>
          <a:xfrm>
            <a:off x="5074920" y="3776472"/>
            <a:ext cx="731520" cy="548640"/>
          </a:xfrm>
          <a:prstGeom prst="rect">
            <a:avLst/>
          </a:prstGeom>
          <a:noFill/>
          <a:ln/>
        </p:spPr>
        <p:txBody>
          <a:bodyPr wrap="square" lIns="0" tIns="0" rIns="0" bIns="0" rtlCol="0" anchor="ctr"/>
          <a:lstStyle/>
          <a:p>
            <a:pPr algn="ctr" indent="0" marL="0">
              <a:buNone/>
            </a:pPr>
            <a:r>
              <a:rPr lang="en-US" sz="2200" b="1" dirty="0">
                <a:solidFill>
                  <a:schemeClr val="accent2"/>
                </a:solidFill>
              </a:rPr>
              <a:t>ik</a:t>
            </a:r>
            <a:endParaRPr lang="en-US" sz="2200" dirty="0"/>
          </a:p>
        </p:txBody>
      </p:sp>
      <p:sp>
        <p:nvSpPr>
          <p:cNvPr id="53" name="Text 48"/>
          <p:cNvSpPr txBox="1"/>
          <p:nvPr/>
        </p:nvSpPr>
        <p:spPr>
          <a:xfrm>
            <a:off x="749808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4" name="Text 49"/>
          <p:cNvSpPr txBox="1"/>
          <p:nvPr/>
        </p:nvSpPr>
        <p:spPr>
          <a:xfrm>
            <a:off x="891540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5" name="Shape 50"/>
          <p:cNvSpPr/>
          <p:nvPr/>
        </p:nvSpPr>
        <p:spPr>
          <a:xfrm>
            <a:off x="10492740" y="3776472"/>
            <a:ext cx="914400" cy="548640"/>
          </a:xfrm>
          <a:prstGeom prst="roundRect">
            <a:avLst>
              <a:gd name="adj" fmla="val 13333"/>
            </a:avLst>
          </a:prstGeom>
          <a:noFill/>
          <a:ln w="22225">
            <a:solidFill>
              <a:srgbClr val="B83227"/>
            </a:solidFill>
            <a:prstDash val="dash"/>
          </a:ln>
        </p:spPr>
      </p:sp>
      <p:sp>
        <p:nvSpPr>
          <p:cNvPr id="56" name="Text 51"/>
          <p:cNvSpPr txBox="1"/>
          <p:nvPr/>
        </p:nvSpPr>
        <p:spPr>
          <a:xfrm>
            <a:off x="10492740" y="3776472"/>
            <a:ext cx="914400" cy="548640"/>
          </a:xfrm>
          <a:prstGeom prst="rect">
            <a:avLst/>
          </a:prstGeom>
          <a:noFill/>
          <a:ln/>
        </p:spPr>
        <p:txBody>
          <a:bodyPr wrap="square" lIns="0" tIns="0" rIns="0" bIns="0" rtlCol="0" anchor="ctr"/>
          <a:lstStyle/>
          <a:p>
            <a:pPr algn="ctr" indent="0" marL="0">
              <a:buNone/>
            </a:pPr>
            <a:r>
              <a:rPr lang="en-US" sz="2200" b="1" dirty="0">
                <a:solidFill>
                  <a:schemeClr val="accent6"/>
                </a:solidFill>
              </a:rPr>
              <a:t>weg.</a:t>
            </a:r>
            <a:endParaRPr lang="en-US" sz="2200" dirty="0"/>
          </a:p>
        </p:txBody>
      </p:sp>
      <p:sp>
        <p:nvSpPr>
          <p:cNvPr id="57" name="Text 52"/>
          <p:cNvSpPr txBox="1"/>
          <p:nvPr/>
        </p:nvSpPr>
        <p:spPr>
          <a:xfrm>
            <a:off x="1600200" y="4572000"/>
            <a:ext cx="6949440" cy="457200"/>
          </a:xfrm>
          <a:prstGeom prst="rect">
            <a:avLst/>
          </a:prstGeom>
          <a:noFill/>
          <a:ln/>
        </p:spPr>
        <p:txBody>
          <a:bodyPr wrap="square" lIns="0" tIns="0" rIns="0" bIns="0" rtlCol="0" anchor="ctr"/>
          <a:lstStyle/>
          <a:p>
            <a:pPr algn="l" indent="0" marL="0">
              <a:buNone/>
            </a:pPr>
            <a:r>
              <a:rPr lang="en-US" sz="1800" dirty="0">
                <a:solidFill>
                  <a:schemeClr val="tx1"/>
                </a:solidFill>
              </a:rPr>
              <a:t>NL : </a:t>
            </a:r>
            <a:r>
              <a:rPr lang="en-US" sz="1800" b="1" i="1" dirty="0">
                <a:solidFill>
                  <a:schemeClr val="tx1"/>
                </a:solidFill>
              </a:rPr>
              <a:t>Morgen ga ik</a:t>
            </a:r>
            <a:r>
              <a:rPr lang="en-US" sz="1800" i="1" dirty="0">
                <a:solidFill>
                  <a:schemeClr val="tx1"/>
                </a:solidFill>
              </a:rPr>
              <a:t> weg.</a:t>
            </a:r>
            <a:r>
              <a:rPr lang="en-US" sz="1800" dirty="0">
                <a:solidFill>
                  <a:schemeClr val="tx1"/>
                </a:solidFill>
              </a:rPr>
              <a:t> — verbe </a:t>
            </a:r>
            <a:r>
              <a:rPr lang="en-US" sz="1800" b="1" dirty="0">
                <a:solidFill>
                  <a:schemeClr val="tx1"/>
                </a:solidFill>
              </a:rPr>
              <a:t>toujours</a:t>
            </a:r>
            <a:r>
              <a:rPr lang="en-US" sz="1800" dirty="0">
                <a:solidFill>
                  <a:schemeClr val="tx1"/>
                </a:solidFill>
              </a:rPr>
              <a:t> en 2e position</a:t>
            </a:r>
            <a:endParaRPr lang="en-US" sz="1800" dirty="0"/>
          </a:p>
        </p:txBody>
      </p:sp>
      <p:pic>
        <p:nvPicPr>
          <p:cNvPr id="58" name="Image 2" descr="Times">    </p:cNvPr>
          <p:cNvPicPr>
            <a:picLocks noChangeAspect="1"/>
          </p:cNvPicPr>
          <p:nvPr/>
        </p:nvPicPr>
        <p:blipFill>
          <a:blip r:embed="rId3"/>
          <a:stretch>
            <a:fillRect/>
          </a:stretch>
        </p:blipFill>
        <p:spPr>
          <a:xfrm>
            <a:off x="8732520" y="4663440"/>
            <a:ext cx="274320" cy="274320"/>
          </a:xfrm>
          <a:prstGeom prst="rect">
            <a:avLst/>
          </a:prstGeom>
        </p:spPr>
      </p:pic>
      <p:sp>
        <p:nvSpPr>
          <p:cNvPr id="59" name="Text 53"/>
          <p:cNvSpPr txBox="1"/>
          <p:nvPr/>
        </p:nvSpPr>
        <p:spPr>
          <a:xfrm>
            <a:off x="9098280" y="4572000"/>
            <a:ext cx="2514600" cy="457200"/>
          </a:xfrm>
          <a:prstGeom prst="rect">
            <a:avLst/>
          </a:prstGeom>
          <a:noFill/>
          <a:ln/>
        </p:spPr>
        <p:txBody>
          <a:bodyPr wrap="square" lIns="0" tIns="0" rIns="0" bIns="0" rtlCol="0" anchor="ctr"/>
          <a:lstStyle/>
          <a:p>
            <a:pPr algn="l" indent="0" marL="0">
              <a:buNone/>
            </a:pPr>
            <a:r>
              <a:rPr lang="en-US" sz="1800" strike="sngStrike" dirty="0">
                <a:solidFill>
                  <a:schemeClr val="accent6"/>
                </a:solidFill>
              </a:rPr>
              <a:t>Morgen ik ga weg.</a:t>
            </a:r>
            <a:endParaRPr lang="en-US" sz="1800" dirty="0"/>
          </a:p>
        </p:txBody>
      </p:sp>
      <p:sp>
        <p:nvSpPr>
          <p:cNvPr id="60" name="Shape 54"/>
          <p:cNvSpPr/>
          <p:nvPr/>
        </p:nvSpPr>
        <p:spPr>
          <a:xfrm>
            <a:off x="548640" y="5303520"/>
            <a:ext cx="11091672" cy="960120"/>
          </a:xfrm>
          <a:prstGeom prst="roundRect">
            <a:avLst>
              <a:gd name="adj" fmla="val 7619"/>
            </a:avLst>
          </a:prstGeom>
          <a:solidFill>
            <a:schemeClr val="accent6"/>
          </a:solidFill>
          <a:ln w="12700">
            <a:solidFill>
              <a:srgbClr val="FFFFFF">
                <a:alpha val="0"/>
              </a:srgbClr>
            </a:solidFill>
            <a:prstDash val="solid"/>
          </a:ln>
        </p:spPr>
      </p:sp>
      <p:pic>
        <p:nvPicPr>
          <p:cNvPr id="61" name="Image 3" descr="SyncAlt">    </p:cNvPr>
          <p:cNvPicPr>
            <a:picLocks noChangeAspect="1"/>
          </p:cNvPicPr>
          <p:nvPr/>
        </p:nvPicPr>
        <p:blipFill>
          <a:blip r:embed="rId4"/>
          <a:stretch>
            <a:fillRect/>
          </a:stretch>
        </p:blipFill>
        <p:spPr>
          <a:xfrm>
            <a:off x="804672" y="5577840"/>
            <a:ext cx="411480" cy="411480"/>
          </a:xfrm>
          <a:prstGeom prst="rect">
            <a:avLst/>
          </a:prstGeom>
        </p:spPr>
      </p:pic>
      <p:sp>
        <p:nvSpPr>
          <p:cNvPr id="62" name="Text 55"/>
          <p:cNvSpPr txBox="1"/>
          <p:nvPr/>
        </p:nvSpPr>
        <p:spPr>
          <a:xfrm>
            <a:off x="1417320" y="5303520"/>
            <a:ext cx="10058400" cy="960120"/>
          </a:xfrm>
          <a:prstGeom prst="rect">
            <a:avLst/>
          </a:prstGeom>
          <a:noFill/>
          <a:ln/>
        </p:spPr>
        <p:txBody>
          <a:bodyPr wrap="square" lIns="0" tIns="0" rIns="0" bIns="0" rtlCol="0" anchor="ctr"/>
          <a:lstStyle/>
          <a:p>
            <a:pPr algn="l" indent="0" marL="0">
              <a:buNone/>
            </a:pPr>
            <a:r>
              <a:rPr lang="en-US" sz="2200" b="1" dirty="0">
                <a:solidFill>
                  <a:schemeClr val="bg1"/>
                </a:solidFill>
              </a:rPr>
              <a:t>Si la case ① n’est pas le sujet, le sujet passe juste après le verbe.</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tourniquet en action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99616"/>
            <a:ext cx="3657600" cy="274320"/>
          </a:xfrm>
          <a:prstGeom prst="rect">
            <a:avLst/>
          </a:prstGeom>
          <a:noFill/>
          <a:ln/>
        </p:spPr>
        <p:txBody>
          <a:bodyPr wrap="square" lIns="0" tIns="0" rIns="0" bIns="0" rtlCol="0" anchor="t"/>
          <a:lstStyle/>
          <a:p>
            <a:pPr algn="l" indent="0" marL="0">
              <a:buNone/>
            </a:pPr>
            <a:r>
              <a:rPr lang="en-US" sz="1400" i="1" dirty="0">
                <a:solidFill>
                  <a:schemeClr val="accent5"/>
                </a:solidFill>
              </a:rPr>
              <a:t>Phrase neutre : le sujet en ①</a:t>
            </a:r>
            <a:endParaRPr lang="en-US" sz="1400" dirty="0"/>
          </a:p>
        </p:txBody>
      </p:sp>
      <p:sp>
        <p:nvSpPr>
          <p:cNvPr id="6" name="Text 3"/>
          <p:cNvSpPr txBox="1"/>
          <p:nvPr/>
        </p:nvSpPr>
        <p:spPr>
          <a:xfrm>
            <a:off x="5120640" y="1499616"/>
            <a:ext cx="6492240" cy="274320"/>
          </a:xfrm>
          <a:prstGeom prst="rect">
            <a:avLst/>
          </a:prstGeom>
          <a:noFill/>
          <a:ln/>
        </p:spPr>
        <p:txBody>
          <a:bodyPr wrap="square" lIns="0" tIns="0" rIns="0" bIns="0" rtlCol="0" anchor="t"/>
          <a:lstStyle/>
          <a:p>
            <a:pPr algn="l" indent="0" marL="0">
              <a:buNone/>
            </a:pPr>
            <a:r>
              <a:rPr lang="en-US" sz="1400" i="1" dirty="0">
                <a:solidFill>
                  <a:schemeClr val="accent5"/>
                </a:solidFill>
              </a:rPr>
              <a:t>Un autre élément en ① → le sujet passe après le verbe</a:t>
            </a:r>
            <a:endParaRPr lang="en-US" sz="1400" dirty="0"/>
          </a:p>
        </p:txBody>
      </p:sp>
      <p:sp>
        <p:nvSpPr>
          <p:cNvPr id="7" name="Shape 4"/>
          <p:cNvSpPr/>
          <p:nvPr/>
        </p:nvSpPr>
        <p:spPr>
          <a:xfrm>
            <a:off x="548640" y="1901952"/>
            <a:ext cx="3657600" cy="914400"/>
          </a:xfrm>
          <a:prstGeom prst="roundRect">
            <a:avLst>
              <a:gd name="adj" fmla="val 8000"/>
            </a:avLst>
          </a:prstGeom>
          <a:solidFill>
            <a:schemeClr val="bg2"/>
          </a:solidFill>
          <a:ln w="12700">
            <a:solidFill>
              <a:srgbClr val="D5DCE6"/>
            </a:solidFill>
            <a:prstDash val="solid"/>
          </a:ln>
        </p:spPr>
      </p:sp>
      <p:sp>
        <p:nvSpPr>
          <p:cNvPr id="8" name="Text 5"/>
          <p:cNvSpPr txBox="1"/>
          <p:nvPr/>
        </p:nvSpPr>
        <p:spPr>
          <a:xfrm>
            <a:off x="731520" y="190195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slaap</a:t>
            </a:r>
            <a:r>
              <a:rPr lang="en-US" sz="1700" dirty="0">
                <a:solidFill>
                  <a:schemeClr val="tx1"/>
                </a:solidFill>
              </a:rPr>
              <a:t> op zondag lang.</a:t>
            </a:r>
            <a:endParaRPr lang="en-US" sz="1700" dirty="0"/>
          </a:p>
        </p:txBody>
      </p:sp>
      <p:sp>
        <p:nvSpPr>
          <p:cNvPr id="9" name="Shape 6"/>
          <p:cNvSpPr/>
          <p:nvPr/>
        </p:nvSpPr>
        <p:spPr>
          <a:xfrm>
            <a:off x="4370832" y="2084832"/>
            <a:ext cx="548640" cy="548640"/>
          </a:xfrm>
          <a:prstGeom prst="ellipse">
            <a:avLst/>
          </a:prstGeom>
          <a:solidFill>
            <a:schemeClr val="accent1"/>
          </a:solidFill>
          <a:ln w="12700">
            <a:solidFill>
              <a:srgbClr val="FFFFFF">
                <a:alpha val="0"/>
              </a:srgbClr>
            </a:solidFill>
            <a:prstDash val="solid"/>
          </a:ln>
        </p:spPr>
      </p:sp>
      <p:pic>
        <p:nvPicPr>
          <p:cNvPr id="10" name="Image 0" descr="Redo">    </p:cNvPr>
          <p:cNvPicPr>
            <a:picLocks noChangeAspect="1"/>
          </p:cNvPicPr>
          <p:nvPr/>
        </p:nvPicPr>
        <p:blipFill>
          <a:blip r:embed="rId1"/>
          <a:stretch>
            <a:fillRect/>
          </a:stretch>
        </p:blipFill>
        <p:spPr>
          <a:xfrm>
            <a:off x="4502506" y="2216506"/>
            <a:ext cx="285293" cy="285293"/>
          </a:xfrm>
          <a:prstGeom prst="rect">
            <a:avLst/>
          </a:prstGeom>
        </p:spPr>
      </p:pic>
      <p:sp>
        <p:nvSpPr>
          <p:cNvPr id="11" name="Shape 7"/>
          <p:cNvSpPr/>
          <p:nvPr/>
        </p:nvSpPr>
        <p:spPr>
          <a:xfrm>
            <a:off x="5074920" y="190195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5257800" y="2121408"/>
            <a:ext cx="1727708" cy="548640"/>
          </a:xfrm>
          <a:prstGeom prst="roundRect">
            <a:avLst>
              <a:gd name="adj" fmla="val 13333"/>
            </a:avLst>
          </a:prstGeom>
          <a:solidFill>
            <a:schemeClr val="accent1">
              <a:alpha val="24000"/>
            </a:schemeClr>
          </a:solidFill>
          <a:ln w="15875">
            <a:solidFill>
              <a:srgbClr val="D9700F"/>
            </a:solidFill>
            <a:prstDash val="solid"/>
          </a:ln>
        </p:spPr>
      </p:sp>
      <p:sp>
        <p:nvSpPr>
          <p:cNvPr id="13" name="Text 9"/>
          <p:cNvSpPr txBox="1"/>
          <p:nvPr/>
        </p:nvSpPr>
        <p:spPr>
          <a:xfrm>
            <a:off x="5257800" y="2121408"/>
            <a:ext cx="1727708" cy="548640"/>
          </a:xfrm>
          <a:prstGeom prst="rect">
            <a:avLst/>
          </a:prstGeom>
          <a:noFill/>
          <a:ln/>
        </p:spPr>
        <p:txBody>
          <a:bodyPr wrap="square" lIns="0" tIns="0" rIns="0" bIns="0" rtlCol="0" anchor="ctr"/>
          <a:lstStyle/>
          <a:p>
            <a:pPr algn="ctr" indent="0" marL="0">
              <a:buNone/>
            </a:pPr>
            <a:r>
              <a:rPr lang="en-US" sz="2000" b="1" dirty="0">
                <a:solidFill>
                  <a:schemeClr val="tx1"/>
                </a:solidFill>
              </a:rPr>
              <a:t>Op zondag</a:t>
            </a:r>
            <a:endParaRPr lang="en-US" sz="2000" dirty="0"/>
          </a:p>
        </p:txBody>
      </p:sp>
      <p:sp>
        <p:nvSpPr>
          <p:cNvPr id="14" name="Shape 10"/>
          <p:cNvSpPr/>
          <p:nvPr/>
        </p:nvSpPr>
        <p:spPr>
          <a:xfrm>
            <a:off x="7095236" y="2121408"/>
            <a:ext cx="1152144" cy="548640"/>
          </a:xfrm>
          <a:prstGeom prst="ellipse">
            <a:avLst/>
          </a:prstGeom>
          <a:noFill/>
          <a:ln w="28575">
            <a:solidFill>
              <a:srgbClr val="B83227"/>
            </a:solidFill>
            <a:prstDash val="solid"/>
          </a:ln>
        </p:spPr>
      </p:sp>
      <p:sp>
        <p:nvSpPr>
          <p:cNvPr id="15" name="Text 11"/>
          <p:cNvSpPr txBox="1"/>
          <p:nvPr/>
        </p:nvSpPr>
        <p:spPr>
          <a:xfrm>
            <a:off x="7095236" y="2121408"/>
            <a:ext cx="1152144" cy="548640"/>
          </a:xfrm>
          <a:prstGeom prst="rect">
            <a:avLst/>
          </a:prstGeom>
          <a:noFill/>
          <a:ln/>
        </p:spPr>
        <p:txBody>
          <a:bodyPr wrap="square" lIns="0" tIns="0" rIns="0" bIns="0" rtlCol="0" anchor="ctr"/>
          <a:lstStyle/>
          <a:p>
            <a:pPr algn="ctr" indent="0" marL="0">
              <a:buNone/>
            </a:pPr>
            <a:r>
              <a:rPr lang="en-US" sz="2000" b="1" dirty="0">
                <a:solidFill>
                  <a:schemeClr val="accent6"/>
                </a:solidFill>
              </a:rPr>
              <a:t>slaap</a:t>
            </a:r>
            <a:endParaRPr lang="en-US" sz="2000" dirty="0"/>
          </a:p>
        </p:txBody>
      </p:sp>
      <p:sp>
        <p:nvSpPr>
          <p:cNvPr id="16" name="Shape 12"/>
          <p:cNvSpPr/>
          <p:nvPr/>
        </p:nvSpPr>
        <p:spPr>
          <a:xfrm>
            <a:off x="8357108" y="212140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17" name="Text 13"/>
          <p:cNvSpPr txBox="1"/>
          <p:nvPr/>
        </p:nvSpPr>
        <p:spPr>
          <a:xfrm>
            <a:off x="8357108" y="212140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18" name="Text 14"/>
          <p:cNvSpPr txBox="1"/>
          <p:nvPr/>
        </p:nvSpPr>
        <p:spPr>
          <a:xfrm>
            <a:off x="8924544" y="2121408"/>
            <a:ext cx="743255" cy="548640"/>
          </a:xfrm>
          <a:prstGeom prst="rect">
            <a:avLst/>
          </a:prstGeom>
          <a:noFill/>
          <a:ln/>
        </p:spPr>
        <p:txBody>
          <a:bodyPr wrap="square" lIns="0" tIns="0" rIns="0" bIns="0" rtlCol="0" anchor="ctr"/>
          <a:lstStyle/>
          <a:p>
            <a:pPr algn="ctr" indent="0" marL="0">
              <a:buNone/>
            </a:pPr>
            <a:r>
              <a:rPr lang="en-US" sz="2000" dirty="0">
                <a:solidFill>
                  <a:schemeClr val="tx1"/>
                </a:solidFill>
              </a:rPr>
              <a:t>lang.</a:t>
            </a:r>
            <a:endParaRPr lang="en-US" sz="2000" dirty="0"/>
          </a:p>
        </p:txBody>
      </p:sp>
      <p:sp>
        <p:nvSpPr>
          <p:cNvPr id="19" name="Shape 15"/>
          <p:cNvSpPr/>
          <p:nvPr/>
        </p:nvSpPr>
        <p:spPr>
          <a:xfrm>
            <a:off x="5993638" y="1929384"/>
            <a:ext cx="201168" cy="201168"/>
          </a:xfrm>
          <a:prstGeom prst="ellipse">
            <a:avLst/>
          </a:prstGeom>
          <a:solidFill>
            <a:schemeClr val="tx2"/>
          </a:solidFill>
          <a:ln w="12700">
            <a:solidFill>
              <a:srgbClr val="FFFFFF">
                <a:alpha val="0"/>
              </a:srgbClr>
            </a:solidFill>
            <a:prstDash val="solid"/>
          </a:ln>
        </p:spPr>
      </p:sp>
      <p:sp>
        <p:nvSpPr>
          <p:cNvPr id="20" name="Text 16"/>
          <p:cNvSpPr txBox="1"/>
          <p:nvPr/>
        </p:nvSpPr>
        <p:spPr>
          <a:xfrm>
            <a:off x="5993638"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21" name="Shape 17"/>
          <p:cNvSpPr/>
          <p:nvPr/>
        </p:nvSpPr>
        <p:spPr>
          <a:xfrm>
            <a:off x="7488428" y="1874520"/>
            <a:ext cx="310896" cy="310896"/>
          </a:xfrm>
          <a:prstGeom prst="ellipse">
            <a:avLst/>
          </a:prstGeom>
          <a:noFill/>
          <a:ln w="25400">
            <a:solidFill>
              <a:srgbClr val="B83227"/>
            </a:solidFill>
            <a:prstDash val="solid"/>
          </a:ln>
        </p:spPr>
      </p:sp>
      <p:sp>
        <p:nvSpPr>
          <p:cNvPr id="22" name="Shape 18"/>
          <p:cNvSpPr/>
          <p:nvPr/>
        </p:nvSpPr>
        <p:spPr>
          <a:xfrm>
            <a:off x="7543292" y="1929384"/>
            <a:ext cx="201168" cy="201168"/>
          </a:xfrm>
          <a:prstGeom prst="ellipse">
            <a:avLst/>
          </a:prstGeom>
          <a:solidFill>
            <a:schemeClr val="accent6"/>
          </a:solidFill>
          <a:ln w="12700">
            <a:solidFill>
              <a:srgbClr val="FFFFFF">
                <a:alpha val="0"/>
              </a:srgbClr>
            </a:solidFill>
            <a:prstDash val="solid"/>
          </a:ln>
        </p:spPr>
      </p:sp>
      <p:sp>
        <p:nvSpPr>
          <p:cNvPr id="23" name="Text 19"/>
          <p:cNvSpPr txBox="1"/>
          <p:nvPr/>
        </p:nvSpPr>
        <p:spPr>
          <a:xfrm>
            <a:off x="7543292"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24" name="Shape 20"/>
          <p:cNvSpPr/>
          <p:nvPr/>
        </p:nvSpPr>
        <p:spPr>
          <a:xfrm>
            <a:off x="8457946" y="1929384"/>
            <a:ext cx="201168" cy="201168"/>
          </a:xfrm>
          <a:prstGeom prst="ellipse">
            <a:avLst/>
          </a:prstGeom>
          <a:solidFill>
            <a:schemeClr val="tx2"/>
          </a:solidFill>
          <a:ln w="12700">
            <a:solidFill>
              <a:srgbClr val="FFFFFF">
                <a:alpha val="0"/>
              </a:srgbClr>
            </a:solidFill>
            <a:prstDash val="solid"/>
          </a:ln>
        </p:spPr>
      </p:sp>
      <p:sp>
        <p:nvSpPr>
          <p:cNvPr id="25" name="Text 21"/>
          <p:cNvSpPr txBox="1"/>
          <p:nvPr/>
        </p:nvSpPr>
        <p:spPr>
          <a:xfrm>
            <a:off x="8457946"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6" name="Shape 22"/>
          <p:cNvSpPr/>
          <p:nvPr/>
        </p:nvSpPr>
        <p:spPr>
          <a:xfrm>
            <a:off x="548640" y="2999232"/>
            <a:ext cx="3657600" cy="914400"/>
          </a:xfrm>
          <a:prstGeom prst="roundRect">
            <a:avLst>
              <a:gd name="adj" fmla="val 8000"/>
            </a:avLst>
          </a:prstGeom>
          <a:solidFill>
            <a:schemeClr val="bg2"/>
          </a:solidFill>
          <a:ln w="12700">
            <a:solidFill>
              <a:srgbClr val="D5DCE6"/>
            </a:solidFill>
            <a:prstDash val="solid"/>
          </a:ln>
        </p:spPr>
      </p:sp>
      <p:sp>
        <p:nvSpPr>
          <p:cNvPr id="27" name="Text 23"/>
          <p:cNvSpPr txBox="1"/>
          <p:nvPr/>
        </p:nvSpPr>
        <p:spPr>
          <a:xfrm>
            <a:off x="731520" y="299923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werk</a:t>
            </a:r>
            <a:r>
              <a:rPr lang="en-US" sz="1700" dirty="0">
                <a:solidFill>
                  <a:schemeClr val="tx1"/>
                </a:solidFill>
              </a:rPr>
              <a:t> dit weekend niet.</a:t>
            </a:r>
            <a:endParaRPr lang="en-US" sz="1700" dirty="0"/>
          </a:p>
        </p:txBody>
      </p:sp>
      <p:sp>
        <p:nvSpPr>
          <p:cNvPr id="28" name="Shape 24"/>
          <p:cNvSpPr/>
          <p:nvPr/>
        </p:nvSpPr>
        <p:spPr>
          <a:xfrm>
            <a:off x="4370832" y="3182112"/>
            <a:ext cx="548640" cy="548640"/>
          </a:xfrm>
          <a:prstGeom prst="ellipse">
            <a:avLst/>
          </a:prstGeom>
          <a:solidFill>
            <a:schemeClr val="accent1"/>
          </a:solidFill>
          <a:ln w="12700">
            <a:solidFill>
              <a:srgbClr val="FFFFFF">
                <a:alpha val="0"/>
              </a:srgbClr>
            </a:solidFill>
            <a:prstDash val="solid"/>
          </a:ln>
        </p:spPr>
      </p:sp>
      <p:pic>
        <p:nvPicPr>
          <p:cNvPr id="29" name="Image 1" descr="Redo">    </p:cNvPr>
          <p:cNvPicPr>
            <a:picLocks noChangeAspect="1"/>
          </p:cNvPicPr>
          <p:nvPr/>
        </p:nvPicPr>
        <p:blipFill>
          <a:blip r:embed="rId2"/>
          <a:stretch>
            <a:fillRect/>
          </a:stretch>
        </p:blipFill>
        <p:spPr>
          <a:xfrm>
            <a:off x="4502506" y="3313786"/>
            <a:ext cx="285293" cy="285293"/>
          </a:xfrm>
          <a:prstGeom prst="rect">
            <a:avLst/>
          </a:prstGeom>
        </p:spPr>
      </p:pic>
      <p:sp>
        <p:nvSpPr>
          <p:cNvPr id="30" name="Shape 25"/>
          <p:cNvSpPr/>
          <p:nvPr/>
        </p:nvSpPr>
        <p:spPr>
          <a:xfrm>
            <a:off x="5074920" y="299923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6"/>
          <p:cNvSpPr/>
          <p:nvPr/>
        </p:nvSpPr>
        <p:spPr>
          <a:xfrm>
            <a:off x="5257800" y="3218688"/>
            <a:ext cx="1994408" cy="548640"/>
          </a:xfrm>
          <a:prstGeom prst="roundRect">
            <a:avLst>
              <a:gd name="adj" fmla="val 13333"/>
            </a:avLst>
          </a:prstGeom>
          <a:solidFill>
            <a:schemeClr val="accent1">
              <a:alpha val="24000"/>
            </a:schemeClr>
          </a:solidFill>
          <a:ln w="15875">
            <a:solidFill>
              <a:srgbClr val="D9700F"/>
            </a:solidFill>
            <a:prstDash val="solid"/>
          </a:ln>
        </p:spPr>
      </p:sp>
      <p:sp>
        <p:nvSpPr>
          <p:cNvPr id="32" name="Text 27"/>
          <p:cNvSpPr txBox="1"/>
          <p:nvPr/>
        </p:nvSpPr>
        <p:spPr>
          <a:xfrm>
            <a:off x="5257800" y="3218688"/>
            <a:ext cx="1994408" cy="548640"/>
          </a:xfrm>
          <a:prstGeom prst="rect">
            <a:avLst/>
          </a:prstGeom>
          <a:noFill/>
          <a:ln/>
        </p:spPr>
        <p:txBody>
          <a:bodyPr wrap="square" lIns="0" tIns="0" rIns="0" bIns="0" rtlCol="0" anchor="ctr"/>
          <a:lstStyle/>
          <a:p>
            <a:pPr algn="ctr" indent="0" marL="0">
              <a:buNone/>
            </a:pPr>
            <a:r>
              <a:rPr lang="en-US" sz="2000" b="1" dirty="0">
                <a:solidFill>
                  <a:schemeClr val="tx1"/>
                </a:solidFill>
              </a:rPr>
              <a:t>Dit weekend</a:t>
            </a:r>
            <a:endParaRPr lang="en-US" sz="2000" dirty="0"/>
          </a:p>
        </p:txBody>
      </p:sp>
      <p:sp>
        <p:nvSpPr>
          <p:cNvPr id="33" name="Shape 28"/>
          <p:cNvSpPr/>
          <p:nvPr/>
        </p:nvSpPr>
        <p:spPr>
          <a:xfrm>
            <a:off x="7361936" y="3218688"/>
            <a:ext cx="1086307" cy="548640"/>
          </a:xfrm>
          <a:prstGeom prst="ellipse">
            <a:avLst/>
          </a:prstGeom>
          <a:noFill/>
          <a:ln w="28575">
            <a:solidFill>
              <a:srgbClr val="B83227"/>
            </a:solidFill>
            <a:prstDash val="solid"/>
          </a:ln>
        </p:spPr>
      </p:sp>
      <p:sp>
        <p:nvSpPr>
          <p:cNvPr id="34" name="Text 29"/>
          <p:cNvSpPr txBox="1"/>
          <p:nvPr/>
        </p:nvSpPr>
        <p:spPr>
          <a:xfrm>
            <a:off x="7361936" y="3218688"/>
            <a:ext cx="1086307" cy="548640"/>
          </a:xfrm>
          <a:prstGeom prst="rect">
            <a:avLst/>
          </a:prstGeom>
          <a:noFill/>
          <a:ln/>
        </p:spPr>
        <p:txBody>
          <a:bodyPr wrap="square" lIns="0" tIns="0" rIns="0" bIns="0" rtlCol="0" anchor="ctr"/>
          <a:lstStyle/>
          <a:p>
            <a:pPr algn="ctr" indent="0" marL="0">
              <a:buNone/>
            </a:pPr>
            <a:r>
              <a:rPr lang="en-US" sz="2000" b="1" dirty="0">
                <a:solidFill>
                  <a:schemeClr val="accent6"/>
                </a:solidFill>
              </a:rPr>
              <a:t>werk</a:t>
            </a:r>
            <a:endParaRPr lang="en-US" sz="2000" dirty="0"/>
          </a:p>
        </p:txBody>
      </p:sp>
      <p:sp>
        <p:nvSpPr>
          <p:cNvPr id="35" name="Shape 30"/>
          <p:cNvSpPr/>
          <p:nvPr/>
        </p:nvSpPr>
        <p:spPr>
          <a:xfrm>
            <a:off x="8557971" y="321868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36" name="Text 31"/>
          <p:cNvSpPr txBox="1"/>
          <p:nvPr/>
        </p:nvSpPr>
        <p:spPr>
          <a:xfrm>
            <a:off x="8557971" y="321868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37" name="Text 32"/>
          <p:cNvSpPr txBox="1"/>
          <p:nvPr/>
        </p:nvSpPr>
        <p:spPr>
          <a:xfrm>
            <a:off x="9125407" y="3218688"/>
            <a:ext cx="690093" cy="548640"/>
          </a:xfrm>
          <a:prstGeom prst="rect">
            <a:avLst/>
          </a:prstGeom>
          <a:noFill/>
          <a:ln/>
        </p:spPr>
        <p:txBody>
          <a:bodyPr wrap="square" lIns="0" tIns="0" rIns="0" bIns="0" rtlCol="0" anchor="ctr"/>
          <a:lstStyle/>
          <a:p>
            <a:pPr algn="ctr" indent="0" marL="0">
              <a:buNone/>
            </a:pPr>
            <a:r>
              <a:rPr lang="en-US" sz="2000" dirty="0">
                <a:solidFill>
                  <a:schemeClr val="tx1"/>
                </a:solidFill>
              </a:rPr>
              <a:t>niet.</a:t>
            </a:r>
            <a:endParaRPr lang="en-US" sz="2000" dirty="0"/>
          </a:p>
        </p:txBody>
      </p:sp>
      <p:sp>
        <p:nvSpPr>
          <p:cNvPr id="38" name="Shape 33"/>
          <p:cNvSpPr/>
          <p:nvPr/>
        </p:nvSpPr>
        <p:spPr>
          <a:xfrm>
            <a:off x="6126988" y="3026664"/>
            <a:ext cx="201168" cy="201168"/>
          </a:xfrm>
          <a:prstGeom prst="ellipse">
            <a:avLst/>
          </a:prstGeom>
          <a:solidFill>
            <a:schemeClr val="tx2"/>
          </a:solidFill>
          <a:ln w="12700">
            <a:solidFill>
              <a:srgbClr val="FFFFFF">
                <a:alpha val="0"/>
              </a:srgbClr>
            </a:solidFill>
            <a:prstDash val="solid"/>
          </a:ln>
        </p:spPr>
      </p:sp>
      <p:sp>
        <p:nvSpPr>
          <p:cNvPr id="39" name="Text 34"/>
          <p:cNvSpPr txBox="1"/>
          <p:nvPr/>
        </p:nvSpPr>
        <p:spPr>
          <a:xfrm>
            <a:off x="6126988"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40" name="Shape 35"/>
          <p:cNvSpPr/>
          <p:nvPr/>
        </p:nvSpPr>
        <p:spPr>
          <a:xfrm>
            <a:off x="7722210" y="2971800"/>
            <a:ext cx="310896" cy="310896"/>
          </a:xfrm>
          <a:prstGeom prst="ellipse">
            <a:avLst/>
          </a:prstGeom>
          <a:noFill/>
          <a:ln w="25400">
            <a:solidFill>
              <a:srgbClr val="B83227"/>
            </a:solidFill>
            <a:prstDash val="solid"/>
          </a:ln>
        </p:spPr>
      </p:sp>
      <p:sp>
        <p:nvSpPr>
          <p:cNvPr id="41" name="Shape 36"/>
          <p:cNvSpPr/>
          <p:nvPr/>
        </p:nvSpPr>
        <p:spPr>
          <a:xfrm>
            <a:off x="7777074" y="3026664"/>
            <a:ext cx="201168" cy="201168"/>
          </a:xfrm>
          <a:prstGeom prst="ellipse">
            <a:avLst/>
          </a:prstGeom>
          <a:solidFill>
            <a:schemeClr val="accent6"/>
          </a:solidFill>
          <a:ln w="12700">
            <a:solidFill>
              <a:srgbClr val="FFFFFF">
                <a:alpha val="0"/>
              </a:srgbClr>
            </a:solidFill>
            <a:prstDash val="solid"/>
          </a:ln>
        </p:spPr>
      </p:sp>
      <p:sp>
        <p:nvSpPr>
          <p:cNvPr id="42" name="Text 37"/>
          <p:cNvSpPr txBox="1"/>
          <p:nvPr/>
        </p:nvSpPr>
        <p:spPr>
          <a:xfrm>
            <a:off x="7777074"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43" name="Shape 38"/>
          <p:cNvSpPr/>
          <p:nvPr/>
        </p:nvSpPr>
        <p:spPr>
          <a:xfrm>
            <a:off x="8658809" y="3026664"/>
            <a:ext cx="201168" cy="201168"/>
          </a:xfrm>
          <a:prstGeom prst="ellipse">
            <a:avLst/>
          </a:prstGeom>
          <a:solidFill>
            <a:schemeClr val="tx2"/>
          </a:solidFill>
          <a:ln w="12700">
            <a:solidFill>
              <a:srgbClr val="FFFFFF">
                <a:alpha val="0"/>
              </a:srgbClr>
            </a:solidFill>
            <a:prstDash val="solid"/>
          </a:ln>
        </p:spPr>
      </p:sp>
      <p:sp>
        <p:nvSpPr>
          <p:cNvPr id="44" name="Text 39"/>
          <p:cNvSpPr txBox="1"/>
          <p:nvPr/>
        </p:nvSpPr>
        <p:spPr>
          <a:xfrm>
            <a:off x="8658809"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45" name="Shape 40"/>
          <p:cNvSpPr/>
          <p:nvPr/>
        </p:nvSpPr>
        <p:spPr>
          <a:xfrm>
            <a:off x="548640" y="4096512"/>
            <a:ext cx="3657600" cy="914400"/>
          </a:xfrm>
          <a:prstGeom prst="roundRect">
            <a:avLst>
              <a:gd name="adj" fmla="val 8000"/>
            </a:avLst>
          </a:prstGeom>
          <a:solidFill>
            <a:schemeClr val="bg2"/>
          </a:solidFill>
          <a:ln w="12700">
            <a:solidFill>
              <a:srgbClr val="D5DCE6"/>
            </a:solidFill>
            <a:prstDash val="solid"/>
          </a:ln>
        </p:spPr>
      </p:sp>
      <p:sp>
        <p:nvSpPr>
          <p:cNvPr id="46" name="Text 41"/>
          <p:cNvSpPr txBox="1"/>
          <p:nvPr/>
        </p:nvSpPr>
        <p:spPr>
          <a:xfrm>
            <a:off x="731520" y="409651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lees</a:t>
            </a:r>
            <a:r>
              <a:rPr lang="en-US" sz="1700" dirty="0">
                <a:solidFill>
                  <a:schemeClr val="tx1"/>
                </a:solidFill>
              </a:rPr>
              <a:t> in mijn vrije tijd.</a:t>
            </a:r>
            <a:endParaRPr lang="en-US" sz="1700" dirty="0"/>
          </a:p>
        </p:txBody>
      </p:sp>
      <p:sp>
        <p:nvSpPr>
          <p:cNvPr id="47" name="Shape 42"/>
          <p:cNvSpPr/>
          <p:nvPr/>
        </p:nvSpPr>
        <p:spPr>
          <a:xfrm>
            <a:off x="4370832" y="4279392"/>
            <a:ext cx="548640" cy="548640"/>
          </a:xfrm>
          <a:prstGeom prst="ellipse">
            <a:avLst/>
          </a:prstGeom>
          <a:solidFill>
            <a:schemeClr val="accent1"/>
          </a:solidFill>
          <a:ln w="12700">
            <a:solidFill>
              <a:srgbClr val="FFFFFF">
                <a:alpha val="0"/>
              </a:srgbClr>
            </a:solidFill>
            <a:prstDash val="solid"/>
          </a:ln>
        </p:spPr>
      </p:sp>
      <p:pic>
        <p:nvPicPr>
          <p:cNvPr id="48" name="Image 2" descr="Redo">    </p:cNvPr>
          <p:cNvPicPr>
            <a:picLocks noChangeAspect="1"/>
          </p:cNvPicPr>
          <p:nvPr/>
        </p:nvPicPr>
        <p:blipFill>
          <a:blip r:embed="rId3"/>
          <a:stretch>
            <a:fillRect/>
          </a:stretch>
        </p:blipFill>
        <p:spPr>
          <a:xfrm>
            <a:off x="4502506" y="4411066"/>
            <a:ext cx="285293" cy="285293"/>
          </a:xfrm>
          <a:prstGeom prst="rect">
            <a:avLst/>
          </a:prstGeom>
        </p:spPr>
      </p:pic>
      <p:sp>
        <p:nvSpPr>
          <p:cNvPr id="49" name="Shape 43"/>
          <p:cNvSpPr/>
          <p:nvPr/>
        </p:nvSpPr>
        <p:spPr>
          <a:xfrm>
            <a:off x="5074920" y="409651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0" name="Shape 44"/>
          <p:cNvSpPr/>
          <p:nvPr/>
        </p:nvSpPr>
        <p:spPr>
          <a:xfrm>
            <a:off x="5257800" y="4315968"/>
            <a:ext cx="2471928" cy="548640"/>
          </a:xfrm>
          <a:prstGeom prst="roundRect">
            <a:avLst>
              <a:gd name="adj" fmla="val 13333"/>
            </a:avLst>
          </a:prstGeom>
          <a:solidFill>
            <a:schemeClr val="accent1">
              <a:alpha val="24000"/>
            </a:schemeClr>
          </a:solidFill>
          <a:ln w="15875">
            <a:solidFill>
              <a:srgbClr val="D9700F"/>
            </a:solidFill>
            <a:prstDash val="solid"/>
          </a:ln>
        </p:spPr>
      </p:sp>
      <p:sp>
        <p:nvSpPr>
          <p:cNvPr id="51" name="Text 45"/>
          <p:cNvSpPr txBox="1"/>
          <p:nvPr/>
        </p:nvSpPr>
        <p:spPr>
          <a:xfrm>
            <a:off x="5257800" y="4315968"/>
            <a:ext cx="2471928" cy="548640"/>
          </a:xfrm>
          <a:prstGeom prst="rect">
            <a:avLst/>
          </a:prstGeom>
          <a:noFill/>
          <a:ln/>
        </p:spPr>
        <p:txBody>
          <a:bodyPr wrap="square" lIns="0" tIns="0" rIns="0" bIns="0" rtlCol="0" anchor="ctr"/>
          <a:lstStyle/>
          <a:p>
            <a:pPr algn="ctr" indent="0" marL="0">
              <a:buNone/>
            </a:pPr>
            <a:r>
              <a:rPr lang="en-US" sz="2000" b="1" dirty="0">
                <a:solidFill>
                  <a:schemeClr val="tx1"/>
                </a:solidFill>
              </a:rPr>
              <a:t>In mijn vrije tijd</a:t>
            </a:r>
            <a:endParaRPr lang="en-US" sz="2000" dirty="0"/>
          </a:p>
        </p:txBody>
      </p:sp>
      <p:sp>
        <p:nvSpPr>
          <p:cNvPr id="52" name="Shape 46"/>
          <p:cNvSpPr/>
          <p:nvPr/>
        </p:nvSpPr>
        <p:spPr>
          <a:xfrm>
            <a:off x="7839456" y="4315968"/>
            <a:ext cx="960120" cy="548640"/>
          </a:xfrm>
          <a:prstGeom prst="ellipse">
            <a:avLst/>
          </a:prstGeom>
          <a:noFill/>
          <a:ln w="28575">
            <a:solidFill>
              <a:srgbClr val="B83227"/>
            </a:solidFill>
            <a:prstDash val="solid"/>
          </a:ln>
        </p:spPr>
      </p:sp>
      <p:sp>
        <p:nvSpPr>
          <p:cNvPr id="53" name="Text 47"/>
          <p:cNvSpPr txBox="1"/>
          <p:nvPr/>
        </p:nvSpPr>
        <p:spPr>
          <a:xfrm>
            <a:off x="7839456" y="4315968"/>
            <a:ext cx="960120" cy="548640"/>
          </a:xfrm>
          <a:prstGeom prst="rect">
            <a:avLst/>
          </a:prstGeom>
          <a:noFill/>
          <a:ln/>
        </p:spPr>
        <p:txBody>
          <a:bodyPr wrap="square" lIns="0" tIns="0" rIns="0" bIns="0" rtlCol="0" anchor="ctr"/>
          <a:lstStyle/>
          <a:p>
            <a:pPr algn="ctr" indent="0" marL="0">
              <a:buNone/>
            </a:pPr>
            <a:r>
              <a:rPr lang="en-US" sz="2000" b="1" dirty="0">
                <a:solidFill>
                  <a:schemeClr val="accent6"/>
                </a:solidFill>
              </a:rPr>
              <a:t>lees</a:t>
            </a:r>
            <a:endParaRPr lang="en-US" sz="2000" dirty="0"/>
          </a:p>
        </p:txBody>
      </p:sp>
      <p:sp>
        <p:nvSpPr>
          <p:cNvPr id="54" name="Shape 48"/>
          <p:cNvSpPr/>
          <p:nvPr/>
        </p:nvSpPr>
        <p:spPr>
          <a:xfrm>
            <a:off x="8909304" y="4315968"/>
            <a:ext cx="554228" cy="548640"/>
          </a:xfrm>
          <a:prstGeom prst="roundRect">
            <a:avLst>
              <a:gd name="adj" fmla="val 13333"/>
            </a:avLst>
          </a:prstGeom>
          <a:solidFill>
            <a:schemeClr val="accent2">
              <a:alpha val="14000"/>
            </a:schemeClr>
          </a:solidFill>
          <a:ln w="15875">
            <a:solidFill>
              <a:srgbClr val="2A6FB0"/>
            </a:solidFill>
            <a:prstDash val="solid"/>
          </a:ln>
        </p:spPr>
      </p:sp>
      <p:sp>
        <p:nvSpPr>
          <p:cNvPr id="55" name="Text 49"/>
          <p:cNvSpPr txBox="1"/>
          <p:nvPr/>
        </p:nvSpPr>
        <p:spPr>
          <a:xfrm>
            <a:off x="8909304" y="4315968"/>
            <a:ext cx="55422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56" name="Shape 50"/>
          <p:cNvSpPr/>
          <p:nvPr/>
        </p:nvSpPr>
        <p:spPr>
          <a:xfrm>
            <a:off x="6365748" y="4123944"/>
            <a:ext cx="201168" cy="201168"/>
          </a:xfrm>
          <a:prstGeom prst="ellipse">
            <a:avLst/>
          </a:prstGeom>
          <a:solidFill>
            <a:schemeClr val="tx2"/>
          </a:solidFill>
          <a:ln w="12700">
            <a:solidFill>
              <a:srgbClr val="FFFFFF">
                <a:alpha val="0"/>
              </a:srgbClr>
            </a:solidFill>
            <a:prstDash val="solid"/>
          </a:ln>
        </p:spPr>
      </p:sp>
      <p:sp>
        <p:nvSpPr>
          <p:cNvPr id="57" name="Text 51"/>
          <p:cNvSpPr txBox="1"/>
          <p:nvPr/>
        </p:nvSpPr>
        <p:spPr>
          <a:xfrm>
            <a:off x="6365748"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58" name="Shape 52"/>
          <p:cNvSpPr/>
          <p:nvPr/>
        </p:nvSpPr>
        <p:spPr>
          <a:xfrm>
            <a:off x="8136636" y="4069080"/>
            <a:ext cx="310896" cy="310896"/>
          </a:xfrm>
          <a:prstGeom prst="ellipse">
            <a:avLst/>
          </a:prstGeom>
          <a:noFill/>
          <a:ln w="25400">
            <a:solidFill>
              <a:srgbClr val="B83227"/>
            </a:solidFill>
            <a:prstDash val="solid"/>
          </a:ln>
        </p:spPr>
      </p:sp>
      <p:sp>
        <p:nvSpPr>
          <p:cNvPr id="59" name="Shape 53"/>
          <p:cNvSpPr/>
          <p:nvPr/>
        </p:nvSpPr>
        <p:spPr>
          <a:xfrm>
            <a:off x="8191500" y="4123944"/>
            <a:ext cx="201168" cy="201168"/>
          </a:xfrm>
          <a:prstGeom prst="ellipse">
            <a:avLst/>
          </a:prstGeom>
          <a:solidFill>
            <a:schemeClr val="accent6"/>
          </a:solidFill>
          <a:ln w="12700">
            <a:solidFill>
              <a:srgbClr val="FFFFFF">
                <a:alpha val="0"/>
              </a:srgbClr>
            </a:solidFill>
            <a:prstDash val="solid"/>
          </a:ln>
        </p:spPr>
      </p:sp>
      <p:sp>
        <p:nvSpPr>
          <p:cNvPr id="60" name="Text 54"/>
          <p:cNvSpPr txBox="1"/>
          <p:nvPr/>
        </p:nvSpPr>
        <p:spPr>
          <a:xfrm>
            <a:off x="8191500"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61" name="Shape 55"/>
          <p:cNvSpPr/>
          <p:nvPr/>
        </p:nvSpPr>
        <p:spPr>
          <a:xfrm>
            <a:off x="9058402" y="4123944"/>
            <a:ext cx="201168" cy="201168"/>
          </a:xfrm>
          <a:prstGeom prst="ellipse">
            <a:avLst/>
          </a:prstGeom>
          <a:solidFill>
            <a:schemeClr val="tx2"/>
          </a:solidFill>
          <a:ln w="12700">
            <a:solidFill>
              <a:srgbClr val="FFFFFF">
                <a:alpha val="0"/>
              </a:srgbClr>
            </a:solidFill>
            <a:prstDash val="solid"/>
          </a:ln>
        </p:spPr>
      </p:sp>
      <p:sp>
        <p:nvSpPr>
          <p:cNvPr id="62" name="Text 56"/>
          <p:cNvSpPr txBox="1"/>
          <p:nvPr/>
        </p:nvSpPr>
        <p:spPr>
          <a:xfrm>
            <a:off x="9058402"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63" name="Shape 57"/>
          <p:cNvSpPr/>
          <p:nvPr/>
        </p:nvSpPr>
        <p:spPr>
          <a:xfrm>
            <a:off x="548640" y="5193792"/>
            <a:ext cx="3657600" cy="914400"/>
          </a:xfrm>
          <a:prstGeom prst="roundRect">
            <a:avLst>
              <a:gd name="adj" fmla="val 8000"/>
            </a:avLst>
          </a:prstGeom>
          <a:solidFill>
            <a:schemeClr val="bg2"/>
          </a:solidFill>
          <a:ln w="12700">
            <a:solidFill>
              <a:srgbClr val="D5DCE6"/>
            </a:solidFill>
            <a:prstDash val="solid"/>
          </a:ln>
        </p:spPr>
      </p:sp>
      <p:sp>
        <p:nvSpPr>
          <p:cNvPr id="64" name="Text 58"/>
          <p:cNvSpPr txBox="1"/>
          <p:nvPr/>
        </p:nvSpPr>
        <p:spPr>
          <a:xfrm>
            <a:off x="731520" y="519379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We</a:t>
            </a:r>
            <a:r>
              <a:rPr lang="en-US" sz="1700" dirty="0">
                <a:solidFill>
                  <a:schemeClr val="tx1"/>
                </a:solidFill>
              </a:rPr>
              <a:t> </a:t>
            </a:r>
            <a:r>
              <a:rPr lang="en-US" sz="1700" b="1" dirty="0">
                <a:solidFill>
                  <a:schemeClr val="accent6"/>
                </a:solidFill>
              </a:rPr>
              <a:t>hebben</a:t>
            </a:r>
            <a:r>
              <a:rPr lang="en-US" sz="1700" dirty="0">
                <a:solidFill>
                  <a:schemeClr val="tx1"/>
                </a:solidFill>
              </a:rPr>
              <a:t> om 10 uur een vergadering.</a:t>
            </a:r>
            <a:endParaRPr lang="en-US" sz="1700" dirty="0"/>
          </a:p>
        </p:txBody>
      </p:sp>
      <p:sp>
        <p:nvSpPr>
          <p:cNvPr id="65" name="Shape 59"/>
          <p:cNvSpPr/>
          <p:nvPr/>
        </p:nvSpPr>
        <p:spPr>
          <a:xfrm>
            <a:off x="4370832" y="5376672"/>
            <a:ext cx="548640" cy="548640"/>
          </a:xfrm>
          <a:prstGeom prst="ellipse">
            <a:avLst/>
          </a:prstGeom>
          <a:solidFill>
            <a:schemeClr val="accent1"/>
          </a:solidFill>
          <a:ln w="12700">
            <a:solidFill>
              <a:srgbClr val="FFFFFF">
                <a:alpha val="0"/>
              </a:srgbClr>
            </a:solidFill>
            <a:prstDash val="solid"/>
          </a:ln>
        </p:spPr>
      </p:sp>
      <p:pic>
        <p:nvPicPr>
          <p:cNvPr id="66" name="Image 3" descr="Redo">    </p:cNvPr>
          <p:cNvPicPr>
            <a:picLocks noChangeAspect="1"/>
          </p:cNvPicPr>
          <p:nvPr/>
        </p:nvPicPr>
        <p:blipFill>
          <a:blip r:embed="rId4"/>
          <a:stretch>
            <a:fillRect/>
          </a:stretch>
        </p:blipFill>
        <p:spPr>
          <a:xfrm>
            <a:off x="4502506" y="5508346"/>
            <a:ext cx="285293" cy="285293"/>
          </a:xfrm>
          <a:prstGeom prst="rect">
            <a:avLst/>
          </a:prstGeom>
        </p:spPr>
      </p:pic>
      <p:sp>
        <p:nvSpPr>
          <p:cNvPr id="67" name="Shape 60"/>
          <p:cNvSpPr/>
          <p:nvPr/>
        </p:nvSpPr>
        <p:spPr>
          <a:xfrm>
            <a:off x="5074920" y="519379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5257800" y="5413248"/>
            <a:ext cx="1624838" cy="548640"/>
          </a:xfrm>
          <a:prstGeom prst="roundRect">
            <a:avLst>
              <a:gd name="adj" fmla="val 13333"/>
            </a:avLst>
          </a:prstGeom>
          <a:solidFill>
            <a:schemeClr val="accent1">
              <a:alpha val="24000"/>
            </a:schemeClr>
          </a:solidFill>
          <a:ln w="15875">
            <a:solidFill>
              <a:srgbClr val="D9700F"/>
            </a:solidFill>
            <a:prstDash val="solid"/>
          </a:ln>
        </p:spPr>
      </p:sp>
      <p:sp>
        <p:nvSpPr>
          <p:cNvPr id="69" name="Text 62"/>
          <p:cNvSpPr txBox="1"/>
          <p:nvPr/>
        </p:nvSpPr>
        <p:spPr>
          <a:xfrm>
            <a:off x="5257800" y="5413248"/>
            <a:ext cx="1624838" cy="548640"/>
          </a:xfrm>
          <a:prstGeom prst="rect">
            <a:avLst/>
          </a:prstGeom>
          <a:noFill/>
          <a:ln/>
        </p:spPr>
        <p:txBody>
          <a:bodyPr wrap="square" lIns="0" tIns="0" rIns="0" bIns="0" rtlCol="0" anchor="ctr"/>
          <a:lstStyle/>
          <a:p>
            <a:pPr algn="ctr" indent="0" marL="0">
              <a:buNone/>
            </a:pPr>
            <a:r>
              <a:rPr lang="en-US" sz="1900" b="1" dirty="0">
                <a:solidFill>
                  <a:schemeClr val="tx1"/>
                </a:solidFill>
              </a:rPr>
              <a:t>Om 10 uur</a:t>
            </a:r>
            <a:endParaRPr lang="en-US" sz="1900" dirty="0"/>
          </a:p>
        </p:txBody>
      </p:sp>
      <p:sp>
        <p:nvSpPr>
          <p:cNvPr id="70" name="Shape 63"/>
          <p:cNvSpPr/>
          <p:nvPr/>
        </p:nvSpPr>
        <p:spPr>
          <a:xfrm>
            <a:off x="6992366" y="5413248"/>
            <a:ext cx="1428933" cy="548640"/>
          </a:xfrm>
          <a:prstGeom prst="ellipse">
            <a:avLst/>
          </a:prstGeom>
          <a:noFill/>
          <a:ln w="28575">
            <a:solidFill>
              <a:srgbClr val="B83227"/>
            </a:solidFill>
            <a:prstDash val="solid"/>
          </a:ln>
        </p:spPr>
      </p:sp>
      <p:sp>
        <p:nvSpPr>
          <p:cNvPr id="71" name="Text 64"/>
          <p:cNvSpPr txBox="1"/>
          <p:nvPr/>
        </p:nvSpPr>
        <p:spPr>
          <a:xfrm>
            <a:off x="6992366" y="5413248"/>
            <a:ext cx="1428933" cy="548640"/>
          </a:xfrm>
          <a:prstGeom prst="rect">
            <a:avLst/>
          </a:prstGeom>
          <a:noFill/>
          <a:ln/>
        </p:spPr>
        <p:txBody>
          <a:bodyPr wrap="square" lIns="0" tIns="0" rIns="0" bIns="0" rtlCol="0" anchor="ctr"/>
          <a:lstStyle/>
          <a:p>
            <a:pPr algn="ctr" indent="0" marL="0">
              <a:buNone/>
            </a:pPr>
            <a:r>
              <a:rPr lang="en-US" sz="1900" b="1" dirty="0">
                <a:solidFill>
                  <a:schemeClr val="accent6"/>
                </a:solidFill>
              </a:rPr>
              <a:t>hebben</a:t>
            </a:r>
            <a:endParaRPr lang="en-US" sz="1900" dirty="0"/>
          </a:p>
        </p:txBody>
      </p:sp>
      <p:sp>
        <p:nvSpPr>
          <p:cNvPr id="72" name="Shape 65"/>
          <p:cNvSpPr/>
          <p:nvPr/>
        </p:nvSpPr>
        <p:spPr>
          <a:xfrm>
            <a:off x="8531027" y="5413248"/>
            <a:ext cx="587248" cy="548640"/>
          </a:xfrm>
          <a:prstGeom prst="roundRect">
            <a:avLst>
              <a:gd name="adj" fmla="val 13333"/>
            </a:avLst>
          </a:prstGeom>
          <a:solidFill>
            <a:schemeClr val="accent2">
              <a:alpha val="14000"/>
            </a:schemeClr>
          </a:solidFill>
          <a:ln w="15875">
            <a:solidFill>
              <a:srgbClr val="2A6FB0"/>
            </a:solidFill>
            <a:prstDash val="solid"/>
          </a:ln>
        </p:spPr>
      </p:sp>
      <p:sp>
        <p:nvSpPr>
          <p:cNvPr id="73" name="Text 66"/>
          <p:cNvSpPr txBox="1"/>
          <p:nvPr/>
        </p:nvSpPr>
        <p:spPr>
          <a:xfrm>
            <a:off x="8531027" y="5413248"/>
            <a:ext cx="587248" cy="548640"/>
          </a:xfrm>
          <a:prstGeom prst="rect">
            <a:avLst/>
          </a:prstGeom>
          <a:noFill/>
          <a:ln/>
        </p:spPr>
        <p:txBody>
          <a:bodyPr wrap="square" lIns="0" tIns="0" rIns="0" bIns="0" rtlCol="0" anchor="ctr"/>
          <a:lstStyle/>
          <a:p>
            <a:pPr algn="ctr" indent="0" marL="0">
              <a:buNone/>
            </a:pPr>
            <a:r>
              <a:rPr lang="en-US" sz="1900" b="1" dirty="0">
                <a:solidFill>
                  <a:schemeClr val="accent2"/>
                </a:solidFill>
              </a:rPr>
              <a:t>we</a:t>
            </a:r>
            <a:endParaRPr lang="en-US" sz="1900" dirty="0"/>
          </a:p>
        </p:txBody>
      </p:sp>
      <p:sp>
        <p:nvSpPr>
          <p:cNvPr id="74" name="Text 67"/>
          <p:cNvSpPr txBox="1"/>
          <p:nvPr/>
        </p:nvSpPr>
        <p:spPr>
          <a:xfrm>
            <a:off x="9228003" y="5413248"/>
            <a:ext cx="2214808" cy="548640"/>
          </a:xfrm>
          <a:prstGeom prst="rect">
            <a:avLst/>
          </a:prstGeom>
          <a:noFill/>
          <a:ln/>
        </p:spPr>
        <p:txBody>
          <a:bodyPr wrap="square" lIns="0" tIns="0" rIns="0" bIns="0" rtlCol="0" anchor="ctr"/>
          <a:lstStyle/>
          <a:p>
            <a:pPr algn="ctr" indent="0" marL="0">
              <a:buNone/>
            </a:pPr>
            <a:r>
              <a:rPr lang="en-US" sz="1900" dirty="0">
                <a:solidFill>
                  <a:schemeClr val="tx1"/>
                </a:solidFill>
              </a:rPr>
              <a:t>een vergadering.</a:t>
            </a:r>
            <a:endParaRPr lang="en-US" sz="1900" dirty="0"/>
          </a:p>
        </p:txBody>
      </p:sp>
      <p:sp>
        <p:nvSpPr>
          <p:cNvPr id="75" name="Shape 68"/>
          <p:cNvSpPr/>
          <p:nvPr/>
        </p:nvSpPr>
        <p:spPr>
          <a:xfrm>
            <a:off x="5942203" y="5221224"/>
            <a:ext cx="201168" cy="201168"/>
          </a:xfrm>
          <a:prstGeom prst="ellipse">
            <a:avLst/>
          </a:prstGeom>
          <a:solidFill>
            <a:schemeClr val="tx2"/>
          </a:solidFill>
          <a:ln w="12700">
            <a:solidFill>
              <a:srgbClr val="FFFFFF">
                <a:alpha val="0"/>
              </a:srgbClr>
            </a:solidFill>
            <a:prstDash val="solid"/>
          </a:ln>
        </p:spPr>
      </p:sp>
      <p:sp>
        <p:nvSpPr>
          <p:cNvPr id="76" name="Text 69"/>
          <p:cNvSpPr txBox="1"/>
          <p:nvPr/>
        </p:nvSpPr>
        <p:spPr>
          <a:xfrm>
            <a:off x="5942203"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77" name="Shape 70"/>
          <p:cNvSpPr/>
          <p:nvPr/>
        </p:nvSpPr>
        <p:spPr>
          <a:xfrm>
            <a:off x="7523952" y="5166360"/>
            <a:ext cx="310896" cy="310896"/>
          </a:xfrm>
          <a:prstGeom prst="ellipse">
            <a:avLst/>
          </a:prstGeom>
          <a:noFill/>
          <a:ln w="25400">
            <a:solidFill>
              <a:srgbClr val="B83227"/>
            </a:solidFill>
            <a:prstDash val="solid"/>
          </a:ln>
        </p:spPr>
      </p:sp>
      <p:sp>
        <p:nvSpPr>
          <p:cNvPr id="78" name="Shape 71"/>
          <p:cNvSpPr/>
          <p:nvPr/>
        </p:nvSpPr>
        <p:spPr>
          <a:xfrm>
            <a:off x="7578816" y="5221224"/>
            <a:ext cx="201168" cy="201168"/>
          </a:xfrm>
          <a:prstGeom prst="ellipse">
            <a:avLst/>
          </a:prstGeom>
          <a:solidFill>
            <a:schemeClr val="accent6"/>
          </a:solidFill>
          <a:ln w="12700">
            <a:solidFill>
              <a:srgbClr val="FFFFFF">
                <a:alpha val="0"/>
              </a:srgbClr>
            </a:solidFill>
            <a:prstDash val="solid"/>
          </a:ln>
        </p:spPr>
      </p:sp>
      <p:sp>
        <p:nvSpPr>
          <p:cNvPr id="79" name="Text 72"/>
          <p:cNvSpPr txBox="1"/>
          <p:nvPr/>
        </p:nvSpPr>
        <p:spPr>
          <a:xfrm>
            <a:off x="7578816"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80" name="Shape 73"/>
          <p:cNvSpPr/>
          <p:nvPr/>
        </p:nvSpPr>
        <p:spPr>
          <a:xfrm>
            <a:off x="8696635" y="5221224"/>
            <a:ext cx="201168" cy="201168"/>
          </a:xfrm>
          <a:prstGeom prst="ellipse">
            <a:avLst/>
          </a:prstGeom>
          <a:solidFill>
            <a:schemeClr val="tx2"/>
          </a:solidFill>
          <a:ln w="12700">
            <a:solidFill>
              <a:srgbClr val="FFFFFF">
                <a:alpha val="0"/>
              </a:srgbClr>
            </a:solidFill>
            <a:prstDash val="solid"/>
          </a:ln>
        </p:spPr>
      </p:sp>
      <p:sp>
        <p:nvSpPr>
          <p:cNvPr id="81" name="Text 74"/>
          <p:cNvSpPr txBox="1"/>
          <p:nvPr/>
        </p:nvSpPr>
        <p:spPr>
          <a:xfrm>
            <a:off x="8696635"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verbale — deux verbes, deux places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55648"/>
            <a:ext cx="1965960" cy="1143000"/>
          </a:xfrm>
          <a:prstGeom prst="roundRect">
            <a:avLst>
              <a:gd name="adj" fmla="val 6400"/>
            </a:avLst>
          </a:prstGeom>
          <a:solidFill>
            <a:schemeClr val="tx2"/>
          </a:solidFill>
          <a:ln w="12700">
            <a:solidFill>
              <a:srgbClr val="FFFFFF">
                <a:alpha val="0"/>
              </a:srgbClr>
            </a:solidFill>
            <a:prstDash val="solid"/>
          </a:ln>
        </p:spPr>
      </p:sp>
      <p:sp>
        <p:nvSpPr>
          <p:cNvPr id="6" name="Text 3"/>
          <p:cNvSpPr txBox="1"/>
          <p:nvPr/>
        </p:nvSpPr>
        <p:spPr>
          <a:xfrm>
            <a:off x="658368" y="1755648"/>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à particule</a:t>
            </a:r>
            <a:endParaRPr lang="en-US" sz="1600" dirty="0"/>
          </a:p>
          <a:p>
            <a:pPr algn="ctr" indent="0" marL="0">
              <a:spcAft>
                <a:spcPts val="200"/>
              </a:spcAft>
              <a:buNone/>
            </a:pPr>
            <a:r>
              <a:rPr lang="en-US" sz="1600" i="1" dirty="0">
                <a:solidFill>
                  <a:schemeClr val="bg1"/>
                </a:solidFill>
              </a:rPr>
              <a:t>(opbellen)</a:t>
            </a:r>
            <a:endParaRPr lang="en-US" sz="1600" dirty="0"/>
          </a:p>
        </p:txBody>
      </p:sp>
      <p:sp>
        <p:nvSpPr>
          <p:cNvPr id="7" name="Shape 4"/>
          <p:cNvSpPr/>
          <p:nvPr/>
        </p:nvSpPr>
        <p:spPr>
          <a:xfrm>
            <a:off x="4910328" y="1956816"/>
            <a:ext cx="3941064" cy="585216"/>
          </a:xfrm>
          <a:prstGeom prst="roundRect">
            <a:avLst>
              <a:gd name="adj" fmla="val 9375"/>
            </a:avLst>
          </a:prstGeom>
          <a:solidFill>
            <a:srgbClr val="E3E8EF"/>
          </a:solidFill>
          <a:ln w="12700">
            <a:solidFill>
              <a:srgbClr val="FFFFFF">
                <a:alpha val="0"/>
              </a:srgbClr>
            </a:solidFill>
            <a:prstDash val="solid"/>
          </a:ln>
        </p:spPr>
      </p:sp>
      <p:sp>
        <p:nvSpPr>
          <p:cNvPr id="8" name="Shape 5"/>
          <p:cNvSpPr/>
          <p:nvPr/>
        </p:nvSpPr>
        <p:spPr>
          <a:xfrm>
            <a:off x="4183380" y="1719072"/>
            <a:ext cx="1784708" cy="914"/>
          </a:xfrm>
          <a:prstGeom prst="line">
            <a:avLst/>
          </a:prstGeom>
          <a:noFill/>
          <a:ln w="57150">
            <a:solidFill>
              <a:srgbClr val="B83227"/>
            </a:solidFill>
            <a:prstDash val="solid"/>
          </a:ln>
        </p:spPr>
      </p:sp>
      <p:sp>
        <p:nvSpPr>
          <p:cNvPr id="9" name="Shape 6"/>
          <p:cNvSpPr/>
          <p:nvPr/>
        </p:nvSpPr>
        <p:spPr>
          <a:xfrm>
            <a:off x="7862212" y="1719072"/>
            <a:ext cx="1784708" cy="914"/>
          </a:xfrm>
          <a:prstGeom prst="line">
            <a:avLst/>
          </a:prstGeom>
          <a:noFill/>
          <a:ln w="57150">
            <a:solidFill>
              <a:srgbClr val="B83227"/>
            </a:solidFill>
            <a:prstDash val="solid"/>
          </a:ln>
        </p:spPr>
      </p:sp>
      <p:sp>
        <p:nvSpPr>
          <p:cNvPr id="10" name="Text 7"/>
          <p:cNvSpPr txBox="1"/>
          <p:nvPr/>
        </p:nvSpPr>
        <p:spPr>
          <a:xfrm>
            <a:off x="5968088" y="1572768"/>
            <a:ext cx="1894125" cy="292608"/>
          </a:xfrm>
          <a:prstGeom prst="rect">
            <a:avLst/>
          </a:prstGeom>
          <a:noFill/>
          <a:ln/>
        </p:spPr>
        <p:txBody>
          <a:bodyPr wrap="square" lIns="0" tIns="0" rIns="0" bIns="0" rtlCol="0" anchor="ctr"/>
          <a:lstStyle/>
          <a:p>
            <a:pPr algn="ctr" indent="0" marL="0">
              <a:buNone/>
            </a:pPr>
            <a:r>
              <a:rPr lang="en-US" sz="1300" i="1" dirty="0">
                <a:solidFill>
                  <a:schemeClr val="accent5"/>
                </a:solidFill>
              </a:rPr>
              <a:t>le cœur de la phrase</a:t>
            </a:r>
            <a:endParaRPr lang="en-US" sz="1300" dirty="0"/>
          </a:p>
        </p:txBody>
      </p:sp>
      <p:sp>
        <p:nvSpPr>
          <p:cNvPr id="11" name="Shape 8"/>
          <p:cNvSpPr/>
          <p:nvPr/>
        </p:nvSpPr>
        <p:spPr>
          <a:xfrm>
            <a:off x="4183380" y="1700784"/>
            <a:ext cx="914" cy="256032"/>
          </a:xfrm>
          <a:prstGeom prst="line">
            <a:avLst/>
          </a:prstGeom>
          <a:noFill/>
          <a:ln w="57150">
            <a:solidFill>
              <a:srgbClr val="B83227"/>
            </a:solidFill>
            <a:prstDash val="solid"/>
          </a:ln>
        </p:spPr>
      </p:sp>
      <p:sp>
        <p:nvSpPr>
          <p:cNvPr id="12" name="Shape 9"/>
          <p:cNvSpPr/>
          <p:nvPr/>
        </p:nvSpPr>
        <p:spPr>
          <a:xfrm>
            <a:off x="9646920" y="1700784"/>
            <a:ext cx="914" cy="256032"/>
          </a:xfrm>
          <a:prstGeom prst="line">
            <a:avLst/>
          </a:prstGeom>
          <a:noFill/>
          <a:ln w="57150">
            <a:solidFill>
              <a:srgbClr val="B83227"/>
            </a:solidFill>
            <a:prstDash val="solid"/>
          </a:ln>
        </p:spPr>
      </p:sp>
      <p:sp>
        <p:nvSpPr>
          <p:cNvPr id="13" name="Text 10"/>
          <p:cNvSpPr txBox="1"/>
          <p:nvPr/>
        </p:nvSpPr>
        <p:spPr>
          <a:xfrm>
            <a:off x="2697480" y="1975104"/>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14" name="Shape 11"/>
          <p:cNvSpPr/>
          <p:nvPr/>
        </p:nvSpPr>
        <p:spPr>
          <a:xfrm>
            <a:off x="3520440" y="1975104"/>
            <a:ext cx="1325880" cy="548640"/>
          </a:xfrm>
          <a:prstGeom prst="ellipse">
            <a:avLst/>
          </a:prstGeom>
          <a:solidFill>
            <a:srgbClr val="FFFFFF"/>
          </a:solidFill>
          <a:ln w="28575">
            <a:solidFill>
              <a:srgbClr val="B83227"/>
            </a:solidFill>
            <a:prstDash val="solid"/>
          </a:ln>
        </p:spPr>
      </p:sp>
      <p:sp>
        <p:nvSpPr>
          <p:cNvPr id="15" name="Text 12"/>
          <p:cNvSpPr txBox="1"/>
          <p:nvPr/>
        </p:nvSpPr>
        <p:spPr>
          <a:xfrm>
            <a:off x="3520440" y="1975104"/>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bel</a:t>
            </a:r>
            <a:endParaRPr lang="en-US" sz="2400" dirty="0"/>
          </a:p>
        </p:txBody>
      </p:sp>
      <p:sp>
        <p:nvSpPr>
          <p:cNvPr id="16" name="Text 13"/>
          <p:cNvSpPr txBox="1"/>
          <p:nvPr/>
        </p:nvSpPr>
        <p:spPr>
          <a:xfrm>
            <a:off x="4983480" y="1975104"/>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 de klant</a:t>
            </a:r>
            <a:endParaRPr lang="en-US" sz="2200" dirty="0"/>
          </a:p>
        </p:txBody>
      </p:sp>
      <p:sp>
        <p:nvSpPr>
          <p:cNvPr id="17" name="Shape 14"/>
          <p:cNvSpPr/>
          <p:nvPr/>
        </p:nvSpPr>
        <p:spPr>
          <a:xfrm>
            <a:off x="8915400" y="1975104"/>
            <a:ext cx="1463040" cy="548640"/>
          </a:xfrm>
          <a:prstGeom prst="roundRect">
            <a:avLst>
              <a:gd name="adj" fmla="val 13333"/>
            </a:avLst>
          </a:prstGeom>
          <a:solidFill>
            <a:srgbClr val="FFFFFF"/>
          </a:solidFill>
          <a:ln w="22225">
            <a:solidFill>
              <a:srgbClr val="B83227"/>
            </a:solidFill>
            <a:prstDash val="dash"/>
          </a:ln>
        </p:spPr>
      </p:sp>
      <p:sp>
        <p:nvSpPr>
          <p:cNvPr id="18" name="Text 15"/>
          <p:cNvSpPr txBox="1"/>
          <p:nvPr/>
        </p:nvSpPr>
        <p:spPr>
          <a:xfrm>
            <a:off x="8915400" y="1975104"/>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op.</a:t>
            </a:r>
            <a:endParaRPr lang="en-US" sz="2400" dirty="0"/>
          </a:p>
        </p:txBody>
      </p:sp>
      <p:sp>
        <p:nvSpPr>
          <p:cNvPr id="19" name="Text 16"/>
          <p:cNvSpPr txBox="1"/>
          <p:nvPr/>
        </p:nvSpPr>
        <p:spPr>
          <a:xfrm>
            <a:off x="2697480" y="2578608"/>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a:t>
            </a:r>
            <a:r>
              <a:rPr lang="en-US" sz="1600" i="1" u="sng" dirty="0">
                <a:solidFill>
                  <a:schemeClr val="accent5"/>
                </a:solidFill>
              </a:rPr>
              <a:t>appelle</a:t>
            </a:r>
            <a:r>
              <a:rPr lang="en-US" sz="1600" i="1" dirty="0">
                <a:solidFill>
                  <a:schemeClr val="accent5"/>
                </a:solidFill>
              </a:rPr>
              <a:t> le client demain.</a:t>
            </a:r>
            <a:endParaRPr lang="en-US" sz="1600" dirty="0"/>
          </a:p>
        </p:txBody>
      </p:sp>
      <p:sp>
        <p:nvSpPr>
          <p:cNvPr id="20" name="tag"/>
          <p:cNvSpPr/>
          <p:nvPr/>
        </p:nvSpPr>
        <p:spPr>
          <a:xfrm>
            <a:off x="8458200" y="2606040"/>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1" name="Shape 18"/>
          <p:cNvSpPr/>
          <p:nvPr/>
        </p:nvSpPr>
        <p:spPr>
          <a:xfrm>
            <a:off x="548640" y="3328416"/>
            <a:ext cx="1965960" cy="1143000"/>
          </a:xfrm>
          <a:prstGeom prst="roundRect">
            <a:avLst>
              <a:gd name="adj" fmla="val 6400"/>
            </a:avLst>
          </a:prstGeom>
          <a:solidFill>
            <a:schemeClr val="tx2"/>
          </a:solidFill>
          <a:ln w="12700">
            <a:solidFill>
              <a:srgbClr val="FFFFFF">
                <a:alpha val="0"/>
              </a:srgbClr>
            </a:solidFill>
            <a:prstDash val="solid"/>
          </a:ln>
        </p:spPr>
      </p:sp>
      <p:sp>
        <p:nvSpPr>
          <p:cNvPr id="22" name="Text 19"/>
          <p:cNvSpPr txBox="1"/>
          <p:nvPr/>
        </p:nvSpPr>
        <p:spPr>
          <a:xfrm>
            <a:off x="658368" y="3328416"/>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 infinitif</a:t>
            </a:r>
            <a:endParaRPr lang="en-US" sz="1600" dirty="0"/>
          </a:p>
        </p:txBody>
      </p:sp>
      <p:sp>
        <p:nvSpPr>
          <p:cNvPr id="23" name="Shape 20"/>
          <p:cNvSpPr/>
          <p:nvPr/>
        </p:nvSpPr>
        <p:spPr>
          <a:xfrm>
            <a:off x="4910328" y="3529584"/>
            <a:ext cx="3941064" cy="585216"/>
          </a:xfrm>
          <a:prstGeom prst="roundRect">
            <a:avLst>
              <a:gd name="adj" fmla="val 9375"/>
            </a:avLst>
          </a:prstGeom>
          <a:solidFill>
            <a:srgbClr val="E3E8EF"/>
          </a:solidFill>
          <a:ln w="12700">
            <a:solidFill>
              <a:srgbClr val="FFFFFF">
                <a:alpha val="0"/>
              </a:srgbClr>
            </a:solidFill>
            <a:prstDash val="solid"/>
          </a:ln>
        </p:spPr>
      </p:sp>
      <p:sp>
        <p:nvSpPr>
          <p:cNvPr id="24" name="Shape 21"/>
          <p:cNvSpPr/>
          <p:nvPr/>
        </p:nvSpPr>
        <p:spPr>
          <a:xfrm>
            <a:off x="4183380" y="3291840"/>
            <a:ext cx="5463540" cy="914"/>
          </a:xfrm>
          <a:prstGeom prst="line">
            <a:avLst/>
          </a:prstGeom>
          <a:noFill/>
          <a:ln w="57150">
            <a:solidFill>
              <a:srgbClr val="B83227"/>
            </a:solidFill>
            <a:prstDash val="solid"/>
          </a:ln>
        </p:spPr>
      </p:sp>
      <p:sp>
        <p:nvSpPr>
          <p:cNvPr id="25" name="Shape 22"/>
          <p:cNvSpPr/>
          <p:nvPr/>
        </p:nvSpPr>
        <p:spPr>
          <a:xfrm>
            <a:off x="4183380" y="3273552"/>
            <a:ext cx="914" cy="256032"/>
          </a:xfrm>
          <a:prstGeom prst="line">
            <a:avLst/>
          </a:prstGeom>
          <a:noFill/>
          <a:ln w="57150">
            <a:solidFill>
              <a:srgbClr val="B83227"/>
            </a:solidFill>
            <a:prstDash val="solid"/>
          </a:ln>
        </p:spPr>
      </p:sp>
      <p:sp>
        <p:nvSpPr>
          <p:cNvPr id="26" name="Shape 23"/>
          <p:cNvSpPr/>
          <p:nvPr/>
        </p:nvSpPr>
        <p:spPr>
          <a:xfrm>
            <a:off x="9646920" y="3273552"/>
            <a:ext cx="914" cy="256032"/>
          </a:xfrm>
          <a:prstGeom prst="line">
            <a:avLst/>
          </a:prstGeom>
          <a:noFill/>
          <a:ln w="57150">
            <a:solidFill>
              <a:srgbClr val="B83227"/>
            </a:solidFill>
            <a:prstDash val="solid"/>
          </a:ln>
        </p:spPr>
      </p:sp>
      <p:sp>
        <p:nvSpPr>
          <p:cNvPr id="27" name="Text 24"/>
          <p:cNvSpPr txBox="1"/>
          <p:nvPr/>
        </p:nvSpPr>
        <p:spPr>
          <a:xfrm>
            <a:off x="2697480" y="3547872"/>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28" name="Shape 25"/>
          <p:cNvSpPr/>
          <p:nvPr/>
        </p:nvSpPr>
        <p:spPr>
          <a:xfrm>
            <a:off x="3520440" y="3547872"/>
            <a:ext cx="1325880" cy="548640"/>
          </a:xfrm>
          <a:prstGeom prst="ellipse">
            <a:avLst/>
          </a:prstGeom>
          <a:solidFill>
            <a:srgbClr val="FFFFFF"/>
          </a:solidFill>
          <a:ln w="28575">
            <a:solidFill>
              <a:srgbClr val="B83227"/>
            </a:solidFill>
            <a:prstDash val="solid"/>
          </a:ln>
        </p:spPr>
      </p:sp>
      <p:sp>
        <p:nvSpPr>
          <p:cNvPr id="29" name="Text 26"/>
          <p:cNvSpPr txBox="1"/>
          <p:nvPr/>
        </p:nvSpPr>
        <p:spPr>
          <a:xfrm>
            <a:off x="3520440" y="3547872"/>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moet</a:t>
            </a:r>
            <a:endParaRPr lang="en-US" sz="2400" dirty="0"/>
          </a:p>
        </p:txBody>
      </p:sp>
      <p:sp>
        <p:nvSpPr>
          <p:cNvPr id="30" name="Text 27"/>
          <p:cNvSpPr txBox="1"/>
          <p:nvPr/>
        </p:nvSpPr>
        <p:spPr>
          <a:xfrm>
            <a:off x="4983480" y="3547872"/>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a:t>
            </a:r>
            <a:endParaRPr lang="en-US" sz="2200" dirty="0"/>
          </a:p>
        </p:txBody>
      </p:sp>
      <p:sp>
        <p:nvSpPr>
          <p:cNvPr id="31" name="Shape 28"/>
          <p:cNvSpPr/>
          <p:nvPr/>
        </p:nvSpPr>
        <p:spPr>
          <a:xfrm>
            <a:off x="8915400" y="3547872"/>
            <a:ext cx="1463040" cy="548640"/>
          </a:xfrm>
          <a:prstGeom prst="roundRect">
            <a:avLst>
              <a:gd name="adj" fmla="val 13333"/>
            </a:avLst>
          </a:prstGeom>
          <a:solidFill>
            <a:srgbClr val="FFFFFF"/>
          </a:solidFill>
          <a:ln w="22225">
            <a:solidFill>
              <a:srgbClr val="B83227"/>
            </a:solidFill>
            <a:prstDash val="dash"/>
          </a:ln>
        </p:spPr>
      </p:sp>
      <p:sp>
        <p:nvSpPr>
          <p:cNvPr id="32" name="Text 29"/>
          <p:cNvSpPr txBox="1"/>
          <p:nvPr/>
        </p:nvSpPr>
        <p:spPr>
          <a:xfrm>
            <a:off x="8915400" y="3547872"/>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werken.</a:t>
            </a:r>
            <a:endParaRPr lang="en-US" sz="2400" dirty="0"/>
          </a:p>
        </p:txBody>
      </p:sp>
      <p:sp>
        <p:nvSpPr>
          <p:cNvPr id="33" name="Text 30"/>
          <p:cNvSpPr txBox="1"/>
          <p:nvPr/>
        </p:nvSpPr>
        <p:spPr>
          <a:xfrm>
            <a:off x="2697480" y="4151376"/>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dois travailler</a:t>
            </a:r>
            <a:r>
              <a:rPr lang="en-US" sz="1600" i="1" dirty="0">
                <a:solidFill>
                  <a:schemeClr val="accent5"/>
                </a:solidFill>
              </a:rPr>
              <a:t> demain.</a:t>
            </a:r>
            <a:endParaRPr lang="en-US" sz="1600" dirty="0"/>
          </a:p>
        </p:txBody>
      </p:sp>
      <p:sp>
        <p:nvSpPr>
          <p:cNvPr id="34" name="tag"/>
          <p:cNvSpPr/>
          <p:nvPr/>
        </p:nvSpPr>
        <p:spPr>
          <a:xfrm>
            <a:off x="8458200" y="4178808"/>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35" name="Shape 32"/>
          <p:cNvSpPr/>
          <p:nvPr/>
        </p:nvSpPr>
        <p:spPr>
          <a:xfrm>
            <a:off x="548640" y="4901184"/>
            <a:ext cx="1965960" cy="1143000"/>
          </a:xfrm>
          <a:prstGeom prst="roundRect">
            <a:avLst>
              <a:gd name="adj" fmla="val 6400"/>
            </a:avLst>
          </a:prstGeom>
          <a:solidFill>
            <a:schemeClr val="tx2"/>
          </a:solidFill>
          <a:ln w="12700">
            <a:solidFill>
              <a:srgbClr val="FFFFFF">
                <a:alpha val="0"/>
              </a:srgbClr>
            </a:solidFill>
            <a:prstDash val="solid"/>
          </a:ln>
        </p:spPr>
      </p:sp>
      <p:sp>
        <p:nvSpPr>
          <p:cNvPr id="36" name="Text 33"/>
          <p:cNvSpPr txBox="1"/>
          <p:nvPr/>
        </p:nvSpPr>
        <p:spPr>
          <a:xfrm>
            <a:off x="658368" y="4901184"/>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Futur proche</a:t>
            </a:r>
            <a:endParaRPr lang="en-US" sz="1600" dirty="0"/>
          </a:p>
        </p:txBody>
      </p:sp>
      <p:sp>
        <p:nvSpPr>
          <p:cNvPr id="37" name="Shape 34"/>
          <p:cNvSpPr/>
          <p:nvPr/>
        </p:nvSpPr>
        <p:spPr>
          <a:xfrm>
            <a:off x="4910328" y="5102352"/>
            <a:ext cx="3941064" cy="585216"/>
          </a:xfrm>
          <a:prstGeom prst="roundRect">
            <a:avLst>
              <a:gd name="adj" fmla="val 9375"/>
            </a:avLst>
          </a:prstGeom>
          <a:solidFill>
            <a:srgbClr val="E3E8EF"/>
          </a:solidFill>
          <a:ln w="12700">
            <a:solidFill>
              <a:srgbClr val="FFFFFF">
                <a:alpha val="0"/>
              </a:srgbClr>
            </a:solidFill>
            <a:prstDash val="solid"/>
          </a:ln>
        </p:spPr>
      </p:sp>
      <p:sp>
        <p:nvSpPr>
          <p:cNvPr id="38" name="Shape 35"/>
          <p:cNvSpPr/>
          <p:nvPr/>
        </p:nvSpPr>
        <p:spPr>
          <a:xfrm>
            <a:off x="4183380" y="4864608"/>
            <a:ext cx="5463540" cy="914"/>
          </a:xfrm>
          <a:prstGeom prst="line">
            <a:avLst/>
          </a:prstGeom>
          <a:noFill/>
          <a:ln w="57150">
            <a:solidFill>
              <a:srgbClr val="B83227"/>
            </a:solidFill>
            <a:prstDash val="solid"/>
          </a:ln>
        </p:spPr>
      </p:sp>
      <p:sp>
        <p:nvSpPr>
          <p:cNvPr id="39" name="Shape 36"/>
          <p:cNvSpPr/>
          <p:nvPr/>
        </p:nvSpPr>
        <p:spPr>
          <a:xfrm>
            <a:off x="4183380" y="4846320"/>
            <a:ext cx="914" cy="256032"/>
          </a:xfrm>
          <a:prstGeom prst="line">
            <a:avLst/>
          </a:prstGeom>
          <a:noFill/>
          <a:ln w="57150">
            <a:solidFill>
              <a:srgbClr val="B83227"/>
            </a:solidFill>
            <a:prstDash val="solid"/>
          </a:ln>
        </p:spPr>
      </p:sp>
      <p:sp>
        <p:nvSpPr>
          <p:cNvPr id="40" name="Shape 37"/>
          <p:cNvSpPr/>
          <p:nvPr/>
        </p:nvSpPr>
        <p:spPr>
          <a:xfrm>
            <a:off x="9646920" y="4846320"/>
            <a:ext cx="914" cy="256032"/>
          </a:xfrm>
          <a:prstGeom prst="line">
            <a:avLst/>
          </a:prstGeom>
          <a:noFill/>
          <a:ln w="57150">
            <a:solidFill>
              <a:srgbClr val="B83227"/>
            </a:solidFill>
            <a:prstDash val="solid"/>
          </a:ln>
        </p:spPr>
      </p:sp>
      <p:sp>
        <p:nvSpPr>
          <p:cNvPr id="41" name="Text 38"/>
          <p:cNvSpPr txBox="1"/>
          <p:nvPr/>
        </p:nvSpPr>
        <p:spPr>
          <a:xfrm>
            <a:off x="2697480" y="5120640"/>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2" name="Shape 39"/>
          <p:cNvSpPr/>
          <p:nvPr/>
        </p:nvSpPr>
        <p:spPr>
          <a:xfrm>
            <a:off x="3520440" y="5120640"/>
            <a:ext cx="1325880" cy="548640"/>
          </a:xfrm>
          <a:prstGeom prst="ellipse">
            <a:avLst/>
          </a:prstGeom>
          <a:solidFill>
            <a:srgbClr val="FFFFFF"/>
          </a:solidFill>
          <a:ln w="28575">
            <a:solidFill>
              <a:srgbClr val="B83227"/>
            </a:solidFill>
            <a:prstDash val="solid"/>
          </a:ln>
        </p:spPr>
      </p:sp>
      <p:sp>
        <p:nvSpPr>
          <p:cNvPr id="43" name="Text 40"/>
          <p:cNvSpPr txBox="1"/>
          <p:nvPr/>
        </p:nvSpPr>
        <p:spPr>
          <a:xfrm>
            <a:off x="3520440" y="5120640"/>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ga</a:t>
            </a:r>
            <a:endParaRPr lang="en-US" sz="2400" dirty="0"/>
          </a:p>
        </p:txBody>
      </p:sp>
      <p:sp>
        <p:nvSpPr>
          <p:cNvPr id="44" name="Text 41"/>
          <p:cNvSpPr txBox="1"/>
          <p:nvPr/>
        </p:nvSpPr>
        <p:spPr>
          <a:xfrm>
            <a:off x="4983480" y="5120640"/>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vanavond een film</a:t>
            </a:r>
            <a:endParaRPr lang="en-US" sz="2200" dirty="0"/>
          </a:p>
        </p:txBody>
      </p:sp>
      <p:sp>
        <p:nvSpPr>
          <p:cNvPr id="45" name="Shape 42"/>
          <p:cNvSpPr/>
          <p:nvPr/>
        </p:nvSpPr>
        <p:spPr>
          <a:xfrm>
            <a:off x="8915400" y="5120640"/>
            <a:ext cx="1463040" cy="548640"/>
          </a:xfrm>
          <a:prstGeom prst="roundRect">
            <a:avLst>
              <a:gd name="adj" fmla="val 13333"/>
            </a:avLst>
          </a:prstGeom>
          <a:solidFill>
            <a:srgbClr val="FFFFFF"/>
          </a:solidFill>
          <a:ln w="22225">
            <a:solidFill>
              <a:srgbClr val="B83227"/>
            </a:solidFill>
            <a:prstDash val="dash"/>
          </a:ln>
        </p:spPr>
      </p:sp>
      <p:sp>
        <p:nvSpPr>
          <p:cNvPr id="46" name="Text 43"/>
          <p:cNvSpPr txBox="1"/>
          <p:nvPr/>
        </p:nvSpPr>
        <p:spPr>
          <a:xfrm>
            <a:off x="8915400" y="5120640"/>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kijken.</a:t>
            </a:r>
            <a:endParaRPr lang="en-US" sz="2400" dirty="0"/>
          </a:p>
        </p:txBody>
      </p:sp>
      <p:sp>
        <p:nvSpPr>
          <p:cNvPr id="47" name="Text 44"/>
          <p:cNvSpPr txBox="1"/>
          <p:nvPr/>
        </p:nvSpPr>
        <p:spPr>
          <a:xfrm>
            <a:off x="2697480" y="5724144"/>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vais regarder</a:t>
            </a:r>
            <a:r>
              <a:rPr lang="en-US" sz="1600" i="1" dirty="0">
                <a:solidFill>
                  <a:schemeClr val="accent5"/>
                </a:solidFill>
              </a:rPr>
              <a:t> un film ce soir.</a:t>
            </a:r>
            <a:endParaRPr lang="en-US" sz="1600" dirty="0"/>
          </a:p>
        </p:txBody>
      </p:sp>
      <p:sp>
        <p:nvSpPr>
          <p:cNvPr id="48" name="tag"/>
          <p:cNvSpPr/>
          <p:nvPr/>
        </p:nvSpPr>
        <p:spPr>
          <a:xfrm>
            <a:off x="8458200" y="5751576"/>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module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429000" cy="4690872"/>
          </a:xfrm>
          <a:prstGeom prst="roundRect">
            <a:avLst>
              <a:gd name="adj" fmla="val 2133"/>
            </a:avLst>
          </a:prstGeom>
          <a:solidFill>
            <a:srgbClr val="FFFFFF"/>
          </a:solidFill>
          <a:ln w="190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3429000" cy="566928"/>
          </a:xfrm>
          <a:prstGeom prst="roundRect">
            <a:avLst>
              <a:gd name="adj" fmla="val 12903"/>
            </a:avLst>
          </a:prstGeom>
          <a:solidFill>
            <a:schemeClr val="accent1"/>
          </a:solidFill>
          <a:ln w="12700">
            <a:solidFill>
              <a:srgbClr val="FFFFFF">
                <a:alpha val="0"/>
              </a:srgbClr>
            </a:solidFill>
            <a:prstDash val="solid"/>
          </a:ln>
        </p:spPr>
      </p:sp>
      <p:sp>
        <p:nvSpPr>
          <p:cNvPr id="7" name="Shape 4"/>
          <p:cNvSpPr/>
          <p:nvPr/>
        </p:nvSpPr>
        <p:spPr>
          <a:xfrm>
            <a:off x="548640" y="1920240"/>
            <a:ext cx="3429000" cy="219456"/>
          </a:xfrm>
          <a:prstGeom prst="rect">
            <a:avLst/>
          </a:prstGeom>
          <a:solidFill>
            <a:schemeClr val="accent1"/>
          </a:solidFill>
          <a:ln w="12700">
            <a:solidFill>
              <a:srgbClr val="FFFFFF">
                <a:alpha val="0"/>
              </a:srgbClr>
            </a:solidFill>
            <a:prstDash val="solid"/>
          </a:ln>
        </p:spPr>
      </p:sp>
      <p:sp>
        <p:nvSpPr>
          <p:cNvPr id="8" name="Shape 5"/>
          <p:cNvSpPr/>
          <p:nvPr/>
        </p:nvSpPr>
        <p:spPr>
          <a:xfrm>
            <a:off x="685800" y="1645920"/>
            <a:ext cx="420624" cy="420624"/>
          </a:xfrm>
          <a:prstGeom prst="ellipse">
            <a:avLst/>
          </a:prstGeom>
          <a:solidFill>
            <a:srgbClr val="FFFFFF"/>
          </a:solidFill>
          <a:ln w="12700">
            <a:solidFill>
              <a:srgbClr val="FFFFFF">
                <a:alpha val="0"/>
              </a:srgbClr>
            </a:solidFill>
            <a:prstDash val="solid"/>
          </a:ln>
        </p:spPr>
      </p:sp>
      <p:sp>
        <p:nvSpPr>
          <p:cNvPr id="9" name="Text 6"/>
          <p:cNvSpPr txBox="1"/>
          <p:nvPr/>
        </p:nvSpPr>
        <p:spPr>
          <a:xfrm>
            <a:off x="685800"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10" name="Text 7"/>
          <p:cNvSpPr txBox="1"/>
          <p:nvPr/>
        </p:nvSpPr>
        <p:spPr>
          <a:xfrm>
            <a:off x="1234440"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conjugue</a:t>
            </a:r>
            <a:endParaRPr lang="en-US" sz="2000" dirty="0"/>
          </a:p>
        </p:txBody>
      </p:sp>
      <p:pic>
        <p:nvPicPr>
          <p:cNvPr id="11" name="Image 0" descr="ArrowRight">    </p:cNvPr>
          <p:cNvPicPr>
            <a:picLocks noChangeAspect="1"/>
          </p:cNvPicPr>
          <p:nvPr/>
        </p:nvPicPr>
        <p:blipFill>
          <a:blip r:embed="rId1"/>
          <a:stretch>
            <a:fillRect/>
          </a:stretch>
        </p:blipFill>
        <p:spPr>
          <a:xfrm>
            <a:off x="4032504" y="3017520"/>
            <a:ext cx="292608" cy="292608"/>
          </a:xfrm>
          <a:prstGeom prst="rect">
            <a:avLst/>
          </a:prstGeom>
        </p:spPr>
      </p:pic>
      <p:sp>
        <p:nvSpPr>
          <p:cNvPr id="12" name="Shape 8"/>
          <p:cNvSpPr/>
          <p:nvPr/>
        </p:nvSpPr>
        <p:spPr>
          <a:xfrm>
            <a:off x="731520" y="4069080"/>
            <a:ext cx="3063240" cy="914"/>
          </a:xfrm>
          <a:prstGeom prst="line">
            <a:avLst/>
          </a:prstGeom>
          <a:noFill/>
          <a:ln w="12700">
            <a:solidFill>
              <a:srgbClr val="D5DCE6"/>
            </a:solidFill>
            <a:prstDash val="solid"/>
          </a:ln>
        </p:spPr>
      </p:sp>
      <p:sp>
        <p:nvSpPr>
          <p:cNvPr id="13" name="Text 9"/>
          <p:cNvSpPr txBox="1"/>
          <p:nvPr/>
        </p:nvSpPr>
        <p:spPr>
          <a:xfrm>
            <a:off x="731520"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radical</a:t>
            </a:r>
            <a:r>
              <a:rPr lang="en-US" sz="1600" dirty="0">
                <a:solidFill>
                  <a:schemeClr val="tx1"/>
                </a:solidFill>
              </a:rPr>
              <a:t> (− en, doubler / simplifier)</a:t>
            </a:r>
            <a:endParaRPr lang="en-US" sz="1600" dirty="0"/>
          </a:p>
          <a:p>
            <a:pPr algn="l" marL="177800" indent="-177800">
              <a:spcAft>
                <a:spcPts val="800"/>
              </a:spcAft>
              <a:buSzPct val="100000"/>
              <a:buChar char="•"/>
            </a:pPr>
            <a:r>
              <a:rPr lang="en-US" sz="1600" b="1" dirty="0">
                <a:solidFill>
                  <a:schemeClr val="tx1"/>
                </a:solidFill>
              </a:rPr>
              <a:t>+ t</a:t>
            </a:r>
            <a:endParaRPr lang="en-US" sz="1600" dirty="0"/>
          </a:p>
          <a:p>
            <a:pPr algn="l" marL="177800" indent="-177800">
              <a:spcAft>
                <a:spcPts val="800"/>
              </a:spcAft>
              <a:buSzPct val="100000"/>
              <a:buChar char="•"/>
            </a:pPr>
            <a:r>
              <a:rPr lang="en-US" sz="1600" b="1" dirty="0">
                <a:solidFill>
                  <a:schemeClr val="tx1"/>
                </a:solidFill>
              </a:rPr>
              <a:t>infinitif</a:t>
            </a:r>
            <a:r>
              <a:rPr lang="en-US" sz="1600" dirty="0">
                <a:solidFill>
                  <a:schemeClr val="tx1"/>
                </a:solidFill>
              </a:rPr>
              <a:t> au pluriel</a:t>
            </a:r>
            <a:endParaRPr lang="en-US" sz="1600" dirty="0"/>
          </a:p>
        </p:txBody>
      </p:sp>
      <p:sp>
        <p:nvSpPr>
          <p:cNvPr id="14" name="Shape 10"/>
          <p:cNvSpPr/>
          <p:nvPr/>
        </p:nvSpPr>
        <p:spPr>
          <a:xfrm>
            <a:off x="4379976" y="1572768"/>
            <a:ext cx="3429000" cy="4690872"/>
          </a:xfrm>
          <a:prstGeom prst="roundRect">
            <a:avLst>
              <a:gd name="adj" fmla="val 2133"/>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4379976" y="1572768"/>
            <a:ext cx="3429000" cy="566928"/>
          </a:xfrm>
          <a:prstGeom prst="roundRect">
            <a:avLst>
              <a:gd name="adj" fmla="val 12903"/>
            </a:avLst>
          </a:prstGeom>
          <a:solidFill>
            <a:schemeClr val="accent2"/>
          </a:solidFill>
          <a:ln w="12700">
            <a:solidFill>
              <a:srgbClr val="FFFFFF">
                <a:alpha val="0"/>
              </a:srgbClr>
            </a:solidFill>
            <a:prstDash val="solid"/>
          </a:ln>
        </p:spPr>
      </p:sp>
      <p:sp>
        <p:nvSpPr>
          <p:cNvPr id="16" name="Shape 12"/>
          <p:cNvSpPr/>
          <p:nvPr/>
        </p:nvSpPr>
        <p:spPr>
          <a:xfrm>
            <a:off x="4379976" y="1920240"/>
            <a:ext cx="3429000" cy="219456"/>
          </a:xfrm>
          <a:prstGeom prst="rect">
            <a:avLst/>
          </a:prstGeom>
          <a:solidFill>
            <a:schemeClr val="accent2"/>
          </a:solidFill>
          <a:ln w="12700">
            <a:solidFill>
              <a:srgbClr val="FFFFFF">
                <a:alpha val="0"/>
              </a:srgbClr>
            </a:solidFill>
            <a:prstDash val="solid"/>
          </a:ln>
        </p:spPr>
      </p:sp>
      <p:sp>
        <p:nvSpPr>
          <p:cNvPr id="17" name="Shape 13"/>
          <p:cNvSpPr/>
          <p:nvPr/>
        </p:nvSpPr>
        <p:spPr>
          <a:xfrm>
            <a:off x="4517136" y="1645920"/>
            <a:ext cx="420624" cy="420624"/>
          </a:xfrm>
          <a:prstGeom prst="ellipse">
            <a:avLst/>
          </a:prstGeom>
          <a:solidFill>
            <a:srgbClr val="FFFFFF"/>
          </a:solidFill>
          <a:ln w="12700">
            <a:solidFill>
              <a:srgbClr val="FFFFFF">
                <a:alpha val="0"/>
              </a:srgbClr>
            </a:solidFill>
            <a:prstDash val="solid"/>
          </a:ln>
        </p:spPr>
      </p:sp>
      <p:sp>
        <p:nvSpPr>
          <p:cNvPr id="18" name="Text 14"/>
          <p:cNvSpPr txBox="1"/>
          <p:nvPr/>
        </p:nvSpPr>
        <p:spPr>
          <a:xfrm>
            <a:off x="4517136"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2"/>
                </a:solidFill>
              </a:rPr>
              <a:t>2</a:t>
            </a:r>
            <a:endParaRPr lang="en-US" sz="1600" dirty="0"/>
          </a:p>
        </p:txBody>
      </p:sp>
      <p:sp>
        <p:nvSpPr>
          <p:cNvPr id="19" name="Text 15"/>
          <p:cNvSpPr txBox="1"/>
          <p:nvPr/>
        </p:nvSpPr>
        <p:spPr>
          <a:xfrm>
            <a:off x="5065776"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questionne</a:t>
            </a:r>
            <a:endParaRPr lang="en-US" sz="2000" dirty="0"/>
          </a:p>
        </p:txBody>
      </p:sp>
      <p:pic>
        <p:nvPicPr>
          <p:cNvPr id="20" name="Image 1" descr="ArrowRight">    </p:cNvPr>
          <p:cNvPicPr>
            <a:picLocks noChangeAspect="1"/>
          </p:cNvPicPr>
          <p:nvPr/>
        </p:nvPicPr>
        <p:blipFill>
          <a:blip r:embed="rId2"/>
          <a:stretch>
            <a:fillRect/>
          </a:stretch>
        </p:blipFill>
        <p:spPr>
          <a:xfrm>
            <a:off x="7863840" y="3017520"/>
            <a:ext cx="292608" cy="292608"/>
          </a:xfrm>
          <a:prstGeom prst="rect">
            <a:avLst/>
          </a:prstGeom>
        </p:spPr>
      </p:pic>
      <p:sp>
        <p:nvSpPr>
          <p:cNvPr id="21" name="Shape 16"/>
          <p:cNvSpPr/>
          <p:nvPr/>
        </p:nvSpPr>
        <p:spPr>
          <a:xfrm>
            <a:off x="4562856" y="4069080"/>
            <a:ext cx="3063240" cy="914"/>
          </a:xfrm>
          <a:prstGeom prst="line">
            <a:avLst/>
          </a:prstGeom>
          <a:noFill/>
          <a:ln w="12700">
            <a:solidFill>
              <a:srgbClr val="D5DCE6"/>
            </a:solidFill>
            <a:prstDash val="solid"/>
          </a:ln>
        </p:spPr>
      </p:sp>
      <p:sp>
        <p:nvSpPr>
          <p:cNvPr id="22" name="Text 17"/>
          <p:cNvSpPr txBox="1"/>
          <p:nvPr/>
        </p:nvSpPr>
        <p:spPr>
          <a:xfrm>
            <a:off x="4562856"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verbe en tête</a:t>
            </a:r>
            <a:r>
              <a:rPr lang="en-US" sz="1600" dirty="0">
                <a:solidFill>
                  <a:schemeClr val="tx1"/>
                </a:solidFill>
              </a:rPr>
              <a:t> (oui/non)</a:t>
            </a:r>
            <a:endParaRPr lang="en-US" sz="1600" dirty="0"/>
          </a:p>
          <a:p>
            <a:pPr algn="l" marL="177800" indent="-177800">
              <a:spcAft>
                <a:spcPts val="800"/>
              </a:spcAft>
              <a:buSzPct val="100000"/>
              <a:buChar char="•"/>
            </a:pPr>
            <a:r>
              <a:rPr lang="en-US" sz="1600" dirty="0">
                <a:solidFill>
                  <a:schemeClr val="tx1"/>
                </a:solidFill>
              </a:rPr>
              <a:t>ou </a:t>
            </a:r>
            <a:r>
              <a:rPr lang="en-US" sz="1600" b="1" dirty="0">
                <a:solidFill>
                  <a:schemeClr val="tx1"/>
                </a:solidFill>
              </a:rPr>
              <a:t>mot interrogatif + verbe</a:t>
            </a:r>
            <a:endParaRPr lang="en-US" sz="1600" dirty="0"/>
          </a:p>
          <a:p>
            <a:pPr algn="l" marL="177800" indent="-177800">
              <a:spcAft>
                <a:spcPts val="800"/>
              </a:spcAft>
              <a:buSzPct val="100000"/>
              <a:buChar char="•"/>
            </a:pPr>
            <a:r>
              <a:rPr lang="en-US" sz="1600" i="1" dirty="0">
                <a:solidFill>
                  <a:schemeClr val="tx1"/>
                </a:solidFill>
              </a:rPr>
              <a:t>je / jij</a:t>
            </a:r>
            <a:r>
              <a:rPr lang="en-US" sz="1600" dirty="0">
                <a:solidFill>
                  <a:schemeClr val="tx1"/>
                </a:solidFill>
              </a:rPr>
              <a:t> après le verbe = </a:t>
            </a:r>
            <a:r>
              <a:rPr lang="en-US" sz="1600" b="1" dirty="0">
                <a:solidFill>
                  <a:schemeClr val="tx1"/>
                </a:solidFill>
              </a:rPr>
              <a:t>pas de t</a:t>
            </a:r>
            <a:endParaRPr lang="en-US" sz="1600" dirty="0"/>
          </a:p>
        </p:txBody>
      </p:sp>
      <p:sp>
        <p:nvSpPr>
          <p:cNvPr id="23" name="Shape 18"/>
          <p:cNvSpPr/>
          <p:nvPr/>
        </p:nvSpPr>
        <p:spPr>
          <a:xfrm>
            <a:off x="8211312" y="1572768"/>
            <a:ext cx="3429000" cy="4690872"/>
          </a:xfrm>
          <a:prstGeom prst="roundRect">
            <a:avLst>
              <a:gd name="adj" fmla="val 2133"/>
            </a:avLst>
          </a:prstGeom>
          <a:solidFill>
            <a:srgbClr val="FFFFFF"/>
          </a:solidFill>
          <a:ln w="190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9"/>
          <p:cNvSpPr/>
          <p:nvPr/>
        </p:nvSpPr>
        <p:spPr>
          <a:xfrm>
            <a:off x="8211312" y="1572768"/>
            <a:ext cx="3429000" cy="566928"/>
          </a:xfrm>
          <a:prstGeom prst="roundRect">
            <a:avLst>
              <a:gd name="adj" fmla="val 12903"/>
            </a:avLst>
          </a:prstGeom>
          <a:solidFill>
            <a:schemeClr val="accent6"/>
          </a:solidFill>
          <a:ln w="12700">
            <a:solidFill>
              <a:srgbClr val="FFFFFF">
                <a:alpha val="0"/>
              </a:srgbClr>
            </a:solidFill>
            <a:prstDash val="solid"/>
          </a:ln>
        </p:spPr>
      </p:sp>
      <p:sp>
        <p:nvSpPr>
          <p:cNvPr id="25" name="Shape 20"/>
          <p:cNvSpPr/>
          <p:nvPr/>
        </p:nvSpPr>
        <p:spPr>
          <a:xfrm>
            <a:off x="8211312" y="1920240"/>
            <a:ext cx="3429000" cy="219456"/>
          </a:xfrm>
          <a:prstGeom prst="rect">
            <a:avLst/>
          </a:prstGeom>
          <a:solidFill>
            <a:schemeClr val="accent6"/>
          </a:solidFill>
          <a:ln w="12700">
            <a:solidFill>
              <a:srgbClr val="FFFFFF">
                <a:alpha val="0"/>
              </a:srgbClr>
            </a:solidFill>
            <a:prstDash val="solid"/>
          </a:ln>
        </p:spPr>
      </p:sp>
      <p:sp>
        <p:nvSpPr>
          <p:cNvPr id="26" name="Shape 21"/>
          <p:cNvSpPr/>
          <p:nvPr/>
        </p:nvSpPr>
        <p:spPr>
          <a:xfrm>
            <a:off x="8348472" y="1645920"/>
            <a:ext cx="420624" cy="420624"/>
          </a:xfrm>
          <a:prstGeom prst="ellipse">
            <a:avLst/>
          </a:prstGeom>
          <a:solidFill>
            <a:srgbClr val="FFFFFF"/>
          </a:solidFill>
          <a:ln w="12700">
            <a:solidFill>
              <a:srgbClr val="FFFFFF">
                <a:alpha val="0"/>
              </a:srgbClr>
            </a:solidFill>
            <a:prstDash val="solid"/>
          </a:ln>
        </p:spPr>
      </p:sp>
      <p:sp>
        <p:nvSpPr>
          <p:cNvPr id="27" name="Text 22"/>
          <p:cNvSpPr txBox="1"/>
          <p:nvPr/>
        </p:nvSpPr>
        <p:spPr>
          <a:xfrm>
            <a:off x="8348472"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6"/>
                </a:solidFill>
              </a:rPr>
              <a:t>3</a:t>
            </a:r>
            <a:endParaRPr lang="en-US" sz="1600" dirty="0"/>
          </a:p>
        </p:txBody>
      </p:sp>
      <p:sp>
        <p:nvSpPr>
          <p:cNvPr id="28" name="Text 23"/>
          <p:cNvSpPr txBox="1"/>
          <p:nvPr/>
        </p:nvSpPr>
        <p:spPr>
          <a:xfrm>
            <a:off x="8897112"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place</a:t>
            </a:r>
            <a:endParaRPr lang="en-US" sz="2000" dirty="0"/>
          </a:p>
        </p:txBody>
      </p:sp>
      <p:sp>
        <p:nvSpPr>
          <p:cNvPr id="29" name="Shape 24"/>
          <p:cNvSpPr/>
          <p:nvPr/>
        </p:nvSpPr>
        <p:spPr>
          <a:xfrm>
            <a:off x="8394192" y="4069080"/>
            <a:ext cx="3063240" cy="914"/>
          </a:xfrm>
          <a:prstGeom prst="line">
            <a:avLst/>
          </a:prstGeom>
          <a:noFill/>
          <a:ln w="12700">
            <a:solidFill>
              <a:srgbClr val="D5DCE6"/>
            </a:solidFill>
            <a:prstDash val="solid"/>
          </a:ln>
        </p:spPr>
      </p:sp>
      <p:sp>
        <p:nvSpPr>
          <p:cNvPr id="30" name="Text 25"/>
          <p:cNvSpPr txBox="1"/>
          <p:nvPr/>
        </p:nvSpPr>
        <p:spPr>
          <a:xfrm>
            <a:off x="8394192"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dirty="0">
                <a:solidFill>
                  <a:schemeClr val="tx1"/>
                </a:solidFill>
              </a:rPr>
              <a:t>verbe conjugué </a:t>
            </a:r>
            <a:r>
              <a:rPr lang="en-US" sz="1600" b="1" dirty="0">
                <a:solidFill>
                  <a:schemeClr val="tx1"/>
                </a:solidFill>
              </a:rPr>
              <a:t>toujours en 2e</a:t>
            </a:r>
            <a:endParaRPr lang="en-US" sz="1600" dirty="0"/>
          </a:p>
          <a:p>
            <a:pPr algn="l" marL="177800" indent="-177800">
              <a:spcAft>
                <a:spcPts val="800"/>
              </a:spcAft>
              <a:buSzPct val="100000"/>
              <a:buChar char="•"/>
            </a:pPr>
            <a:r>
              <a:rPr lang="en-US" sz="1600" dirty="0">
                <a:solidFill>
                  <a:schemeClr val="tx1"/>
                </a:solidFill>
              </a:rPr>
              <a:t>sujet </a:t>
            </a:r>
            <a:r>
              <a:rPr lang="en-US" sz="1600" b="1" dirty="0">
                <a:solidFill>
                  <a:schemeClr val="tx1"/>
                </a:solidFill>
              </a:rPr>
              <a:t>après le verbe</a:t>
            </a:r>
            <a:r>
              <a:rPr lang="en-US" sz="1600" dirty="0">
                <a:solidFill>
                  <a:schemeClr val="tx1"/>
                </a:solidFill>
              </a:rPr>
              <a:t> si ① est pris</a:t>
            </a:r>
            <a:endParaRPr lang="en-US" sz="1600" dirty="0"/>
          </a:p>
          <a:p>
            <a:pPr algn="l" marL="177800" indent="-177800">
              <a:spcAft>
                <a:spcPts val="800"/>
              </a:spcAft>
              <a:buSzPct val="100000"/>
              <a:buChar char="•"/>
            </a:pPr>
            <a:r>
              <a:rPr lang="en-US" sz="1600" dirty="0">
                <a:solidFill>
                  <a:schemeClr val="tx1"/>
                </a:solidFill>
              </a:rPr>
              <a:t>2e verbe </a:t>
            </a:r>
            <a:r>
              <a:rPr lang="en-US" sz="1600" b="1" dirty="0">
                <a:solidFill>
                  <a:schemeClr val="tx1"/>
                </a:solidFill>
              </a:rPr>
              <a:t>à la fin</a:t>
            </a:r>
            <a:endParaRPr lang="en-US" sz="1600" dirty="0"/>
          </a:p>
        </p:txBody>
      </p:sp>
      <p:sp>
        <p:nvSpPr>
          <p:cNvPr id="31" name="Shape 26"/>
          <p:cNvSpPr/>
          <p:nvPr/>
        </p:nvSpPr>
        <p:spPr>
          <a:xfrm>
            <a:off x="777240" y="2331720"/>
            <a:ext cx="731520" cy="411480"/>
          </a:xfrm>
          <a:prstGeom prst="roundRect">
            <a:avLst>
              <a:gd name="adj" fmla="val 17778"/>
            </a:avLst>
          </a:prstGeom>
          <a:solidFill>
            <a:schemeClr val="accent1">
              <a:alpha val="15000"/>
            </a:schemeClr>
          </a:solidFill>
          <a:ln w="15875">
            <a:solidFill>
              <a:srgbClr val="D9700F"/>
            </a:solidFill>
            <a:prstDash val="solid"/>
          </a:ln>
        </p:spPr>
      </p:sp>
      <p:sp>
        <p:nvSpPr>
          <p:cNvPr id="32" name="Text 27"/>
          <p:cNvSpPr txBox="1"/>
          <p:nvPr/>
        </p:nvSpPr>
        <p:spPr>
          <a:xfrm>
            <a:off x="777240" y="2331720"/>
            <a:ext cx="731520" cy="411480"/>
          </a:xfrm>
          <a:prstGeom prst="rect">
            <a:avLst/>
          </a:prstGeom>
          <a:noFill/>
          <a:ln/>
        </p:spPr>
        <p:txBody>
          <a:bodyPr wrap="square" lIns="0" tIns="0" rIns="0" bIns="0" rtlCol="0" anchor="ctr"/>
          <a:lstStyle/>
          <a:p>
            <a:pPr algn="ctr" indent="0" marL="0">
              <a:buNone/>
            </a:pPr>
            <a:r>
              <a:rPr lang="en-US" sz="1500" b="1" dirty="0">
                <a:solidFill>
                  <a:schemeClr val="accent1"/>
                </a:solidFill>
              </a:rPr>
              <a:t>− en</a:t>
            </a:r>
            <a:endParaRPr lang="en-US" sz="1500" dirty="0"/>
          </a:p>
        </p:txBody>
      </p:sp>
      <p:sp>
        <p:nvSpPr>
          <p:cNvPr id="33" name="Shape 28"/>
          <p:cNvSpPr/>
          <p:nvPr/>
        </p:nvSpPr>
        <p:spPr>
          <a:xfrm>
            <a:off x="1527048" y="2532888"/>
            <a:ext cx="219456" cy="914"/>
          </a:xfrm>
          <a:prstGeom prst="line">
            <a:avLst/>
          </a:prstGeom>
          <a:noFill/>
          <a:ln w="19050">
            <a:solidFill>
              <a:srgbClr val="4A5A70"/>
            </a:solidFill>
            <a:prstDash val="solid"/>
            <a:tailEnd type="triangle"/>
          </a:ln>
        </p:spPr>
      </p:sp>
      <p:sp>
        <p:nvSpPr>
          <p:cNvPr id="34" name="Shape 29"/>
          <p:cNvSpPr/>
          <p:nvPr/>
        </p:nvSpPr>
        <p:spPr>
          <a:xfrm>
            <a:off x="1783080" y="2331720"/>
            <a:ext cx="1051560" cy="411480"/>
          </a:xfrm>
          <a:prstGeom prst="roundRect">
            <a:avLst>
              <a:gd name="adj" fmla="val 17778"/>
            </a:avLst>
          </a:prstGeom>
          <a:solidFill>
            <a:schemeClr val="accent3">
              <a:alpha val="15000"/>
            </a:schemeClr>
          </a:solidFill>
          <a:ln w="15875">
            <a:solidFill>
              <a:srgbClr val="2E7D4F"/>
            </a:solidFill>
            <a:prstDash val="solid"/>
          </a:ln>
        </p:spPr>
      </p:sp>
      <p:sp>
        <p:nvSpPr>
          <p:cNvPr id="35" name="Text 30"/>
          <p:cNvSpPr txBox="1"/>
          <p:nvPr/>
        </p:nvSpPr>
        <p:spPr>
          <a:xfrm>
            <a:off x="1783080" y="2331720"/>
            <a:ext cx="1051560" cy="411480"/>
          </a:xfrm>
          <a:prstGeom prst="rect">
            <a:avLst/>
          </a:prstGeom>
          <a:noFill/>
          <a:ln/>
        </p:spPr>
        <p:txBody>
          <a:bodyPr wrap="square" lIns="0" tIns="0" rIns="0" bIns="0" rtlCol="0" anchor="ctr"/>
          <a:lstStyle/>
          <a:p>
            <a:pPr algn="ctr" indent="0" marL="0">
              <a:buNone/>
            </a:pPr>
            <a:r>
              <a:rPr lang="en-US" sz="1500" b="1" dirty="0">
                <a:solidFill>
                  <a:schemeClr val="accent3"/>
                </a:solidFill>
              </a:rPr>
              <a:t>ajuster</a:t>
            </a:r>
            <a:endParaRPr lang="en-US" sz="1500" dirty="0"/>
          </a:p>
        </p:txBody>
      </p:sp>
      <p:sp>
        <p:nvSpPr>
          <p:cNvPr id="36" name="Shape 31"/>
          <p:cNvSpPr/>
          <p:nvPr/>
        </p:nvSpPr>
        <p:spPr>
          <a:xfrm>
            <a:off x="2852928" y="2532888"/>
            <a:ext cx="219456" cy="914"/>
          </a:xfrm>
          <a:prstGeom prst="line">
            <a:avLst/>
          </a:prstGeom>
          <a:noFill/>
          <a:ln w="19050">
            <a:solidFill>
              <a:srgbClr val="4A5A70"/>
            </a:solidFill>
            <a:prstDash val="solid"/>
            <a:tailEnd type="triangle"/>
          </a:ln>
        </p:spPr>
      </p:sp>
      <p:sp>
        <p:nvSpPr>
          <p:cNvPr id="37" name="Shape 32"/>
          <p:cNvSpPr/>
          <p:nvPr/>
        </p:nvSpPr>
        <p:spPr>
          <a:xfrm>
            <a:off x="3108960" y="2331720"/>
            <a:ext cx="640080" cy="411480"/>
          </a:xfrm>
          <a:prstGeom prst="roundRect">
            <a:avLst>
              <a:gd name="adj" fmla="val 17778"/>
            </a:avLst>
          </a:prstGeom>
          <a:solidFill>
            <a:schemeClr val="accent1">
              <a:alpha val="15000"/>
            </a:schemeClr>
          </a:solidFill>
          <a:ln w="15875">
            <a:solidFill>
              <a:srgbClr val="D9700F"/>
            </a:solidFill>
            <a:prstDash val="solid"/>
          </a:ln>
        </p:spPr>
      </p:sp>
      <p:sp>
        <p:nvSpPr>
          <p:cNvPr id="38" name="Text 33"/>
          <p:cNvSpPr txBox="1"/>
          <p:nvPr/>
        </p:nvSpPr>
        <p:spPr>
          <a:xfrm>
            <a:off x="3108960" y="2331720"/>
            <a:ext cx="640080" cy="411480"/>
          </a:xfrm>
          <a:prstGeom prst="rect">
            <a:avLst/>
          </a:prstGeom>
          <a:noFill/>
          <a:ln/>
        </p:spPr>
        <p:txBody>
          <a:bodyPr wrap="square" lIns="0" tIns="0" rIns="0" bIns="0" rtlCol="0" anchor="ctr"/>
          <a:lstStyle/>
          <a:p>
            <a:pPr algn="ctr" indent="0" marL="0">
              <a:buNone/>
            </a:pPr>
            <a:r>
              <a:rPr lang="en-US" sz="1500" b="1" dirty="0">
                <a:solidFill>
                  <a:schemeClr val="accent1"/>
                </a:solidFill>
              </a:rPr>
              <a:t>+ t</a:t>
            </a:r>
            <a:endParaRPr lang="en-US" sz="1500" dirty="0"/>
          </a:p>
        </p:txBody>
      </p:sp>
      <p:sp>
        <p:nvSpPr>
          <p:cNvPr id="39" name="Shape 34"/>
          <p:cNvSpPr/>
          <p:nvPr/>
        </p:nvSpPr>
        <p:spPr>
          <a:xfrm>
            <a:off x="777240" y="2926080"/>
            <a:ext cx="2971800" cy="329184"/>
          </a:xfrm>
          <a:prstGeom prst="roundRect">
            <a:avLst>
              <a:gd name="adj" fmla="val 8333"/>
            </a:avLst>
          </a:prstGeom>
          <a:solidFill>
            <a:srgbClr val="FFFFFF"/>
          </a:solidFill>
          <a:ln w="9525">
            <a:solidFill>
              <a:srgbClr val="D5DCE6"/>
            </a:solidFill>
            <a:prstDash val="solid"/>
          </a:ln>
        </p:spPr>
      </p:sp>
      <p:sp>
        <p:nvSpPr>
          <p:cNvPr id="40" name="Text 35"/>
          <p:cNvSpPr txBox="1"/>
          <p:nvPr/>
        </p:nvSpPr>
        <p:spPr>
          <a:xfrm>
            <a:off x="960120" y="2926080"/>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ik</a:t>
            </a:r>
            <a:r>
              <a:rPr lang="en-US" sz="1500" dirty="0">
                <a:solidFill>
                  <a:schemeClr val="tx1"/>
                </a:solidFill>
              </a:rPr>
              <a:t> werk</a:t>
            </a:r>
            <a:endParaRPr lang="en-US" sz="1500" dirty="0"/>
          </a:p>
        </p:txBody>
      </p:sp>
      <p:sp>
        <p:nvSpPr>
          <p:cNvPr id="41" name="Shape 36"/>
          <p:cNvSpPr/>
          <p:nvPr/>
        </p:nvSpPr>
        <p:spPr>
          <a:xfrm>
            <a:off x="777240" y="3273552"/>
            <a:ext cx="2971800" cy="329184"/>
          </a:xfrm>
          <a:prstGeom prst="roundRect">
            <a:avLst>
              <a:gd name="adj" fmla="val 8333"/>
            </a:avLst>
          </a:prstGeom>
          <a:solidFill>
            <a:schemeClr val="bg2"/>
          </a:solidFill>
          <a:ln w="9525">
            <a:solidFill>
              <a:srgbClr val="D5DCE6"/>
            </a:solidFill>
            <a:prstDash val="solid"/>
          </a:ln>
        </p:spPr>
      </p:sp>
      <p:sp>
        <p:nvSpPr>
          <p:cNvPr id="42" name="Text 37"/>
          <p:cNvSpPr txBox="1"/>
          <p:nvPr/>
        </p:nvSpPr>
        <p:spPr>
          <a:xfrm>
            <a:off x="960120" y="3273552"/>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hij</a:t>
            </a:r>
            <a:r>
              <a:rPr lang="en-US" sz="1500" dirty="0">
                <a:solidFill>
                  <a:schemeClr val="tx1"/>
                </a:solidFill>
              </a:rPr>
              <a:t> werk</a:t>
            </a:r>
            <a:r>
              <a:rPr lang="en-US" sz="1500" b="1" dirty="0">
                <a:solidFill>
                  <a:schemeClr val="accent1"/>
                </a:solidFill>
              </a:rPr>
              <a:t>t</a:t>
            </a:r>
            <a:endParaRPr lang="en-US" sz="1500" dirty="0"/>
          </a:p>
        </p:txBody>
      </p:sp>
      <p:sp>
        <p:nvSpPr>
          <p:cNvPr id="43" name="Shape 38"/>
          <p:cNvSpPr/>
          <p:nvPr/>
        </p:nvSpPr>
        <p:spPr>
          <a:xfrm>
            <a:off x="777240" y="3621024"/>
            <a:ext cx="2971800" cy="329184"/>
          </a:xfrm>
          <a:prstGeom prst="roundRect">
            <a:avLst>
              <a:gd name="adj" fmla="val 8333"/>
            </a:avLst>
          </a:prstGeom>
          <a:solidFill>
            <a:srgbClr val="DDE3EA"/>
          </a:solidFill>
          <a:ln w="9525">
            <a:solidFill>
              <a:srgbClr val="D5DCE6"/>
            </a:solidFill>
            <a:prstDash val="solid"/>
          </a:ln>
        </p:spPr>
      </p:sp>
      <p:sp>
        <p:nvSpPr>
          <p:cNvPr id="44" name="Text 39"/>
          <p:cNvSpPr txBox="1"/>
          <p:nvPr/>
        </p:nvSpPr>
        <p:spPr>
          <a:xfrm>
            <a:off x="960120" y="3621024"/>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wij</a:t>
            </a:r>
            <a:r>
              <a:rPr lang="en-US" sz="1500" dirty="0">
                <a:solidFill>
                  <a:schemeClr val="tx1"/>
                </a:solidFill>
              </a:rPr>
              <a:t> werk</a:t>
            </a:r>
            <a:r>
              <a:rPr lang="en-US" sz="1500" b="1" dirty="0">
                <a:solidFill>
                  <a:schemeClr val="accent1"/>
                </a:solidFill>
              </a:rPr>
              <a:t>en</a:t>
            </a:r>
            <a:endParaRPr lang="en-US" sz="1500" dirty="0"/>
          </a:p>
        </p:txBody>
      </p:sp>
      <p:sp>
        <p:nvSpPr>
          <p:cNvPr id="45" name="Text 40"/>
          <p:cNvSpPr txBox="1"/>
          <p:nvPr/>
        </p:nvSpPr>
        <p:spPr>
          <a:xfrm>
            <a:off x="4739894" y="2377440"/>
            <a:ext cx="1427988" cy="594360"/>
          </a:xfrm>
          <a:prstGeom prst="rect">
            <a:avLst/>
          </a:prstGeom>
          <a:noFill/>
          <a:ln/>
        </p:spPr>
        <p:txBody>
          <a:bodyPr wrap="square" lIns="0" tIns="0" rIns="0" bIns="0" rtlCol="0" anchor="ctr"/>
          <a:lstStyle/>
          <a:p>
            <a:pPr algn="r" indent="0" marL="0">
              <a:buNone/>
            </a:pPr>
            <a:r>
              <a:rPr lang="en-US" sz="2600" b="1" dirty="0">
                <a:solidFill>
                  <a:schemeClr val="accent6"/>
                </a:solidFill>
              </a:rPr>
              <a:t>Werk</a:t>
            </a:r>
            <a:endParaRPr lang="en-US" sz="2600" dirty="0"/>
          </a:p>
        </p:txBody>
      </p:sp>
      <p:sp>
        <p:nvSpPr>
          <p:cNvPr id="46" name="Text 41"/>
          <p:cNvSpPr txBox="1"/>
          <p:nvPr/>
        </p:nvSpPr>
        <p:spPr>
          <a:xfrm>
            <a:off x="6167882" y="2377440"/>
            <a:ext cx="341376" cy="594360"/>
          </a:xfrm>
          <a:prstGeom prst="rect">
            <a:avLst/>
          </a:prstGeom>
          <a:noFill/>
          <a:ln/>
        </p:spPr>
        <p:txBody>
          <a:bodyPr wrap="square" lIns="0" tIns="0" rIns="0" bIns="0" rtlCol="0" anchor="ctr"/>
          <a:lstStyle/>
          <a:p>
            <a:pPr algn="l" indent="0" marL="0">
              <a:buNone/>
            </a:pPr>
            <a:r>
              <a:rPr lang="en-US" sz="2600" b="1" strike="sngStrike" dirty="0">
                <a:solidFill>
                  <a:schemeClr val="accent1"/>
                </a:solidFill>
              </a:rPr>
              <a:t>t</a:t>
            </a:r>
            <a:endParaRPr lang="en-US" sz="2600" dirty="0"/>
          </a:p>
        </p:txBody>
      </p:sp>
      <p:sp>
        <p:nvSpPr>
          <p:cNvPr id="47" name="Text 42"/>
          <p:cNvSpPr txBox="1"/>
          <p:nvPr/>
        </p:nvSpPr>
        <p:spPr>
          <a:xfrm>
            <a:off x="6463538" y="2377440"/>
            <a:ext cx="894080" cy="594360"/>
          </a:xfrm>
          <a:prstGeom prst="rect">
            <a:avLst/>
          </a:prstGeom>
          <a:noFill/>
          <a:ln/>
        </p:spPr>
        <p:txBody>
          <a:bodyPr wrap="square" lIns="0" tIns="0" rIns="0" bIns="0" rtlCol="0" anchor="ctr"/>
          <a:lstStyle/>
          <a:p>
            <a:pPr algn="l" indent="0" marL="0">
              <a:buNone/>
            </a:pPr>
            <a:r>
              <a:rPr lang="en-US" sz="2600" b="1" dirty="0">
                <a:solidFill>
                  <a:schemeClr val="accent2"/>
                </a:solidFill>
              </a:rPr>
              <a:t>jij?</a:t>
            </a:r>
            <a:endParaRPr lang="en-US" sz="2600" dirty="0"/>
          </a:p>
        </p:txBody>
      </p:sp>
      <p:sp>
        <p:nvSpPr>
          <p:cNvPr id="48" name="Text 43"/>
          <p:cNvSpPr txBox="1"/>
          <p:nvPr/>
        </p:nvSpPr>
        <p:spPr>
          <a:xfrm>
            <a:off x="4379976" y="3154680"/>
            <a:ext cx="3429000" cy="594360"/>
          </a:xfrm>
          <a:prstGeom prst="rect">
            <a:avLst/>
          </a:prstGeom>
          <a:noFill/>
          <a:ln/>
        </p:spPr>
        <p:txBody>
          <a:bodyPr wrap="square" lIns="0" tIns="0" rIns="0" bIns="0" rtlCol="0" anchor="ctr"/>
          <a:lstStyle/>
          <a:p>
            <a:pPr algn="ctr" indent="0" marL="0">
              <a:buNone/>
            </a:pPr>
            <a:r>
              <a:rPr lang="en-US" sz="2600" b="1" dirty="0">
                <a:solidFill>
                  <a:schemeClr val="accent1"/>
                </a:solidFill>
              </a:rPr>
              <a:t>Waar</a:t>
            </a:r>
            <a:r>
              <a:rPr lang="en-US" sz="2600" dirty="0">
                <a:solidFill>
                  <a:schemeClr val="tx1"/>
                </a:solidFill>
              </a:rPr>
              <a:t> </a:t>
            </a:r>
            <a:r>
              <a:rPr lang="en-US" sz="2600" b="1" dirty="0">
                <a:solidFill>
                  <a:schemeClr val="accent6"/>
                </a:solidFill>
              </a:rPr>
              <a:t>werk</a:t>
            </a:r>
            <a:r>
              <a:rPr lang="en-US" sz="2600" dirty="0">
                <a:solidFill>
                  <a:schemeClr val="tx1"/>
                </a:solidFill>
              </a:rPr>
              <a:t> </a:t>
            </a:r>
            <a:r>
              <a:rPr lang="en-US" sz="2600" b="1" dirty="0">
                <a:solidFill>
                  <a:schemeClr val="accent2"/>
                </a:solidFill>
              </a:rPr>
              <a:t>je</a:t>
            </a:r>
            <a:r>
              <a:rPr lang="en-US" sz="2600" dirty="0">
                <a:solidFill>
                  <a:schemeClr val="tx1"/>
                </a:solidFill>
              </a:rPr>
              <a:t>?</a:t>
            </a:r>
            <a:endParaRPr lang="en-US" sz="2600" dirty="0"/>
          </a:p>
        </p:txBody>
      </p:sp>
      <p:sp>
        <p:nvSpPr>
          <p:cNvPr id="49" name="Shape 44"/>
          <p:cNvSpPr/>
          <p:nvPr/>
        </p:nvSpPr>
        <p:spPr>
          <a:xfrm>
            <a:off x="8412480" y="2743200"/>
            <a:ext cx="457200" cy="502920"/>
          </a:xfrm>
          <a:prstGeom prst="roundRect">
            <a:avLst>
              <a:gd name="adj" fmla="val 16000"/>
            </a:avLst>
          </a:prstGeom>
          <a:solidFill>
            <a:srgbClr val="FFFFFF"/>
          </a:solidFill>
          <a:ln w="12700">
            <a:solidFill>
              <a:srgbClr val="4A5A70"/>
            </a:solidFill>
            <a:prstDash val="solid"/>
          </a:ln>
        </p:spPr>
      </p:sp>
      <p:sp>
        <p:nvSpPr>
          <p:cNvPr id="50" name="Text 45"/>
          <p:cNvSpPr txBox="1"/>
          <p:nvPr/>
        </p:nvSpPr>
        <p:spPr>
          <a:xfrm>
            <a:off x="841248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1</a:t>
            </a:r>
            <a:endParaRPr lang="en-US" sz="1400" dirty="0"/>
          </a:p>
        </p:txBody>
      </p:sp>
      <p:sp>
        <p:nvSpPr>
          <p:cNvPr id="51" name="Shape 46"/>
          <p:cNvSpPr/>
          <p:nvPr/>
        </p:nvSpPr>
        <p:spPr>
          <a:xfrm>
            <a:off x="8933688" y="2743200"/>
            <a:ext cx="457200" cy="502920"/>
          </a:xfrm>
          <a:prstGeom prst="roundRect">
            <a:avLst>
              <a:gd name="adj" fmla="val 16000"/>
            </a:avLst>
          </a:prstGeom>
          <a:solidFill>
            <a:srgbClr val="FFFFFF"/>
          </a:solidFill>
          <a:ln w="31750">
            <a:solidFill>
              <a:srgbClr val="B83227"/>
            </a:solidFill>
            <a:prstDash val="solid"/>
          </a:ln>
        </p:spPr>
      </p:sp>
      <p:sp>
        <p:nvSpPr>
          <p:cNvPr id="52" name="Text 47"/>
          <p:cNvSpPr txBox="1"/>
          <p:nvPr/>
        </p:nvSpPr>
        <p:spPr>
          <a:xfrm>
            <a:off x="8933688"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2</a:t>
            </a:r>
            <a:endParaRPr lang="en-US" sz="1400" dirty="0"/>
          </a:p>
        </p:txBody>
      </p:sp>
      <p:sp>
        <p:nvSpPr>
          <p:cNvPr id="53" name="Shape 48"/>
          <p:cNvSpPr/>
          <p:nvPr/>
        </p:nvSpPr>
        <p:spPr>
          <a:xfrm>
            <a:off x="9454896" y="2743200"/>
            <a:ext cx="457200" cy="502920"/>
          </a:xfrm>
          <a:prstGeom prst="roundRect">
            <a:avLst>
              <a:gd name="adj" fmla="val 16000"/>
            </a:avLst>
          </a:prstGeom>
          <a:solidFill>
            <a:srgbClr val="FFFFFF"/>
          </a:solidFill>
          <a:ln w="12700">
            <a:solidFill>
              <a:srgbClr val="4A5A70"/>
            </a:solidFill>
            <a:prstDash val="solid"/>
          </a:ln>
        </p:spPr>
      </p:sp>
      <p:sp>
        <p:nvSpPr>
          <p:cNvPr id="54" name="Text 49"/>
          <p:cNvSpPr txBox="1"/>
          <p:nvPr/>
        </p:nvSpPr>
        <p:spPr>
          <a:xfrm>
            <a:off x="9454896"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3</a:t>
            </a:r>
            <a:endParaRPr lang="en-US" sz="1400" dirty="0"/>
          </a:p>
        </p:txBody>
      </p:sp>
      <p:sp>
        <p:nvSpPr>
          <p:cNvPr id="55" name="Shape 50"/>
          <p:cNvSpPr/>
          <p:nvPr/>
        </p:nvSpPr>
        <p:spPr>
          <a:xfrm>
            <a:off x="9976104" y="2743200"/>
            <a:ext cx="457200" cy="502920"/>
          </a:xfrm>
          <a:prstGeom prst="roundRect">
            <a:avLst>
              <a:gd name="adj" fmla="val 16000"/>
            </a:avLst>
          </a:prstGeom>
          <a:solidFill>
            <a:srgbClr val="FFFFFF"/>
          </a:solidFill>
          <a:ln w="12700">
            <a:solidFill>
              <a:srgbClr val="4A5A70"/>
            </a:solidFill>
            <a:prstDash val="solid"/>
          </a:ln>
        </p:spPr>
      </p:sp>
      <p:sp>
        <p:nvSpPr>
          <p:cNvPr id="56" name="Text 51"/>
          <p:cNvSpPr txBox="1"/>
          <p:nvPr/>
        </p:nvSpPr>
        <p:spPr>
          <a:xfrm>
            <a:off x="9976104"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4</a:t>
            </a:r>
            <a:endParaRPr lang="en-US" sz="1400" dirty="0"/>
          </a:p>
        </p:txBody>
      </p:sp>
      <p:sp>
        <p:nvSpPr>
          <p:cNvPr id="57" name="Shape 52"/>
          <p:cNvSpPr/>
          <p:nvPr/>
        </p:nvSpPr>
        <p:spPr>
          <a:xfrm>
            <a:off x="10497312" y="2743200"/>
            <a:ext cx="457200" cy="502920"/>
          </a:xfrm>
          <a:prstGeom prst="roundRect">
            <a:avLst>
              <a:gd name="adj" fmla="val 16000"/>
            </a:avLst>
          </a:prstGeom>
          <a:solidFill>
            <a:srgbClr val="FFFFFF"/>
          </a:solidFill>
          <a:ln w="12700">
            <a:solidFill>
              <a:srgbClr val="4A5A70"/>
            </a:solidFill>
            <a:prstDash val="solid"/>
          </a:ln>
        </p:spPr>
      </p:sp>
      <p:sp>
        <p:nvSpPr>
          <p:cNvPr id="58" name="Text 53"/>
          <p:cNvSpPr txBox="1"/>
          <p:nvPr/>
        </p:nvSpPr>
        <p:spPr>
          <a:xfrm>
            <a:off x="10497312"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5</a:t>
            </a:r>
            <a:endParaRPr lang="en-US" sz="1400" dirty="0"/>
          </a:p>
        </p:txBody>
      </p:sp>
      <p:sp>
        <p:nvSpPr>
          <p:cNvPr id="59" name="Shape 54"/>
          <p:cNvSpPr/>
          <p:nvPr/>
        </p:nvSpPr>
        <p:spPr>
          <a:xfrm>
            <a:off x="11018520" y="2743200"/>
            <a:ext cx="457200" cy="502920"/>
          </a:xfrm>
          <a:prstGeom prst="roundRect">
            <a:avLst>
              <a:gd name="adj" fmla="val 16000"/>
            </a:avLst>
          </a:prstGeom>
          <a:solidFill>
            <a:srgbClr val="FFFFFF"/>
          </a:solidFill>
          <a:ln w="31750">
            <a:solidFill>
              <a:srgbClr val="B83227"/>
            </a:solidFill>
            <a:prstDash val="solid"/>
          </a:ln>
        </p:spPr>
      </p:sp>
      <p:sp>
        <p:nvSpPr>
          <p:cNvPr id="60" name="Text 55"/>
          <p:cNvSpPr txBox="1"/>
          <p:nvPr/>
        </p:nvSpPr>
        <p:spPr>
          <a:xfrm>
            <a:off x="1101852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6</a:t>
            </a:r>
            <a:endParaRPr lang="en-US" sz="1400" dirty="0"/>
          </a:p>
        </p:txBody>
      </p:sp>
      <p:pic>
        <p:nvPicPr>
          <p:cNvPr id="61" name="Image 2" descr="SyncAlt">    </p:cNvPr>
          <p:cNvPicPr>
            <a:picLocks noChangeAspect="1"/>
          </p:cNvPicPr>
          <p:nvPr/>
        </p:nvPicPr>
        <p:blipFill>
          <a:blip r:embed="rId3"/>
          <a:stretch>
            <a:fillRect/>
          </a:stretch>
        </p:blipFill>
        <p:spPr>
          <a:xfrm>
            <a:off x="8503920" y="2359152"/>
            <a:ext cx="274320" cy="274320"/>
          </a:xfrm>
          <a:prstGeom prst="rect">
            <a:avLst/>
          </a:prstGeom>
        </p:spPr>
      </p:pic>
      <p:pic>
        <p:nvPicPr>
          <p:cNvPr id="62" name="Image 3" descr="Lock">    </p:cNvPr>
          <p:cNvPicPr>
            <a:picLocks noChangeAspect="1"/>
          </p:cNvPicPr>
          <p:nvPr/>
        </p:nvPicPr>
        <p:blipFill>
          <a:blip r:embed="rId4"/>
          <a:stretch>
            <a:fillRect/>
          </a:stretch>
        </p:blipFill>
        <p:spPr>
          <a:xfrm>
            <a:off x="9025128" y="2359152"/>
            <a:ext cx="274320" cy="274320"/>
          </a:xfrm>
          <a:prstGeom prst="rect">
            <a:avLst/>
          </a:prstGeom>
        </p:spPr>
      </p:pic>
      <p:sp>
        <p:nvSpPr>
          <p:cNvPr id="63" name="Shape 56"/>
          <p:cNvSpPr/>
          <p:nvPr/>
        </p:nvSpPr>
        <p:spPr>
          <a:xfrm>
            <a:off x="9162288" y="3273552"/>
            <a:ext cx="914" cy="274320"/>
          </a:xfrm>
          <a:prstGeom prst="line">
            <a:avLst/>
          </a:prstGeom>
          <a:noFill/>
          <a:ln w="44450">
            <a:solidFill>
              <a:srgbClr val="B83227"/>
            </a:solidFill>
            <a:prstDash val="solid"/>
          </a:ln>
        </p:spPr>
      </p:sp>
      <p:sp>
        <p:nvSpPr>
          <p:cNvPr id="64" name="Shape 57"/>
          <p:cNvSpPr/>
          <p:nvPr/>
        </p:nvSpPr>
        <p:spPr>
          <a:xfrm>
            <a:off x="11247120" y="3273552"/>
            <a:ext cx="914" cy="274320"/>
          </a:xfrm>
          <a:prstGeom prst="line">
            <a:avLst/>
          </a:prstGeom>
          <a:noFill/>
          <a:ln w="44450">
            <a:solidFill>
              <a:srgbClr val="B83227"/>
            </a:solidFill>
            <a:prstDash val="solid"/>
          </a:ln>
        </p:spPr>
      </p:sp>
      <p:sp>
        <p:nvSpPr>
          <p:cNvPr id="65" name="Shape 58"/>
          <p:cNvSpPr/>
          <p:nvPr/>
        </p:nvSpPr>
        <p:spPr>
          <a:xfrm>
            <a:off x="9144000" y="3547872"/>
            <a:ext cx="2121408" cy="914"/>
          </a:xfrm>
          <a:prstGeom prst="line">
            <a:avLst/>
          </a:prstGeom>
          <a:noFill/>
          <a:ln w="44450">
            <a:solidFill>
              <a:srgbClr val="B83227"/>
            </a:solidFill>
            <a:prstDash val="solid"/>
          </a:ln>
        </p:spPr>
      </p:sp>
      <p:sp>
        <p:nvSpPr>
          <p:cNvPr id="66" name="Text 59"/>
          <p:cNvSpPr txBox="1"/>
          <p:nvPr/>
        </p:nvSpPr>
        <p:spPr>
          <a:xfrm>
            <a:off x="9454896" y="3584448"/>
            <a:ext cx="1499616" cy="274320"/>
          </a:xfrm>
          <a:prstGeom prst="rect">
            <a:avLst/>
          </a:prstGeom>
          <a:noFill/>
          <a:ln/>
        </p:spPr>
        <p:txBody>
          <a:bodyPr wrap="square" lIns="0" tIns="0" rIns="0" bIns="0" rtlCol="0" anchor="t"/>
          <a:lstStyle/>
          <a:p>
            <a:pPr algn="ctr" indent="0" marL="0">
              <a:buNone/>
            </a:pPr>
            <a:r>
              <a:rPr lang="en-US" sz="1200" i="1" dirty="0">
                <a:solidFill>
                  <a:schemeClr val="accent6"/>
                </a:solidFill>
              </a:rPr>
              <a:t>la pince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 → ★★★</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ync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tourniquet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Random">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Remets dans l’ordre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Questio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Pose la question</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Dice">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Dobbelspel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obileAl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message de Karim</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semaine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8" name="Shape 4"/>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9" name="Shape 5"/>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0" name="Text 6"/>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1" name="Text 7"/>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2" name="Text 8"/>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tx1"/>
                </a:solidFill>
              </a:rPr>
              <a:t>(luisteren)</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tx1"/>
                </a:solidFill>
              </a:rPr>
              <a:t>(roepen)</a:t>
            </a:r>
            <a:r>
              <a:rPr lang="en-US" sz="1800" dirty="0">
                <a:solidFill>
                  <a:schemeClr val="tx1"/>
                </a:solidFill>
              </a:rPr>
              <a:t> jouw naam.</a:t>
            </a:r>
            <a:endParaRPr lang="en-US" sz="1800" dirty="0"/>
          </a:p>
        </p:txBody>
      </p:sp>
      <p:sp>
        <p:nvSpPr>
          <p:cNvPr id="13" name="Text 9"/>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tx1"/>
                </a:solidFill>
              </a:rPr>
              <a:t>(zingen)</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tx1"/>
                </a:solidFill>
              </a:rPr>
              <a:t>(begrijpen)</a:t>
            </a:r>
            <a:r>
              <a:rPr lang="en-US" sz="1800" dirty="0">
                <a:solidFill>
                  <a:schemeClr val="tx1"/>
                </a:solidFill>
              </a:rPr>
              <a:t> de les niet.</a:t>
            </a:r>
            <a:endParaRPr lang="en-US" sz="1800" dirty="0"/>
          </a:p>
        </p:txBody>
      </p:sp>
      <p:sp>
        <p:nvSpPr>
          <p:cNvPr id="14" name="Shape 10"/>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5" name="Shape 11"/>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6" name="Text 12"/>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7" name="Text 13"/>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8" name="Text 14"/>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tx1"/>
                </a:solidFill>
              </a:rPr>
              <a:t>(stoppen)</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tx1"/>
                </a:solidFill>
              </a:rPr>
              <a:t>(koken)</a:t>
            </a:r>
            <a:r>
              <a:rPr lang="en-US" sz="1800" dirty="0">
                <a:solidFill>
                  <a:schemeClr val="tx1"/>
                </a:solidFill>
              </a:rPr>
              <a:t> lekker Libanees.</a:t>
            </a:r>
            <a:endParaRPr lang="en-US" sz="1800" dirty="0"/>
          </a:p>
        </p:txBody>
      </p:sp>
      <p:sp>
        <p:nvSpPr>
          <p:cNvPr id="19" name="Text 15"/>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tx1"/>
                </a:solidFill>
              </a:rPr>
              <a:t>(betalen)</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tx1"/>
                </a:solidFill>
              </a:rPr>
              <a:t>(beginnen)</a:t>
            </a:r>
            <a:r>
              <a:rPr lang="en-US" sz="1800" dirty="0">
                <a:solidFill>
                  <a:schemeClr val="tx1"/>
                </a:solidFill>
              </a:rPr>
              <a:t> om 9 uur.</a:t>
            </a:r>
            <a:endParaRPr lang="en-US" sz="1800" dirty="0"/>
          </a:p>
        </p:txBody>
      </p:sp>
      <p:sp>
        <p:nvSpPr>
          <p:cNvPr id="20" name="Shape 16"/>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1" name="Shape 17"/>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2" name="Text 18"/>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3" name="Text 19"/>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4" name="Text 20"/>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tx1"/>
                </a:solidFill>
              </a:rPr>
              <a:t>(Slapen)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tx1"/>
                </a:solidFill>
              </a:rPr>
              <a:t>(Nemen)</a:t>
            </a:r>
            <a:r>
              <a:rPr lang="en-US" sz="1800" dirty="0">
                <a:solidFill>
                  <a:schemeClr val="tx1"/>
                </a:solidFill>
              </a:rPr>
              <a:t> ik je mee?</a:t>
            </a:r>
            <a:endParaRPr lang="en-US" sz="1800" dirty="0"/>
          </a:p>
        </p:txBody>
      </p:sp>
      <p:sp>
        <p:nvSpPr>
          <p:cNvPr id="25" name="Text 21"/>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tx1"/>
                </a:solidFill>
              </a:rPr>
              <a:t>(Bellen)</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tx1"/>
                </a:solidFill>
              </a:rPr>
              <a:t>(Drinken)</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9" name="Shape 5"/>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10" name="Shape 6"/>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1" name="Text 7"/>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2" name="Text 8"/>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3" name="Text 9"/>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accent3"/>
                </a:solidFill>
              </a:rPr>
              <a:t>luister</a:t>
            </a:r>
            <a:r>
              <a:rPr lang="en-US" sz="1800" b="1" dirty="0">
                <a:solidFill>
                  <a:schemeClr val="accent1"/>
                </a:solidFill>
              </a:rPr>
              <a:t>t</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accent3"/>
                </a:solidFill>
              </a:rPr>
              <a:t>roep</a:t>
            </a:r>
            <a:r>
              <a:rPr lang="en-US" sz="1800" b="1" dirty="0">
                <a:solidFill>
                  <a:schemeClr val="accent1"/>
                </a:solidFill>
              </a:rPr>
              <a:t>t</a:t>
            </a:r>
            <a:r>
              <a:rPr lang="en-US" sz="1800" dirty="0">
                <a:solidFill>
                  <a:schemeClr val="tx1"/>
                </a:solidFill>
              </a:rPr>
              <a:t> jouw naam.</a:t>
            </a:r>
            <a:endParaRPr lang="en-US" sz="1800" dirty="0"/>
          </a:p>
        </p:txBody>
      </p:sp>
      <p:sp>
        <p:nvSpPr>
          <p:cNvPr id="14" name="Text 10"/>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accent3"/>
                </a:solidFill>
              </a:rPr>
              <a:t>zing</a:t>
            </a:r>
            <a:r>
              <a:rPr lang="en-US" sz="1800" b="1" dirty="0">
                <a:solidFill>
                  <a:schemeClr val="accent1"/>
                </a:solidFill>
              </a:rPr>
              <a:t>t</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accent3"/>
                </a:solidFill>
              </a:rPr>
              <a:t>begrijp</a:t>
            </a:r>
            <a:r>
              <a:rPr lang="en-US" sz="1800" b="1" dirty="0">
                <a:solidFill>
                  <a:schemeClr val="accent1"/>
                </a:solidFill>
              </a:rPr>
              <a:t>en</a:t>
            </a:r>
            <a:r>
              <a:rPr lang="en-US" sz="1800" dirty="0">
                <a:solidFill>
                  <a:schemeClr val="tx1"/>
                </a:solidFill>
              </a:rPr>
              <a:t> de les niet.</a:t>
            </a:r>
            <a:endParaRPr lang="en-US" sz="1800" dirty="0"/>
          </a:p>
        </p:txBody>
      </p:sp>
      <p:sp>
        <p:nvSpPr>
          <p:cNvPr id="15" name="Shape 11"/>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6" name="Shape 12"/>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7" name="Text 13"/>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8" name="Text 14"/>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9" name="Text 15"/>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accent3"/>
                </a:solidFill>
              </a:rPr>
              <a:t>sto</a:t>
            </a:r>
            <a:r>
              <a:rPr lang="en-US" sz="1800" b="1" u="sng" dirty="0">
                <a:solidFill>
                  <a:schemeClr val="accent3"/>
                </a:solidFill>
              </a:rPr>
              <a:t>p</a:t>
            </a:r>
            <a:r>
              <a:rPr lang="en-US" sz="1800" b="1" dirty="0">
                <a:solidFill>
                  <a:schemeClr val="accent1"/>
                </a:solidFill>
              </a:rPr>
              <a:t>t</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accent3"/>
                </a:solidFill>
              </a:rPr>
              <a:t>k</a:t>
            </a:r>
            <a:r>
              <a:rPr lang="en-US" sz="1800" b="1" u="sng" dirty="0">
                <a:solidFill>
                  <a:schemeClr val="accent3"/>
                </a:solidFill>
              </a:rPr>
              <a:t>oo</a:t>
            </a:r>
            <a:r>
              <a:rPr lang="en-US" sz="1800" b="1" dirty="0">
                <a:solidFill>
                  <a:schemeClr val="accent3"/>
                </a:solidFill>
              </a:rPr>
              <a:t>k</a:t>
            </a:r>
            <a:r>
              <a:rPr lang="en-US" sz="1800" b="1" dirty="0">
                <a:solidFill>
                  <a:schemeClr val="accent1"/>
                </a:solidFill>
              </a:rPr>
              <a:t>t</a:t>
            </a:r>
            <a:r>
              <a:rPr lang="en-US" sz="1800" dirty="0">
                <a:solidFill>
                  <a:schemeClr val="tx1"/>
                </a:solidFill>
              </a:rPr>
              <a:t> lekker Libanees.</a:t>
            </a:r>
            <a:endParaRPr lang="en-US" sz="1800" dirty="0"/>
          </a:p>
        </p:txBody>
      </p:sp>
      <p:sp>
        <p:nvSpPr>
          <p:cNvPr id="20" name="Text 16"/>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accent3"/>
                </a:solidFill>
              </a:rPr>
              <a:t>bet</a:t>
            </a:r>
            <a:r>
              <a:rPr lang="en-US" sz="1800" b="1" u="sng" dirty="0">
                <a:solidFill>
                  <a:schemeClr val="accent3"/>
                </a:solidFill>
              </a:rPr>
              <a:t>aa</a:t>
            </a:r>
            <a:r>
              <a:rPr lang="en-US" sz="1800" b="1" dirty="0">
                <a:solidFill>
                  <a:schemeClr val="accent3"/>
                </a:solidFill>
              </a:rPr>
              <a:t>l</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accent3"/>
                </a:solidFill>
              </a:rPr>
              <a:t>begi</a:t>
            </a:r>
            <a:r>
              <a:rPr lang="en-US" sz="1800" b="1" u="sng" dirty="0">
                <a:solidFill>
                  <a:schemeClr val="accent3"/>
                </a:solidFill>
              </a:rPr>
              <a:t>n</a:t>
            </a:r>
            <a:r>
              <a:rPr lang="en-US" sz="1800" b="1" dirty="0">
                <a:solidFill>
                  <a:schemeClr val="accent1"/>
                </a:solidFill>
              </a:rPr>
              <a:t>t</a:t>
            </a:r>
            <a:r>
              <a:rPr lang="en-US" sz="1800" dirty="0">
                <a:solidFill>
                  <a:schemeClr val="tx1"/>
                </a:solidFill>
              </a:rPr>
              <a:t> om 9 uur.</a:t>
            </a:r>
            <a:endParaRPr lang="en-US" sz="1800" dirty="0"/>
          </a:p>
        </p:txBody>
      </p:sp>
      <p:sp>
        <p:nvSpPr>
          <p:cNvPr id="21" name="Shape 17"/>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2" name="Shape 18"/>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3" name="Text 19"/>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4" name="Text 20"/>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5" name="Text 21"/>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accent3"/>
                </a:solidFill>
              </a:rPr>
              <a:t>Slap</a:t>
            </a:r>
            <a:r>
              <a:rPr lang="en-US" sz="1800" b="1" dirty="0">
                <a:solidFill>
                  <a:schemeClr val="accent1"/>
                </a:solidFill>
              </a:rPr>
              <a:t>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accent3"/>
                </a:solidFill>
              </a:rPr>
              <a:t>N</a:t>
            </a:r>
            <a:r>
              <a:rPr lang="en-US" sz="1800" b="1" u="sng" dirty="0">
                <a:solidFill>
                  <a:schemeClr val="accent3"/>
                </a:solidFill>
              </a:rPr>
              <a:t>ee</a:t>
            </a:r>
            <a:r>
              <a:rPr lang="en-US" sz="1800" b="1" dirty="0">
                <a:solidFill>
                  <a:schemeClr val="accent3"/>
                </a:solidFill>
              </a:rPr>
              <a:t>m</a:t>
            </a:r>
            <a:r>
              <a:rPr lang="en-US" sz="1800" dirty="0">
                <a:solidFill>
                  <a:schemeClr val="tx1"/>
                </a:solidFill>
              </a:rPr>
              <a:t> ik je mee?</a:t>
            </a:r>
            <a:endParaRPr lang="en-US" sz="1800" dirty="0"/>
          </a:p>
        </p:txBody>
      </p:sp>
      <p:sp>
        <p:nvSpPr>
          <p:cNvPr id="26" name="Text 22"/>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accent3"/>
                </a:solidFill>
              </a:rPr>
              <a:t>Be</a:t>
            </a:r>
            <a:r>
              <a:rPr lang="en-US" sz="1800" b="1" u="sng" dirty="0">
                <a:solidFill>
                  <a:schemeClr val="accent3"/>
                </a:solidFill>
              </a:rPr>
              <a:t>l</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accent3"/>
                </a:solidFill>
              </a:rPr>
              <a:t>Drink</a:t>
            </a:r>
            <a:r>
              <a:rPr lang="en-US" sz="1800" b="1" dirty="0">
                <a:solidFill>
                  <a:schemeClr val="accent1"/>
                </a:solidFill>
              </a:rPr>
              <a:t>t</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8" name="Shape 4"/>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3"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4" name="Text 9"/>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5" name="Shape 10"/>
          <p:cNvSpPr/>
          <p:nvPr/>
        </p:nvSpPr>
        <p:spPr>
          <a:xfrm>
            <a:off x="5916168" y="2239264"/>
            <a:ext cx="137160" cy="914"/>
          </a:xfrm>
          <a:prstGeom prst="line">
            <a:avLst/>
          </a:prstGeom>
          <a:noFill/>
          <a:ln w="31750">
            <a:solidFill>
              <a:srgbClr val="D9700F"/>
            </a:solidFill>
            <a:prstDash val="solid"/>
            <a:tailEnd type="triangle"/>
          </a:ln>
        </p:spPr>
      </p:sp>
      <p:sp>
        <p:nvSpPr>
          <p:cNvPr id="16" name="Shape 11"/>
          <p:cNvSpPr/>
          <p:nvPr/>
        </p:nvSpPr>
        <p:spPr>
          <a:xfrm>
            <a:off x="6080760" y="1932432"/>
            <a:ext cx="5559552" cy="613664"/>
          </a:xfrm>
          <a:prstGeom prst="roundRect">
            <a:avLst>
              <a:gd name="adj" fmla="val 11921"/>
            </a:avLst>
          </a:prstGeom>
          <a:solidFill>
            <a:srgbClr val="FFFFFF"/>
          </a:solidFill>
          <a:ln w="12700">
            <a:solidFill>
              <a:srgbClr val="4A5A70"/>
            </a:solidFill>
            <a:prstDash val="dash"/>
          </a:ln>
        </p:spPr>
      </p:sp>
      <p:sp>
        <p:nvSpPr>
          <p:cNvPr id="17" name="Text 12"/>
          <p:cNvSpPr txBox="1"/>
          <p:nvPr/>
        </p:nvSpPr>
        <p:spPr>
          <a:xfrm>
            <a:off x="6263640" y="193243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18" name="Shape 13"/>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19" name="Shape 14"/>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0" name="Text 15"/>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Text 16"/>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22" name="Shape 17"/>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23" name="Image 2" descr="Redo">    </p:cNvPr>
          <p:cNvPicPr>
            <a:picLocks noChangeAspect="1"/>
          </p:cNvPicPr>
          <p:nvPr/>
        </p:nvPicPr>
        <p:blipFill>
          <a:blip r:embed="rId3"/>
          <a:stretch>
            <a:fillRect/>
          </a:stretch>
        </p:blipFill>
        <p:spPr>
          <a:xfrm>
            <a:off x="4133088" y="2834640"/>
            <a:ext cx="256032" cy="256032"/>
          </a:xfrm>
          <a:prstGeom prst="rect">
            <a:avLst/>
          </a:prstGeom>
        </p:spPr>
      </p:pic>
      <p:sp>
        <p:nvSpPr>
          <p:cNvPr id="24" name="Text 18"/>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25" name="Shape 19"/>
          <p:cNvSpPr/>
          <p:nvPr/>
        </p:nvSpPr>
        <p:spPr>
          <a:xfrm>
            <a:off x="5916168" y="2962656"/>
            <a:ext cx="137160" cy="914"/>
          </a:xfrm>
          <a:prstGeom prst="line">
            <a:avLst/>
          </a:prstGeom>
          <a:noFill/>
          <a:ln w="31750">
            <a:solidFill>
              <a:srgbClr val="D9700F"/>
            </a:solidFill>
            <a:prstDash val="solid"/>
            <a:tailEnd type="triangle"/>
          </a:ln>
        </p:spPr>
      </p:sp>
      <p:sp>
        <p:nvSpPr>
          <p:cNvPr id="26" name="Shape 20"/>
          <p:cNvSpPr/>
          <p:nvPr/>
        </p:nvSpPr>
        <p:spPr>
          <a:xfrm>
            <a:off x="6080760" y="2655824"/>
            <a:ext cx="5559552" cy="613664"/>
          </a:xfrm>
          <a:prstGeom prst="roundRect">
            <a:avLst>
              <a:gd name="adj" fmla="val 11921"/>
            </a:avLst>
          </a:prstGeom>
          <a:solidFill>
            <a:srgbClr val="FFFFFF"/>
          </a:solidFill>
          <a:ln w="12700">
            <a:solidFill>
              <a:srgbClr val="4A5A70"/>
            </a:solidFill>
            <a:prstDash val="dash"/>
          </a:ln>
        </p:spPr>
      </p:sp>
      <p:sp>
        <p:nvSpPr>
          <p:cNvPr id="27" name="Text 21"/>
          <p:cNvSpPr txBox="1"/>
          <p:nvPr/>
        </p:nvSpPr>
        <p:spPr>
          <a:xfrm>
            <a:off x="6263640" y="2655824"/>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8" name="Shape 22"/>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29" name="Shape 23"/>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30" name="Text 24"/>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1" name="Text 25"/>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32" name="Shape 26"/>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33" name="Image 3" descr="Redo">    </p:cNvPr>
          <p:cNvPicPr>
            <a:picLocks noChangeAspect="1"/>
          </p:cNvPicPr>
          <p:nvPr/>
        </p:nvPicPr>
        <p:blipFill>
          <a:blip r:embed="rId4"/>
          <a:stretch>
            <a:fillRect/>
          </a:stretch>
        </p:blipFill>
        <p:spPr>
          <a:xfrm>
            <a:off x="4133088" y="3558032"/>
            <a:ext cx="256032" cy="256032"/>
          </a:xfrm>
          <a:prstGeom prst="rect">
            <a:avLst/>
          </a:prstGeom>
        </p:spPr>
      </p:pic>
      <p:sp>
        <p:nvSpPr>
          <p:cNvPr id="34" name="Text 27"/>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35" name="Shape 28"/>
          <p:cNvSpPr/>
          <p:nvPr/>
        </p:nvSpPr>
        <p:spPr>
          <a:xfrm>
            <a:off x="5916168" y="3686048"/>
            <a:ext cx="137160" cy="914"/>
          </a:xfrm>
          <a:prstGeom prst="line">
            <a:avLst/>
          </a:prstGeom>
          <a:noFill/>
          <a:ln w="31750">
            <a:solidFill>
              <a:srgbClr val="D9700F"/>
            </a:solidFill>
            <a:prstDash val="solid"/>
            <a:tailEnd type="triangle"/>
          </a:ln>
        </p:spPr>
      </p:sp>
      <p:sp>
        <p:nvSpPr>
          <p:cNvPr id="36" name="Shape 29"/>
          <p:cNvSpPr/>
          <p:nvPr/>
        </p:nvSpPr>
        <p:spPr>
          <a:xfrm>
            <a:off x="6080760" y="3379216"/>
            <a:ext cx="5559552" cy="613664"/>
          </a:xfrm>
          <a:prstGeom prst="roundRect">
            <a:avLst>
              <a:gd name="adj" fmla="val 11921"/>
            </a:avLst>
          </a:prstGeom>
          <a:solidFill>
            <a:srgbClr val="FFFFFF"/>
          </a:solidFill>
          <a:ln w="12700">
            <a:solidFill>
              <a:srgbClr val="4A5A70"/>
            </a:solidFill>
            <a:prstDash val="dash"/>
          </a:ln>
        </p:spPr>
      </p:sp>
      <p:sp>
        <p:nvSpPr>
          <p:cNvPr id="37" name="Text 30"/>
          <p:cNvSpPr txBox="1"/>
          <p:nvPr/>
        </p:nvSpPr>
        <p:spPr>
          <a:xfrm>
            <a:off x="6263640" y="3379216"/>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38" name="Shape 31"/>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39" name="Shape 32"/>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40" name="Text 33"/>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1" name="Text 34"/>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42" name="Shape 35"/>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43" name="Image 4" descr="Redo">    </p:cNvPr>
          <p:cNvPicPr>
            <a:picLocks noChangeAspect="1"/>
          </p:cNvPicPr>
          <p:nvPr/>
        </p:nvPicPr>
        <p:blipFill>
          <a:blip r:embed="rId5"/>
          <a:stretch>
            <a:fillRect/>
          </a:stretch>
        </p:blipFill>
        <p:spPr>
          <a:xfrm>
            <a:off x="4133088" y="4281424"/>
            <a:ext cx="256032" cy="256032"/>
          </a:xfrm>
          <a:prstGeom prst="rect">
            <a:avLst/>
          </a:prstGeom>
        </p:spPr>
      </p:pic>
      <p:sp>
        <p:nvSpPr>
          <p:cNvPr id="44" name="Text 36"/>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45" name="Shape 37"/>
          <p:cNvSpPr/>
          <p:nvPr/>
        </p:nvSpPr>
        <p:spPr>
          <a:xfrm>
            <a:off x="5916168" y="4409440"/>
            <a:ext cx="137160" cy="914"/>
          </a:xfrm>
          <a:prstGeom prst="line">
            <a:avLst/>
          </a:prstGeom>
          <a:noFill/>
          <a:ln w="31750">
            <a:solidFill>
              <a:srgbClr val="D9700F"/>
            </a:solidFill>
            <a:prstDash val="solid"/>
            <a:tailEnd type="triangle"/>
          </a:ln>
        </p:spPr>
      </p:sp>
      <p:sp>
        <p:nvSpPr>
          <p:cNvPr id="46" name="Shape 38"/>
          <p:cNvSpPr/>
          <p:nvPr/>
        </p:nvSpPr>
        <p:spPr>
          <a:xfrm>
            <a:off x="6080760" y="4102608"/>
            <a:ext cx="5559552" cy="613664"/>
          </a:xfrm>
          <a:prstGeom prst="roundRect">
            <a:avLst>
              <a:gd name="adj" fmla="val 11921"/>
            </a:avLst>
          </a:prstGeom>
          <a:solidFill>
            <a:srgbClr val="FFFFFF"/>
          </a:solidFill>
          <a:ln w="12700">
            <a:solidFill>
              <a:srgbClr val="4A5A70"/>
            </a:solidFill>
            <a:prstDash val="dash"/>
          </a:ln>
        </p:spPr>
      </p:sp>
      <p:sp>
        <p:nvSpPr>
          <p:cNvPr id="47" name="Text 39"/>
          <p:cNvSpPr txBox="1"/>
          <p:nvPr/>
        </p:nvSpPr>
        <p:spPr>
          <a:xfrm>
            <a:off x="6263640" y="4102608"/>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48" name="Shape 40"/>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49" name="Shape 41"/>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50" name="Text 42"/>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1" name="Text 43"/>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52" name="Shape 44"/>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53" name="Image 5" descr="Redo">    </p:cNvPr>
          <p:cNvPicPr>
            <a:picLocks noChangeAspect="1"/>
          </p:cNvPicPr>
          <p:nvPr/>
        </p:nvPicPr>
        <p:blipFill>
          <a:blip r:embed="rId6"/>
          <a:stretch>
            <a:fillRect/>
          </a:stretch>
        </p:blipFill>
        <p:spPr>
          <a:xfrm>
            <a:off x="4133088" y="5004816"/>
            <a:ext cx="256032" cy="256032"/>
          </a:xfrm>
          <a:prstGeom prst="rect">
            <a:avLst/>
          </a:prstGeom>
        </p:spPr>
      </p:pic>
      <p:sp>
        <p:nvSpPr>
          <p:cNvPr id="54" name="Text 45"/>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55" name="Shape 46"/>
          <p:cNvSpPr/>
          <p:nvPr/>
        </p:nvSpPr>
        <p:spPr>
          <a:xfrm>
            <a:off x="5916168" y="5132832"/>
            <a:ext cx="137160" cy="914"/>
          </a:xfrm>
          <a:prstGeom prst="line">
            <a:avLst/>
          </a:prstGeom>
          <a:noFill/>
          <a:ln w="31750">
            <a:solidFill>
              <a:srgbClr val="D9700F"/>
            </a:solidFill>
            <a:prstDash val="solid"/>
            <a:tailEnd type="triangle"/>
          </a:ln>
        </p:spPr>
      </p:sp>
      <p:sp>
        <p:nvSpPr>
          <p:cNvPr id="56" name="Shape 47"/>
          <p:cNvSpPr/>
          <p:nvPr/>
        </p:nvSpPr>
        <p:spPr>
          <a:xfrm>
            <a:off x="6080760" y="4826000"/>
            <a:ext cx="5559552" cy="613664"/>
          </a:xfrm>
          <a:prstGeom prst="roundRect">
            <a:avLst>
              <a:gd name="adj" fmla="val 11921"/>
            </a:avLst>
          </a:prstGeom>
          <a:solidFill>
            <a:srgbClr val="FFFFFF"/>
          </a:solidFill>
          <a:ln w="12700">
            <a:solidFill>
              <a:srgbClr val="4A5A70"/>
            </a:solidFill>
            <a:prstDash val="dash"/>
          </a:ln>
        </p:spPr>
      </p:sp>
      <p:sp>
        <p:nvSpPr>
          <p:cNvPr id="57" name="Text 48"/>
          <p:cNvSpPr txBox="1"/>
          <p:nvPr/>
        </p:nvSpPr>
        <p:spPr>
          <a:xfrm>
            <a:off x="6263640" y="4826000"/>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58" name="Shape 49"/>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59" name="Shape 50"/>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60" name="Text 51"/>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1" name="Text 52"/>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62" name="Shape 53"/>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63" name="Image 6" descr="Redo">    </p:cNvPr>
          <p:cNvPicPr>
            <a:picLocks noChangeAspect="1"/>
          </p:cNvPicPr>
          <p:nvPr/>
        </p:nvPicPr>
        <p:blipFill>
          <a:blip r:embed="rId7"/>
          <a:stretch>
            <a:fillRect/>
          </a:stretch>
        </p:blipFill>
        <p:spPr>
          <a:xfrm>
            <a:off x="4133088" y="5728208"/>
            <a:ext cx="256032" cy="256032"/>
          </a:xfrm>
          <a:prstGeom prst="rect">
            <a:avLst/>
          </a:prstGeom>
        </p:spPr>
      </p:pic>
      <p:sp>
        <p:nvSpPr>
          <p:cNvPr id="64" name="Text 54"/>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65" name="Shape 55"/>
          <p:cNvSpPr/>
          <p:nvPr/>
        </p:nvSpPr>
        <p:spPr>
          <a:xfrm>
            <a:off x="5916168" y="5856224"/>
            <a:ext cx="137160" cy="914"/>
          </a:xfrm>
          <a:prstGeom prst="line">
            <a:avLst/>
          </a:prstGeom>
          <a:noFill/>
          <a:ln w="31750">
            <a:solidFill>
              <a:srgbClr val="D9700F"/>
            </a:solidFill>
            <a:prstDash val="solid"/>
            <a:tailEnd type="triangle"/>
          </a:ln>
        </p:spPr>
      </p:sp>
      <p:sp>
        <p:nvSpPr>
          <p:cNvPr id="66" name="Shape 56"/>
          <p:cNvSpPr/>
          <p:nvPr/>
        </p:nvSpPr>
        <p:spPr>
          <a:xfrm>
            <a:off x="6080760" y="5549392"/>
            <a:ext cx="5559552" cy="613664"/>
          </a:xfrm>
          <a:prstGeom prst="roundRect">
            <a:avLst>
              <a:gd name="adj" fmla="val 11921"/>
            </a:avLst>
          </a:prstGeom>
          <a:solidFill>
            <a:srgbClr val="FFFFFF"/>
          </a:solidFill>
          <a:ln w="12700">
            <a:solidFill>
              <a:srgbClr val="4A5A70"/>
            </a:solidFill>
            <a:prstDash val="dash"/>
          </a:ln>
        </p:spPr>
      </p:sp>
      <p:sp>
        <p:nvSpPr>
          <p:cNvPr id="67" name="Text 57"/>
          <p:cNvSpPr txBox="1"/>
          <p:nvPr/>
        </p:nvSpPr>
        <p:spPr>
          <a:xfrm>
            <a:off x="6263640" y="554939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9" name="Shape 5"/>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4"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5" name="Text 10"/>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6" name="Shape 11"/>
          <p:cNvSpPr/>
          <p:nvPr/>
        </p:nvSpPr>
        <p:spPr>
          <a:xfrm>
            <a:off x="5916168" y="2239264"/>
            <a:ext cx="137160" cy="914"/>
          </a:xfrm>
          <a:prstGeom prst="line">
            <a:avLst/>
          </a:prstGeom>
          <a:noFill/>
          <a:ln w="31750">
            <a:solidFill>
              <a:srgbClr val="D9700F"/>
            </a:solidFill>
            <a:prstDash val="solid"/>
            <a:tailEnd type="triangle"/>
          </a:ln>
        </p:spPr>
      </p:sp>
      <p:sp>
        <p:nvSpPr>
          <p:cNvPr id="17" name="Shape 12"/>
          <p:cNvSpPr/>
          <p:nvPr/>
        </p:nvSpPr>
        <p:spPr>
          <a:xfrm>
            <a:off x="6080760" y="1932432"/>
            <a:ext cx="5559552" cy="613664"/>
          </a:xfrm>
          <a:prstGeom prst="roundRect">
            <a:avLst>
              <a:gd name="adj" fmla="val 11921"/>
            </a:avLst>
          </a:prstGeom>
          <a:solidFill>
            <a:srgbClr val="FFFFFF"/>
          </a:solidFill>
          <a:ln w="19050">
            <a:solidFill>
              <a:srgbClr val="2E7D4F"/>
            </a:solidFill>
            <a:prstDash val="solid"/>
          </a:ln>
        </p:spPr>
      </p:sp>
      <p:pic>
        <p:nvPicPr>
          <p:cNvPr id="18" name="Image 2" descr="Random">    </p:cNvPr>
          <p:cNvPicPr>
            <a:picLocks noChangeAspect="1"/>
          </p:cNvPicPr>
          <p:nvPr/>
        </p:nvPicPr>
        <p:blipFill>
          <a:blip r:embed="rId3"/>
          <a:stretch>
            <a:fillRect/>
          </a:stretch>
        </p:blipFill>
        <p:spPr>
          <a:xfrm>
            <a:off x="6199632" y="2111248"/>
            <a:ext cx="256032" cy="256032"/>
          </a:xfrm>
          <a:prstGeom prst="rect">
            <a:avLst/>
          </a:prstGeom>
        </p:spPr>
      </p:pic>
      <p:sp>
        <p:nvSpPr>
          <p:cNvPr id="19" name="Shape 13"/>
          <p:cNvSpPr/>
          <p:nvPr/>
        </p:nvSpPr>
        <p:spPr>
          <a:xfrm>
            <a:off x="6583680" y="1996440"/>
            <a:ext cx="1166368" cy="485648"/>
          </a:xfrm>
          <a:prstGeom prst="roundRect">
            <a:avLst>
              <a:gd name="adj" fmla="val 15063"/>
            </a:avLst>
          </a:prstGeom>
          <a:solidFill>
            <a:schemeClr val="accent1">
              <a:alpha val="24000"/>
            </a:schemeClr>
          </a:solidFill>
          <a:ln w="15875">
            <a:solidFill>
              <a:srgbClr val="D9700F"/>
            </a:solidFill>
            <a:prstDash val="solid"/>
          </a:ln>
        </p:spPr>
      </p:sp>
      <p:sp>
        <p:nvSpPr>
          <p:cNvPr id="20" name="Text 14"/>
          <p:cNvSpPr txBox="1"/>
          <p:nvPr/>
        </p:nvSpPr>
        <p:spPr>
          <a:xfrm>
            <a:off x="6583680" y="1996440"/>
            <a:ext cx="1166368" cy="485648"/>
          </a:xfrm>
          <a:prstGeom prst="rect">
            <a:avLst/>
          </a:prstGeom>
          <a:noFill/>
          <a:ln/>
        </p:spPr>
        <p:txBody>
          <a:bodyPr wrap="square" lIns="0" tIns="0" rIns="0" bIns="0" rtlCol="0" anchor="ctr"/>
          <a:lstStyle/>
          <a:p>
            <a:pPr algn="ctr" indent="0" marL="0">
              <a:buNone/>
            </a:pPr>
            <a:r>
              <a:rPr lang="en-US" sz="1600" b="1" dirty="0">
                <a:solidFill>
                  <a:schemeClr val="tx1"/>
                </a:solidFill>
              </a:rPr>
              <a:t>Vandaag</a:t>
            </a:r>
            <a:endParaRPr lang="en-US" sz="1600" dirty="0"/>
          </a:p>
        </p:txBody>
      </p:sp>
      <p:sp>
        <p:nvSpPr>
          <p:cNvPr id="21" name="Shape 15"/>
          <p:cNvSpPr/>
          <p:nvPr/>
        </p:nvSpPr>
        <p:spPr>
          <a:xfrm>
            <a:off x="7823200" y="1996440"/>
            <a:ext cx="934883" cy="485648"/>
          </a:xfrm>
          <a:prstGeom prst="ellipse">
            <a:avLst/>
          </a:prstGeom>
          <a:noFill/>
          <a:ln w="28575">
            <a:solidFill>
              <a:srgbClr val="B83227"/>
            </a:solidFill>
            <a:prstDash val="solid"/>
          </a:ln>
        </p:spPr>
      </p:sp>
      <p:sp>
        <p:nvSpPr>
          <p:cNvPr id="22" name="Text 16"/>
          <p:cNvSpPr txBox="1"/>
          <p:nvPr/>
        </p:nvSpPr>
        <p:spPr>
          <a:xfrm>
            <a:off x="7823200" y="1996440"/>
            <a:ext cx="934883" cy="485648"/>
          </a:xfrm>
          <a:prstGeom prst="rect">
            <a:avLst/>
          </a:prstGeom>
          <a:noFill/>
          <a:ln/>
        </p:spPr>
        <p:txBody>
          <a:bodyPr wrap="square" lIns="0" tIns="0" rIns="0" bIns="0" rtlCol="0" anchor="ctr"/>
          <a:lstStyle/>
          <a:p>
            <a:pPr algn="ctr" indent="0" marL="0">
              <a:buNone/>
            </a:pPr>
            <a:r>
              <a:rPr lang="en-US" sz="1600" b="1" dirty="0">
                <a:solidFill>
                  <a:schemeClr val="accent6"/>
                </a:solidFill>
              </a:rPr>
              <a:t>werk</a:t>
            </a:r>
            <a:endParaRPr lang="en-US" sz="1600" dirty="0"/>
          </a:p>
        </p:txBody>
      </p:sp>
      <p:sp>
        <p:nvSpPr>
          <p:cNvPr id="23" name="Shape 17"/>
          <p:cNvSpPr/>
          <p:nvPr/>
        </p:nvSpPr>
        <p:spPr>
          <a:xfrm>
            <a:off x="8831235" y="1996440"/>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24" name="Text 18"/>
          <p:cNvSpPr txBox="1"/>
          <p:nvPr/>
        </p:nvSpPr>
        <p:spPr>
          <a:xfrm>
            <a:off x="8831235" y="1996440"/>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25" name="Text 19"/>
          <p:cNvSpPr txBox="1"/>
          <p:nvPr/>
        </p:nvSpPr>
        <p:spPr>
          <a:xfrm>
            <a:off x="9274211" y="1996440"/>
            <a:ext cx="686857" cy="485648"/>
          </a:xfrm>
          <a:prstGeom prst="rect">
            <a:avLst/>
          </a:prstGeom>
          <a:noFill/>
          <a:ln/>
        </p:spPr>
        <p:txBody>
          <a:bodyPr wrap="square" lIns="0" tIns="0" rIns="0" bIns="0" rtlCol="0" anchor="ctr"/>
          <a:lstStyle/>
          <a:p>
            <a:pPr algn="ctr" indent="0" marL="0">
              <a:buNone/>
            </a:pPr>
            <a:r>
              <a:rPr lang="en-US" sz="1600" dirty="0">
                <a:solidFill>
                  <a:schemeClr val="tx1"/>
                </a:solidFill>
              </a:rPr>
              <a:t>thuis.</a:t>
            </a:r>
            <a:endParaRPr lang="en-US" sz="1600" dirty="0"/>
          </a:p>
        </p:txBody>
      </p:sp>
      <p:sp>
        <p:nvSpPr>
          <p:cNvPr id="26" name="Shape 20"/>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27" name="Shape 21"/>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8" name="Text 22"/>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9" name="Text 23"/>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30" name="Shape 24"/>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31" name="Image 3" descr="Redo">    </p:cNvPr>
          <p:cNvPicPr>
            <a:picLocks noChangeAspect="1"/>
          </p:cNvPicPr>
          <p:nvPr/>
        </p:nvPicPr>
        <p:blipFill>
          <a:blip r:embed="rId4"/>
          <a:stretch>
            <a:fillRect/>
          </a:stretch>
        </p:blipFill>
        <p:spPr>
          <a:xfrm>
            <a:off x="4133088" y="2834640"/>
            <a:ext cx="256032" cy="256032"/>
          </a:xfrm>
          <a:prstGeom prst="rect">
            <a:avLst/>
          </a:prstGeom>
        </p:spPr>
      </p:pic>
      <p:sp>
        <p:nvSpPr>
          <p:cNvPr id="32" name="Text 25"/>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33" name="Shape 26"/>
          <p:cNvSpPr/>
          <p:nvPr/>
        </p:nvSpPr>
        <p:spPr>
          <a:xfrm>
            <a:off x="5916168" y="2962656"/>
            <a:ext cx="137160" cy="914"/>
          </a:xfrm>
          <a:prstGeom prst="line">
            <a:avLst/>
          </a:prstGeom>
          <a:noFill/>
          <a:ln w="31750">
            <a:solidFill>
              <a:srgbClr val="D9700F"/>
            </a:solidFill>
            <a:prstDash val="solid"/>
            <a:tailEnd type="triangle"/>
          </a:ln>
        </p:spPr>
      </p:sp>
      <p:sp>
        <p:nvSpPr>
          <p:cNvPr id="34" name="Shape 27"/>
          <p:cNvSpPr/>
          <p:nvPr/>
        </p:nvSpPr>
        <p:spPr>
          <a:xfrm>
            <a:off x="6080760" y="2655824"/>
            <a:ext cx="5559552" cy="613664"/>
          </a:xfrm>
          <a:prstGeom prst="roundRect">
            <a:avLst>
              <a:gd name="adj" fmla="val 11921"/>
            </a:avLst>
          </a:prstGeom>
          <a:solidFill>
            <a:srgbClr val="FFFFFF"/>
          </a:solidFill>
          <a:ln w="19050">
            <a:solidFill>
              <a:srgbClr val="2E7D4F"/>
            </a:solidFill>
            <a:prstDash val="solid"/>
          </a:ln>
        </p:spPr>
      </p:sp>
      <p:pic>
        <p:nvPicPr>
          <p:cNvPr id="35" name="Image 4" descr="Random">    </p:cNvPr>
          <p:cNvPicPr>
            <a:picLocks noChangeAspect="1"/>
          </p:cNvPicPr>
          <p:nvPr/>
        </p:nvPicPr>
        <p:blipFill>
          <a:blip r:embed="rId5"/>
          <a:stretch>
            <a:fillRect/>
          </a:stretch>
        </p:blipFill>
        <p:spPr>
          <a:xfrm>
            <a:off x="6199632" y="2834640"/>
            <a:ext cx="256032" cy="256032"/>
          </a:xfrm>
          <a:prstGeom prst="rect">
            <a:avLst/>
          </a:prstGeom>
        </p:spPr>
      </p:pic>
      <p:sp>
        <p:nvSpPr>
          <p:cNvPr id="36" name="Shape 28"/>
          <p:cNvSpPr/>
          <p:nvPr/>
        </p:nvSpPr>
        <p:spPr>
          <a:xfrm>
            <a:off x="6583680" y="2719832"/>
            <a:ext cx="1288542" cy="485648"/>
          </a:xfrm>
          <a:prstGeom prst="roundRect">
            <a:avLst>
              <a:gd name="adj" fmla="val 15063"/>
            </a:avLst>
          </a:prstGeom>
          <a:solidFill>
            <a:schemeClr val="accent1">
              <a:alpha val="24000"/>
            </a:schemeClr>
          </a:solidFill>
          <a:ln w="15875">
            <a:solidFill>
              <a:srgbClr val="D9700F"/>
            </a:solidFill>
            <a:prstDash val="solid"/>
          </a:ln>
        </p:spPr>
      </p:sp>
      <p:sp>
        <p:nvSpPr>
          <p:cNvPr id="37" name="Text 29"/>
          <p:cNvSpPr txBox="1"/>
          <p:nvPr/>
        </p:nvSpPr>
        <p:spPr>
          <a:xfrm>
            <a:off x="6583680" y="2719832"/>
            <a:ext cx="1288542" cy="485648"/>
          </a:xfrm>
          <a:prstGeom prst="rect">
            <a:avLst/>
          </a:prstGeom>
          <a:noFill/>
          <a:ln/>
        </p:spPr>
        <p:txBody>
          <a:bodyPr wrap="square" lIns="0" tIns="0" rIns="0" bIns="0" rtlCol="0" anchor="ctr"/>
          <a:lstStyle/>
          <a:p>
            <a:pPr algn="ctr" indent="0" marL="0">
              <a:buNone/>
            </a:pPr>
            <a:r>
              <a:rPr lang="en-US" sz="1500" b="1" dirty="0">
                <a:solidFill>
                  <a:schemeClr val="tx1"/>
                </a:solidFill>
              </a:rPr>
              <a:t>Om 10 uur</a:t>
            </a:r>
            <a:endParaRPr lang="en-US" sz="1500" dirty="0"/>
          </a:p>
        </p:txBody>
      </p:sp>
      <p:sp>
        <p:nvSpPr>
          <p:cNvPr id="38" name="Shape 30"/>
          <p:cNvSpPr/>
          <p:nvPr/>
        </p:nvSpPr>
        <p:spPr>
          <a:xfrm>
            <a:off x="7945374" y="2719832"/>
            <a:ext cx="1197407" cy="485648"/>
          </a:xfrm>
          <a:prstGeom prst="ellipse">
            <a:avLst/>
          </a:prstGeom>
          <a:noFill/>
          <a:ln w="28575">
            <a:solidFill>
              <a:srgbClr val="B83227"/>
            </a:solidFill>
            <a:prstDash val="solid"/>
          </a:ln>
        </p:spPr>
      </p:sp>
      <p:sp>
        <p:nvSpPr>
          <p:cNvPr id="39" name="Text 31"/>
          <p:cNvSpPr txBox="1"/>
          <p:nvPr/>
        </p:nvSpPr>
        <p:spPr>
          <a:xfrm>
            <a:off x="7945374" y="2719832"/>
            <a:ext cx="1197407" cy="485648"/>
          </a:xfrm>
          <a:prstGeom prst="rect">
            <a:avLst/>
          </a:prstGeom>
          <a:noFill/>
          <a:ln/>
        </p:spPr>
        <p:txBody>
          <a:bodyPr wrap="square" lIns="0" tIns="0" rIns="0" bIns="0" rtlCol="0" anchor="ctr"/>
          <a:lstStyle/>
          <a:p>
            <a:pPr algn="ctr" indent="0" marL="0">
              <a:buNone/>
            </a:pPr>
            <a:r>
              <a:rPr lang="en-US" sz="1500" b="1" dirty="0">
                <a:solidFill>
                  <a:schemeClr val="accent6"/>
                </a:solidFill>
              </a:rPr>
              <a:t>hebben</a:t>
            </a:r>
            <a:endParaRPr lang="en-US" sz="1500" dirty="0"/>
          </a:p>
        </p:txBody>
      </p:sp>
      <p:sp>
        <p:nvSpPr>
          <p:cNvPr id="40" name="Shape 32"/>
          <p:cNvSpPr/>
          <p:nvPr/>
        </p:nvSpPr>
        <p:spPr>
          <a:xfrm>
            <a:off x="9215933" y="2719832"/>
            <a:ext cx="469392" cy="485648"/>
          </a:xfrm>
          <a:prstGeom prst="roundRect">
            <a:avLst>
              <a:gd name="adj" fmla="val 15584"/>
            </a:avLst>
          </a:prstGeom>
          <a:solidFill>
            <a:schemeClr val="accent2">
              <a:alpha val="14000"/>
            </a:schemeClr>
          </a:solidFill>
          <a:ln w="15875">
            <a:solidFill>
              <a:srgbClr val="2A6FB0"/>
            </a:solidFill>
            <a:prstDash val="solid"/>
          </a:ln>
        </p:spPr>
      </p:sp>
      <p:sp>
        <p:nvSpPr>
          <p:cNvPr id="41" name="Text 33"/>
          <p:cNvSpPr txBox="1"/>
          <p:nvPr/>
        </p:nvSpPr>
        <p:spPr>
          <a:xfrm>
            <a:off x="9215933" y="2719832"/>
            <a:ext cx="469392" cy="485648"/>
          </a:xfrm>
          <a:prstGeom prst="rect">
            <a:avLst/>
          </a:prstGeom>
          <a:noFill/>
          <a:ln/>
        </p:spPr>
        <p:txBody>
          <a:bodyPr wrap="square" lIns="0" tIns="0" rIns="0" bIns="0" rtlCol="0" anchor="ctr"/>
          <a:lstStyle/>
          <a:p>
            <a:pPr algn="ctr" indent="0" marL="0">
              <a:buNone/>
            </a:pPr>
            <a:r>
              <a:rPr lang="en-US" sz="1500" b="1" dirty="0">
                <a:solidFill>
                  <a:schemeClr val="accent2"/>
                </a:solidFill>
              </a:rPr>
              <a:t>we</a:t>
            </a:r>
            <a:endParaRPr lang="en-US" sz="1500" dirty="0"/>
          </a:p>
        </p:txBody>
      </p:sp>
      <p:sp>
        <p:nvSpPr>
          <p:cNvPr id="42" name="Text 34"/>
          <p:cNvSpPr txBox="1"/>
          <p:nvPr/>
        </p:nvSpPr>
        <p:spPr>
          <a:xfrm>
            <a:off x="9758477" y="2719832"/>
            <a:ext cx="1767783" cy="485648"/>
          </a:xfrm>
          <a:prstGeom prst="rect">
            <a:avLst/>
          </a:prstGeom>
          <a:noFill/>
          <a:ln/>
        </p:spPr>
        <p:txBody>
          <a:bodyPr wrap="square" lIns="0" tIns="0" rIns="0" bIns="0" rtlCol="0" anchor="ctr"/>
          <a:lstStyle/>
          <a:p>
            <a:pPr algn="ctr" indent="0" marL="0">
              <a:buNone/>
            </a:pPr>
            <a:r>
              <a:rPr lang="en-US" sz="1500" dirty="0">
                <a:solidFill>
                  <a:schemeClr val="tx1"/>
                </a:solidFill>
              </a:rPr>
              <a:t>een vergadering.</a:t>
            </a:r>
            <a:endParaRPr lang="en-US" sz="1500" dirty="0"/>
          </a:p>
        </p:txBody>
      </p:sp>
      <p:sp>
        <p:nvSpPr>
          <p:cNvPr id="43" name="Shape 35"/>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44" name="Shape 36"/>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45" name="Text 37"/>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6" name="Text 38"/>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47" name="Shape 39"/>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48" name="Image 5" descr="Redo">    </p:cNvPr>
          <p:cNvPicPr>
            <a:picLocks noChangeAspect="1"/>
          </p:cNvPicPr>
          <p:nvPr/>
        </p:nvPicPr>
        <p:blipFill>
          <a:blip r:embed="rId6"/>
          <a:stretch>
            <a:fillRect/>
          </a:stretch>
        </p:blipFill>
        <p:spPr>
          <a:xfrm>
            <a:off x="4133088" y="3558032"/>
            <a:ext cx="256032" cy="256032"/>
          </a:xfrm>
          <a:prstGeom prst="rect">
            <a:avLst/>
          </a:prstGeom>
        </p:spPr>
      </p:pic>
      <p:sp>
        <p:nvSpPr>
          <p:cNvPr id="49" name="Text 40"/>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50" name="Shape 41"/>
          <p:cNvSpPr/>
          <p:nvPr/>
        </p:nvSpPr>
        <p:spPr>
          <a:xfrm>
            <a:off x="5916168" y="3686048"/>
            <a:ext cx="137160" cy="914"/>
          </a:xfrm>
          <a:prstGeom prst="line">
            <a:avLst/>
          </a:prstGeom>
          <a:noFill/>
          <a:ln w="31750">
            <a:solidFill>
              <a:srgbClr val="D9700F"/>
            </a:solidFill>
            <a:prstDash val="solid"/>
            <a:tailEnd type="triangle"/>
          </a:ln>
        </p:spPr>
      </p:sp>
      <p:sp>
        <p:nvSpPr>
          <p:cNvPr id="51" name="Shape 42"/>
          <p:cNvSpPr/>
          <p:nvPr/>
        </p:nvSpPr>
        <p:spPr>
          <a:xfrm>
            <a:off x="6080760" y="3379216"/>
            <a:ext cx="5559552" cy="613664"/>
          </a:xfrm>
          <a:prstGeom prst="roundRect">
            <a:avLst>
              <a:gd name="adj" fmla="val 11921"/>
            </a:avLst>
          </a:prstGeom>
          <a:solidFill>
            <a:srgbClr val="FFFFFF"/>
          </a:solidFill>
          <a:ln w="19050">
            <a:solidFill>
              <a:srgbClr val="2E7D4F"/>
            </a:solidFill>
            <a:prstDash val="solid"/>
          </a:ln>
        </p:spPr>
      </p:sp>
      <p:pic>
        <p:nvPicPr>
          <p:cNvPr id="52" name="Image 6" descr="Random">    </p:cNvPr>
          <p:cNvPicPr>
            <a:picLocks noChangeAspect="1"/>
          </p:cNvPicPr>
          <p:nvPr/>
        </p:nvPicPr>
        <p:blipFill>
          <a:blip r:embed="rId7"/>
          <a:stretch>
            <a:fillRect/>
          </a:stretch>
        </p:blipFill>
        <p:spPr>
          <a:xfrm>
            <a:off x="6199632" y="3558032"/>
            <a:ext cx="256032" cy="256032"/>
          </a:xfrm>
          <a:prstGeom prst="rect">
            <a:avLst/>
          </a:prstGeom>
        </p:spPr>
      </p:pic>
      <p:sp>
        <p:nvSpPr>
          <p:cNvPr id="53" name="Shape 43"/>
          <p:cNvSpPr/>
          <p:nvPr/>
        </p:nvSpPr>
        <p:spPr>
          <a:xfrm>
            <a:off x="6583680" y="3443224"/>
            <a:ext cx="1572768" cy="485648"/>
          </a:xfrm>
          <a:prstGeom prst="roundRect">
            <a:avLst>
              <a:gd name="adj" fmla="val 15063"/>
            </a:avLst>
          </a:prstGeom>
          <a:solidFill>
            <a:schemeClr val="accent1">
              <a:alpha val="24000"/>
            </a:schemeClr>
          </a:solidFill>
          <a:ln w="15875">
            <a:solidFill>
              <a:srgbClr val="D9700F"/>
            </a:solidFill>
            <a:prstDash val="solid"/>
          </a:ln>
        </p:spPr>
      </p:sp>
      <p:sp>
        <p:nvSpPr>
          <p:cNvPr id="54" name="Text 44"/>
          <p:cNvSpPr txBox="1"/>
          <p:nvPr/>
        </p:nvSpPr>
        <p:spPr>
          <a:xfrm>
            <a:off x="6583680" y="3443224"/>
            <a:ext cx="1572768" cy="485648"/>
          </a:xfrm>
          <a:prstGeom prst="rect">
            <a:avLst/>
          </a:prstGeom>
          <a:noFill/>
          <a:ln/>
        </p:spPr>
        <p:txBody>
          <a:bodyPr wrap="square" lIns="0" tIns="0" rIns="0" bIns="0" rtlCol="0" anchor="ctr"/>
          <a:lstStyle/>
          <a:p>
            <a:pPr algn="ctr" indent="0" marL="0">
              <a:buNone/>
            </a:pPr>
            <a:r>
              <a:rPr lang="en-US" sz="1600" b="1" dirty="0">
                <a:solidFill>
                  <a:schemeClr val="tx1"/>
                </a:solidFill>
              </a:rPr>
              <a:t>Op zaterdag</a:t>
            </a:r>
            <a:endParaRPr lang="en-US" sz="1600" dirty="0"/>
          </a:p>
        </p:txBody>
      </p:sp>
      <p:sp>
        <p:nvSpPr>
          <p:cNvPr id="55" name="Shape 45"/>
          <p:cNvSpPr/>
          <p:nvPr/>
        </p:nvSpPr>
        <p:spPr>
          <a:xfrm>
            <a:off x="8229600" y="3443224"/>
            <a:ext cx="1097280" cy="485648"/>
          </a:xfrm>
          <a:prstGeom prst="ellipse">
            <a:avLst/>
          </a:prstGeom>
          <a:noFill/>
          <a:ln w="28575">
            <a:solidFill>
              <a:srgbClr val="B83227"/>
            </a:solidFill>
            <a:prstDash val="solid"/>
          </a:ln>
        </p:spPr>
      </p:sp>
      <p:sp>
        <p:nvSpPr>
          <p:cNvPr id="56" name="Text 46"/>
          <p:cNvSpPr txBox="1"/>
          <p:nvPr/>
        </p:nvSpPr>
        <p:spPr>
          <a:xfrm>
            <a:off x="8229600" y="3443224"/>
            <a:ext cx="1097280" cy="485648"/>
          </a:xfrm>
          <a:prstGeom prst="rect">
            <a:avLst/>
          </a:prstGeom>
          <a:noFill/>
          <a:ln/>
        </p:spPr>
        <p:txBody>
          <a:bodyPr wrap="square" lIns="0" tIns="0" rIns="0" bIns="0" rtlCol="0" anchor="ctr"/>
          <a:lstStyle/>
          <a:p>
            <a:pPr algn="ctr" indent="0" marL="0">
              <a:buNone/>
            </a:pPr>
            <a:r>
              <a:rPr lang="en-US" sz="1600" b="1" dirty="0">
                <a:solidFill>
                  <a:schemeClr val="accent6"/>
                </a:solidFill>
              </a:rPr>
              <a:t>speelt</a:t>
            </a:r>
            <a:endParaRPr lang="en-US" sz="1600" dirty="0"/>
          </a:p>
        </p:txBody>
      </p:sp>
      <p:sp>
        <p:nvSpPr>
          <p:cNvPr id="57" name="Shape 47"/>
          <p:cNvSpPr/>
          <p:nvPr/>
        </p:nvSpPr>
        <p:spPr>
          <a:xfrm>
            <a:off x="9400032" y="3443224"/>
            <a:ext cx="447040" cy="485648"/>
          </a:xfrm>
          <a:prstGeom prst="roundRect">
            <a:avLst>
              <a:gd name="adj" fmla="val 16364"/>
            </a:avLst>
          </a:prstGeom>
          <a:solidFill>
            <a:schemeClr val="accent2">
              <a:alpha val="14000"/>
            </a:schemeClr>
          </a:solidFill>
          <a:ln w="15875">
            <a:solidFill>
              <a:srgbClr val="2A6FB0"/>
            </a:solidFill>
            <a:prstDash val="solid"/>
          </a:ln>
        </p:spPr>
      </p:sp>
      <p:sp>
        <p:nvSpPr>
          <p:cNvPr id="58" name="Text 48"/>
          <p:cNvSpPr txBox="1"/>
          <p:nvPr/>
        </p:nvSpPr>
        <p:spPr>
          <a:xfrm>
            <a:off x="9400032" y="3443224"/>
            <a:ext cx="447040" cy="48564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59" name="Text 49"/>
          <p:cNvSpPr txBox="1"/>
          <p:nvPr/>
        </p:nvSpPr>
        <p:spPr>
          <a:xfrm>
            <a:off x="9920224" y="3443224"/>
            <a:ext cx="943884" cy="485648"/>
          </a:xfrm>
          <a:prstGeom prst="rect">
            <a:avLst/>
          </a:prstGeom>
          <a:noFill/>
          <a:ln/>
        </p:spPr>
        <p:txBody>
          <a:bodyPr wrap="square" lIns="0" tIns="0" rIns="0" bIns="0" rtlCol="0" anchor="ctr"/>
          <a:lstStyle/>
          <a:p>
            <a:pPr algn="ctr" indent="0" marL="0">
              <a:buNone/>
            </a:pPr>
            <a:r>
              <a:rPr lang="en-US" sz="1600" dirty="0">
                <a:solidFill>
                  <a:schemeClr val="tx1"/>
                </a:solidFill>
              </a:rPr>
              <a:t>voetbal.</a:t>
            </a:r>
            <a:endParaRPr lang="en-US" sz="1600" dirty="0"/>
          </a:p>
        </p:txBody>
      </p:sp>
      <p:sp>
        <p:nvSpPr>
          <p:cNvPr id="60" name="Shape 50"/>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61" name="Shape 51"/>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62" name="Text 52"/>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63" name="Text 53"/>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64" name="Shape 54"/>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65" name="Image 7" descr="Redo">    </p:cNvPr>
          <p:cNvPicPr>
            <a:picLocks noChangeAspect="1"/>
          </p:cNvPicPr>
          <p:nvPr/>
        </p:nvPicPr>
        <p:blipFill>
          <a:blip r:embed="rId8"/>
          <a:stretch>
            <a:fillRect/>
          </a:stretch>
        </p:blipFill>
        <p:spPr>
          <a:xfrm>
            <a:off x="4133088" y="4281424"/>
            <a:ext cx="256032" cy="256032"/>
          </a:xfrm>
          <a:prstGeom prst="rect">
            <a:avLst/>
          </a:prstGeom>
        </p:spPr>
      </p:pic>
      <p:sp>
        <p:nvSpPr>
          <p:cNvPr id="66" name="Text 55"/>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67" name="Shape 56"/>
          <p:cNvSpPr/>
          <p:nvPr/>
        </p:nvSpPr>
        <p:spPr>
          <a:xfrm>
            <a:off x="5916168" y="4409440"/>
            <a:ext cx="137160" cy="914"/>
          </a:xfrm>
          <a:prstGeom prst="line">
            <a:avLst/>
          </a:prstGeom>
          <a:noFill/>
          <a:ln w="31750">
            <a:solidFill>
              <a:srgbClr val="D9700F"/>
            </a:solidFill>
            <a:prstDash val="solid"/>
            <a:tailEnd type="triangle"/>
          </a:ln>
        </p:spPr>
      </p:sp>
      <p:sp>
        <p:nvSpPr>
          <p:cNvPr id="68" name="Shape 57"/>
          <p:cNvSpPr/>
          <p:nvPr/>
        </p:nvSpPr>
        <p:spPr>
          <a:xfrm>
            <a:off x="6080760" y="4102608"/>
            <a:ext cx="5559552" cy="613664"/>
          </a:xfrm>
          <a:prstGeom prst="roundRect">
            <a:avLst>
              <a:gd name="adj" fmla="val 11921"/>
            </a:avLst>
          </a:prstGeom>
          <a:solidFill>
            <a:srgbClr val="FFFFFF"/>
          </a:solidFill>
          <a:ln w="19050">
            <a:solidFill>
              <a:srgbClr val="2E7D4F"/>
            </a:solidFill>
            <a:prstDash val="solid"/>
          </a:ln>
        </p:spPr>
      </p:sp>
      <p:pic>
        <p:nvPicPr>
          <p:cNvPr id="69" name="Image 8" descr="Random">    </p:cNvPr>
          <p:cNvPicPr>
            <a:picLocks noChangeAspect="1"/>
          </p:cNvPicPr>
          <p:nvPr/>
        </p:nvPicPr>
        <p:blipFill>
          <a:blip r:embed="rId9"/>
          <a:stretch>
            <a:fillRect/>
          </a:stretch>
        </p:blipFill>
        <p:spPr>
          <a:xfrm>
            <a:off x="6199632" y="4281424"/>
            <a:ext cx="256032" cy="256032"/>
          </a:xfrm>
          <a:prstGeom prst="rect">
            <a:avLst/>
          </a:prstGeom>
        </p:spPr>
      </p:pic>
      <p:sp>
        <p:nvSpPr>
          <p:cNvPr id="70" name="Shape 58"/>
          <p:cNvSpPr/>
          <p:nvPr/>
        </p:nvSpPr>
        <p:spPr>
          <a:xfrm>
            <a:off x="6583680" y="4166616"/>
            <a:ext cx="1146048" cy="485648"/>
          </a:xfrm>
          <a:prstGeom prst="roundRect">
            <a:avLst>
              <a:gd name="adj" fmla="val 15063"/>
            </a:avLst>
          </a:prstGeom>
          <a:solidFill>
            <a:schemeClr val="accent1">
              <a:alpha val="24000"/>
            </a:schemeClr>
          </a:solidFill>
          <a:ln w="15875">
            <a:solidFill>
              <a:srgbClr val="D9700F"/>
            </a:solidFill>
            <a:prstDash val="solid"/>
          </a:ln>
        </p:spPr>
      </p:sp>
      <p:sp>
        <p:nvSpPr>
          <p:cNvPr id="71" name="Text 59"/>
          <p:cNvSpPr txBox="1"/>
          <p:nvPr/>
        </p:nvSpPr>
        <p:spPr>
          <a:xfrm>
            <a:off x="6583680" y="4166616"/>
            <a:ext cx="1146048" cy="485648"/>
          </a:xfrm>
          <a:prstGeom prst="rect">
            <a:avLst/>
          </a:prstGeom>
          <a:noFill/>
          <a:ln/>
        </p:spPr>
        <p:txBody>
          <a:bodyPr wrap="square" lIns="0" tIns="0" rIns="0" bIns="0" rtlCol="0" anchor="ctr"/>
          <a:lstStyle/>
          <a:p>
            <a:pPr algn="ctr" indent="0" marL="0">
              <a:buNone/>
            </a:pPr>
            <a:r>
              <a:rPr lang="en-US" sz="1600" b="1" dirty="0">
                <a:solidFill>
                  <a:schemeClr val="tx1"/>
                </a:solidFill>
              </a:rPr>
              <a:t>Elke dag</a:t>
            </a:r>
            <a:endParaRPr lang="en-US" sz="1600" dirty="0"/>
          </a:p>
        </p:txBody>
      </p:sp>
      <p:sp>
        <p:nvSpPr>
          <p:cNvPr id="72" name="Shape 60"/>
          <p:cNvSpPr/>
          <p:nvPr/>
        </p:nvSpPr>
        <p:spPr>
          <a:xfrm>
            <a:off x="7802880" y="4166616"/>
            <a:ext cx="1011692" cy="485648"/>
          </a:xfrm>
          <a:prstGeom prst="ellipse">
            <a:avLst/>
          </a:prstGeom>
          <a:noFill/>
          <a:ln w="28575">
            <a:solidFill>
              <a:srgbClr val="B83227"/>
            </a:solidFill>
            <a:prstDash val="solid"/>
          </a:ln>
        </p:spPr>
      </p:sp>
      <p:sp>
        <p:nvSpPr>
          <p:cNvPr id="73" name="Text 61"/>
          <p:cNvSpPr txBox="1"/>
          <p:nvPr/>
        </p:nvSpPr>
        <p:spPr>
          <a:xfrm>
            <a:off x="7802880" y="4166616"/>
            <a:ext cx="1011692" cy="485648"/>
          </a:xfrm>
          <a:prstGeom prst="rect">
            <a:avLst/>
          </a:prstGeom>
          <a:noFill/>
          <a:ln/>
        </p:spPr>
        <p:txBody>
          <a:bodyPr wrap="square" lIns="0" tIns="0" rIns="0" bIns="0" rtlCol="0" anchor="ctr"/>
          <a:lstStyle/>
          <a:p>
            <a:pPr algn="ctr" indent="0" marL="0">
              <a:buNone/>
            </a:pPr>
            <a:r>
              <a:rPr lang="en-US" sz="1600" b="1" dirty="0">
                <a:solidFill>
                  <a:schemeClr val="accent6"/>
                </a:solidFill>
              </a:rPr>
              <a:t>neem</a:t>
            </a:r>
            <a:endParaRPr lang="en-US" sz="1600" dirty="0"/>
          </a:p>
        </p:txBody>
      </p:sp>
      <p:sp>
        <p:nvSpPr>
          <p:cNvPr id="74" name="Shape 62"/>
          <p:cNvSpPr/>
          <p:nvPr/>
        </p:nvSpPr>
        <p:spPr>
          <a:xfrm>
            <a:off x="8887724" y="4166616"/>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75" name="Text 63"/>
          <p:cNvSpPr txBox="1"/>
          <p:nvPr/>
        </p:nvSpPr>
        <p:spPr>
          <a:xfrm>
            <a:off x="8887724" y="4166616"/>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76" name="Text 64"/>
          <p:cNvSpPr txBox="1"/>
          <p:nvPr/>
        </p:nvSpPr>
        <p:spPr>
          <a:xfrm>
            <a:off x="9330700" y="4166616"/>
            <a:ext cx="984565" cy="485648"/>
          </a:xfrm>
          <a:prstGeom prst="rect">
            <a:avLst/>
          </a:prstGeom>
          <a:noFill/>
          <a:ln/>
        </p:spPr>
        <p:txBody>
          <a:bodyPr wrap="square" lIns="0" tIns="0" rIns="0" bIns="0" rtlCol="0" anchor="ctr"/>
          <a:lstStyle/>
          <a:p>
            <a:pPr algn="ctr" indent="0" marL="0">
              <a:buNone/>
            </a:pPr>
            <a:r>
              <a:rPr lang="en-US" sz="1600" dirty="0">
                <a:solidFill>
                  <a:schemeClr val="tx1"/>
                </a:solidFill>
              </a:rPr>
              <a:t>de trein.</a:t>
            </a:r>
            <a:endParaRPr lang="en-US" sz="1600" dirty="0"/>
          </a:p>
        </p:txBody>
      </p:sp>
      <p:sp>
        <p:nvSpPr>
          <p:cNvPr id="77" name="Shape 65"/>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78" name="Shape 66"/>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79" name="Text 67"/>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80" name="Text 68"/>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81" name="Shape 69"/>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82" name="Image 9" descr="Redo">    </p:cNvPr>
          <p:cNvPicPr>
            <a:picLocks noChangeAspect="1"/>
          </p:cNvPicPr>
          <p:nvPr/>
        </p:nvPicPr>
        <p:blipFill>
          <a:blip r:embed="rId10"/>
          <a:stretch>
            <a:fillRect/>
          </a:stretch>
        </p:blipFill>
        <p:spPr>
          <a:xfrm>
            <a:off x="4133088" y="5004816"/>
            <a:ext cx="256032" cy="256032"/>
          </a:xfrm>
          <a:prstGeom prst="rect">
            <a:avLst/>
          </a:prstGeom>
        </p:spPr>
      </p:pic>
      <p:sp>
        <p:nvSpPr>
          <p:cNvPr id="83" name="Text 70"/>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84" name="Shape 71"/>
          <p:cNvSpPr/>
          <p:nvPr/>
        </p:nvSpPr>
        <p:spPr>
          <a:xfrm>
            <a:off x="5916168" y="5132832"/>
            <a:ext cx="137160" cy="914"/>
          </a:xfrm>
          <a:prstGeom prst="line">
            <a:avLst/>
          </a:prstGeom>
          <a:noFill/>
          <a:ln w="31750">
            <a:solidFill>
              <a:srgbClr val="D9700F"/>
            </a:solidFill>
            <a:prstDash val="solid"/>
            <a:tailEnd type="triangle"/>
          </a:ln>
        </p:spPr>
      </p:sp>
      <p:sp>
        <p:nvSpPr>
          <p:cNvPr id="85" name="Shape 72"/>
          <p:cNvSpPr/>
          <p:nvPr/>
        </p:nvSpPr>
        <p:spPr>
          <a:xfrm>
            <a:off x="6080760" y="4826000"/>
            <a:ext cx="5559552" cy="613664"/>
          </a:xfrm>
          <a:prstGeom prst="roundRect">
            <a:avLst>
              <a:gd name="adj" fmla="val 11921"/>
            </a:avLst>
          </a:prstGeom>
          <a:solidFill>
            <a:srgbClr val="FFFFFF"/>
          </a:solidFill>
          <a:ln w="19050">
            <a:solidFill>
              <a:srgbClr val="2E7D4F"/>
            </a:solidFill>
            <a:prstDash val="solid"/>
          </a:ln>
        </p:spPr>
      </p:sp>
      <p:pic>
        <p:nvPicPr>
          <p:cNvPr id="86" name="Image 10" descr="Random">    </p:cNvPr>
          <p:cNvPicPr>
            <a:picLocks noChangeAspect="1"/>
          </p:cNvPicPr>
          <p:nvPr/>
        </p:nvPicPr>
        <p:blipFill>
          <a:blip r:embed="rId11"/>
          <a:stretch>
            <a:fillRect/>
          </a:stretch>
        </p:blipFill>
        <p:spPr>
          <a:xfrm>
            <a:off x="6199632" y="5004816"/>
            <a:ext cx="256032" cy="256032"/>
          </a:xfrm>
          <a:prstGeom prst="rect">
            <a:avLst/>
          </a:prstGeom>
        </p:spPr>
      </p:pic>
      <p:sp>
        <p:nvSpPr>
          <p:cNvPr id="87" name="Shape 73"/>
          <p:cNvSpPr/>
          <p:nvPr/>
        </p:nvSpPr>
        <p:spPr>
          <a:xfrm>
            <a:off x="6583680" y="4890008"/>
            <a:ext cx="1255776" cy="485648"/>
          </a:xfrm>
          <a:prstGeom prst="roundRect">
            <a:avLst>
              <a:gd name="adj" fmla="val 15063"/>
            </a:avLst>
          </a:prstGeom>
          <a:solidFill>
            <a:schemeClr val="accent1">
              <a:alpha val="24000"/>
            </a:schemeClr>
          </a:solidFill>
          <a:ln w="15875">
            <a:solidFill>
              <a:srgbClr val="D9700F"/>
            </a:solidFill>
            <a:prstDash val="solid"/>
          </a:ln>
        </p:spPr>
      </p:sp>
      <p:sp>
        <p:nvSpPr>
          <p:cNvPr id="88" name="Text 74"/>
          <p:cNvSpPr txBox="1"/>
          <p:nvPr/>
        </p:nvSpPr>
        <p:spPr>
          <a:xfrm>
            <a:off x="6583680" y="4890008"/>
            <a:ext cx="1255776" cy="485648"/>
          </a:xfrm>
          <a:prstGeom prst="rect">
            <a:avLst/>
          </a:prstGeom>
          <a:noFill/>
          <a:ln/>
        </p:spPr>
        <p:txBody>
          <a:bodyPr wrap="square" lIns="0" tIns="0" rIns="0" bIns="0" rtlCol="0" anchor="ctr"/>
          <a:lstStyle/>
          <a:p>
            <a:pPr algn="ctr" indent="0" marL="0">
              <a:buNone/>
            </a:pPr>
            <a:r>
              <a:rPr lang="en-US" sz="1600" b="1" dirty="0">
                <a:solidFill>
                  <a:schemeClr val="tx1"/>
                </a:solidFill>
              </a:rPr>
              <a:t>In Namen</a:t>
            </a:r>
            <a:endParaRPr lang="en-US" sz="1600" dirty="0"/>
          </a:p>
        </p:txBody>
      </p:sp>
      <p:sp>
        <p:nvSpPr>
          <p:cNvPr id="89" name="Shape 75"/>
          <p:cNvSpPr/>
          <p:nvPr/>
        </p:nvSpPr>
        <p:spPr>
          <a:xfrm>
            <a:off x="7912608" y="4890008"/>
            <a:ext cx="915132" cy="485648"/>
          </a:xfrm>
          <a:prstGeom prst="ellipse">
            <a:avLst/>
          </a:prstGeom>
          <a:noFill/>
          <a:ln w="28575">
            <a:solidFill>
              <a:srgbClr val="B83227"/>
            </a:solidFill>
            <a:prstDash val="solid"/>
          </a:ln>
        </p:spPr>
      </p:sp>
      <p:sp>
        <p:nvSpPr>
          <p:cNvPr id="90" name="Text 76"/>
          <p:cNvSpPr txBox="1"/>
          <p:nvPr/>
        </p:nvSpPr>
        <p:spPr>
          <a:xfrm>
            <a:off x="7912608" y="4890008"/>
            <a:ext cx="915132" cy="485648"/>
          </a:xfrm>
          <a:prstGeom prst="rect">
            <a:avLst/>
          </a:prstGeom>
          <a:noFill/>
          <a:ln/>
        </p:spPr>
        <p:txBody>
          <a:bodyPr wrap="square" lIns="0" tIns="0" rIns="0" bIns="0" rtlCol="0" anchor="ctr"/>
          <a:lstStyle/>
          <a:p>
            <a:pPr algn="ctr" indent="0" marL="0">
              <a:buNone/>
            </a:pPr>
            <a:r>
              <a:rPr lang="en-US" sz="1600" b="1" dirty="0">
                <a:solidFill>
                  <a:schemeClr val="accent6"/>
                </a:solidFill>
              </a:rPr>
              <a:t>leert</a:t>
            </a:r>
            <a:endParaRPr lang="en-US" sz="1600" dirty="0"/>
          </a:p>
        </p:txBody>
      </p:sp>
      <p:sp>
        <p:nvSpPr>
          <p:cNvPr id="91" name="Shape 77"/>
          <p:cNvSpPr/>
          <p:nvPr/>
        </p:nvSpPr>
        <p:spPr>
          <a:xfrm>
            <a:off x="8900892" y="4890008"/>
            <a:ext cx="420624" cy="485648"/>
          </a:xfrm>
          <a:prstGeom prst="roundRect">
            <a:avLst>
              <a:gd name="adj" fmla="val 17391"/>
            </a:avLst>
          </a:prstGeom>
          <a:solidFill>
            <a:schemeClr val="accent2">
              <a:alpha val="14000"/>
            </a:schemeClr>
          </a:solidFill>
          <a:ln w="15875">
            <a:solidFill>
              <a:srgbClr val="2A6FB0"/>
            </a:solidFill>
            <a:prstDash val="solid"/>
          </a:ln>
        </p:spPr>
      </p:sp>
      <p:sp>
        <p:nvSpPr>
          <p:cNvPr id="92" name="Text 78"/>
          <p:cNvSpPr txBox="1"/>
          <p:nvPr/>
        </p:nvSpPr>
        <p:spPr>
          <a:xfrm>
            <a:off x="8900892" y="4890008"/>
            <a:ext cx="420624" cy="48564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93" name="Text 79"/>
          <p:cNvSpPr txBox="1"/>
          <p:nvPr/>
        </p:nvSpPr>
        <p:spPr>
          <a:xfrm>
            <a:off x="9394668" y="4890008"/>
            <a:ext cx="1354389" cy="485648"/>
          </a:xfrm>
          <a:prstGeom prst="rect">
            <a:avLst/>
          </a:prstGeom>
          <a:noFill/>
          <a:ln/>
        </p:spPr>
        <p:txBody>
          <a:bodyPr wrap="square" lIns="0" tIns="0" rIns="0" bIns="0" rtlCol="0" anchor="ctr"/>
          <a:lstStyle/>
          <a:p>
            <a:pPr algn="ctr" indent="0" marL="0">
              <a:buNone/>
            </a:pPr>
            <a:r>
              <a:rPr lang="en-US" sz="1600" dirty="0">
                <a:solidFill>
                  <a:schemeClr val="tx1"/>
                </a:solidFill>
              </a:rPr>
              <a:t>Nederlands.</a:t>
            </a:r>
            <a:endParaRPr lang="en-US" sz="1600" dirty="0"/>
          </a:p>
        </p:txBody>
      </p:sp>
      <p:sp>
        <p:nvSpPr>
          <p:cNvPr id="94" name="Shape 80"/>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95" name="Shape 81"/>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96" name="Text 82"/>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97" name="Text 83"/>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98" name="Shape 84"/>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99" name="Image 11" descr="Redo">    </p:cNvPr>
          <p:cNvPicPr>
            <a:picLocks noChangeAspect="1"/>
          </p:cNvPicPr>
          <p:nvPr/>
        </p:nvPicPr>
        <p:blipFill>
          <a:blip r:embed="rId12"/>
          <a:stretch>
            <a:fillRect/>
          </a:stretch>
        </p:blipFill>
        <p:spPr>
          <a:xfrm>
            <a:off x="4133088" y="5728208"/>
            <a:ext cx="256032" cy="256032"/>
          </a:xfrm>
          <a:prstGeom prst="rect">
            <a:avLst/>
          </a:prstGeom>
        </p:spPr>
      </p:pic>
      <p:sp>
        <p:nvSpPr>
          <p:cNvPr id="100" name="Text 85"/>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101" name="Shape 86"/>
          <p:cNvSpPr/>
          <p:nvPr/>
        </p:nvSpPr>
        <p:spPr>
          <a:xfrm>
            <a:off x="5916168" y="5856224"/>
            <a:ext cx="137160" cy="914"/>
          </a:xfrm>
          <a:prstGeom prst="line">
            <a:avLst/>
          </a:prstGeom>
          <a:noFill/>
          <a:ln w="31750">
            <a:solidFill>
              <a:srgbClr val="D9700F"/>
            </a:solidFill>
            <a:prstDash val="solid"/>
            <a:tailEnd type="triangle"/>
          </a:ln>
        </p:spPr>
      </p:sp>
      <p:sp>
        <p:nvSpPr>
          <p:cNvPr id="102" name="Shape 87"/>
          <p:cNvSpPr/>
          <p:nvPr/>
        </p:nvSpPr>
        <p:spPr>
          <a:xfrm>
            <a:off x="6080760" y="5549392"/>
            <a:ext cx="5559552" cy="613664"/>
          </a:xfrm>
          <a:prstGeom prst="roundRect">
            <a:avLst>
              <a:gd name="adj" fmla="val 11921"/>
            </a:avLst>
          </a:prstGeom>
          <a:solidFill>
            <a:srgbClr val="FFFFFF"/>
          </a:solidFill>
          <a:ln w="19050">
            <a:solidFill>
              <a:srgbClr val="2E7D4F"/>
            </a:solidFill>
            <a:prstDash val="solid"/>
          </a:ln>
        </p:spPr>
      </p:sp>
      <p:pic>
        <p:nvPicPr>
          <p:cNvPr id="103" name="Image 12" descr="Random">    </p:cNvPr>
          <p:cNvPicPr>
            <a:picLocks noChangeAspect="1"/>
          </p:cNvPicPr>
          <p:nvPr/>
        </p:nvPicPr>
        <p:blipFill>
          <a:blip r:embed="rId13"/>
          <a:stretch>
            <a:fillRect/>
          </a:stretch>
        </p:blipFill>
        <p:spPr>
          <a:xfrm>
            <a:off x="6199632" y="5728208"/>
            <a:ext cx="256032" cy="256032"/>
          </a:xfrm>
          <a:prstGeom prst="rect">
            <a:avLst/>
          </a:prstGeom>
        </p:spPr>
      </p:pic>
      <p:sp>
        <p:nvSpPr>
          <p:cNvPr id="104" name="Shape 88"/>
          <p:cNvSpPr/>
          <p:nvPr/>
        </p:nvSpPr>
        <p:spPr>
          <a:xfrm>
            <a:off x="6583680" y="5613400"/>
            <a:ext cx="1036320" cy="485648"/>
          </a:xfrm>
          <a:prstGeom prst="roundRect">
            <a:avLst>
              <a:gd name="adj" fmla="val 15063"/>
            </a:avLst>
          </a:prstGeom>
          <a:solidFill>
            <a:schemeClr val="accent1">
              <a:alpha val="24000"/>
            </a:schemeClr>
          </a:solidFill>
          <a:ln w="15875">
            <a:solidFill>
              <a:srgbClr val="D9700F"/>
            </a:solidFill>
            <a:prstDash val="solid"/>
          </a:ln>
        </p:spPr>
      </p:sp>
      <p:sp>
        <p:nvSpPr>
          <p:cNvPr id="105" name="Text 89"/>
          <p:cNvSpPr txBox="1"/>
          <p:nvPr/>
        </p:nvSpPr>
        <p:spPr>
          <a:xfrm>
            <a:off x="6583680" y="5613400"/>
            <a:ext cx="1036320" cy="485648"/>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106" name="Shape 90"/>
          <p:cNvSpPr/>
          <p:nvPr/>
        </p:nvSpPr>
        <p:spPr>
          <a:xfrm>
            <a:off x="7693152" y="5613400"/>
            <a:ext cx="1090696" cy="485648"/>
          </a:xfrm>
          <a:prstGeom prst="ellipse">
            <a:avLst/>
          </a:prstGeom>
          <a:noFill/>
          <a:ln w="28575">
            <a:solidFill>
              <a:srgbClr val="B83227"/>
            </a:solidFill>
            <a:prstDash val="solid"/>
          </a:ln>
        </p:spPr>
      </p:sp>
      <p:sp>
        <p:nvSpPr>
          <p:cNvPr id="107" name="Text 91"/>
          <p:cNvSpPr txBox="1"/>
          <p:nvPr/>
        </p:nvSpPr>
        <p:spPr>
          <a:xfrm>
            <a:off x="7693152" y="5613400"/>
            <a:ext cx="1090696" cy="48564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108" name="Shape 92"/>
          <p:cNvSpPr/>
          <p:nvPr/>
        </p:nvSpPr>
        <p:spPr>
          <a:xfrm>
            <a:off x="8857000" y="5613400"/>
            <a:ext cx="723392" cy="485648"/>
          </a:xfrm>
          <a:prstGeom prst="roundRect">
            <a:avLst>
              <a:gd name="adj" fmla="val 15063"/>
            </a:avLst>
          </a:prstGeom>
          <a:solidFill>
            <a:schemeClr val="accent2">
              <a:alpha val="14000"/>
            </a:schemeClr>
          </a:solidFill>
          <a:ln w="15875">
            <a:solidFill>
              <a:srgbClr val="2A6FB0"/>
            </a:solidFill>
            <a:prstDash val="solid"/>
          </a:ln>
        </p:spPr>
      </p:sp>
      <p:sp>
        <p:nvSpPr>
          <p:cNvPr id="109" name="Text 93"/>
          <p:cNvSpPr txBox="1"/>
          <p:nvPr/>
        </p:nvSpPr>
        <p:spPr>
          <a:xfrm>
            <a:off x="8857000" y="5613400"/>
            <a:ext cx="723392" cy="48564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110" name="Text 94"/>
          <p:cNvSpPr txBox="1"/>
          <p:nvPr/>
        </p:nvSpPr>
        <p:spPr>
          <a:xfrm>
            <a:off x="9653544" y="5613400"/>
            <a:ext cx="945733" cy="485648"/>
          </a:xfrm>
          <a:prstGeom prst="rect">
            <a:avLst/>
          </a:prstGeom>
          <a:noFill/>
          <a:ln/>
        </p:spPr>
        <p:txBody>
          <a:bodyPr wrap="square" lIns="0" tIns="0" rIns="0" bIns="0" rtlCol="0" anchor="ctr"/>
          <a:lstStyle/>
          <a:p>
            <a:pPr algn="ctr" indent="0" marL="0">
              <a:buNone/>
            </a:pPr>
            <a:r>
              <a:rPr lang="en-US" sz="1600" dirty="0">
                <a:solidFill>
                  <a:schemeClr val="tx1"/>
                </a:solidFill>
              </a:rPr>
              <a:t>de klant</a:t>
            </a:r>
            <a:endParaRPr lang="en-US" sz="1600" dirty="0"/>
          </a:p>
        </p:txBody>
      </p:sp>
      <p:sp>
        <p:nvSpPr>
          <p:cNvPr id="111" name="Shape 95"/>
          <p:cNvSpPr/>
          <p:nvPr/>
        </p:nvSpPr>
        <p:spPr>
          <a:xfrm>
            <a:off x="10672430" y="5613400"/>
            <a:ext cx="528320" cy="485648"/>
          </a:xfrm>
          <a:prstGeom prst="roundRect">
            <a:avLst>
              <a:gd name="adj" fmla="val 15063"/>
            </a:avLst>
          </a:prstGeom>
          <a:noFill/>
          <a:ln w="22225">
            <a:solidFill>
              <a:srgbClr val="B83227"/>
            </a:solidFill>
            <a:prstDash val="dash"/>
          </a:ln>
        </p:spPr>
      </p:sp>
      <p:sp>
        <p:nvSpPr>
          <p:cNvPr id="112" name="Text 96"/>
          <p:cNvSpPr txBox="1"/>
          <p:nvPr/>
        </p:nvSpPr>
        <p:spPr>
          <a:xfrm>
            <a:off x="10672430" y="5613400"/>
            <a:ext cx="528320" cy="48564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8" name="Shape 4"/>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9" name="Text 5"/>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0" name="Shape 6"/>
          <p:cNvSpPr/>
          <p:nvPr/>
        </p:nvSpPr>
        <p:spPr>
          <a:xfrm>
            <a:off x="7170725" y="1895856"/>
            <a:ext cx="384048" cy="384048"/>
          </a:xfrm>
          <a:prstGeom prst="ellipse">
            <a:avLst/>
          </a:prstGeom>
          <a:noFill/>
          <a:ln w="25400">
            <a:solidFill>
              <a:srgbClr val="B83227"/>
            </a:solidFill>
            <a:prstDash val="solid"/>
          </a:ln>
        </p:spPr>
      </p:sp>
      <p:sp>
        <p:nvSpPr>
          <p:cNvPr id="11" name="Shape 7"/>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2" name="Text 8"/>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3" name="Shape 9"/>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4" name="Text 10"/>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5" name="Shape 11"/>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6" name="Text 12"/>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7" name="Shape 13"/>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8" name="Text 14"/>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19" name="Shape 15"/>
          <p:cNvSpPr/>
          <p:nvPr/>
        </p:nvSpPr>
        <p:spPr>
          <a:xfrm>
            <a:off x="11091672" y="1895856"/>
            <a:ext cx="384048" cy="384048"/>
          </a:xfrm>
          <a:prstGeom prst="ellipse">
            <a:avLst/>
          </a:prstGeom>
          <a:noFill/>
          <a:ln w="25400">
            <a:solidFill>
              <a:srgbClr val="B83227"/>
            </a:solidFill>
            <a:prstDash val="solid"/>
          </a:ln>
        </p:spPr>
      </p:sp>
      <p:sp>
        <p:nvSpPr>
          <p:cNvPr id="20" name="Shape 16"/>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1" name="Text 17"/>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2" name="Shape 18"/>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4" name="Shape 20"/>
          <p:cNvSpPr/>
          <p:nvPr/>
        </p:nvSpPr>
        <p:spPr>
          <a:xfrm>
            <a:off x="1024128" y="2462479"/>
            <a:ext cx="1117600" cy="457200"/>
          </a:xfrm>
          <a:prstGeom prst="roundRect">
            <a:avLst>
              <a:gd name="adj" fmla="val 16000"/>
            </a:avLst>
          </a:prstGeom>
          <a:solidFill>
            <a:schemeClr val="bg2"/>
          </a:solidFill>
          <a:ln w="15875">
            <a:solidFill>
              <a:srgbClr val="D5DCE6"/>
            </a:solidFill>
            <a:prstDash val="solid"/>
          </a:ln>
        </p:spPr>
      </p:sp>
      <p:sp>
        <p:nvSpPr>
          <p:cNvPr id="25" name="Text 21"/>
          <p:cNvSpPr txBox="1"/>
          <p:nvPr/>
        </p:nvSpPr>
        <p:spPr>
          <a:xfrm>
            <a:off x="1024128" y="2462479"/>
            <a:ext cx="1117600" cy="457200"/>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26" name="Shape 22"/>
          <p:cNvSpPr/>
          <p:nvPr/>
        </p:nvSpPr>
        <p:spPr>
          <a:xfrm>
            <a:off x="2233168" y="2462479"/>
            <a:ext cx="591312" cy="457200"/>
          </a:xfrm>
          <a:prstGeom prst="roundRect">
            <a:avLst>
              <a:gd name="adj" fmla="val 16000"/>
            </a:avLst>
          </a:prstGeom>
          <a:solidFill>
            <a:srgbClr val="FBE9E7"/>
          </a:solidFill>
          <a:ln w="15875">
            <a:solidFill>
              <a:srgbClr val="B83227"/>
            </a:solidFill>
            <a:prstDash val="solid"/>
          </a:ln>
        </p:spPr>
      </p:sp>
      <p:sp>
        <p:nvSpPr>
          <p:cNvPr id="27" name="Text 23"/>
          <p:cNvSpPr txBox="1"/>
          <p:nvPr/>
        </p:nvSpPr>
        <p:spPr>
          <a:xfrm>
            <a:off x="2233168" y="2462479"/>
            <a:ext cx="591312" cy="457200"/>
          </a:xfrm>
          <a:prstGeom prst="rect">
            <a:avLst/>
          </a:prstGeom>
          <a:noFill/>
          <a:ln/>
        </p:spPr>
        <p:txBody>
          <a:bodyPr wrap="square" lIns="0" tIns="0" rIns="0" bIns="0" rtlCol="0" anchor="ctr"/>
          <a:lstStyle/>
          <a:p>
            <a:pPr algn="ctr" indent="0" marL="0">
              <a:buNone/>
            </a:pPr>
            <a:r>
              <a:rPr lang="en-US" sz="1600" b="1" dirty="0">
                <a:solidFill>
                  <a:schemeClr val="accent6"/>
                </a:solidFill>
              </a:rPr>
              <a:t>bel</a:t>
            </a:r>
            <a:endParaRPr lang="en-US" sz="1600" dirty="0"/>
          </a:p>
        </p:txBody>
      </p:sp>
      <p:sp>
        <p:nvSpPr>
          <p:cNvPr id="28" name="Shape 24"/>
          <p:cNvSpPr/>
          <p:nvPr/>
        </p:nvSpPr>
        <p:spPr>
          <a:xfrm>
            <a:off x="2915920" y="2462479"/>
            <a:ext cx="442976" cy="457200"/>
          </a:xfrm>
          <a:prstGeom prst="roundRect">
            <a:avLst>
              <a:gd name="adj" fmla="val 16514"/>
            </a:avLst>
          </a:prstGeom>
          <a:solidFill>
            <a:schemeClr val="bg2"/>
          </a:solidFill>
          <a:ln w="15875">
            <a:solidFill>
              <a:srgbClr val="D5DCE6"/>
            </a:solidFill>
            <a:prstDash val="solid"/>
          </a:ln>
        </p:spPr>
      </p:sp>
      <p:sp>
        <p:nvSpPr>
          <p:cNvPr id="29" name="Text 25"/>
          <p:cNvSpPr txBox="1"/>
          <p:nvPr/>
        </p:nvSpPr>
        <p:spPr>
          <a:xfrm>
            <a:off x="2915920" y="2462479"/>
            <a:ext cx="442976" cy="457200"/>
          </a:xfrm>
          <a:prstGeom prst="rect">
            <a:avLst/>
          </a:prstGeom>
          <a:noFill/>
          <a:ln/>
        </p:spPr>
        <p:txBody>
          <a:bodyPr wrap="square" lIns="0" tIns="0" rIns="0" bIns="0" rtlCol="0" anchor="ctr"/>
          <a:lstStyle/>
          <a:p>
            <a:pPr algn="ctr" indent="0" marL="0">
              <a:buNone/>
            </a:pPr>
            <a:r>
              <a:rPr lang="en-US" sz="1600" b="1" dirty="0">
                <a:solidFill>
                  <a:schemeClr val="tx1"/>
                </a:solidFill>
              </a:rPr>
              <a:t>ik</a:t>
            </a:r>
            <a:endParaRPr lang="en-US" sz="1600" dirty="0"/>
          </a:p>
        </p:txBody>
      </p:sp>
      <p:sp>
        <p:nvSpPr>
          <p:cNvPr id="30" name="Shape 26"/>
          <p:cNvSpPr/>
          <p:nvPr/>
        </p:nvSpPr>
        <p:spPr>
          <a:xfrm>
            <a:off x="3450336" y="2462479"/>
            <a:ext cx="1176528" cy="457200"/>
          </a:xfrm>
          <a:prstGeom prst="roundRect">
            <a:avLst>
              <a:gd name="adj" fmla="val 16000"/>
            </a:avLst>
          </a:prstGeom>
          <a:solidFill>
            <a:schemeClr val="bg2"/>
          </a:solidFill>
          <a:ln w="15875">
            <a:solidFill>
              <a:srgbClr val="D5DCE6"/>
            </a:solidFill>
            <a:prstDash val="solid"/>
          </a:ln>
        </p:spPr>
      </p:sp>
      <p:sp>
        <p:nvSpPr>
          <p:cNvPr id="31" name="Text 27"/>
          <p:cNvSpPr txBox="1"/>
          <p:nvPr/>
        </p:nvSpPr>
        <p:spPr>
          <a:xfrm>
            <a:off x="3450336" y="2462479"/>
            <a:ext cx="1176528" cy="457200"/>
          </a:xfrm>
          <a:prstGeom prst="rect">
            <a:avLst/>
          </a:prstGeom>
          <a:noFill/>
          <a:ln/>
        </p:spPr>
        <p:txBody>
          <a:bodyPr wrap="square" lIns="0" tIns="0" rIns="0" bIns="0" rtlCol="0" anchor="ctr"/>
          <a:lstStyle/>
          <a:p>
            <a:pPr algn="ctr" indent="0" marL="0">
              <a:buNone/>
            </a:pPr>
            <a:r>
              <a:rPr lang="en-US" sz="1600" b="1" dirty="0">
                <a:solidFill>
                  <a:schemeClr val="tx1"/>
                </a:solidFill>
              </a:rPr>
              <a:t>de klant</a:t>
            </a:r>
            <a:endParaRPr lang="en-US" sz="1600" dirty="0"/>
          </a:p>
        </p:txBody>
      </p:sp>
      <p:sp>
        <p:nvSpPr>
          <p:cNvPr id="32" name="Shape 28"/>
          <p:cNvSpPr/>
          <p:nvPr/>
        </p:nvSpPr>
        <p:spPr>
          <a:xfrm>
            <a:off x="4718304" y="2462479"/>
            <a:ext cx="524256" cy="457200"/>
          </a:xfrm>
          <a:prstGeom prst="roundRect">
            <a:avLst>
              <a:gd name="adj" fmla="val 16000"/>
            </a:avLst>
          </a:prstGeom>
          <a:solidFill>
            <a:srgbClr val="FBE9E7"/>
          </a:solidFill>
          <a:ln w="15875">
            <a:solidFill>
              <a:srgbClr val="B83227"/>
            </a:solidFill>
            <a:prstDash val="solid"/>
          </a:ln>
        </p:spPr>
      </p:sp>
      <p:sp>
        <p:nvSpPr>
          <p:cNvPr id="33" name="Text 29"/>
          <p:cNvSpPr txBox="1"/>
          <p:nvPr/>
        </p:nvSpPr>
        <p:spPr>
          <a:xfrm>
            <a:off x="4718304" y="2462479"/>
            <a:ext cx="524256" cy="457200"/>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34" name="Shape 30"/>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35" name="Shape 31"/>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36" name="Shape 32"/>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7" name="Shape 33"/>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8" name="Shape 34"/>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9" name="Shape 35"/>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40" name="Shape 36"/>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41" name="Text 37"/>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2" name="Shape 38"/>
          <p:cNvSpPr/>
          <p:nvPr/>
        </p:nvSpPr>
        <p:spPr>
          <a:xfrm>
            <a:off x="1024128" y="3248254"/>
            <a:ext cx="772668" cy="457200"/>
          </a:xfrm>
          <a:prstGeom prst="roundRect">
            <a:avLst>
              <a:gd name="adj" fmla="val 16000"/>
            </a:avLst>
          </a:prstGeom>
          <a:solidFill>
            <a:srgbClr val="FBE9E7"/>
          </a:solidFill>
          <a:ln w="15875">
            <a:solidFill>
              <a:srgbClr val="B83227"/>
            </a:solidFill>
            <a:prstDash val="solid"/>
          </a:ln>
        </p:spPr>
      </p:sp>
      <p:sp>
        <p:nvSpPr>
          <p:cNvPr id="43" name="Text 39"/>
          <p:cNvSpPr txBox="1"/>
          <p:nvPr/>
        </p:nvSpPr>
        <p:spPr>
          <a:xfrm>
            <a:off x="1024128" y="3248254"/>
            <a:ext cx="772668" cy="457200"/>
          </a:xfrm>
          <a:prstGeom prst="rect">
            <a:avLst/>
          </a:prstGeom>
          <a:noFill/>
          <a:ln/>
        </p:spPr>
        <p:txBody>
          <a:bodyPr wrap="square" lIns="0" tIns="0" rIns="0" bIns="0" rtlCol="0" anchor="ctr"/>
          <a:lstStyle/>
          <a:p>
            <a:pPr algn="ctr" indent="0" marL="0">
              <a:buNone/>
            </a:pPr>
            <a:r>
              <a:rPr lang="en-US" sz="1300" b="1" dirty="0">
                <a:solidFill>
                  <a:schemeClr val="accent6"/>
                </a:solidFill>
              </a:rPr>
              <a:t>werkt</a:t>
            </a:r>
            <a:endParaRPr lang="en-US" sz="1300" dirty="0"/>
          </a:p>
        </p:txBody>
      </p:sp>
      <p:sp>
        <p:nvSpPr>
          <p:cNvPr id="44" name="Shape 40"/>
          <p:cNvSpPr/>
          <p:nvPr/>
        </p:nvSpPr>
        <p:spPr>
          <a:xfrm>
            <a:off x="1888236" y="3248254"/>
            <a:ext cx="913003" cy="457200"/>
          </a:xfrm>
          <a:prstGeom prst="roundRect">
            <a:avLst>
              <a:gd name="adj" fmla="val 16000"/>
            </a:avLst>
          </a:prstGeom>
          <a:solidFill>
            <a:schemeClr val="bg2"/>
          </a:solidFill>
          <a:ln w="15875">
            <a:solidFill>
              <a:srgbClr val="D5DCE6"/>
            </a:solidFill>
            <a:prstDash val="solid"/>
          </a:ln>
        </p:spPr>
      </p:sp>
      <p:sp>
        <p:nvSpPr>
          <p:cNvPr id="45" name="Text 41"/>
          <p:cNvSpPr txBox="1"/>
          <p:nvPr/>
        </p:nvSpPr>
        <p:spPr>
          <a:xfrm>
            <a:off x="1888236" y="3248254"/>
            <a:ext cx="913003" cy="457200"/>
          </a:xfrm>
          <a:prstGeom prst="rect">
            <a:avLst/>
          </a:prstGeom>
          <a:noFill/>
          <a:ln/>
        </p:spPr>
        <p:txBody>
          <a:bodyPr wrap="square" lIns="0" tIns="0" rIns="0" bIns="0" rtlCol="0" anchor="ctr"/>
          <a:lstStyle/>
          <a:p>
            <a:pPr algn="ctr" indent="0" marL="0">
              <a:buNone/>
            </a:pPr>
            <a:r>
              <a:rPr lang="en-US" sz="1300" b="1" dirty="0">
                <a:solidFill>
                  <a:schemeClr val="tx1"/>
                </a:solidFill>
              </a:rPr>
              <a:t>in Gent</a:t>
            </a:r>
            <a:endParaRPr lang="en-US" sz="1300" dirty="0"/>
          </a:p>
        </p:txBody>
      </p:sp>
      <p:sp>
        <p:nvSpPr>
          <p:cNvPr id="46" name="Shape 42"/>
          <p:cNvSpPr/>
          <p:nvPr/>
        </p:nvSpPr>
        <p:spPr>
          <a:xfrm>
            <a:off x="2892679" y="3248254"/>
            <a:ext cx="1362075" cy="457200"/>
          </a:xfrm>
          <a:prstGeom prst="roundRect">
            <a:avLst>
              <a:gd name="adj" fmla="val 16000"/>
            </a:avLst>
          </a:prstGeom>
          <a:solidFill>
            <a:schemeClr val="bg2"/>
          </a:solidFill>
          <a:ln w="15875">
            <a:solidFill>
              <a:srgbClr val="D5DCE6"/>
            </a:solidFill>
            <a:prstDash val="solid"/>
          </a:ln>
        </p:spPr>
      </p:sp>
      <p:sp>
        <p:nvSpPr>
          <p:cNvPr id="47" name="Text 43"/>
          <p:cNvSpPr txBox="1"/>
          <p:nvPr/>
        </p:nvSpPr>
        <p:spPr>
          <a:xfrm>
            <a:off x="2892679" y="3248254"/>
            <a:ext cx="1362075" cy="457200"/>
          </a:xfrm>
          <a:prstGeom prst="rect">
            <a:avLst/>
          </a:prstGeom>
          <a:noFill/>
          <a:ln/>
        </p:spPr>
        <p:txBody>
          <a:bodyPr wrap="square" lIns="0" tIns="0" rIns="0" bIns="0" rtlCol="0" anchor="ctr"/>
          <a:lstStyle/>
          <a:p>
            <a:pPr algn="ctr" indent="0" marL="0">
              <a:buNone/>
            </a:pPr>
            <a:r>
              <a:rPr lang="en-US" sz="1300" b="1" dirty="0">
                <a:solidFill>
                  <a:schemeClr val="tx1"/>
                </a:solidFill>
              </a:rPr>
              <a:t>mijn collega</a:t>
            </a:r>
            <a:endParaRPr lang="en-US" sz="1300" dirty="0"/>
          </a:p>
        </p:txBody>
      </p:sp>
      <p:sp>
        <p:nvSpPr>
          <p:cNvPr id="48" name="Shape 44"/>
          <p:cNvSpPr/>
          <p:nvPr/>
        </p:nvSpPr>
        <p:spPr>
          <a:xfrm>
            <a:off x="4346194" y="3248254"/>
            <a:ext cx="1035177" cy="457200"/>
          </a:xfrm>
          <a:prstGeom prst="roundRect">
            <a:avLst>
              <a:gd name="adj" fmla="val 16000"/>
            </a:avLst>
          </a:prstGeom>
          <a:solidFill>
            <a:schemeClr val="bg2"/>
          </a:solidFill>
          <a:ln w="15875">
            <a:solidFill>
              <a:srgbClr val="D5DCE6"/>
            </a:solidFill>
            <a:prstDash val="solid"/>
          </a:ln>
        </p:spPr>
      </p:sp>
      <p:sp>
        <p:nvSpPr>
          <p:cNvPr id="49" name="Text 45"/>
          <p:cNvSpPr txBox="1"/>
          <p:nvPr/>
        </p:nvSpPr>
        <p:spPr>
          <a:xfrm>
            <a:off x="4346194" y="3248254"/>
            <a:ext cx="1035177" cy="457200"/>
          </a:xfrm>
          <a:prstGeom prst="rect">
            <a:avLst/>
          </a:prstGeom>
          <a:noFill/>
          <a:ln/>
        </p:spPr>
        <p:txBody>
          <a:bodyPr wrap="square" lIns="0" tIns="0" rIns="0" bIns="0" rtlCol="0" anchor="ctr"/>
          <a:lstStyle/>
          <a:p>
            <a:pPr algn="ctr" indent="0" marL="0">
              <a:buNone/>
            </a:pPr>
            <a:r>
              <a:rPr lang="en-US" sz="1300" b="1" dirty="0">
                <a:solidFill>
                  <a:schemeClr val="tx1"/>
                </a:solidFill>
              </a:rPr>
              <a:t>elke dag</a:t>
            </a:r>
            <a:endParaRPr lang="en-US" sz="1300" dirty="0"/>
          </a:p>
        </p:txBody>
      </p:sp>
      <p:sp>
        <p:nvSpPr>
          <p:cNvPr id="50" name="Shape 4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51" name="Shape 47"/>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52" name="Shape 48"/>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53" name="Shape 49"/>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54" name="Shape 50"/>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55" name="Shape 51"/>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56" name="Shape 52"/>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8" name="Shape 54"/>
          <p:cNvSpPr/>
          <p:nvPr/>
        </p:nvSpPr>
        <p:spPr>
          <a:xfrm>
            <a:off x="1024128" y="4034028"/>
            <a:ext cx="1548384" cy="457200"/>
          </a:xfrm>
          <a:prstGeom prst="roundRect">
            <a:avLst>
              <a:gd name="adj" fmla="val 16000"/>
            </a:avLst>
          </a:prstGeom>
          <a:solidFill>
            <a:schemeClr val="bg2"/>
          </a:solidFill>
          <a:ln w="15875">
            <a:solidFill>
              <a:srgbClr val="D5DCE6"/>
            </a:solidFill>
            <a:prstDash val="solid"/>
          </a:ln>
        </p:spPr>
      </p:sp>
      <p:sp>
        <p:nvSpPr>
          <p:cNvPr id="59" name="Text 55"/>
          <p:cNvSpPr txBox="1"/>
          <p:nvPr/>
        </p:nvSpPr>
        <p:spPr>
          <a:xfrm>
            <a:off x="1024128" y="4034028"/>
            <a:ext cx="1548384" cy="457200"/>
          </a:xfrm>
          <a:prstGeom prst="rect">
            <a:avLst/>
          </a:prstGeom>
          <a:noFill/>
          <a:ln/>
        </p:spPr>
        <p:txBody>
          <a:bodyPr wrap="square" lIns="0" tIns="0" rIns="0" bIns="0" rtlCol="0" anchor="ctr"/>
          <a:lstStyle/>
          <a:p>
            <a:pPr algn="ctr" indent="0" marL="0">
              <a:buNone/>
            </a:pPr>
            <a:r>
              <a:rPr lang="en-US" sz="1600" b="1" dirty="0">
                <a:solidFill>
                  <a:schemeClr val="tx1"/>
                </a:solidFill>
              </a:rPr>
              <a:t>Nederlands</a:t>
            </a:r>
            <a:endParaRPr lang="en-US" sz="1600" dirty="0"/>
          </a:p>
        </p:txBody>
      </p:sp>
      <p:sp>
        <p:nvSpPr>
          <p:cNvPr id="60" name="Shape 56"/>
          <p:cNvSpPr/>
          <p:nvPr/>
        </p:nvSpPr>
        <p:spPr>
          <a:xfrm>
            <a:off x="2663952" y="4034028"/>
            <a:ext cx="562864" cy="457200"/>
          </a:xfrm>
          <a:prstGeom prst="roundRect">
            <a:avLst>
              <a:gd name="adj" fmla="val 16000"/>
            </a:avLst>
          </a:prstGeom>
          <a:solidFill>
            <a:schemeClr val="bg2"/>
          </a:solidFill>
          <a:ln w="15875">
            <a:solidFill>
              <a:srgbClr val="D5DCE6"/>
            </a:solidFill>
            <a:prstDash val="solid"/>
          </a:ln>
        </p:spPr>
      </p:sp>
      <p:sp>
        <p:nvSpPr>
          <p:cNvPr id="61" name="Text 57"/>
          <p:cNvSpPr txBox="1"/>
          <p:nvPr/>
        </p:nvSpPr>
        <p:spPr>
          <a:xfrm>
            <a:off x="2663952" y="4034028"/>
            <a:ext cx="562864" cy="457200"/>
          </a:xfrm>
          <a:prstGeom prst="rect">
            <a:avLst/>
          </a:prstGeom>
          <a:noFill/>
          <a:ln/>
        </p:spPr>
        <p:txBody>
          <a:bodyPr wrap="square" lIns="0" tIns="0" rIns="0" bIns="0" rtlCol="0" anchor="ctr"/>
          <a:lstStyle/>
          <a:p>
            <a:pPr algn="ctr" indent="0" marL="0">
              <a:buNone/>
            </a:pPr>
            <a:r>
              <a:rPr lang="en-US" sz="1600" b="1" dirty="0">
                <a:solidFill>
                  <a:schemeClr val="tx1"/>
                </a:solidFill>
              </a:rPr>
              <a:t>we</a:t>
            </a:r>
            <a:endParaRPr lang="en-US" sz="1600" dirty="0"/>
          </a:p>
        </p:txBody>
      </p:sp>
      <p:sp>
        <p:nvSpPr>
          <p:cNvPr id="62" name="Shape 58"/>
          <p:cNvSpPr/>
          <p:nvPr/>
        </p:nvSpPr>
        <p:spPr>
          <a:xfrm>
            <a:off x="3318256" y="4034028"/>
            <a:ext cx="1107440" cy="457200"/>
          </a:xfrm>
          <a:prstGeom prst="roundRect">
            <a:avLst>
              <a:gd name="adj" fmla="val 16000"/>
            </a:avLst>
          </a:prstGeom>
          <a:solidFill>
            <a:srgbClr val="FBE9E7"/>
          </a:solidFill>
          <a:ln w="15875">
            <a:solidFill>
              <a:srgbClr val="B83227"/>
            </a:solidFill>
            <a:prstDash val="solid"/>
          </a:ln>
        </p:spPr>
      </p:sp>
      <p:sp>
        <p:nvSpPr>
          <p:cNvPr id="63" name="Text 59"/>
          <p:cNvSpPr txBox="1"/>
          <p:nvPr/>
        </p:nvSpPr>
        <p:spPr>
          <a:xfrm>
            <a:off x="3318256" y="4034028"/>
            <a:ext cx="1107440" cy="457200"/>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4" name="Shape 60"/>
          <p:cNvSpPr/>
          <p:nvPr/>
        </p:nvSpPr>
        <p:spPr>
          <a:xfrm>
            <a:off x="4517136" y="4034028"/>
            <a:ext cx="827024" cy="457200"/>
          </a:xfrm>
          <a:prstGeom prst="roundRect">
            <a:avLst>
              <a:gd name="adj" fmla="val 16000"/>
            </a:avLst>
          </a:prstGeom>
          <a:solidFill>
            <a:srgbClr val="FBE9E7"/>
          </a:solidFill>
          <a:ln w="15875">
            <a:solidFill>
              <a:srgbClr val="B83227"/>
            </a:solidFill>
            <a:prstDash val="solid"/>
          </a:ln>
        </p:spPr>
      </p:sp>
      <p:sp>
        <p:nvSpPr>
          <p:cNvPr id="65" name="Text 61"/>
          <p:cNvSpPr txBox="1"/>
          <p:nvPr/>
        </p:nvSpPr>
        <p:spPr>
          <a:xfrm>
            <a:off x="4517136" y="4034028"/>
            <a:ext cx="827024" cy="457200"/>
          </a:xfrm>
          <a:prstGeom prst="rect">
            <a:avLst/>
          </a:prstGeom>
          <a:noFill/>
          <a:ln/>
        </p:spPr>
        <p:txBody>
          <a:bodyPr wrap="square" lIns="0" tIns="0" rIns="0" bIns="0" rtlCol="0" anchor="ctr"/>
          <a:lstStyle/>
          <a:p>
            <a:pPr algn="ctr" indent="0" marL="0">
              <a:buNone/>
            </a:pPr>
            <a:r>
              <a:rPr lang="en-US" sz="1600" b="1" dirty="0">
                <a:solidFill>
                  <a:schemeClr val="accent6"/>
                </a:solidFill>
              </a:rPr>
              <a:t>leren</a:t>
            </a:r>
            <a:endParaRPr lang="en-US" sz="1600" dirty="0"/>
          </a:p>
        </p:txBody>
      </p:sp>
      <p:sp>
        <p:nvSpPr>
          <p:cNvPr id="66" name="Shape 62"/>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67" name="Shape 63"/>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68" name="Shape 64"/>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69" name="Shape 65"/>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70" name="Shape 66"/>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71" name="Shape 67"/>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72" name="Shape 6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024128" y="4819802"/>
            <a:ext cx="445008" cy="457200"/>
          </a:xfrm>
          <a:prstGeom prst="roundRect">
            <a:avLst>
              <a:gd name="adj" fmla="val 16438"/>
            </a:avLst>
          </a:prstGeom>
          <a:solidFill>
            <a:schemeClr val="bg2"/>
          </a:solidFill>
          <a:ln w="15875">
            <a:solidFill>
              <a:srgbClr val="D5DCE6"/>
            </a:solidFill>
            <a:prstDash val="solid"/>
          </a:ln>
        </p:spPr>
      </p:sp>
      <p:sp>
        <p:nvSpPr>
          <p:cNvPr id="75" name="Text 71"/>
          <p:cNvSpPr txBox="1"/>
          <p:nvPr/>
        </p:nvSpPr>
        <p:spPr>
          <a:xfrm>
            <a:off x="1024128" y="4819802"/>
            <a:ext cx="445008" cy="457200"/>
          </a:xfrm>
          <a:prstGeom prst="rect">
            <a:avLst/>
          </a:prstGeom>
          <a:noFill/>
          <a:ln/>
        </p:spPr>
        <p:txBody>
          <a:bodyPr wrap="square" lIns="0" tIns="0" rIns="0" bIns="0" rtlCol="0" anchor="ctr"/>
          <a:lstStyle/>
          <a:p>
            <a:pPr algn="ctr" indent="0" marL="0">
              <a:buNone/>
            </a:pPr>
            <a:r>
              <a:rPr lang="en-US" sz="1600" b="1" dirty="0">
                <a:solidFill>
                  <a:schemeClr val="tx1"/>
                </a:solidFill>
              </a:rPr>
              <a:t>je</a:t>
            </a:r>
            <a:endParaRPr lang="en-US" sz="1600" dirty="0"/>
          </a:p>
        </p:txBody>
      </p:sp>
      <p:sp>
        <p:nvSpPr>
          <p:cNvPr id="76" name="Shape 72"/>
          <p:cNvSpPr/>
          <p:nvPr/>
        </p:nvSpPr>
        <p:spPr>
          <a:xfrm>
            <a:off x="1560576" y="4819802"/>
            <a:ext cx="796544" cy="457200"/>
          </a:xfrm>
          <a:prstGeom prst="roundRect">
            <a:avLst>
              <a:gd name="adj" fmla="val 16000"/>
            </a:avLst>
          </a:prstGeom>
          <a:solidFill>
            <a:schemeClr val="bg2"/>
          </a:solidFill>
          <a:ln w="15875">
            <a:solidFill>
              <a:srgbClr val="D5DCE6"/>
            </a:solidFill>
            <a:prstDash val="solid"/>
          </a:ln>
        </p:spPr>
      </p:sp>
      <p:sp>
        <p:nvSpPr>
          <p:cNvPr id="77" name="Text 73"/>
          <p:cNvSpPr txBox="1"/>
          <p:nvPr/>
        </p:nvSpPr>
        <p:spPr>
          <a:xfrm>
            <a:off x="1560576" y="4819802"/>
            <a:ext cx="796544" cy="457200"/>
          </a:xfrm>
          <a:prstGeom prst="rect">
            <a:avLst/>
          </a:prstGeom>
          <a:noFill/>
          <a:ln/>
        </p:spPr>
        <p:txBody>
          <a:bodyPr wrap="square" lIns="0" tIns="0" rIns="0" bIns="0" rtlCol="0" anchor="ctr"/>
          <a:lstStyle/>
          <a:p>
            <a:pPr algn="ctr" indent="0" marL="0">
              <a:buNone/>
            </a:pPr>
            <a:r>
              <a:rPr lang="en-US" sz="1600" b="1" dirty="0">
                <a:solidFill>
                  <a:schemeClr val="tx1"/>
                </a:solidFill>
              </a:rPr>
              <a:t>waar</a:t>
            </a:r>
            <a:endParaRPr lang="en-US" sz="1600" dirty="0"/>
          </a:p>
        </p:txBody>
      </p:sp>
      <p:sp>
        <p:nvSpPr>
          <p:cNvPr id="78" name="Shape 74"/>
          <p:cNvSpPr/>
          <p:nvPr/>
        </p:nvSpPr>
        <p:spPr>
          <a:xfrm>
            <a:off x="2448560" y="4819802"/>
            <a:ext cx="849376" cy="457200"/>
          </a:xfrm>
          <a:prstGeom prst="roundRect">
            <a:avLst>
              <a:gd name="adj" fmla="val 16000"/>
            </a:avLst>
          </a:prstGeom>
          <a:solidFill>
            <a:srgbClr val="FBE9E7"/>
          </a:solidFill>
          <a:ln w="15875">
            <a:solidFill>
              <a:srgbClr val="B83227"/>
            </a:solidFill>
            <a:prstDash val="solid"/>
          </a:ln>
        </p:spPr>
      </p:sp>
      <p:sp>
        <p:nvSpPr>
          <p:cNvPr id="79" name="Text 75"/>
          <p:cNvSpPr txBox="1"/>
          <p:nvPr/>
        </p:nvSpPr>
        <p:spPr>
          <a:xfrm>
            <a:off x="2448560" y="4819802"/>
            <a:ext cx="849376" cy="457200"/>
          </a:xfrm>
          <a:prstGeom prst="rect">
            <a:avLst/>
          </a:prstGeom>
          <a:noFill/>
          <a:ln/>
        </p:spPr>
        <p:txBody>
          <a:bodyPr wrap="square" lIns="0" tIns="0" rIns="0" bIns="0" rtlCol="0" anchor="ctr"/>
          <a:lstStyle/>
          <a:p>
            <a:pPr algn="ctr" indent="0" marL="0">
              <a:buNone/>
            </a:pPr>
            <a:r>
              <a:rPr lang="en-US" sz="1600" b="1" dirty="0">
                <a:solidFill>
                  <a:schemeClr val="accent6"/>
                </a:solidFill>
              </a:rPr>
              <a:t>woon</a:t>
            </a:r>
            <a:endParaRPr lang="en-US" sz="1600" dirty="0"/>
          </a:p>
        </p:txBody>
      </p:sp>
      <p:sp>
        <p:nvSpPr>
          <p:cNvPr id="80" name="Shape 76"/>
          <p:cNvSpPr/>
          <p:nvPr/>
        </p:nvSpPr>
        <p:spPr>
          <a:xfrm>
            <a:off x="3389376" y="4819802"/>
            <a:ext cx="355600" cy="457200"/>
          </a:xfrm>
          <a:prstGeom prst="roundRect">
            <a:avLst>
              <a:gd name="adj" fmla="val 20571"/>
            </a:avLst>
          </a:prstGeom>
          <a:solidFill>
            <a:schemeClr val="bg2"/>
          </a:solidFill>
          <a:ln w="15875">
            <a:solidFill>
              <a:srgbClr val="D5DCE6"/>
            </a:solidFill>
            <a:prstDash val="solid"/>
          </a:ln>
        </p:spPr>
      </p:sp>
      <p:sp>
        <p:nvSpPr>
          <p:cNvPr id="81" name="Text 77"/>
          <p:cNvSpPr txBox="1"/>
          <p:nvPr/>
        </p:nvSpPr>
        <p:spPr>
          <a:xfrm>
            <a:off x="3389376" y="4819802"/>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82" name="Shape 78"/>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84" name="Shape 80"/>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85" name="Shape 81"/>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86" name="Shape 82"/>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87" name="Shape 83"/>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88" name="Shape 84"/>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89" name="Text 85"/>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0" name="Shape 86"/>
          <p:cNvSpPr/>
          <p:nvPr/>
        </p:nvSpPr>
        <p:spPr>
          <a:xfrm>
            <a:off x="1024128" y="5605577"/>
            <a:ext cx="979424" cy="457200"/>
          </a:xfrm>
          <a:prstGeom prst="roundRect">
            <a:avLst>
              <a:gd name="adj" fmla="val 16000"/>
            </a:avLst>
          </a:prstGeom>
          <a:solidFill>
            <a:srgbClr val="FBE9E7"/>
          </a:solidFill>
          <a:ln w="15875">
            <a:solidFill>
              <a:srgbClr val="B83227"/>
            </a:solidFill>
            <a:prstDash val="solid"/>
          </a:ln>
        </p:spPr>
      </p:sp>
      <p:sp>
        <p:nvSpPr>
          <p:cNvPr id="91" name="Text 87"/>
          <p:cNvSpPr txBox="1"/>
          <p:nvPr/>
        </p:nvSpPr>
        <p:spPr>
          <a:xfrm>
            <a:off x="1024128" y="5605577"/>
            <a:ext cx="979424" cy="457200"/>
          </a:xfrm>
          <a:prstGeom prst="rect">
            <a:avLst/>
          </a:prstGeom>
          <a:noFill/>
          <a:ln/>
        </p:spPr>
        <p:txBody>
          <a:bodyPr wrap="square" lIns="0" tIns="0" rIns="0" bIns="0" rtlCol="0" anchor="ctr"/>
          <a:lstStyle/>
          <a:p>
            <a:pPr algn="ctr" indent="0" marL="0">
              <a:buNone/>
            </a:pPr>
            <a:r>
              <a:rPr lang="en-US" sz="1600" b="1" dirty="0">
                <a:solidFill>
                  <a:schemeClr val="accent6"/>
                </a:solidFill>
              </a:rPr>
              <a:t>begint</a:t>
            </a:r>
            <a:endParaRPr lang="en-US" sz="1600" dirty="0"/>
          </a:p>
        </p:txBody>
      </p:sp>
      <p:sp>
        <p:nvSpPr>
          <p:cNvPr id="92" name="Shape 88"/>
          <p:cNvSpPr/>
          <p:nvPr/>
        </p:nvSpPr>
        <p:spPr>
          <a:xfrm>
            <a:off x="2094992" y="5605577"/>
            <a:ext cx="922528" cy="457200"/>
          </a:xfrm>
          <a:prstGeom prst="roundRect">
            <a:avLst>
              <a:gd name="adj" fmla="val 16000"/>
            </a:avLst>
          </a:prstGeom>
          <a:solidFill>
            <a:schemeClr val="bg2"/>
          </a:solidFill>
          <a:ln w="15875">
            <a:solidFill>
              <a:srgbClr val="D5DCE6"/>
            </a:solidFill>
            <a:prstDash val="solid"/>
          </a:ln>
        </p:spPr>
      </p:sp>
      <p:sp>
        <p:nvSpPr>
          <p:cNvPr id="93" name="Text 89"/>
          <p:cNvSpPr txBox="1"/>
          <p:nvPr/>
        </p:nvSpPr>
        <p:spPr>
          <a:xfrm>
            <a:off x="2094992" y="5605577"/>
            <a:ext cx="922528" cy="457200"/>
          </a:xfrm>
          <a:prstGeom prst="rect">
            <a:avLst/>
          </a:prstGeom>
          <a:noFill/>
          <a:ln/>
        </p:spPr>
        <p:txBody>
          <a:bodyPr wrap="square" lIns="0" tIns="0" rIns="0" bIns="0" rtlCol="0" anchor="ctr"/>
          <a:lstStyle/>
          <a:p>
            <a:pPr algn="ctr" indent="0" marL="0">
              <a:buNone/>
            </a:pPr>
            <a:r>
              <a:rPr lang="en-US" sz="1600" b="1" dirty="0">
                <a:solidFill>
                  <a:schemeClr val="tx1"/>
                </a:solidFill>
              </a:rPr>
              <a:t>de les</a:t>
            </a:r>
            <a:endParaRPr lang="en-US" sz="1600" dirty="0"/>
          </a:p>
        </p:txBody>
      </p:sp>
      <p:sp>
        <p:nvSpPr>
          <p:cNvPr id="94" name="Shape 90"/>
          <p:cNvSpPr/>
          <p:nvPr/>
        </p:nvSpPr>
        <p:spPr>
          <a:xfrm>
            <a:off x="3108960" y="5605577"/>
            <a:ext cx="1261872" cy="457200"/>
          </a:xfrm>
          <a:prstGeom prst="roundRect">
            <a:avLst>
              <a:gd name="adj" fmla="val 16000"/>
            </a:avLst>
          </a:prstGeom>
          <a:solidFill>
            <a:schemeClr val="bg2"/>
          </a:solidFill>
          <a:ln w="15875">
            <a:solidFill>
              <a:srgbClr val="D5DCE6"/>
            </a:solidFill>
            <a:prstDash val="solid"/>
          </a:ln>
        </p:spPr>
      </p:sp>
      <p:sp>
        <p:nvSpPr>
          <p:cNvPr id="95" name="Text 91"/>
          <p:cNvSpPr txBox="1"/>
          <p:nvPr/>
        </p:nvSpPr>
        <p:spPr>
          <a:xfrm>
            <a:off x="3108960" y="5605577"/>
            <a:ext cx="1261872" cy="457200"/>
          </a:xfrm>
          <a:prstGeom prst="rect">
            <a:avLst/>
          </a:prstGeom>
          <a:noFill/>
          <a:ln/>
        </p:spPr>
        <p:txBody>
          <a:bodyPr wrap="square" lIns="0" tIns="0" rIns="0" bIns="0" rtlCol="0" anchor="ctr"/>
          <a:lstStyle/>
          <a:p>
            <a:pPr algn="ctr" indent="0" marL="0">
              <a:buNone/>
            </a:pPr>
            <a:r>
              <a:rPr lang="en-US" sz="1600" b="1" dirty="0">
                <a:solidFill>
                  <a:schemeClr val="tx1"/>
                </a:solidFill>
              </a:rPr>
              <a:t>om 9 uur</a:t>
            </a:r>
            <a:endParaRPr lang="en-US" sz="1600" dirty="0"/>
          </a:p>
        </p:txBody>
      </p:sp>
      <p:sp>
        <p:nvSpPr>
          <p:cNvPr id="96" name="Shape 92"/>
          <p:cNvSpPr/>
          <p:nvPr/>
        </p:nvSpPr>
        <p:spPr>
          <a:xfrm>
            <a:off x="4462272" y="5605577"/>
            <a:ext cx="355600" cy="457200"/>
          </a:xfrm>
          <a:prstGeom prst="roundRect">
            <a:avLst>
              <a:gd name="adj" fmla="val 20571"/>
            </a:avLst>
          </a:prstGeom>
          <a:solidFill>
            <a:schemeClr val="bg2"/>
          </a:solidFill>
          <a:ln w="15875">
            <a:solidFill>
              <a:srgbClr val="D5DCE6"/>
            </a:solidFill>
            <a:prstDash val="solid"/>
          </a:ln>
        </p:spPr>
      </p:sp>
      <p:sp>
        <p:nvSpPr>
          <p:cNvPr id="97" name="Text 93"/>
          <p:cNvSpPr txBox="1"/>
          <p:nvPr/>
        </p:nvSpPr>
        <p:spPr>
          <a:xfrm>
            <a:off x="4462272" y="5605577"/>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98" name="Shape 94"/>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99" name="Shape 95"/>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100" name="Shape 9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101" name="Shape 97"/>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102" name="Shape 98"/>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103" name="Shape 99"/>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9" name="Shape 5"/>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10" name="Text 6"/>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1" name="Shape 7"/>
          <p:cNvSpPr/>
          <p:nvPr/>
        </p:nvSpPr>
        <p:spPr>
          <a:xfrm>
            <a:off x="7170725" y="1895856"/>
            <a:ext cx="384048" cy="384048"/>
          </a:xfrm>
          <a:prstGeom prst="ellipse">
            <a:avLst/>
          </a:prstGeom>
          <a:noFill/>
          <a:ln w="25400">
            <a:solidFill>
              <a:srgbClr val="B83227"/>
            </a:solidFill>
            <a:prstDash val="solid"/>
          </a:ln>
        </p:spPr>
      </p:sp>
      <p:sp>
        <p:nvSpPr>
          <p:cNvPr id="12" name="Shape 8"/>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3" name="Text 9"/>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4" name="Shape 10"/>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5" name="Text 11"/>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6" name="Shape 12"/>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7" name="Text 13"/>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8" name="Shape 14"/>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9" name="Text 15"/>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20" name="Shape 16"/>
          <p:cNvSpPr/>
          <p:nvPr/>
        </p:nvSpPr>
        <p:spPr>
          <a:xfrm>
            <a:off x="11091672" y="1895856"/>
            <a:ext cx="384048" cy="384048"/>
          </a:xfrm>
          <a:prstGeom prst="ellipse">
            <a:avLst/>
          </a:prstGeom>
          <a:noFill/>
          <a:ln w="25400">
            <a:solidFill>
              <a:srgbClr val="B83227"/>
            </a:solidFill>
            <a:prstDash val="solid"/>
          </a:ln>
        </p:spPr>
      </p:sp>
      <p:sp>
        <p:nvSpPr>
          <p:cNvPr id="21" name="Shape 17"/>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2" name="Text 18"/>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3" name="Shape 19"/>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5" name="Text 21"/>
          <p:cNvSpPr txBox="1"/>
          <p:nvPr/>
        </p:nvSpPr>
        <p:spPr>
          <a:xfrm>
            <a:off x="1024128" y="2343912"/>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Ik bel morgen de klant op.</a:t>
            </a:r>
            <a:endParaRPr lang="en-US" sz="1300" dirty="0"/>
          </a:p>
          <a:p>
            <a:pPr algn="l" indent="0" marL="0">
              <a:buNone/>
            </a:pPr>
            <a:r>
              <a:rPr lang="en-US" sz="1300" b="1" dirty="0">
                <a:solidFill>
                  <a:schemeClr val="accent3"/>
                </a:solidFill>
              </a:rPr>
              <a:t>Ik bel de klant morgen op.</a:t>
            </a:r>
            <a:endParaRPr lang="en-US" sz="1300" dirty="0"/>
          </a:p>
          <a:p>
            <a:pPr algn="l" indent="0" marL="0">
              <a:buNone/>
            </a:pPr>
            <a:r>
              <a:rPr lang="en-US" sz="1300" b="1" dirty="0">
                <a:solidFill>
                  <a:schemeClr val="accent3"/>
                </a:solidFill>
              </a:rPr>
              <a:t>Morgen bel ik de klant op.</a:t>
            </a:r>
            <a:endParaRPr lang="en-US" sz="1300" dirty="0"/>
          </a:p>
        </p:txBody>
      </p:sp>
      <p:sp>
        <p:nvSpPr>
          <p:cNvPr id="26" name="Shape 22"/>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27" name="Text 23"/>
          <p:cNvSpPr txBox="1"/>
          <p:nvPr/>
        </p:nvSpPr>
        <p:spPr>
          <a:xfrm>
            <a:off x="5788152" y="2343912"/>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Ik</a:t>
            </a:r>
            <a:endParaRPr lang="en-US" sz="1400" dirty="0"/>
          </a:p>
        </p:txBody>
      </p:sp>
      <p:sp>
        <p:nvSpPr>
          <p:cNvPr id="28" name="Shape 24"/>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29" name="Text 25"/>
          <p:cNvSpPr txBox="1"/>
          <p:nvPr/>
        </p:nvSpPr>
        <p:spPr>
          <a:xfrm>
            <a:off x="6978701" y="2343912"/>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bel</a:t>
            </a:r>
            <a:endParaRPr lang="en-US" sz="1400" dirty="0"/>
          </a:p>
        </p:txBody>
      </p:sp>
      <p:sp>
        <p:nvSpPr>
          <p:cNvPr id="30" name="Shape 26"/>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1" name="Text 27"/>
          <p:cNvSpPr txBox="1"/>
          <p:nvPr/>
        </p:nvSpPr>
        <p:spPr>
          <a:xfrm>
            <a:off x="7849210" y="2343912"/>
            <a:ext cx="1499616" cy="694334"/>
          </a:xfrm>
          <a:prstGeom prst="rect">
            <a:avLst/>
          </a:prstGeom>
          <a:noFill/>
          <a:ln/>
        </p:spPr>
        <p:txBody>
          <a:bodyPr wrap="square" lIns="0" tIns="0" rIns="0" bIns="0" rtlCol="0" anchor="ctr"/>
          <a:lstStyle/>
          <a:p>
            <a:pPr algn="ctr" indent="0" marL="0">
              <a:buNone/>
            </a:pPr>
            <a:r>
              <a:rPr lang="en-US" sz="1400" dirty="0">
                <a:solidFill>
                  <a:schemeClr val="tx1"/>
                </a:solidFill>
              </a:rPr>
              <a:t>morgen</a:t>
            </a:r>
            <a:endParaRPr lang="en-US" sz="1400" dirty="0"/>
          </a:p>
        </p:txBody>
      </p:sp>
      <p:sp>
        <p:nvSpPr>
          <p:cNvPr id="32" name="Shape 28"/>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3" name="Text 29"/>
          <p:cNvSpPr txBox="1"/>
          <p:nvPr/>
        </p:nvSpPr>
        <p:spPr>
          <a:xfrm>
            <a:off x="9451238" y="2343912"/>
            <a:ext cx="969264" cy="694334"/>
          </a:xfrm>
          <a:prstGeom prst="rect">
            <a:avLst/>
          </a:prstGeom>
          <a:noFill/>
          <a:ln/>
        </p:spPr>
        <p:txBody>
          <a:bodyPr wrap="square" lIns="0" tIns="0" rIns="0" bIns="0" rtlCol="0" anchor="ctr"/>
          <a:lstStyle/>
          <a:p>
            <a:pPr algn="ctr" indent="0" marL="0">
              <a:buNone/>
            </a:pPr>
            <a:r>
              <a:rPr lang="en-US" sz="1400" dirty="0">
                <a:solidFill>
                  <a:schemeClr val="tx1"/>
                </a:solidFill>
              </a:rPr>
              <a:t>de klant</a:t>
            </a:r>
            <a:endParaRPr lang="en-US" sz="1400" dirty="0"/>
          </a:p>
        </p:txBody>
      </p:sp>
      <p:sp>
        <p:nvSpPr>
          <p:cNvPr id="34" name="Shape 30"/>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5" name="Shape 31"/>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36" name="Text 32"/>
          <p:cNvSpPr txBox="1"/>
          <p:nvPr/>
        </p:nvSpPr>
        <p:spPr>
          <a:xfrm>
            <a:off x="10954512" y="2343912"/>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op.</a:t>
            </a:r>
            <a:endParaRPr lang="en-US" sz="1400" dirty="0"/>
          </a:p>
        </p:txBody>
      </p:sp>
      <p:sp>
        <p:nvSpPr>
          <p:cNvPr id="37" name="Shape 33"/>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9" name="Text 35"/>
          <p:cNvSpPr txBox="1"/>
          <p:nvPr/>
        </p:nvSpPr>
        <p:spPr>
          <a:xfrm>
            <a:off x="1024128" y="3129686"/>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Mijn collega werkt elke dag in Gent.</a:t>
            </a:r>
            <a:endParaRPr lang="en-US" sz="1300" dirty="0"/>
          </a:p>
          <a:p>
            <a:pPr algn="l" indent="0" marL="0">
              <a:buNone/>
            </a:pPr>
            <a:r>
              <a:rPr lang="en-US" sz="1300" b="1" dirty="0">
                <a:solidFill>
                  <a:schemeClr val="accent3"/>
                </a:solidFill>
              </a:rPr>
              <a:t>Elke dag werkt mijn collega in Gent.</a:t>
            </a:r>
            <a:endParaRPr lang="en-US" sz="1300" dirty="0"/>
          </a:p>
          <a:p>
            <a:pPr algn="l" indent="0" marL="0">
              <a:buNone/>
            </a:pPr>
            <a:r>
              <a:rPr lang="en-US" sz="1300" b="1" dirty="0">
                <a:solidFill>
                  <a:schemeClr val="accent3"/>
                </a:solidFill>
              </a:rPr>
              <a:t>In Gent werkt mijn collega elke dag.</a:t>
            </a:r>
            <a:endParaRPr lang="en-US" sz="1300" dirty="0"/>
          </a:p>
        </p:txBody>
      </p:sp>
      <p:sp>
        <p:nvSpPr>
          <p:cNvPr id="40" name="Shape 3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41" name="Text 37"/>
          <p:cNvSpPr txBox="1"/>
          <p:nvPr/>
        </p:nvSpPr>
        <p:spPr>
          <a:xfrm>
            <a:off x="5788152" y="3129686"/>
            <a:ext cx="1088136" cy="694334"/>
          </a:xfrm>
          <a:prstGeom prst="rect">
            <a:avLst/>
          </a:prstGeom>
          <a:noFill/>
          <a:ln/>
        </p:spPr>
        <p:txBody>
          <a:bodyPr wrap="square" lIns="0" tIns="0" rIns="0" bIns="0" rtlCol="0" anchor="ctr"/>
          <a:lstStyle/>
          <a:p>
            <a:pPr algn="ctr" indent="0" marL="0">
              <a:buNone/>
            </a:pPr>
            <a:r>
              <a:rPr lang="en-US" sz="1200" b="1" dirty="0">
                <a:solidFill>
                  <a:schemeClr val="accent2"/>
                </a:solidFill>
              </a:rPr>
              <a:t>Mijn collega</a:t>
            </a:r>
            <a:endParaRPr lang="en-US" sz="1200" dirty="0"/>
          </a:p>
        </p:txBody>
      </p:sp>
      <p:sp>
        <p:nvSpPr>
          <p:cNvPr id="42" name="Shape 38"/>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43" name="Text 39"/>
          <p:cNvSpPr txBox="1"/>
          <p:nvPr/>
        </p:nvSpPr>
        <p:spPr>
          <a:xfrm>
            <a:off x="6978701" y="3129686"/>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werkt</a:t>
            </a:r>
            <a:endParaRPr lang="en-US" sz="1400" dirty="0"/>
          </a:p>
        </p:txBody>
      </p:sp>
      <p:sp>
        <p:nvSpPr>
          <p:cNvPr id="44" name="Shape 40"/>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45" name="Text 41"/>
          <p:cNvSpPr txBox="1"/>
          <p:nvPr/>
        </p:nvSpPr>
        <p:spPr>
          <a:xfrm>
            <a:off x="7849210" y="3129686"/>
            <a:ext cx="1499616" cy="694334"/>
          </a:xfrm>
          <a:prstGeom prst="rect">
            <a:avLst/>
          </a:prstGeom>
          <a:noFill/>
          <a:ln/>
        </p:spPr>
        <p:txBody>
          <a:bodyPr wrap="square" lIns="0" tIns="0" rIns="0" bIns="0" rtlCol="0" anchor="ctr"/>
          <a:lstStyle/>
          <a:p>
            <a:pPr algn="ctr" indent="0" marL="0">
              <a:buNone/>
            </a:pPr>
            <a:r>
              <a:rPr lang="en-US" sz="1300" dirty="0">
                <a:solidFill>
                  <a:schemeClr val="tx1"/>
                </a:solidFill>
              </a:rPr>
              <a:t>elke dag in Gent.</a:t>
            </a:r>
            <a:endParaRPr lang="en-US" sz="1300" dirty="0"/>
          </a:p>
        </p:txBody>
      </p:sp>
      <p:sp>
        <p:nvSpPr>
          <p:cNvPr id="46" name="Shape 42"/>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47" name="Shape 43"/>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48" name="Shape 44"/>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49" name="Shape 45"/>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1" name="Text 47"/>
          <p:cNvSpPr txBox="1"/>
          <p:nvPr/>
        </p:nvSpPr>
        <p:spPr>
          <a:xfrm>
            <a:off x="1024128" y="3915461"/>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We moeten Nederlands leren.</a:t>
            </a:r>
            <a:endParaRPr lang="en-US" sz="1600" dirty="0"/>
          </a:p>
        </p:txBody>
      </p:sp>
      <p:sp>
        <p:nvSpPr>
          <p:cNvPr id="52" name="Shape 48"/>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53" name="Text 49"/>
          <p:cNvSpPr txBox="1"/>
          <p:nvPr/>
        </p:nvSpPr>
        <p:spPr>
          <a:xfrm>
            <a:off x="5788152" y="3915461"/>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We</a:t>
            </a:r>
            <a:endParaRPr lang="en-US" sz="1400" dirty="0"/>
          </a:p>
        </p:txBody>
      </p:sp>
      <p:sp>
        <p:nvSpPr>
          <p:cNvPr id="54" name="Shape 50"/>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55" name="Text 51"/>
          <p:cNvSpPr txBox="1"/>
          <p:nvPr/>
        </p:nvSpPr>
        <p:spPr>
          <a:xfrm>
            <a:off x="6978701" y="3915461"/>
            <a:ext cx="768096" cy="694334"/>
          </a:xfrm>
          <a:prstGeom prst="rect">
            <a:avLst/>
          </a:prstGeom>
          <a:noFill/>
          <a:ln/>
        </p:spPr>
        <p:txBody>
          <a:bodyPr wrap="square" lIns="0" tIns="0" rIns="0" bIns="0" rtlCol="0" anchor="ctr"/>
          <a:lstStyle/>
          <a:p>
            <a:pPr algn="ctr" indent="0" marL="0">
              <a:buNone/>
            </a:pPr>
            <a:r>
              <a:rPr lang="en-US" sz="1300" b="1" dirty="0">
                <a:solidFill>
                  <a:schemeClr val="accent6"/>
                </a:solidFill>
              </a:rPr>
              <a:t>moeten</a:t>
            </a:r>
            <a:endParaRPr lang="en-US" sz="1300" dirty="0"/>
          </a:p>
        </p:txBody>
      </p:sp>
      <p:sp>
        <p:nvSpPr>
          <p:cNvPr id="56" name="Shape 52"/>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57" name="Shape 53"/>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58" name="Text 54"/>
          <p:cNvSpPr txBox="1"/>
          <p:nvPr/>
        </p:nvSpPr>
        <p:spPr>
          <a:xfrm>
            <a:off x="9451238" y="3915461"/>
            <a:ext cx="969264" cy="694334"/>
          </a:xfrm>
          <a:prstGeom prst="rect">
            <a:avLst/>
          </a:prstGeom>
          <a:noFill/>
          <a:ln/>
        </p:spPr>
        <p:txBody>
          <a:bodyPr wrap="square" lIns="0" tIns="0" rIns="0" bIns="0" rtlCol="0" anchor="ctr"/>
          <a:lstStyle/>
          <a:p>
            <a:pPr algn="ctr" indent="0" marL="0">
              <a:buNone/>
            </a:pPr>
            <a:r>
              <a:rPr lang="en-US" sz="1200" dirty="0">
                <a:solidFill>
                  <a:schemeClr val="tx1"/>
                </a:solidFill>
              </a:rPr>
              <a:t>Nederlands</a:t>
            </a:r>
            <a:endParaRPr lang="en-US" sz="1200" dirty="0"/>
          </a:p>
        </p:txBody>
      </p:sp>
      <p:sp>
        <p:nvSpPr>
          <p:cNvPr id="59" name="Shape 55"/>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60" name="Shape 56"/>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61" name="Text 57"/>
          <p:cNvSpPr txBox="1"/>
          <p:nvPr/>
        </p:nvSpPr>
        <p:spPr>
          <a:xfrm>
            <a:off x="10954512" y="3915461"/>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leren.</a:t>
            </a:r>
            <a:endParaRPr lang="en-US" sz="1400" dirty="0"/>
          </a:p>
        </p:txBody>
      </p:sp>
      <p:sp>
        <p:nvSpPr>
          <p:cNvPr id="62" name="Shape 5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4" name="Text 60"/>
          <p:cNvSpPr txBox="1"/>
          <p:nvPr/>
        </p:nvSpPr>
        <p:spPr>
          <a:xfrm>
            <a:off x="1024128" y="4701235"/>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Waar woon je?</a:t>
            </a:r>
            <a:endParaRPr lang="en-US" sz="1600" dirty="0"/>
          </a:p>
        </p:txBody>
      </p:sp>
      <p:sp>
        <p:nvSpPr>
          <p:cNvPr id="65" name="Shape 61"/>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66" name="Text 62"/>
          <p:cNvSpPr txBox="1"/>
          <p:nvPr/>
        </p:nvSpPr>
        <p:spPr>
          <a:xfrm>
            <a:off x="5788152" y="4701235"/>
            <a:ext cx="1088136" cy="694334"/>
          </a:xfrm>
          <a:prstGeom prst="rect">
            <a:avLst/>
          </a:prstGeom>
          <a:noFill/>
          <a:ln/>
        </p:spPr>
        <p:txBody>
          <a:bodyPr wrap="square" lIns="0" tIns="0" rIns="0" bIns="0" rtlCol="0" anchor="ctr"/>
          <a:lstStyle/>
          <a:p>
            <a:pPr algn="ctr" indent="0" marL="0">
              <a:buNone/>
            </a:pPr>
            <a:r>
              <a:rPr lang="en-US" sz="1400" b="1" dirty="0">
                <a:solidFill>
                  <a:schemeClr val="accent1"/>
                </a:solidFill>
              </a:rPr>
              <a:t>Waar</a:t>
            </a:r>
            <a:endParaRPr lang="en-US" sz="1400" dirty="0"/>
          </a:p>
        </p:txBody>
      </p:sp>
      <p:sp>
        <p:nvSpPr>
          <p:cNvPr id="67" name="Shape 63"/>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68" name="Text 64"/>
          <p:cNvSpPr txBox="1"/>
          <p:nvPr/>
        </p:nvSpPr>
        <p:spPr>
          <a:xfrm>
            <a:off x="6978701" y="4701235"/>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woon</a:t>
            </a:r>
            <a:endParaRPr lang="en-US" sz="1400" dirty="0"/>
          </a:p>
        </p:txBody>
      </p:sp>
      <p:sp>
        <p:nvSpPr>
          <p:cNvPr id="69" name="Shape 65"/>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70" name="Text 66"/>
          <p:cNvSpPr txBox="1"/>
          <p:nvPr/>
        </p:nvSpPr>
        <p:spPr>
          <a:xfrm>
            <a:off x="7849210" y="4701235"/>
            <a:ext cx="1499616" cy="694334"/>
          </a:xfrm>
          <a:prstGeom prst="rect">
            <a:avLst/>
          </a:prstGeom>
          <a:noFill/>
          <a:ln/>
        </p:spPr>
        <p:txBody>
          <a:bodyPr wrap="square" lIns="0" tIns="0" rIns="0" bIns="0" rtlCol="0" anchor="ctr"/>
          <a:lstStyle/>
          <a:p>
            <a:pPr algn="ctr" indent="0" marL="0">
              <a:buNone/>
            </a:pPr>
            <a:r>
              <a:rPr lang="en-US" sz="1400" b="1" dirty="0">
                <a:solidFill>
                  <a:schemeClr val="accent2"/>
                </a:solidFill>
              </a:rPr>
              <a:t>je</a:t>
            </a:r>
            <a:r>
              <a:rPr lang="en-US" sz="1400" dirty="0">
                <a:solidFill>
                  <a:schemeClr val="tx1"/>
                </a:solidFill>
              </a:rPr>
              <a:t>?</a:t>
            </a:r>
            <a:endParaRPr lang="en-US" sz="1400" dirty="0"/>
          </a:p>
        </p:txBody>
      </p:sp>
      <p:sp>
        <p:nvSpPr>
          <p:cNvPr id="71" name="Shape 67"/>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72" name="Shape 68"/>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73" name="Shape 69"/>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74" name="Shape 70"/>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76" name="Text 72"/>
          <p:cNvSpPr txBox="1"/>
          <p:nvPr/>
        </p:nvSpPr>
        <p:spPr>
          <a:xfrm>
            <a:off x="1024128" y="5487010"/>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Begint de les om 9 uur?</a:t>
            </a:r>
            <a:endParaRPr lang="en-US" sz="1600" dirty="0"/>
          </a:p>
        </p:txBody>
      </p:sp>
      <p:sp>
        <p:nvSpPr>
          <p:cNvPr id="77" name="Shape 73"/>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78" name="Shape 74"/>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79" name="Text 75"/>
          <p:cNvSpPr txBox="1"/>
          <p:nvPr/>
        </p:nvSpPr>
        <p:spPr>
          <a:xfrm>
            <a:off x="6978701" y="5487010"/>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Begint</a:t>
            </a:r>
            <a:endParaRPr lang="en-US" sz="1400" dirty="0"/>
          </a:p>
        </p:txBody>
      </p:sp>
      <p:sp>
        <p:nvSpPr>
          <p:cNvPr id="80" name="Shape 7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81" name="Text 77"/>
          <p:cNvSpPr txBox="1"/>
          <p:nvPr/>
        </p:nvSpPr>
        <p:spPr>
          <a:xfrm>
            <a:off x="7849210" y="5487010"/>
            <a:ext cx="1499616" cy="694334"/>
          </a:xfrm>
          <a:prstGeom prst="rect">
            <a:avLst/>
          </a:prstGeom>
          <a:noFill/>
          <a:ln/>
        </p:spPr>
        <p:txBody>
          <a:bodyPr wrap="square" lIns="0" tIns="0" rIns="0" bIns="0" rtlCol="0" anchor="ctr"/>
          <a:lstStyle/>
          <a:p>
            <a:pPr algn="ctr" indent="0" marL="0">
              <a:buNone/>
            </a:pPr>
            <a:r>
              <a:rPr lang="en-US" sz="1300" b="1" dirty="0">
                <a:solidFill>
                  <a:schemeClr val="accent2"/>
                </a:solidFill>
              </a:rPr>
              <a:t>de les</a:t>
            </a:r>
            <a:r>
              <a:rPr lang="en-US" sz="1300" dirty="0">
                <a:solidFill>
                  <a:schemeClr val="tx1"/>
                </a:solidFill>
              </a:rPr>
              <a:t> om 9 uur?</a:t>
            </a:r>
            <a:endParaRPr lang="en-US" sz="1300" dirty="0"/>
          </a:p>
        </p:txBody>
      </p:sp>
      <p:sp>
        <p:nvSpPr>
          <p:cNvPr id="82" name="Shape 78"/>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84" name="Shape 80"/>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8" name="Shape 4"/>
          <p:cNvSpPr/>
          <p:nvPr/>
        </p:nvSpPr>
        <p:spPr>
          <a:xfrm flipH="1">
            <a:off x="5193792" y="2239264"/>
            <a:ext cx="1161288" cy="914"/>
          </a:xfrm>
          <a:prstGeom prst="line">
            <a:avLst/>
          </a:prstGeom>
          <a:noFill/>
          <a:ln w="25400">
            <a:solidFill>
              <a:srgbClr val="17375E"/>
            </a:solidFill>
            <a:prstDash val="solid"/>
            <a:tailEnd type="triangle"/>
          </a:ln>
        </p:spPr>
      </p:sp>
      <p:sp>
        <p:nvSpPr>
          <p:cNvPr id="9" name="Shape 5"/>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0" name="Shape 6"/>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1" name="Text 7"/>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2"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3" name="Text 8"/>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14" name="Shape 9"/>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5"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6" name="Text 10"/>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7" name="Shape 11"/>
          <p:cNvSpPr/>
          <p:nvPr/>
        </p:nvSpPr>
        <p:spPr>
          <a:xfrm flipH="1">
            <a:off x="5193792" y="2962656"/>
            <a:ext cx="1161288" cy="914"/>
          </a:xfrm>
          <a:prstGeom prst="line">
            <a:avLst/>
          </a:prstGeom>
          <a:noFill/>
          <a:ln w="25400">
            <a:solidFill>
              <a:srgbClr val="17375E"/>
            </a:solidFill>
            <a:prstDash val="solid"/>
            <a:tailEnd type="triangle"/>
          </a:ln>
        </p:spPr>
      </p:sp>
      <p:sp>
        <p:nvSpPr>
          <p:cNvPr id="18" name="Shape 12"/>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9" name="Shape 13"/>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0" name="Text 14"/>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1"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2" name="Text 15"/>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3" name="Shape 16"/>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4"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5" name="Text 17"/>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6" name="Shape 18"/>
          <p:cNvSpPr/>
          <p:nvPr/>
        </p:nvSpPr>
        <p:spPr>
          <a:xfrm flipH="1">
            <a:off x="5193792" y="3686048"/>
            <a:ext cx="1161288" cy="914"/>
          </a:xfrm>
          <a:prstGeom prst="line">
            <a:avLst/>
          </a:prstGeom>
          <a:noFill/>
          <a:ln w="25400">
            <a:solidFill>
              <a:srgbClr val="17375E"/>
            </a:solidFill>
            <a:prstDash val="solid"/>
            <a:tailEnd type="triangle"/>
          </a:ln>
        </p:spPr>
      </p:sp>
      <p:sp>
        <p:nvSpPr>
          <p:cNvPr id="27" name="Shape 19"/>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8" name="Shape 20"/>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29" name="Text 21"/>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0"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1" name="Text 22"/>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32" name="Shape 23"/>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3"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4" name="Text 24"/>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5" name="Shape 25"/>
          <p:cNvSpPr/>
          <p:nvPr/>
        </p:nvSpPr>
        <p:spPr>
          <a:xfrm flipH="1">
            <a:off x="5193792" y="4409440"/>
            <a:ext cx="1161288" cy="914"/>
          </a:xfrm>
          <a:prstGeom prst="line">
            <a:avLst/>
          </a:prstGeom>
          <a:noFill/>
          <a:ln w="25400">
            <a:solidFill>
              <a:srgbClr val="17375E"/>
            </a:solidFill>
            <a:prstDash val="solid"/>
            <a:tailEnd type="triangle"/>
          </a:ln>
        </p:spPr>
      </p:sp>
      <p:sp>
        <p:nvSpPr>
          <p:cNvPr id="36" name="Shape 26"/>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7" name="Shape 27"/>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8" name="Text 28"/>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39"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0" name="Text 29"/>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41" name="Shape 30"/>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2"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3" name="Text 31"/>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4" name="Shape 32"/>
          <p:cNvSpPr/>
          <p:nvPr/>
        </p:nvSpPr>
        <p:spPr>
          <a:xfrm flipH="1">
            <a:off x="5193792" y="5132832"/>
            <a:ext cx="1161288" cy="914"/>
          </a:xfrm>
          <a:prstGeom prst="line">
            <a:avLst/>
          </a:prstGeom>
          <a:noFill/>
          <a:ln w="25400">
            <a:solidFill>
              <a:srgbClr val="17375E"/>
            </a:solidFill>
            <a:prstDash val="solid"/>
            <a:tailEnd type="triangle"/>
          </a:ln>
        </p:spPr>
      </p:sp>
      <p:sp>
        <p:nvSpPr>
          <p:cNvPr id="45" name="Shape 33"/>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6" name="Shape 34"/>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7" name="Text 35"/>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8"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49" name="Text 36"/>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dirty="0">
                <a:solidFill>
                  <a:schemeClr val="accent5"/>
                </a:solidFill>
              </a:rPr>
              <a:t>………………………………</a:t>
            </a:r>
            <a:endParaRPr lang="en-US" sz="1400" dirty="0"/>
          </a:p>
        </p:txBody>
      </p:sp>
      <p:sp>
        <p:nvSpPr>
          <p:cNvPr id="50" name="Shape 37"/>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1"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2" name="Text 38"/>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3" name="Shape 39"/>
          <p:cNvSpPr/>
          <p:nvPr/>
        </p:nvSpPr>
        <p:spPr>
          <a:xfrm flipH="1">
            <a:off x="5193792" y="5856224"/>
            <a:ext cx="1161288" cy="914"/>
          </a:xfrm>
          <a:prstGeom prst="line">
            <a:avLst/>
          </a:prstGeom>
          <a:noFill/>
          <a:ln w="25400">
            <a:solidFill>
              <a:srgbClr val="17375E"/>
            </a:solidFill>
            <a:prstDash val="solid"/>
            <a:tailEnd type="triangle"/>
          </a:ln>
        </p:spPr>
      </p:sp>
      <p:sp>
        <p:nvSpPr>
          <p:cNvPr id="54" name="Shape 40"/>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5" name="Shape 41"/>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6" name="Text 42"/>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7"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8" name="Text 43"/>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59" name="Shape 44"/>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0"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1" name="Text 45"/>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9" name="Shape 5"/>
          <p:cNvSpPr/>
          <p:nvPr/>
        </p:nvSpPr>
        <p:spPr>
          <a:xfrm flipH="1">
            <a:off x="5193792" y="2239264"/>
            <a:ext cx="1161288" cy="914"/>
          </a:xfrm>
          <a:prstGeom prst="line">
            <a:avLst/>
          </a:prstGeom>
          <a:noFill/>
          <a:ln w="25400">
            <a:solidFill>
              <a:srgbClr val="17375E"/>
            </a:solidFill>
            <a:prstDash val="solid"/>
            <a:tailEnd type="triangle"/>
          </a:ln>
        </p:spPr>
      </p:sp>
      <p:sp>
        <p:nvSpPr>
          <p:cNvPr id="10" name="Shape 6"/>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1" name="Shape 7"/>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2" name="Text 8"/>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3"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4" name="Text 9"/>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woon je?</a:t>
            </a:r>
            <a:endParaRPr lang="en-US" sz="1800" dirty="0"/>
          </a:p>
        </p:txBody>
      </p:sp>
      <p:sp>
        <p:nvSpPr>
          <p:cNvPr id="15" name="Shape 10"/>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6"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7" name="Text 11"/>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8" name="Shape 12"/>
          <p:cNvSpPr/>
          <p:nvPr/>
        </p:nvSpPr>
        <p:spPr>
          <a:xfrm flipH="1">
            <a:off x="5193792" y="2962656"/>
            <a:ext cx="1161288" cy="914"/>
          </a:xfrm>
          <a:prstGeom prst="line">
            <a:avLst/>
          </a:prstGeom>
          <a:noFill/>
          <a:ln w="25400">
            <a:solidFill>
              <a:srgbClr val="17375E"/>
            </a:solidFill>
            <a:prstDash val="solid"/>
            <a:tailEnd type="triangle"/>
          </a:ln>
        </p:spPr>
      </p:sp>
      <p:sp>
        <p:nvSpPr>
          <p:cNvPr id="19" name="Shape 13"/>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0" name="Shape 14"/>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1" name="Text 15"/>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2"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3" name="Text 16"/>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Hoe oud ben je?</a:t>
            </a:r>
            <a:endParaRPr lang="en-US" sz="1800" dirty="0"/>
          </a:p>
        </p:txBody>
      </p:sp>
      <p:sp>
        <p:nvSpPr>
          <p:cNvPr id="24" name="Shape 17"/>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5"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6" name="Text 18"/>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7" name="Shape 19"/>
          <p:cNvSpPr/>
          <p:nvPr/>
        </p:nvSpPr>
        <p:spPr>
          <a:xfrm flipH="1">
            <a:off x="5193792" y="3686048"/>
            <a:ext cx="1161288" cy="914"/>
          </a:xfrm>
          <a:prstGeom prst="line">
            <a:avLst/>
          </a:prstGeom>
          <a:noFill/>
          <a:ln w="25400">
            <a:solidFill>
              <a:srgbClr val="17375E"/>
            </a:solidFill>
            <a:prstDash val="solid"/>
            <a:tailEnd type="triangle"/>
          </a:ln>
        </p:spPr>
      </p:sp>
      <p:sp>
        <p:nvSpPr>
          <p:cNvPr id="28" name="Shape 20"/>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9" name="Shape 21"/>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30" name="Text 22"/>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1"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2" name="Text 23"/>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Spreek je Engels?</a:t>
            </a:r>
            <a:endParaRPr lang="en-US" sz="1800" dirty="0"/>
          </a:p>
        </p:txBody>
      </p:sp>
      <p:sp>
        <p:nvSpPr>
          <p:cNvPr id="33" name="Shape 24"/>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4"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5" name="Text 25"/>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6" name="Shape 26"/>
          <p:cNvSpPr/>
          <p:nvPr/>
        </p:nvSpPr>
        <p:spPr>
          <a:xfrm flipH="1">
            <a:off x="5193792" y="4409440"/>
            <a:ext cx="1161288" cy="914"/>
          </a:xfrm>
          <a:prstGeom prst="line">
            <a:avLst/>
          </a:prstGeom>
          <a:noFill/>
          <a:ln w="25400">
            <a:solidFill>
              <a:srgbClr val="17375E"/>
            </a:solidFill>
            <a:prstDash val="solid"/>
            <a:tailEnd type="triangle"/>
          </a:ln>
        </p:spPr>
      </p:sp>
      <p:sp>
        <p:nvSpPr>
          <p:cNvPr id="37" name="Shape 27"/>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8" name="Shape 28"/>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9" name="Text 29"/>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40"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1" name="Text 30"/>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werk je?</a:t>
            </a:r>
            <a:endParaRPr lang="en-US" sz="1800" dirty="0"/>
          </a:p>
        </p:txBody>
      </p:sp>
      <p:sp>
        <p:nvSpPr>
          <p:cNvPr id="42" name="Shape 31"/>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3"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4" name="Text 32"/>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5" name="Shape 33"/>
          <p:cNvSpPr/>
          <p:nvPr/>
        </p:nvSpPr>
        <p:spPr>
          <a:xfrm flipH="1">
            <a:off x="5193792" y="5132832"/>
            <a:ext cx="1161288" cy="914"/>
          </a:xfrm>
          <a:prstGeom prst="line">
            <a:avLst/>
          </a:prstGeom>
          <a:noFill/>
          <a:ln w="25400">
            <a:solidFill>
              <a:srgbClr val="17375E"/>
            </a:solidFill>
            <a:prstDash val="solid"/>
            <a:tailEnd type="triangle"/>
          </a:ln>
        </p:spPr>
      </p:sp>
      <p:sp>
        <p:nvSpPr>
          <p:cNvPr id="46" name="Shape 34"/>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7" name="Shape 35"/>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8" name="Text 36"/>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9"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50" name="Text 37"/>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b="1" dirty="0">
                <a:solidFill>
                  <a:schemeClr val="accent3"/>
                </a:solidFill>
              </a:rPr>
              <a:t>Hoe laat / Wanneer begint de les?</a:t>
            </a:r>
            <a:endParaRPr lang="en-US" sz="1400" dirty="0"/>
          </a:p>
        </p:txBody>
      </p:sp>
      <p:sp>
        <p:nvSpPr>
          <p:cNvPr id="51" name="Shape 38"/>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2"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3" name="Text 39"/>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4" name="Shape 40"/>
          <p:cNvSpPr/>
          <p:nvPr/>
        </p:nvSpPr>
        <p:spPr>
          <a:xfrm flipH="1">
            <a:off x="5193792" y="5856224"/>
            <a:ext cx="1161288" cy="914"/>
          </a:xfrm>
          <a:prstGeom prst="line">
            <a:avLst/>
          </a:prstGeom>
          <a:noFill/>
          <a:ln w="25400">
            <a:solidFill>
              <a:srgbClr val="17375E"/>
            </a:solidFill>
            <a:prstDash val="solid"/>
            <a:tailEnd type="triangle"/>
          </a:ln>
        </p:spPr>
      </p:sp>
      <p:sp>
        <p:nvSpPr>
          <p:cNvPr id="55" name="Shape 41"/>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6" name="Shape 42"/>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7" name="Text 43"/>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8"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9" name="Text 44"/>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Wat drink je?</a:t>
            </a:r>
            <a:endParaRPr lang="en-US" sz="1800" dirty="0"/>
          </a:p>
        </p:txBody>
      </p:sp>
      <p:sp>
        <p:nvSpPr>
          <p:cNvPr id="60" name="Shape 45"/>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1"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2" name="Text 46"/>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Dobbelspel (jeu de dés)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stopwatch">    </p:cNvPr>
          <p:cNvPicPr>
            <a:picLocks noChangeAspect="1"/>
          </p:cNvPicPr>
          <p:nvPr/>
        </p:nvPicPr>
        <p:blipFill>
          <a:blip r:embed="rId1"/>
          <a:stretch>
            <a:fillRect/>
          </a:stretch>
        </p:blipFill>
        <p:spPr>
          <a:xfrm>
            <a:off x="10607040" y="841248"/>
            <a:ext cx="566928" cy="566928"/>
          </a:xfrm>
          <a:prstGeom prst="rect">
            <a:avLst/>
          </a:prstGeom>
        </p:spPr>
      </p:pic>
      <p:sp>
        <p:nvSpPr>
          <p:cNvPr id="7" name="Shape 3"/>
          <p:cNvSpPr/>
          <p:nvPr/>
        </p:nvSpPr>
        <p:spPr>
          <a:xfrm>
            <a:off x="548640" y="1554480"/>
            <a:ext cx="11091672" cy="548640"/>
          </a:xfrm>
          <a:prstGeom prst="roundRect">
            <a:avLst>
              <a:gd name="adj" fmla="val 13333"/>
            </a:avLst>
          </a:prstGeom>
          <a:solidFill>
            <a:schemeClr val="accent1">
              <a:alpha val="12000"/>
            </a:schemeClr>
          </a:solidFill>
          <a:ln w="12700">
            <a:solidFill>
              <a:srgbClr val="D9700F"/>
            </a:solidFill>
            <a:prstDash val="solid"/>
          </a:ln>
        </p:spPr>
      </p:sp>
      <p:pic>
        <p:nvPicPr>
          <p:cNvPr id="8" name="Image 1" descr="Dice">    </p:cNvPr>
          <p:cNvPicPr>
            <a:picLocks noChangeAspect="1"/>
          </p:cNvPicPr>
          <p:nvPr/>
        </p:nvPicPr>
        <p:blipFill>
          <a:blip r:embed="rId2"/>
          <a:stretch>
            <a:fillRect/>
          </a:stretch>
        </p:blipFill>
        <p:spPr>
          <a:xfrm>
            <a:off x="731520" y="1636776"/>
            <a:ext cx="384048" cy="384048"/>
          </a:xfrm>
          <a:prstGeom prst="rect">
            <a:avLst/>
          </a:prstGeom>
        </p:spPr>
      </p:pic>
      <p:sp>
        <p:nvSpPr>
          <p:cNvPr id="9" name="Text 4"/>
          <p:cNvSpPr txBox="1"/>
          <p:nvPr/>
        </p:nvSpPr>
        <p:spPr>
          <a:xfrm>
            <a:off x="1280160" y="1554480"/>
            <a:ext cx="10149840" cy="548640"/>
          </a:xfrm>
          <a:prstGeom prst="rect">
            <a:avLst/>
          </a:prstGeom>
          <a:noFill/>
          <a:ln/>
        </p:spPr>
        <p:txBody>
          <a:bodyPr wrap="square" lIns="0" tIns="0" rIns="0" bIns="0" rtlCol="0" anchor="ctr"/>
          <a:lstStyle/>
          <a:p>
            <a:pPr algn="l" indent="0" marL="0">
              <a:buNone/>
            </a:pPr>
            <a:r>
              <a:rPr lang="en-US" sz="2000" b="1" dirty="0">
                <a:solidFill>
                  <a:schemeClr val="tx1"/>
                </a:solidFill>
              </a:rPr>
              <a:t>Lancez les dés → conjuguez → faites une phrase !</a:t>
            </a:r>
            <a:endParaRPr lang="en-US" sz="2000" dirty="0"/>
          </a:p>
        </p:txBody>
      </p:sp>
      <p:sp>
        <p:nvSpPr>
          <p:cNvPr id="10" name="Shape 5"/>
          <p:cNvSpPr/>
          <p:nvPr/>
        </p:nvSpPr>
        <p:spPr>
          <a:xfrm>
            <a:off x="548640" y="2286000"/>
            <a:ext cx="3200400" cy="2880360"/>
          </a:xfrm>
          <a:prstGeom prst="roundRect">
            <a:avLst>
              <a:gd name="adj" fmla="val 7937"/>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1" name="Text 6"/>
          <p:cNvSpPr txBox="1"/>
          <p:nvPr/>
        </p:nvSpPr>
        <p:spPr>
          <a:xfrm>
            <a:off x="548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2"/>
                </a:solidFill>
              </a:rPr>
              <a:t>Dé 1 · pronom</a:t>
            </a:r>
            <a:endParaRPr lang="en-US" sz="1600" dirty="0"/>
          </a:p>
        </p:txBody>
      </p:sp>
      <p:sp>
        <p:nvSpPr>
          <p:cNvPr id="12" name="Shape 7"/>
          <p:cNvSpPr/>
          <p:nvPr/>
        </p:nvSpPr>
        <p:spPr>
          <a:xfrm>
            <a:off x="704088" y="2788920"/>
            <a:ext cx="1389888" cy="658368"/>
          </a:xfrm>
          <a:prstGeom prst="roundRect">
            <a:avLst>
              <a:gd name="adj" fmla="val 16667"/>
            </a:avLst>
          </a:prstGeom>
          <a:solidFill>
            <a:schemeClr val="bg2"/>
          </a:solidFill>
          <a:ln w="12700">
            <a:solidFill>
              <a:srgbClr val="D5DCE6"/>
            </a:solidFill>
            <a:prstDash val="solid"/>
          </a:ln>
        </p:spPr>
      </p:sp>
      <p:pic>
        <p:nvPicPr>
          <p:cNvPr id="13" name="Image 2" descr="DiceOne">    </p:cNvPr>
          <p:cNvPicPr>
            <a:picLocks noChangeAspect="1"/>
          </p:cNvPicPr>
          <p:nvPr/>
        </p:nvPicPr>
        <p:blipFill>
          <a:blip r:embed="rId3"/>
          <a:stretch>
            <a:fillRect/>
          </a:stretch>
        </p:blipFill>
        <p:spPr>
          <a:xfrm>
            <a:off x="795528" y="2971800"/>
            <a:ext cx="292608" cy="292608"/>
          </a:xfrm>
          <a:prstGeom prst="rect">
            <a:avLst/>
          </a:prstGeom>
        </p:spPr>
      </p:pic>
      <p:sp>
        <p:nvSpPr>
          <p:cNvPr id="14" name="Text 8"/>
          <p:cNvSpPr txBox="1"/>
          <p:nvPr/>
        </p:nvSpPr>
        <p:spPr>
          <a:xfrm>
            <a:off x="1133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Shape 9"/>
          <p:cNvSpPr/>
          <p:nvPr/>
        </p:nvSpPr>
        <p:spPr>
          <a:xfrm>
            <a:off x="2185416" y="2788920"/>
            <a:ext cx="1389888" cy="658368"/>
          </a:xfrm>
          <a:prstGeom prst="roundRect">
            <a:avLst>
              <a:gd name="adj" fmla="val 16667"/>
            </a:avLst>
          </a:prstGeom>
          <a:solidFill>
            <a:schemeClr val="bg2"/>
          </a:solidFill>
          <a:ln w="12700">
            <a:solidFill>
              <a:srgbClr val="D5DCE6"/>
            </a:solidFill>
            <a:prstDash val="solid"/>
          </a:ln>
        </p:spPr>
      </p:sp>
      <p:pic>
        <p:nvPicPr>
          <p:cNvPr id="16" name="Image 3" descr="DiceTwo">    </p:cNvPr>
          <p:cNvPicPr>
            <a:picLocks noChangeAspect="1"/>
          </p:cNvPicPr>
          <p:nvPr/>
        </p:nvPicPr>
        <p:blipFill>
          <a:blip r:embed="rId4"/>
          <a:stretch>
            <a:fillRect/>
          </a:stretch>
        </p:blipFill>
        <p:spPr>
          <a:xfrm>
            <a:off x="2276856" y="2971800"/>
            <a:ext cx="292608" cy="292608"/>
          </a:xfrm>
          <a:prstGeom prst="rect">
            <a:avLst/>
          </a:prstGeom>
        </p:spPr>
      </p:pic>
      <p:sp>
        <p:nvSpPr>
          <p:cNvPr id="17" name="Text 10"/>
          <p:cNvSpPr txBox="1"/>
          <p:nvPr/>
        </p:nvSpPr>
        <p:spPr>
          <a:xfrm>
            <a:off x="2615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jij</a:t>
            </a:r>
            <a:endParaRPr lang="en-US" sz="1700" dirty="0"/>
          </a:p>
        </p:txBody>
      </p:sp>
      <p:sp>
        <p:nvSpPr>
          <p:cNvPr id="18" name="Shape 11"/>
          <p:cNvSpPr/>
          <p:nvPr/>
        </p:nvSpPr>
        <p:spPr>
          <a:xfrm>
            <a:off x="704088" y="3557016"/>
            <a:ext cx="1389888" cy="658368"/>
          </a:xfrm>
          <a:prstGeom prst="roundRect">
            <a:avLst>
              <a:gd name="adj" fmla="val 16667"/>
            </a:avLst>
          </a:prstGeom>
          <a:solidFill>
            <a:schemeClr val="bg2"/>
          </a:solidFill>
          <a:ln w="12700">
            <a:solidFill>
              <a:srgbClr val="D5DCE6"/>
            </a:solidFill>
            <a:prstDash val="solid"/>
          </a:ln>
        </p:spPr>
      </p:sp>
      <p:pic>
        <p:nvPicPr>
          <p:cNvPr id="19" name="Image 4" descr="DiceThree">    </p:cNvPr>
          <p:cNvPicPr>
            <a:picLocks noChangeAspect="1"/>
          </p:cNvPicPr>
          <p:nvPr/>
        </p:nvPicPr>
        <p:blipFill>
          <a:blip r:embed="rId5"/>
          <a:stretch>
            <a:fillRect/>
          </a:stretch>
        </p:blipFill>
        <p:spPr>
          <a:xfrm>
            <a:off x="795528" y="3739896"/>
            <a:ext cx="292608" cy="292608"/>
          </a:xfrm>
          <a:prstGeom prst="rect">
            <a:avLst/>
          </a:prstGeom>
        </p:spPr>
      </p:pic>
      <p:sp>
        <p:nvSpPr>
          <p:cNvPr id="20" name="Text 12"/>
          <p:cNvSpPr txBox="1"/>
          <p:nvPr/>
        </p:nvSpPr>
        <p:spPr>
          <a:xfrm>
            <a:off x="1133856"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u</a:t>
            </a:r>
            <a:endParaRPr lang="en-US" sz="1700" dirty="0"/>
          </a:p>
        </p:txBody>
      </p:sp>
      <p:sp>
        <p:nvSpPr>
          <p:cNvPr id="21" name="Shape 13"/>
          <p:cNvSpPr/>
          <p:nvPr/>
        </p:nvSpPr>
        <p:spPr>
          <a:xfrm>
            <a:off x="2185416" y="3557016"/>
            <a:ext cx="1389888" cy="658368"/>
          </a:xfrm>
          <a:prstGeom prst="roundRect">
            <a:avLst>
              <a:gd name="adj" fmla="val 16667"/>
            </a:avLst>
          </a:prstGeom>
          <a:solidFill>
            <a:schemeClr val="bg2"/>
          </a:solidFill>
          <a:ln w="12700">
            <a:solidFill>
              <a:srgbClr val="D5DCE6"/>
            </a:solidFill>
            <a:prstDash val="solid"/>
          </a:ln>
        </p:spPr>
      </p:sp>
      <p:pic>
        <p:nvPicPr>
          <p:cNvPr id="22" name="Image 5" descr="DiceFour">    </p:cNvPr>
          <p:cNvPicPr>
            <a:picLocks noChangeAspect="1"/>
          </p:cNvPicPr>
          <p:nvPr/>
        </p:nvPicPr>
        <p:blipFill>
          <a:blip r:embed="rId6"/>
          <a:stretch>
            <a:fillRect/>
          </a:stretch>
        </p:blipFill>
        <p:spPr>
          <a:xfrm>
            <a:off x="2276856" y="3739896"/>
            <a:ext cx="292608" cy="292608"/>
          </a:xfrm>
          <a:prstGeom prst="rect">
            <a:avLst/>
          </a:prstGeom>
        </p:spPr>
      </p:pic>
      <p:sp>
        <p:nvSpPr>
          <p:cNvPr id="23" name="Text 14"/>
          <p:cNvSpPr txBox="1"/>
          <p:nvPr/>
        </p:nvSpPr>
        <p:spPr>
          <a:xfrm>
            <a:off x="2615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hij/zij</a:t>
            </a:r>
            <a:endParaRPr lang="en-US" sz="1700" dirty="0"/>
          </a:p>
        </p:txBody>
      </p:sp>
      <p:sp>
        <p:nvSpPr>
          <p:cNvPr id="24" name="Shape 15"/>
          <p:cNvSpPr/>
          <p:nvPr/>
        </p:nvSpPr>
        <p:spPr>
          <a:xfrm>
            <a:off x="704088" y="4325112"/>
            <a:ext cx="1389888" cy="658368"/>
          </a:xfrm>
          <a:prstGeom prst="roundRect">
            <a:avLst>
              <a:gd name="adj" fmla="val 16667"/>
            </a:avLst>
          </a:prstGeom>
          <a:solidFill>
            <a:schemeClr val="bg2"/>
          </a:solidFill>
          <a:ln w="12700">
            <a:solidFill>
              <a:srgbClr val="D5DCE6"/>
            </a:solidFill>
            <a:prstDash val="solid"/>
          </a:ln>
        </p:spPr>
      </p:sp>
      <p:pic>
        <p:nvPicPr>
          <p:cNvPr id="25" name="Image 6" descr="DiceFive">    </p:cNvPr>
          <p:cNvPicPr>
            <a:picLocks noChangeAspect="1"/>
          </p:cNvPicPr>
          <p:nvPr/>
        </p:nvPicPr>
        <p:blipFill>
          <a:blip r:embed="rId7"/>
          <a:stretch>
            <a:fillRect/>
          </a:stretch>
        </p:blipFill>
        <p:spPr>
          <a:xfrm>
            <a:off x="795528" y="4507992"/>
            <a:ext cx="292608" cy="292608"/>
          </a:xfrm>
          <a:prstGeom prst="rect">
            <a:avLst/>
          </a:prstGeom>
        </p:spPr>
      </p:pic>
      <p:sp>
        <p:nvSpPr>
          <p:cNvPr id="26" name="Text 16"/>
          <p:cNvSpPr txBox="1"/>
          <p:nvPr/>
        </p:nvSpPr>
        <p:spPr>
          <a:xfrm>
            <a:off x="1133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wij</a:t>
            </a:r>
            <a:endParaRPr lang="en-US" sz="1700" dirty="0"/>
          </a:p>
        </p:txBody>
      </p:sp>
      <p:sp>
        <p:nvSpPr>
          <p:cNvPr id="27" name="Shape 17"/>
          <p:cNvSpPr/>
          <p:nvPr/>
        </p:nvSpPr>
        <p:spPr>
          <a:xfrm>
            <a:off x="2185416" y="4325112"/>
            <a:ext cx="1389888" cy="658368"/>
          </a:xfrm>
          <a:prstGeom prst="roundRect">
            <a:avLst>
              <a:gd name="adj" fmla="val 16667"/>
            </a:avLst>
          </a:prstGeom>
          <a:solidFill>
            <a:schemeClr val="bg2"/>
          </a:solidFill>
          <a:ln w="12700">
            <a:solidFill>
              <a:srgbClr val="D5DCE6"/>
            </a:solidFill>
            <a:prstDash val="solid"/>
          </a:ln>
        </p:spPr>
      </p:sp>
      <p:pic>
        <p:nvPicPr>
          <p:cNvPr id="28" name="Image 7" descr="DiceSix">    </p:cNvPr>
          <p:cNvPicPr>
            <a:picLocks noChangeAspect="1"/>
          </p:cNvPicPr>
          <p:nvPr/>
        </p:nvPicPr>
        <p:blipFill>
          <a:blip r:embed="rId8"/>
          <a:stretch>
            <a:fillRect/>
          </a:stretch>
        </p:blipFill>
        <p:spPr>
          <a:xfrm>
            <a:off x="2276856" y="4507992"/>
            <a:ext cx="292608" cy="292608"/>
          </a:xfrm>
          <a:prstGeom prst="rect">
            <a:avLst/>
          </a:prstGeom>
        </p:spPr>
      </p:pic>
      <p:sp>
        <p:nvSpPr>
          <p:cNvPr id="29" name="Text 18"/>
          <p:cNvSpPr txBox="1"/>
          <p:nvPr/>
        </p:nvSpPr>
        <p:spPr>
          <a:xfrm>
            <a:off x="2615184"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jullie</a:t>
            </a:r>
            <a:endParaRPr lang="en-US" sz="1700" dirty="0"/>
          </a:p>
        </p:txBody>
      </p:sp>
      <p:sp>
        <p:nvSpPr>
          <p:cNvPr id="30" name="Shape 19"/>
          <p:cNvSpPr/>
          <p:nvPr/>
        </p:nvSpPr>
        <p:spPr>
          <a:xfrm>
            <a:off x="3977640" y="2286000"/>
            <a:ext cx="3200400" cy="2880360"/>
          </a:xfrm>
          <a:prstGeom prst="roundRect">
            <a:avLst>
              <a:gd name="adj" fmla="val 7937"/>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1" name="Text 20"/>
          <p:cNvSpPr txBox="1"/>
          <p:nvPr/>
        </p:nvSpPr>
        <p:spPr>
          <a:xfrm>
            <a:off x="3977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6"/>
                </a:solidFill>
              </a:rPr>
              <a:t>Dé 2 · verbe</a:t>
            </a:r>
            <a:endParaRPr lang="en-US" sz="1600" dirty="0"/>
          </a:p>
        </p:txBody>
      </p:sp>
      <p:sp>
        <p:nvSpPr>
          <p:cNvPr id="32" name="Shape 21"/>
          <p:cNvSpPr/>
          <p:nvPr/>
        </p:nvSpPr>
        <p:spPr>
          <a:xfrm>
            <a:off x="4133088" y="2788920"/>
            <a:ext cx="1389888" cy="658368"/>
          </a:xfrm>
          <a:prstGeom prst="roundRect">
            <a:avLst>
              <a:gd name="adj" fmla="val 16667"/>
            </a:avLst>
          </a:prstGeom>
          <a:solidFill>
            <a:schemeClr val="bg2"/>
          </a:solidFill>
          <a:ln w="12700">
            <a:solidFill>
              <a:srgbClr val="D5DCE6"/>
            </a:solidFill>
            <a:prstDash val="solid"/>
          </a:ln>
        </p:spPr>
      </p:sp>
      <p:pic>
        <p:nvPicPr>
          <p:cNvPr id="33" name="Image 8" descr="DiceOne">    </p:cNvPr>
          <p:cNvPicPr>
            <a:picLocks noChangeAspect="1"/>
          </p:cNvPicPr>
          <p:nvPr/>
        </p:nvPicPr>
        <p:blipFill>
          <a:blip r:embed="rId9"/>
          <a:stretch>
            <a:fillRect/>
          </a:stretch>
        </p:blipFill>
        <p:spPr>
          <a:xfrm>
            <a:off x="4224528" y="2971800"/>
            <a:ext cx="292608" cy="292608"/>
          </a:xfrm>
          <a:prstGeom prst="rect">
            <a:avLst/>
          </a:prstGeom>
        </p:spPr>
      </p:pic>
      <p:sp>
        <p:nvSpPr>
          <p:cNvPr id="34" name="Text 22"/>
          <p:cNvSpPr txBox="1"/>
          <p:nvPr/>
        </p:nvSpPr>
        <p:spPr>
          <a:xfrm>
            <a:off x="4562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werken</a:t>
            </a:r>
            <a:endParaRPr lang="en-US" sz="1700" dirty="0"/>
          </a:p>
        </p:txBody>
      </p:sp>
      <p:sp>
        <p:nvSpPr>
          <p:cNvPr id="35" name="Shape 23"/>
          <p:cNvSpPr/>
          <p:nvPr/>
        </p:nvSpPr>
        <p:spPr>
          <a:xfrm>
            <a:off x="5614416" y="2788920"/>
            <a:ext cx="1389888" cy="658368"/>
          </a:xfrm>
          <a:prstGeom prst="roundRect">
            <a:avLst>
              <a:gd name="adj" fmla="val 16667"/>
            </a:avLst>
          </a:prstGeom>
          <a:solidFill>
            <a:schemeClr val="bg2"/>
          </a:solidFill>
          <a:ln w="12700">
            <a:solidFill>
              <a:srgbClr val="D5DCE6"/>
            </a:solidFill>
            <a:prstDash val="solid"/>
          </a:ln>
        </p:spPr>
      </p:sp>
      <p:pic>
        <p:nvPicPr>
          <p:cNvPr id="36" name="Image 9" descr="DiceTwo">    </p:cNvPr>
          <p:cNvPicPr>
            <a:picLocks noChangeAspect="1"/>
          </p:cNvPicPr>
          <p:nvPr/>
        </p:nvPicPr>
        <p:blipFill>
          <a:blip r:embed="rId10"/>
          <a:stretch>
            <a:fillRect/>
          </a:stretch>
        </p:blipFill>
        <p:spPr>
          <a:xfrm>
            <a:off x="5705856" y="2971800"/>
            <a:ext cx="292608" cy="292608"/>
          </a:xfrm>
          <a:prstGeom prst="rect">
            <a:avLst/>
          </a:prstGeom>
        </p:spPr>
      </p:pic>
      <p:sp>
        <p:nvSpPr>
          <p:cNvPr id="37" name="Text 24"/>
          <p:cNvSpPr txBox="1"/>
          <p:nvPr/>
        </p:nvSpPr>
        <p:spPr>
          <a:xfrm>
            <a:off x="6044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wonen</a:t>
            </a:r>
            <a:endParaRPr lang="en-US" sz="1700" dirty="0"/>
          </a:p>
        </p:txBody>
      </p:sp>
      <p:sp>
        <p:nvSpPr>
          <p:cNvPr id="38" name="Shape 25"/>
          <p:cNvSpPr/>
          <p:nvPr/>
        </p:nvSpPr>
        <p:spPr>
          <a:xfrm>
            <a:off x="4133088" y="3557016"/>
            <a:ext cx="1389888" cy="658368"/>
          </a:xfrm>
          <a:prstGeom prst="roundRect">
            <a:avLst>
              <a:gd name="adj" fmla="val 16667"/>
            </a:avLst>
          </a:prstGeom>
          <a:solidFill>
            <a:schemeClr val="bg2"/>
          </a:solidFill>
          <a:ln w="12700">
            <a:solidFill>
              <a:srgbClr val="D5DCE6"/>
            </a:solidFill>
            <a:prstDash val="solid"/>
          </a:ln>
        </p:spPr>
      </p:sp>
      <p:pic>
        <p:nvPicPr>
          <p:cNvPr id="39" name="Image 10" descr="DiceThree">    </p:cNvPr>
          <p:cNvPicPr>
            <a:picLocks noChangeAspect="1"/>
          </p:cNvPicPr>
          <p:nvPr/>
        </p:nvPicPr>
        <p:blipFill>
          <a:blip r:embed="rId11"/>
          <a:stretch>
            <a:fillRect/>
          </a:stretch>
        </p:blipFill>
        <p:spPr>
          <a:xfrm>
            <a:off x="4224528" y="3739896"/>
            <a:ext cx="292608" cy="292608"/>
          </a:xfrm>
          <a:prstGeom prst="rect">
            <a:avLst/>
          </a:prstGeom>
        </p:spPr>
      </p:pic>
      <p:sp>
        <p:nvSpPr>
          <p:cNvPr id="40" name="Text 26"/>
          <p:cNvSpPr txBox="1"/>
          <p:nvPr/>
        </p:nvSpPr>
        <p:spPr>
          <a:xfrm>
            <a:off x="4562856" y="3557016"/>
            <a:ext cx="941832" cy="658368"/>
          </a:xfrm>
          <a:prstGeom prst="rect">
            <a:avLst/>
          </a:prstGeom>
          <a:noFill/>
          <a:ln/>
        </p:spPr>
        <p:txBody>
          <a:bodyPr wrap="square" lIns="0" tIns="0" rIns="0" bIns="0" rtlCol="0" anchor="ctr"/>
          <a:lstStyle/>
          <a:p>
            <a:pPr algn="l" indent="0" marL="0">
              <a:buNone/>
            </a:pPr>
            <a:r>
              <a:rPr lang="en-US" sz="1500" b="1" dirty="0">
                <a:solidFill>
                  <a:schemeClr val="accent6"/>
                </a:solidFill>
              </a:rPr>
              <a:t>spreken</a:t>
            </a:r>
            <a:endParaRPr lang="en-US" sz="1500" dirty="0"/>
          </a:p>
        </p:txBody>
      </p:sp>
      <p:sp>
        <p:nvSpPr>
          <p:cNvPr id="41" name="Shape 27"/>
          <p:cNvSpPr/>
          <p:nvPr/>
        </p:nvSpPr>
        <p:spPr>
          <a:xfrm>
            <a:off x="5614416" y="3557016"/>
            <a:ext cx="1389888" cy="658368"/>
          </a:xfrm>
          <a:prstGeom prst="roundRect">
            <a:avLst>
              <a:gd name="adj" fmla="val 16667"/>
            </a:avLst>
          </a:prstGeom>
          <a:solidFill>
            <a:schemeClr val="bg2"/>
          </a:solidFill>
          <a:ln w="12700">
            <a:solidFill>
              <a:srgbClr val="D5DCE6"/>
            </a:solidFill>
            <a:prstDash val="solid"/>
          </a:ln>
        </p:spPr>
      </p:sp>
      <p:pic>
        <p:nvPicPr>
          <p:cNvPr id="42" name="Image 11" descr="DiceFour">    </p:cNvPr>
          <p:cNvPicPr>
            <a:picLocks noChangeAspect="1"/>
          </p:cNvPicPr>
          <p:nvPr/>
        </p:nvPicPr>
        <p:blipFill>
          <a:blip r:embed="rId12"/>
          <a:stretch>
            <a:fillRect/>
          </a:stretch>
        </p:blipFill>
        <p:spPr>
          <a:xfrm>
            <a:off x="5705856" y="3739896"/>
            <a:ext cx="292608" cy="292608"/>
          </a:xfrm>
          <a:prstGeom prst="rect">
            <a:avLst/>
          </a:prstGeom>
        </p:spPr>
      </p:pic>
      <p:sp>
        <p:nvSpPr>
          <p:cNvPr id="43" name="Text 28"/>
          <p:cNvSpPr txBox="1"/>
          <p:nvPr/>
        </p:nvSpPr>
        <p:spPr>
          <a:xfrm>
            <a:off x="6044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maken</a:t>
            </a:r>
            <a:endParaRPr lang="en-US" sz="1700" dirty="0"/>
          </a:p>
        </p:txBody>
      </p:sp>
      <p:sp>
        <p:nvSpPr>
          <p:cNvPr id="44" name="Shape 29"/>
          <p:cNvSpPr/>
          <p:nvPr/>
        </p:nvSpPr>
        <p:spPr>
          <a:xfrm>
            <a:off x="4133088" y="4325112"/>
            <a:ext cx="1389888" cy="658368"/>
          </a:xfrm>
          <a:prstGeom prst="roundRect">
            <a:avLst>
              <a:gd name="adj" fmla="val 16667"/>
            </a:avLst>
          </a:prstGeom>
          <a:solidFill>
            <a:schemeClr val="bg2"/>
          </a:solidFill>
          <a:ln w="12700">
            <a:solidFill>
              <a:srgbClr val="D5DCE6"/>
            </a:solidFill>
            <a:prstDash val="solid"/>
          </a:ln>
        </p:spPr>
      </p:sp>
      <p:pic>
        <p:nvPicPr>
          <p:cNvPr id="45" name="Image 12" descr="DiceFive">    </p:cNvPr>
          <p:cNvPicPr>
            <a:picLocks noChangeAspect="1"/>
          </p:cNvPicPr>
          <p:nvPr/>
        </p:nvPicPr>
        <p:blipFill>
          <a:blip r:embed="rId13"/>
          <a:stretch>
            <a:fillRect/>
          </a:stretch>
        </p:blipFill>
        <p:spPr>
          <a:xfrm>
            <a:off x="4224528" y="4507992"/>
            <a:ext cx="292608" cy="292608"/>
          </a:xfrm>
          <a:prstGeom prst="rect">
            <a:avLst/>
          </a:prstGeom>
        </p:spPr>
      </p:pic>
      <p:sp>
        <p:nvSpPr>
          <p:cNvPr id="46" name="Text 30"/>
          <p:cNvSpPr txBox="1"/>
          <p:nvPr/>
        </p:nvSpPr>
        <p:spPr>
          <a:xfrm>
            <a:off x="4562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bellen</a:t>
            </a:r>
            <a:endParaRPr lang="en-US" sz="1700" dirty="0"/>
          </a:p>
        </p:txBody>
      </p:sp>
      <p:sp>
        <p:nvSpPr>
          <p:cNvPr id="47" name="Shape 31"/>
          <p:cNvSpPr/>
          <p:nvPr/>
        </p:nvSpPr>
        <p:spPr>
          <a:xfrm>
            <a:off x="5614416" y="4325112"/>
            <a:ext cx="1389888" cy="658368"/>
          </a:xfrm>
          <a:prstGeom prst="roundRect">
            <a:avLst>
              <a:gd name="adj" fmla="val 16667"/>
            </a:avLst>
          </a:prstGeom>
          <a:solidFill>
            <a:schemeClr val="bg2"/>
          </a:solidFill>
          <a:ln w="12700">
            <a:solidFill>
              <a:srgbClr val="D5DCE6"/>
            </a:solidFill>
            <a:prstDash val="solid"/>
          </a:ln>
        </p:spPr>
      </p:sp>
      <p:pic>
        <p:nvPicPr>
          <p:cNvPr id="48" name="Image 13" descr="DiceSix">    </p:cNvPr>
          <p:cNvPicPr>
            <a:picLocks noChangeAspect="1"/>
          </p:cNvPicPr>
          <p:nvPr/>
        </p:nvPicPr>
        <p:blipFill>
          <a:blip r:embed="rId14"/>
          <a:stretch>
            <a:fillRect/>
          </a:stretch>
        </p:blipFill>
        <p:spPr>
          <a:xfrm>
            <a:off x="5705856" y="4507992"/>
            <a:ext cx="292608" cy="292608"/>
          </a:xfrm>
          <a:prstGeom prst="rect">
            <a:avLst/>
          </a:prstGeom>
        </p:spPr>
      </p:pic>
      <p:sp>
        <p:nvSpPr>
          <p:cNvPr id="49" name="Text 32"/>
          <p:cNvSpPr txBox="1"/>
          <p:nvPr/>
        </p:nvSpPr>
        <p:spPr>
          <a:xfrm>
            <a:off x="6044184" y="4325112"/>
            <a:ext cx="941832" cy="658368"/>
          </a:xfrm>
          <a:prstGeom prst="rect">
            <a:avLst/>
          </a:prstGeom>
          <a:noFill/>
          <a:ln/>
        </p:spPr>
        <p:txBody>
          <a:bodyPr wrap="square" lIns="0" tIns="0" rIns="0" bIns="0" rtlCol="0" anchor="ctr"/>
          <a:lstStyle/>
          <a:p>
            <a:pPr algn="l" indent="0" marL="0">
              <a:buNone/>
            </a:pPr>
            <a:r>
              <a:rPr lang="en-US" sz="1600" b="1" dirty="0">
                <a:solidFill>
                  <a:schemeClr val="accent6"/>
                </a:solidFill>
              </a:rPr>
              <a:t>drinken</a:t>
            </a:r>
            <a:endParaRPr lang="en-US" sz="1600" dirty="0"/>
          </a:p>
        </p:txBody>
      </p:sp>
      <p:sp>
        <p:nvSpPr>
          <p:cNvPr id="50" name="Shape 33"/>
          <p:cNvSpPr/>
          <p:nvPr/>
        </p:nvSpPr>
        <p:spPr>
          <a:xfrm>
            <a:off x="7726680" y="2286000"/>
            <a:ext cx="1463040" cy="1463040"/>
          </a:xfrm>
          <a:prstGeom prst="roundRect">
            <a:avLst>
              <a:gd name="adj" fmla="val 15625"/>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1" name="Text 34"/>
          <p:cNvSpPr txBox="1"/>
          <p:nvPr/>
        </p:nvSpPr>
        <p:spPr>
          <a:xfrm>
            <a:off x="7726680" y="2286000"/>
            <a:ext cx="1463040" cy="1463040"/>
          </a:xfrm>
          <a:prstGeom prst="rect">
            <a:avLst/>
          </a:prstGeom>
          <a:noFill/>
          <a:ln/>
        </p:spPr>
        <p:txBody>
          <a:bodyPr wrap="square" lIns="0" tIns="0" rIns="0" bIns="0" rtlCol="0" anchor="ctr"/>
          <a:lstStyle/>
          <a:p>
            <a:pPr algn="ctr" indent="0" marL="0">
              <a:buNone/>
            </a:pPr>
            <a:r>
              <a:rPr lang="en-US" sz="6600" b="1" dirty="0">
                <a:solidFill>
                  <a:schemeClr val="bg1"/>
                </a:solidFill>
                <a:latin typeface="+mj-lt" pitchFamily="34" charset="0"/>
                <a:ea typeface="+mj-lt" pitchFamily="34" charset="-122"/>
                <a:cs typeface="+mj-lt" pitchFamily="34" charset="-120"/>
              </a:rPr>
              <a:t>?</a:t>
            </a:r>
            <a:endParaRPr lang="en-US" sz="6600" dirty="0"/>
          </a:p>
        </p:txBody>
      </p:sp>
      <p:sp>
        <p:nvSpPr>
          <p:cNvPr id="52" name="Text 35"/>
          <p:cNvSpPr txBox="1"/>
          <p:nvPr/>
        </p:nvSpPr>
        <p:spPr>
          <a:xfrm>
            <a:off x="7406640" y="3794760"/>
            <a:ext cx="2103120" cy="292608"/>
          </a:xfrm>
          <a:prstGeom prst="rect">
            <a:avLst/>
          </a:prstGeom>
          <a:noFill/>
          <a:ln/>
        </p:spPr>
        <p:txBody>
          <a:bodyPr wrap="square" lIns="0" tIns="0" rIns="0" bIns="0" rtlCol="0" anchor="t"/>
          <a:lstStyle/>
          <a:p>
            <a:pPr algn="ctr" indent="0" marL="0">
              <a:buNone/>
            </a:pPr>
            <a:r>
              <a:rPr lang="en-US" sz="1300" b="1" dirty="0">
                <a:solidFill>
                  <a:schemeClr val="accent1"/>
                </a:solidFill>
              </a:rPr>
              <a:t>Dé « ? » (option)</a:t>
            </a:r>
            <a:endParaRPr lang="en-US" sz="1300" dirty="0"/>
          </a:p>
        </p:txBody>
      </p:sp>
      <p:pic>
        <p:nvPicPr>
          <p:cNvPr id="53" name="Image 14" descr="DiceOne">    </p:cNvPr>
          <p:cNvPicPr>
            <a:picLocks noChangeAspect="1"/>
          </p:cNvPicPr>
          <p:nvPr/>
        </p:nvPicPr>
        <p:blipFill>
          <a:blip r:embed="rId15"/>
          <a:stretch>
            <a:fillRect/>
          </a:stretch>
        </p:blipFill>
        <p:spPr>
          <a:xfrm>
            <a:off x="7452360" y="4160520"/>
            <a:ext cx="256032" cy="256032"/>
          </a:xfrm>
          <a:prstGeom prst="rect">
            <a:avLst/>
          </a:prstGeom>
        </p:spPr>
      </p:pic>
      <p:sp>
        <p:nvSpPr>
          <p:cNvPr id="54" name="Text 36"/>
          <p:cNvSpPr txBox="1"/>
          <p:nvPr/>
        </p:nvSpPr>
        <p:spPr>
          <a:xfrm>
            <a:off x="7726680" y="4133088"/>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5" name="Image 15" descr="DiceThree">    </p:cNvPr>
          <p:cNvPicPr>
            <a:picLocks noChangeAspect="1"/>
          </p:cNvPicPr>
          <p:nvPr/>
        </p:nvPicPr>
        <p:blipFill>
          <a:blip r:embed="rId16"/>
          <a:stretch>
            <a:fillRect/>
          </a:stretch>
        </p:blipFill>
        <p:spPr>
          <a:xfrm>
            <a:off x="7927848" y="4160520"/>
            <a:ext cx="256032" cy="256032"/>
          </a:xfrm>
          <a:prstGeom prst="rect">
            <a:avLst/>
          </a:prstGeom>
        </p:spPr>
      </p:pic>
      <p:sp>
        <p:nvSpPr>
          <p:cNvPr id="56" name="Text 37"/>
          <p:cNvSpPr txBox="1"/>
          <p:nvPr/>
        </p:nvSpPr>
        <p:spPr>
          <a:xfrm>
            <a:off x="8247888" y="4123944"/>
            <a:ext cx="1325880" cy="329184"/>
          </a:xfrm>
          <a:prstGeom prst="rect">
            <a:avLst/>
          </a:prstGeom>
          <a:noFill/>
          <a:ln/>
        </p:spPr>
        <p:txBody>
          <a:bodyPr wrap="square" lIns="0" tIns="0" rIns="0" bIns="0" rtlCol="0" anchor="ctr"/>
          <a:lstStyle/>
          <a:p>
            <a:pPr algn="l" indent="0" marL="0">
              <a:buNone/>
            </a:pPr>
            <a:r>
              <a:rPr lang="en-US" sz="1000" dirty="0">
                <a:solidFill>
                  <a:schemeClr val="tx1"/>
                </a:solidFill>
              </a:rPr>
              <a:t>= phrase affirmative</a:t>
            </a:r>
            <a:endParaRPr lang="en-US" sz="1000" dirty="0"/>
          </a:p>
        </p:txBody>
      </p:sp>
      <p:pic>
        <p:nvPicPr>
          <p:cNvPr id="57" name="Image 16" descr="DiceFour">    </p:cNvPr>
          <p:cNvPicPr>
            <a:picLocks noChangeAspect="1"/>
          </p:cNvPicPr>
          <p:nvPr/>
        </p:nvPicPr>
        <p:blipFill>
          <a:blip r:embed="rId17"/>
          <a:stretch>
            <a:fillRect/>
          </a:stretch>
        </p:blipFill>
        <p:spPr>
          <a:xfrm>
            <a:off x="7452360" y="4672584"/>
            <a:ext cx="256032" cy="256032"/>
          </a:xfrm>
          <a:prstGeom prst="rect">
            <a:avLst/>
          </a:prstGeom>
        </p:spPr>
      </p:pic>
      <p:sp>
        <p:nvSpPr>
          <p:cNvPr id="58" name="Text 38"/>
          <p:cNvSpPr txBox="1"/>
          <p:nvPr/>
        </p:nvSpPr>
        <p:spPr>
          <a:xfrm>
            <a:off x="7726680" y="4645152"/>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9" name="Image 17" descr="DiceSix">    </p:cNvPr>
          <p:cNvPicPr>
            <a:picLocks noChangeAspect="1"/>
          </p:cNvPicPr>
          <p:nvPr/>
        </p:nvPicPr>
        <p:blipFill>
          <a:blip r:embed="rId18"/>
          <a:stretch>
            <a:fillRect/>
          </a:stretch>
        </p:blipFill>
        <p:spPr>
          <a:xfrm>
            <a:off x="7927848" y="4672584"/>
            <a:ext cx="256032" cy="256032"/>
          </a:xfrm>
          <a:prstGeom prst="rect">
            <a:avLst/>
          </a:prstGeom>
        </p:spPr>
      </p:pic>
      <p:sp>
        <p:nvSpPr>
          <p:cNvPr id="60" name="Text 39"/>
          <p:cNvSpPr txBox="1"/>
          <p:nvPr/>
        </p:nvSpPr>
        <p:spPr>
          <a:xfrm>
            <a:off x="8247888" y="4636008"/>
            <a:ext cx="1325880" cy="329184"/>
          </a:xfrm>
          <a:prstGeom prst="rect">
            <a:avLst/>
          </a:prstGeom>
          <a:noFill/>
          <a:ln/>
        </p:spPr>
        <p:txBody>
          <a:bodyPr wrap="square" lIns="0" tIns="0" rIns="0" bIns="0" rtlCol="0" anchor="ctr"/>
          <a:lstStyle/>
          <a:p>
            <a:pPr algn="l" indent="0" marL="0">
              <a:buNone/>
            </a:pPr>
            <a:r>
              <a:rPr lang="en-US" sz="1300" dirty="0">
                <a:solidFill>
                  <a:schemeClr val="tx1"/>
                </a:solidFill>
              </a:rPr>
              <a:t>= question</a:t>
            </a:r>
            <a:endParaRPr lang="en-US" sz="1300" dirty="0"/>
          </a:p>
        </p:txBody>
      </p:sp>
      <p:pic>
        <p:nvPicPr>
          <p:cNvPr id="61" name="Image 18" descr="L’enseignant">    </p:cNvPr>
          <p:cNvPicPr>
            <a:picLocks noChangeAspect="1"/>
          </p:cNvPicPr>
          <p:nvPr/>
        </p:nvPicPr>
        <p:blipFill>
          <a:blip r:embed="rId19"/>
          <a:stretch>
            <a:fillRect/>
          </a:stretch>
        </p:blipFill>
        <p:spPr>
          <a:xfrm>
            <a:off x="9692640" y="3246120"/>
            <a:ext cx="1920240" cy="1920240"/>
          </a:xfrm>
          <a:prstGeom prst="rect">
            <a:avLst/>
          </a:prstGeom>
        </p:spPr>
      </p:pic>
      <p:sp>
        <p:nvSpPr>
          <p:cNvPr id="62" name="Shape 40"/>
          <p:cNvSpPr/>
          <p:nvPr/>
        </p:nvSpPr>
        <p:spPr>
          <a:xfrm>
            <a:off x="548640" y="5349240"/>
            <a:ext cx="8915400" cy="914400"/>
          </a:xfrm>
          <a:prstGeom prst="roundRect">
            <a:avLst>
              <a:gd name="adj" fmla="val 8000"/>
            </a:avLst>
          </a:prstGeom>
          <a:solidFill>
            <a:schemeClr val="bg2"/>
          </a:solidFill>
          <a:ln w="12700">
            <a:solidFill>
              <a:srgbClr val="D5DCE6"/>
            </a:solidFill>
            <a:prstDash val="solid"/>
          </a:ln>
        </p:spPr>
      </p:sp>
      <p:sp>
        <p:nvSpPr>
          <p:cNvPr id="63" name="Text 41"/>
          <p:cNvSpPr txBox="1"/>
          <p:nvPr/>
        </p:nvSpPr>
        <p:spPr>
          <a:xfrm>
            <a:off x="777240" y="5376672"/>
            <a:ext cx="8549640" cy="859536"/>
          </a:xfrm>
          <a:prstGeom prst="rect">
            <a:avLst/>
          </a:prstGeom>
          <a:noFill/>
          <a:ln/>
        </p:spPr>
        <p:txBody>
          <a:bodyPr wrap="square" lIns="0" tIns="0" rIns="0" bIns="0" rtlCol="0" anchor="ctr"/>
          <a:lstStyle/>
          <a:p>
            <a:pPr algn="l" indent="0" marL="0">
              <a:spcAft>
                <a:spcPts val="400"/>
              </a:spcAft>
              <a:buNone/>
            </a:pPr>
            <a:r>
              <a:rPr lang="en-US" sz="1600" b="1" dirty="0">
                <a:solidFill>
                  <a:schemeClr val="tx1"/>
                </a:solidFill>
              </a:rPr>
              <a:t>✓</a:t>
            </a:r>
            <a:r>
              <a:rPr lang="en-US" sz="1600" dirty="0">
                <a:solidFill>
                  <a:schemeClr val="tx1"/>
                </a:solidFill>
              </a:rPr>
              <a:t> 1 point par forme juste  ·  </a:t>
            </a:r>
            <a:r>
              <a:rPr lang="en-US" sz="1600" b="1" dirty="0">
                <a:solidFill>
                  <a:schemeClr val="tx1"/>
                </a:solidFill>
              </a:rPr>
              <a:t>✓✓</a:t>
            </a:r>
            <a:r>
              <a:rPr lang="en-US" sz="1600" dirty="0">
                <a:solidFill>
                  <a:schemeClr val="tx1"/>
                </a:solidFill>
              </a:rPr>
              <a:t> 2 points si la phrase entière est correcte</a:t>
            </a:r>
            <a:endParaRPr lang="en-US" sz="1600" dirty="0"/>
          </a:p>
          <a:p>
            <a:pPr algn="l" indent="0" marL="0">
              <a:spcAft>
                <a:spcPts val="400"/>
              </a:spcAft>
              <a:buNone/>
            </a:pPr>
            <a:r>
              <a:rPr lang="en-US" sz="1600" dirty="0">
                <a:solidFill>
                  <a:schemeClr val="tx1"/>
                </a:solidFill>
              </a:rPr>
              <a:t>Ex. : </a:t>
            </a:r>
            <a:r>
              <a:rPr lang="en-US" sz="1600" i="1" dirty="0">
                <a:solidFill>
                  <a:schemeClr val="tx1"/>
                </a:solidFill>
              </a:rPr>
              <a:t>jullie + bellen + ?</a:t>
            </a:r>
            <a:r>
              <a:rPr lang="en-US" sz="1600" dirty="0">
                <a:solidFill>
                  <a:schemeClr val="tx1"/>
                </a:solidFill>
              </a:rPr>
              <a:t> → </a:t>
            </a:r>
            <a:r>
              <a:rPr lang="en-US" sz="1600" i="1" dirty="0">
                <a:solidFill>
                  <a:schemeClr val="tx1"/>
                </a:solidFill>
              </a:rPr>
              <a:t>Bellen jullie de klant?</a:t>
            </a:r>
            <a:endParaRPr lang="en-US" sz="1600" dirty="0"/>
          </a:p>
        </p:txBody>
      </p:sp>
      <p:sp>
        <p:nvSpPr>
          <p:cNvPr id="64" name="Shape 42"/>
          <p:cNvSpPr/>
          <p:nvPr/>
        </p:nvSpPr>
        <p:spPr>
          <a:xfrm>
            <a:off x="9692640" y="5440680"/>
            <a:ext cx="1920240" cy="731520"/>
          </a:xfrm>
          <a:prstGeom prst="roundRect">
            <a:avLst>
              <a:gd name="adj" fmla="val 4375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5" name="Image 19" descr="Play">    </p:cNvPr>
          <p:cNvPicPr>
            <a:picLocks noChangeAspect="1"/>
          </p:cNvPicPr>
          <p:nvPr/>
        </p:nvPicPr>
        <p:blipFill>
          <a:blip r:embed="rId20"/>
          <a:stretch>
            <a:fillRect/>
          </a:stretch>
        </p:blipFill>
        <p:spPr>
          <a:xfrm>
            <a:off x="9921240" y="5641848"/>
            <a:ext cx="329184" cy="329184"/>
          </a:xfrm>
          <a:prstGeom prst="rect">
            <a:avLst/>
          </a:prstGeom>
        </p:spPr>
      </p:pic>
      <p:sp>
        <p:nvSpPr>
          <p:cNvPr id="66" name="Text 43"/>
          <p:cNvSpPr txBox="1"/>
          <p:nvPr/>
        </p:nvSpPr>
        <p:spPr>
          <a:xfrm>
            <a:off x="10332720" y="5440680"/>
            <a:ext cx="1188720" cy="731520"/>
          </a:xfrm>
          <a:prstGeom prst="rect">
            <a:avLst/>
          </a:prstGeom>
          <a:noFill/>
          <a:ln/>
        </p:spPr>
        <p:txBody>
          <a:bodyPr wrap="square" lIns="0" tIns="0" rIns="0" bIns="0" rtlCol="0" anchor="ctr"/>
          <a:lstStyle/>
          <a:p>
            <a:pPr algn="l" indent="0" marL="0">
              <a:buNone/>
            </a:pPr>
            <a:r>
              <a:rPr lang="en-US" sz="2400" b="1" dirty="0">
                <a:solidFill>
                  <a:schemeClr val="bg1"/>
                </a:solidFill>
              </a:rPr>
              <a:t>Start!</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8" name="Shape 4"/>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0" name="Shape 6"/>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1" name="Shape 7"/>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2" name="Shape 8"/>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3" name="Text 9"/>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4" name="Text 10"/>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5" name="Shape 11"/>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6" name="Text 12"/>
          <p:cNvSpPr txBox="1"/>
          <p:nvPr/>
        </p:nvSpPr>
        <p:spPr>
          <a:xfrm>
            <a:off x="1188720" y="2828544"/>
            <a:ext cx="5760720" cy="3087624"/>
          </a:xfrm>
          <a:prstGeom prst="rect">
            <a:avLst/>
          </a:prstGeom>
          <a:noFill/>
          <a:ln/>
        </p:spPr>
        <p:txBody>
          <a:bodyPr wrap="square" lIns="0" tIns="0" rIns="0" bIns="0" rtlCol="0" anchor="ctr"/>
          <a:lstStyle/>
          <a:p>
            <a:pPr algn="l" indent="0" marL="0">
              <a:spcAft>
                <a:spcPts val="700"/>
              </a:spcAft>
              <a:buNone/>
            </a:pPr>
            <a:r>
              <a:rPr lang="en-US" sz="1700" dirty="0">
                <a:solidFill>
                  <a:schemeClr val="tx1"/>
                </a:solidFill>
              </a:rPr>
              <a:t>Hoi Sofie!</a:t>
            </a:r>
            <a:endParaRPr lang="en-US" sz="1700" dirty="0"/>
          </a:p>
          <a:p>
            <a:pPr algn="l" indent="0" marL="0">
              <a:spcAft>
                <a:spcPts val="700"/>
              </a:spcAft>
              <a:buNone/>
            </a:pPr>
            <a:r>
              <a:rPr lang="en-US" sz="1700" dirty="0">
                <a:solidFill>
                  <a:schemeClr val="tx1"/>
                </a:solidFill>
              </a:rPr>
              <a:t>Morgen ik werk thuis.</a:t>
            </a:r>
            <a:endParaRPr lang="en-US" sz="1700" dirty="0"/>
          </a:p>
          <a:p>
            <a:pPr algn="l" indent="0" marL="0">
              <a:spcAft>
                <a:spcPts val="700"/>
              </a:spcAft>
              <a:buNone/>
            </a:pPr>
            <a:r>
              <a:rPr lang="en-US" sz="1700" dirty="0">
                <a:solidFill>
                  <a:schemeClr val="tx1"/>
                </a:solidFill>
              </a:rPr>
              <a:t>Op dinsdag ik heb een vergadering in Gent.</a:t>
            </a:r>
            <a:endParaRPr lang="en-US" sz="1700" dirty="0"/>
          </a:p>
          <a:p>
            <a:pPr algn="l" indent="0" marL="0">
              <a:spcAft>
                <a:spcPts val="700"/>
              </a:spcAft>
              <a:buNone/>
            </a:pPr>
            <a:r>
              <a:rPr lang="en-US" sz="1700" dirty="0">
                <a:solidFill>
                  <a:schemeClr val="tx1"/>
                </a:solidFill>
              </a:rPr>
              <a:t>Ik moet nemen de trein van 8 uur.</a:t>
            </a:r>
            <a:endParaRPr lang="en-US" sz="1700" dirty="0"/>
          </a:p>
          <a:p>
            <a:pPr algn="l" indent="0" marL="0">
              <a:spcAft>
                <a:spcPts val="700"/>
              </a:spcAft>
              <a:buNone/>
            </a:pPr>
            <a:r>
              <a:rPr lang="en-US" sz="1700" dirty="0">
                <a:solidFill>
                  <a:schemeClr val="tx1"/>
                </a:solidFill>
              </a:rPr>
              <a:t>Werkt jij ook in Gent?</a:t>
            </a:r>
            <a:endParaRPr lang="en-US" sz="1700" dirty="0"/>
          </a:p>
          <a:p>
            <a:pPr algn="l" indent="0" marL="0">
              <a:spcAft>
                <a:spcPts val="700"/>
              </a:spcAft>
              <a:buNone/>
            </a:pPr>
            <a:r>
              <a:rPr lang="en-US" sz="1700" dirty="0">
                <a:solidFill>
                  <a:schemeClr val="tx1"/>
                </a:solidFill>
              </a:rPr>
              <a:t>Ik bel op je morgen.</a:t>
            </a:r>
            <a:endParaRPr lang="en-US" sz="1700" dirty="0"/>
          </a:p>
          <a:p>
            <a:pPr algn="l" indent="0" marL="0">
              <a:spcAft>
                <a:spcPts val="700"/>
              </a:spcAft>
              <a:buNone/>
            </a:pPr>
            <a:r>
              <a:rPr lang="en-US" sz="1700" dirty="0">
                <a:solidFill>
                  <a:schemeClr val="tx1"/>
                </a:solidFill>
              </a:rPr>
              <a:t>Groetjes, Karim</a:t>
            </a:r>
            <a:endParaRPr lang="en-US" sz="1700" dirty="0"/>
          </a:p>
        </p:txBody>
      </p:sp>
      <p:sp>
        <p:nvSpPr>
          <p:cNvPr id="17" name="Shape 13"/>
          <p:cNvSpPr/>
          <p:nvPr/>
        </p:nvSpPr>
        <p:spPr>
          <a:xfrm>
            <a:off x="9089136" y="1978152"/>
            <a:ext cx="1371600" cy="1371600"/>
          </a:xfrm>
          <a:prstGeom prst="ellipse">
            <a:avLst/>
          </a:prstGeom>
          <a:solidFill>
            <a:schemeClr val="tx2"/>
          </a:solidFill>
          <a:ln w="12700">
            <a:solidFill>
              <a:srgbClr val="FFFFFF">
                <a:alpha val="0"/>
              </a:srgbClr>
            </a:solidFill>
            <a:prstDash val="solid"/>
          </a:ln>
        </p:spPr>
      </p:sp>
      <p:pic>
        <p:nvPicPr>
          <p:cNvPr id="18" name="Image 1" descr="Search">    </p:cNvPr>
          <p:cNvPicPr>
            <a:picLocks noChangeAspect="1"/>
          </p:cNvPicPr>
          <p:nvPr/>
        </p:nvPicPr>
        <p:blipFill>
          <a:blip r:embed="rId2"/>
          <a:stretch>
            <a:fillRect/>
          </a:stretch>
        </p:blipFill>
        <p:spPr>
          <a:xfrm>
            <a:off x="9418320" y="2307336"/>
            <a:ext cx="713232" cy="713232"/>
          </a:xfrm>
          <a:prstGeom prst="rect">
            <a:avLst/>
          </a:prstGeom>
        </p:spPr>
      </p:pic>
      <p:sp>
        <p:nvSpPr>
          <p:cNvPr id="19" name="Shape 14"/>
          <p:cNvSpPr/>
          <p:nvPr/>
        </p:nvSpPr>
        <p:spPr>
          <a:xfrm>
            <a:off x="7909560" y="3532632"/>
            <a:ext cx="3730752" cy="1051560"/>
          </a:xfrm>
          <a:prstGeom prst="roundRect">
            <a:avLst>
              <a:gd name="adj" fmla="val 6957"/>
            </a:avLst>
          </a:prstGeom>
          <a:solidFill>
            <a:schemeClr val="accent6">
              <a:alpha val="10000"/>
            </a:schemeClr>
          </a:solidFill>
          <a:ln w="15875">
            <a:solidFill>
              <a:srgbClr val="B83227"/>
            </a:solidFill>
            <a:prstDash val="solid"/>
          </a:ln>
        </p:spPr>
      </p:sp>
      <p:sp>
        <p:nvSpPr>
          <p:cNvPr id="20" name="Text 15"/>
          <p:cNvSpPr txBox="1"/>
          <p:nvPr/>
        </p:nvSpPr>
        <p:spPr>
          <a:xfrm>
            <a:off x="8092440" y="3532632"/>
            <a:ext cx="914400" cy="1051560"/>
          </a:xfrm>
          <a:prstGeom prst="rect">
            <a:avLst/>
          </a:prstGeom>
          <a:noFill/>
          <a:ln/>
        </p:spPr>
        <p:txBody>
          <a:bodyPr wrap="square" lIns="0" tIns="0" rIns="0" bIns="0" rtlCol="0" anchor="ctr"/>
          <a:lstStyle/>
          <a:p>
            <a:pPr algn="ctr" indent="0" marL="0">
              <a:buNone/>
            </a:pPr>
            <a:r>
              <a:rPr lang="en-US" sz="5400" b="1" dirty="0">
                <a:solidFill>
                  <a:schemeClr val="accent6"/>
                </a:solidFill>
                <a:latin typeface="+mj-lt" pitchFamily="34" charset="0"/>
                <a:ea typeface="+mj-lt" pitchFamily="34" charset="-122"/>
                <a:cs typeface="+mj-lt" pitchFamily="34" charset="-120"/>
              </a:rPr>
              <a:t>5</a:t>
            </a:r>
            <a:endParaRPr lang="en-US" sz="5400" dirty="0"/>
          </a:p>
        </p:txBody>
      </p:sp>
      <p:sp>
        <p:nvSpPr>
          <p:cNvPr id="21" name="Text 16"/>
          <p:cNvSpPr txBox="1"/>
          <p:nvPr/>
        </p:nvSpPr>
        <p:spPr>
          <a:xfrm>
            <a:off x="9052560" y="3532632"/>
            <a:ext cx="2450592" cy="1051560"/>
          </a:xfrm>
          <a:prstGeom prst="rect">
            <a:avLst/>
          </a:prstGeom>
          <a:noFill/>
          <a:ln/>
        </p:spPr>
        <p:txBody>
          <a:bodyPr wrap="square" lIns="0" tIns="0" rIns="0" bIns="0" rtlCol="0" anchor="ctr"/>
          <a:lstStyle/>
          <a:p>
            <a:pPr algn="l" indent="0" marL="0">
              <a:buNone/>
            </a:pPr>
            <a:r>
              <a:rPr lang="en-US" sz="2000" b="1" dirty="0">
                <a:solidFill>
                  <a:schemeClr val="accent6"/>
                </a:solidFill>
              </a:rPr>
              <a:t>erreurs cachées</a:t>
            </a:r>
            <a:endParaRPr lang="en-US" sz="2000" dirty="0"/>
          </a:p>
        </p:txBody>
      </p:sp>
      <p:pic>
        <p:nvPicPr>
          <p:cNvPr id="22" name="Image 2" descr="L’enseignant">    </p:cNvPr>
          <p:cNvPicPr>
            <a:picLocks noChangeAspect="1"/>
          </p:cNvPicPr>
          <p:nvPr/>
        </p:nvPicPr>
        <p:blipFill>
          <a:blip r:embed="rId3"/>
          <a:stretch>
            <a:fillRect/>
          </a:stretch>
        </p:blipFill>
        <p:spPr>
          <a:xfrm>
            <a:off x="9022080" y="4767072"/>
            <a:ext cx="1505712" cy="150571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9" name="Shape 5"/>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1" name="Shape 7"/>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2" name="Shape 8"/>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3" name="Shape 9"/>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4" name="Text 10"/>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5" name="Text 11"/>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6" name="Shape 12"/>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7" name="Text 13"/>
          <p:cNvSpPr txBox="1"/>
          <p:nvPr/>
        </p:nvSpPr>
        <p:spPr>
          <a:xfrm>
            <a:off x="1353312" y="2828544"/>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Hoi Sofie!</a:t>
            </a:r>
            <a:endParaRPr lang="en-US" sz="1400" dirty="0"/>
          </a:p>
        </p:txBody>
      </p:sp>
      <p:sp>
        <p:nvSpPr>
          <p:cNvPr id="18" name="Text 14"/>
          <p:cNvSpPr txBox="1"/>
          <p:nvPr/>
        </p:nvSpPr>
        <p:spPr>
          <a:xfrm>
            <a:off x="1353312" y="3085846"/>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Morgen </a:t>
            </a:r>
            <a:r>
              <a:rPr lang="en-US" sz="1400" b="1" dirty="0">
                <a:solidFill>
                  <a:schemeClr val="accent3"/>
                </a:solidFill>
              </a:rPr>
              <a:t>werk ik</a:t>
            </a:r>
            <a:r>
              <a:rPr lang="en-US" sz="1400" dirty="0">
                <a:solidFill>
                  <a:schemeClr val="accent3"/>
                </a:solidFill>
              </a:rPr>
              <a:t> thuis.</a:t>
            </a:r>
            <a:endParaRPr lang="en-US" sz="1400" dirty="0"/>
          </a:p>
        </p:txBody>
      </p:sp>
      <p:pic>
        <p:nvPicPr>
          <p:cNvPr id="19" name="Image 1" descr="LongArrowAltUp">    </p:cNvPr>
          <p:cNvPicPr>
            <a:picLocks noChangeAspect="1"/>
          </p:cNvPicPr>
          <p:nvPr/>
        </p:nvPicPr>
        <p:blipFill>
          <a:blip r:embed="rId2"/>
          <a:stretch>
            <a:fillRect/>
          </a:stretch>
        </p:blipFill>
        <p:spPr>
          <a:xfrm>
            <a:off x="1042416" y="3352927"/>
            <a:ext cx="237744" cy="237744"/>
          </a:xfrm>
          <a:prstGeom prst="rect">
            <a:avLst/>
          </a:prstGeom>
        </p:spPr>
      </p:pic>
      <p:sp>
        <p:nvSpPr>
          <p:cNvPr id="20" name="Text 15"/>
          <p:cNvSpPr txBox="1"/>
          <p:nvPr/>
        </p:nvSpPr>
        <p:spPr>
          <a:xfrm>
            <a:off x="1353312" y="3343148"/>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Morgen ik werk thuis.</a:t>
            </a:r>
            <a:endParaRPr lang="en-US" sz="1400" dirty="0"/>
          </a:p>
        </p:txBody>
      </p:sp>
      <p:sp>
        <p:nvSpPr>
          <p:cNvPr id="21" name="Text 16"/>
          <p:cNvSpPr txBox="1"/>
          <p:nvPr/>
        </p:nvSpPr>
        <p:spPr>
          <a:xfrm>
            <a:off x="1353312" y="3600450"/>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Op dinsdag </a:t>
            </a:r>
            <a:r>
              <a:rPr lang="en-US" sz="1400" b="1" dirty="0">
                <a:solidFill>
                  <a:schemeClr val="accent3"/>
                </a:solidFill>
              </a:rPr>
              <a:t>heb ik</a:t>
            </a:r>
            <a:r>
              <a:rPr lang="en-US" sz="1400" dirty="0">
                <a:solidFill>
                  <a:schemeClr val="accent3"/>
                </a:solidFill>
              </a:rPr>
              <a:t> een vergadering in Gent.</a:t>
            </a:r>
            <a:endParaRPr lang="en-US" sz="1400" dirty="0"/>
          </a:p>
        </p:txBody>
      </p:sp>
      <p:pic>
        <p:nvPicPr>
          <p:cNvPr id="22" name="Image 2" descr="LongArrowAltUp">    </p:cNvPr>
          <p:cNvPicPr>
            <a:picLocks noChangeAspect="1"/>
          </p:cNvPicPr>
          <p:nvPr/>
        </p:nvPicPr>
        <p:blipFill>
          <a:blip r:embed="rId3"/>
          <a:stretch>
            <a:fillRect/>
          </a:stretch>
        </p:blipFill>
        <p:spPr>
          <a:xfrm>
            <a:off x="1042416" y="3867531"/>
            <a:ext cx="237744" cy="237744"/>
          </a:xfrm>
          <a:prstGeom prst="rect">
            <a:avLst/>
          </a:prstGeom>
        </p:spPr>
      </p:pic>
      <p:sp>
        <p:nvSpPr>
          <p:cNvPr id="23" name="Text 17"/>
          <p:cNvSpPr txBox="1"/>
          <p:nvPr/>
        </p:nvSpPr>
        <p:spPr>
          <a:xfrm>
            <a:off x="1353312" y="3857752"/>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Op dinsdag ik heb een vergadering in Gent.</a:t>
            </a:r>
            <a:endParaRPr lang="en-US" sz="1400" dirty="0"/>
          </a:p>
        </p:txBody>
      </p:sp>
      <p:sp>
        <p:nvSpPr>
          <p:cNvPr id="24" name="Text 18"/>
          <p:cNvSpPr txBox="1"/>
          <p:nvPr/>
        </p:nvSpPr>
        <p:spPr>
          <a:xfrm>
            <a:off x="1353312" y="4115054"/>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moet de trein van 8 uur </a:t>
            </a:r>
            <a:r>
              <a:rPr lang="en-US" sz="1400" b="1" dirty="0">
                <a:solidFill>
                  <a:schemeClr val="accent3"/>
                </a:solidFill>
              </a:rPr>
              <a:t>nemen</a:t>
            </a:r>
            <a:r>
              <a:rPr lang="en-US" sz="1400" dirty="0">
                <a:solidFill>
                  <a:schemeClr val="accent3"/>
                </a:solidFill>
              </a:rPr>
              <a:t>.</a:t>
            </a:r>
            <a:endParaRPr lang="en-US" sz="1400" dirty="0"/>
          </a:p>
        </p:txBody>
      </p:sp>
      <p:pic>
        <p:nvPicPr>
          <p:cNvPr id="25" name="Image 3" descr="LongArrowAltUp">    </p:cNvPr>
          <p:cNvPicPr>
            <a:picLocks noChangeAspect="1"/>
          </p:cNvPicPr>
          <p:nvPr/>
        </p:nvPicPr>
        <p:blipFill>
          <a:blip r:embed="rId4"/>
          <a:stretch>
            <a:fillRect/>
          </a:stretch>
        </p:blipFill>
        <p:spPr>
          <a:xfrm>
            <a:off x="1042416" y="4382135"/>
            <a:ext cx="237744" cy="237744"/>
          </a:xfrm>
          <a:prstGeom prst="rect">
            <a:avLst/>
          </a:prstGeom>
        </p:spPr>
      </p:pic>
      <p:sp>
        <p:nvSpPr>
          <p:cNvPr id="26" name="Text 19"/>
          <p:cNvSpPr txBox="1"/>
          <p:nvPr/>
        </p:nvSpPr>
        <p:spPr>
          <a:xfrm>
            <a:off x="1353312" y="4372356"/>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moet nemen de trein van 8 uur.</a:t>
            </a:r>
            <a:endParaRPr lang="en-US" sz="1400" dirty="0"/>
          </a:p>
        </p:txBody>
      </p:sp>
      <p:sp>
        <p:nvSpPr>
          <p:cNvPr id="27" name="Text 20"/>
          <p:cNvSpPr txBox="1"/>
          <p:nvPr/>
        </p:nvSpPr>
        <p:spPr>
          <a:xfrm>
            <a:off x="1353312" y="4629658"/>
            <a:ext cx="5669280" cy="257302"/>
          </a:xfrm>
          <a:prstGeom prst="rect">
            <a:avLst/>
          </a:prstGeom>
          <a:noFill/>
          <a:ln/>
        </p:spPr>
        <p:txBody>
          <a:bodyPr wrap="square" lIns="0" tIns="0" rIns="0" bIns="0" rtlCol="0" anchor="ctr"/>
          <a:lstStyle/>
          <a:p>
            <a:pPr algn="l" indent="0" marL="0">
              <a:buNone/>
            </a:pPr>
            <a:r>
              <a:rPr lang="en-US" sz="1400" b="1" dirty="0">
                <a:solidFill>
                  <a:schemeClr val="accent3"/>
                </a:solidFill>
              </a:rPr>
              <a:t>Werk jij</a:t>
            </a:r>
            <a:r>
              <a:rPr lang="en-US" sz="1400" dirty="0">
                <a:solidFill>
                  <a:schemeClr val="accent3"/>
                </a:solidFill>
              </a:rPr>
              <a:t> ook in Gent?</a:t>
            </a:r>
            <a:endParaRPr lang="en-US" sz="1400" dirty="0"/>
          </a:p>
        </p:txBody>
      </p:sp>
      <p:pic>
        <p:nvPicPr>
          <p:cNvPr id="28" name="Image 4" descr="LongArrowAltUp">    </p:cNvPr>
          <p:cNvPicPr>
            <a:picLocks noChangeAspect="1"/>
          </p:cNvPicPr>
          <p:nvPr/>
        </p:nvPicPr>
        <p:blipFill>
          <a:blip r:embed="rId5"/>
          <a:stretch>
            <a:fillRect/>
          </a:stretch>
        </p:blipFill>
        <p:spPr>
          <a:xfrm>
            <a:off x="1042416" y="4896739"/>
            <a:ext cx="237744" cy="237744"/>
          </a:xfrm>
          <a:prstGeom prst="rect">
            <a:avLst/>
          </a:prstGeom>
        </p:spPr>
      </p:pic>
      <p:sp>
        <p:nvSpPr>
          <p:cNvPr id="29" name="Text 21"/>
          <p:cNvSpPr txBox="1"/>
          <p:nvPr/>
        </p:nvSpPr>
        <p:spPr>
          <a:xfrm>
            <a:off x="1353312" y="4886960"/>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Werkt jij ook in Gent?</a:t>
            </a:r>
            <a:endParaRPr lang="en-US" sz="1400" dirty="0"/>
          </a:p>
        </p:txBody>
      </p:sp>
      <p:sp>
        <p:nvSpPr>
          <p:cNvPr id="30" name="Text 22"/>
          <p:cNvSpPr txBox="1"/>
          <p:nvPr/>
        </p:nvSpPr>
        <p:spPr>
          <a:xfrm>
            <a:off x="1353312" y="5144262"/>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bel je morgen </a:t>
            </a:r>
            <a:r>
              <a:rPr lang="en-US" sz="1400" b="1" dirty="0">
                <a:solidFill>
                  <a:schemeClr val="accent3"/>
                </a:solidFill>
              </a:rPr>
              <a:t>op</a:t>
            </a:r>
            <a:r>
              <a:rPr lang="en-US" sz="1400" dirty="0">
                <a:solidFill>
                  <a:schemeClr val="accent3"/>
                </a:solidFill>
              </a:rPr>
              <a:t>.</a:t>
            </a:r>
            <a:endParaRPr lang="en-US" sz="1400" dirty="0"/>
          </a:p>
        </p:txBody>
      </p:sp>
      <p:pic>
        <p:nvPicPr>
          <p:cNvPr id="31" name="Image 5" descr="LongArrowAltUp">    </p:cNvPr>
          <p:cNvPicPr>
            <a:picLocks noChangeAspect="1"/>
          </p:cNvPicPr>
          <p:nvPr/>
        </p:nvPicPr>
        <p:blipFill>
          <a:blip r:embed="rId6"/>
          <a:stretch>
            <a:fillRect/>
          </a:stretch>
        </p:blipFill>
        <p:spPr>
          <a:xfrm>
            <a:off x="1042416" y="5411343"/>
            <a:ext cx="237744" cy="237744"/>
          </a:xfrm>
          <a:prstGeom prst="rect">
            <a:avLst/>
          </a:prstGeom>
        </p:spPr>
      </p:pic>
      <p:sp>
        <p:nvSpPr>
          <p:cNvPr id="32" name="Text 23"/>
          <p:cNvSpPr txBox="1"/>
          <p:nvPr/>
        </p:nvSpPr>
        <p:spPr>
          <a:xfrm>
            <a:off x="1353312" y="5401564"/>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bel op je morgen.</a:t>
            </a:r>
            <a:endParaRPr lang="en-US" sz="1400" dirty="0"/>
          </a:p>
        </p:txBody>
      </p:sp>
      <p:sp>
        <p:nvSpPr>
          <p:cNvPr id="33" name="Text 24"/>
          <p:cNvSpPr txBox="1"/>
          <p:nvPr/>
        </p:nvSpPr>
        <p:spPr>
          <a:xfrm>
            <a:off x="1353312" y="5658866"/>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Groetjes, Karim</a:t>
            </a:r>
            <a:endParaRPr lang="en-US" sz="1400" dirty="0"/>
          </a:p>
        </p:txBody>
      </p:sp>
      <p:sp>
        <p:nvSpPr>
          <p:cNvPr id="34" name="Shape 25"/>
          <p:cNvSpPr/>
          <p:nvPr/>
        </p:nvSpPr>
        <p:spPr>
          <a:xfrm>
            <a:off x="7909560" y="1932432"/>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Shape 26"/>
          <p:cNvSpPr/>
          <p:nvPr/>
        </p:nvSpPr>
        <p:spPr>
          <a:xfrm>
            <a:off x="8092440" y="2097024"/>
            <a:ext cx="566928" cy="566928"/>
          </a:xfrm>
          <a:prstGeom prst="ellipse">
            <a:avLst/>
          </a:prstGeom>
          <a:solidFill>
            <a:schemeClr val="accent1"/>
          </a:solidFill>
          <a:ln w="12700">
            <a:solidFill>
              <a:srgbClr val="FFFFFF">
                <a:alpha val="0"/>
              </a:srgbClr>
            </a:solidFill>
            <a:prstDash val="solid"/>
          </a:ln>
        </p:spPr>
      </p:sp>
      <p:pic>
        <p:nvPicPr>
          <p:cNvPr id="36" name="Image 6" descr="SyncAlt">    </p:cNvPr>
          <p:cNvPicPr>
            <a:picLocks noChangeAspect="1"/>
          </p:cNvPicPr>
          <p:nvPr/>
        </p:nvPicPr>
        <p:blipFill>
          <a:blip r:embed="rId7"/>
          <a:stretch>
            <a:fillRect/>
          </a:stretch>
        </p:blipFill>
        <p:spPr>
          <a:xfrm>
            <a:off x="8228503" y="2233087"/>
            <a:ext cx="294803" cy="294803"/>
          </a:xfrm>
          <a:prstGeom prst="rect">
            <a:avLst/>
          </a:prstGeom>
        </p:spPr>
      </p:pic>
      <p:sp>
        <p:nvSpPr>
          <p:cNvPr id="37" name="Text 27"/>
          <p:cNvSpPr txBox="1"/>
          <p:nvPr/>
        </p:nvSpPr>
        <p:spPr>
          <a:xfrm>
            <a:off x="8805672" y="2078736"/>
            <a:ext cx="2697480" cy="603504"/>
          </a:xfrm>
          <a:prstGeom prst="rect">
            <a:avLst/>
          </a:prstGeom>
          <a:noFill/>
          <a:ln/>
        </p:spPr>
        <p:txBody>
          <a:bodyPr wrap="square" lIns="0" tIns="0" rIns="0" bIns="0" rtlCol="0" anchor="ctr"/>
          <a:lstStyle/>
          <a:p>
            <a:pPr algn="l" indent="0" marL="0">
              <a:buNone/>
            </a:pPr>
            <a:r>
              <a:rPr lang="en-US" sz="1900" b="1" dirty="0">
                <a:solidFill>
                  <a:schemeClr val="accent1"/>
                </a:solidFill>
              </a:rPr>
              <a:t>Inversion</a:t>
            </a:r>
            <a:endParaRPr lang="en-US" sz="1900" dirty="0"/>
          </a:p>
        </p:txBody>
      </p:sp>
      <p:sp>
        <p:nvSpPr>
          <p:cNvPr id="38" name="Text 28"/>
          <p:cNvSpPr txBox="1"/>
          <p:nvPr/>
        </p:nvSpPr>
        <p:spPr>
          <a:xfrm>
            <a:off x="8110728" y="2801112"/>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16</a:t>
            </a:r>
            <a:endParaRPr lang="en-US" sz="1400" dirty="0"/>
          </a:p>
        </p:txBody>
      </p:sp>
      <p:sp>
        <p:nvSpPr>
          <p:cNvPr id="39" name="Shape 29"/>
          <p:cNvSpPr/>
          <p:nvPr/>
        </p:nvSpPr>
        <p:spPr>
          <a:xfrm>
            <a:off x="7909560" y="3440176"/>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Shape 30"/>
          <p:cNvSpPr/>
          <p:nvPr/>
        </p:nvSpPr>
        <p:spPr>
          <a:xfrm>
            <a:off x="8092440" y="3604768"/>
            <a:ext cx="566928" cy="566928"/>
          </a:xfrm>
          <a:prstGeom prst="ellipse">
            <a:avLst/>
          </a:prstGeom>
          <a:solidFill>
            <a:schemeClr val="accent6"/>
          </a:solidFill>
          <a:ln w="12700">
            <a:solidFill>
              <a:srgbClr val="FFFFFF">
                <a:alpha val="0"/>
              </a:srgbClr>
            </a:solidFill>
            <a:prstDash val="solid"/>
          </a:ln>
        </p:spPr>
      </p:sp>
      <p:pic>
        <p:nvPicPr>
          <p:cNvPr id="41" name="Image 7" descr="Pincers">    </p:cNvPr>
          <p:cNvPicPr>
            <a:picLocks noChangeAspect="1"/>
          </p:cNvPicPr>
          <p:nvPr/>
        </p:nvPicPr>
        <p:blipFill>
          <a:blip r:embed="rId8"/>
          <a:stretch>
            <a:fillRect/>
          </a:stretch>
        </p:blipFill>
        <p:spPr>
          <a:xfrm>
            <a:off x="8228503" y="3740831"/>
            <a:ext cx="294803" cy="294803"/>
          </a:xfrm>
          <a:prstGeom prst="rect">
            <a:avLst/>
          </a:prstGeom>
        </p:spPr>
      </p:pic>
      <p:sp>
        <p:nvSpPr>
          <p:cNvPr id="42" name="Text 31"/>
          <p:cNvSpPr txBox="1"/>
          <p:nvPr/>
        </p:nvSpPr>
        <p:spPr>
          <a:xfrm>
            <a:off x="8805672" y="3586480"/>
            <a:ext cx="2697480" cy="603504"/>
          </a:xfrm>
          <a:prstGeom prst="rect">
            <a:avLst/>
          </a:prstGeom>
          <a:noFill/>
          <a:ln/>
        </p:spPr>
        <p:txBody>
          <a:bodyPr wrap="square" lIns="0" tIns="0" rIns="0" bIns="0" rtlCol="0" anchor="ctr"/>
          <a:lstStyle/>
          <a:p>
            <a:pPr algn="l" indent="0" marL="0">
              <a:buNone/>
            </a:pPr>
            <a:r>
              <a:rPr lang="en-US" sz="1900" b="1" dirty="0">
                <a:solidFill>
                  <a:schemeClr val="accent6"/>
                </a:solidFill>
              </a:rPr>
              <a:t>La pince</a:t>
            </a:r>
            <a:endParaRPr lang="en-US" sz="1900" dirty="0"/>
          </a:p>
        </p:txBody>
      </p:sp>
      <p:sp>
        <p:nvSpPr>
          <p:cNvPr id="43" name="Text 32"/>
          <p:cNvSpPr txBox="1"/>
          <p:nvPr/>
        </p:nvSpPr>
        <p:spPr>
          <a:xfrm>
            <a:off x="8110728" y="4308856"/>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18</a:t>
            </a:r>
            <a:endParaRPr lang="en-US" sz="1400" dirty="0"/>
          </a:p>
        </p:txBody>
      </p:sp>
      <p:sp>
        <p:nvSpPr>
          <p:cNvPr id="44" name="Shape 33"/>
          <p:cNvSpPr/>
          <p:nvPr/>
        </p:nvSpPr>
        <p:spPr>
          <a:xfrm>
            <a:off x="7909560" y="4947920"/>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4"/>
          <p:cNvSpPr/>
          <p:nvPr/>
        </p:nvSpPr>
        <p:spPr>
          <a:xfrm>
            <a:off x="8092440" y="5112512"/>
            <a:ext cx="566928" cy="566928"/>
          </a:xfrm>
          <a:prstGeom prst="ellipse">
            <a:avLst/>
          </a:prstGeom>
          <a:solidFill>
            <a:schemeClr val="accent2"/>
          </a:solidFill>
          <a:ln w="12700">
            <a:solidFill>
              <a:srgbClr val="FFFFFF">
                <a:alpha val="0"/>
              </a:srgbClr>
            </a:solidFill>
            <a:prstDash val="solid"/>
          </a:ln>
        </p:spPr>
      </p:sp>
      <p:pic>
        <p:nvPicPr>
          <p:cNvPr id="46" name="Image 8" descr="Times">    </p:cNvPr>
          <p:cNvPicPr>
            <a:picLocks noChangeAspect="1"/>
          </p:cNvPicPr>
          <p:nvPr/>
        </p:nvPicPr>
        <p:blipFill>
          <a:blip r:embed="rId9"/>
          <a:stretch>
            <a:fillRect/>
          </a:stretch>
        </p:blipFill>
        <p:spPr>
          <a:xfrm>
            <a:off x="8228503" y="5248575"/>
            <a:ext cx="294803" cy="294803"/>
          </a:xfrm>
          <a:prstGeom prst="rect">
            <a:avLst/>
          </a:prstGeom>
        </p:spPr>
      </p:pic>
      <p:sp>
        <p:nvSpPr>
          <p:cNvPr id="47" name="Text 35"/>
          <p:cNvSpPr txBox="1"/>
          <p:nvPr/>
        </p:nvSpPr>
        <p:spPr>
          <a:xfrm>
            <a:off x="8805672" y="5094224"/>
            <a:ext cx="2697480" cy="603504"/>
          </a:xfrm>
          <a:prstGeom prst="rect">
            <a:avLst/>
          </a:prstGeom>
          <a:noFill/>
          <a:ln/>
        </p:spPr>
        <p:txBody>
          <a:bodyPr wrap="square" lIns="0" tIns="0" rIns="0" bIns="0" rtlCol="0" anchor="ctr"/>
          <a:lstStyle/>
          <a:p>
            <a:pPr algn="l" indent="0" marL="0">
              <a:buNone/>
            </a:pPr>
            <a:r>
              <a:rPr lang="en-US" sz="1900" b="1" dirty="0">
                <a:solidFill>
                  <a:schemeClr val="accent2"/>
                </a:solidFill>
              </a:rPr>
              <a:t>Le t devant jij</a:t>
            </a:r>
            <a:endParaRPr lang="en-US" sz="1900" dirty="0"/>
          </a:p>
        </p:txBody>
      </p:sp>
      <p:sp>
        <p:nvSpPr>
          <p:cNvPr id="48" name="Text 36"/>
          <p:cNvSpPr txBox="1"/>
          <p:nvPr/>
        </p:nvSpPr>
        <p:spPr>
          <a:xfrm>
            <a:off x="8110728" y="5816600"/>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1 · voir diapo 12</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semaine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36192"/>
            <a:ext cx="274320" cy="274320"/>
          </a:xfrm>
          <a:prstGeom prst="rect">
            <a:avLst/>
          </a:prstGeom>
        </p:spPr>
      </p:pic>
      <p:sp>
        <p:nvSpPr>
          <p:cNvPr id="7" name="Text 3"/>
          <p:cNvSpPr txBox="1"/>
          <p:nvPr/>
        </p:nvSpPr>
        <p:spPr>
          <a:xfrm>
            <a:off x="960120" y="1499616"/>
            <a:ext cx="10607040" cy="365760"/>
          </a:xfrm>
          <a:prstGeom prst="rect">
            <a:avLst/>
          </a:prstGeom>
          <a:noFill/>
          <a:ln/>
        </p:spPr>
        <p:txBody>
          <a:bodyPr wrap="square" lIns="0" tIns="0" rIns="0" bIns="0" rtlCol="0" anchor="t"/>
          <a:lstStyle/>
          <a:p>
            <a:pPr algn="l" indent="0" marL="0">
              <a:buNone/>
            </a:pPr>
            <a:r>
              <a:rPr lang="en-US" sz="1700" i="1" dirty="0">
                <a:solidFill>
                  <a:schemeClr val="accent5"/>
                </a:solidFill>
              </a:rPr>
              <a:t>Complétez, puis racontez votre semaine à un collègue :</a:t>
            </a:r>
            <a:endParaRPr lang="en-US" sz="1700" dirty="0"/>
          </a:p>
        </p:txBody>
      </p:sp>
      <p:sp>
        <p:nvSpPr>
          <p:cNvPr id="8" name="Shape 4"/>
          <p:cNvSpPr/>
          <p:nvPr/>
        </p:nvSpPr>
        <p:spPr>
          <a:xfrm>
            <a:off x="548640"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9" name="Image 1" descr="spiral calendar">    </p:cNvPr>
          <p:cNvPicPr>
            <a:picLocks noChangeAspect="1"/>
          </p:cNvPicPr>
          <p:nvPr/>
        </p:nvPicPr>
        <p:blipFill>
          <a:blip r:embed="rId2"/>
          <a:stretch>
            <a:fillRect/>
          </a:stretch>
        </p:blipFill>
        <p:spPr>
          <a:xfrm>
            <a:off x="1172718" y="2029968"/>
            <a:ext cx="1353312" cy="1353312"/>
          </a:xfrm>
          <a:prstGeom prst="rect">
            <a:avLst/>
          </a:prstGeom>
        </p:spPr>
      </p:pic>
      <p:sp>
        <p:nvSpPr>
          <p:cNvPr id="10" name="Text 5"/>
          <p:cNvSpPr txBox="1"/>
          <p:nvPr/>
        </p:nvSpPr>
        <p:spPr>
          <a:xfrm>
            <a:off x="640080"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Deze week …</a:t>
            </a:r>
            <a:endParaRPr lang="en-US" sz="1800" dirty="0"/>
          </a:p>
        </p:txBody>
      </p:sp>
      <p:sp>
        <p:nvSpPr>
          <p:cNvPr id="11" name="Shape 6"/>
          <p:cNvSpPr/>
          <p:nvPr/>
        </p:nvSpPr>
        <p:spPr>
          <a:xfrm>
            <a:off x="3378708"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2" descr="couch and lamp">    </p:cNvPr>
          <p:cNvPicPr>
            <a:picLocks noChangeAspect="1"/>
          </p:cNvPicPr>
          <p:nvPr/>
        </p:nvPicPr>
        <p:blipFill>
          <a:blip r:embed="rId3"/>
          <a:stretch>
            <a:fillRect/>
          </a:stretch>
        </p:blipFill>
        <p:spPr>
          <a:xfrm>
            <a:off x="4002786" y="2029968"/>
            <a:ext cx="1353312" cy="1353312"/>
          </a:xfrm>
          <a:prstGeom prst="rect">
            <a:avLst/>
          </a:prstGeom>
        </p:spPr>
      </p:pic>
      <p:sp>
        <p:nvSpPr>
          <p:cNvPr id="13" name="Text 7"/>
          <p:cNvSpPr txBox="1"/>
          <p:nvPr/>
        </p:nvSpPr>
        <p:spPr>
          <a:xfrm>
            <a:off x="3470148"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Op zondag …</a:t>
            </a:r>
            <a:endParaRPr lang="en-US" sz="1800" dirty="0"/>
          </a:p>
        </p:txBody>
      </p:sp>
      <p:sp>
        <p:nvSpPr>
          <p:cNvPr id="14" name="Shape 8"/>
          <p:cNvSpPr/>
          <p:nvPr/>
        </p:nvSpPr>
        <p:spPr>
          <a:xfrm>
            <a:off x="6208776"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3" descr="popcorn">    </p:cNvPr>
          <p:cNvPicPr>
            <a:picLocks noChangeAspect="1"/>
          </p:cNvPicPr>
          <p:nvPr/>
        </p:nvPicPr>
        <p:blipFill>
          <a:blip r:embed="rId4"/>
          <a:stretch>
            <a:fillRect/>
          </a:stretch>
        </p:blipFill>
        <p:spPr>
          <a:xfrm>
            <a:off x="6832854" y="2029968"/>
            <a:ext cx="1353312" cy="1353312"/>
          </a:xfrm>
          <a:prstGeom prst="rect">
            <a:avLst/>
          </a:prstGeom>
        </p:spPr>
      </p:pic>
      <p:sp>
        <p:nvSpPr>
          <p:cNvPr id="16" name="Text 9"/>
          <p:cNvSpPr txBox="1"/>
          <p:nvPr/>
        </p:nvSpPr>
        <p:spPr>
          <a:xfrm>
            <a:off x="6300216"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Dit weekend …</a:t>
            </a:r>
            <a:endParaRPr lang="en-US" sz="1800" dirty="0"/>
          </a:p>
        </p:txBody>
      </p:sp>
      <p:sp>
        <p:nvSpPr>
          <p:cNvPr id="17" name="Shape 10"/>
          <p:cNvSpPr/>
          <p:nvPr/>
        </p:nvSpPr>
        <p:spPr>
          <a:xfrm>
            <a:off x="9038844"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8" name="Image 4" descr="beach with umbrella">    </p:cNvPr>
          <p:cNvPicPr>
            <a:picLocks noChangeAspect="1"/>
          </p:cNvPicPr>
          <p:nvPr/>
        </p:nvPicPr>
        <p:blipFill>
          <a:blip r:embed="rId5"/>
          <a:stretch>
            <a:fillRect/>
          </a:stretch>
        </p:blipFill>
        <p:spPr>
          <a:xfrm>
            <a:off x="9662922" y="2029968"/>
            <a:ext cx="1353312" cy="1353312"/>
          </a:xfrm>
          <a:prstGeom prst="rect">
            <a:avLst/>
          </a:prstGeom>
        </p:spPr>
      </p:pic>
      <p:sp>
        <p:nvSpPr>
          <p:cNvPr id="19" name="Text 11"/>
          <p:cNvSpPr txBox="1"/>
          <p:nvPr/>
        </p:nvSpPr>
        <p:spPr>
          <a:xfrm>
            <a:off x="9130284"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In mijn vrije tijd …</a:t>
            </a:r>
            <a:endParaRPr lang="en-US" sz="1800" dirty="0"/>
          </a:p>
        </p:txBody>
      </p:sp>
      <p:sp>
        <p:nvSpPr>
          <p:cNvPr id="20" name="Shape 12"/>
          <p:cNvSpPr/>
          <p:nvPr/>
        </p:nvSpPr>
        <p:spPr>
          <a:xfrm>
            <a:off x="548640" y="4133088"/>
            <a:ext cx="3429000" cy="2130552"/>
          </a:xfrm>
          <a:prstGeom prst="roundRect">
            <a:avLst>
              <a:gd name="adj" fmla="val 3433"/>
            </a:avLst>
          </a:prstGeom>
          <a:solidFill>
            <a:srgbClr val="6E4A9E">
              <a:alpha val="10000"/>
            </a:srgbClr>
          </a:solidFill>
          <a:ln w="15875">
            <a:solidFill>
              <a:srgbClr val="6E4A9E"/>
            </a:solidFill>
            <a:prstDash val="solid"/>
          </a:ln>
        </p:spPr>
      </p:sp>
      <p:sp>
        <p:nvSpPr>
          <p:cNvPr id="21" name="Text 13"/>
          <p:cNvSpPr txBox="1"/>
          <p:nvPr/>
        </p:nvSpPr>
        <p:spPr>
          <a:xfrm>
            <a:off x="731520" y="4187952"/>
            <a:ext cx="3017520" cy="274320"/>
          </a:xfrm>
          <a:prstGeom prst="rect">
            <a:avLst/>
          </a:prstGeom>
          <a:noFill/>
          <a:ln/>
        </p:spPr>
        <p:txBody>
          <a:bodyPr wrap="square" lIns="0" tIns="0" rIns="0" bIns="0" rtlCol="0" anchor="t"/>
          <a:lstStyle/>
          <a:p>
            <a:pPr algn="l" indent="0" marL="0">
              <a:buNone/>
            </a:pPr>
            <a:r>
              <a:rPr lang="en-US" sz="1200" b="1" spc="200" kern="0" dirty="0">
                <a:solidFill>
                  <a:srgbClr val="6E4A9E"/>
                </a:solidFill>
              </a:rPr>
              <a:t>PAUSE-CAFÉ</a:t>
            </a:r>
            <a:endParaRPr lang="en-US" sz="1200" dirty="0"/>
          </a:p>
        </p:txBody>
      </p:sp>
      <p:pic>
        <p:nvPicPr>
          <p:cNvPr id="22" name="Image 5" descr="CommentDots">    </p:cNvPr>
          <p:cNvPicPr>
            <a:picLocks noChangeAspect="1"/>
          </p:cNvPicPr>
          <p:nvPr/>
        </p:nvPicPr>
        <p:blipFill>
          <a:blip r:embed="rId6"/>
          <a:stretch>
            <a:fillRect/>
          </a:stretch>
        </p:blipFill>
        <p:spPr>
          <a:xfrm>
            <a:off x="868680" y="4498848"/>
            <a:ext cx="365760" cy="365760"/>
          </a:xfrm>
          <a:prstGeom prst="rect">
            <a:avLst/>
          </a:prstGeom>
        </p:spPr>
      </p:pic>
      <p:pic>
        <p:nvPicPr>
          <p:cNvPr id="23" name="Image 6" descr="CommentDots">    </p:cNvPr>
          <p:cNvPicPr>
            <a:picLocks noChangeAspect="1"/>
          </p:cNvPicPr>
          <p:nvPr/>
        </p:nvPicPr>
        <p:blipFill>
          <a:blip r:embed="rId7"/>
          <a:stretch>
            <a:fillRect/>
          </a:stretch>
        </p:blipFill>
        <p:spPr>
          <a:xfrm>
            <a:off x="3246120" y="4498848"/>
            <a:ext cx="365760" cy="365760"/>
          </a:xfrm>
          <a:prstGeom prst="rect">
            <a:avLst/>
          </a:prstGeom>
        </p:spPr>
      </p:pic>
      <p:pic>
        <p:nvPicPr>
          <p:cNvPr id="24" name="Image 7" descr="man office worker">    </p:cNvPr>
          <p:cNvPicPr>
            <a:picLocks noChangeAspect="1"/>
          </p:cNvPicPr>
          <p:nvPr/>
        </p:nvPicPr>
        <p:blipFill>
          <a:blip r:embed="rId8"/>
          <a:stretch>
            <a:fillRect/>
          </a:stretch>
        </p:blipFill>
        <p:spPr>
          <a:xfrm>
            <a:off x="868680" y="4754880"/>
            <a:ext cx="914400" cy="914400"/>
          </a:xfrm>
          <a:prstGeom prst="rect">
            <a:avLst/>
          </a:prstGeom>
        </p:spPr>
      </p:pic>
      <p:pic>
        <p:nvPicPr>
          <p:cNvPr id="25" name="Image 8" descr="hot beverage">    </p:cNvPr>
          <p:cNvPicPr>
            <a:picLocks noChangeAspect="1"/>
          </p:cNvPicPr>
          <p:nvPr/>
        </p:nvPicPr>
        <p:blipFill>
          <a:blip r:embed="rId9"/>
          <a:stretch>
            <a:fillRect/>
          </a:stretch>
        </p:blipFill>
        <p:spPr>
          <a:xfrm>
            <a:off x="1947672" y="5074920"/>
            <a:ext cx="548640" cy="548640"/>
          </a:xfrm>
          <a:prstGeom prst="rect">
            <a:avLst/>
          </a:prstGeom>
        </p:spPr>
      </p:pic>
      <p:pic>
        <p:nvPicPr>
          <p:cNvPr id="26" name="Image 9" descr="woman office worker">    </p:cNvPr>
          <p:cNvPicPr>
            <a:picLocks noChangeAspect="1"/>
          </p:cNvPicPr>
          <p:nvPr/>
        </p:nvPicPr>
        <p:blipFill>
          <a:blip r:embed="rId10"/>
          <a:stretch>
            <a:fillRect/>
          </a:stretch>
        </p:blipFill>
        <p:spPr>
          <a:xfrm>
            <a:off x="2697480" y="4754880"/>
            <a:ext cx="914400" cy="914400"/>
          </a:xfrm>
          <a:prstGeom prst="rect">
            <a:avLst/>
          </a:prstGeom>
        </p:spPr>
      </p:pic>
      <p:sp>
        <p:nvSpPr>
          <p:cNvPr id="27" name="Text 14"/>
          <p:cNvSpPr txBox="1"/>
          <p:nvPr/>
        </p:nvSpPr>
        <p:spPr>
          <a:xfrm>
            <a:off x="685800" y="5669280"/>
            <a:ext cx="1463040" cy="274320"/>
          </a:xfrm>
          <a:prstGeom prst="rect">
            <a:avLst/>
          </a:prstGeom>
          <a:noFill/>
          <a:ln/>
        </p:spPr>
        <p:txBody>
          <a:bodyPr wrap="square" lIns="0" tIns="0" rIns="0" bIns="0" rtlCol="0" anchor="t"/>
          <a:lstStyle/>
          <a:p>
            <a:pPr algn="ctr" indent="0" marL="0">
              <a:buNone/>
            </a:pPr>
            <a:r>
              <a:rPr lang="en-US" sz="1400" b="1" dirty="0">
                <a:solidFill>
                  <a:schemeClr val="accent2"/>
                </a:solidFill>
              </a:rPr>
              <a:t>Karim</a:t>
            </a:r>
            <a:endParaRPr lang="en-US" sz="1400" dirty="0"/>
          </a:p>
        </p:txBody>
      </p:sp>
      <p:sp>
        <p:nvSpPr>
          <p:cNvPr id="28" name="Text 15"/>
          <p:cNvSpPr txBox="1"/>
          <p:nvPr/>
        </p:nvSpPr>
        <p:spPr>
          <a:xfrm>
            <a:off x="2423160" y="5669280"/>
            <a:ext cx="1463040" cy="274320"/>
          </a:xfrm>
          <a:prstGeom prst="rect">
            <a:avLst/>
          </a:prstGeom>
          <a:noFill/>
          <a:ln/>
        </p:spPr>
        <p:txBody>
          <a:bodyPr wrap="square" lIns="0" tIns="0" rIns="0" bIns="0" rtlCol="0" anchor="t"/>
          <a:lstStyle/>
          <a:p>
            <a:pPr algn="ctr" indent="0" marL="0">
              <a:buNone/>
            </a:pPr>
            <a:r>
              <a:rPr lang="en-US" sz="1400" b="1" dirty="0">
                <a:solidFill>
                  <a:srgbClr val="6E4A9E"/>
                </a:solidFill>
              </a:rPr>
              <a:t>Sofie</a:t>
            </a:r>
            <a:endParaRPr lang="en-US" sz="1400" dirty="0"/>
          </a:p>
        </p:txBody>
      </p:sp>
      <p:sp>
        <p:nvSpPr>
          <p:cNvPr id="29" name="Text 16"/>
          <p:cNvSpPr txBox="1"/>
          <p:nvPr/>
        </p:nvSpPr>
        <p:spPr>
          <a:xfrm>
            <a:off x="640080" y="5943600"/>
            <a:ext cx="3246120" cy="274320"/>
          </a:xfrm>
          <a:prstGeom prst="rect">
            <a:avLst/>
          </a:prstGeom>
          <a:noFill/>
          <a:ln/>
        </p:spPr>
        <p:txBody>
          <a:bodyPr wrap="square" lIns="0" tIns="0" rIns="0" bIns="0" rtlCol="0" anchor="t"/>
          <a:lstStyle/>
          <a:p>
            <a:pPr algn="ctr" indent="0" marL="0">
              <a:buNone/>
            </a:pPr>
            <a:r>
              <a:rPr lang="en-US" sz="1300" dirty="0">
                <a:solidFill>
                  <a:schemeClr val="tx1"/>
                </a:solidFill>
              </a:rPr>
              <a:t>✓ amorce + verbe en </a:t>
            </a:r>
            <a:r>
              <a:rPr lang="en-US" sz="1300" b="1" dirty="0">
                <a:solidFill>
                  <a:schemeClr val="tx1"/>
                </a:solidFill>
              </a:rPr>
              <a:t>2e position</a:t>
            </a:r>
            <a:endParaRPr lang="en-US" sz="1300" dirty="0"/>
          </a:p>
        </p:txBody>
      </p:sp>
      <p:sp>
        <p:nvSpPr>
          <p:cNvPr id="30" name="Shape 17"/>
          <p:cNvSpPr/>
          <p:nvPr/>
        </p:nvSpPr>
        <p:spPr>
          <a:xfrm>
            <a:off x="4206240" y="4133088"/>
            <a:ext cx="7434072" cy="2130552"/>
          </a:xfrm>
          <a:prstGeom prst="roundRect">
            <a:avLst>
              <a:gd name="adj" fmla="val 3433"/>
            </a:avLst>
          </a:prstGeom>
          <a:solidFill>
            <a:schemeClr val="bg2"/>
          </a:solidFill>
          <a:ln w="12700">
            <a:solidFill>
              <a:srgbClr val="D5DCE6"/>
            </a:solidFill>
            <a:prstDash val="solid"/>
          </a:ln>
        </p:spPr>
      </p:sp>
      <p:sp>
        <p:nvSpPr>
          <p:cNvPr id="31" name="Text 18"/>
          <p:cNvSpPr txBox="1"/>
          <p:nvPr/>
        </p:nvSpPr>
        <p:spPr>
          <a:xfrm>
            <a:off x="4389120" y="420624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32" name="Text 19"/>
          <p:cNvSpPr txBox="1"/>
          <p:nvPr/>
        </p:nvSpPr>
        <p:spPr>
          <a:xfrm>
            <a:off x="4389120" y="4498848"/>
            <a:ext cx="2743200" cy="274320"/>
          </a:xfrm>
          <a:prstGeom prst="rect">
            <a:avLst/>
          </a:prstGeom>
          <a:noFill/>
          <a:ln/>
        </p:spPr>
        <p:txBody>
          <a:bodyPr wrap="square" lIns="0" tIns="0" rIns="0" bIns="0" rtlCol="0" anchor="t"/>
          <a:lstStyle/>
          <a:p>
            <a:pPr algn="l" indent="0" marL="0">
              <a:buNone/>
            </a:pPr>
            <a:r>
              <a:rPr lang="en-US" sz="1400" b="1" dirty="0">
                <a:solidFill>
                  <a:schemeClr val="tx2"/>
                </a:solidFill>
              </a:rPr>
              <a:t>Modèles</a:t>
            </a:r>
            <a:endParaRPr lang="en-US" sz="1400" dirty="0"/>
          </a:p>
        </p:txBody>
      </p:sp>
      <p:sp>
        <p:nvSpPr>
          <p:cNvPr id="33" name="Text 20"/>
          <p:cNvSpPr txBox="1"/>
          <p:nvPr/>
        </p:nvSpPr>
        <p:spPr>
          <a:xfrm>
            <a:off x="4389120" y="4791456"/>
            <a:ext cx="4846320" cy="1417320"/>
          </a:xfrm>
          <a:prstGeom prst="rect">
            <a:avLst/>
          </a:prstGeom>
          <a:noFill/>
          <a:ln/>
        </p:spPr>
        <p:txBody>
          <a:bodyPr wrap="square" lIns="0" tIns="0" rIns="0" bIns="0" rtlCol="0" anchor="t"/>
          <a:lstStyle/>
          <a:p>
            <a:pPr algn="l" indent="0" marL="0">
              <a:spcAft>
                <a:spcPts val="300"/>
              </a:spcAft>
              <a:buNone/>
            </a:pPr>
            <a:r>
              <a:rPr lang="en-US" sz="1500" b="1" dirty="0">
                <a:solidFill>
                  <a:schemeClr val="accent1"/>
                </a:solidFill>
              </a:rPr>
              <a:t>Deze week</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ik</a:t>
            </a:r>
            <a:r>
              <a:rPr lang="en-US" sz="1500" dirty="0">
                <a:solidFill>
                  <a:schemeClr val="tx1"/>
                </a:solidFill>
              </a:rPr>
              <a:t> van maandag tot vrijdag.</a:t>
            </a:r>
            <a:endParaRPr lang="en-US" sz="1500" dirty="0"/>
          </a:p>
          <a:p>
            <a:pPr algn="l" indent="0" marL="0">
              <a:spcAft>
                <a:spcPts val="300"/>
              </a:spcAft>
              <a:buNone/>
            </a:pPr>
            <a:r>
              <a:rPr lang="en-US" sz="1500" b="1" dirty="0">
                <a:solidFill>
                  <a:schemeClr val="accent1"/>
                </a:solidFill>
              </a:rPr>
              <a:t>Op zondag</a:t>
            </a:r>
            <a:r>
              <a:rPr lang="en-US" sz="1500" dirty="0">
                <a:solidFill>
                  <a:schemeClr val="tx1"/>
                </a:solidFill>
              </a:rPr>
              <a:t> </a:t>
            </a:r>
            <a:r>
              <a:rPr lang="en-US" sz="1500" b="1" dirty="0">
                <a:solidFill>
                  <a:schemeClr val="accent6"/>
                </a:solidFill>
              </a:rPr>
              <a:t>slaap</a:t>
            </a:r>
            <a:r>
              <a:rPr lang="en-US" sz="1500" dirty="0">
                <a:solidFill>
                  <a:schemeClr val="tx1"/>
                </a:solidFill>
              </a:rPr>
              <a:t> </a:t>
            </a:r>
            <a:r>
              <a:rPr lang="en-US" sz="1500" b="1" dirty="0">
                <a:solidFill>
                  <a:schemeClr val="accent2"/>
                </a:solidFill>
              </a:rPr>
              <a:t>ik</a:t>
            </a:r>
            <a:r>
              <a:rPr lang="en-US" sz="1500" dirty="0">
                <a:solidFill>
                  <a:schemeClr val="tx1"/>
                </a:solidFill>
              </a:rPr>
              <a:t> lang.</a:t>
            </a:r>
            <a:endParaRPr lang="en-US" sz="1500" dirty="0"/>
          </a:p>
          <a:p>
            <a:pPr algn="l" indent="0" marL="0">
              <a:spcAft>
                <a:spcPts val="300"/>
              </a:spcAft>
              <a:buNone/>
            </a:pPr>
            <a:r>
              <a:rPr lang="en-US" sz="1500" b="1" dirty="0">
                <a:solidFill>
                  <a:schemeClr val="accent1"/>
                </a:solidFill>
              </a:rPr>
              <a:t>Dit weekend</a:t>
            </a:r>
            <a:r>
              <a:rPr lang="en-US" sz="1500" dirty="0">
                <a:solidFill>
                  <a:schemeClr val="tx1"/>
                </a:solidFill>
              </a:rPr>
              <a:t> </a:t>
            </a:r>
            <a:r>
              <a:rPr lang="en-US" sz="1500" b="1" dirty="0">
                <a:solidFill>
                  <a:schemeClr val="accent6"/>
                </a:solidFill>
              </a:rPr>
              <a:t>bezoek</a:t>
            </a:r>
            <a:r>
              <a:rPr lang="en-US" sz="1500" dirty="0">
                <a:solidFill>
                  <a:schemeClr val="tx1"/>
                </a:solidFill>
              </a:rPr>
              <a:t> </a:t>
            </a:r>
            <a:r>
              <a:rPr lang="en-US" sz="1500" b="1" dirty="0">
                <a:solidFill>
                  <a:schemeClr val="accent2"/>
                </a:solidFill>
              </a:rPr>
              <a:t>ik</a:t>
            </a:r>
            <a:r>
              <a:rPr lang="en-US" sz="1500" dirty="0">
                <a:solidFill>
                  <a:schemeClr val="tx1"/>
                </a:solidFill>
              </a:rPr>
              <a:t> mijn ouders.</a:t>
            </a:r>
            <a:endParaRPr lang="en-US" sz="1500" dirty="0"/>
          </a:p>
          <a:p>
            <a:pPr algn="l" indent="0" marL="0">
              <a:spcAft>
                <a:spcPts val="300"/>
              </a:spcAft>
              <a:buNone/>
            </a:pPr>
            <a:r>
              <a:rPr lang="en-US" sz="1500" b="1" dirty="0">
                <a:solidFill>
                  <a:schemeClr val="accent1"/>
                </a:solidFill>
              </a:rPr>
              <a:t>In mijn vrije tijd</a:t>
            </a:r>
            <a:r>
              <a:rPr lang="en-US" sz="1500" dirty="0">
                <a:solidFill>
                  <a:schemeClr val="tx1"/>
                </a:solidFill>
              </a:rPr>
              <a:t> </a:t>
            </a:r>
            <a:r>
              <a:rPr lang="en-US" sz="1500" b="1" dirty="0">
                <a:solidFill>
                  <a:schemeClr val="accent6"/>
                </a:solidFill>
              </a:rPr>
              <a:t>speel</a:t>
            </a:r>
            <a:r>
              <a:rPr lang="en-US" sz="1500" dirty="0">
                <a:solidFill>
                  <a:schemeClr val="tx1"/>
                </a:solidFill>
              </a:rPr>
              <a:t> </a:t>
            </a:r>
            <a:r>
              <a:rPr lang="en-US" sz="1500" b="1" dirty="0">
                <a:solidFill>
                  <a:schemeClr val="accent2"/>
                </a:solidFill>
              </a:rPr>
              <a:t>ik</a:t>
            </a:r>
            <a:r>
              <a:rPr lang="en-US" sz="1500" dirty="0">
                <a:solidFill>
                  <a:schemeClr val="tx1"/>
                </a:solidFill>
              </a:rPr>
              <a:t> voetbal.</a:t>
            </a:r>
            <a:endParaRPr lang="en-US" sz="1500" dirty="0"/>
          </a:p>
        </p:txBody>
      </p:sp>
      <p:sp>
        <p:nvSpPr>
          <p:cNvPr id="34" name="Shape 21"/>
          <p:cNvSpPr/>
          <p:nvPr/>
        </p:nvSpPr>
        <p:spPr>
          <a:xfrm>
            <a:off x="9326880" y="4526280"/>
            <a:ext cx="914" cy="1600200"/>
          </a:xfrm>
          <a:prstGeom prst="line">
            <a:avLst/>
          </a:prstGeom>
          <a:noFill/>
          <a:ln w="12700">
            <a:solidFill>
              <a:srgbClr val="D5DCE6"/>
            </a:solidFill>
            <a:prstDash val="solid"/>
          </a:ln>
        </p:spPr>
      </p:sp>
      <p:sp>
        <p:nvSpPr>
          <p:cNvPr id="35" name="Text 22"/>
          <p:cNvSpPr txBox="1"/>
          <p:nvPr/>
        </p:nvSpPr>
        <p:spPr>
          <a:xfrm>
            <a:off x="9464040" y="4498848"/>
            <a:ext cx="2103120" cy="274320"/>
          </a:xfrm>
          <a:prstGeom prst="rect">
            <a:avLst/>
          </a:prstGeom>
          <a:noFill/>
          <a:ln/>
        </p:spPr>
        <p:txBody>
          <a:bodyPr wrap="square" lIns="0" tIns="0" rIns="0" bIns="0" rtlCol="0" anchor="t"/>
          <a:lstStyle/>
          <a:p>
            <a:pPr algn="l" indent="0" marL="0">
              <a:buNone/>
            </a:pPr>
            <a:r>
              <a:rPr lang="en-US" sz="1400" b="1" dirty="0">
                <a:solidFill>
                  <a:schemeClr val="tx2"/>
                </a:solidFill>
              </a:rPr>
              <a:t>Questions</a:t>
            </a:r>
            <a:endParaRPr lang="en-US" sz="1400" dirty="0"/>
          </a:p>
        </p:txBody>
      </p:sp>
      <p:sp>
        <p:nvSpPr>
          <p:cNvPr id="36" name="Text 23"/>
          <p:cNvSpPr txBox="1"/>
          <p:nvPr/>
        </p:nvSpPr>
        <p:spPr>
          <a:xfrm>
            <a:off x="9464040" y="4791456"/>
            <a:ext cx="2103120" cy="141732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Wat </a:t>
            </a:r>
            <a:r>
              <a:rPr lang="en-US" sz="1500" b="1" dirty="0">
                <a:solidFill>
                  <a:schemeClr val="accent6"/>
                </a:solidFill>
              </a:rPr>
              <a:t>doe</a:t>
            </a:r>
            <a:r>
              <a:rPr lang="en-US" sz="1500" dirty="0">
                <a:solidFill>
                  <a:schemeClr val="tx1"/>
                </a:solidFill>
              </a:rPr>
              <a:t> </a:t>
            </a:r>
            <a:r>
              <a:rPr lang="en-US" sz="1500" b="1" dirty="0">
                <a:solidFill>
                  <a:schemeClr val="accent2"/>
                </a:solidFill>
              </a:rPr>
              <a:t>je</a:t>
            </a:r>
            <a:r>
              <a:rPr lang="en-US" sz="1500" dirty="0">
                <a:solidFill>
                  <a:schemeClr val="tx1"/>
                </a:solidFill>
              </a:rPr>
              <a:t> dit weekend?</a:t>
            </a:r>
            <a:endParaRPr lang="en-US" sz="1500" dirty="0"/>
          </a:p>
          <a:p>
            <a:pPr algn="l" indent="0" marL="0">
              <a:spcAft>
                <a:spcPts val="400"/>
              </a:spcAft>
              <a:buNone/>
            </a:pPr>
            <a:r>
              <a:rPr lang="en-US" sz="1500" dirty="0">
                <a:solidFill>
                  <a:schemeClr val="tx1"/>
                </a:solidFill>
              </a:rPr>
              <a:t>En jij?</a:t>
            </a:r>
            <a:endParaRPr lang="en-US" sz="1500" dirty="0"/>
          </a:p>
          <a:p>
            <a:pPr algn="l" indent="0" marL="0">
              <a:spcAft>
                <a:spcPts val="400"/>
              </a:spcAft>
              <a:buNone/>
            </a:pP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 ook op zaterdag?</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(maken)</a:t>
            </a:r>
            <a:r>
              <a:rPr lang="en-US" sz="2000" dirty="0">
                <a:solidFill>
                  <a:schemeClr val="tx1"/>
                </a:solidFill>
              </a:rPr>
              <a:t>, </a:t>
            </a:r>
            <a:r>
              <a:rPr lang="en-US" sz="2000" i="1" dirty="0">
                <a:solidFill>
                  <a:schemeClr val="tx1"/>
                </a:solidFill>
              </a:rPr>
              <a:t>jij (bellen)</a:t>
            </a:r>
            <a:r>
              <a:rPr lang="en-US" sz="2000" dirty="0">
                <a:solidFill>
                  <a:schemeClr val="tx1"/>
                </a:solidFill>
              </a:rPr>
              <a:t>, </a:t>
            </a:r>
            <a:r>
              <a:rPr lang="en-US" sz="2000" i="1" dirty="0">
                <a:solidFill>
                  <a:schemeClr val="tx1"/>
                </a:solidFill>
              </a:rPr>
              <a:t>wij (spreken)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Transformez en question : </a:t>
            </a:r>
            <a:r>
              <a:rPr lang="en-US" sz="2000" i="1" dirty="0">
                <a:solidFill>
                  <a:schemeClr val="tx1"/>
                </a:solidFill>
              </a:rPr>
              <a:t>Je woont in Luik.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Commencez par « Morgen » : </a:t>
            </a:r>
            <a:r>
              <a:rPr lang="en-US" sz="2000" i="1" dirty="0">
                <a:solidFill>
                  <a:schemeClr val="tx1"/>
                </a:solidFill>
              </a:rPr>
              <a:t>Ik moet thuis werken.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Conjuguer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Questionner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 le verbe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QuestionCircl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Module 4 — Spellingregels</a:t>
            </a:r>
            <a:r>
              <a:rPr lang="en-US" sz="1800" dirty="0">
                <a:solidFill>
                  <a:schemeClr val="bg1"/>
                </a:solidFill>
              </a:rPr>
              <a:t> :  </a:t>
            </a:r>
            <a:r>
              <a:rPr lang="en-US" sz="1800" i="1" dirty="0">
                <a:solidFill>
                  <a:schemeClr val="bg1"/>
                </a:solidFill>
              </a:rPr>
              <a:t>LEZEN → ik lez ? ik lees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 — Het presens — Le présent et la place du verbe</dc:title>
  <dc:subject>Néerlandais 1 — Langue en situation, en milieu professionnel</dc:subject>
  <dc:creator>A. Jouniaux</dc:creator>
  <cp:lastModifiedBy>A. Jouniaux</cp:lastModifiedBy>
  <cp:revision>1</cp:revision>
  <dcterms:created xsi:type="dcterms:W3CDTF">2026-10-05T15:46:39Z</dcterms:created>
  <dcterms:modified xsi:type="dcterms:W3CDTF">2026-10-05T15:46:39Z</dcterms:modified>
</cp:coreProperties>
</file>
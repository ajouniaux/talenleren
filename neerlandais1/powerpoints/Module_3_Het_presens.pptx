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678141c-ed92-5860-18f7-cbdba54bbb55}">
          <p14:sldIdLst>
            <p14:sldId id="256"/>
          </p14:sldIdLst>
        </p14:section>
        <p14:section name="Découvrir" id="{bb2586ae-53e7-0d7e-bd29-7d793cdb1cc8}">
          <p14:sldIdLst>
            <p14:sldId id="257"/>
            <p14:sldId id="258"/>
          </p14:sldIdLst>
        </p14:section>
        <p14:section name="Comprendre — le radical" id="{f5297b24-916b-98e7-63d0-acf05c40f036}">
          <p14:sldIdLst>
            <p14:sldId id="259"/>
            <p14:sldId id="260"/>
            <p14:sldId id="261"/>
            <p14:sldId id="262"/>
            <p14:sldId id="263"/>
            <p14:sldId id="264"/>
          </p14:sldIdLst>
        </p14:section>
        <p14:section name="Comprendre — formule et questions" id="{797d4900-e9d4-a8b4-f952-df2b79f24124}">
          <p14:sldIdLst>
            <p14:sldId id="265"/>
            <p14:sldId id="266"/>
            <p14:sldId id="267"/>
            <p14:sldId id="268"/>
            <p14:sldId id="269"/>
          </p14:sldIdLst>
        </p14:section>
        <p14:section name="Comprendre — la phrase" id="{59122a9f-53bb-8a7d-673a-a7d7d419138b}">
          <p14:sldIdLst>
            <p14:sldId id="270"/>
            <p14:sldId id="271"/>
            <p14:sldId id="272"/>
            <p14:sldId id="273"/>
            <p14:sldId id="274"/>
          </p14:sldIdLst>
        </p14:section>
        <p14:section name="Retenir" id="{6b9eb5a0-4e28-f86c-b752-efeb32d2dabb}">
          <p14:sldIdLst>
            <p14:sldId id="275"/>
          </p14:sldIdLst>
        </p14:section>
        <p14:section name="JIJ NU ! — Oefeningen" id="{b4d63853-3ee8-a62b-a71c-ea28d19392d7}">
          <p14:sldIdLst>
            <p14:sldId id="276"/>
            <p14:sldId id="277"/>
            <p14:sldId id="278"/>
            <p14:sldId id="279"/>
            <p14:sldId id="280"/>
            <p14:sldId id="281"/>
            <p14:sldId id="282"/>
            <p14:sldId id="283"/>
            <p14:sldId id="284"/>
            <p14:sldId id="285"/>
            <p14:sldId id="286"/>
            <p14:sldId id="287"/>
            <p14:sldId id="288"/>
          </p14:sldIdLst>
        </p14:section>
        <p14:section name="Clôture" id="{011de138-6db0-be9a-9269-f7b87ce5adf0}">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2026-10-05T19:06:46Z</dcterms:created>
  <dcterms:modified xsi:type="dcterms:W3CDTF">2026-10-05T19:06:46Z</dcterms:modified>
</cp:coreProperties>
</file>
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415c78f-5961-c1ae-0834-92450f115317}">
          <p14:sldIdLst>
            <p14:sldId id="256"/>
          </p14:sldIdLst>
        </p14:section>
        <p14:section name="Découvrir" id="{78fe5312-9666-3b54-89ed-da5174a84dc1}">
          <p14:sldIdLst>
            <p14:sldId id="257"/>
            <p14:sldId id="258"/>
          </p14:sldIdLst>
        </p14:section>
        <p14:section name="Comprendre — le radical" id="{18cf7ffa-f480-8fc0-934a-11b8a4acb38a}">
          <p14:sldIdLst>
            <p14:sldId id="259"/>
            <p14:sldId id="260"/>
            <p14:sldId id="261"/>
            <p14:sldId id="262"/>
            <p14:sldId id="263"/>
            <p14:sldId id="264"/>
          </p14:sldIdLst>
        </p14:section>
        <p14:section name="Comprendre — formule et questions" id="{e02ae2f2-9e55-e722-884b-f75b96cec879}">
          <p14:sldIdLst>
            <p14:sldId id="265"/>
            <p14:sldId id="266"/>
            <p14:sldId id="267"/>
            <p14:sldId id="268"/>
            <p14:sldId id="269"/>
          </p14:sldIdLst>
        </p14:section>
        <p14:section name="Comprendre — la phrase" id="{ed3cbd97-f862-8400-9de7-517e9ff5795b}">
          <p14:sldIdLst>
            <p14:sldId id="270"/>
            <p14:sldId id="271"/>
            <p14:sldId id="272"/>
            <p14:sldId id="273"/>
            <p14:sldId id="274"/>
          </p14:sldIdLst>
        </p14:section>
        <p14:section name="Retenir" id="{95181542-22a3-2058-28ae-d36bf6aa82b7}">
          <p14:sldIdLst>
            <p14:sldId id="275"/>
          </p14:sldIdLst>
        </p14:section>
        <p14:section name="JIJ NU ! — Oefeningen" id="{fef97563-b4d2-7169-8927-2630d11c82ef}">
          <p14:sldIdLst>
            <p14:sldId id="276"/>
            <p14:sldId id="277"/>
            <p14:sldId id="278"/>
            <p14:sldId id="279"/>
            <p14:sldId id="280"/>
            <p14:sldId id="281"/>
            <p14:sldId id="282"/>
            <p14:sldId id="283"/>
            <p14:sldId id="284"/>
            <p14:sldId id="285"/>
            <p14:sldId id="286"/>
            <p14:sldId id="287"/>
            <p14:sldId id="288"/>
          </p14:sldIdLst>
        </p14:section>
        <p14:section name="Clôture" id="{a4d4f537-8a43-e0a1-4afe-b9b198bff827}">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10</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2026-10-04T07:55:10Z</dcterms:created>
  <dcterms:modified xsi:type="dcterms:W3CDTF">2026-10-04T07:55:10Z</dcterms:modified>
</cp:coreProperties>
</file>
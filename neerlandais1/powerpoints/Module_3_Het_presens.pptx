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f1d8db3a-2d93-5916-c7bf-e38af5df3a6e}">
          <p14:sldIdLst>
            <p14:sldId id="256"/>
          </p14:sldIdLst>
        </p14:section>
        <p14:section name="Découvrir" id="{f5ff2720-34de-f438-0e3c-4cb4b163d19b}">
          <p14:sldIdLst>
            <p14:sldId id="257"/>
            <p14:sldId id="258"/>
          </p14:sldIdLst>
        </p14:section>
        <p14:section name="Comprendre — le radical" id="{a97bd31f-2de8-cc4b-c703-ca9d27ae8d43}">
          <p14:sldIdLst>
            <p14:sldId id="259"/>
            <p14:sldId id="260"/>
            <p14:sldId id="261"/>
            <p14:sldId id="262"/>
            <p14:sldId id="263"/>
            <p14:sldId id="264"/>
          </p14:sldIdLst>
        </p14:section>
        <p14:section name="Comprendre — formule et questions" id="{57d4a6f7-8cac-760a-022f-c18b0b78c025}">
          <p14:sldIdLst>
            <p14:sldId id="265"/>
            <p14:sldId id="266"/>
            <p14:sldId id="267"/>
            <p14:sldId id="268"/>
            <p14:sldId id="269"/>
          </p14:sldIdLst>
        </p14:section>
        <p14:section name="Comprendre — la phrase" id="{ee4ba7c9-1f95-0775-f525-225e806a264a}">
          <p14:sldIdLst>
            <p14:sldId id="270"/>
            <p14:sldId id="271"/>
            <p14:sldId id="272"/>
            <p14:sldId id="273"/>
            <p14:sldId id="274"/>
          </p14:sldIdLst>
        </p14:section>
        <p14:section name="Retenir" id="{cfad442d-985a-22a1-d673-f640f3162503}">
          <p14:sldIdLst>
            <p14:sldId id="275"/>
          </p14:sldIdLst>
        </p14:section>
        <p14:section name="JIJ NU ! — Oefeningen" id="{9d249b1a-91b9-1896-c749-aa4da86e9a69}">
          <p14:sldIdLst>
            <p14:sldId id="276"/>
            <p14:sldId id="277"/>
            <p14:sldId id="278"/>
            <p14:sldId id="279"/>
            <p14:sldId id="280"/>
            <p14:sldId id="281"/>
            <p14:sldId id="282"/>
            <p14:sldId id="283"/>
            <p14:sldId id="284"/>
            <p14:sldId id="285"/>
            <p14:sldId id="286"/>
            <p14:sldId id="287"/>
            <p14:sldId id="288"/>
          </p14:sldIdLst>
        </p14:section>
        <p14:section name="Clôture" id="{11cb2aff-317a-ea15-2020-7230e7eba097}">
          <p14:sldIdLst>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Poser l'énigme du module : en néerlandais, le verbe a une place fixe.
Demandez : « Où est le verbe en français ? et en néerlandais ? » Ne répondez pas : la règle arrive diapo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Rendre les 3 objectifs explicites.
Rappelez que le module 2 a déjà fait utiliser la formule (ik woon, hij woont). Aujourd'hui, on la comprend et on la généralise.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Faire découvrir la régularité par induction, à partir des formes vues en M2.
Laissez la classe formuler : « ik = sans terminaison, hij = + t, wij = comme l'infinitif ». Écrivez la proposition au tableau ; elle sera validée diapo 10. Question piège : « Pourquoi woon avec deux o, alors que wonen n'en a qu'un ? » (réponse : M1, diapo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Définir le radical et la procédure de base : infinitif − en.
Insistez : le radical est la forme de ik. Trouver le radical, c'est avoir déjà conjugué la 1re personne. luisteren (−en → luister) montre qu'on ne retire que en. Les verbes de cette diapo ne demandent aucun ajustement.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Appliquer la règle de M1 au radical : une syllabe ouverte devient fermée, donc on double la voyelle.
Rappelez le geste de M1 : mains écartées (porte ouverte), puis mains jointes (porte fermée). L'exception kom était déjà signalée en M2. Faites prononcer spreek avec un vrai son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Comprendre qu'un mot néerlandais ne se termine pas par une consonne double.
Correction par rapport à l'archive : zitten = être assis (« s'asseoir » = gaan zitten). bellen = téléphoner (Ik bel de klant), le verbe le plus utile au bureau. Faites remarquer la symétrie : en M1, on doublait la consonne pour passer au pluriel ; ici, on défait ce doublement.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Compléter avec les sons invariables et synthétiser les 3 cas dans un tableau (reprise corrigée de la diapo 6 de l'archive).
Corrections par rapport à l'archive :
• loeien (meugler, rare) devient kijken ;
• zitten est traduit par « être assis » ;
• le titre « Les verbes réguliers » est remplacé par une règle explicite.
Rappelez les sons invariables de M1 (diapo 10) : ie, oe, eu, ui, ij, ei, ou, 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Vérifier immédiatement la compréhension de façon ludique (reprise des diapos 7–10 de l'archive).
La classe vote avec le carton bicolore de M1. werken est le piège : son court (wer·ken), mais rien à simplifier (deux consonnes différentes). Le chiffre entre parenthèses est un indice : (1) consonne → probablement long ; (2) → court.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Vérifier immédiatement la compréhension de façon ludique (reprise des diapos 7–10 de l'archive).
La classe vote avec le carton bicolore de M1. werken est le piège : son court (wer·ken), mais rien à simplifier (deux consonnes différentes). Le chiffre entre parenthèses est un indice : (1) consonne → probablement long ; (2) → court.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Formuler la règle des terminaisons au singulier.
Ne parlez pas encore des radicaux en -t et -d (M4). Montrez que le t s'ajoute après l'ajustement : spreek + t. Contraste avec le français : une seule terminaison (t) pour tu, vous (poli), il et elle. C'est beaucoup plus simple que -s / -ez / -e.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Compléter la formule (pluriel) et donner le tableau de référence en 3 bandes de couleur.
Validez la règle formulée par la classe à la diapo 3. Erreur fréquente des francophones : jullie werkt, par analogie avec « vous travaillez ». Nuance : jullie werkt s'entend à l'oral, surtout aux Pays-Bas, et n'est pas considéré comme fautif. On enseigne werken, la forme standard, sans sanctionner lourdement werkt. Faites réciter la formule comme un mantra rythmé : « radical — plus t — infinitif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Lever l'ambiguïté de ze / zij grâce à la terminaison.
Exercice oral flash : lisez 6 phrases (ze woont / ze wonen / ze spreekt…). La classe répond « elle » (1 doigt) ou « ils » (3 doigts). Insistez sur la prononciation du -en final, souvent réduit à « -e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Former la question fermée par inversion, et comprendre la chute du t devant je / jij (systématisation de NEEM je? / PAK je? de l'archive).
Contraste avec le français : pas de « est-ce que ». La question par simple intonation (Jij werkt in Brussel?) existe à l'oral, mais elle exprime surtout l'étonnement ; la forme de base, à apprendre, est l'inversion. La chute du t ne concerne que je / jij placés après le verbe : c'est la seule « irrégularité » de la formule. Les élèves l'ont déjà vue en M2 (Ben jij…?, Waar woon je?). Avec Hoe heet je?, rien ne tombe : le radical heet finit déjà par t (M4).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Systématiser la question ouverte : mot interrogatif ① + verbe ② + sujet.
Même règle du t : Waar werk je? mais Waar werkt u? Activité rapide : chaque apprenant tire une carte-mot interrogatif et pose une question à un voisin, qui répond. Réponse à Waarom…? : Omdat… (à reconnaître seulement : verbe en fin de phrase, Néerlandais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Présenter la grille standardisée de la phrase déclarative (reprise corrigée de la diapo 3 de l'archive).
Correction par rapport à l'archive : l'ordre de la case ③ était « quand – où – comment ». L'ordre neutre néerlandais est Te-Ma-Pl (Tijd – Manier – Plaats) : Ik ga morgen met de trein naar Gent. C'est un ordre par défaut, pas une loi absolue. Moyen mnémotechnique : « TeMPeL » (le temple). Les cases vides restent vides : une phrase n'a pas besoin de remplir les 6 cases.
Deux précisions à donner dès que la question se pose :
• un pronom objet (je, hem, het, haar) se place juste après le verbe (ou après le sujet inversé), avant la case ③ : Ik bel je morgen op ;
• un objet défini peut lui aussi précéder ③ : Ik bel de klant morgen op est aussi naturel que Ik bel morgen de klant 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Faire voir la régularité de la grille sur des phrases variées (reprise des diapos 4–5 de l'archive, corrigées).
Corrections par rapport à l'archive :
• « 38 uur per week » passe de la case ④ (WAT) à la case ③ (c'est du temps) ;
• la phrase We brengen deze zomervakantie onze vakantie… est remplacée ;
• la phrase Ze nemen… est simplifiée.
Faites lire chaque ligne à voix haute et demandez « Quel est le verbe ? Combien de parties ? ». Signalez qu'un complément introduit par une préposition peut aussi suivre ⑥ (Ze nemen vandaag deel aan een opleiding) : les deux ordres sont corrects.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Enseigner l'inversion. C'est le piège n°1 des francophones, absent de l'archive alors qu'il y était exigé.
Erreur typique : ~~Morgen ik ga weg~~. Faites le geste du tourniquet (main qui tourne) à chaque erreur pendant les exercices. Insistez : la position 2 compte les groupes, pas les mots (Op maandag = un seul groupe). Le verbe ne bouge jamais ; ce sont les autres qui tournent autour.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Montrer que n'importe quel élément peut occuper la case ①, et préparer la production finale (les amorces de la diapo 14 de l'archive).
Le sens ne change pas ; on met en avant l'élément placé en ①, comme en français « Le dimanche, je… ». Correction par rapport à l'archive : Tijdens mijn vrije tijd devient In mijn vrije tijd, plus naturel. lees (de lezen) annonce M4 : ne l'expliquez pas, donnez-le.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Comprendre la structure à deux éléments verbaux : particule séparable, verbe + infinitif.
Erreurs typiques : ~~Ik moet werken morgen~~, ~~Ik bel op de klant~~. Les verbes à particule se reconnaissent dans le dictionnaire (op·bellen, mee·nemen, weg·gaan, deel·nemen) : la particule part en ⑥ au présent. gaan + infinitif = futur proche, exactement comme « aller + infinitif », mais l'infinitif va au bout. Les verbes moeten, kunnen, willen, mogen sont détaillés en M4.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Offrir une synthèse visuelle unique du module, à photographier.
Proposez aux apprenants de reproduire cette carte dans leur cahier : la reformulation personnelle renforce la mémorisation. C'est la diapo à revoir avant l'évaluation.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Annoncer la séquence d'exercices, du plus guidé au plus libre.
L'exercice 1 peut clore la séance 1. L'exercice 5 (dés) sert de pause 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Conjuguer les verbes réguliers en contexte, avec une difficulté croissante (reprise des séries de la diapo 13 de l'archive, items réordonnés).
Les items de l'archive geven, reizen, lezen, leven, rijden ont été déplacés dans l'exercice 2 de M4 : ils relèvent de ses règles (v→f, z→s, radical en -d). sluiten (radical en -t) a été retiré : il relève du réflexe ③ de M4 et y est illustré par d'autres verbes. Faites justifier le n° 11 (Bel jij : simplification et chute du t) et le n° 12 (Drinkt u : le t reste). Différenciation : les apprenants en difficulté font ★ et ★★, les autres enchaînent jusqu'à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Conjuguer les verbes réguliers en contexte, avec une difficulté croissante (reprise des séries de la diapo 13 de l'archive, items réordonnés).
Les items de l'archive geven, reizen, lezen, leven, rijden ont été déplacés dans l'exercice 2 de M4 : ils relèvent de ses règles (v→f, z→s, radical en -d). sluiten (radical en -t) a été retiré : il relève du réflexe ③ de M4 et y est illustré par d'autres verbes. Faites justifier le n° 11 (Bel jij : simplification et chute du t) et le n° 12 (Drinkt u : le t reste). Différenciation : les apprenants en difficulté font ★ et ★★, les autres enchaînent jusqu'à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Automatiser l'inversion après un complément placé en tête.
Faites d'abord un tour oral rapide avec le geste du tourniquet. Le n° 6 combine inversion et pince (op reste en ⑥). Le n° 5 : ze = elle (leert, singulier).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Automatiser l'inversion après un complément placé en tête.
Faites d'abord un tour oral rapide avec le geste du tourniquet. Le n° 6 combine inversion et pince (op reste en ⑥). Le n° 5 : ze = elle (leert, singulier).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Construire des phrases avec la grille S2 (ordre des groupes, place des verbes).
Acceptez tous les ordres de la correction pour les items 1 et 2 : c'est l'occasion de revoir le tourniquet et la place de l'objet défini (diapo 14). Au n° 2, vérifiez Te-Ma-Pl (elke dag avant in Gent). Variante kinesthésique : imprimez les étiquettes ; les apprenants, debout, les tiennent et se rangent dans l'ordre.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Construire des phrases avec la grille S2 (ordre des groupes, place des verbes).
Acceptez tous les ordres de la correction pour les items 1 et 2 : c'est l'occasion de revoir le tourniquet et la place de l'objet défini (diapo 14). Au n° 2, vérifiez Te-Ma-Pl (elke dag avant in Gent). Variante kinesthésique : imprimez les étiquettes ; les apprenants, debout, les tiennent et se rangent dans l'ordre.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Produire la question à partir de la réponse (oui/non et mot interrogatif).
Variante : refaire l'exercice en u (Waar woont u?), ce qui réactive M2. Au n° 3, rappelez qu'une question oui/non n'a pas de mot interrogatif.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Produire la question à partir de la réponse (oui/non et mot interrogatif).
Variante : refaire l'exercice en u (Waar woont u?), ce qui réactive M2. Au n° 3, rappelez qu'une question oui/non n'a pas de mot interrogatif.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Automatiser la conjugaison par la répétition ludique (pause active).
Jeu par groupes de 3 : un lanceur, un joueur et un arbitre muni de la carte-synthèse (diapo 10). 8 minutes. Si les dés physiques manquent, utilisez un générateur de dés en ligne projeté. Exemple : jullie + bellen + ? → Bellen jullie de klant?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Repérer et corriger les erreurs d'ordre des mots typiques des francophones.
Chaque erreur correspond à une diapo :
• inversion → diapo 16 ;
• pince → diapo 18 ;
• t devant jij → diapo 12.
Faites nommer la règle en même temps que la correction. Op dinsdag pour un mardi précis est l'usage belge ; aux Pays-Bas, on dirait plutôt Dinsdag heb ik… (op dinsdag y signifie « le mardi, chaque semaine »). Prolongement : les apprenants écrivent la réponse de Sofie (3 phrases, dont au moins une avec inversion).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Repérer et corriger les erreurs d'ordre des mots typiques des francophones.
Chaque erreur correspond à une diapo :
• inversion → diapo 16 ;
• pince → diapo 18 ;
• t devant jij → diapo 12.
Faites nommer la règle en même temps que la correction. Op dinsdag pour un mardi précis est l'usage belge ; aux Pays-Bas, on dirait plutôt Dinsdag heb ik… (op dinsdag y signifie « le mardi, chaque semaine »). Prolongement : les apprenants écrivent la réponse de Sofie (3 phrases, dont au moins une avec inversion).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Produire librement des phrases avec inversion, dans un échange réaliste de pause-café (reprise et extension de la diapo 14 de l'archive).
1. Écrit individuel : 4 phrases, 5 min.
2. Échange en binômes, debout « autour de la machine à café », 3 min ; changement de partenaire 2 fois.
Critère de réussite affiché : chaque phrase commence par l'amorce et le verbe est en 2e position. L'archive proposait ces amorces sans enseigner l'inversion ; elles arrivent désormais après les diapos 16–17.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Vérifier les 3 objectifs et annoncer M4.
Réponses :
1. maakt · belt · spreken.
2. Woon je in Luik?
3. Morgen moet ik thuis werken.
La question 3 combine inversion et pince : c'est le meilleur indicateur du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1_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Néerlandais 1 · UE1 · Module 3 · Het presens</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1_DARK">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bg2"/>
                </a:solidFill>
              </a:rPr>
              <a:t>Néerlandais 1 · UE1 · Module 3 · Het presens</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N1_COVER">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263640"/>
            <a:ext cx="8229600" cy="320040"/>
          </a:xfrm>
          <a:prstGeom prst="rect">
            <a:avLst/>
          </a:prstGeom>
          <a:noFill/>
          <a:ln/>
        </p:spPr>
        <p:txBody>
          <a:bodyPr wrap="square" lIns="0" tIns="0" rIns="0" bIns="0" rtlCol="0" anchor="ctr"/>
          <a:lstStyle/>
          <a:p>
            <a:pPr indent="0" marL="0">
              <a:buNone/>
            </a:pPr>
            <a:r>
              <a:rPr lang="en-US" sz="1200" dirty="0">
                <a:solidFill>
                  <a:schemeClr val="bg2"/>
                </a:solidFill>
              </a:rPr>
              <a:t>Néerlandais 1 · UE1 · Langue en situation, en milieu professionnel · A. Jouniaux · IRAM</a:t>
            </a:r>
            <a:endParaRPr lang="en-US" sz="1200" dirty="0"/>
          </a:p>
        </p:txBody>
      </p:sp>
      <p:sp>
        <p:nvSpPr>
          <p:cNvPr id="3" name="Text 1"/>
          <p:cNvSpPr/>
          <p:nvPr>
            <p:ph idx="101" type="title" hasCustomPrompt="1"/>
          </p:nvPr>
        </p:nvSpPr>
        <p:spPr>
          <a:xfrm>
            <a:off x="548640" y="1737360"/>
            <a:ext cx="5669280" cy="182880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
        <p:nvSpPr>
          <p:cNvPr id="4" name="Text 1"/>
          <p:cNvSpPr/>
          <p:nvPr>
            <p:ph idx="102" type="body" hasCustomPrompt="1"/>
          </p:nvPr>
        </p:nvSpPr>
        <p:spPr>
          <a:xfrm>
            <a:off x="548640" y="3749040"/>
            <a:ext cx="5669280" cy="146304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2.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slideLayout" Target="../slideLayouts/slideLayout2.xml"/><Relationship Id="rId1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slideLayout" Target="../slideLayouts/slideLayout2.xml"/><Relationship Id="rId1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2.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2.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2.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slideLayout" Target="../slideLayouts/slideLayout3.xml"/><Relationship Id="rId10"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slideLayout" Target="../slideLayouts/slideLayout2.xml"/><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image" Target="../media/image-25-9.png"/><Relationship Id="rId10" Type="http://schemas.openxmlformats.org/officeDocument/2006/relationships/image" Target="../media/image-25-10.png"/><Relationship Id="rId11" Type="http://schemas.openxmlformats.org/officeDocument/2006/relationships/image" Target="../media/image-25-11.png"/><Relationship Id="rId12" Type="http://schemas.openxmlformats.org/officeDocument/2006/relationships/image" Target="../media/image-25-12.png"/><Relationship Id="rId13" Type="http://schemas.openxmlformats.org/officeDocument/2006/relationships/image" Target="../media/image-25-13.png"/><Relationship Id="rId14" Type="http://schemas.openxmlformats.org/officeDocument/2006/relationships/slideLayout" Target="../slideLayouts/slideLayout2.xml"/><Relationship Id="rId1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image" Target="../media/image-28-9.png"/><Relationship Id="rId10" Type="http://schemas.openxmlformats.org/officeDocument/2006/relationships/image" Target="../media/image-28-10.png"/><Relationship Id="rId11" Type="http://schemas.openxmlformats.org/officeDocument/2006/relationships/image" Target="../media/image-28-11.png"/><Relationship Id="rId12" Type="http://schemas.openxmlformats.org/officeDocument/2006/relationships/image" Target="../media/image-28-12.png"/><Relationship Id="rId13" Type="http://schemas.openxmlformats.org/officeDocument/2006/relationships/image" Target="../media/image-28-13.png"/><Relationship Id="rId14" Type="http://schemas.openxmlformats.org/officeDocument/2006/relationships/slideLayout" Target="../slideLayouts/slideLayout2.xml"/><Relationship Id="rId1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image" Target="../media/image-29-9.png"/><Relationship Id="rId10" Type="http://schemas.openxmlformats.org/officeDocument/2006/relationships/image" Target="../media/image-29-10.png"/><Relationship Id="rId11" Type="http://schemas.openxmlformats.org/officeDocument/2006/relationships/image" Target="../media/image-29-11.png"/><Relationship Id="rId12" Type="http://schemas.openxmlformats.org/officeDocument/2006/relationships/image" Target="../media/image-29-12.png"/><Relationship Id="rId13" Type="http://schemas.openxmlformats.org/officeDocument/2006/relationships/image" Target="../media/image-29-13.png"/><Relationship Id="rId14" Type="http://schemas.openxmlformats.org/officeDocument/2006/relationships/slideLayout" Target="../slideLayouts/slideLayout2.xml"/><Relationship Id="rId1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image" Target="../media/image-30-8.png"/><Relationship Id="rId9" Type="http://schemas.openxmlformats.org/officeDocument/2006/relationships/image" Target="../media/image-30-9.png"/><Relationship Id="rId10" Type="http://schemas.openxmlformats.org/officeDocument/2006/relationships/image" Target="../media/image-30-10.png"/><Relationship Id="rId11" Type="http://schemas.openxmlformats.org/officeDocument/2006/relationships/image" Target="../media/image-30-11.png"/><Relationship Id="rId12" Type="http://schemas.openxmlformats.org/officeDocument/2006/relationships/image" Target="../media/image-30-12.png"/><Relationship Id="rId13" Type="http://schemas.openxmlformats.org/officeDocument/2006/relationships/image" Target="../media/image-30-13.png"/><Relationship Id="rId14" Type="http://schemas.openxmlformats.org/officeDocument/2006/relationships/image" Target="../media/image-30-14.png"/><Relationship Id="rId15" Type="http://schemas.openxmlformats.org/officeDocument/2006/relationships/image" Target="../media/image-30-15.png"/><Relationship Id="rId16" Type="http://schemas.openxmlformats.org/officeDocument/2006/relationships/image" Target="../media/image-30-16.png"/><Relationship Id="rId17" Type="http://schemas.openxmlformats.org/officeDocument/2006/relationships/image" Target="../media/image-30-17.png"/><Relationship Id="rId18" Type="http://schemas.openxmlformats.org/officeDocument/2006/relationships/image" Target="../media/image-30-18.png"/><Relationship Id="rId19" Type="http://schemas.openxmlformats.org/officeDocument/2006/relationships/image" Target="../media/image-30-19.png"/><Relationship Id="rId20" Type="http://schemas.openxmlformats.org/officeDocument/2006/relationships/image" Target="../media/image-30-20.png"/><Relationship Id="rId21" Type="http://schemas.openxmlformats.org/officeDocument/2006/relationships/slideLayout" Target="../slideLayouts/slideLayout2.xml"/><Relationship Id="rId2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2.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image" Target="../media/image-32-8.png"/><Relationship Id="rId9" Type="http://schemas.openxmlformats.org/officeDocument/2006/relationships/image" Target="../media/image-32-9.png"/><Relationship Id="rId10" Type="http://schemas.openxmlformats.org/officeDocument/2006/relationships/slideLayout" Target="../slideLayouts/slideLayout2.xml"/><Relationship Id="rId11"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image" Target="../media/image-33-8.png"/><Relationship Id="rId9" Type="http://schemas.openxmlformats.org/officeDocument/2006/relationships/image" Target="../media/image-33-9.png"/><Relationship Id="rId10" Type="http://schemas.openxmlformats.org/officeDocument/2006/relationships/image" Target="../media/image-33-10.png"/><Relationship Id="rId11" Type="http://schemas.openxmlformats.org/officeDocument/2006/relationships/slideLayout" Target="../slideLayouts/slideLayout2.xml"/><Relationship Id="rId1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image" Target="../media/image-34-7.png"/><Relationship Id="rId8" Type="http://schemas.openxmlformats.org/officeDocument/2006/relationships/image" Target="../media/image-34-8.png"/><Relationship Id="rId9" Type="http://schemas.openxmlformats.org/officeDocument/2006/relationships/image" Target="../media/image-34-9.png"/><Relationship Id="rId10" Type="http://schemas.openxmlformats.org/officeDocument/2006/relationships/image" Target="../media/image-34-10.png"/><Relationship Id="rId11" Type="http://schemas.openxmlformats.org/officeDocument/2006/relationships/slideLayout" Target="../slideLayouts/slideLayout2.xml"/><Relationship Id="rId1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p:cNvSpPr/>
          <p:nvPr/>
        </p:nvSpPr>
        <p:spPr>
          <a:xfrm>
            <a:off x="548640" y="640080"/>
            <a:ext cx="1876349" cy="384048"/>
          </a:xfrm>
          <a:prstGeom prst="roundRect">
            <a:avLst>
              <a:gd name="adj" fmla="val 11905"/>
            </a:avLst>
          </a:prstGeom>
          <a:solidFill>
            <a:schemeClr val="accent1"/>
          </a:solidFill>
          <a:ln/>
        </p:spPr>
        <p:txBody>
          <a:bodyPr wrap="square" lIns="0" tIns="0" rIns="0" bIns="0" rtlCol="0" anchor="ctr"/>
          <a:lstStyle/>
          <a:p>
            <a:pPr algn="ctr" indent="0" marL="0">
              <a:buNone/>
            </a:pPr>
            <a:r>
              <a:rPr lang="en-US" sz="1400" b="1" spc="100" kern="0" dirty="0">
                <a:solidFill>
                  <a:srgbClr val="FFFFFF"/>
                </a:solidFill>
              </a:rPr>
              <a:t>MODULE 3 / 5</a:t>
            </a:r>
            <a:endParaRPr lang="en-US" sz="1400" dirty="0"/>
          </a:p>
        </p:txBody>
      </p:sp>
      <p:sp>
        <p:nvSpPr>
          <p:cNvPr id="3" name="Text 1"/>
          <p:cNvSpPr/>
          <p:nvPr>
            <p:ph idx="101" type="title" hasCustomPrompt="1"/>
          </p:nvPr>
        </p:nvSpPr>
        <p:spPr>
          <a:xfrm>
            <a:off x="548640" y="1737360"/>
            <a:ext cx="5669280" cy="1828800"/>
          </a:xfrm>
          <a:prstGeom prst="rect">
            <a:avLst/>
          </a:prstGeom>
          <a:noFill/>
          <a:ln/>
        </p:spPr>
        <p:txBody>
          <a:bodyPr wrap="square" lIns="0" tIns="0" rIns="0" bIns="0" rtlCol="0" anchor="b"/>
          <a:lstStyle/>
          <a:p>
            <a:pPr algn="l" indent="0" marL="0">
              <a:buNone/>
            </a:pPr>
            <a:r>
              <a:rPr lang="en-US" sz="4200" b="1" dirty="0">
                <a:solidFill>
                  <a:schemeClr val="bg1"/>
                </a:solidFill>
              </a:rPr>
              <a:t>Het presens</a:t>
            </a:r>
            <a:endParaRPr lang="en-US" sz="4200" dirty="0"/>
          </a:p>
        </p:txBody>
      </p:sp>
      <p:sp>
        <p:nvSpPr>
          <p:cNvPr id="4" name="Text 1"/>
          <p:cNvSpPr/>
          <p:nvPr>
            <p:ph idx="102" type="body" hasCustomPrompt="1"/>
          </p:nvPr>
        </p:nvSpPr>
        <p:spPr>
          <a:xfrm>
            <a:off x="548640" y="3749040"/>
            <a:ext cx="5669280" cy="1463040"/>
          </a:xfrm>
          <a:prstGeom prst="rect">
            <a:avLst/>
          </a:prstGeom>
          <a:noFill/>
          <a:ln/>
        </p:spPr>
        <p:txBody>
          <a:bodyPr wrap="square" lIns="0" tIns="0" rIns="0" bIns="0" rtlCol="0" anchor="t"/>
          <a:lstStyle/>
          <a:p>
            <a:pPr algn="l" indent="0" marL="0">
              <a:spcAft>
                <a:spcPts val="1200"/>
              </a:spcAft>
              <a:buNone/>
            </a:pPr>
            <a:r>
              <a:rPr lang="en-US" sz="2000" i="1" dirty="0">
                <a:solidFill>
                  <a:schemeClr val="bg2"/>
                </a:solidFill>
              </a:rPr>
              <a:t>Le présent et la place du verbe</a:t>
            </a:r>
            <a:endParaRPr lang="en-US" sz="2000" dirty="0"/>
          </a:p>
          <a:p>
            <a:pPr algn="l" indent="0" marL="0">
              <a:buNone/>
            </a:pPr>
            <a:r>
              <a:rPr lang="en-US" sz="2000" b="1" dirty="0">
                <a:solidFill>
                  <a:srgbClr val="FFFFFF"/>
                </a:solidFill>
              </a:rPr>
              <a:t>Conjuguer — et mettre le verbe à sa place</a:t>
            </a:r>
            <a:endParaRPr lang="en-US" sz="2000" dirty="0"/>
          </a:p>
        </p:txBody>
      </p:sp>
      <p:sp>
        <p:nvSpPr>
          <p:cNvPr id="5" name="Shape 3"/>
          <p:cNvSpPr/>
          <p:nvPr/>
        </p:nvSpPr>
        <p:spPr>
          <a:xfrm>
            <a:off x="6583680" y="1691640"/>
            <a:ext cx="5029200" cy="1005840"/>
          </a:xfrm>
          <a:prstGeom prst="roundRect">
            <a:avLst>
              <a:gd name="adj" fmla="val 12727"/>
            </a:avLst>
          </a:prstGeom>
          <a:solidFill>
            <a:srgbClr val="FFFFFF"/>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6" name="Text 4"/>
          <p:cNvSpPr txBox="1"/>
          <p:nvPr/>
        </p:nvSpPr>
        <p:spPr>
          <a:xfrm>
            <a:off x="6583680" y="1691640"/>
            <a:ext cx="5029200" cy="1005840"/>
          </a:xfrm>
          <a:prstGeom prst="rect">
            <a:avLst/>
          </a:prstGeom>
          <a:noFill/>
          <a:ln/>
        </p:spPr>
        <p:txBody>
          <a:bodyPr wrap="square" lIns="0" tIns="0" rIns="0" bIns="0" rtlCol="0" anchor="ctr"/>
          <a:lstStyle/>
          <a:p>
            <a:pPr algn="ctr" indent="0" marL="0">
              <a:buNone/>
            </a:pPr>
            <a:r>
              <a:rPr lang="en-US" sz="3000" b="1" dirty="0">
                <a:solidFill>
                  <a:schemeClr val="tx1"/>
                </a:solidFill>
              </a:rPr>
              <a:t>Demain, je travaille.</a:t>
            </a:r>
            <a:endParaRPr lang="en-US" sz="3000" dirty="0"/>
          </a:p>
        </p:txBody>
      </p:sp>
      <p:sp>
        <p:nvSpPr>
          <p:cNvPr id="7" name="Text 5"/>
          <p:cNvSpPr txBox="1"/>
          <p:nvPr/>
        </p:nvSpPr>
        <p:spPr>
          <a:xfrm>
            <a:off x="8686800" y="2788920"/>
            <a:ext cx="822960" cy="914400"/>
          </a:xfrm>
          <a:prstGeom prst="rect">
            <a:avLst/>
          </a:prstGeom>
          <a:noFill/>
          <a:ln/>
        </p:spPr>
        <p:txBody>
          <a:bodyPr wrap="square" lIns="0" tIns="0" rIns="0" bIns="0" rtlCol="0" anchor="ctr"/>
          <a:lstStyle/>
          <a:p>
            <a:pPr algn="ctr" indent="0" marL="0">
              <a:buNone/>
            </a:pPr>
            <a:r>
              <a:rPr lang="en-US" sz="6000" b="1" dirty="0">
                <a:solidFill>
                  <a:schemeClr val="accent1"/>
                </a:solidFill>
                <a:latin typeface="+mj-lt" pitchFamily="34" charset="0"/>
                <a:ea typeface="+mj-lt" pitchFamily="34" charset="-122"/>
                <a:cs typeface="+mj-lt" pitchFamily="34" charset="-120"/>
              </a:rPr>
              <a:t>?</a:t>
            </a:r>
            <a:endParaRPr lang="en-US" sz="6000" dirty="0"/>
          </a:p>
        </p:txBody>
      </p:sp>
      <p:sp>
        <p:nvSpPr>
          <p:cNvPr id="8" name="Shape 6"/>
          <p:cNvSpPr/>
          <p:nvPr/>
        </p:nvSpPr>
        <p:spPr>
          <a:xfrm>
            <a:off x="6583680" y="3794760"/>
            <a:ext cx="5029200" cy="1005840"/>
          </a:xfrm>
          <a:prstGeom prst="roundRect">
            <a:avLst>
              <a:gd name="adj" fmla="val 12727"/>
            </a:avLst>
          </a:prstGeom>
          <a:solidFill>
            <a:schemeClr val="bg2"/>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9" name="Text 7"/>
          <p:cNvSpPr txBox="1"/>
          <p:nvPr/>
        </p:nvSpPr>
        <p:spPr>
          <a:xfrm>
            <a:off x="6972645" y="3913632"/>
            <a:ext cx="1834896" cy="768096"/>
          </a:xfrm>
          <a:prstGeom prst="rect">
            <a:avLst/>
          </a:prstGeom>
          <a:noFill/>
          <a:ln/>
        </p:spPr>
        <p:txBody>
          <a:bodyPr wrap="square" lIns="0" tIns="0" rIns="0" bIns="0" rtlCol="0" anchor="ctr"/>
          <a:lstStyle/>
          <a:p>
            <a:pPr algn="ctr" indent="0" marL="0">
              <a:buNone/>
            </a:pPr>
            <a:r>
              <a:rPr lang="en-US" sz="3200" b="1" dirty="0">
                <a:solidFill>
                  <a:schemeClr val="tx1"/>
                </a:solidFill>
              </a:rPr>
              <a:t>Morgen</a:t>
            </a:r>
            <a:endParaRPr lang="en-US" sz="3200" dirty="0"/>
          </a:p>
        </p:txBody>
      </p:sp>
      <p:sp>
        <p:nvSpPr>
          <p:cNvPr id="10" name="Shape 8"/>
          <p:cNvSpPr/>
          <p:nvPr/>
        </p:nvSpPr>
        <p:spPr>
          <a:xfrm>
            <a:off x="8917269" y="3913632"/>
            <a:ext cx="1540581" cy="768096"/>
          </a:xfrm>
          <a:prstGeom prst="ellipse">
            <a:avLst/>
          </a:prstGeom>
          <a:noFill/>
          <a:ln w="38100">
            <a:solidFill>
              <a:srgbClr val="B83227"/>
            </a:solidFill>
            <a:prstDash val="solid"/>
          </a:ln>
        </p:spPr>
      </p:sp>
      <p:sp>
        <p:nvSpPr>
          <p:cNvPr id="11" name="Text 9"/>
          <p:cNvSpPr txBox="1"/>
          <p:nvPr/>
        </p:nvSpPr>
        <p:spPr>
          <a:xfrm>
            <a:off x="8917269" y="3913632"/>
            <a:ext cx="1540581" cy="768096"/>
          </a:xfrm>
          <a:prstGeom prst="rect">
            <a:avLst/>
          </a:prstGeom>
          <a:noFill/>
          <a:ln/>
        </p:spPr>
        <p:txBody>
          <a:bodyPr wrap="square" lIns="0" tIns="0" rIns="0" bIns="0" rtlCol="0" anchor="ctr"/>
          <a:lstStyle/>
          <a:p>
            <a:pPr algn="ctr" indent="0" marL="0">
              <a:buNone/>
            </a:pPr>
            <a:r>
              <a:rPr lang="en-US" sz="3200" b="1" dirty="0">
                <a:solidFill>
                  <a:schemeClr val="accent6"/>
                </a:solidFill>
              </a:rPr>
              <a:t>werk</a:t>
            </a:r>
            <a:endParaRPr lang="en-US" sz="3200" dirty="0"/>
          </a:p>
        </p:txBody>
      </p:sp>
      <p:sp>
        <p:nvSpPr>
          <p:cNvPr id="12" name="Text 10"/>
          <p:cNvSpPr txBox="1"/>
          <p:nvPr/>
        </p:nvSpPr>
        <p:spPr>
          <a:xfrm>
            <a:off x="10567579" y="3913632"/>
            <a:ext cx="656336" cy="768096"/>
          </a:xfrm>
          <a:prstGeom prst="rect">
            <a:avLst/>
          </a:prstGeom>
          <a:noFill/>
          <a:ln/>
        </p:spPr>
        <p:txBody>
          <a:bodyPr wrap="square" lIns="0" tIns="0" rIns="0" bIns="0" rtlCol="0" anchor="ctr"/>
          <a:lstStyle/>
          <a:p>
            <a:pPr algn="ctr" indent="0" marL="0">
              <a:buNone/>
            </a:pPr>
            <a:r>
              <a:rPr lang="en-US" sz="3200" b="1" dirty="0">
                <a:solidFill>
                  <a:schemeClr val="tx1"/>
                </a:solidFill>
              </a:rPr>
              <a:t>ik.</a:t>
            </a:r>
            <a:endParaRPr lang="en-US" sz="3200" dirty="0"/>
          </a:p>
        </p:txBody>
      </p:sp>
      <p:sp>
        <p:nvSpPr>
          <p:cNvPr id="13" name="Text 11"/>
          <p:cNvSpPr txBox="1"/>
          <p:nvPr/>
        </p:nvSpPr>
        <p:spPr>
          <a:xfrm>
            <a:off x="6583680" y="2743200"/>
            <a:ext cx="548640" cy="274320"/>
          </a:xfrm>
          <a:prstGeom prst="rect">
            <a:avLst/>
          </a:prstGeom>
          <a:noFill/>
          <a:ln/>
        </p:spPr>
        <p:txBody>
          <a:bodyPr wrap="square" lIns="0" tIns="0" rIns="0" bIns="0" rtlCol="0" anchor="t"/>
          <a:lstStyle/>
          <a:p>
            <a:pPr algn="l" indent="0" marL="0">
              <a:buNone/>
            </a:pPr>
            <a:r>
              <a:rPr lang="en-US" sz="1200" b="1" spc="200" kern="0" dirty="0">
                <a:solidFill>
                  <a:schemeClr val="bg2"/>
                </a:solidFill>
              </a:rPr>
              <a:t>FR</a:t>
            </a:r>
            <a:endParaRPr lang="en-US" sz="1200" dirty="0"/>
          </a:p>
        </p:txBody>
      </p:sp>
      <p:sp>
        <p:nvSpPr>
          <p:cNvPr id="14" name="Text 12"/>
          <p:cNvSpPr txBox="1"/>
          <p:nvPr/>
        </p:nvSpPr>
        <p:spPr>
          <a:xfrm>
            <a:off x="6583680" y="4864608"/>
            <a:ext cx="548640" cy="274320"/>
          </a:xfrm>
          <a:prstGeom prst="rect">
            <a:avLst/>
          </a:prstGeom>
          <a:noFill/>
          <a:ln/>
        </p:spPr>
        <p:txBody>
          <a:bodyPr wrap="square" lIns="0" tIns="0" rIns="0" bIns="0" rtlCol="0" anchor="t"/>
          <a:lstStyle/>
          <a:p>
            <a:pPr algn="l" indent="0" marL="0">
              <a:buNone/>
            </a:pPr>
            <a:r>
              <a:rPr lang="en-US" sz="1200" b="1" spc="200" kern="0" dirty="0">
                <a:solidFill>
                  <a:schemeClr val="bg2"/>
                </a:solidFill>
              </a:rPr>
              <a:t>NL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Missie van vandaag</a:t>
            </a:r>
            <a:endParaRPr lang="en-US" sz="3000" dirty="0"/>
          </a:p>
        </p:txBody>
      </p:sp>
      <p:sp>
        <p:nvSpPr>
          <p:cNvPr id="3" name="tag"/>
          <p:cNvSpPr/>
          <p:nvPr/>
        </p:nvSpPr>
        <p:spPr>
          <a:xfrm>
            <a:off x="548640" y="237744"/>
            <a:ext cx="1013155"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MISSIE</a:t>
            </a:r>
            <a:endParaRPr lang="en-US" sz="1200" dirty="0"/>
          </a:p>
        </p:txBody>
      </p:sp>
      <p:sp>
        <p:nvSpPr>
          <p:cNvPr id="5" name="Shape 2"/>
          <p:cNvSpPr/>
          <p:nvPr/>
        </p:nvSpPr>
        <p:spPr>
          <a:xfrm>
            <a:off x="548640" y="1554480"/>
            <a:ext cx="2865120" cy="3931920"/>
          </a:xfrm>
          <a:prstGeom prst="roundRect">
            <a:avLst>
              <a:gd name="adj" fmla="val 2553"/>
            </a:avLst>
          </a:prstGeom>
          <a:solidFill>
            <a:schemeClr val="bg2"/>
          </a:solidFill>
          <a:ln w="12700">
            <a:solidFill>
              <a:srgbClr val="D5DCE6"/>
            </a:solidFill>
            <a:prstDash val="solid"/>
          </a:ln>
        </p:spPr>
      </p:sp>
      <p:sp>
        <p:nvSpPr>
          <p:cNvPr id="6" name="Shape 3"/>
          <p:cNvSpPr/>
          <p:nvPr/>
        </p:nvSpPr>
        <p:spPr>
          <a:xfrm>
            <a:off x="1524000" y="1874520"/>
            <a:ext cx="914400" cy="914400"/>
          </a:xfrm>
          <a:prstGeom prst="ellipse">
            <a:avLst/>
          </a:prstGeom>
          <a:solidFill>
            <a:schemeClr val="accent1"/>
          </a:solidFill>
          <a:ln w="12700">
            <a:solidFill>
              <a:srgbClr val="FFFFFF">
                <a:alpha val="0"/>
              </a:srgbClr>
            </a:solidFill>
            <a:prstDash val="solid"/>
          </a:ln>
        </p:spPr>
      </p:sp>
      <p:pic>
        <p:nvPicPr>
          <p:cNvPr id="7" name="Image 0" descr="Cog">    </p:cNvPr>
          <p:cNvPicPr>
            <a:picLocks noChangeAspect="1"/>
          </p:cNvPicPr>
          <p:nvPr/>
        </p:nvPicPr>
        <p:blipFill>
          <a:blip r:embed="rId1"/>
          <a:stretch>
            <a:fillRect/>
          </a:stretch>
        </p:blipFill>
        <p:spPr>
          <a:xfrm>
            <a:off x="1743456" y="2093976"/>
            <a:ext cx="475488" cy="475488"/>
          </a:xfrm>
          <a:prstGeom prst="rect">
            <a:avLst/>
          </a:prstGeom>
        </p:spPr>
      </p:pic>
      <p:sp>
        <p:nvSpPr>
          <p:cNvPr id="8" name="Text 4"/>
          <p:cNvSpPr txBox="1"/>
          <p:nvPr/>
        </p:nvSpPr>
        <p:spPr>
          <a:xfrm>
            <a:off x="73152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1"/>
                </a:solidFill>
                <a:latin typeface="+mj-lt" pitchFamily="34" charset="0"/>
                <a:ea typeface="+mj-lt" pitchFamily="34" charset="-122"/>
                <a:cs typeface="+mj-lt" pitchFamily="34" charset="-120"/>
              </a:rPr>
              <a:t>Conjuguer</a:t>
            </a:r>
            <a:endParaRPr lang="en-US" sz="2400" dirty="0"/>
          </a:p>
        </p:txBody>
      </p:sp>
      <p:sp>
        <p:nvSpPr>
          <p:cNvPr id="9" name="Text 5"/>
          <p:cNvSpPr txBox="1"/>
          <p:nvPr/>
        </p:nvSpPr>
        <p:spPr>
          <a:xfrm>
            <a:off x="77724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Je trouve le </a:t>
            </a:r>
            <a:r>
              <a:rPr lang="en-US" sz="2000" b="1" dirty="0">
                <a:solidFill>
                  <a:schemeClr val="tx1"/>
                </a:solidFill>
              </a:rPr>
              <a:t>radical</a:t>
            </a:r>
            <a:r>
              <a:rPr lang="en-US" sz="2000" dirty="0">
                <a:solidFill>
                  <a:schemeClr val="tx1"/>
                </a:solidFill>
              </a:rPr>
              <a:t> et je conjugue n’importe quel verbe régulier.</a:t>
            </a:r>
            <a:endParaRPr lang="en-US" sz="2000" dirty="0"/>
          </a:p>
        </p:txBody>
      </p:sp>
      <p:sp>
        <p:nvSpPr>
          <p:cNvPr id="10" name="Shape 6"/>
          <p:cNvSpPr/>
          <p:nvPr/>
        </p:nvSpPr>
        <p:spPr>
          <a:xfrm>
            <a:off x="3688080" y="1554480"/>
            <a:ext cx="2865120" cy="3931920"/>
          </a:xfrm>
          <a:prstGeom prst="roundRect">
            <a:avLst>
              <a:gd name="adj" fmla="val 2553"/>
            </a:avLst>
          </a:prstGeom>
          <a:solidFill>
            <a:schemeClr val="bg2"/>
          </a:solidFill>
          <a:ln w="12700">
            <a:solidFill>
              <a:srgbClr val="D5DCE6"/>
            </a:solidFill>
            <a:prstDash val="solid"/>
          </a:ln>
        </p:spPr>
      </p:sp>
      <p:sp>
        <p:nvSpPr>
          <p:cNvPr id="11" name="Shape 7"/>
          <p:cNvSpPr/>
          <p:nvPr/>
        </p:nvSpPr>
        <p:spPr>
          <a:xfrm>
            <a:off x="4663440" y="1874520"/>
            <a:ext cx="914400" cy="914400"/>
          </a:xfrm>
          <a:prstGeom prst="ellipse">
            <a:avLst/>
          </a:prstGeom>
          <a:solidFill>
            <a:schemeClr val="accent2"/>
          </a:solidFill>
          <a:ln w="12700">
            <a:solidFill>
              <a:srgbClr val="FFFFFF">
                <a:alpha val="0"/>
              </a:srgbClr>
            </a:solidFill>
            <a:prstDash val="solid"/>
          </a:ln>
        </p:spPr>
      </p:sp>
      <p:pic>
        <p:nvPicPr>
          <p:cNvPr id="12" name="Image 1" descr="Question">    </p:cNvPr>
          <p:cNvPicPr>
            <a:picLocks noChangeAspect="1"/>
          </p:cNvPicPr>
          <p:nvPr/>
        </p:nvPicPr>
        <p:blipFill>
          <a:blip r:embed="rId2"/>
          <a:stretch>
            <a:fillRect/>
          </a:stretch>
        </p:blipFill>
        <p:spPr>
          <a:xfrm>
            <a:off x="4882896" y="2093976"/>
            <a:ext cx="475488" cy="475488"/>
          </a:xfrm>
          <a:prstGeom prst="rect">
            <a:avLst/>
          </a:prstGeom>
        </p:spPr>
      </p:pic>
      <p:sp>
        <p:nvSpPr>
          <p:cNvPr id="13" name="Text 8"/>
          <p:cNvSpPr txBox="1"/>
          <p:nvPr/>
        </p:nvSpPr>
        <p:spPr>
          <a:xfrm>
            <a:off x="387096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2"/>
                </a:solidFill>
                <a:latin typeface="+mj-lt" pitchFamily="34" charset="0"/>
                <a:ea typeface="+mj-lt" pitchFamily="34" charset="-122"/>
                <a:cs typeface="+mj-lt" pitchFamily="34" charset="-120"/>
              </a:rPr>
              <a:t>Questionner</a:t>
            </a:r>
            <a:endParaRPr lang="en-US" sz="2400" dirty="0"/>
          </a:p>
        </p:txBody>
      </p:sp>
      <p:sp>
        <p:nvSpPr>
          <p:cNvPr id="14" name="Text 9"/>
          <p:cNvSpPr txBox="1"/>
          <p:nvPr/>
        </p:nvSpPr>
        <p:spPr>
          <a:xfrm>
            <a:off x="391668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Je pose une question </a:t>
            </a:r>
            <a:r>
              <a:rPr lang="en-US" sz="2000" b="1" dirty="0">
                <a:solidFill>
                  <a:schemeClr val="tx1"/>
                </a:solidFill>
              </a:rPr>
              <a:t>avec ou sans</a:t>
            </a:r>
            <a:r>
              <a:rPr lang="en-US" sz="2000" dirty="0">
                <a:solidFill>
                  <a:schemeClr val="tx1"/>
                </a:solidFill>
              </a:rPr>
              <a:t> mot interrogatif.</a:t>
            </a:r>
            <a:endParaRPr lang="en-US" sz="2000" dirty="0"/>
          </a:p>
        </p:txBody>
      </p:sp>
      <p:sp>
        <p:nvSpPr>
          <p:cNvPr id="15" name="Shape 10"/>
          <p:cNvSpPr/>
          <p:nvPr/>
        </p:nvSpPr>
        <p:spPr>
          <a:xfrm>
            <a:off x="6827520" y="1554480"/>
            <a:ext cx="2865120" cy="3931920"/>
          </a:xfrm>
          <a:prstGeom prst="roundRect">
            <a:avLst>
              <a:gd name="adj" fmla="val 2553"/>
            </a:avLst>
          </a:prstGeom>
          <a:solidFill>
            <a:schemeClr val="bg2"/>
          </a:solidFill>
          <a:ln w="12700">
            <a:solidFill>
              <a:srgbClr val="D5DCE6"/>
            </a:solidFill>
            <a:prstDash val="solid"/>
          </a:ln>
        </p:spPr>
      </p:sp>
      <p:sp>
        <p:nvSpPr>
          <p:cNvPr id="16" name="Shape 11"/>
          <p:cNvSpPr/>
          <p:nvPr/>
        </p:nvSpPr>
        <p:spPr>
          <a:xfrm>
            <a:off x="7802880" y="1874520"/>
            <a:ext cx="914400" cy="914400"/>
          </a:xfrm>
          <a:prstGeom prst="ellipse">
            <a:avLst/>
          </a:prstGeom>
          <a:solidFill>
            <a:schemeClr val="accent6"/>
          </a:solidFill>
          <a:ln w="12700">
            <a:solidFill>
              <a:srgbClr val="FFFFFF">
                <a:alpha val="0"/>
              </a:srgbClr>
            </a:solidFill>
            <a:prstDash val="solid"/>
          </a:ln>
        </p:spPr>
      </p:sp>
      <p:pic>
        <p:nvPicPr>
          <p:cNvPr id="17" name="Image 2" descr="PuzzlePiece">    </p:cNvPr>
          <p:cNvPicPr>
            <a:picLocks noChangeAspect="1"/>
          </p:cNvPicPr>
          <p:nvPr/>
        </p:nvPicPr>
        <p:blipFill>
          <a:blip r:embed="rId3"/>
          <a:stretch>
            <a:fillRect/>
          </a:stretch>
        </p:blipFill>
        <p:spPr>
          <a:xfrm>
            <a:off x="8022336" y="2093976"/>
            <a:ext cx="475488" cy="475488"/>
          </a:xfrm>
          <a:prstGeom prst="rect">
            <a:avLst/>
          </a:prstGeom>
        </p:spPr>
      </p:pic>
      <p:sp>
        <p:nvSpPr>
          <p:cNvPr id="18" name="Text 12"/>
          <p:cNvSpPr txBox="1"/>
          <p:nvPr/>
        </p:nvSpPr>
        <p:spPr>
          <a:xfrm>
            <a:off x="701040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6"/>
                </a:solidFill>
                <a:latin typeface="+mj-lt" pitchFamily="34" charset="0"/>
                <a:ea typeface="+mj-lt" pitchFamily="34" charset="-122"/>
                <a:cs typeface="+mj-lt" pitchFamily="34" charset="-120"/>
              </a:rPr>
              <a:t>Construire</a:t>
            </a:r>
            <a:endParaRPr lang="en-US" sz="2400" dirty="0"/>
          </a:p>
        </p:txBody>
      </p:sp>
      <p:sp>
        <p:nvSpPr>
          <p:cNvPr id="19" name="Text 13"/>
          <p:cNvSpPr txBox="1"/>
          <p:nvPr/>
        </p:nvSpPr>
        <p:spPr>
          <a:xfrm>
            <a:off x="705612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Je mets </a:t>
            </a:r>
            <a:r>
              <a:rPr lang="en-US" sz="2000" b="1" dirty="0">
                <a:solidFill>
                  <a:schemeClr val="tx1"/>
                </a:solidFill>
              </a:rPr>
              <a:t>toujours</a:t>
            </a:r>
            <a:r>
              <a:rPr lang="en-US" sz="2000" dirty="0">
                <a:solidFill>
                  <a:schemeClr val="tx1"/>
                </a:solidFill>
              </a:rPr>
              <a:t> le verbe à la bonne place.</a:t>
            </a:r>
            <a:endParaRPr lang="en-US" sz="2000" dirty="0"/>
          </a:p>
        </p:txBody>
      </p:sp>
      <p:pic>
        <p:nvPicPr>
          <p:cNvPr id="20" name="Image 3" descr="man teacher">    </p:cNvPr>
          <p:cNvPicPr>
            <a:picLocks noChangeAspect="1"/>
          </p:cNvPicPr>
          <p:nvPr/>
        </p:nvPicPr>
        <p:blipFill>
          <a:blip r:embed="rId4"/>
          <a:stretch>
            <a:fillRect/>
          </a:stretch>
        </p:blipFill>
        <p:spPr>
          <a:xfrm>
            <a:off x="9921240" y="1737360"/>
            <a:ext cx="1737360" cy="1737360"/>
          </a:xfrm>
          <a:prstGeom prst="rect">
            <a:avLst/>
          </a:prstGeom>
        </p:spPr>
      </p:pic>
      <p:pic>
        <p:nvPicPr>
          <p:cNvPr id="21" name="Image 4" descr="speech balloon">    </p:cNvPr>
          <p:cNvPicPr>
            <a:picLocks noChangeAspect="1"/>
          </p:cNvPicPr>
          <p:nvPr/>
        </p:nvPicPr>
        <p:blipFill>
          <a:blip r:embed="rId5"/>
          <a:stretch>
            <a:fillRect/>
          </a:stretch>
        </p:blipFill>
        <p:spPr>
          <a:xfrm>
            <a:off x="10881360" y="1463040"/>
            <a:ext cx="731520" cy="731520"/>
          </a:xfrm>
          <a:prstGeom prst="rect">
            <a:avLst/>
          </a:prstGeom>
        </p:spPr>
      </p:pic>
      <p:sp>
        <p:nvSpPr>
          <p:cNvPr id="22" name="Shape 14"/>
          <p:cNvSpPr/>
          <p:nvPr/>
        </p:nvSpPr>
        <p:spPr>
          <a:xfrm>
            <a:off x="548640" y="5669280"/>
            <a:ext cx="11091672" cy="566928"/>
          </a:xfrm>
          <a:prstGeom prst="roundRect">
            <a:avLst>
              <a:gd name="adj" fmla="val 12903"/>
            </a:avLst>
          </a:prstGeom>
          <a:solidFill>
            <a:schemeClr val="bg2"/>
          </a:solidFill>
          <a:ln w="9525">
            <a:solidFill>
              <a:srgbClr val="17375E"/>
            </a:solidFill>
            <a:prstDash val="solid"/>
          </a:ln>
        </p:spPr>
      </p:sp>
      <p:pic>
        <p:nvPicPr>
          <p:cNvPr id="23" name="Image 5" descr="Lightbulb">    </p:cNvPr>
          <p:cNvPicPr>
            <a:picLocks noChangeAspect="1"/>
          </p:cNvPicPr>
          <p:nvPr/>
        </p:nvPicPr>
        <p:blipFill>
          <a:blip r:embed="rId6"/>
          <a:stretch>
            <a:fillRect/>
          </a:stretch>
        </p:blipFill>
        <p:spPr>
          <a:xfrm>
            <a:off x="731520" y="5788152"/>
            <a:ext cx="329184" cy="329184"/>
          </a:xfrm>
          <a:prstGeom prst="rect">
            <a:avLst/>
          </a:prstGeom>
        </p:spPr>
      </p:pic>
      <p:sp>
        <p:nvSpPr>
          <p:cNvPr id="24" name="Text 15"/>
          <p:cNvSpPr txBox="1"/>
          <p:nvPr/>
        </p:nvSpPr>
        <p:spPr>
          <a:xfrm>
            <a:off x="1188720" y="5669280"/>
            <a:ext cx="10241280" cy="566928"/>
          </a:xfrm>
          <a:prstGeom prst="rect">
            <a:avLst/>
          </a:prstGeom>
          <a:noFill/>
          <a:ln/>
        </p:spPr>
        <p:txBody>
          <a:bodyPr wrap="square" lIns="0" tIns="0" rIns="0" bIns="0" rtlCol="0" anchor="ctr"/>
          <a:lstStyle/>
          <a:p>
            <a:pPr algn="l" indent="0" marL="0">
              <a:buNone/>
            </a:pPr>
            <a:r>
              <a:rPr lang="en-US" sz="1700" dirty="0">
                <a:solidFill>
                  <a:schemeClr val="tx1"/>
                </a:solidFill>
              </a:rPr>
              <a:t>Module 2 : on a </a:t>
            </a:r>
            <a:r>
              <a:rPr lang="en-US" sz="1700" i="1" dirty="0">
                <a:solidFill>
                  <a:schemeClr val="tx1"/>
                </a:solidFill>
              </a:rPr>
              <a:t>utilisé</a:t>
            </a:r>
            <a:r>
              <a:rPr lang="en-US" sz="1700" dirty="0">
                <a:solidFill>
                  <a:schemeClr val="tx1"/>
                </a:solidFill>
              </a:rPr>
              <a:t> la formule (</a:t>
            </a:r>
            <a:r>
              <a:rPr lang="en-US" sz="1700" i="1" dirty="0">
                <a:solidFill>
                  <a:schemeClr val="tx1"/>
                </a:solidFill>
              </a:rPr>
              <a:t>ik woon, hij woont</a:t>
            </a:r>
            <a:r>
              <a:rPr lang="en-US" sz="1700" dirty="0">
                <a:solidFill>
                  <a:schemeClr val="tx1"/>
                </a:solidFill>
              </a:rPr>
              <a:t>). Aujourd’hui, on la </a:t>
            </a:r>
            <a:r>
              <a:rPr lang="en-US" sz="1700" b="1" dirty="0">
                <a:solidFill>
                  <a:schemeClr val="tx1"/>
                </a:solidFill>
              </a:rPr>
              <a:t>comprend</a:t>
            </a:r>
            <a:r>
              <a:rPr lang="en-US" sz="1700" dirty="0">
                <a:solidFill>
                  <a:schemeClr val="tx1"/>
                </a:solidFill>
              </a:rPr>
              <a:t> et on la </a:t>
            </a:r>
            <a:r>
              <a:rPr lang="en-US" sz="1700" b="1" dirty="0">
                <a:solidFill>
                  <a:schemeClr val="tx1"/>
                </a:solidFill>
              </a:rPr>
              <a:t>généralise</a:t>
            </a:r>
            <a:r>
              <a:rPr lang="en-US" sz="1700" dirty="0">
                <a:solidFill>
                  <a:schemeClr val="tx1"/>
                </a:solidFill>
              </a:rPr>
              <a:t>.</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Échauffement — Que remarquez-vous ?</a:t>
            </a:r>
            <a:endParaRPr lang="en-US" sz="3000" dirty="0"/>
          </a:p>
        </p:txBody>
      </p:sp>
      <p:sp>
        <p:nvSpPr>
          <p:cNvPr id="3" name="tag"/>
          <p:cNvSpPr/>
          <p:nvPr/>
        </p:nvSpPr>
        <p:spPr>
          <a:xfrm>
            <a:off x="548640" y="237744"/>
            <a:ext cx="1770278"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rgbClr val="FFFFFF"/>
                </a:solidFill>
              </a:rPr>
              <a:t>ÉCHAUFFEMENT</a:t>
            </a:r>
            <a:endParaRPr lang="en-US" sz="1200" dirty="0"/>
          </a:p>
        </p:txBody>
      </p:sp>
      <p:sp>
        <p:nvSpPr>
          <p:cNvPr id="5" name="Shape 2"/>
          <p:cNvSpPr/>
          <p:nvPr/>
        </p:nvSpPr>
        <p:spPr>
          <a:xfrm>
            <a:off x="548640" y="1600200"/>
            <a:ext cx="2697480" cy="3931920"/>
          </a:xfrm>
          <a:prstGeom prst="roundRect">
            <a:avLst>
              <a:gd name="adj" fmla="val 2712"/>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6" name="Shape 3"/>
          <p:cNvSpPr/>
          <p:nvPr/>
        </p:nvSpPr>
        <p:spPr>
          <a:xfrm>
            <a:off x="548640" y="1600200"/>
            <a:ext cx="2697480" cy="731520"/>
          </a:xfrm>
          <a:prstGeom prst="roundRect">
            <a:avLst>
              <a:gd name="adj" fmla="val 10000"/>
            </a:avLst>
          </a:prstGeom>
          <a:solidFill>
            <a:schemeClr val="tx2"/>
          </a:solidFill>
          <a:ln w="12700">
            <a:solidFill>
              <a:srgbClr val="FFFFFF">
                <a:alpha val="0"/>
              </a:srgbClr>
            </a:solidFill>
            <a:prstDash val="solid"/>
          </a:ln>
        </p:spPr>
      </p:sp>
      <p:sp>
        <p:nvSpPr>
          <p:cNvPr id="7" name="Shape 4"/>
          <p:cNvSpPr/>
          <p:nvPr/>
        </p:nvSpPr>
        <p:spPr>
          <a:xfrm>
            <a:off x="548640" y="2103120"/>
            <a:ext cx="2697480" cy="228600"/>
          </a:xfrm>
          <a:prstGeom prst="rect">
            <a:avLst/>
          </a:prstGeom>
          <a:solidFill>
            <a:schemeClr val="tx2"/>
          </a:solidFill>
          <a:ln w="12700">
            <a:solidFill>
              <a:srgbClr val="FFFFFF">
                <a:alpha val="0"/>
              </a:srgbClr>
            </a:solidFill>
            <a:prstDash val="solid"/>
          </a:ln>
        </p:spPr>
      </p:sp>
      <p:sp>
        <p:nvSpPr>
          <p:cNvPr id="8" name="Text 5"/>
          <p:cNvSpPr txBox="1"/>
          <p:nvPr/>
        </p:nvSpPr>
        <p:spPr>
          <a:xfrm>
            <a:off x="548640" y="1600200"/>
            <a:ext cx="2697480" cy="731520"/>
          </a:xfrm>
          <a:prstGeom prst="rect">
            <a:avLst/>
          </a:prstGeom>
          <a:noFill/>
          <a:ln/>
        </p:spPr>
        <p:txBody>
          <a:bodyPr wrap="square" lIns="0" tIns="0" rIns="0" bIns="0" rtlCol="0" anchor="ctr"/>
          <a:lstStyle/>
          <a:p>
            <a:pPr algn="ctr" indent="0" marL="0">
              <a:buNone/>
            </a:pPr>
            <a:r>
              <a:rPr lang="en-US" sz="2600" b="1" dirty="0">
                <a:solidFill>
                  <a:schemeClr val="bg1"/>
                </a:solidFill>
                <a:latin typeface="+mj-lt" pitchFamily="34" charset="0"/>
                <a:ea typeface="+mj-lt" pitchFamily="34" charset="-122"/>
                <a:cs typeface="+mj-lt" pitchFamily="34" charset="-120"/>
              </a:rPr>
              <a:t>werken</a:t>
            </a:r>
            <a:endParaRPr lang="en-US" sz="2600" dirty="0"/>
          </a:p>
        </p:txBody>
      </p:sp>
      <p:sp>
        <p:nvSpPr>
          <p:cNvPr id="9" name="Text 6"/>
          <p:cNvSpPr txBox="1"/>
          <p:nvPr/>
        </p:nvSpPr>
        <p:spPr>
          <a:xfrm>
            <a:off x="822960" y="2514600"/>
            <a:ext cx="685800" cy="777240"/>
          </a:xfrm>
          <a:prstGeom prst="rect">
            <a:avLst/>
          </a:prstGeom>
          <a:noFill/>
          <a:ln/>
        </p:spPr>
        <p:txBody>
          <a:bodyPr wrap="square" lIns="0" tIns="0" rIns="0" bIns="0" rtlCol="0" anchor="ctr"/>
          <a:lstStyle/>
          <a:p>
            <a:pPr algn="l" indent="0" marL="0">
              <a:buNone/>
            </a:pPr>
            <a:r>
              <a:rPr lang="en-US" sz="2200" dirty="0">
                <a:solidFill>
                  <a:schemeClr val="accent5"/>
                </a:solidFill>
              </a:rPr>
              <a:t>ik</a:t>
            </a:r>
            <a:endParaRPr lang="en-US" sz="2200" dirty="0"/>
          </a:p>
        </p:txBody>
      </p:sp>
      <p:sp>
        <p:nvSpPr>
          <p:cNvPr id="10" name="Text 7"/>
          <p:cNvSpPr txBox="1"/>
          <p:nvPr/>
        </p:nvSpPr>
        <p:spPr>
          <a:xfrm>
            <a:off x="1463040" y="2514600"/>
            <a:ext cx="169164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werk</a:t>
            </a:r>
            <a:endParaRPr lang="en-US" sz="2800" dirty="0"/>
          </a:p>
        </p:txBody>
      </p:sp>
      <p:sp>
        <p:nvSpPr>
          <p:cNvPr id="11" name="Shape 8"/>
          <p:cNvSpPr/>
          <p:nvPr/>
        </p:nvSpPr>
        <p:spPr>
          <a:xfrm>
            <a:off x="777240" y="3392424"/>
            <a:ext cx="2240280" cy="914"/>
          </a:xfrm>
          <a:prstGeom prst="line">
            <a:avLst/>
          </a:prstGeom>
          <a:noFill/>
          <a:ln w="12700">
            <a:solidFill>
              <a:srgbClr val="D5DCE6"/>
            </a:solidFill>
            <a:prstDash val="solid"/>
          </a:ln>
        </p:spPr>
      </p:sp>
      <p:sp>
        <p:nvSpPr>
          <p:cNvPr id="12" name="Text 9"/>
          <p:cNvSpPr txBox="1"/>
          <p:nvPr/>
        </p:nvSpPr>
        <p:spPr>
          <a:xfrm>
            <a:off x="822960" y="3502152"/>
            <a:ext cx="685800" cy="777240"/>
          </a:xfrm>
          <a:prstGeom prst="rect">
            <a:avLst/>
          </a:prstGeom>
          <a:noFill/>
          <a:ln/>
        </p:spPr>
        <p:txBody>
          <a:bodyPr wrap="square" lIns="0" tIns="0" rIns="0" bIns="0" rtlCol="0" anchor="ctr"/>
          <a:lstStyle/>
          <a:p>
            <a:pPr algn="l" indent="0" marL="0">
              <a:buNone/>
            </a:pPr>
            <a:r>
              <a:rPr lang="en-US" sz="2200" dirty="0">
                <a:solidFill>
                  <a:schemeClr val="accent5"/>
                </a:solidFill>
              </a:rPr>
              <a:t>hij</a:t>
            </a:r>
            <a:endParaRPr lang="en-US" sz="2200" dirty="0"/>
          </a:p>
        </p:txBody>
      </p:sp>
      <p:sp>
        <p:nvSpPr>
          <p:cNvPr id="13" name="Text 10"/>
          <p:cNvSpPr txBox="1"/>
          <p:nvPr/>
        </p:nvSpPr>
        <p:spPr>
          <a:xfrm>
            <a:off x="1463040" y="3502152"/>
            <a:ext cx="169164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werk</a:t>
            </a:r>
            <a:r>
              <a:rPr lang="en-US" sz="2800" b="1" dirty="0">
                <a:solidFill>
                  <a:schemeClr val="accent1"/>
                </a:solidFill>
                <a:latin typeface="+mj-lt" pitchFamily="34" charset="0"/>
                <a:ea typeface="+mj-lt" pitchFamily="34" charset="-122"/>
                <a:cs typeface="+mj-lt" pitchFamily="34" charset="-120"/>
              </a:rPr>
              <a:t>t</a:t>
            </a:r>
            <a:endParaRPr lang="en-US" sz="2800" dirty="0"/>
          </a:p>
        </p:txBody>
      </p:sp>
      <p:sp>
        <p:nvSpPr>
          <p:cNvPr id="14" name="Shape 11"/>
          <p:cNvSpPr/>
          <p:nvPr/>
        </p:nvSpPr>
        <p:spPr>
          <a:xfrm>
            <a:off x="777240" y="4379976"/>
            <a:ext cx="2240280" cy="914"/>
          </a:xfrm>
          <a:prstGeom prst="line">
            <a:avLst/>
          </a:prstGeom>
          <a:noFill/>
          <a:ln w="12700">
            <a:solidFill>
              <a:srgbClr val="D5DCE6"/>
            </a:solidFill>
            <a:prstDash val="solid"/>
          </a:ln>
        </p:spPr>
      </p:sp>
      <p:sp>
        <p:nvSpPr>
          <p:cNvPr id="15" name="Text 12"/>
          <p:cNvSpPr txBox="1"/>
          <p:nvPr/>
        </p:nvSpPr>
        <p:spPr>
          <a:xfrm>
            <a:off x="822960" y="4489704"/>
            <a:ext cx="685800" cy="777240"/>
          </a:xfrm>
          <a:prstGeom prst="rect">
            <a:avLst/>
          </a:prstGeom>
          <a:noFill/>
          <a:ln/>
        </p:spPr>
        <p:txBody>
          <a:bodyPr wrap="square" lIns="0" tIns="0" rIns="0" bIns="0" rtlCol="0" anchor="ctr"/>
          <a:lstStyle/>
          <a:p>
            <a:pPr algn="l" indent="0" marL="0">
              <a:buNone/>
            </a:pPr>
            <a:r>
              <a:rPr lang="en-US" sz="2200" dirty="0">
                <a:solidFill>
                  <a:schemeClr val="accent5"/>
                </a:solidFill>
              </a:rPr>
              <a:t>wij</a:t>
            </a:r>
            <a:endParaRPr lang="en-US" sz="2200" dirty="0"/>
          </a:p>
        </p:txBody>
      </p:sp>
      <p:sp>
        <p:nvSpPr>
          <p:cNvPr id="16" name="Text 13"/>
          <p:cNvSpPr txBox="1"/>
          <p:nvPr/>
        </p:nvSpPr>
        <p:spPr>
          <a:xfrm>
            <a:off x="1463040" y="4489704"/>
            <a:ext cx="169164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werk</a:t>
            </a:r>
            <a:r>
              <a:rPr lang="en-US" sz="2800" b="1" dirty="0">
                <a:solidFill>
                  <a:schemeClr val="accent1"/>
                </a:solidFill>
                <a:latin typeface="+mj-lt" pitchFamily="34" charset="0"/>
                <a:ea typeface="+mj-lt" pitchFamily="34" charset="-122"/>
                <a:cs typeface="+mj-lt" pitchFamily="34" charset="-120"/>
              </a:rPr>
              <a:t>en</a:t>
            </a:r>
            <a:endParaRPr lang="en-US" sz="2800" dirty="0"/>
          </a:p>
        </p:txBody>
      </p:sp>
      <p:sp>
        <p:nvSpPr>
          <p:cNvPr id="17" name="Shape 14"/>
          <p:cNvSpPr/>
          <p:nvPr/>
        </p:nvSpPr>
        <p:spPr>
          <a:xfrm>
            <a:off x="3520440" y="1600200"/>
            <a:ext cx="2697480" cy="3931920"/>
          </a:xfrm>
          <a:prstGeom prst="roundRect">
            <a:avLst>
              <a:gd name="adj" fmla="val 2712"/>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8" name="Shape 15"/>
          <p:cNvSpPr/>
          <p:nvPr/>
        </p:nvSpPr>
        <p:spPr>
          <a:xfrm>
            <a:off x="3520440" y="1600200"/>
            <a:ext cx="2697480" cy="731520"/>
          </a:xfrm>
          <a:prstGeom prst="roundRect">
            <a:avLst>
              <a:gd name="adj" fmla="val 10000"/>
            </a:avLst>
          </a:prstGeom>
          <a:solidFill>
            <a:schemeClr val="tx2"/>
          </a:solidFill>
          <a:ln w="12700">
            <a:solidFill>
              <a:srgbClr val="FFFFFF">
                <a:alpha val="0"/>
              </a:srgbClr>
            </a:solidFill>
            <a:prstDash val="solid"/>
          </a:ln>
        </p:spPr>
      </p:sp>
      <p:sp>
        <p:nvSpPr>
          <p:cNvPr id="19" name="Shape 16"/>
          <p:cNvSpPr/>
          <p:nvPr/>
        </p:nvSpPr>
        <p:spPr>
          <a:xfrm>
            <a:off x="3520440" y="2103120"/>
            <a:ext cx="2697480" cy="228600"/>
          </a:xfrm>
          <a:prstGeom prst="rect">
            <a:avLst/>
          </a:prstGeom>
          <a:solidFill>
            <a:schemeClr val="tx2"/>
          </a:solidFill>
          <a:ln w="12700">
            <a:solidFill>
              <a:srgbClr val="FFFFFF">
                <a:alpha val="0"/>
              </a:srgbClr>
            </a:solidFill>
            <a:prstDash val="solid"/>
          </a:ln>
        </p:spPr>
      </p:sp>
      <p:sp>
        <p:nvSpPr>
          <p:cNvPr id="20" name="Text 17"/>
          <p:cNvSpPr txBox="1"/>
          <p:nvPr/>
        </p:nvSpPr>
        <p:spPr>
          <a:xfrm>
            <a:off x="3520440" y="1600200"/>
            <a:ext cx="2697480" cy="731520"/>
          </a:xfrm>
          <a:prstGeom prst="rect">
            <a:avLst/>
          </a:prstGeom>
          <a:noFill/>
          <a:ln/>
        </p:spPr>
        <p:txBody>
          <a:bodyPr wrap="square" lIns="0" tIns="0" rIns="0" bIns="0" rtlCol="0" anchor="ctr"/>
          <a:lstStyle/>
          <a:p>
            <a:pPr algn="ctr" indent="0" marL="0">
              <a:buNone/>
            </a:pPr>
            <a:r>
              <a:rPr lang="en-US" sz="2600" b="1" dirty="0">
                <a:solidFill>
                  <a:schemeClr val="bg1"/>
                </a:solidFill>
                <a:latin typeface="+mj-lt" pitchFamily="34" charset="0"/>
                <a:ea typeface="+mj-lt" pitchFamily="34" charset="-122"/>
                <a:cs typeface="+mj-lt" pitchFamily="34" charset="-120"/>
              </a:rPr>
              <a:t>wonen</a:t>
            </a:r>
            <a:endParaRPr lang="en-US" sz="2600" dirty="0"/>
          </a:p>
        </p:txBody>
      </p:sp>
      <p:sp>
        <p:nvSpPr>
          <p:cNvPr id="21" name="Text 18"/>
          <p:cNvSpPr txBox="1"/>
          <p:nvPr/>
        </p:nvSpPr>
        <p:spPr>
          <a:xfrm>
            <a:off x="3794760" y="2514600"/>
            <a:ext cx="685800" cy="777240"/>
          </a:xfrm>
          <a:prstGeom prst="rect">
            <a:avLst/>
          </a:prstGeom>
          <a:noFill/>
          <a:ln/>
        </p:spPr>
        <p:txBody>
          <a:bodyPr wrap="square" lIns="0" tIns="0" rIns="0" bIns="0" rtlCol="0" anchor="ctr"/>
          <a:lstStyle/>
          <a:p>
            <a:pPr algn="l" indent="0" marL="0">
              <a:buNone/>
            </a:pPr>
            <a:r>
              <a:rPr lang="en-US" sz="2200" dirty="0">
                <a:solidFill>
                  <a:schemeClr val="accent5"/>
                </a:solidFill>
              </a:rPr>
              <a:t>ik</a:t>
            </a:r>
            <a:endParaRPr lang="en-US" sz="2200" dirty="0"/>
          </a:p>
        </p:txBody>
      </p:sp>
      <p:sp>
        <p:nvSpPr>
          <p:cNvPr id="22" name="Text 19"/>
          <p:cNvSpPr txBox="1"/>
          <p:nvPr/>
        </p:nvSpPr>
        <p:spPr>
          <a:xfrm>
            <a:off x="4434840" y="2514600"/>
            <a:ext cx="169164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woon</a:t>
            </a:r>
            <a:endParaRPr lang="en-US" sz="2800" dirty="0"/>
          </a:p>
        </p:txBody>
      </p:sp>
      <p:sp>
        <p:nvSpPr>
          <p:cNvPr id="23" name="Shape 20"/>
          <p:cNvSpPr/>
          <p:nvPr/>
        </p:nvSpPr>
        <p:spPr>
          <a:xfrm>
            <a:off x="3749040" y="3392424"/>
            <a:ext cx="2240280" cy="914"/>
          </a:xfrm>
          <a:prstGeom prst="line">
            <a:avLst/>
          </a:prstGeom>
          <a:noFill/>
          <a:ln w="12700">
            <a:solidFill>
              <a:srgbClr val="D5DCE6"/>
            </a:solidFill>
            <a:prstDash val="solid"/>
          </a:ln>
        </p:spPr>
      </p:sp>
      <p:sp>
        <p:nvSpPr>
          <p:cNvPr id="24" name="Text 21"/>
          <p:cNvSpPr txBox="1"/>
          <p:nvPr/>
        </p:nvSpPr>
        <p:spPr>
          <a:xfrm>
            <a:off x="3794760" y="3502152"/>
            <a:ext cx="685800" cy="777240"/>
          </a:xfrm>
          <a:prstGeom prst="rect">
            <a:avLst/>
          </a:prstGeom>
          <a:noFill/>
          <a:ln/>
        </p:spPr>
        <p:txBody>
          <a:bodyPr wrap="square" lIns="0" tIns="0" rIns="0" bIns="0" rtlCol="0" anchor="ctr"/>
          <a:lstStyle/>
          <a:p>
            <a:pPr algn="l" indent="0" marL="0">
              <a:buNone/>
            </a:pPr>
            <a:r>
              <a:rPr lang="en-US" sz="2200" dirty="0">
                <a:solidFill>
                  <a:schemeClr val="accent5"/>
                </a:solidFill>
              </a:rPr>
              <a:t>hij</a:t>
            </a:r>
            <a:endParaRPr lang="en-US" sz="2200" dirty="0"/>
          </a:p>
        </p:txBody>
      </p:sp>
      <p:sp>
        <p:nvSpPr>
          <p:cNvPr id="25" name="Text 22"/>
          <p:cNvSpPr txBox="1"/>
          <p:nvPr/>
        </p:nvSpPr>
        <p:spPr>
          <a:xfrm>
            <a:off x="4434840" y="3502152"/>
            <a:ext cx="169164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woon</a:t>
            </a:r>
            <a:r>
              <a:rPr lang="en-US" sz="2800" b="1" dirty="0">
                <a:solidFill>
                  <a:schemeClr val="accent1"/>
                </a:solidFill>
                <a:latin typeface="+mj-lt" pitchFamily="34" charset="0"/>
                <a:ea typeface="+mj-lt" pitchFamily="34" charset="-122"/>
                <a:cs typeface="+mj-lt" pitchFamily="34" charset="-120"/>
              </a:rPr>
              <a:t>t</a:t>
            </a:r>
            <a:endParaRPr lang="en-US" sz="2800" dirty="0"/>
          </a:p>
        </p:txBody>
      </p:sp>
      <p:sp>
        <p:nvSpPr>
          <p:cNvPr id="26" name="Shape 23"/>
          <p:cNvSpPr/>
          <p:nvPr/>
        </p:nvSpPr>
        <p:spPr>
          <a:xfrm>
            <a:off x="3749040" y="4379976"/>
            <a:ext cx="2240280" cy="914"/>
          </a:xfrm>
          <a:prstGeom prst="line">
            <a:avLst/>
          </a:prstGeom>
          <a:noFill/>
          <a:ln w="12700">
            <a:solidFill>
              <a:srgbClr val="D5DCE6"/>
            </a:solidFill>
            <a:prstDash val="solid"/>
          </a:ln>
        </p:spPr>
      </p:sp>
      <p:sp>
        <p:nvSpPr>
          <p:cNvPr id="27" name="Text 24"/>
          <p:cNvSpPr txBox="1"/>
          <p:nvPr/>
        </p:nvSpPr>
        <p:spPr>
          <a:xfrm>
            <a:off x="3794760" y="4489704"/>
            <a:ext cx="685800" cy="777240"/>
          </a:xfrm>
          <a:prstGeom prst="rect">
            <a:avLst/>
          </a:prstGeom>
          <a:noFill/>
          <a:ln/>
        </p:spPr>
        <p:txBody>
          <a:bodyPr wrap="square" lIns="0" tIns="0" rIns="0" bIns="0" rtlCol="0" anchor="ctr"/>
          <a:lstStyle/>
          <a:p>
            <a:pPr algn="l" indent="0" marL="0">
              <a:buNone/>
            </a:pPr>
            <a:r>
              <a:rPr lang="en-US" sz="2200" dirty="0">
                <a:solidFill>
                  <a:schemeClr val="accent5"/>
                </a:solidFill>
              </a:rPr>
              <a:t>wij</a:t>
            </a:r>
            <a:endParaRPr lang="en-US" sz="2200" dirty="0"/>
          </a:p>
        </p:txBody>
      </p:sp>
      <p:sp>
        <p:nvSpPr>
          <p:cNvPr id="28" name="Text 25"/>
          <p:cNvSpPr txBox="1"/>
          <p:nvPr/>
        </p:nvSpPr>
        <p:spPr>
          <a:xfrm>
            <a:off x="4434840" y="4489704"/>
            <a:ext cx="169164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won</a:t>
            </a:r>
            <a:r>
              <a:rPr lang="en-US" sz="2800" b="1" dirty="0">
                <a:solidFill>
                  <a:schemeClr val="accent1"/>
                </a:solidFill>
                <a:latin typeface="+mj-lt" pitchFamily="34" charset="0"/>
                <a:ea typeface="+mj-lt" pitchFamily="34" charset="-122"/>
                <a:cs typeface="+mj-lt" pitchFamily="34" charset="-120"/>
              </a:rPr>
              <a:t>en</a:t>
            </a:r>
            <a:endParaRPr lang="en-US" sz="2800" dirty="0"/>
          </a:p>
        </p:txBody>
      </p:sp>
      <p:sp>
        <p:nvSpPr>
          <p:cNvPr id="29" name="Shape 26"/>
          <p:cNvSpPr/>
          <p:nvPr/>
        </p:nvSpPr>
        <p:spPr>
          <a:xfrm>
            <a:off x="6492240" y="1600200"/>
            <a:ext cx="2697480" cy="3931920"/>
          </a:xfrm>
          <a:prstGeom prst="roundRect">
            <a:avLst>
              <a:gd name="adj" fmla="val 2712"/>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0" name="Shape 27"/>
          <p:cNvSpPr/>
          <p:nvPr/>
        </p:nvSpPr>
        <p:spPr>
          <a:xfrm>
            <a:off x="6492240" y="1600200"/>
            <a:ext cx="2697480" cy="731520"/>
          </a:xfrm>
          <a:prstGeom prst="roundRect">
            <a:avLst>
              <a:gd name="adj" fmla="val 10000"/>
            </a:avLst>
          </a:prstGeom>
          <a:solidFill>
            <a:schemeClr val="tx2"/>
          </a:solidFill>
          <a:ln w="12700">
            <a:solidFill>
              <a:srgbClr val="FFFFFF">
                <a:alpha val="0"/>
              </a:srgbClr>
            </a:solidFill>
            <a:prstDash val="solid"/>
          </a:ln>
        </p:spPr>
      </p:sp>
      <p:sp>
        <p:nvSpPr>
          <p:cNvPr id="31" name="Shape 28"/>
          <p:cNvSpPr/>
          <p:nvPr/>
        </p:nvSpPr>
        <p:spPr>
          <a:xfrm>
            <a:off x="6492240" y="2103120"/>
            <a:ext cx="2697480" cy="228600"/>
          </a:xfrm>
          <a:prstGeom prst="rect">
            <a:avLst/>
          </a:prstGeom>
          <a:solidFill>
            <a:schemeClr val="tx2"/>
          </a:solidFill>
          <a:ln w="12700">
            <a:solidFill>
              <a:srgbClr val="FFFFFF">
                <a:alpha val="0"/>
              </a:srgbClr>
            </a:solidFill>
            <a:prstDash val="solid"/>
          </a:ln>
        </p:spPr>
      </p:sp>
      <p:sp>
        <p:nvSpPr>
          <p:cNvPr id="32" name="Text 29"/>
          <p:cNvSpPr txBox="1"/>
          <p:nvPr/>
        </p:nvSpPr>
        <p:spPr>
          <a:xfrm>
            <a:off x="6492240" y="1600200"/>
            <a:ext cx="2697480" cy="731520"/>
          </a:xfrm>
          <a:prstGeom prst="rect">
            <a:avLst/>
          </a:prstGeom>
          <a:noFill/>
          <a:ln/>
        </p:spPr>
        <p:txBody>
          <a:bodyPr wrap="square" lIns="0" tIns="0" rIns="0" bIns="0" rtlCol="0" anchor="ctr"/>
          <a:lstStyle/>
          <a:p>
            <a:pPr algn="ctr" indent="0" marL="0">
              <a:buNone/>
            </a:pPr>
            <a:r>
              <a:rPr lang="en-US" sz="2600" b="1" dirty="0">
                <a:solidFill>
                  <a:schemeClr val="bg1"/>
                </a:solidFill>
                <a:latin typeface="+mj-lt" pitchFamily="34" charset="0"/>
                <a:ea typeface="+mj-lt" pitchFamily="34" charset="-122"/>
                <a:cs typeface="+mj-lt" pitchFamily="34" charset="-120"/>
              </a:rPr>
              <a:t>spreken</a:t>
            </a:r>
            <a:endParaRPr lang="en-US" sz="2600" dirty="0"/>
          </a:p>
        </p:txBody>
      </p:sp>
      <p:sp>
        <p:nvSpPr>
          <p:cNvPr id="33" name="Text 30"/>
          <p:cNvSpPr txBox="1"/>
          <p:nvPr/>
        </p:nvSpPr>
        <p:spPr>
          <a:xfrm>
            <a:off x="6766560" y="2514600"/>
            <a:ext cx="685800" cy="777240"/>
          </a:xfrm>
          <a:prstGeom prst="rect">
            <a:avLst/>
          </a:prstGeom>
          <a:noFill/>
          <a:ln/>
        </p:spPr>
        <p:txBody>
          <a:bodyPr wrap="square" lIns="0" tIns="0" rIns="0" bIns="0" rtlCol="0" anchor="ctr"/>
          <a:lstStyle/>
          <a:p>
            <a:pPr algn="l" indent="0" marL="0">
              <a:buNone/>
            </a:pPr>
            <a:r>
              <a:rPr lang="en-US" sz="2200" dirty="0">
                <a:solidFill>
                  <a:schemeClr val="accent5"/>
                </a:solidFill>
              </a:rPr>
              <a:t>ik</a:t>
            </a:r>
            <a:endParaRPr lang="en-US" sz="2200" dirty="0"/>
          </a:p>
        </p:txBody>
      </p:sp>
      <p:sp>
        <p:nvSpPr>
          <p:cNvPr id="34" name="Text 31"/>
          <p:cNvSpPr txBox="1"/>
          <p:nvPr/>
        </p:nvSpPr>
        <p:spPr>
          <a:xfrm>
            <a:off x="7406640" y="2514600"/>
            <a:ext cx="169164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spreek</a:t>
            </a:r>
            <a:endParaRPr lang="en-US" sz="2800" dirty="0"/>
          </a:p>
        </p:txBody>
      </p:sp>
      <p:sp>
        <p:nvSpPr>
          <p:cNvPr id="35" name="Shape 32"/>
          <p:cNvSpPr/>
          <p:nvPr/>
        </p:nvSpPr>
        <p:spPr>
          <a:xfrm>
            <a:off x="6720840" y="3392424"/>
            <a:ext cx="2240280" cy="914"/>
          </a:xfrm>
          <a:prstGeom prst="line">
            <a:avLst/>
          </a:prstGeom>
          <a:noFill/>
          <a:ln w="12700">
            <a:solidFill>
              <a:srgbClr val="D5DCE6"/>
            </a:solidFill>
            <a:prstDash val="solid"/>
          </a:ln>
        </p:spPr>
      </p:sp>
      <p:sp>
        <p:nvSpPr>
          <p:cNvPr id="36" name="Text 33"/>
          <p:cNvSpPr txBox="1"/>
          <p:nvPr/>
        </p:nvSpPr>
        <p:spPr>
          <a:xfrm>
            <a:off x="6766560" y="3502152"/>
            <a:ext cx="685800" cy="777240"/>
          </a:xfrm>
          <a:prstGeom prst="rect">
            <a:avLst/>
          </a:prstGeom>
          <a:noFill/>
          <a:ln/>
        </p:spPr>
        <p:txBody>
          <a:bodyPr wrap="square" lIns="0" tIns="0" rIns="0" bIns="0" rtlCol="0" anchor="ctr"/>
          <a:lstStyle/>
          <a:p>
            <a:pPr algn="l" indent="0" marL="0">
              <a:buNone/>
            </a:pPr>
            <a:r>
              <a:rPr lang="en-US" sz="2200" dirty="0">
                <a:solidFill>
                  <a:schemeClr val="accent5"/>
                </a:solidFill>
              </a:rPr>
              <a:t>hij</a:t>
            </a:r>
            <a:endParaRPr lang="en-US" sz="2200" dirty="0"/>
          </a:p>
        </p:txBody>
      </p:sp>
      <p:sp>
        <p:nvSpPr>
          <p:cNvPr id="37" name="Text 34"/>
          <p:cNvSpPr txBox="1"/>
          <p:nvPr/>
        </p:nvSpPr>
        <p:spPr>
          <a:xfrm>
            <a:off x="7406640" y="3502152"/>
            <a:ext cx="169164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spreek</a:t>
            </a:r>
            <a:r>
              <a:rPr lang="en-US" sz="2800" b="1" dirty="0">
                <a:solidFill>
                  <a:schemeClr val="accent1"/>
                </a:solidFill>
                <a:latin typeface="+mj-lt" pitchFamily="34" charset="0"/>
                <a:ea typeface="+mj-lt" pitchFamily="34" charset="-122"/>
                <a:cs typeface="+mj-lt" pitchFamily="34" charset="-120"/>
              </a:rPr>
              <a:t>t</a:t>
            </a:r>
            <a:endParaRPr lang="en-US" sz="2800" dirty="0"/>
          </a:p>
        </p:txBody>
      </p:sp>
      <p:sp>
        <p:nvSpPr>
          <p:cNvPr id="38" name="Shape 35"/>
          <p:cNvSpPr/>
          <p:nvPr/>
        </p:nvSpPr>
        <p:spPr>
          <a:xfrm>
            <a:off x="6720840" y="4379976"/>
            <a:ext cx="2240280" cy="914"/>
          </a:xfrm>
          <a:prstGeom prst="line">
            <a:avLst/>
          </a:prstGeom>
          <a:noFill/>
          <a:ln w="12700">
            <a:solidFill>
              <a:srgbClr val="D5DCE6"/>
            </a:solidFill>
            <a:prstDash val="solid"/>
          </a:ln>
        </p:spPr>
      </p:sp>
      <p:sp>
        <p:nvSpPr>
          <p:cNvPr id="39" name="Text 36"/>
          <p:cNvSpPr txBox="1"/>
          <p:nvPr/>
        </p:nvSpPr>
        <p:spPr>
          <a:xfrm>
            <a:off x="6766560" y="4489704"/>
            <a:ext cx="685800" cy="777240"/>
          </a:xfrm>
          <a:prstGeom prst="rect">
            <a:avLst/>
          </a:prstGeom>
          <a:noFill/>
          <a:ln/>
        </p:spPr>
        <p:txBody>
          <a:bodyPr wrap="square" lIns="0" tIns="0" rIns="0" bIns="0" rtlCol="0" anchor="ctr"/>
          <a:lstStyle/>
          <a:p>
            <a:pPr algn="l" indent="0" marL="0">
              <a:buNone/>
            </a:pPr>
            <a:r>
              <a:rPr lang="en-US" sz="2200" dirty="0">
                <a:solidFill>
                  <a:schemeClr val="accent5"/>
                </a:solidFill>
              </a:rPr>
              <a:t>wij</a:t>
            </a:r>
            <a:endParaRPr lang="en-US" sz="2200" dirty="0"/>
          </a:p>
        </p:txBody>
      </p:sp>
      <p:sp>
        <p:nvSpPr>
          <p:cNvPr id="40" name="Text 37"/>
          <p:cNvSpPr txBox="1"/>
          <p:nvPr/>
        </p:nvSpPr>
        <p:spPr>
          <a:xfrm>
            <a:off x="7406640" y="4489704"/>
            <a:ext cx="169164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sprek</a:t>
            </a:r>
            <a:r>
              <a:rPr lang="en-US" sz="2800" b="1" dirty="0">
                <a:solidFill>
                  <a:schemeClr val="accent1"/>
                </a:solidFill>
                <a:latin typeface="+mj-lt" pitchFamily="34" charset="0"/>
                <a:ea typeface="+mj-lt" pitchFamily="34" charset="-122"/>
                <a:cs typeface="+mj-lt" pitchFamily="34" charset="-120"/>
              </a:rPr>
              <a:t>en</a:t>
            </a:r>
            <a:endParaRPr lang="en-US" sz="2800" dirty="0"/>
          </a:p>
        </p:txBody>
      </p:sp>
      <p:sp>
        <p:nvSpPr>
          <p:cNvPr id="41" name="Text 38"/>
          <p:cNvSpPr txBox="1"/>
          <p:nvPr/>
        </p:nvSpPr>
        <p:spPr>
          <a:xfrm>
            <a:off x="548640" y="5760720"/>
            <a:ext cx="8641080" cy="365760"/>
          </a:xfrm>
          <a:prstGeom prst="rect">
            <a:avLst/>
          </a:prstGeom>
          <a:noFill/>
          <a:ln/>
        </p:spPr>
        <p:txBody>
          <a:bodyPr wrap="square" lIns="0" tIns="0" rIns="0" bIns="0" rtlCol="0" anchor="t"/>
          <a:lstStyle/>
          <a:p>
            <a:pPr algn="ctr" indent="0" marL="0">
              <a:buNone/>
            </a:pPr>
            <a:r>
              <a:rPr lang="en-US" sz="1600" b="1" i="1" dirty="0">
                <a:solidFill>
                  <a:schemeClr val="tx2"/>
                </a:solidFill>
              </a:rPr>
              <a:t>bleu nuit</a:t>
            </a:r>
            <a:r>
              <a:rPr lang="en-US" sz="1600" i="1" dirty="0">
                <a:solidFill>
                  <a:schemeClr val="accent5"/>
                </a:solidFill>
              </a:rPr>
              <a:t> = partie commune  ·  </a:t>
            </a:r>
            <a:r>
              <a:rPr lang="en-US" sz="1600" b="1" i="1" dirty="0">
                <a:solidFill>
                  <a:schemeClr val="accent1"/>
                </a:solidFill>
              </a:rPr>
              <a:t>orange</a:t>
            </a:r>
            <a:r>
              <a:rPr lang="en-US" sz="1600" i="1" dirty="0">
                <a:solidFill>
                  <a:schemeClr val="accent5"/>
                </a:solidFill>
              </a:rPr>
              <a:t> = terminaison</a:t>
            </a:r>
            <a:endParaRPr lang="en-US" sz="1600" dirty="0"/>
          </a:p>
        </p:txBody>
      </p:sp>
      <p:sp>
        <p:nvSpPr>
          <p:cNvPr id="42" name="Shape 39"/>
          <p:cNvSpPr/>
          <p:nvPr/>
        </p:nvSpPr>
        <p:spPr>
          <a:xfrm>
            <a:off x="9372600" y="1828800"/>
            <a:ext cx="2267712" cy="1097280"/>
          </a:xfrm>
          <a:prstGeom prst="roundRect">
            <a:avLst>
              <a:gd name="adj" fmla="val 15000"/>
            </a:avLst>
          </a:prstGeom>
          <a:solidFill>
            <a:schemeClr val="accent2">
              <a:alpha val="12000"/>
            </a:schemeClr>
          </a:solidFill>
          <a:ln w="15875">
            <a:solidFill>
              <a:srgbClr val="2A6FB0"/>
            </a:solidFill>
            <a:prstDash val="solid"/>
          </a:ln>
        </p:spPr>
      </p:sp>
      <p:sp>
        <p:nvSpPr>
          <p:cNvPr id="43" name="Text 40"/>
          <p:cNvSpPr txBox="1"/>
          <p:nvPr/>
        </p:nvSpPr>
        <p:spPr>
          <a:xfrm>
            <a:off x="9537192" y="1828800"/>
            <a:ext cx="1938528" cy="1097280"/>
          </a:xfrm>
          <a:prstGeom prst="rect">
            <a:avLst/>
          </a:prstGeom>
          <a:noFill/>
          <a:ln/>
        </p:spPr>
        <p:txBody>
          <a:bodyPr wrap="square" lIns="0" tIns="0" rIns="0" bIns="0" rtlCol="0" anchor="ctr"/>
          <a:lstStyle/>
          <a:p>
            <a:pPr algn="ctr" indent="0" marL="0">
              <a:buNone/>
            </a:pPr>
            <a:r>
              <a:rPr lang="en-US" sz="2000" b="1" dirty="0">
                <a:solidFill>
                  <a:schemeClr val="tx1"/>
                </a:solidFill>
              </a:rPr>
              <a:t>Quelle est la règle ?</a:t>
            </a:r>
            <a:endParaRPr lang="en-US" sz="2000" dirty="0"/>
          </a:p>
        </p:txBody>
      </p:sp>
      <p:pic>
        <p:nvPicPr>
          <p:cNvPr id="44" name="Image 0" descr="L’enseignant">    </p:cNvPr>
          <p:cNvPicPr>
            <a:picLocks noChangeAspect="1"/>
          </p:cNvPicPr>
          <p:nvPr/>
        </p:nvPicPr>
        <p:blipFill>
          <a:blip r:embed="rId1"/>
          <a:stretch>
            <a:fillRect/>
          </a:stretch>
        </p:blipFill>
        <p:spPr>
          <a:xfrm>
            <a:off x="9418320" y="4069080"/>
            <a:ext cx="2194560" cy="2194560"/>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 radical (de stam), la clé du présent</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640080" y="2971800"/>
            <a:ext cx="10881360" cy="146304"/>
          </a:xfrm>
          <a:prstGeom prst="roundRect">
            <a:avLst>
              <a:gd name="adj" fmla="val 50000"/>
            </a:avLst>
          </a:prstGeom>
          <a:solidFill>
            <a:schemeClr val="accent5">
              <a:alpha val="55000"/>
            </a:schemeClr>
          </a:solidFill>
          <a:ln w="12700">
            <a:solidFill>
              <a:srgbClr val="FFFFFF">
                <a:alpha val="0"/>
              </a:srgbClr>
            </a:solidFill>
            <a:prstDash val="solid"/>
          </a:ln>
        </p:spPr>
      </p:sp>
      <p:sp>
        <p:nvSpPr>
          <p:cNvPr id="6" name="Shape 3"/>
          <p:cNvSpPr/>
          <p:nvPr/>
        </p:nvSpPr>
        <p:spPr>
          <a:xfrm>
            <a:off x="841248" y="3154680"/>
            <a:ext cx="146304" cy="146304"/>
          </a:xfrm>
          <a:prstGeom prst="ellipse">
            <a:avLst/>
          </a:prstGeom>
          <a:solidFill>
            <a:srgbClr val="B8C2CF"/>
          </a:solidFill>
          <a:ln w="12700">
            <a:solidFill>
              <a:srgbClr val="FFFFFF">
                <a:alpha val="0"/>
              </a:srgbClr>
            </a:solidFill>
            <a:prstDash val="solid"/>
          </a:ln>
        </p:spPr>
      </p:sp>
      <p:sp>
        <p:nvSpPr>
          <p:cNvPr id="7" name="Shape 4"/>
          <p:cNvSpPr/>
          <p:nvPr/>
        </p:nvSpPr>
        <p:spPr>
          <a:xfrm>
            <a:off x="1389888" y="3154680"/>
            <a:ext cx="146304" cy="146304"/>
          </a:xfrm>
          <a:prstGeom prst="ellipse">
            <a:avLst/>
          </a:prstGeom>
          <a:solidFill>
            <a:srgbClr val="B8C2CF"/>
          </a:solidFill>
          <a:ln w="12700">
            <a:solidFill>
              <a:srgbClr val="FFFFFF">
                <a:alpha val="0"/>
              </a:srgbClr>
            </a:solidFill>
            <a:prstDash val="solid"/>
          </a:ln>
        </p:spPr>
      </p:sp>
      <p:sp>
        <p:nvSpPr>
          <p:cNvPr id="8" name="Shape 5"/>
          <p:cNvSpPr/>
          <p:nvPr/>
        </p:nvSpPr>
        <p:spPr>
          <a:xfrm>
            <a:off x="1938528" y="3154680"/>
            <a:ext cx="146304" cy="146304"/>
          </a:xfrm>
          <a:prstGeom prst="ellipse">
            <a:avLst/>
          </a:prstGeom>
          <a:solidFill>
            <a:srgbClr val="B8C2CF"/>
          </a:solidFill>
          <a:ln w="12700">
            <a:solidFill>
              <a:srgbClr val="FFFFFF">
                <a:alpha val="0"/>
              </a:srgbClr>
            </a:solidFill>
            <a:prstDash val="solid"/>
          </a:ln>
        </p:spPr>
      </p:sp>
      <p:sp>
        <p:nvSpPr>
          <p:cNvPr id="9" name="Shape 6"/>
          <p:cNvSpPr/>
          <p:nvPr/>
        </p:nvSpPr>
        <p:spPr>
          <a:xfrm>
            <a:off x="2487168" y="3154680"/>
            <a:ext cx="146304" cy="146304"/>
          </a:xfrm>
          <a:prstGeom prst="ellipse">
            <a:avLst/>
          </a:prstGeom>
          <a:solidFill>
            <a:srgbClr val="B8C2CF"/>
          </a:solidFill>
          <a:ln w="12700">
            <a:solidFill>
              <a:srgbClr val="FFFFFF">
                <a:alpha val="0"/>
              </a:srgbClr>
            </a:solidFill>
            <a:prstDash val="solid"/>
          </a:ln>
        </p:spPr>
      </p:sp>
      <p:sp>
        <p:nvSpPr>
          <p:cNvPr id="10" name="Shape 7"/>
          <p:cNvSpPr/>
          <p:nvPr/>
        </p:nvSpPr>
        <p:spPr>
          <a:xfrm>
            <a:off x="3035808" y="3154680"/>
            <a:ext cx="146304" cy="146304"/>
          </a:xfrm>
          <a:prstGeom prst="ellipse">
            <a:avLst/>
          </a:prstGeom>
          <a:solidFill>
            <a:srgbClr val="B8C2CF"/>
          </a:solidFill>
          <a:ln w="12700">
            <a:solidFill>
              <a:srgbClr val="FFFFFF">
                <a:alpha val="0"/>
              </a:srgbClr>
            </a:solidFill>
            <a:prstDash val="solid"/>
          </a:ln>
        </p:spPr>
      </p:sp>
      <p:sp>
        <p:nvSpPr>
          <p:cNvPr id="11" name="Shape 8"/>
          <p:cNvSpPr/>
          <p:nvPr/>
        </p:nvSpPr>
        <p:spPr>
          <a:xfrm>
            <a:off x="3584448" y="3154680"/>
            <a:ext cx="146304" cy="146304"/>
          </a:xfrm>
          <a:prstGeom prst="ellipse">
            <a:avLst/>
          </a:prstGeom>
          <a:solidFill>
            <a:srgbClr val="B8C2CF"/>
          </a:solidFill>
          <a:ln w="12700">
            <a:solidFill>
              <a:srgbClr val="FFFFFF">
                <a:alpha val="0"/>
              </a:srgbClr>
            </a:solidFill>
            <a:prstDash val="solid"/>
          </a:ln>
        </p:spPr>
      </p:sp>
      <p:sp>
        <p:nvSpPr>
          <p:cNvPr id="12" name="Shape 9"/>
          <p:cNvSpPr/>
          <p:nvPr/>
        </p:nvSpPr>
        <p:spPr>
          <a:xfrm>
            <a:off x="4133088" y="3154680"/>
            <a:ext cx="146304" cy="146304"/>
          </a:xfrm>
          <a:prstGeom prst="ellipse">
            <a:avLst/>
          </a:prstGeom>
          <a:solidFill>
            <a:srgbClr val="B8C2CF"/>
          </a:solidFill>
          <a:ln w="12700">
            <a:solidFill>
              <a:srgbClr val="FFFFFF">
                <a:alpha val="0"/>
              </a:srgbClr>
            </a:solidFill>
            <a:prstDash val="solid"/>
          </a:ln>
        </p:spPr>
      </p:sp>
      <p:sp>
        <p:nvSpPr>
          <p:cNvPr id="13" name="Shape 10"/>
          <p:cNvSpPr/>
          <p:nvPr/>
        </p:nvSpPr>
        <p:spPr>
          <a:xfrm>
            <a:off x="4681728" y="3154680"/>
            <a:ext cx="146304" cy="146304"/>
          </a:xfrm>
          <a:prstGeom prst="ellipse">
            <a:avLst/>
          </a:prstGeom>
          <a:solidFill>
            <a:srgbClr val="B8C2CF"/>
          </a:solidFill>
          <a:ln w="12700">
            <a:solidFill>
              <a:srgbClr val="FFFFFF">
                <a:alpha val="0"/>
              </a:srgbClr>
            </a:solidFill>
            <a:prstDash val="solid"/>
          </a:ln>
        </p:spPr>
      </p:sp>
      <p:sp>
        <p:nvSpPr>
          <p:cNvPr id="14" name="Shape 11"/>
          <p:cNvSpPr/>
          <p:nvPr/>
        </p:nvSpPr>
        <p:spPr>
          <a:xfrm>
            <a:off x="5230368" y="3154680"/>
            <a:ext cx="146304" cy="146304"/>
          </a:xfrm>
          <a:prstGeom prst="ellipse">
            <a:avLst/>
          </a:prstGeom>
          <a:solidFill>
            <a:srgbClr val="B8C2CF"/>
          </a:solidFill>
          <a:ln w="12700">
            <a:solidFill>
              <a:srgbClr val="FFFFFF">
                <a:alpha val="0"/>
              </a:srgbClr>
            </a:solidFill>
            <a:prstDash val="solid"/>
          </a:ln>
        </p:spPr>
      </p:sp>
      <p:sp>
        <p:nvSpPr>
          <p:cNvPr id="15" name="Shape 12"/>
          <p:cNvSpPr/>
          <p:nvPr/>
        </p:nvSpPr>
        <p:spPr>
          <a:xfrm>
            <a:off x="5779008" y="3154680"/>
            <a:ext cx="146304" cy="146304"/>
          </a:xfrm>
          <a:prstGeom prst="ellipse">
            <a:avLst/>
          </a:prstGeom>
          <a:solidFill>
            <a:srgbClr val="B8C2CF"/>
          </a:solidFill>
          <a:ln w="12700">
            <a:solidFill>
              <a:srgbClr val="FFFFFF">
                <a:alpha val="0"/>
              </a:srgbClr>
            </a:solidFill>
            <a:prstDash val="solid"/>
          </a:ln>
        </p:spPr>
      </p:sp>
      <p:sp>
        <p:nvSpPr>
          <p:cNvPr id="16" name="Shape 13"/>
          <p:cNvSpPr/>
          <p:nvPr/>
        </p:nvSpPr>
        <p:spPr>
          <a:xfrm>
            <a:off x="6327648" y="3154680"/>
            <a:ext cx="146304" cy="146304"/>
          </a:xfrm>
          <a:prstGeom prst="ellipse">
            <a:avLst/>
          </a:prstGeom>
          <a:solidFill>
            <a:srgbClr val="B8C2CF"/>
          </a:solidFill>
          <a:ln w="12700">
            <a:solidFill>
              <a:srgbClr val="FFFFFF">
                <a:alpha val="0"/>
              </a:srgbClr>
            </a:solidFill>
            <a:prstDash val="solid"/>
          </a:ln>
        </p:spPr>
      </p:sp>
      <p:sp>
        <p:nvSpPr>
          <p:cNvPr id="17" name="Shape 14"/>
          <p:cNvSpPr/>
          <p:nvPr/>
        </p:nvSpPr>
        <p:spPr>
          <a:xfrm>
            <a:off x="6876288" y="3154680"/>
            <a:ext cx="146304" cy="146304"/>
          </a:xfrm>
          <a:prstGeom prst="ellipse">
            <a:avLst/>
          </a:prstGeom>
          <a:solidFill>
            <a:srgbClr val="B8C2CF"/>
          </a:solidFill>
          <a:ln w="12700">
            <a:solidFill>
              <a:srgbClr val="FFFFFF">
                <a:alpha val="0"/>
              </a:srgbClr>
            </a:solidFill>
            <a:prstDash val="solid"/>
          </a:ln>
        </p:spPr>
      </p:sp>
      <p:sp>
        <p:nvSpPr>
          <p:cNvPr id="18" name="Shape 15"/>
          <p:cNvSpPr/>
          <p:nvPr/>
        </p:nvSpPr>
        <p:spPr>
          <a:xfrm>
            <a:off x="7424928" y="3154680"/>
            <a:ext cx="146304" cy="146304"/>
          </a:xfrm>
          <a:prstGeom prst="ellipse">
            <a:avLst/>
          </a:prstGeom>
          <a:solidFill>
            <a:srgbClr val="B8C2CF"/>
          </a:solidFill>
          <a:ln w="12700">
            <a:solidFill>
              <a:srgbClr val="FFFFFF">
                <a:alpha val="0"/>
              </a:srgbClr>
            </a:solidFill>
            <a:prstDash val="solid"/>
          </a:ln>
        </p:spPr>
      </p:sp>
      <p:sp>
        <p:nvSpPr>
          <p:cNvPr id="19" name="Shape 16"/>
          <p:cNvSpPr/>
          <p:nvPr/>
        </p:nvSpPr>
        <p:spPr>
          <a:xfrm>
            <a:off x="7973568" y="3154680"/>
            <a:ext cx="146304" cy="146304"/>
          </a:xfrm>
          <a:prstGeom prst="ellipse">
            <a:avLst/>
          </a:prstGeom>
          <a:solidFill>
            <a:srgbClr val="B8C2CF"/>
          </a:solidFill>
          <a:ln w="12700">
            <a:solidFill>
              <a:srgbClr val="FFFFFF">
                <a:alpha val="0"/>
              </a:srgbClr>
            </a:solidFill>
            <a:prstDash val="solid"/>
          </a:ln>
        </p:spPr>
      </p:sp>
      <p:sp>
        <p:nvSpPr>
          <p:cNvPr id="20" name="Shape 17"/>
          <p:cNvSpPr/>
          <p:nvPr/>
        </p:nvSpPr>
        <p:spPr>
          <a:xfrm>
            <a:off x="8522208" y="3154680"/>
            <a:ext cx="146304" cy="146304"/>
          </a:xfrm>
          <a:prstGeom prst="ellipse">
            <a:avLst/>
          </a:prstGeom>
          <a:solidFill>
            <a:srgbClr val="B8C2CF"/>
          </a:solidFill>
          <a:ln w="12700">
            <a:solidFill>
              <a:srgbClr val="FFFFFF">
                <a:alpha val="0"/>
              </a:srgbClr>
            </a:solidFill>
            <a:prstDash val="solid"/>
          </a:ln>
        </p:spPr>
      </p:sp>
      <p:sp>
        <p:nvSpPr>
          <p:cNvPr id="21" name="Shape 18"/>
          <p:cNvSpPr/>
          <p:nvPr/>
        </p:nvSpPr>
        <p:spPr>
          <a:xfrm>
            <a:off x="9070848" y="3154680"/>
            <a:ext cx="146304" cy="146304"/>
          </a:xfrm>
          <a:prstGeom prst="ellipse">
            <a:avLst/>
          </a:prstGeom>
          <a:solidFill>
            <a:srgbClr val="B8C2CF"/>
          </a:solidFill>
          <a:ln w="12700">
            <a:solidFill>
              <a:srgbClr val="FFFFFF">
                <a:alpha val="0"/>
              </a:srgbClr>
            </a:solidFill>
            <a:prstDash val="solid"/>
          </a:ln>
        </p:spPr>
      </p:sp>
      <p:sp>
        <p:nvSpPr>
          <p:cNvPr id="22" name="Shape 19"/>
          <p:cNvSpPr/>
          <p:nvPr/>
        </p:nvSpPr>
        <p:spPr>
          <a:xfrm>
            <a:off x="9619488" y="3154680"/>
            <a:ext cx="146304" cy="146304"/>
          </a:xfrm>
          <a:prstGeom prst="ellipse">
            <a:avLst/>
          </a:prstGeom>
          <a:solidFill>
            <a:srgbClr val="B8C2CF"/>
          </a:solidFill>
          <a:ln w="12700">
            <a:solidFill>
              <a:srgbClr val="FFFFFF">
                <a:alpha val="0"/>
              </a:srgbClr>
            </a:solidFill>
            <a:prstDash val="solid"/>
          </a:ln>
        </p:spPr>
      </p:sp>
      <p:sp>
        <p:nvSpPr>
          <p:cNvPr id="23" name="Shape 20"/>
          <p:cNvSpPr/>
          <p:nvPr/>
        </p:nvSpPr>
        <p:spPr>
          <a:xfrm>
            <a:off x="10168128" y="3154680"/>
            <a:ext cx="146304" cy="146304"/>
          </a:xfrm>
          <a:prstGeom prst="ellipse">
            <a:avLst/>
          </a:prstGeom>
          <a:solidFill>
            <a:srgbClr val="B8C2CF"/>
          </a:solidFill>
          <a:ln w="12700">
            <a:solidFill>
              <a:srgbClr val="FFFFFF">
                <a:alpha val="0"/>
              </a:srgbClr>
            </a:solidFill>
            <a:prstDash val="solid"/>
          </a:ln>
        </p:spPr>
      </p:sp>
      <p:sp>
        <p:nvSpPr>
          <p:cNvPr id="24" name="Shape 21"/>
          <p:cNvSpPr/>
          <p:nvPr/>
        </p:nvSpPr>
        <p:spPr>
          <a:xfrm>
            <a:off x="10716768" y="3154680"/>
            <a:ext cx="146304" cy="146304"/>
          </a:xfrm>
          <a:prstGeom prst="ellipse">
            <a:avLst/>
          </a:prstGeom>
          <a:solidFill>
            <a:srgbClr val="B8C2CF"/>
          </a:solidFill>
          <a:ln w="12700">
            <a:solidFill>
              <a:srgbClr val="FFFFFF">
                <a:alpha val="0"/>
              </a:srgbClr>
            </a:solidFill>
            <a:prstDash val="solid"/>
          </a:ln>
        </p:spPr>
      </p:sp>
      <p:sp>
        <p:nvSpPr>
          <p:cNvPr id="25" name="Shape 22"/>
          <p:cNvSpPr/>
          <p:nvPr/>
        </p:nvSpPr>
        <p:spPr>
          <a:xfrm>
            <a:off x="11265408" y="3154680"/>
            <a:ext cx="146304" cy="146304"/>
          </a:xfrm>
          <a:prstGeom prst="ellipse">
            <a:avLst/>
          </a:prstGeom>
          <a:solidFill>
            <a:srgbClr val="B8C2CF"/>
          </a:solidFill>
          <a:ln w="12700">
            <a:solidFill>
              <a:srgbClr val="FFFFFF">
                <a:alpha val="0"/>
              </a:srgbClr>
            </a:solidFill>
            <a:prstDash val="solid"/>
          </a:ln>
        </p:spPr>
      </p:sp>
      <p:sp>
        <p:nvSpPr>
          <p:cNvPr id="26" name="Shape 23"/>
          <p:cNvSpPr/>
          <p:nvPr/>
        </p:nvSpPr>
        <p:spPr>
          <a:xfrm>
            <a:off x="868680" y="2103120"/>
            <a:ext cx="2651760" cy="822960"/>
          </a:xfrm>
          <a:prstGeom prst="roundRect">
            <a:avLst>
              <a:gd name="adj" fmla="val 11111"/>
            </a:avLst>
          </a:prstGeom>
          <a:solidFill>
            <a:srgbClr val="FFFFFF"/>
          </a:solidFill>
          <a:ln w="31750">
            <a:solidFill>
              <a:srgbClr val="17375E"/>
            </a:solidFill>
            <a:prstDash val="solid"/>
          </a:ln>
          <a:effectLst>
            <a:outerShdw sx="100000" sy="100000" kx="0" ky="0" algn="bl" rotWithShape="0" blurRad="101600" dist="25400" dir="3600000">
              <a:srgbClr val="000000">
                <a:alpha val="16000"/>
              </a:srgbClr>
            </a:outerShdw>
          </a:effectLst>
        </p:spPr>
      </p:sp>
      <p:sp>
        <p:nvSpPr>
          <p:cNvPr id="27" name="Text 24"/>
          <p:cNvSpPr txBox="1"/>
          <p:nvPr/>
        </p:nvSpPr>
        <p:spPr>
          <a:xfrm>
            <a:off x="914400" y="2103120"/>
            <a:ext cx="2560320" cy="822960"/>
          </a:xfrm>
          <a:prstGeom prst="rect">
            <a:avLst/>
          </a:prstGeom>
          <a:noFill/>
          <a:ln/>
        </p:spPr>
        <p:txBody>
          <a:bodyPr wrap="square" lIns="0" tIns="0" rIns="0" bIns="0" rtlCol="0" anchor="ctr"/>
          <a:lstStyle/>
          <a:p>
            <a:pPr algn="ctr" indent="0" marL="0">
              <a:buNone/>
            </a:pPr>
            <a:r>
              <a:rPr lang="en-US" sz="3000" b="1" dirty="0">
                <a:solidFill>
                  <a:schemeClr val="tx1"/>
                </a:solidFill>
                <a:latin typeface="+mj-lt" pitchFamily="34" charset="0"/>
                <a:ea typeface="+mj-lt" pitchFamily="34" charset="-122"/>
                <a:cs typeface="+mj-lt" pitchFamily="34" charset="-120"/>
              </a:rPr>
              <a:t>WERK</a:t>
            </a:r>
            <a:r>
              <a:rPr lang="en-US" sz="3000" b="1" dirty="0">
                <a:solidFill>
                  <a:schemeClr val="accent1"/>
                </a:solidFill>
                <a:latin typeface="+mj-lt" pitchFamily="34" charset="0"/>
                <a:ea typeface="+mj-lt" pitchFamily="34" charset="-122"/>
                <a:cs typeface="+mj-lt" pitchFamily="34" charset="-120"/>
              </a:rPr>
              <a:t>EN</a:t>
            </a:r>
            <a:endParaRPr lang="en-US" sz="3000" dirty="0"/>
          </a:p>
        </p:txBody>
      </p:sp>
      <p:pic>
        <p:nvPicPr>
          <p:cNvPr id="28" name="Image 0" descr="ChevronRight">    </p:cNvPr>
          <p:cNvPicPr>
            <a:picLocks noChangeAspect="1"/>
          </p:cNvPicPr>
          <p:nvPr/>
        </p:nvPicPr>
        <p:blipFill>
          <a:blip r:embed="rId1"/>
          <a:stretch>
            <a:fillRect/>
          </a:stretch>
        </p:blipFill>
        <p:spPr>
          <a:xfrm>
            <a:off x="4023360" y="2404872"/>
            <a:ext cx="219456" cy="219456"/>
          </a:xfrm>
          <a:prstGeom prst="rect">
            <a:avLst/>
          </a:prstGeom>
        </p:spPr>
      </p:pic>
      <p:sp>
        <p:nvSpPr>
          <p:cNvPr id="29" name="Shape 25"/>
          <p:cNvSpPr/>
          <p:nvPr/>
        </p:nvSpPr>
        <p:spPr>
          <a:xfrm>
            <a:off x="4754880" y="1691640"/>
            <a:ext cx="2194560" cy="1508760"/>
          </a:xfrm>
          <a:prstGeom prst="roundRect">
            <a:avLst>
              <a:gd name="adj" fmla="val 7273"/>
            </a:avLst>
          </a:prstGeom>
          <a:solidFill>
            <a:srgbClr val="FFFFFF"/>
          </a:solidFill>
          <a:ln w="25400">
            <a:solidFill>
              <a:srgbClr val="17375E"/>
            </a:solidFill>
            <a:prstDash val="solid"/>
          </a:ln>
          <a:effectLst>
            <a:outerShdw sx="100000" sy="100000" kx="0" ky="0" algn="bl" rotWithShape="0" blurRad="101600" dist="25400" dir="3600000">
              <a:srgbClr val="000000">
                <a:alpha val="16000"/>
              </a:srgbClr>
            </a:outerShdw>
          </a:effectLst>
        </p:spPr>
      </p:sp>
      <p:sp>
        <p:nvSpPr>
          <p:cNvPr id="30" name="Shape 26"/>
          <p:cNvSpPr/>
          <p:nvPr/>
        </p:nvSpPr>
        <p:spPr>
          <a:xfrm>
            <a:off x="5605272" y="1783080"/>
            <a:ext cx="493776" cy="493776"/>
          </a:xfrm>
          <a:prstGeom prst="ellipse">
            <a:avLst/>
          </a:prstGeom>
          <a:solidFill>
            <a:schemeClr val="accent1"/>
          </a:solidFill>
          <a:ln w="12700">
            <a:solidFill>
              <a:srgbClr val="FFFFFF">
                <a:alpha val="0"/>
              </a:srgbClr>
            </a:solidFill>
            <a:prstDash val="solid"/>
          </a:ln>
        </p:spPr>
      </p:sp>
      <p:pic>
        <p:nvPicPr>
          <p:cNvPr id="31" name="Image 1" descr="Scissors">    </p:cNvPr>
          <p:cNvPicPr>
            <a:picLocks noChangeAspect="1"/>
          </p:cNvPicPr>
          <p:nvPr/>
        </p:nvPicPr>
        <p:blipFill>
          <a:blip r:embed="rId2"/>
          <a:stretch>
            <a:fillRect/>
          </a:stretch>
        </p:blipFill>
        <p:spPr>
          <a:xfrm>
            <a:off x="5723778" y="1901586"/>
            <a:ext cx="256764" cy="256764"/>
          </a:xfrm>
          <a:prstGeom prst="rect">
            <a:avLst/>
          </a:prstGeom>
        </p:spPr>
      </p:pic>
      <p:sp>
        <p:nvSpPr>
          <p:cNvPr id="32" name="Text 27"/>
          <p:cNvSpPr txBox="1"/>
          <p:nvPr/>
        </p:nvSpPr>
        <p:spPr>
          <a:xfrm>
            <a:off x="4800600" y="2295144"/>
            <a:ext cx="2103120" cy="850392"/>
          </a:xfrm>
          <a:prstGeom prst="rect">
            <a:avLst/>
          </a:prstGeom>
          <a:noFill/>
          <a:ln/>
        </p:spPr>
        <p:txBody>
          <a:bodyPr wrap="square" lIns="0" tIns="0" rIns="0" bIns="0" rtlCol="0" anchor="ctr"/>
          <a:lstStyle/>
          <a:p>
            <a:pPr algn="ctr" indent="0" marL="0">
              <a:buNone/>
            </a:pPr>
            <a:r>
              <a:rPr lang="en-US" sz="2800" b="1" dirty="0">
                <a:solidFill>
                  <a:schemeClr val="accent1"/>
                </a:solidFill>
              </a:rPr>
              <a:t>− en</a:t>
            </a:r>
            <a:endParaRPr lang="en-US" sz="2800" dirty="0"/>
          </a:p>
        </p:txBody>
      </p:sp>
      <p:pic>
        <p:nvPicPr>
          <p:cNvPr id="33" name="Image 2" descr="ChevronRight">    </p:cNvPr>
          <p:cNvPicPr>
            <a:picLocks noChangeAspect="1"/>
          </p:cNvPicPr>
          <p:nvPr/>
        </p:nvPicPr>
        <p:blipFill>
          <a:blip r:embed="rId3"/>
          <a:stretch>
            <a:fillRect/>
          </a:stretch>
        </p:blipFill>
        <p:spPr>
          <a:xfrm>
            <a:off x="7452360" y="2404872"/>
            <a:ext cx="219456" cy="219456"/>
          </a:xfrm>
          <a:prstGeom prst="rect">
            <a:avLst/>
          </a:prstGeom>
        </p:spPr>
      </p:pic>
      <p:sp>
        <p:nvSpPr>
          <p:cNvPr id="34" name="Shape 28"/>
          <p:cNvSpPr/>
          <p:nvPr/>
        </p:nvSpPr>
        <p:spPr>
          <a:xfrm>
            <a:off x="8183880" y="2103120"/>
            <a:ext cx="2651760" cy="822960"/>
          </a:xfrm>
          <a:prstGeom prst="roundRect">
            <a:avLst>
              <a:gd name="adj" fmla="val 11111"/>
            </a:avLst>
          </a:prstGeom>
          <a:solidFill>
            <a:srgbClr val="EDF6F0"/>
          </a:solidFill>
          <a:ln w="38100">
            <a:solidFill>
              <a:srgbClr val="2E7D4F"/>
            </a:solidFill>
            <a:prstDash val="solid"/>
          </a:ln>
          <a:effectLst>
            <a:outerShdw sx="100000" sy="100000" kx="0" ky="0" algn="bl" rotWithShape="0" blurRad="101600" dist="25400" dir="3600000">
              <a:srgbClr val="000000">
                <a:alpha val="16000"/>
              </a:srgbClr>
            </a:outerShdw>
          </a:effectLst>
        </p:spPr>
      </p:sp>
      <p:sp>
        <p:nvSpPr>
          <p:cNvPr id="35" name="Text 29"/>
          <p:cNvSpPr txBox="1"/>
          <p:nvPr/>
        </p:nvSpPr>
        <p:spPr>
          <a:xfrm>
            <a:off x="8229600" y="2103120"/>
            <a:ext cx="2148840" cy="822960"/>
          </a:xfrm>
          <a:prstGeom prst="rect">
            <a:avLst/>
          </a:prstGeom>
          <a:noFill/>
          <a:ln/>
        </p:spPr>
        <p:txBody>
          <a:bodyPr wrap="square" lIns="0" tIns="0" rIns="0" bIns="0" rtlCol="0" anchor="ctr"/>
          <a:lstStyle/>
          <a:p>
            <a:pPr algn="ctr" indent="0" marL="0">
              <a:buNone/>
            </a:pPr>
            <a:r>
              <a:rPr lang="en-US" sz="3000" b="1" dirty="0">
                <a:solidFill>
                  <a:schemeClr val="tx1"/>
                </a:solidFill>
                <a:latin typeface="+mj-lt" pitchFamily="34" charset="0"/>
                <a:ea typeface="+mj-lt" pitchFamily="34" charset="-122"/>
                <a:cs typeface="+mj-lt" pitchFamily="34" charset="-120"/>
              </a:rPr>
              <a:t>WERK</a:t>
            </a:r>
            <a:endParaRPr lang="en-US" sz="3000" dirty="0"/>
          </a:p>
        </p:txBody>
      </p:sp>
      <p:pic>
        <p:nvPicPr>
          <p:cNvPr id="36" name="Image 3" descr="CheckCircle">    </p:cNvPr>
          <p:cNvPicPr>
            <a:picLocks noChangeAspect="1"/>
          </p:cNvPicPr>
          <p:nvPr/>
        </p:nvPicPr>
        <p:blipFill>
          <a:blip r:embed="rId4"/>
          <a:stretch>
            <a:fillRect/>
          </a:stretch>
        </p:blipFill>
        <p:spPr>
          <a:xfrm>
            <a:off x="10378440" y="2331720"/>
            <a:ext cx="365760" cy="365760"/>
          </a:xfrm>
          <a:prstGeom prst="rect">
            <a:avLst/>
          </a:prstGeom>
        </p:spPr>
      </p:pic>
      <p:sp>
        <p:nvSpPr>
          <p:cNvPr id="37" name="Text 30"/>
          <p:cNvSpPr txBox="1"/>
          <p:nvPr/>
        </p:nvSpPr>
        <p:spPr>
          <a:xfrm>
            <a:off x="868680" y="3364992"/>
            <a:ext cx="2651760" cy="310896"/>
          </a:xfrm>
          <a:prstGeom prst="rect">
            <a:avLst/>
          </a:prstGeom>
          <a:noFill/>
          <a:ln/>
        </p:spPr>
        <p:txBody>
          <a:bodyPr wrap="square" lIns="0" tIns="0" rIns="0" bIns="0" rtlCol="0" anchor="t"/>
          <a:lstStyle/>
          <a:p>
            <a:pPr algn="ctr" indent="0" marL="0">
              <a:buNone/>
            </a:pPr>
            <a:r>
              <a:rPr lang="en-US" sz="1500" i="1" dirty="0">
                <a:solidFill>
                  <a:schemeClr val="accent5"/>
                </a:solidFill>
              </a:rPr>
              <a:t>infinitif</a:t>
            </a:r>
            <a:endParaRPr lang="en-US" sz="1500" dirty="0"/>
          </a:p>
        </p:txBody>
      </p:sp>
      <p:sp>
        <p:nvSpPr>
          <p:cNvPr id="38" name="Text 31"/>
          <p:cNvSpPr txBox="1"/>
          <p:nvPr/>
        </p:nvSpPr>
        <p:spPr>
          <a:xfrm>
            <a:off x="8183880" y="3364992"/>
            <a:ext cx="2651760" cy="310896"/>
          </a:xfrm>
          <a:prstGeom prst="rect">
            <a:avLst/>
          </a:prstGeom>
          <a:noFill/>
          <a:ln/>
        </p:spPr>
        <p:txBody>
          <a:bodyPr wrap="square" lIns="0" tIns="0" rIns="0" bIns="0" rtlCol="0" anchor="t"/>
          <a:lstStyle/>
          <a:p>
            <a:pPr algn="ctr" indent="0" marL="0">
              <a:buNone/>
            </a:pPr>
            <a:r>
              <a:rPr lang="en-US" sz="1500" b="1" i="1" dirty="0">
                <a:solidFill>
                  <a:schemeClr val="accent3"/>
                </a:solidFill>
              </a:rPr>
              <a:t>radical</a:t>
            </a:r>
            <a:endParaRPr lang="en-US" sz="1500" dirty="0"/>
          </a:p>
        </p:txBody>
      </p:sp>
      <p:sp>
        <p:nvSpPr>
          <p:cNvPr id="39" name="Shape 32"/>
          <p:cNvSpPr/>
          <p:nvPr/>
        </p:nvSpPr>
        <p:spPr>
          <a:xfrm>
            <a:off x="2834640" y="4091940"/>
            <a:ext cx="2267712" cy="914"/>
          </a:xfrm>
          <a:prstGeom prst="line">
            <a:avLst/>
          </a:prstGeom>
          <a:noFill/>
          <a:ln w="38100">
            <a:solidFill>
              <a:srgbClr val="B8C2CF"/>
            </a:solidFill>
            <a:prstDash val="solid"/>
            <a:tailEnd type="triangle"/>
          </a:ln>
        </p:spPr>
      </p:sp>
      <p:sp>
        <p:nvSpPr>
          <p:cNvPr id="40" name="Shape 33"/>
          <p:cNvSpPr/>
          <p:nvPr/>
        </p:nvSpPr>
        <p:spPr>
          <a:xfrm>
            <a:off x="548640" y="3840480"/>
            <a:ext cx="2286000" cy="502920"/>
          </a:xfrm>
          <a:prstGeom prst="roundRect">
            <a:avLst>
              <a:gd name="adj" fmla="val 14545"/>
            </a:avLst>
          </a:prstGeom>
          <a:solidFill>
            <a:srgbClr val="FFFFFF"/>
          </a:solidFill>
          <a:ln w="22225">
            <a:solidFill>
              <a:srgbClr val="17375E"/>
            </a:solidFill>
            <a:prstDash val="solid"/>
          </a:ln>
        </p:spPr>
      </p:sp>
      <p:sp>
        <p:nvSpPr>
          <p:cNvPr id="41" name="Text 34"/>
          <p:cNvSpPr txBox="1"/>
          <p:nvPr/>
        </p:nvSpPr>
        <p:spPr>
          <a:xfrm>
            <a:off x="548640" y="3840480"/>
            <a:ext cx="2286000" cy="502920"/>
          </a:xfrm>
          <a:prstGeom prst="rect">
            <a:avLst/>
          </a:prstGeom>
          <a:no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drink</a:t>
            </a:r>
            <a:r>
              <a:rPr lang="en-US" sz="2200" b="1" dirty="0">
                <a:solidFill>
                  <a:schemeClr val="accent1"/>
                </a:solidFill>
                <a:latin typeface="+mj-lt" pitchFamily="34" charset="0"/>
                <a:ea typeface="+mj-lt" pitchFamily="34" charset="-122"/>
                <a:cs typeface="+mj-lt" pitchFamily="34" charset="-120"/>
              </a:rPr>
              <a:t>en</a:t>
            </a:r>
            <a:endParaRPr lang="en-US" sz="2200" dirty="0"/>
          </a:p>
        </p:txBody>
      </p:sp>
      <p:sp>
        <p:nvSpPr>
          <p:cNvPr id="42" name="Shape 35"/>
          <p:cNvSpPr/>
          <p:nvPr/>
        </p:nvSpPr>
        <p:spPr>
          <a:xfrm>
            <a:off x="3337560" y="3886200"/>
            <a:ext cx="1234440" cy="411480"/>
          </a:xfrm>
          <a:prstGeom prst="roundRect">
            <a:avLst>
              <a:gd name="adj" fmla="val 17778"/>
            </a:avLst>
          </a:prstGeom>
          <a:solidFill>
            <a:srgbClr val="FDF1E6"/>
          </a:solidFill>
          <a:ln w="15875">
            <a:solidFill>
              <a:srgbClr val="D9700F"/>
            </a:solidFill>
            <a:prstDash val="solid"/>
          </a:ln>
        </p:spPr>
      </p:sp>
      <p:pic>
        <p:nvPicPr>
          <p:cNvPr id="43" name="Image 4" descr="Scissors">    </p:cNvPr>
          <p:cNvPicPr>
            <a:picLocks noChangeAspect="1"/>
          </p:cNvPicPr>
          <p:nvPr/>
        </p:nvPicPr>
        <p:blipFill>
          <a:blip r:embed="rId5"/>
          <a:stretch>
            <a:fillRect/>
          </a:stretch>
        </p:blipFill>
        <p:spPr>
          <a:xfrm>
            <a:off x="3429000" y="3950208"/>
            <a:ext cx="283464" cy="283464"/>
          </a:xfrm>
          <a:prstGeom prst="rect">
            <a:avLst/>
          </a:prstGeom>
        </p:spPr>
      </p:pic>
      <p:sp>
        <p:nvSpPr>
          <p:cNvPr id="44" name="Text 36"/>
          <p:cNvSpPr txBox="1"/>
          <p:nvPr/>
        </p:nvSpPr>
        <p:spPr>
          <a:xfrm>
            <a:off x="3749040" y="3886200"/>
            <a:ext cx="777240" cy="411480"/>
          </a:xfrm>
          <a:prstGeom prst="rect">
            <a:avLst/>
          </a:prstGeom>
          <a:noFill/>
          <a:ln/>
        </p:spPr>
        <p:txBody>
          <a:bodyPr wrap="square" lIns="0" tIns="0" rIns="0" bIns="0" rtlCol="0" anchor="ctr"/>
          <a:lstStyle/>
          <a:p>
            <a:pPr algn="l" indent="0" marL="0">
              <a:buNone/>
            </a:pPr>
            <a:r>
              <a:rPr lang="en-US" sz="1700" b="1" dirty="0">
                <a:solidFill>
                  <a:schemeClr val="accent1"/>
                </a:solidFill>
              </a:rPr>
              <a:t>− en</a:t>
            </a:r>
            <a:endParaRPr lang="en-US" sz="1700" dirty="0"/>
          </a:p>
        </p:txBody>
      </p:sp>
      <p:sp>
        <p:nvSpPr>
          <p:cNvPr id="45" name="Shape 37"/>
          <p:cNvSpPr/>
          <p:nvPr/>
        </p:nvSpPr>
        <p:spPr>
          <a:xfrm>
            <a:off x="5120640" y="3840480"/>
            <a:ext cx="1828800" cy="502920"/>
          </a:xfrm>
          <a:prstGeom prst="roundRect">
            <a:avLst>
              <a:gd name="adj" fmla="val 14545"/>
            </a:avLst>
          </a:prstGeom>
          <a:solidFill>
            <a:srgbClr val="EDF6F0"/>
          </a:solidFill>
          <a:ln w="25400">
            <a:solidFill>
              <a:srgbClr val="2E7D4F"/>
            </a:solidFill>
            <a:prstDash val="solid"/>
          </a:ln>
        </p:spPr>
      </p:sp>
      <p:sp>
        <p:nvSpPr>
          <p:cNvPr id="46" name="Text 38"/>
          <p:cNvSpPr txBox="1"/>
          <p:nvPr/>
        </p:nvSpPr>
        <p:spPr>
          <a:xfrm>
            <a:off x="5120640" y="3840480"/>
            <a:ext cx="1828800" cy="502920"/>
          </a:xfrm>
          <a:prstGeom prst="rect">
            <a:avLst/>
          </a:prstGeom>
          <a:no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drink</a:t>
            </a:r>
            <a:endParaRPr lang="en-US" sz="2200" dirty="0"/>
          </a:p>
        </p:txBody>
      </p:sp>
      <p:sp>
        <p:nvSpPr>
          <p:cNvPr id="47" name="Shape 39"/>
          <p:cNvSpPr/>
          <p:nvPr/>
        </p:nvSpPr>
        <p:spPr>
          <a:xfrm>
            <a:off x="2834640" y="4704588"/>
            <a:ext cx="2267712" cy="914"/>
          </a:xfrm>
          <a:prstGeom prst="line">
            <a:avLst/>
          </a:prstGeom>
          <a:noFill/>
          <a:ln w="38100">
            <a:solidFill>
              <a:srgbClr val="B8C2CF"/>
            </a:solidFill>
            <a:prstDash val="solid"/>
            <a:tailEnd type="triangle"/>
          </a:ln>
        </p:spPr>
      </p:sp>
      <p:sp>
        <p:nvSpPr>
          <p:cNvPr id="48" name="Shape 40"/>
          <p:cNvSpPr/>
          <p:nvPr/>
        </p:nvSpPr>
        <p:spPr>
          <a:xfrm>
            <a:off x="548640" y="4453128"/>
            <a:ext cx="2286000" cy="502920"/>
          </a:xfrm>
          <a:prstGeom prst="roundRect">
            <a:avLst>
              <a:gd name="adj" fmla="val 14545"/>
            </a:avLst>
          </a:prstGeom>
          <a:solidFill>
            <a:srgbClr val="FFFFFF"/>
          </a:solidFill>
          <a:ln w="22225">
            <a:solidFill>
              <a:srgbClr val="17375E"/>
            </a:solidFill>
            <a:prstDash val="solid"/>
          </a:ln>
        </p:spPr>
      </p:sp>
      <p:sp>
        <p:nvSpPr>
          <p:cNvPr id="49" name="Text 41"/>
          <p:cNvSpPr txBox="1"/>
          <p:nvPr/>
        </p:nvSpPr>
        <p:spPr>
          <a:xfrm>
            <a:off x="548640" y="4453128"/>
            <a:ext cx="2286000" cy="502920"/>
          </a:xfrm>
          <a:prstGeom prst="rect">
            <a:avLst/>
          </a:prstGeom>
          <a:no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luister</a:t>
            </a:r>
            <a:r>
              <a:rPr lang="en-US" sz="2200" b="1" dirty="0">
                <a:solidFill>
                  <a:schemeClr val="accent1"/>
                </a:solidFill>
                <a:latin typeface="+mj-lt" pitchFamily="34" charset="0"/>
                <a:ea typeface="+mj-lt" pitchFamily="34" charset="-122"/>
                <a:cs typeface="+mj-lt" pitchFamily="34" charset="-120"/>
              </a:rPr>
              <a:t>en</a:t>
            </a:r>
            <a:endParaRPr lang="en-US" sz="2200" dirty="0"/>
          </a:p>
        </p:txBody>
      </p:sp>
      <p:sp>
        <p:nvSpPr>
          <p:cNvPr id="50" name="Shape 42"/>
          <p:cNvSpPr/>
          <p:nvPr/>
        </p:nvSpPr>
        <p:spPr>
          <a:xfrm>
            <a:off x="3337560" y="4498848"/>
            <a:ext cx="1234440" cy="411480"/>
          </a:xfrm>
          <a:prstGeom prst="roundRect">
            <a:avLst>
              <a:gd name="adj" fmla="val 17778"/>
            </a:avLst>
          </a:prstGeom>
          <a:solidFill>
            <a:srgbClr val="FDF1E6"/>
          </a:solidFill>
          <a:ln w="15875">
            <a:solidFill>
              <a:srgbClr val="D9700F"/>
            </a:solidFill>
            <a:prstDash val="solid"/>
          </a:ln>
        </p:spPr>
      </p:sp>
      <p:pic>
        <p:nvPicPr>
          <p:cNvPr id="51" name="Image 5" descr="Scissors">    </p:cNvPr>
          <p:cNvPicPr>
            <a:picLocks noChangeAspect="1"/>
          </p:cNvPicPr>
          <p:nvPr/>
        </p:nvPicPr>
        <p:blipFill>
          <a:blip r:embed="rId6"/>
          <a:stretch>
            <a:fillRect/>
          </a:stretch>
        </p:blipFill>
        <p:spPr>
          <a:xfrm>
            <a:off x="3429000" y="4562856"/>
            <a:ext cx="283464" cy="283464"/>
          </a:xfrm>
          <a:prstGeom prst="rect">
            <a:avLst/>
          </a:prstGeom>
        </p:spPr>
      </p:pic>
      <p:sp>
        <p:nvSpPr>
          <p:cNvPr id="52" name="Text 43"/>
          <p:cNvSpPr txBox="1"/>
          <p:nvPr/>
        </p:nvSpPr>
        <p:spPr>
          <a:xfrm>
            <a:off x="3749040" y="4498848"/>
            <a:ext cx="777240" cy="411480"/>
          </a:xfrm>
          <a:prstGeom prst="rect">
            <a:avLst/>
          </a:prstGeom>
          <a:noFill/>
          <a:ln/>
        </p:spPr>
        <p:txBody>
          <a:bodyPr wrap="square" lIns="0" tIns="0" rIns="0" bIns="0" rtlCol="0" anchor="ctr"/>
          <a:lstStyle/>
          <a:p>
            <a:pPr algn="l" indent="0" marL="0">
              <a:buNone/>
            </a:pPr>
            <a:r>
              <a:rPr lang="en-US" sz="1700" b="1" dirty="0">
                <a:solidFill>
                  <a:schemeClr val="accent1"/>
                </a:solidFill>
              </a:rPr>
              <a:t>− en</a:t>
            </a:r>
            <a:endParaRPr lang="en-US" sz="1700" dirty="0"/>
          </a:p>
        </p:txBody>
      </p:sp>
      <p:sp>
        <p:nvSpPr>
          <p:cNvPr id="53" name="Shape 44"/>
          <p:cNvSpPr/>
          <p:nvPr/>
        </p:nvSpPr>
        <p:spPr>
          <a:xfrm>
            <a:off x="5120640" y="4453128"/>
            <a:ext cx="1828800" cy="502920"/>
          </a:xfrm>
          <a:prstGeom prst="roundRect">
            <a:avLst>
              <a:gd name="adj" fmla="val 14545"/>
            </a:avLst>
          </a:prstGeom>
          <a:solidFill>
            <a:srgbClr val="EDF6F0"/>
          </a:solidFill>
          <a:ln w="25400">
            <a:solidFill>
              <a:srgbClr val="2E7D4F"/>
            </a:solidFill>
            <a:prstDash val="solid"/>
          </a:ln>
        </p:spPr>
      </p:sp>
      <p:sp>
        <p:nvSpPr>
          <p:cNvPr id="54" name="Text 45"/>
          <p:cNvSpPr txBox="1"/>
          <p:nvPr/>
        </p:nvSpPr>
        <p:spPr>
          <a:xfrm>
            <a:off x="5120640" y="4453128"/>
            <a:ext cx="1828800" cy="502920"/>
          </a:xfrm>
          <a:prstGeom prst="rect">
            <a:avLst/>
          </a:prstGeom>
          <a:no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luister</a:t>
            </a:r>
            <a:endParaRPr lang="en-US" sz="2200" dirty="0"/>
          </a:p>
        </p:txBody>
      </p:sp>
      <p:sp>
        <p:nvSpPr>
          <p:cNvPr id="55" name="Shape 46"/>
          <p:cNvSpPr/>
          <p:nvPr/>
        </p:nvSpPr>
        <p:spPr>
          <a:xfrm>
            <a:off x="2834640" y="5317236"/>
            <a:ext cx="2267712" cy="914"/>
          </a:xfrm>
          <a:prstGeom prst="line">
            <a:avLst/>
          </a:prstGeom>
          <a:noFill/>
          <a:ln w="38100">
            <a:solidFill>
              <a:srgbClr val="B8C2CF"/>
            </a:solidFill>
            <a:prstDash val="solid"/>
            <a:tailEnd type="triangle"/>
          </a:ln>
        </p:spPr>
      </p:sp>
      <p:sp>
        <p:nvSpPr>
          <p:cNvPr id="56" name="Shape 47"/>
          <p:cNvSpPr/>
          <p:nvPr/>
        </p:nvSpPr>
        <p:spPr>
          <a:xfrm>
            <a:off x="548640" y="5065776"/>
            <a:ext cx="2286000" cy="502920"/>
          </a:xfrm>
          <a:prstGeom prst="roundRect">
            <a:avLst>
              <a:gd name="adj" fmla="val 14545"/>
            </a:avLst>
          </a:prstGeom>
          <a:solidFill>
            <a:srgbClr val="FFFFFF"/>
          </a:solidFill>
          <a:ln w="22225">
            <a:solidFill>
              <a:srgbClr val="17375E"/>
            </a:solidFill>
            <a:prstDash val="solid"/>
          </a:ln>
        </p:spPr>
      </p:sp>
      <p:sp>
        <p:nvSpPr>
          <p:cNvPr id="57" name="Text 48"/>
          <p:cNvSpPr txBox="1"/>
          <p:nvPr/>
        </p:nvSpPr>
        <p:spPr>
          <a:xfrm>
            <a:off x="548640" y="5065776"/>
            <a:ext cx="2286000" cy="502920"/>
          </a:xfrm>
          <a:prstGeom prst="rect">
            <a:avLst/>
          </a:prstGeom>
          <a:no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kijk</a:t>
            </a:r>
            <a:r>
              <a:rPr lang="en-US" sz="2200" b="1" dirty="0">
                <a:solidFill>
                  <a:schemeClr val="accent1"/>
                </a:solidFill>
                <a:latin typeface="+mj-lt" pitchFamily="34" charset="0"/>
                <a:ea typeface="+mj-lt" pitchFamily="34" charset="-122"/>
                <a:cs typeface="+mj-lt" pitchFamily="34" charset="-120"/>
              </a:rPr>
              <a:t>en</a:t>
            </a:r>
            <a:endParaRPr lang="en-US" sz="2200" dirty="0"/>
          </a:p>
        </p:txBody>
      </p:sp>
      <p:sp>
        <p:nvSpPr>
          <p:cNvPr id="58" name="Shape 49"/>
          <p:cNvSpPr/>
          <p:nvPr/>
        </p:nvSpPr>
        <p:spPr>
          <a:xfrm>
            <a:off x="3337560" y="5111496"/>
            <a:ext cx="1234440" cy="411480"/>
          </a:xfrm>
          <a:prstGeom prst="roundRect">
            <a:avLst>
              <a:gd name="adj" fmla="val 17778"/>
            </a:avLst>
          </a:prstGeom>
          <a:solidFill>
            <a:srgbClr val="FDF1E6"/>
          </a:solidFill>
          <a:ln w="15875">
            <a:solidFill>
              <a:srgbClr val="D9700F"/>
            </a:solidFill>
            <a:prstDash val="solid"/>
          </a:ln>
        </p:spPr>
      </p:sp>
      <p:pic>
        <p:nvPicPr>
          <p:cNvPr id="59" name="Image 6" descr="Scissors">    </p:cNvPr>
          <p:cNvPicPr>
            <a:picLocks noChangeAspect="1"/>
          </p:cNvPicPr>
          <p:nvPr/>
        </p:nvPicPr>
        <p:blipFill>
          <a:blip r:embed="rId7"/>
          <a:stretch>
            <a:fillRect/>
          </a:stretch>
        </p:blipFill>
        <p:spPr>
          <a:xfrm>
            <a:off x="3429000" y="5175504"/>
            <a:ext cx="283464" cy="283464"/>
          </a:xfrm>
          <a:prstGeom prst="rect">
            <a:avLst/>
          </a:prstGeom>
        </p:spPr>
      </p:pic>
      <p:sp>
        <p:nvSpPr>
          <p:cNvPr id="60" name="Text 50"/>
          <p:cNvSpPr txBox="1"/>
          <p:nvPr/>
        </p:nvSpPr>
        <p:spPr>
          <a:xfrm>
            <a:off x="3749040" y="5111496"/>
            <a:ext cx="777240" cy="411480"/>
          </a:xfrm>
          <a:prstGeom prst="rect">
            <a:avLst/>
          </a:prstGeom>
          <a:noFill/>
          <a:ln/>
        </p:spPr>
        <p:txBody>
          <a:bodyPr wrap="square" lIns="0" tIns="0" rIns="0" bIns="0" rtlCol="0" anchor="ctr"/>
          <a:lstStyle/>
          <a:p>
            <a:pPr algn="l" indent="0" marL="0">
              <a:buNone/>
            </a:pPr>
            <a:r>
              <a:rPr lang="en-US" sz="1700" b="1" dirty="0">
                <a:solidFill>
                  <a:schemeClr val="accent1"/>
                </a:solidFill>
              </a:rPr>
              <a:t>− en</a:t>
            </a:r>
            <a:endParaRPr lang="en-US" sz="1700" dirty="0"/>
          </a:p>
        </p:txBody>
      </p:sp>
      <p:sp>
        <p:nvSpPr>
          <p:cNvPr id="61" name="Shape 51"/>
          <p:cNvSpPr/>
          <p:nvPr/>
        </p:nvSpPr>
        <p:spPr>
          <a:xfrm>
            <a:off x="5120640" y="5065776"/>
            <a:ext cx="1828800" cy="502920"/>
          </a:xfrm>
          <a:prstGeom prst="roundRect">
            <a:avLst>
              <a:gd name="adj" fmla="val 14545"/>
            </a:avLst>
          </a:prstGeom>
          <a:solidFill>
            <a:srgbClr val="EDF6F0"/>
          </a:solidFill>
          <a:ln w="25400">
            <a:solidFill>
              <a:srgbClr val="2E7D4F"/>
            </a:solidFill>
            <a:prstDash val="solid"/>
          </a:ln>
        </p:spPr>
      </p:sp>
      <p:sp>
        <p:nvSpPr>
          <p:cNvPr id="62" name="Text 52"/>
          <p:cNvSpPr txBox="1"/>
          <p:nvPr/>
        </p:nvSpPr>
        <p:spPr>
          <a:xfrm>
            <a:off x="5120640" y="5065776"/>
            <a:ext cx="1828800" cy="502920"/>
          </a:xfrm>
          <a:prstGeom prst="rect">
            <a:avLst/>
          </a:prstGeom>
          <a:no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kijk</a:t>
            </a:r>
            <a:endParaRPr lang="en-US" sz="2200" dirty="0"/>
          </a:p>
        </p:txBody>
      </p:sp>
      <p:sp>
        <p:nvSpPr>
          <p:cNvPr id="63" name="Shape 53"/>
          <p:cNvSpPr/>
          <p:nvPr/>
        </p:nvSpPr>
        <p:spPr>
          <a:xfrm>
            <a:off x="2834640" y="5929884"/>
            <a:ext cx="2267712" cy="914"/>
          </a:xfrm>
          <a:prstGeom prst="line">
            <a:avLst/>
          </a:prstGeom>
          <a:noFill/>
          <a:ln w="38100">
            <a:solidFill>
              <a:srgbClr val="B8C2CF"/>
            </a:solidFill>
            <a:prstDash val="solid"/>
            <a:tailEnd type="triangle"/>
          </a:ln>
        </p:spPr>
      </p:sp>
      <p:sp>
        <p:nvSpPr>
          <p:cNvPr id="64" name="Shape 54"/>
          <p:cNvSpPr/>
          <p:nvPr/>
        </p:nvSpPr>
        <p:spPr>
          <a:xfrm>
            <a:off x="548640" y="5678424"/>
            <a:ext cx="2286000" cy="502920"/>
          </a:xfrm>
          <a:prstGeom prst="roundRect">
            <a:avLst>
              <a:gd name="adj" fmla="val 14545"/>
            </a:avLst>
          </a:prstGeom>
          <a:solidFill>
            <a:srgbClr val="FFFFFF"/>
          </a:solidFill>
          <a:ln w="22225">
            <a:solidFill>
              <a:srgbClr val="17375E"/>
            </a:solidFill>
            <a:prstDash val="solid"/>
          </a:ln>
        </p:spPr>
      </p:sp>
      <p:sp>
        <p:nvSpPr>
          <p:cNvPr id="65" name="Text 55"/>
          <p:cNvSpPr txBox="1"/>
          <p:nvPr/>
        </p:nvSpPr>
        <p:spPr>
          <a:xfrm>
            <a:off x="548640" y="5678424"/>
            <a:ext cx="2286000" cy="502920"/>
          </a:xfrm>
          <a:prstGeom prst="rect">
            <a:avLst/>
          </a:prstGeom>
          <a:no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fiets</a:t>
            </a:r>
            <a:r>
              <a:rPr lang="en-US" sz="2200" b="1" dirty="0">
                <a:solidFill>
                  <a:schemeClr val="accent1"/>
                </a:solidFill>
                <a:latin typeface="+mj-lt" pitchFamily="34" charset="0"/>
                <a:ea typeface="+mj-lt" pitchFamily="34" charset="-122"/>
                <a:cs typeface="+mj-lt" pitchFamily="34" charset="-120"/>
              </a:rPr>
              <a:t>en</a:t>
            </a:r>
            <a:endParaRPr lang="en-US" sz="2200" dirty="0"/>
          </a:p>
        </p:txBody>
      </p:sp>
      <p:sp>
        <p:nvSpPr>
          <p:cNvPr id="66" name="Shape 56"/>
          <p:cNvSpPr/>
          <p:nvPr/>
        </p:nvSpPr>
        <p:spPr>
          <a:xfrm>
            <a:off x="3337560" y="5724144"/>
            <a:ext cx="1234440" cy="411480"/>
          </a:xfrm>
          <a:prstGeom prst="roundRect">
            <a:avLst>
              <a:gd name="adj" fmla="val 17778"/>
            </a:avLst>
          </a:prstGeom>
          <a:solidFill>
            <a:srgbClr val="FDF1E6"/>
          </a:solidFill>
          <a:ln w="15875">
            <a:solidFill>
              <a:srgbClr val="D9700F"/>
            </a:solidFill>
            <a:prstDash val="solid"/>
          </a:ln>
        </p:spPr>
      </p:sp>
      <p:pic>
        <p:nvPicPr>
          <p:cNvPr id="67" name="Image 7" descr="Scissors">    </p:cNvPr>
          <p:cNvPicPr>
            <a:picLocks noChangeAspect="1"/>
          </p:cNvPicPr>
          <p:nvPr/>
        </p:nvPicPr>
        <p:blipFill>
          <a:blip r:embed="rId8"/>
          <a:stretch>
            <a:fillRect/>
          </a:stretch>
        </p:blipFill>
        <p:spPr>
          <a:xfrm>
            <a:off x="3429000" y="5788152"/>
            <a:ext cx="283464" cy="283464"/>
          </a:xfrm>
          <a:prstGeom prst="rect">
            <a:avLst/>
          </a:prstGeom>
        </p:spPr>
      </p:pic>
      <p:sp>
        <p:nvSpPr>
          <p:cNvPr id="68" name="Text 57"/>
          <p:cNvSpPr txBox="1"/>
          <p:nvPr/>
        </p:nvSpPr>
        <p:spPr>
          <a:xfrm>
            <a:off x="3749040" y="5724144"/>
            <a:ext cx="777240" cy="411480"/>
          </a:xfrm>
          <a:prstGeom prst="rect">
            <a:avLst/>
          </a:prstGeom>
          <a:noFill/>
          <a:ln/>
        </p:spPr>
        <p:txBody>
          <a:bodyPr wrap="square" lIns="0" tIns="0" rIns="0" bIns="0" rtlCol="0" anchor="ctr"/>
          <a:lstStyle/>
          <a:p>
            <a:pPr algn="l" indent="0" marL="0">
              <a:buNone/>
            </a:pPr>
            <a:r>
              <a:rPr lang="en-US" sz="1700" b="1" dirty="0">
                <a:solidFill>
                  <a:schemeClr val="accent1"/>
                </a:solidFill>
              </a:rPr>
              <a:t>− en</a:t>
            </a:r>
            <a:endParaRPr lang="en-US" sz="1700" dirty="0"/>
          </a:p>
        </p:txBody>
      </p:sp>
      <p:sp>
        <p:nvSpPr>
          <p:cNvPr id="69" name="Shape 58"/>
          <p:cNvSpPr/>
          <p:nvPr/>
        </p:nvSpPr>
        <p:spPr>
          <a:xfrm>
            <a:off x="5120640" y="5678424"/>
            <a:ext cx="1828800" cy="502920"/>
          </a:xfrm>
          <a:prstGeom prst="roundRect">
            <a:avLst>
              <a:gd name="adj" fmla="val 14545"/>
            </a:avLst>
          </a:prstGeom>
          <a:solidFill>
            <a:srgbClr val="EDF6F0"/>
          </a:solidFill>
          <a:ln w="25400">
            <a:solidFill>
              <a:srgbClr val="2E7D4F"/>
            </a:solidFill>
            <a:prstDash val="solid"/>
          </a:ln>
        </p:spPr>
      </p:sp>
      <p:sp>
        <p:nvSpPr>
          <p:cNvPr id="70" name="Text 59"/>
          <p:cNvSpPr txBox="1"/>
          <p:nvPr/>
        </p:nvSpPr>
        <p:spPr>
          <a:xfrm>
            <a:off x="5120640" y="5678424"/>
            <a:ext cx="1828800" cy="502920"/>
          </a:xfrm>
          <a:prstGeom prst="rect">
            <a:avLst/>
          </a:prstGeom>
          <a:no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fiets</a:t>
            </a:r>
            <a:endParaRPr lang="en-US" sz="2200" dirty="0"/>
          </a:p>
        </p:txBody>
      </p:sp>
      <p:sp>
        <p:nvSpPr>
          <p:cNvPr id="71" name="Shape 60"/>
          <p:cNvSpPr/>
          <p:nvPr/>
        </p:nvSpPr>
        <p:spPr>
          <a:xfrm>
            <a:off x="7269480" y="3840480"/>
            <a:ext cx="4370832" cy="868680"/>
          </a:xfrm>
          <a:prstGeom prst="roundRect">
            <a:avLst>
              <a:gd name="adj" fmla="val 8421"/>
            </a:avLst>
          </a:prstGeom>
          <a:solidFill>
            <a:schemeClr val="tx2"/>
          </a:solidFill>
          <a:ln w="12700">
            <a:solidFill>
              <a:srgbClr val="FFFFFF">
                <a:alpha val="0"/>
              </a:srgbClr>
            </a:solidFill>
            <a:prstDash val="solid"/>
          </a:ln>
        </p:spPr>
      </p:sp>
      <p:sp>
        <p:nvSpPr>
          <p:cNvPr id="72" name="Text 61"/>
          <p:cNvSpPr txBox="1"/>
          <p:nvPr/>
        </p:nvSpPr>
        <p:spPr>
          <a:xfrm>
            <a:off x="7269480" y="3840480"/>
            <a:ext cx="4370832" cy="868680"/>
          </a:xfrm>
          <a:prstGeom prst="rect">
            <a:avLst/>
          </a:prstGeom>
          <a:noFill/>
          <a:ln/>
        </p:spPr>
        <p:txBody>
          <a:bodyPr wrap="square" lIns="0" tIns="0" rIns="0" bIns="0" rtlCol="0" anchor="ctr"/>
          <a:lstStyle/>
          <a:p>
            <a:pPr algn="ctr" indent="0" marL="0">
              <a:buNone/>
            </a:pPr>
            <a:r>
              <a:rPr lang="en-US" sz="2500" b="1" dirty="0">
                <a:solidFill>
                  <a:schemeClr val="bg1"/>
                </a:solidFill>
                <a:latin typeface="+mj-lt" pitchFamily="34" charset="0"/>
                <a:ea typeface="+mj-lt" pitchFamily="34" charset="-122"/>
                <a:cs typeface="+mj-lt" pitchFamily="34" charset="-120"/>
              </a:rPr>
              <a:t>infinitif − en = radical</a:t>
            </a:r>
            <a:endParaRPr lang="en-US" sz="2500" dirty="0"/>
          </a:p>
        </p:txBody>
      </p:sp>
      <p:sp>
        <p:nvSpPr>
          <p:cNvPr id="73" name="Shape 62"/>
          <p:cNvSpPr/>
          <p:nvPr/>
        </p:nvSpPr>
        <p:spPr>
          <a:xfrm>
            <a:off x="7269480" y="4892040"/>
            <a:ext cx="4370832" cy="1371600"/>
          </a:xfrm>
          <a:prstGeom prst="roundRect">
            <a:avLst>
              <a:gd name="adj" fmla="val 5333"/>
            </a:avLst>
          </a:prstGeom>
          <a:solidFill>
            <a:schemeClr val="bg2"/>
          </a:solidFill>
          <a:ln w="12700">
            <a:solidFill>
              <a:srgbClr val="D5DCE6"/>
            </a:solidFill>
            <a:prstDash val="solid"/>
          </a:ln>
        </p:spPr>
      </p:sp>
      <p:pic>
        <p:nvPicPr>
          <p:cNvPr id="74" name="Image 8" descr="key">    </p:cNvPr>
          <p:cNvPicPr>
            <a:picLocks noChangeAspect="1"/>
          </p:cNvPicPr>
          <p:nvPr/>
        </p:nvPicPr>
        <p:blipFill>
          <a:blip r:embed="rId9"/>
          <a:stretch>
            <a:fillRect/>
          </a:stretch>
        </p:blipFill>
        <p:spPr>
          <a:xfrm>
            <a:off x="7452360" y="5074920"/>
            <a:ext cx="411480" cy="411480"/>
          </a:xfrm>
          <a:prstGeom prst="rect">
            <a:avLst/>
          </a:prstGeom>
        </p:spPr>
      </p:pic>
      <p:sp>
        <p:nvSpPr>
          <p:cNvPr id="75" name="Text 63"/>
          <p:cNvSpPr txBox="1"/>
          <p:nvPr/>
        </p:nvSpPr>
        <p:spPr>
          <a:xfrm>
            <a:off x="8046720" y="4937760"/>
            <a:ext cx="3474720" cy="1280160"/>
          </a:xfrm>
          <a:prstGeom prst="rect">
            <a:avLst/>
          </a:prstGeom>
          <a:noFill/>
          <a:ln/>
        </p:spPr>
        <p:txBody>
          <a:bodyPr wrap="square" lIns="0" tIns="0" rIns="0" bIns="0" rtlCol="0" anchor="ctr"/>
          <a:lstStyle/>
          <a:p>
            <a:pPr algn="l" indent="0" marL="0">
              <a:spcAft>
                <a:spcPts val="600"/>
              </a:spcAft>
              <a:buNone/>
            </a:pPr>
            <a:r>
              <a:rPr lang="en-US" sz="1800" dirty="0">
                <a:solidFill>
                  <a:schemeClr val="tx1"/>
                </a:solidFill>
              </a:rPr>
              <a:t>Le radical = la forme de </a:t>
            </a:r>
            <a:r>
              <a:rPr lang="en-US" sz="1800" b="1" dirty="0">
                <a:solidFill>
                  <a:schemeClr val="tx1"/>
                </a:solidFill>
              </a:rPr>
              <a:t>ik</a:t>
            </a:r>
            <a:r>
              <a:rPr lang="en-US" sz="1800" dirty="0">
                <a:solidFill>
                  <a:schemeClr val="tx1"/>
                </a:solidFill>
              </a:rPr>
              <a:t> :</a:t>
            </a:r>
            <a:endParaRPr lang="en-US" sz="1800" dirty="0"/>
          </a:p>
          <a:p>
            <a:pPr algn="l" indent="0" marL="0">
              <a:spcAft>
                <a:spcPts val="600"/>
              </a:spcAft>
              <a:buNone/>
            </a:pPr>
            <a:r>
              <a:rPr lang="en-US" sz="1800" i="1" dirty="0">
                <a:solidFill>
                  <a:schemeClr val="tx1"/>
                </a:solidFill>
              </a:rPr>
              <a:t>ik werk, ik drink, ik luister</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Ajustement 1 — la voyelle longue se double</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548640" y="1536192"/>
            <a:ext cx="11091672" cy="2212848"/>
          </a:xfrm>
          <a:prstGeom prst="roundRect">
            <a:avLst>
              <a:gd name="adj" fmla="val 4132"/>
            </a:avLst>
          </a:prstGeom>
          <a:solidFill>
            <a:srgbClr val="EDF6F0"/>
          </a:solidFill>
          <a:ln w="12700">
            <a:solidFill>
              <a:srgbClr val="FFFFFF">
                <a:alpha val="0"/>
              </a:srgbClr>
            </a:solidFill>
            <a:prstDash val="solid"/>
          </a:ln>
        </p:spPr>
      </p:sp>
      <p:sp>
        <p:nvSpPr>
          <p:cNvPr id="6" name="Shape 3"/>
          <p:cNvSpPr/>
          <p:nvPr/>
        </p:nvSpPr>
        <p:spPr>
          <a:xfrm>
            <a:off x="685800" y="2971800"/>
            <a:ext cx="10817352" cy="146304"/>
          </a:xfrm>
          <a:prstGeom prst="roundRect">
            <a:avLst>
              <a:gd name="adj" fmla="val 50000"/>
            </a:avLst>
          </a:prstGeom>
          <a:solidFill>
            <a:schemeClr val="accent5">
              <a:alpha val="55000"/>
            </a:schemeClr>
          </a:solidFill>
          <a:ln w="12700">
            <a:solidFill>
              <a:srgbClr val="FFFFFF">
                <a:alpha val="0"/>
              </a:srgbClr>
            </a:solidFill>
            <a:prstDash val="solid"/>
          </a:ln>
        </p:spPr>
      </p:sp>
      <p:sp>
        <p:nvSpPr>
          <p:cNvPr id="7" name="Shape 4"/>
          <p:cNvSpPr/>
          <p:nvPr/>
        </p:nvSpPr>
        <p:spPr>
          <a:xfrm>
            <a:off x="886968" y="3154680"/>
            <a:ext cx="146304" cy="146304"/>
          </a:xfrm>
          <a:prstGeom prst="ellipse">
            <a:avLst/>
          </a:prstGeom>
          <a:solidFill>
            <a:srgbClr val="B8C2CF"/>
          </a:solidFill>
          <a:ln w="12700">
            <a:solidFill>
              <a:srgbClr val="FFFFFF">
                <a:alpha val="0"/>
              </a:srgbClr>
            </a:solidFill>
            <a:prstDash val="solid"/>
          </a:ln>
        </p:spPr>
      </p:sp>
      <p:sp>
        <p:nvSpPr>
          <p:cNvPr id="8" name="Shape 5"/>
          <p:cNvSpPr/>
          <p:nvPr/>
        </p:nvSpPr>
        <p:spPr>
          <a:xfrm>
            <a:off x="1435608" y="3154680"/>
            <a:ext cx="146304" cy="146304"/>
          </a:xfrm>
          <a:prstGeom prst="ellipse">
            <a:avLst/>
          </a:prstGeom>
          <a:solidFill>
            <a:srgbClr val="B8C2CF"/>
          </a:solidFill>
          <a:ln w="12700">
            <a:solidFill>
              <a:srgbClr val="FFFFFF">
                <a:alpha val="0"/>
              </a:srgbClr>
            </a:solidFill>
            <a:prstDash val="solid"/>
          </a:ln>
        </p:spPr>
      </p:sp>
      <p:sp>
        <p:nvSpPr>
          <p:cNvPr id="9" name="Shape 6"/>
          <p:cNvSpPr/>
          <p:nvPr/>
        </p:nvSpPr>
        <p:spPr>
          <a:xfrm>
            <a:off x="1984248" y="3154680"/>
            <a:ext cx="146304" cy="146304"/>
          </a:xfrm>
          <a:prstGeom prst="ellipse">
            <a:avLst/>
          </a:prstGeom>
          <a:solidFill>
            <a:srgbClr val="B8C2CF"/>
          </a:solidFill>
          <a:ln w="12700">
            <a:solidFill>
              <a:srgbClr val="FFFFFF">
                <a:alpha val="0"/>
              </a:srgbClr>
            </a:solidFill>
            <a:prstDash val="solid"/>
          </a:ln>
        </p:spPr>
      </p:sp>
      <p:sp>
        <p:nvSpPr>
          <p:cNvPr id="10" name="Shape 7"/>
          <p:cNvSpPr/>
          <p:nvPr/>
        </p:nvSpPr>
        <p:spPr>
          <a:xfrm>
            <a:off x="2532888" y="3154680"/>
            <a:ext cx="146304" cy="146304"/>
          </a:xfrm>
          <a:prstGeom prst="ellipse">
            <a:avLst/>
          </a:prstGeom>
          <a:solidFill>
            <a:srgbClr val="B8C2CF"/>
          </a:solidFill>
          <a:ln w="12700">
            <a:solidFill>
              <a:srgbClr val="FFFFFF">
                <a:alpha val="0"/>
              </a:srgbClr>
            </a:solidFill>
            <a:prstDash val="solid"/>
          </a:ln>
        </p:spPr>
      </p:sp>
      <p:sp>
        <p:nvSpPr>
          <p:cNvPr id="11" name="Shape 8"/>
          <p:cNvSpPr/>
          <p:nvPr/>
        </p:nvSpPr>
        <p:spPr>
          <a:xfrm>
            <a:off x="3081528" y="3154680"/>
            <a:ext cx="146304" cy="146304"/>
          </a:xfrm>
          <a:prstGeom prst="ellipse">
            <a:avLst/>
          </a:prstGeom>
          <a:solidFill>
            <a:srgbClr val="B8C2CF"/>
          </a:solidFill>
          <a:ln w="12700">
            <a:solidFill>
              <a:srgbClr val="FFFFFF">
                <a:alpha val="0"/>
              </a:srgbClr>
            </a:solidFill>
            <a:prstDash val="solid"/>
          </a:ln>
        </p:spPr>
      </p:sp>
      <p:sp>
        <p:nvSpPr>
          <p:cNvPr id="12" name="Shape 9"/>
          <p:cNvSpPr/>
          <p:nvPr/>
        </p:nvSpPr>
        <p:spPr>
          <a:xfrm>
            <a:off x="3630168" y="3154680"/>
            <a:ext cx="146304" cy="146304"/>
          </a:xfrm>
          <a:prstGeom prst="ellipse">
            <a:avLst/>
          </a:prstGeom>
          <a:solidFill>
            <a:srgbClr val="B8C2CF"/>
          </a:solidFill>
          <a:ln w="12700">
            <a:solidFill>
              <a:srgbClr val="FFFFFF">
                <a:alpha val="0"/>
              </a:srgbClr>
            </a:solidFill>
            <a:prstDash val="solid"/>
          </a:ln>
        </p:spPr>
      </p:sp>
      <p:sp>
        <p:nvSpPr>
          <p:cNvPr id="13" name="Shape 10"/>
          <p:cNvSpPr/>
          <p:nvPr/>
        </p:nvSpPr>
        <p:spPr>
          <a:xfrm>
            <a:off x="4178808" y="3154680"/>
            <a:ext cx="146304" cy="146304"/>
          </a:xfrm>
          <a:prstGeom prst="ellipse">
            <a:avLst/>
          </a:prstGeom>
          <a:solidFill>
            <a:srgbClr val="B8C2CF"/>
          </a:solidFill>
          <a:ln w="12700">
            <a:solidFill>
              <a:srgbClr val="FFFFFF">
                <a:alpha val="0"/>
              </a:srgbClr>
            </a:solidFill>
            <a:prstDash val="solid"/>
          </a:ln>
        </p:spPr>
      </p:sp>
      <p:sp>
        <p:nvSpPr>
          <p:cNvPr id="14" name="Shape 11"/>
          <p:cNvSpPr/>
          <p:nvPr/>
        </p:nvSpPr>
        <p:spPr>
          <a:xfrm>
            <a:off x="4727448" y="3154680"/>
            <a:ext cx="146304" cy="146304"/>
          </a:xfrm>
          <a:prstGeom prst="ellipse">
            <a:avLst/>
          </a:prstGeom>
          <a:solidFill>
            <a:srgbClr val="B8C2CF"/>
          </a:solidFill>
          <a:ln w="12700">
            <a:solidFill>
              <a:srgbClr val="FFFFFF">
                <a:alpha val="0"/>
              </a:srgbClr>
            </a:solidFill>
            <a:prstDash val="solid"/>
          </a:ln>
        </p:spPr>
      </p:sp>
      <p:sp>
        <p:nvSpPr>
          <p:cNvPr id="15" name="Shape 12"/>
          <p:cNvSpPr/>
          <p:nvPr/>
        </p:nvSpPr>
        <p:spPr>
          <a:xfrm>
            <a:off x="5276088" y="3154680"/>
            <a:ext cx="146304" cy="146304"/>
          </a:xfrm>
          <a:prstGeom prst="ellipse">
            <a:avLst/>
          </a:prstGeom>
          <a:solidFill>
            <a:srgbClr val="B8C2CF"/>
          </a:solidFill>
          <a:ln w="12700">
            <a:solidFill>
              <a:srgbClr val="FFFFFF">
                <a:alpha val="0"/>
              </a:srgbClr>
            </a:solidFill>
            <a:prstDash val="solid"/>
          </a:ln>
        </p:spPr>
      </p:sp>
      <p:sp>
        <p:nvSpPr>
          <p:cNvPr id="16" name="Shape 13"/>
          <p:cNvSpPr/>
          <p:nvPr/>
        </p:nvSpPr>
        <p:spPr>
          <a:xfrm>
            <a:off x="5824728" y="3154680"/>
            <a:ext cx="146304" cy="146304"/>
          </a:xfrm>
          <a:prstGeom prst="ellipse">
            <a:avLst/>
          </a:prstGeom>
          <a:solidFill>
            <a:srgbClr val="B8C2CF"/>
          </a:solidFill>
          <a:ln w="12700">
            <a:solidFill>
              <a:srgbClr val="FFFFFF">
                <a:alpha val="0"/>
              </a:srgbClr>
            </a:solidFill>
            <a:prstDash val="solid"/>
          </a:ln>
        </p:spPr>
      </p:sp>
      <p:sp>
        <p:nvSpPr>
          <p:cNvPr id="17" name="Shape 14"/>
          <p:cNvSpPr/>
          <p:nvPr/>
        </p:nvSpPr>
        <p:spPr>
          <a:xfrm>
            <a:off x="6373368" y="3154680"/>
            <a:ext cx="146304" cy="146304"/>
          </a:xfrm>
          <a:prstGeom prst="ellipse">
            <a:avLst/>
          </a:prstGeom>
          <a:solidFill>
            <a:srgbClr val="B8C2CF"/>
          </a:solidFill>
          <a:ln w="12700">
            <a:solidFill>
              <a:srgbClr val="FFFFFF">
                <a:alpha val="0"/>
              </a:srgbClr>
            </a:solidFill>
            <a:prstDash val="solid"/>
          </a:ln>
        </p:spPr>
      </p:sp>
      <p:sp>
        <p:nvSpPr>
          <p:cNvPr id="18" name="Shape 15"/>
          <p:cNvSpPr/>
          <p:nvPr/>
        </p:nvSpPr>
        <p:spPr>
          <a:xfrm>
            <a:off x="6922008" y="3154680"/>
            <a:ext cx="146304" cy="146304"/>
          </a:xfrm>
          <a:prstGeom prst="ellipse">
            <a:avLst/>
          </a:prstGeom>
          <a:solidFill>
            <a:srgbClr val="B8C2CF"/>
          </a:solidFill>
          <a:ln w="12700">
            <a:solidFill>
              <a:srgbClr val="FFFFFF">
                <a:alpha val="0"/>
              </a:srgbClr>
            </a:solidFill>
            <a:prstDash val="solid"/>
          </a:ln>
        </p:spPr>
      </p:sp>
      <p:sp>
        <p:nvSpPr>
          <p:cNvPr id="19" name="Shape 16"/>
          <p:cNvSpPr/>
          <p:nvPr/>
        </p:nvSpPr>
        <p:spPr>
          <a:xfrm>
            <a:off x="7470648" y="3154680"/>
            <a:ext cx="146304" cy="146304"/>
          </a:xfrm>
          <a:prstGeom prst="ellipse">
            <a:avLst/>
          </a:prstGeom>
          <a:solidFill>
            <a:srgbClr val="B8C2CF"/>
          </a:solidFill>
          <a:ln w="12700">
            <a:solidFill>
              <a:srgbClr val="FFFFFF">
                <a:alpha val="0"/>
              </a:srgbClr>
            </a:solidFill>
            <a:prstDash val="solid"/>
          </a:ln>
        </p:spPr>
      </p:sp>
      <p:sp>
        <p:nvSpPr>
          <p:cNvPr id="20" name="Shape 17"/>
          <p:cNvSpPr/>
          <p:nvPr/>
        </p:nvSpPr>
        <p:spPr>
          <a:xfrm>
            <a:off x="8019288" y="3154680"/>
            <a:ext cx="146304" cy="146304"/>
          </a:xfrm>
          <a:prstGeom prst="ellipse">
            <a:avLst/>
          </a:prstGeom>
          <a:solidFill>
            <a:srgbClr val="B8C2CF"/>
          </a:solidFill>
          <a:ln w="12700">
            <a:solidFill>
              <a:srgbClr val="FFFFFF">
                <a:alpha val="0"/>
              </a:srgbClr>
            </a:solidFill>
            <a:prstDash val="solid"/>
          </a:ln>
        </p:spPr>
      </p:sp>
      <p:sp>
        <p:nvSpPr>
          <p:cNvPr id="21" name="Shape 18"/>
          <p:cNvSpPr/>
          <p:nvPr/>
        </p:nvSpPr>
        <p:spPr>
          <a:xfrm>
            <a:off x="8567928" y="3154680"/>
            <a:ext cx="146304" cy="146304"/>
          </a:xfrm>
          <a:prstGeom prst="ellipse">
            <a:avLst/>
          </a:prstGeom>
          <a:solidFill>
            <a:srgbClr val="B8C2CF"/>
          </a:solidFill>
          <a:ln w="12700">
            <a:solidFill>
              <a:srgbClr val="FFFFFF">
                <a:alpha val="0"/>
              </a:srgbClr>
            </a:solidFill>
            <a:prstDash val="solid"/>
          </a:ln>
        </p:spPr>
      </p:sp>
      <p:sp>
        <p:nvSpPr>
          <p:cNvPr id="22" name="Shape 19"/>
          <p:cNvSpPr/>
          <p:nvPr/>
        </p:nvSpPr>
        <p:spPr>
          <a:xfrm>
            <a:off x="9116568" y="3154680"/>
            <a:ext cx="146304" cy="146304"/>
          </a:xfrm>
          <a:prstGeom prst="ellipse">
            <a:avLst/>
          </a:prstGeom>
          <a:solidFill>
            <a:srgbClr val="B8C2CF"/>
          </a:solidFill>
          <a:ln w="12700">
            <a:solidFill>
              <a:srgbClr val="FFFFFF">
                <a:alpha val="0"/>
              </a:srgbClr>
            </a:solidFill>
            <a:prstDash val="solid"/>
          </a:ln>
        </p:spPr>
      </p:sp>
      <p:sp>
        <p:nvSpPr>
          <p:cNvPr id="23" name="Shape 20"/>
          <p:cNvSpPr/>
          <p:nvPr/>
        </p:nvSpPr>
        <p:spPr>
          <a:xfrm>
            <a:off x="9665208" y="3154680"/>
            <a:ext cx="146304" cy="146304"/>
          </a:xfrm>
          <a:prstGeom prst="ellipse">
            <a:avLst/>
          </a:prstGeom>
          <a:solidFill>
            <a:srgbClr val="B8C2CF"/>
          </a:solidFill>
          <a:ln w="12700">
            <a:solidFill>
              <a:srgbClr val="FFFFFF">
                <a:alpha val="0"/>
              </a:srgbClr>
            </a:solidFill>
            <a:prstDash val="solid"/>
          </a:ln>
        </p:spPr>
      </p:sp>
      <p:sp>
        <p:nvSpPr>
          <p:cNvPr id="24" name="Shape 21"/>
          <p:cNvSpPr/>
          <p:nvPr/>
        </p:nvSpPr>
        <p:spPr>
          <a:xfrm>
            <a:off x="10213848" y="3154680"/>
            <a:ext cx="146304" cy="146304"/>
          </a:xfrm>
          <a:prstGeom prst="ellipse">
            <a:avLst/>
          </a:prstGeom>
          <a:solidFill>
            <a:srgbClr val="B8C2CF"/>
          </a:solidFill>
          <a:ln w="12700">
            <a:solidFill>
              <a:srgbClr val="FFFFFF">
                <a:alpha val="0"/>
              </a:srgbClr>
            </a:solidFill>
            <a:prstDash val="solid"/>
          </a:ln>
        </p:spPr>
      </p:sp>
      <p:sp>
        <p:nvSpPr>
          <p:cNvPr id="25" name="Shape 22"/>
          <p:cNvSpPr/>
          <p:nvPr/>
        </p:nvSpPr>
        <p:spPr>
          <a:xfrm>
            <a:off x="10762488" y="3154680"/>
            <a:ext cx="146304" cy="146304"/>
          </a:xfrm>
          <a:prstGeom prst="ellipse">
            <a:avLst/>
          </a:prstGeom>
          <a:solidFill>
            <a:srgbClr val="B8C2CF"/>
          </a:solidFill>
          <a:ln w="12700">
            <a:solidFill>
              <a:srgbClr val="FFFFFF">
                <a:alpha val="0"/>
              </a:srgbClr>
            </a:solidFill>
            <a:prstDash val="solid"/>
          </a:ln>
        </p:spPr>
      </p:sp>
      <p:sp>
        <p:nvSpPr>
          <p:cNvPr id="26" name="Shape 23"/>
          <p:cNvSpPr/>
          <p:nvPr/>
        </p:nvSpPr>
        <p:spPr>
          <a:xfrm>
            <a:off x="777240" y="2103120"/>
            <a:ext cx="2240280" cy="822960"/>
          </a:xfrm>
          <a:prstGeom prst="roundRect">
            <a:avLst>
              <a:gd name="adj" fmla="val 11111"/>
            </a:avLst>
          </a:prstGeom>
          <a:solidFill>
            <a:srgbClr val="FFFFFF"/>
          </a:solidFill>
          <a:ln w="31750">
            <a:solidFill>
              <a:srgbClr val="17375E"/>
            </a:solidFill>
            <a:prstDash val="solid"/>
          </a:ln>
          <a:effectLst>
            <a:outerShdw sx="100000" sy="100000" kx="0" ky="0" algn="bl" rotWithShape="0" blurRad="101600" dist="25400" dir="3600000">
              <a:srgbClr val="000000">
                <a:alpha val="16000"/>
              </a:srgbClr>
            </a:outerShdw>
          </a:effectLst>
        </p:spPr>
      </p:sp>
      <p:sp>
        <p:nvSpPr>
          <p:cNvPr id="27" name="Text 24"/>
          <p:cNvSpPr txBox="1"/>
          <p:nvPr/>
        </p:nvSpPr>
        <p:spPr>
          <a:xfrm>
            <a:off x="822960" y="2103120"/>
            <a:ext cx="2148840" cy="822960"/>
          </a:xfrm>
          <a:prstGeom prst="rect">
            <a:avLst/>
          </a:prstGeom>
          <a:noFill/>
          <a:ln/>
        </p:spPr>
        <p:txBody>
          <a:bodyPr wrap="square" lIns="0" tIns="0" rIns="0" bIns="0" rtlCol="0" anchor="ctr"/>
          <a:lstStyle/>
          <a:p>
            <a:pPr algn="ctr" indent="0" marL="0">
              <a:buNone/>
            </a:pPr>
            <a:r>
              <a:rPr lang="en-US" sz="2600" b="1" dirty="0">
                <a:solidFill>
                  <a:schemeClr val="tx1"/>
                </a:solidFill>
                <a:latin typeface="+mj-lt" pitchFamily="34" charset="0"/>
                <a:ea typeface="+mj-lt" pitchFamily="34" charset="-122"/>
                <a:cs typeface="+mj-lt" pitchFamily="34" charset="-120"/>
              </a:rPr>
              <a:t>SPR</a:t>
            </a:r>
            <a:r>
              <a:rPr lang="en-US" sz="2600" b="1" dirty="0">
                <a:solidFill>
                  <a:schemeClr val="accent3"/>
                </a:solidFill>
                <a:latin typeface="+mj-lt" pitchFamily="34" charset="0"/>
                <a:ea typeface="+mj-lt" pitchFamily="34" charset="-122"/>
                <a:cs typeface="+mj-lt" pitchFamily="34" charset="-120"/>
              </a:rPr>
              <a:t>E</a:t>
            </a:r>
            <a:r>
              <a:rPr lang="en-US" sz="2600" b="1" dirty="0">
                <a:solidFill>
                  <a:schemeClr val="tx1"/>
                </a:solidFill>
                <a:latin typeface="+mj-lt" pitchFamily="34" charset="0"/>
                <a:ea typeface="+mj-lt" pitchFamily="34" charset="-122"/>
                <a:cs typeface="+mj-lt" pitchFamily="34" charset="-120"/>
              </a:rPr>
              <a:t>·KEN</a:t>
            </a:r>
            <a:endParaRPr lang="en-US" sz="2600" dirty="0"/>
          </a:p>
        </p:txBody>
      </p:sp>
      <p:sp>
        <p:nvSpPr>
          <p:cNvPr id="28" name="Shape 25"/>
          <p:cNvSpPr/>
          <p:nvPr/>
        </p:nvSpPr>
        <p:spPr>
          <a:xfrm>
            <a:off x="3337560" y="1938528"/>
            <a:ext cx="1371600" cy="1280160"/>
          </a:xfrm>
          <a:prstGeom prst="roundRect">
            <a:avLst>
              <a:gd name="adj" fmla="val 8571"/>
            </a:avLst>
          </a:prstGeom>
          <a:solidFill>
            <a:srgbClr val="FFFFFF"/>
          </a:solidFill>
          <a:ln w="25400">
            <a:solidFill>
              <a:srgbClr val="17375E"/>
            </a:solidFill>
            <a:prstDash val="solid"/>
          </a:ln>
          <a:effectLst>
            <a:outerShdw sx="100000" sy="100000" kx="0" ky="0" algn="bl" rotWithShape="0" blurRad="101600" dist="25400" dir="3600000">
              <a:srgbClr val="000000">
                <a:alpha val="16000"/>
              </a:srgbClr>
            </a:outerShdw>
          </a:effectLst>
        </p:spPr>
      </p:sp>
      <p:sp>
        <p:nvSpPr>
          <p:cNvPr id="29" name="Shape 26"/>
          <p:cNvSpPr/>
          <p:nvPr/>
        </p:nvSpPr>
        <p:spPr>
          <a:xfrm>
            <a:off x="3776472" y="2029968"/>
            <a:ext cx="493776" cy="493776"/>
          </a:xfrm>
          <a:prstGeom prst="ellipse">
            <a:avLst/>
          </a:prstGeom>
          <a:solidFill>
            <a:schemeClr val="accent1"/>
          </a:solidFill>
          <a:ln w="12700">
            <a:solidFill>
              <a:srgbClr val="FFFFFF">
                <a:alpha val="0"/>
              </a:srgbClr>
            </a:solidFill>
            <a:prstDash val="solid"/>
          </a:ln>
        </p:spPr>
      </p:sp>
      <p:pic>
        <p:nvPicPr>
          <p:cNvPr id="30" name="Image 0" descr="Scissors">    </p:cNvPr>
          <p:cNvPicPr>
            <a:picLocks noChangeAspect="1"/>
          </p:cNvPicPr>
          <p:nvPr/>
        </p:nvPicPr>
        <p:blipFill>
          <a:blip r:embed="rId1"/>
          <a:stretch>
            <a:fillRect/>
          </a:stretch>
        </p:blipFill>
        <p:spPr>
          <a:xfrm>
            <a:off x="3894978" y="2148474"/>
            <a:ext cx="256764" cy="256764"/>
          </a:xfrm>
          <a:prstGeom prst="rect">
            <a:avLst/>
          </a:prstGeom>
        </p:spPr>
      </p:pic>
      <p:sp>
        <p:nvSpPr>
          <p:cNvPr id="31" name="Text 27"/>
          <p:cNvSpPr txBox="1"/>
          <p:nvPr/>
        </p:nvSpPr>
        <p:spPr>
          <a:xfrm>
            <a:off x="3383280" y="2542032"/>
            <a:ext cx="1280160" cy="621792"/>
          </a:xfrm>
          <a:prstGeom prst="rect">
            <a:avLst/>
          </a:prstGeom>
          <a:noFill/>
          <a:ln/>
        </p:spPr>
        <p:txBody>
          <a:bodyPr wrap="square" lIns="0" tIns="0" rIns="0" bIns="0" rtlCol="0" anchor="ctr"/>
          <a:lstStyle/>
          <a:p>
            <a:pPr algn="ctr" indent="0" marL="0">
              <a:buNone/>
            </a:pPr>
            <a:r>
              <a:rPr lang="en-US" sz="2200" b="1" dirty="0">
                <a:solidFill>
                  <a:schemeClr val="accent1"/>
                </a:solidFill>
              </a:rPr>
              <a:t>− en</a:t>
            </a:r>
            <a:endParaRPr lang="en-US" sz="2200" dirty="0"/>
          </a:p>
        </p:txBody>
      </p:sp>
      <p:sp>
        <p:nvSpPr>
          <p:cNvPr id="32" name="Shape 28"/>
          <p:cNvSpPr/>
          <p:nvPr/>
        </p:nvSpPr>
        <p:spPr>
          <a:xfrm>
            <a:off x="5029200" y="2103120"/>
            <a:ext cx="1965960" cy="822960"/>
          </a:xfrm>
          <a:prstGeom prst="roundRect">
            <a:avLst>
              <a:gd name="adj" fmla="val 11111"/>
            </a:avLst>
          </a:prstGeom>
          <a:solidFill>
            <a:srgbClr val="FFFFFF"/>
          </a:solidFill>
          <a:ln w="38100">
            <a:solidFill>
              <a:srgbClr val="B83227"/>
            </a:solidFill>
            <a:prstDash val="solid"/>
          </a:ln>
          <a:effectLst>
            <a:outerShdw sx="100000" sy="100000" kx="0" ky="0" algn="bl" rotWithShape="0" blurRad="101600" dist="25400" dir="3600000">
              <a:srgbClr val="000000">
                <a:alpha val="16000"/>
              </a:srgbClr>
            </a:outerShdw>
          </a:effectLst>
        </p:spPr>
      </p:sp>
      <p:sp>
        <p:nvSpPr>
          <p:cNvPr id="33" name="Text 29"/>
          <p:cNvSpPr txBox="1"/>
          <p:nvPr/>
        </p:nvSpPr>
        <p:spPr>
          <a:xfrm>
            <a:off x="5074920" y="2103120"/>
            <a:ext cx="1874520" cy="822960"/>
          </a:xfrm>
          <a:prstGeom prst="rect">
            <a:avLst/>
          </a:prstGeom>
          <a:noFill/>
          <a:ln/>
        </p:spPr>
        <p:txBody>
          <a:bodyPr wrap="square" lIns="0" tIns="0" rIns="0" bIns="0" rtlCol="0" anchor="ctr"/>
          <a:lstStyle/>
          <a:p>
            <a:pPr algn="ctr" indent="0" marL="0">
              <a:buNone/>
            </a:pPr>
            <a:r>
              <a:rPr lang="en-US" sz="2600" b="1" strike="sngStrike" dirty="0">
                <a:solidFill>
                  <a:schemeClr val="accent6"/>
                </a:solidFill>
                <a:latin typeface="+mj-lt" pitchFamily="34" charset="0"/>
                <a:ea typeface="+mj-lt" pitchFamily="34" charset="-122"/>
                <a:cs typeface="+mj-lt" pitchFamily="34" charset="-120"/>
              </a:rPr>
              <a:t>SPREK</a:t>
            </a:r>
            <a:endParaRPr lang="en-US" sz="2600" dirty="0"/>
          </a:p>
        </p:txBody>
      </p:sp>
      <p:sp>
        <p:nvSpPr>
          <p:cNvPr id="34" name="Shape 30"/>
          <p:cNvSpPr/>
          <p:nvPr/>
        </p:nvSpPr>
        <p:spPr>
          <a:xfrm>
            <a:off x="7315200" y="1938528"/>
            <a:ext cx="1783080" cy="1280160"/>
          </a:xfrm>
          <a:prstGeom prst="roundRect">
            <a:avLst>
              <a:gd name="adj" fmla="val 8571"/>
            </a:avLst>
          </a:prstGeom>
          <a:solidFill>
            <a:srgbClr val="FFFFFF"/>
          </a:solidFill>
          <a:ln w="25400">
            <a:solidFill>
              <a:srgbClr val="17375E"/>
            </a:solidFill>
            <a:prstDash val="solid"/>
          </a:ln>
          <a:effectLst>
            <a:outerShdw sx="100000" sy="100000" kx="0" ky="0" algn="bl" rotWithShape="0" blurRad="101600" dist="25400" dir="3600000">
              <a:srgbClr val="000000">
                <a:alpha val="16000"/>
              </a:srgbClr>
            </a:outerShdw>
          </a:effectLst>
        </p:spPr>
      </p:sp>
      <p:sp>
        <p:nvSpPr>
          <p:cNvPr id="35" name="Shape 31"/>
          <p:cNvSpPr/>
          <p:nvPr/>
        </p:nvSpPr>
        <p:spPr>
          <a:xfrm>
            <a:off x="7959852" y="2029968"/>
            <a:ext cx="493776" cy="493776"/>
          </a:xfrm>
          <a:prstGeom prst="ellipse">
            <a:avLst/>
          </a:prstGeom>
          <a:solidFill>
            <a:schemeClr val="accent3"/>
          </a:solidFill>
          <a:ln w="12700">
            <a:solidFill>
              <a:srgbClr val="FFFFFF">
                <a:alpha val="0"/>
              </a:srgbClr>
            </a:solidFill>
            <a:prstDash val="solid"/>
          </a:ln>
        </p:spPr>
      </p:sp>
      <p:pic>
        <p:nvPicPr>
          <p:cNvPr id="36" name="Image 1" descr="RulerHorizontal">    </p:cNvPr>
          <p:cNvPicPr>
            <a:picLocks noChangeAspect="1"/>
          </p:cNvPicPr>
          <p:nvPr/>
        </p:nvPicPr>
        <p:blipFill>
          <a:blip r:embed="rId2"/>
          <a:stretch>
            <a:fillRect/>
          </a:stretch>
        </p:blipFill>
        <p:spPr>
          <a:xfrm>
            <a:off x="8078358" y="2148474"/>
            <a:ext cx="256764" cy="256764"/>
          </a:xfrm>
          <a:prstGeom prst="rect">
            <a:avLst/>
          </a:prstGeom>
        </p:spPr>
      </p:pic>
      <p:sp>
        <p:nvSpPr>
          <p:cNvPr id="37" name="Text 32"/>
          <p:cNvSpPr txBox="1"/>
          <p:nvPr/>
        </p:nvSpPr>
        <p:spPr>
          <a:xfrm>
            <a:off x="7360920" y="2542032"/>
            <a:ext cx="1691640" cy="621792"/>
          </a:xfrm>
          <a:prstGeom prst="rect">
            <a:avLst/>
          </a:prstGeom>
          <a:noFill/>
          <a:ln/>
        </p:spPr>
        <p:txBody>
          <a:bodyPr wrap="square" lIns="0" tIns="0" rIns="0" bIns="0" rtlCol="0" anchor="ctr"/>
          <a:lstStyle/>
          <a:p>
            <a:pPr algn="ctr" indent="0" marL="0">
              <a:buNone/>
            </a:pPr>
            <a:r>
              <a:rPr lang="en-US" sz="1800" b="1" dirty="0">
                <a:solidFill>
                  <a:schemeClr val="accent3"/>
                </a:solidFill>
              </a:rPr>
              <a:t>je double</a:t>
            </a:r>
            <a:endParaRPr lang="en-US" sz="1800" dirty="0"/>
          </a:p>
        </p:txBody>
      </p:sp>
      <p:sp>
        <p:nvSpPr>
          <p:cNvPr id="38" name="Shape 33"/>
          <p:cNvSpPr/>
          <p:nvPr/>
        </p:nvSpPr>
        <p:spPr>
          <a:xfrm>
            <a:off x="9418320" y="2103120"/>
            <a:ext cx="2057400" cy="822960"/>
          </a:xfrm>
          <a:prstGeom prst="roundRect">
            <a:avLst>
              <a:gd name="adj" fmla="val 11111"/>
            </a:avLst>
          </a:prstGeom>
          <a:solidFill>
            <a:srgbClr val="EDF6F0"/>
          </a:solidFill>
          <a:ln w="38100">
            <a:solidFill>
              <a:srgbClr val="2E7D4F"/>
            </a:solidFill>
            <a:prstDash val="solid"/>
          </a:ln>
          <a:effectLst>
            <a:outerShdw sx="100000" sy="100000" kx="0" ky="0" algn="bl" rotWithShape="0" blurRad="101600" dist="25400" dir="3600000">
              <a:srgbClr val="000000">
                <a:alpha val="16000"/>
              </a:srgbClr>
            </a:outerShdw>
          </a:effectLst>
        </p:spPr>
      </p:sp>
      <p:sp>
        <p:nvSpPr>
          <p:cNvPr id="39" name="Text 34"/>
          <p:cNvSpPr txBox="1"/>
          <p:nvPr/>
        </p:nvSpPr>
        <p:spPr>
          <a:xfrm>
            <a:off x="9464040" y="2103120"/>
            <a:ext cx="1554480" cy="822960"/>
          </a:xfrm>
          <a:prstGeom prst="rect">
            <a:avLst/>
          </a:prstGeom>
          <a:noFill/>
          <a:ln/>
        </p:spPr>
        <p:txBody>
          <a:bodyPr wrap="square" lIns="0" tIns="0" rIns="0" bIns="0" rtlCol="0" anchor="ctr"/>
          <a:lstStyle/>
          <a:p>
            <a:pPr algn="ctr" indent="0" marL="0">
              <a:buNone/>
            </a:pPr>
            <a:r>
              <a:rPr lang="en-US" sz="2400" b="1" dirty="0">
                <a:solidFill>
                  <a:schemeClr val="tx1"/>
                </a:solidFill>
                <a:latin typeface="+mj-lt" pitchFamily="34" charset="0"/>
                <a:ea typeface="+mj-lt" pitchFamily="34" charset="-122"/>
                <a:cs typeface="+mj-lt" pitchFamily="34" charset="-120"/>
              </a:rPr>
              <a:t>SPR</a:t>
            </a:r>
            <a:r>
              <a:rPr lang="en-US" sz="2400" b="1" dirty="0">
                <a:solidFill>
                  <a:schemeClr val="accent3"/>
                </a:solidFill>
                <a:latin typeface="+mj-lt" pitchFamily="34" charset="0"/>
                <a:ea typeface="+mj-lt" pitchFamily="34" charset="-122"/>
                <a:cs typeface="+mj-lt" pitchFamily="34" charset="-120"/>
              </a:rPr>
              <a:t>EE</a:t>
            </a:r>
            <a:r>
              <a:rPr lang="en-US" sz="2400" b="1" dirty="0">
                <a:solidFill>
                  <a:schemeClr val="tx1"/>
                </a:solidFill>
                <a:latin typeface="+mj-lt" pitchFamily="34" charset="0"/>
                <a:ea typeface="+mj-lt" pitchFamily="34" charset="-122"/>
                <a:cs typeface="+mj-lt" pitchFamily="34" charset="-120"/>
              </a:rPr>
              <a:t>K</a:t>
            </a:r>
            <a:endParaRPr lang="en-US" sz="2400" dirty="0"/>
          </a:p>
        </p:txBody>
      </p:sp>
      <p:pic>
        <p:nvPicPr>
          <p:cNvPr id="40" name="Image 2" descr="CheckCircle">    </p:cNvPr>
          <p:cNvPicPr>
            <a:picLocks noChangeAspect="1"/>
          </p:cNvPicPr>
          <p:nvPr/>
        </p:nvPicPr>
        <p:blipFill>
          <a:blip r:embed="rId3"/>
          <a:stretch>
            <a:fillRect/>
          </a:stretch>
        </p:blipFill>
        <p:spPr>
          <a:xfrm>
            <a:off x="11018520" y="2331720"/>
            <a:ext cx="365760" cy="365760"/>
          </a:xfrm>
          <a:prstGeom prst="rect">
            <a:avLst/>
          </a:prstGeom>
        </p:spPr>
      </p:pic>
      <p:pic>
        <p:nvPicPr>
          <p:cNvPr id="41" name="Image 3" descr="ChevronRight">    </p:cNvPr>
          <p:cNvPicPr>
            <a:picLocks noChangeAspect="1"/>
          </p:cNvPicPr>
          <p:nvPr/>
        </p:nvPicPr>
        <p:blipFill>
          <a:blip r:embed="rId4"/>
          <a:stretch>
            <a:fillRect/>
          </a:stretch>
        </p:blipFill>
        <p:spPr>
          <a:xfrm>
            <a:off x="3067812" y="2404872"/>
            <a:ext cx="219456" cy="219456"/>
          </a:xfrm>
          <a:prstGeom prst="rect">
            <a:avLst/>
          </a:prstGeom>
        </p:spPr>
      </p:pic>
      <p:pic>
        <p:nvPicPr>
          <p:cNvPr id="42" name="Image 4" descr="ChevronRight">    </p:cNvPr>
          <p:cNvPicPr>
            <a:picLocks noChangeAspect="1"/>
          </p:cNvPicPr>
          <p:nvPr/>
        </p:nvPicPr>
        <p:blipFill>
          <a:blip r:embed="rId5"/>
          <a:stretch>
            <a:fillRect/>
          </a:stretch>
        </p:blipFill>
        <p:spPr>
          <a:xfrm>
            <a:off x="4759452" y="2404872"/>
            <a:ext cx="219456" cy="219456"/>
          </a:xfrm>
          <a:prstGeom prst="rect">
            <a:avLst/>
          </a:prstGeom>
        </p:spPr>
      </p:pic>
      <p:pic>
        <p:nvPicPr>
          <p:cNvPr id="43" name="Image 5" descr="ChevronRight">    </p:cNvPr>
          <p:cNvPicPr>
            <a:picLocks noChangeAspect="1"/>
          </p:cNvPicPr>
          <p:nvPr/>
        </p:nvPicPr>
        <p:blipFill>
          <a:blip r:embed="rId6"/>
          <a:stretch>
            <a:fillRect/>
          </a:stretch>
        </p:blipFill>
        <p:spPr>
          <a:xfrm>
            <a:off x="7045452" y="2404872"/>
            <a:ext cx="219456" cy="219456"/>
          </a:xfrm>
          <a:prstGeom prst="rect">
            <a:avLst/>
          </a:prstGeom>
        </p:spPr>
      </p:pic>
      <p:pic>
        <p:nvPicPr>
          <p:cNvPr id="44" name="Image 6" descr="ChevronRight">    </p:cNvPr>
          <p:cNvPicPr>
            <a:picLocks noChangeAspect="1"/>
          </p:cNvPicPr>
          <p:nvPr/>
        </p:nvPicPr>
        <p:blipFill>
          <a:blip r:embed="rId7"/>
          <a:stretch>
            <a:fillRect/>
          </a:stretch>
        </p:blipFill>
        <p:spPr>
          <a:xfrm>
            <a:off x="9148572" y="2404872"/>
            <a:ext cx="219456" cy="219456"/>
          </a:xfrm>
          <a:prstGeom prst="rect">
            <a:avLst/>
          </a:prstGeom>
        </p:spPr>
      </p:pic>
      <p:pic>
        <p:nvPicPr>
          <p:cNvPr id="45" name="Image 7" descr="DoorOpen">    </p:cNvPr>
          <p:cNvPicPr>
            <a:picLocks noChangeAspect="1"/>
          </p:cNvPicPr>
          <p:nvPr/>
        </p:nvPicPr>
        <p:blipFill>
          <a:blip r:embed="rId8"/>
          <a:stretch>
            <a:fillRect/>
          </a:stretch>
        </p:blipFill>
        <p:spPr>
          <a:xfrm>
            <a:off x="1714500" y="1645920"/>
            <a:ext cx="365760" cy="365760"/>
          </a:xfrm>
          <a:prstGeom prst="rect">
            <a:avLst/>
          </a:prstGeom>
        </p:spPr>
      </p:pic>
      <p:pic>
        <p:nvPicPr>
          <p:cNvPr id="46" name="Image 8" descr="DoorClosed">    </p:cNvPr>
          <p:cNvPicPr>
            <a:picLocks noChangeAspect="1"/>
          </p:cNvPicPr>
          <p:nvPr/>
        </p:nvPicPr>
        <p:blipFill>
          <a:blip r:embed="rId9"/>
          <a:stretch>
            <a:fillRect/>
          </a:stretch>
        </p:blipFill>
        <p:spPr>
          <a:xfrm>
            <a:off x="5829300" y="1645920"/>
            <a:ext cx="365760" cy="365760"/>
          </a:xfrm>
          <a:prstGeom prst="rect">
            <a:avLst/>
          </a:prstGeom>
        </p:spPr>
      </p:pic>
      <p:pic>
        <p:nvPicPr>
          <p:cNvPr id="47" name="Image 9" descr="DoorClosed">    </p:cNvPr>
          <p:cNvPicPr>
            <a:picLocks noChangeAspect="1"/>
          </p:cNvPicPr>
          <p:nvPr/>
        </p:nvPicPr>
        <p:blipFill>
          <a:blip r:embed="rId10"/>
          <a:stretch>
            <a:fillRect/>
          </a:stretch>
        </p:blipFill>
        <p:spPr>
          <a:xfrm>
            <a:off x="10264140" y="1645920"/>
            <a:ext cx="365760" cy="365760"/>
          </a:xfrm>
          <a:prstGeom prst="rect">
            <a:avLst/>
          </a:prstGeom>
        </p:spPr>
      </p:pic>
      <p:sp>
        <p:nvSpPr>
          <p:cNvPr id="48" name="Text 35"/>
          <p:cNvSpPr txBox="1"/>
          <p:nvPr/>
        </p:nvSpPr>
        <p:spPr>
          <a:xfrm>
            <a:off x="640080" y="3364992"/>
            <a:ext cx="2514600" cy="310896"/>
          </a:xfrm>
          <a:prstGeom prst="rect">
            <a:avLst/>
          </a:prstGeom>
          <a:noFill/>
          <a:ln/>
        </p:spPr>
        <p:txBody>
          <a:bodyPr wrap="square" lIns="0" tIns="0" rIns="0" bIns="0" rtlCol="0" anchor="t"/>
          <a:lstStyle/>
          <a:p>
            <a:pPr algn="ctr" indent="0" marL="0">
              <a:buNone/>
            </a:pPr>
            <a:r>
              <a:rPr lang="en-US" sz="1400" b="1" i="1" dirty="0">
                <a:solidFill>
                  <a:schemeClr val="accent3"/>
                </a:solidFill>
              </a:rPr>
              <a:t>ouverte → long</a:t>
            </a:r>
            <a:endParaRPr lang="en-US" sz="1400" dirty="0"/>
          </a:p>
        </p:txBody>
      </p:sp>
      <p:pic>
        <p:nvPicPr>
          <p:cNvPr id="49" name="Image 10" descr="ShieldAlt">    </p:cNvPr>
          <p:cNvPicPr>
            <a:picLocks noChangeAspect="1"/>
          </p:cNvPicPr>
          <p:nvPr/>
        </p:nvPicPr>
        <p:blipFill>
          <a:blip r:embed="rId11"/>
          <a:stretch>
            <a:fillRect/>
          </a:stretch>
        </p:blipFill>
        <p:spPr>
          <a:xfrm>
            <a:off x="4936363" y="3355848"/>
            <a:ext cx="274320" cy="274320"/>
          </a:xfrm>
          <a:prstGeom prst="rect">
            <a:avLst/>
          </a:prstGeom>
        </p:spPr>
      </p:pic>
      <p:sp>
        <p:nvSpPr>
          <p:cNvPr id="50" name="Text 36"/>
          <p:cNvSpPr txBox="1"/>
          <p:nvPr/>
        </p:nvSpPr>
        <p:spPr>
          <a:xfrm>
            <a:off x="5265547" y="3364992"/>
            <a:ext cx="1493266" cy="310896"/>
          </a:xfrm>
          <a:prstGeom prst="rect">
            <a:avLst/>
          </a:prstGeom>
          <a:noFill/>
          <a:ln/>
        </p:spPr>
        <p:txBody>
          <a:bodyPr wrap="square" lIns="0" tIns="0" rIns="0" bIns="0" rtlCol="0" anchor="t"/>
          <a:lstStyle/>
          <a:p>
            <a:pPr algn="ctr" indent="0" marL="0">
              <a:buNone/>
            </a:pPr>
            <a:r>
              <a:rPr lang="en-US" sz="1400" b="1" dirty="0">
                <a:solidFill>
                  <a:schemeClr val="accent6"/>
                </a:solidFill>
              </a:rPr>
              <a:t>✗ son court !</a:t>
            </a:r>
            <a:endParaRPr lang="en-US" sz="1400" dirty="0"/>
          </a:p>
        </p:txBody>
      </p:sp>
      <p:sp>
        <p:nvSpPr>
          <p:cNvPr id="51" name="Text 37"/>
          <p:cNvSpPr txBox="1"/>
          <p:nvPr/>
        </p:nvSpPr>
        <p:spPr>
          <a:xfrm>
            <a:off x="9326880" y="3364992"/>
            <a:ext cx="2240280" cy="310896"/>
          </a:xfrm>
          <a:prstGeom prst="rect">
            <a:avLst/>
          </a:prstGeom>
          <a:noFill/>
          <a:ln/>
        </p:spPr>
        <p:txBody>
          <a:bodyPr wrap="square" lIns="0" tIns="0" rIns="0" bIns="0" rtlCol="0" anchor="t"/>
          <a:lstStyle/>
          <a:p>
            <a:pPr algn="ctr" indent="0" marL="0">
              <a:buNone/>
            </a:pPr>
            <a:r>
              <a:rPr lang="en-US" sz="1400" b="1" dirty="0">
                <a:solidFill>
                  <a:schemeClr val="accent3"/>
                </a:solidFill>
              </a:rPr>
              <a:t>✓ son long</a:t>
            </a:r>
            <a:endParaRPr lang="en-US" sz="1400" dirty="0"/>
          </a:p>
        </p:txBody>
      </p:sp>
      <p:sp>
        <p:nvSpPr>
          <p:cNvPr id="52" name="Shape 38"/>
          <p:cNvSpPr/>
          <p:nvPr/>
        </p:nvSpPr>
        <p:spPr>
          <a:xfrm>
            <a:off x="548640" y="3886200"/>
            <a:ext cx="11091672" cy="731520"/>
          </a:xfrm>
          <a:prstGeom prst="roundRect">
            <a:avLst>
              <a:gd name="adj" fmla="val 10000"/>
            </a:avLst>
          </a:prstGeom>
          <a:solidFill>
            <a:schemeClr val="bg2"/>
          </a:solidFill>
          <a:ln w="12700">
            <a:solidFill>
              <a:srgbClr val="D5DCE6"/>
            </a:solidFill>
            <a:prstDash val="solid"/>
          </a:ln>
        </p:spPr>
      </p:sp>
      <p:pic>
        <p:nvPicPr>
          <p:cNvPr id="53" name="Image 11" descr="Lightbulb">    </p:cNvPr>
          <p:cNvPicPr>
            <a:picLocks noChangeAspect="1"/>
          </p:cNvPicPr>
          <p:nvPr/>
        </p:nvPicPr>
        <p:blipFill>
          <a:blip r:embed="rId12"/>
          <a:stretch>
            <a:fillRect/>
          </a:stretch>
        </p:blipFill>
        <p:spPr>
          <a:xfrm>
            <a:off x="731520" y="4069080"/>
            <a:ext cx="365760" cy="365760"/>
          </a:xfrm>
          <a:prstGeom prst="rect">
            <a:avLst/>
          </a:prstGeom>
        </p:spPr>
      </p:pic>
      <p:sp>
        <p:nvSpPr>
          <p:cNvPr id="54" name="Text 39"/>
          <p:cNvSpPr txBox="1"/>
          <p:nvPr/>
        </p:nvSpPr>
        <p:spPr>
          <a:xfrm>
            <a:off x="1234440" y="3886200"/>
            <a:ext cx="10241280" cy="731520"/>
          </a:xfrm>
          <a:prstGeom prst="rect">
            <a:avLst/>
          </a:prstGeom>
          <a:noFill/>
          <a:ln/>
        </p:spPr>
        <p:txBody>
          <a:bodyPr wrap="square" lIns="0" tIns="0" rIns="0" bIns="0" rtlCol="0" anchor="ctr"/>
          <a:lstStyle/>
          <a:p>
            <a:pPr algn="l" indent="0" marL="0">
              <a:buNone/>
            </a:pPr>
            <a:r>
              <a:rPr lang="en-US" sz="1700" b="1" dirty="0">
                <a:solidFill>
                  <a:schemeClr val="tx1"/>
                </a:solidFill>
              </a:rPr>
              <a:t>Infinitif</a:t>
            </a:r>
            <a:r>
              <a:rPr lang="en-US" sz="1700" dirty="0">
                <a:solidFill>
                  <a:schemeClr val="tx1"/>
                </a:solidFill>
              </a:rPr>
              <a:t> : syllabe </a:t>
            </a:r>
            <a:r>
              <a:rPr lang="en-US" sz="1700" b="1" dirty="0">
                <a:solidFill>
                  <a:schemeClr val="tx1"/>
                </a:solidFill>
              </a:rPr>
              <a:t>ouverte</a:t>
            </a:r>
            <a:r>
              <a:rPr lang="en-US" sz="1700" dirty="0">
                <a:solidFill>
                  <a:schemeClr val="tx1"/>
                </a:solidFill>
              </a:rPr>
              <a:t> → </a:t>
            </a:r>
            <a:r>
              <a:rPr lang="en-US" sz="1700" b="1" dirty="0">
                <a:solidFill>
                  <a:schemeClr val="tx1"/>
                </a:solidFill>
              </a:rPr>
              <a:t>radical</a:t>
            </a:r>
            <a:r>
              <a:rPr lang="en-US" sz="1700" dirty="0">
                <a:solidFill>
                  <a:schemeClr val="tx1"/>
                </a:solidFill>
              </a:rPr>
              <a:t> : syllabe </a:t>
            </a:r>
            <a:r>
              <a:rPr lang="en-US" sz="1700" b="1" dirty="0">
                <a:solidFill>
                  <a:schemeClr val="tx1"/>
                </a:solidFill>
              </a:rPr>
              <a:t>fermée</a:t>
            </a:r>
            <a:r>
              <a:rPr lang="en-US" sz="1700" dirty="0">
                <a:solidFill>
                  <a:schemeClr val="tx1"/>
                </a:solidFill>
              </a:rPr>
              <a:t> → </a:t>
            </a:r>
            <a:r>
              <a:rPr lang="en-US" sz="1700" b="1" dirty="0">
                <a:solidFill>
                  <a:schemeClr val="tx1"/>
                </a:solidFill>
              </a:rPr>
              <a:t>je double la voyelle</a:t>
            </a:r>
            <a:r>
              <a:rPr lang="en-US" sz="1700" dirty="0">
                <a:solidFill>
                  <a:schemeClr val="tx1"/>
                </a:solidFill>
              </a:rPr>
              <a:t> pour garder le son long</a:t>
            </a:r>
            <a:endParaRPr lang="en-US" sz="1700" dirty="0"/>
          </a:p>
        </p:txBody>
      </p:sp>
      <p:sp>
        <p:nvSpPr>
          <p:cNvPr id="55" name="Shape 40"/>
          <p:cNvSpPr/>
          <p:nvPr/>
        </p:nvSpPr>
        <p:spPr>
          <a:xfrm>
            <a:off x="548640" y="4754880"/>
            <a:ext cx="2072030" cy="777240"/>
          </a:xfrm>
          <a:prstGeom prst="roundRect">
            <a:avLst>
              <a:gd name="adj" fmla="val 9412"/>
            </a:avLst>
          </a:prstGeom>
          <a:solidFill>
            <a:srgbClr val="FFFFFF"/>
          </a:solidFill>
          <a:ln w="19050">
            <a:solidFill>
              <a:srgbClr val="2E7D4F"/>
            </a:solidFill>
            <a:prstDash val="solid"/>
          </a:ln>
          <a:effectLst>
            <a:outerShdw sx="100000" sy="100000" kx="0" ky="0" algn="bl" rotWithShape="0" blurRad="101600" dist="25400" dir="3600000">
              <a:srgbClr val="000000">
                <a:alpha val="16000"/>
              </a:srgbClr>
            </a:outerShdw>
          </a:effectLst>
        </p:spPr>
      </p:sp>
      <p:sp>
        <p:nvSpPr>
          <p:cNvPr id="56" name="Text 41"/>
          <p:cNvSpPr txBox="1"/>
          <p:nvPr/>
        </p:nvSpPr>
        <p:spPr>
          <a:xfrm>
            <a:off x="640080" y="4773168"/>
            <a:ext cx="1889150" cy="274320"/>
          </a:xfrm>
          <a:prstGeom prst="rect">
            <a:avLst/>
          </a:prstGeom>
          <a:noFill/>
          <a:ln/>
        </p:spPr>
        <p:txBody>
          <a:bodyPr wrap="square" lIns="0" tIns="0" rIns="0" bIns="0" rtlCol="0" anchor="t"/>
          <a:lstStyle/>
          <a:p>
            <a:pPr algn="ctr" indent="0" marL="0">
              <a:buNone/>
            </a:pPr>
            <a:r>
              <a:rPr lang="en-US" sz="1400" i="1" dirty="0">
                <a:solidFill>
                  <a:schemeClr val="accent5"/>
                </a:solidFill>
              </a:rPr>
              <a:t>spreken  →</a:t>
            </a:r>
            <a:endParaRPr lang="en-US" sz="1400" dirty="0"/>
          </a:p>
        </p:txBody>
      </p:sp>
      <p:sp>
        <p:nvSpPr>
          <p:cNvPr id="57" name="Text 42"/>
          <p:cNvSpPr txBox="1"/>
          <p:nvPr/>
        </p:nvSpPr>
        <p:spPr>
          <a:xfrm>
            <a:off x="640080" y="5029200"/>
            <a:ext cx="1889150" cy="457200"/>
          </a:xfrm>
          <a:prstGeom prst="rect">
            <a:avLst/>
          </a:prstGeom>
          <a:noFill/>
          <a:ln/>
        </p:spPr>
        <p:txBody>
          <a:bodyPr wrap="square" lIns="0" tIns="0" rIns="0" bIns="0" rtlCol="0" anchor="ctr"/>
          <a:lstStyle/>
          <a:p>
            <a:pPr algn="ctr" indent="0" marL="0">
              <a:buNone/>
            </a:pPr>
            <a:r>
              <a:rPr lang="en-US" sz="2400" dirty="0">
                <a:solidFill>
                  <a:schemeClr val="tx1"/>
                </a:solidFill>
                <a:latin typeface="+mj-lt" pitchFamily="34" charset="0"/>
                <a:ea typeface="+mj-lt" pitchFamily="34" charset="-122"/>
                <a:cs typeface="+mj-lt" pitchFamily="34" charset="-120"/>
              </a:rPr>
              <a:t>spr</a:t>
            </a:r>
            <a:r>
              <a:rPr lang="en-US" sz="2400" b="1" dirty="0">
                <a:solidFill>
                  <a:schemeClr val="accent3"/>
                </a:solidFill>
                <a:latin typeface="+mj-lt" pitchFamily="34" charset="0"/>
                <a:ea typeface="+mj-lt" pitchFamily="34" charset="-122"/>
                <a:cs typeface="+mj-lt" pitchFamily="34" charset="-120"/>
              </a:rPr>
              <a:t>ee</a:t>
            </a:r>
            <a:r>
              <a:rPr lang="en-US" sz="2400" dirty="0">
                <a:solidFill>
                  <a:schemeClr val="tx1"/>
                </a:solidFill>
                <a:latin typeface="+mj-lt" pitchFamily="34" charset="0"/>
                <a:ea typeface="+mj-lt" pitchFamily="34" charset="-122"/>
                <a:cs typeface="+mj-lt" pitchFamily="34" charset="-120"/>
              </a:rPr>
              <a:t>k</a:t>
            </a:r>
            <a:endParaRPr lang="en-US" sz="2400" dirty="0"/>
          </a:p>
        </p:txBody>
      </p:sp>
      <p:sp>
        <p:nvSpPr>
          <p:cNvPr id="58" name="Shape 43"/>
          <p:cNvSpPr/>
          <p:nvPr/>
        </p:nvSpPr>
        <p:spPr>
          <a:xfrm>
            <a:off x="2803550" y="4754880"/>
            <a:ext cx="2072030" cy="777240"/>
          </a:xfrm>
          <a:prstGeom prst="roundRect">
            <a:avLst>
              <a:gd name="adj" fmla="val 9412"/>
            </a:avLst>
          </a:prstGeom>
          <a:solidFill>
            <a:srgbClr val="FFFFFF"/>
          </a:solidFill>
          <a:ln w="19050">
            <a:solidFill>
              <a:srgbClr val="2E7D4F"/>
            </a:solidFill>
            <a:prstDash val="solid"/>
          </a:ln>
          <a:effectLst>
            <a:outerShdw sx="100000" sy="100000" kx="0" ky="0" algn="bl" rotWithShape="0" blurRad="101600" dist="25400" dir="3600000">
              <a:srgbClr val="000000">
                <a:alpha val="16000"/>
              </a:srgbClr>
            </a:outerShdw>
          </a:effectLst>
        </p:spPr>
      </p:sp>
      <p:sp>
        <p:nvSpPr>
          <p:cNvPr id="59" name="Text 44"/>
          <p:cNvSpPr txBox="1"/>
          <p:nvPr/>
        </p:nvSpPr>
        <p:spPr>
          <a:xfrm>
            <a:off x="2894990" y="4773168"/>
            <a:ext cx="1889150" cy="274320"/>
          </a:xfrm>
          <a:prstGeom prst="rect">
            <a:avLst/>
          </a:prstGeom>
          <a:noFill/>
          <a:ln/>
        </p:spPr>
        <p:txBody>
          <a:bodyPr wrap="square" lIns="0" tIns="0" rIns="0" bIns="0" rtlCol="0" anchor="t"/>
          <a:lstStyle/>
          <a:p>
            <a:pPr algn="ctr" indent="0" marL="0">
              <a:buNone/>
            </a:pPr>
            <a:r>
              <a:rPr lang="en-US" sz="1400" i="1" dirty="0">
                <a:solidFill>
                  <a:schemeClr val="accent5"/>
                </a:solidFill>
              </a:rPr>
              <a:t>wonen  →</a:t>
            </a:r>
            <a:endParaRPr lang="en-US" sz="1400" dirty="0"/>
          </a:p>
        </p:txBody>
      </p:sp>
      <p:sp>
        <p:nvSpPr>
          <p:cNvPr id="60" name="Text 45"/>
          <p:cNvSpPr txBox="1"/>
          <p:nvPr/>
        </p:nvSpPr>
        <p:spPr>
          <a:xfrm>
            <a:off x="2894990" y="5029200"/>
            <a:ext cx="1889150" cy="457200"/>
          </a:xfrm>
          <a:prstGeom prst="rect">
            <a:avLst/>
          </a:prstGeom>
          <a:noFill/>
          <a:ln/>
        </p:spPr>
        <p:txBody>
          <a:bodyPr wrap="square" lIns="0" tIns="0" rIns="0" bIns="0" rtlCol="0" anchor="ctr"/>
          <a:lstStyle/>
          <a:p>
            <a:pPr algn="ctr" indent="0" marL="0">
              <a:buNone/>
            </a:pPr>
            <a:r>
              <a:rPr lang="en-US" sz="2400" dirty="0">
                <a:solidFill>
                  <a:schemeClr val="tx1"/>
                </a:solidFill>
                <a:latin typeface="+mj-lt" pitchFamily="34" charset="0"/>
                <a:ea typeface="+mj-lt" pitchFamily="34" charset="-122"/>
                <a:cs typeface="+mj-lt" pitchFamily="34" charset="-120"/>
              </a:rPr>
              <a:t>w</a:t>
            </a:r>
            <a:r>
              <a:rPr lang="en-US" sz="2400" b="1" dirty="0">
                <a:solidFill>
                  <a:schemeClr val="accent3"/>
                </a:solidFill>
                <a:latin typeface="+mj-lt" pitchFamily="34" charset="0"/>
                <a:ea typeface="+mj-lt" pitchFamily="34" charset="-122"/>
                <a:cs typeface="+mj-lt" pitchFamily="34" charset="-120"/>
              </a:rPr>
              <a:t>oo</a:t>
            </a:r>
            <a:r>
              <a:rPr lang="en-US" sz="2400" dirty="0">
                <a:solidFill>
                  <a:schemeClr val="tx1"/>
                </a:solidFill>
                <a:latin typeface="+mj-lt" pitchFamily="34" charset="0"/>
                <a:ea typeface="+mj-lt" pitchFamily="34" charset="-122"/>
                <a:cs typeface="+mj-lt" pitchFamily="34" charset="-120"/>
              </a:rPr>
              <a:t>n</a:t>
            </a:r>
            <a:endParaRPr lang="en-US" sz="2400" dirty="0"/>
          </a:p>
        </p:txBody>
      </p:sp>
      <p:sp>
        <p:nvSpPr>
          <p:cNvPr id="61" name="Shape 46"/>
          <p:cNvSpPr/>
          <p:nvPr/>
        </p:nvSpPr>
        <p:spPr>
          <a:xfrm>
            <a:off x="5058461" y="4754880"/>
            <a:ext cx="2072030" cy="777240"/>
          </a:xfrm>
          <a:prstGeom prst="roundRect">
            <a:avLst>
              <a:gd name="adj" fmla="val 9412"/>
            </a:avLst>
          </a:prstGeom>
          <a:solidFill>
            <a:srgbClr val="FFFFFF"/>
          </a:solidFill>
          <a:ln w="19050">
            <a:solidFill>
              <a:srgbClr val="2E7D4F"/>
            </a:solidFill>
            <a:prstDash val="solid"/>
          </a:ln>
          <a:effectLst>
            <a:outerShdw sx="100000" sy="100000" kx="0" ky="0" algn="bl" rotWithShape="0" blurRad="101600" dist="25400" dir="3600000">
              <a:srgbClr val="000000">
                <a:alpha val="16000"/>
              </a:srgbClr>
            </a:outerShdw>
          </a:effectLst>
        </p:spPr>
      </p:sp>
      <p:sp>
        <p:nvSpPr>
          <p:cNvPr id="62" name="Text 47"/>
          <p:cNvSpPr txBox="1"/>
          <p:nvPr/>
        </p:nvSpPr>
        <p:spPr>
          <a:xfrm>
            <a:off x="5149901" y="4773168"/>
            <a:ext cx="1889150" cy="274320"/>
          </a:xfrm>
          <a:prstGeom prst="rect">
            <a:avLst/>
          </a:prstGeom>
          <a:noFill/>
          <a:ln/>
        </p:spPr>
        <p:txBody>
          <a:bodyPr wrap="square" lIns="0" tIns="0" rIns="0" bIns="0" rtlCol="0" anchor="t"/>
          <a:lstStyle/>
          <a:p>
            <a:pPr algn="ctr" indent="0" marL="0">
              <a:buNone/>
            </a:pPr>
            <a:r>
              <a:rPr lang="en-US" sz="1400" i="1" dirty="0">
                <a:solidFill>
                  <a:schemeClr val="accent5"/>
                </a:solidFill>
              </a:rPr>
              <a:t>slapen  →</a:t>
            </a:r>
            <a:endParaRPr lang="en-US" sz="1400" dirty="0"/>
          </a:p>
        </p:txBody>
      </p:sp>
      <p:sp>
        <p:nvSpPr>
          <p:cNvPr id="63" name="Text 48"/>
          <p:cNvSpPr txBox="1"/>
          <p:nvPr/>
        </p:nvSpPr>
        <p:spPr>
          <a:xfrm>
            <a:off x="5149901" y="5029200"/>
            <a:ext cx="1889150" cy="457200"/>
          </a:xfrm>
          <a:prstGeom prst="rect">
            <a:avLst/>
          </a:prstGeom>
          <a:noFill/>
          <a:ln/>
        </p:spPr>
        <p:txBody>
          <a:bodyPr wrap="square" lIns="0" tIns="0" rIns="0" bIns="0" rtlCol="0" anchor="ctr"/>
          <a:lstStyle/>
          <a:p>
            <a:pPr algn="ctr" indent="0" marL="0">
              <a:buNone/>
            </a:pPr>
            <a:r>
              <a:rPr lang="en-US" sz="2400" dirty="0">
                <a:solidFill>
                  <a:schemeClr val="tx1"/>
                </a:solidFill>
                <a:latin typeface="+mj-lt" pitchFamily="34" charset="0"/>
                <a:ea typeface="+mj-lt" pitchFamily="34" charset="-122"/>
                <a:cs typeface="+mj-lt" pitchFamily="34" charset="-120"/>
              </a:rPr>
              <a:t>sl</a:t>
            </a:r>
            <a:r>
              <a:rPr lang="en-US" sz="2400" b="1" dirty="0">
                <a:solidFill>
                  <a:schemeClr val="accent3"/>
                </a:solidFill>
                <a:latin typeface="+mj-lt" pitchFamily="34" charset="0"/>
                <a:ea typeface="+mj-lt" pitchFamily="34" charset="-122"/>
                <a:cs typeface="+mj-lt" pitchFamily="34" charset="-120"/>
              </a:rPr>
              <a:t>aa</a:t>
            </a:r>
            <a:r>
              <a:rPr lang="en-US" sz="2400" dirty="0">
                <a:solidFill>
                  <a:schemeClr val="tx1"/>
                </a:solidFill>
                <a:latin typeface="+mj-lt" pitchFamily="34" charset="0"/>
                <a:ea typeface="+mj-lt" pitchFamily="34" charset="-122"/>
                <a:cs typeface="+mj-lt" pitchFamily="34" charset="-120"/>
              </a:rPr>
              <a:t>p</a:t>
            </a:r>
            <a:endParaRPr lang="en-US" sz="2400" dirty="0"/>
          </a:p>
        </p:txBody>
      </p:sp>
      <p:sp>
        <p:nvSpPr>
          <p:cNvPr id="64" name="Shape 49"/>
          <p:cNvSpPr/>
          <p:nvPr/>
        </p:nvSpPr>
        <p:spPr>
          <a:xfrm>
            <a:off x="7313371" y="4754880"/>
            <a:ext cx="2072030" cy="777240"/>
          </a:xfrm>
          <a:prstGeom prst="roundRect">
            <a:avLst>
              <a:gd name="adj" fmla="val 9412"/>
            </a:avLst>
          </a:prstGeom>
          <a:solidFill>
            <a:srgbClr val="FFFFFF"/>
          </a:solidFill>
          <a:ln w="19050">
            <a:solidFill>
              <a:srgbClr val="2E7D4F"/>
            </a:solidFill>
            <a:prstDash val="solid"/>
          </a:ln>
          <a:effectLst>
            <a:outerShdw sx="100000" sy="100000" kx="0" ky="0" algn="bl" rotWithShape="0" blurRad="101600" dist="25400" dir="3600000">
              <a:srgbClr val="000000">
                <a:alpha val="16000"/>
              </a:srgbClr>
            </a:outerShdw>
          </a:effectLst>
        </p:spPr>
      </p:sp>
      <p:sp>
        <p:nvSpPr>
          <p:cNvPr id="65" name="Text 50"/>
          <p:cNvSpPr txBox="1"/>
          <p:nvPr/>
        </p:nvSpPr>
        <p:spPr>
          <a:xfrm>
            <a:off x="7404811" y="4773168"/>
            <a:ext cx="1889150" cy="274320"/>
          </a:xfrm>
          <a:prstGeom prst="rect">
            <a:avLst/>
          </a:prstGeom>
          <a:noFill/>
          <a:ln/>
        </p:spPr>
        <p:txBody>
          <a:bodyPr wrap="square" lIns="0" tIns="0" rIns="0" bIns="0" rtlCol="0" anchor="t"/>
          <a:lstStyle/>
          <a:p>
            <a:pPr algn="ctr" indent="0" marL="0">
              <a:buNone/>
            </a:pPr>
            <a:r>
              <a:rPr lang="en-US" sz="1400" i="1" dirty="0">
                <a:solidFill>
                  <a:schemeClr val="accent5"/>
                </a:solidFill>
              </a:rPr>
              <a:t>maken  →</a:t>
            </a:r>
            <a:endParaRPr lang="en-US" sz="1400" dirty="0"/>
          </a:p>
        </p:txBody>
      </p:sp>
      <p:sp>
        <p:nvSpPr>
          <p:cNvPr id="66" name="Text 51"/>
          <p:cNvSpPr txBox="1"/>
          <p:nvPr/>
        </p:nvSpPr>
        <p:spPr>
          <a:xfrm>
            <a:off x="7404811" y="5029200"/>
            <a:ext cx="1889150" cy="457200"/>
          </a:xfrm>
          <a:prstGeom prst="rect">
            <a:avLst/>
          </a:prstGeom>
          <a:noFill/>
          <a:ln/>
        </p:spPr>
        <p:txBody>
          <a:bodyPr wrap="square" lIns="0" tIns="0" rIns="0" bIns="0" rtlCol="0" anchor="ctr"/>
          <a:lstStyle/>
          <a:p>
            <a:pPr algn="ctr" indent="0" marL="0">
              <a:buNone/>
            </a:pPr>
            <a:r>
              <a:rPr lang="en-US" sz="2400" dirty="0">
                <a:solidFill>
                  <a:schemeClr val="tx1"/>
                </a:solidFill>
                <a:latin typeface="+mj-lt" pitchFamily="34" charset="0"/>
                <a:ea typeface="+mj-lt" pitchFamily="34" charset="-122"/>
                <a:cs typeface="+mj-lt" pitchFamily="34" charset="-120"/>
              </a:rPr>
              <a:t>m</a:t>
            </a:r>
            <a:r>
              <a:rPr lang="en-US" sz="2400" b="1" dirty="0">
                <a:solidFill>
                  <a:schemeClr val="accent3"/>
                </a:solidFill>
                <a:latin typeface="+mj-lt" pitchFamily="34" charset="0"/>
                <a:ea typeface="+mj-lt" pitchFamily="34" charset="-122"/>
                <a:cs typeface="+mj-lt" pitchFamily="34" charset="-120"/>
              </a:rPr>
              <a:t>aa</a:t>
            </a:r>
            <a:r>
              <a:rPr lang="en-US" sz="2400" dirty="0">
                <a:solidFill>
                  <a:schemeClr val="tx1"/>
                </a:solidFill>
                <a:latin typeface="+mj-lt" pitchFamily="34" charset="0"/>
                <a:ea typeface="+mj-lt" pitchFamily="34" charset="-122"/>
                <a:cs typeface="+mj-lt" pitchFamily="34" charset="-120"/>
              </a:rPr>
              <a:t>k</a:t>
            </a:r>
            <a:endParaRPr lang="en-US" sz="2400" dirty="0"/>
          </a:p>
        </p:txBody>
      </p:sp>
      <p:sp>
        <p:nvSpPr>
          <p:cNvPr id="67" name="Shape 52"/>
          <p:cNvSpPr/>
          <p:nvPr/>
        </p:nvSpPr>
        <p:spPr>
          <a:xfrm>
            <a:off x="9568282" y="4754880"/>
            <a:ext cx="2072030" cy="777240"/>
          </a:xfrm>
          <a:prstGeom prst="roundRect">
            <a:avLst>
              <a:gd name="adj" fmla="val 9412"/>
            </a:avLst>
          </a:prstGeom>
          <a:solidFill>
            <a:srgbClr val="FFFFFF"/>
          </a:solidFill>
          <a:ln w="19050">
            <a:solidFill>
              <a:srgbClr val="2E7D4F"/>
            </a:solidFill>
            <a:prstDash val="solid"/>
          </a:ln>
          <a:effectLst>
            <a:outerShdw sx="100000" sy="100000" kx="0" ky="0" algn="bl" rotWithShape="0" blurRad="101600" dist="25400" dir="3600000">
              <a:srgbClr val="000000">
                <a:alpha val="16000"/>
              </a:srgbClr>
            </a:outerShdw>
          </a:effectLst>
        </p:spPr>
      </p:sp>
      <p:sp>
        <p:nvSpPr>
          <p:cNvPr id="68" name="Text 53"/>
          <p:cNvSpPr txBox="1"/>
          <p:nvPr/>
        </p:nvSpPr>
        <p:spPr>
          <a:xfrm>
            <a:off x="9659722" y="4773168"/>
            <a:ext cx="1889150" cy="274320"/>
          </a:xfrm>
          <a:prstGeom prst="rect">
            <a:avLst/>
          </a:prstGeom>
          <a:noFill/>
          <a:ln/>
        </p:spPr>
        <p:txBody>
          <a:bodyPr wrap="square" lIns="0" tIns="0" rIns="0" bIns="0" rtlCol="0" anchor="t"/>
          <a:lstStyle/>
          <a:p>
            <a:pPr algn="ctr" indent="0" marL="0">
              <a:buNone/>
            </a:pPr>
            <a:r>
              <a:rPr lang="en-US" sz="1400" i="1" dirty="0">
                <a:solidFill>
                  <a:schemeClr val="accent5"/>
                </a:solidFill>
              </a:rPr>
              <a:t>leren  →</a:t>
            </a:r>
            <a:endParaRPr lang="en-US" sz="1400" dirty="0"/>
          </a:p>
        </p:txBody>
      </p:sp>
      <p:sp>
        <p:nvSpPr>
          <p:cNvPr id="69" name="Text 54"/>
          <p:cNvSpPr txBox="1"/>
          <p:nvPr/>
        </p:nvSpPr>
        <p:spPr>
          <a:xfrm>
            <a:off x="9659722" y="5029200"/>
            <a:ext cx="1889150" cy="457200"/>
          </a:xfrm>
          <a:prstGeom prst="rect">
            <a:avLst/>
          </a:prstGeom>
          <a:noFill/>
          <a:ln/>
        </p:spPr>
        <p:txBody>
          <a:bodyPr wrap="square" lIns="0" tIns="0" rIns="0" bIns="0" rtlCol="0" anchor="ctr"/>
          <a:lstStyle/>
          <a:p>
            <a:pPr algn="ctr" indent="0" marL="0">
              <a:buNone/>
            </a:pPr>
            <a:r>
              <a:rPr lang="en-US" sz="2400" dirty="0">
                <a:solidFill>
                  <a:schemeClr val="tx1"/>
                </a:solidFill>
                <a:latin typeface="+mj-lt" pitchFamily="34" charset="0"/>
                <a:ea typeface="+mj-lt" pitchFamily="34" charset="-122"/>
                <a:cs typeface="+mj-lt" pitchFamily="34" charset="-120"/>
              </a:rPr>
              <a:t>l</a:t>
            </a:r>
            <a:r>
              <a:rPr lang="en-US" sz="2400" b="1" dirty="0">
                <a:solidFill>
                  <a:schemeClr val="accent3"/>
                </a:solidFill>
                <a:latin typeface="+mj-lt" pitchFamily="34" charset="0"/>
                <a:ea typeface="+mj-lt" pitchFamily="34" charset="-122"/>
                <a:cs typeface="+mj-lt" pitchFamily="34" charset="-120"/>
              </a:rPr>
              <a:t>ee</a:t>
            </a:r>
            <a:r>
              <a:rPr lang="en-US" sz="2400" dirty="0">
                <a:solidFill>
                  <a:schemeClr val="tx1"/>
                </a:solidFill>
                <a:latin typeface="+mj-lt" pitchFamily="34" charset="0"/>
                <a:ea typeface="+mj-lt" pitchFamily="34" charset="-122"/>
                <a:cs typeface="+mj-lt" pitchFamily="34" charset="-120"/>
              </a:rPr>
              <a:t>r</a:t>
            </a:r>
            <a:endParaRPr lang="en-US" sz="2400" dirty="0"/>
          </a:p>
        </p:txBody>
      </p:sp>
      <p:sp>
        <p:nvSpPr>
          <p:cNvPr id="70" name="Shape 55"/>
          <p:cNvSpPr/>
          <p:nvPr/>
        </p:nvSpPr>
        <p:spPr>
          <a:xfrm>
            <a:off x="548640" y="5669280"/>
            <a:ext cx="11091672" cy="603504"/>
          </a:xfrm>
          <a:prstGeom prst="roundRect">
            <a:avLst>
              <a:gd name="adj" fmla="val 12121"/>
            </a:avLst>
          </a:prstGeom>
          <a:solidFill>
            <a:schemeClr val="accent6">
              <a:alpha val="10000"/>
            </a:schemeClr>
          </a:solidFill>
          <a:ln w="12700">
            <a:solidFill>
              <a:srgbClr val="B83227"/>
            </a:solidFill>
            <a:prstDash val="solid"/>
          </a:ln>
        </p:spPr>
      </p:sp>
      <p:pic>
        <p:nvPicPr>
          <p:cNvPr id="71" name="Image 12" descr="ExclamationTriangle">    </p:cNvPr>
          <p:cNvPicPr>
            <a:picLocks noChangeAspect="1"/>
          </p:cNvPicPr>
          <p:nvPr/>
        </p:nvPicPr>
        <p:blipFill>
          <a:blip r:embed="rId13"/>
          <a:stretch>
            <a:fillRect/>
          </a:stretch>
        </p:blipFill>
        <p:spPr>
          <a:xfrm>
            <a:off x="731520" y="5788152"/>
            <a:ext cx="365760" cy="365760"/>
          </a:xfrm>
          <a:prstGeom prst="rect">
            <a:avLst/>
          </a:prstGeom>
        </p:spPr>
      </p:pic>
      <p:sp>
        <p:nvSpPr>
          <p:cNvPr id="72" name="Text 56"/>
          <p:cNvSpPr txBox="1"/>
          <p:nvPr/>
        </p:nvSpPr>
        <p:spPr>
          <a:xfrm>
            <a:off x="1234440" y="5669280"/>
            <a:ext cx="10241280" cy="603504"/>
          </a:xfrm>
          <a:prstGeom prst="rect">
            <a:avLst/>
          </a:prstGeom>
          <a:noFill/>
          <a:ln/>
        </p:spPr>
        <p:txBody>
          <a:bodyPr wrap="square" lIns="0" tIns="0" rIns="0" bIns="0" rtlCol="0" anchor="ctr"/>
          <a:lstStyle/>
          <a:p>
            <a:pPr algn="l" indent="0" marL="0">
              <a:buNone/>
            </a:pPr>
            <a:r>
              <a:rPr lang="en-US" sz="1800" b="1" dirty="0">
                <a:solidFill>
                  <a:schemeClr val="tx1"/>
                </a:solidFill>
              </a:rPr>
              <a:t>Exception</a:t>
            </a:r>
            <a:r>
              <a:rPr lang="en-US" sz="1800" dirty="0">
                <a:solidFill>
                  <a:schemeClr val="tx1"/>
                </a:solidFill>
              </a:rPr>
              <a:t> : </a:t>
            </a:r>
            <a:r>
              <a:rPr lang="en-US" sz="1800" i="1" dirty="0">
                <a:solidFill>
                  <a:schemeClr val="tx1"/>
                </a:solidFill>
              </a:rPr>
              <a:t>komen → ik </a:t>
            </a:r>
            <a:r>
              <a:rPr lang="en-US" sz="1800" b="1" i="1" dirty="0">
                <a:solidFill>
                  <a:schemeClr val="tx1"/>
                </a:solidFill>
              </a:rPr>
              <a:t>kom</a:t>
            </a:r>
            <a:r>
              <a:rPr lang="en-US" sz="1800" dirty="0">
                <a:solidFill>
                  <a:schemeClr val="tx1"/>
                </a:solidFill>
              </a:rPr>
              <a:t> (o court)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Ajustement 2 — la consonne double se simplifie</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548640" y="1536192"/>
            <a:ext cx="11091672" cy="2212848"/>
          </a:xfrm>
          <a:prstGeom prst="roundRect">
            <a:avLst>
              <a:gd name="adj" fmla="val 4132"/>
            </a:avLst>
          </a:prstGeom>
          <a:solidFill>
            <a:srgbClr val="FBEFF4"/>
          </a:solidFill>
          <a:ln w="12700">
            <a:solidFill>
              <a:srgbClr val="FFFFFF">
                <a:alpha val="0"/>
              </a:srgbClr>
            </a:solidFill>
            <a:prstDash val="solid"/>
          </a:ln>
        </p:spPr>
      </p:sp>
      <p:sp>
        <p:nvSpPr>
          <p:cNvPr id="6" name="Shape 3"/>
          <p:cNvSpPr/>
          <p:nvPr/>
        </p:nvSpPr>
        <p:spPr>
          <a:xfrm>
            <a:off x="685800" y="2971800"/>
            <a:ext cx="10817352" cy="146304"/>
          </a:xfrm>
          <a:prstGeom prst="roundRect">
            <a:avLst>
              <a:gd name="adj" fmla="val 50000"/>
            </a:avLst>
          </a:prstGeom>
          <a:solidFill>
            <a:schemeClr val="accent5">
              <a:alpha val="55000"/>
            </a:schemeClr>
          </a:solidFill>
          <a:ln w="12700">
            <a:solidFill>
              <a:srgbClr val="FFFFFF">
                <a:alpha val="0"/>
              </a:srgbClr>
            </a:solidFill>
            <a:prstDash val="solid"/>
          </a:ln>
        </p:spPr>
      </p:sp>
      <p:sp>
        <p:nvSpPr>
          <p:cNvPr id="7" name="Shape 4"/>
          <p:cNvSpPr/>
          <p:nvPr/>
        </p:nvSpPr>
        <p:spPr>
          <a:xfrm>
            <a:off x="886968" y="3154680"/>
            <a:ext cx="146304" cy="146304"/>
          </a:xfrm>
          <a:prstGeom prst="ellipse">
            <a:avLst/>
          </a:prstGeom>
          <a:solidFill>
            <a:srgbClr val="B8C2CF"/>
          </a:solidFill>
          <a:ln w="12700">
            <a:solidFill>
              <a:srgbClr val="FFFFFF">
                <a:alpha val="0"/>
              </a:srgbClr>
            </a:solidFill>
            <a:prstDash val="solid"/>
          </a:ln>
        </p:spPr>
      </p:sp>
      <p:sp>
        <p:nvSpPr>
          <p:cNvPr id="8" name="Shape 5"/>
          <p:cNvSpPr/>
          <p:nvPr/>
        </p:nvSpPr>
        <p:spPr>
          <a:xfrm>
            <a:off x="1435608" y="3154680"/>
            <a:ext cx="146304" cy="146304"/>
          </a:xfrm>
          <a:prstGeom prst="ellipse">
            <a:avLst/>
          </a:prstGeom>
          <a:solidFill>
            <a:srgbClr val="B8C2CF"/>
          </a:solidFill>
          <a:ln w="12700">
            <a:solidFill>
              <a:srgbClr val="FFFFFF">
                <a:alpha val="0"/>
              </a:srgbClr>
            </a:solidFill>
            <a:prstDash val="solid"/>
          </a:ln>
        </p:spPr>
      </p:sp>
      <p:sp>
        <p:nvSpPr>
          <p:cNvPr id="9" name="Shape 6"/>
          <p:cNvSpPr/>
          <p:nvPr/>
        </p:nvSpPr>
        <p:spPr>
          <a:xfrm>
            <a:off x="1984248" y="3154680"/>
            <a:ext cx="146304" cy="146304"/>
          </a:xfrm>
          <a:prstGeom prst="ellipse">
            <a:avLst/>
          </a:prstGeom>
          <a:solidFill>
            <a:srgbClr val="B8C2CF"/>
          </a:solidFill>
          <a:ln w="12700">
            <a:solidFill>
              <a:srgbClr val="FFFFFF">
                <a:alpha val="0"/>
              </a:srgbClr>
            </a:solidFill>
            <a:prstDash val="solid"/>
          </a:ln>
        </p:spPr>
      </p:sp>
      <p:sp>
        <p:nvSpPr>
          <p:cNvPr id="10" name="Shape 7"/>
          <p:cNvSpPr/>
          <p:nvPr/>
        </p:nvSpPr>
        <p:spPr>
          <a:xfrm>
            <a:off x="2532888" y="3154680"/>
            <a:ext cx="146304" cy="146304"/>
          </a:xfrm>
          <a:prstGeom prst="ellipse">
            <a:avLst/>
          </a:prstGeom>
          <a:solidFill>
            <a:srgbClr val="B8C2CF"/>
          </a:solidFill>
          <a:ln w="12700">
            <a:solidFill>
              <a:srgbClr val="FFFFFF">
                <a:alpha val="0"/>
              </a:srgbClr>
            </a:solidFill>
            <a:prstDash val="solid"/>
          </a:ln>
        </p:spPr>
      </p:sp>
      <p:sp>
        <p:nvSpPr>
          <p:cNvPr id="11" name="Shape 8"/>
          <p:cNvSpPr/>
          <p:nvPr/>
        </p:nvSpPr>
        <p:spPr>
          <a:xfrm>
            <a:off x="3081528" y="3154680"/>
            <a:ext cx="146304" cy="146304"/>
          </a:xfrm>
          <a:prstGeom prst="ellipse">
            <a:avLst/>
          </a:prstGeom>
          <a:solidFill>
            <a:srgbClr val="B8C2CF"/>
          </a:solidFill>
          <a:ln w="12700">
            <a:solidFill>
              <a:srgbClr val="FFFFFF">
                <a:alpha val="0"/>
              </a:srgbClr>
            </a:solidFill>
            <a:prstDash val="solid"/>
          </a:ln>
        </p:spPr>
      </p:sp>
      <p:sp>
        <p:nvSpPr>
          <p:cNvPr id="12" name="Shape 9"/>
          <p:cNvSpPr/>
          <p:nvPr/>
        </p:nvSpPr>
        <p:spPr>
          <a:xfrm>
            <a:off x="3630168" y="3154680"/>
            <a:ext cx="146304" cy="146304"/>
          </a:xfrm>
          <a:prstGeom prst="ellipse">
            <a:avLst/>
          </a:prstGeom>
          <a:solidFill>
            <a:srgbClr val="B8C2CF"/>
          </a:solidFill>
          <a:ln w="12700">
            <a:solidFill>
              <a:srgbClr val="FFFFFF">
                <a:alpha val="0"/>
              </a:srgbClr>
            </a:solidFill>
            <a:prstDash val="solid"/>
          </a:ln>
        </p:spPr>
      </p:sp>
      <p:sp>
        <p:nvSpPr>
          <p:cNvPr id="13" name="Shape 10"/>
          <p:cNvSpPr/>
          <p:nvPr/>
        </p:nvSpPr>
        <p:spPr>
          <a:xfrm>
            <a:off x="4178808" y="3154680"/>
            <a:ext cx="146304" cy="146304"/>
          </a:xfrm>
          <a:prstGeom prst="ellipse">
            <a:avLst/>
          </a:prstGeom>
          <a:solidFill>
            <a:srgbClr val="B8C2CF"/>
          </a:solidFill>
          <a:ln w="12700">
            <a:solidFill>
              <a:srgbClr val="FFFFFF">
                <a:alpha val="0"/>
              </a:srgbClr>
            </a:solidFill>
            <a:prstDash val="solid"/>
          </a:ln>
        </p:spPr>
      </p:sp>
      <p:sp>
        <p:nvSpPr>
          <p:cNvPr id="14" name="Shape 11"/>
          <p:cNvSpPr/>
          <p:nvPr/>
        </p:nvSpPr>
        <p:spPr>
          <a:xfrm>
            <a:off x="4727448" y="3154680"/>
            <a:ext cx="146304" cy="146304"/>
          </a:xfrm>
          <a:prstGeom prst="ellipse">
            <a:avLst/>
          </a:prstGeom>
          <a:solidFill>
            <a:srgbClr val="B8C2CF"/>
          </a:solidFill>
          <a:ln w="12700">
            <a:solidFill>
              <a:srgbClr val="FFFFFF">
                <a:alpha val="0"/>
              </a:srgbClr>
            </a:solidFill>
            <a:prstDash val="solid"/>
          </a:ln>
        </p:spPr>
      </p:sp>
      <p:sp>
        <p:nvSpPr>
          <p:cNvPr id="15" name="Shape 12"/>
          <p:cNvSpPr/>
          <p:nvPr/>
        </p:nvSpPr>
        <p:spPr>
          <a:xfrm>
            <a:off x="5276088" y="3154680"/>
            <a:ext cx="146304" cy="146304"/>
          </a:xfrm>
          <a:prstGeom prst="ellipse">
            <a:avLst/>
          </a:prstGeom>
          <a:solidFill>
            <a:srgbClr val="B8C2CF"/>
          </a:solidFill>
          <a:ln w="12700">
            <a:solidFill>
              <a:srgbClr val="FFFFFF">
                <a:alpha val="0"/>
              </a:srgbClr>
            </a:solidFill>
            <a:prstDash val="solid"/>
          </a:ln>
        </p:spPr>
      </p:sp>
      <p:sp>
        <p:nvSpPr>
          <p:cNvPr id="16" name="Shape 13"/>
          <p:cNvSpPr/>
          <p:nvPr/>
        </p:nvSpPr>
        <p:spPr>
          <a:xfrm>
            <a:off x="5824728" y="3154680"/>
            <a:ext cx="146304" cy="146304"/>
          </a:xfrm>
          <a:prstGeom prst="ellipse">
            <a:avLst/>
          </a:prstGeom>
          <a:solidFill>
            <a:srgbClr val="B8C2CF"/>
          </a:solidFill>
          <a:ln w="12700">
            <a:solidFill>
              <a:srgbClr val="FFFFFF">
                <a:alpha val="0"/>
              </a:srgbClr>
            </a:solidFill>
            <a:prstDash val="solid"/>
          </a:ln>
        </p:spPr>
      </p:sp>
      <p:sp>
        <p:nvSpPr>
          <p:cNvPr id="17" name="Shape 14"/>
          <p:cNvSpPr/>
          <p:nvPr/>
        </p:nvSpPr>
        <p:spPr>
          <a:xfrm>
            <a:off x="6373368" y="3154680"/>
            <a:ext cx="146304" cy="146304"/>
          </a:xfrm>
          <a:prstGeom prst="ellipse">
            <a:avLst/>
          </a:prstGeom>
          <a:solidFill>
            <a:srgbClr val="B8C2CF"/>
          </a:solidFill>
          <a:ln w="12700">
            <a:solidFill>
              <a:srgbClr val="FFFFFF">
                <a:alpha val="0"/>
              </a:srgbClr>
            </a:solidFill>
            <a:prstDash val="solid"/>
          </a:ln>
        </p:spPr>
      </p:sp>
      <p:sp>
        <p:nvSpPr>
          <p:cNvPr id="18" name="Shape 15"/>
          <p:cNvSpPr/>
          <p:nvPr/>
        </p:nvSpPr>
        <p:spPr>
          <a:xfrm>
            <a:off x="6922008" y="3154680"/>
            <a:ext cx="146304" cy="146304"/>
          </a:xfrm>
          <a:prstGeom prst="ellipse">
            <a:avLst/>
          </a:prstGeom>
          <a:solidFill>
            <a:srgbClr val="B8C2CF"/>
          </a:solidFill>
          <a:ln w="12700">
            <a:solidFill>
              <a:srgbClr val="FFFFFF">
                <a:alpha val="0"/>
              </a:srgbClr>
            </a:solidFill>
            <a:prstDash val="solid"/>
          </a:ln>
        </p:spPr>
      </p:sp>
      <p:sp>
        <p:nvSpPr>
          <p:cNvPr id="19" name="Shape 16"/>
          <p:cNvSpPr/>
          <p:nvPr/>
        </p:nvSpPr>
        <p:spPr>
          <a:xfrm>
            <a:off x="7470648" y="3154680"/>
            <a:ext cx="146304" cy="146304"/>
          </a:xfrm>
          <a:prstGeom prst="ellipse">
            <a:avLst/>
          </a:prstGeom>
          <a:solidFill>
            <a:srgbClr val="B8C2CF"/>
          </a:solidFill>
          <a:ln w="12700">
            <a:solidFill>
              <a:srgbClr val="FFFFFF">
                <a:alpha val="0"/>
              </a:srgbClr>
            </a:solidFill>
            <a:prstDash val="solid"/>
          </a:ln>
        </p:spPr>
      </p:sp>
      <p:sp>
        <p:nvSpPr>
          <p:cNvPr id="20" name="Shape 17"/>
          <p:cNvSpPr/>
          <p:nvPr/>
        </p:nvSpPr>
        <p:spPr>
          <a:xfrm>
            <a:off x="8019288" y="3154680"/>
            <a:ext cx="146304" cy="146304"/>
          </a:xfrm>
          <a:prstGeom prst="ellipse">
            <a:avLst/>
          </a:prstGeom>
          <a:solidFill>
            <a:srgbClr val="B8C2CF"/>
          </a:solidFill>
          <a:ln w="12700">
            <a:solidFill>
              <a:srgbClr val="FFFFFF">
                <a:alpha val="0"/>
              </a:srgbClr>
            </a:solidFill>
            <a:prstDash val="solid"/>
          </a:ln>
        </p:spPr>
      </p:sp>
      <p:sp>
        <p:nvSpPr>
          <p:cNvPr id="21" name="Shape 18"/>
          <p:cNvSpPr/>
          <p:nvPr/>
        </p:nvSpPr>
        <p:spPr>
          <a:xfrm>
            <a:off x="8567928" y="3154680"/>
            <a:ext cx="146304" cy="146304"/>
          </a:xfrm>
          <a:prstGeom prst="ellipse">
            <a:avLst/>
          </a:prstGeom>
          <a:solidFill>
            <a:srgbClr val="B8C2CF"/>
          </a:solidFill>
          <a:ln w="12700">
            <a:solidFill>
              <a:srgbClr val="FFFFFF">
                <a:alpha val="0"/>
              </a:srgbClr>
            </a:solidFill>
            <a:prstDash val="solid"/>
          </a:ln>
        </p:spPr>
      </p:sp>
      <p:sp>
        <p:nvSpPr>
          <p:cNvPr id="22" name="Shape 19"/>
          <p:cNvSpPr/>
          <p:nvPr/>
        </p:nvSpPr>
        <p:spPr>
          <a:xfrm>
            <a:off x="9116568" y="3154680"/>
            <a:ext cx="146304" cy="146304"/>
          </a:xfrm>
          <a:prstGeom prst="ellipse">
            <a:avLst/>
          </a:prstGeom>
          <a:solidFill>
            <a:srgbClr val="B8C2CF"/>
          </a:solidFill>
          <a:ln w="12700">
            <a:solidFill>
              <a:srgbClr val="FFFFFF">
                <a:alpha val="0"/>
              </a:srgbClr>
            </a:solidFill>
            <a:prstDash val="solid"/>
          </a:ln>
        </p:spPr>
      </p:sp>
      <p:sp>
        <p:nvSpPr>
          <p:cNvPr id="23" name="Shape 20"/>
          <p:cNvSpPr/>
          <p:nvPr/>
        </p:nvSpPr>
        <p:spPr>
          <a:xfrm>
            <a:off x="9665208" y="3154680"/>
            <a:ext cx="146304" cy="146304"/>
          </a:xfrm>
          <a:prstGeom prst="ellipse">
            <a:avLst/>
          </a:prstGeom>
          <a:solidFill>
            <a:srgbClr val="B8C2CF"/>
          </a:solidFill>
          <a:ln w="12700">
            <a:solidFill>
              <a:srgbClr val="FFFFFF">
                <a:alpha val="0"/>
              </a:srgbClr>
            </a:solidFill>
            <a:prstDash val="solid"/>
          </a:ln>
        </p:spPr>
      </p:sp>
      <p:sp>
        <p:nvSpPr>
          <p:cNvPr id="24" name="Shape 21"/>
          <p:cNvSpPr/>
          <p:nvPr/>
        </p:nvSpPr>
        <p:spPr>
          <a:xfrm>
            <a:off x="10213848" y="3154680"/>
            <a:ext cx="146304" cy="146304"/>
          </a:xfrm>
          <a:prstGeom prst="ellipse">
            <a:avLst/>
          </a:prstGeom>
          <a:solidFill>
            <a:srgbClr val="B8C2CF"/>
          </a:solidFill>
          <a:ln w="12700">
            <a:solidFill>
              <a:srgbClr val="FFFFFF">
                <a:alpha val="0"/>
              </a:srgbClr>
            </a:solidFill>
            <a:prstDash val="solid"/>
          </a:ln>
        </p:spPr>
      </p:sp>
      <p:sp>
        <p:nvSpPr>
          <p:cNvPr id="25" name="Shape 22"/>
          <p:cNvSpPr/>
          <p:nvPr/>
        </p:nvSpPr>
        <p:spPr>
          <a:xfrm>
            <a:off x="10762488" y="3154680"/>
            <a:ext cx="146304" cy="146304"/>
          </a:xfrm>
          <a:prstGeom prst="ellipse">
            <a:avLst/>
          </a:prstGeom>
          <a:solidFill>
            <a:srgbClr val="B8C2CF"/>
          </a:solidFill>
          <a:ln w="12700">
            <a:solidFill>
              <a:srgbClr val="FFFFFF">
                <a:alpha val="0"/>
              </a:srgbClr>
            </a:solidFill>
            <a:prstDash val="solid"/>
          </a:ln>
        </p:spPr>
      </p:sp>
      <p:sp>
        <p:nvSpPr>
          <p:cNvPr id="26" name="Shape 23"/>
          <p:cNvSpPr/>
          <p:nvPr/>
        </p:nvSpPr>
        <p:spPr>
          <a:xfrm>
            <a:off x="777240" y="2103120"/>
            <a:ext cx="2240280" cy="822960"/>
          </a:xfrm>
          <a:prstGeom prst="roundRect">
            <a:avLst>
              <a:gd name="adj" fmla="val 11111"/>
            </a:avLst>
          </a:prstGeom>
          <a:solidFill>
            <a:srgbClr val="FFFFFF"/>
          </a:solidFill>
          <a:ln w="31750">
            <a:solidFill>
              <a:srgbClr val="17375E"/>
            </a:solidFill>
            <a:prstDash val="solid"/>
          </a:ln>
          <a:effectLst>
            <a:outerShdw sx="100000" sy="100000" kx="0" ky="0" algn="bl" rotWithShape="0" blurRad="101600" dist="25400" dir="3600000">
              <a:srgbClr val="000000">
                <a:alpha val="16000"/>
              </a:srgbClr>
            </a:outerShdw>
          </a:effectLst>
        </p:spPr>
      </p:sp>
      <p:sp>
        <p:nvSpPr>
          <p:cNvPr id="27" name="Text 24"/>
          <p:cNvSpPr txBox="1"/>
          <p:nvPr/>
        </p:nvSpPr>
        <p:spPr>
          <a:xfrm>
            <a:off x="822960" y="2103120"/>
            <a:ext cx="2148840" cy="822960"/>
          </a:xfrm>
          <a:prstGeom prst="rect">
            <a:avLst/>
          </a:prstGeom>
          <a:noFill/>
          <a:ln/>
        </p:spPr>
        <p:txBody>
          <a:bodyPr wrap="square" lIns="0" tIns="0" rIns="0" bIns="0" rtlCol="0" anchor="ctr"/>
          <a:lstStyle/>
          <a:p>
            <a:pPr algn="ctr" indent="0" marL="0">
              <a:buNone/>
            </a:pPr>
            <a:r>
              <a:rPr lang="en-US" sz="2600" b="1" dirty="0">
                <a:solidFill>
                  <a:schemeClr val="tx1"/>
                </a:solidFill>
                <a:latin typeface="+mj-lt" pitchFamily="34" charset="0"/>
                <a:ea typeface="+mj-lt" pitchFamily="34" charset="-122"/>
                <a:cs typeface="+mj-lt" pitchFamily="34" charset="-120"/>
              </a:rPr>
              <a:t>B</a:t>
            </a:r>
            <a:r>
              <a:rPr lang="en-US" sz="2600" b="1" dirty="0">
                <a:solidFill>
                  <a:schemeClr val="accent4"/>
                </a:solidFill>
                <a:latin typeface="+mj-lt" pitchFamily="34" charset="0"/>
                <a:ea typeface="+mj-lt" pitchFamily="34" charset="-122"/>
                <a:cs typeface="+mj-lt" pitchFamily="34" charset="-120"/>
              </a:rPr>
              <a:t>E</a:t>
            </a:r>
            <a:r>
              <a:rPr lang="en-US" sz="2600" b="1" dirty="0">
                <a:solidFill>
                  <a:schemeClr val="tx1"/>
                </a:solidFill>
                <a:latin typeface="+mj-lt" pitchFamily="34" charset="0"/>
                <a:ea typeface="+mj-lt" pitchFamily="34" charset="-122"/>
                <a:cs typeface="+mj-lt" pitchFamily="34" charset="-120"/>
              </a:rPr>
              <a:t>L·LEN</a:t>
            </a:r>
            <a:endParaRPr lang="en-US" sz="2600" dirty="0"/>
          </a:p>
        </p:txBody>
      </p:sp>
      <p:sp>
        <p:nvSpPr>
          <p:cNvPr id="28" name="Shape 25"/>
          <p:cNvSpPr/>
          <p:nvPr/>
        </p:nvSpPr>
        <p:spPr>
          <a:xfrm>
            <a:off x="3337560" y="1938528"/>
            <a:ext cx="1371600" cy="1280160"/>
          </a:xfrm>
          <a:prstGeom prst="roundRect">
            <a:avLst>
              <a:gd name="adj" fmla="val 8571"/>
            </a:avLst>
          </a:prstGeom>
          <a:solidFill>
            <a:srgbClr val="FFFFFF"/>
          </a:solidFill>
          <a:ln w="25400">
            <a:solidFill>
              <a:srgbClr val="17375E"/>
            </a:solidFill>
            <a:prstDash val="solid"/>
          </a:ln>
          <a:effectLst>
            <a:outerShdw sx="100000" sy="100000" kx="0" ky="0" algn="bl" rotWithShape="0" blurRad="101600" dist="25400" dir="3600000">
              <a:srgbClr val="000000">
                <a:alpha val="16000"/>
              </a:srgbClr>
            </a:outerShdw>
          </a:effectLst>
        </p:spPr>
      </p:sp>
      <p:sp>
        <p:nvSpPr>
          <p:cNvPr id="29" name="Shape 26"/>
          <p:cNvSpPr/>
          <p:nvPr/>
        </p:nvSpPr>
        <p:spPr>
          <a:xfrm>
            <a:off x="3776472" y="2029968"/>
            <a:ext cx="493776" cy="493776"/>
          </a:xfrm>
          <a:prstGeom prst="ellipse">
            <a:avLst/>
          </a:prstGeom>
          <a:solidFill>
            <a:schemeClr val="accent1"/>
          </a:solidFill>
          <a:ln w="12700">
            <a:solidFill>
              <a:srgbClr val="FFFFFF">
                <a:alpha val="0"/>
              </a:srgbClr>
            </a:solidFill>
            <a:prstDash val="solid"/>
          </a:ln>
        </p:spPr>
      </p:sp>
      <p:pic>
        <p:nvPicPr>
          <p:cNvPr id="30" name="Image 0" descr="Scissors">    </p:cNvPr>
          <p:cNvPicPr>
            <a:picLocks noChangeAspect="1"/>
          </p:cNvPicPr>
          <p:nvPr/>
        </p:nvPicPr>
        <p:blipFill>
          <a:blip r:embed="rId1"/>
          <a:stretch>
            <a:fillRect/>
          </a:stretch>
        </p:blipFill>
        <p:spPr>
          <a:xfrm>
            <a:off x="3894978" y="2148474"/>
            <a:ext cx="256764" cy="256764"/>
          </a:xfrm>
          <a:prstGeom prst="rect">
            <a:avLst/>
          </a:prstGeom>
        </p:spPr>
      </p:pic>
      <p:sp>
        <p:nvSpPr>
          <p:cNvPr id="31" name="Text 27"/>
          <p:cNvSpPr txBox="1"/>
          <p:nvPr/>
        </p:nvSpPr>
        <p:spPr>
          <a:xfrm>
            <a:off x="3383280" y="2542032"/>
            <a:ext cx="1280160" cy="621792"/>
          </a:xfrm>
          <a:prstGeom prst="rect">
            <a:avLst/>
          </a:prstGeom>
          <a:noFill/>
          <a:ln/>
        </p:spPr>
        <p:txBody>
          <a:bodyPr wrap="square" lIns="0" tIns="0" rIns="0" bIns="0" rtlCol="0" anchor="ctr"/>
          <a:lstStyle/>
          <a:p>
            <a:pPr algn="ctr" indent="0" marL="0">
              <a:buNone/>
            </a:pPr>
            <a:r>
              <a:rPr lang="en-US" sz="2200" b="1" dirty="0">
                <a:solidFill>
                  <a:schemeClr val="accent1"/>
                </a:solidFill>
              </a:rPr>
              <a:t>− en</a:t>
            </a:r>
            <a:endParaRPr lang="en-US" sz="2200" dirty="0"/>
          </a:p>
        </p:txBody>
      </p:sp>
      <p:sp>
        <p:nvSpPr>
          <p:cNvPr id="32" name="Shape 28"/>
          <p:cNvSpPr/>
          <p:nvPr/>
        </p:nvSpPr>
        <p:spPr>
          <a:xfrm>
            <a:off x="5029200" y="2103120"/>
            <a:ext cx="1965960" cy="822960"/>
          </a:xfrm>
          <a:prstGeom prst="roundRect">
            <a:avLst>
              <a:gd name="adj" fmla="val 11111"/>
            </a:avLst>
          </a:prstGeom>
          <a:solidFill>
            <a:srgbClr val="FFFFFF"/>
          </a:solidFill>
          <a:ln w="38100">
            <a:solidFill>
              <a:srgbClr val="B83227"/>
            </a:solidFill>
            <a:prstDash val="solid"/>
          </a:ln>
          <a:effectLst>
            <a:outerShdw sx="100000" sy="100000" kx="0" ky="0" algn="bl" rotWithShape="0" blurRad="101600" dist="25400" dir="3600000">
              <a:srgbClr val="000000">
                <a:alpha val="16000"/>
              </a:srgbClr>
            </a:outerShdw>
          </a:effectLst>
        </p:spPr>
      </p:sp>
      <p:sp>
        <p:nvSpPr>
          <p:cNvPr id="33" name="Text 29"/>
          <p:cNvSpPr txBox="1"/>
          <p:nvPr/>
        </p:nvSpPr>
        <p:spPr>
          <a:xfrm>
            <a:off x="5074920" y="2103120"/>
            <a:ext cx="1874520" cy="822960"/>
          </a:xfrm>
          <a:prstGeom prst="rect">
            <a:avLst/>
          </a:prstGeom>
          <a:noFill/>
          <a:ln/>
        </p:spPr>
        <p:txBody>
          <a:bodyPr wrap="square" lIns="0" tIns="0" rIns="0" bIns="0" rtlCol="0" anchor="ctr"/>
          <a:lstStyle/>
          <a:p>
            <a:pPr algn="ctr" indent="0" marL="0">
              <a:buNone/>
            </a:pPr>
            <a:r>
              <a:rPr lang="en-US" sz="2600" b="1" strike="sngStrike" dirty="0">
                <a:solidFill>
                  <a:schemeClr val="accent6"/>
                </a:solidFill>
                <a:latin typeface="+mj-lt" pitchFamily="34" charset="0"/>
                <a:ea typeface="+mj-lt" pitchFamily="34" charset="-122"/>
                <a:cs typeface="+mj-lt" pitchFamily="34" charset="-120"/>
              </a:rPr>
              <a:t>BELL</a:t>
            </a:r>
            <a:endParaRPr lang="en-US" sz="2600" dirty="0"/>
          </a:p>
        </p:txBody>
      </p:sp>
      <p:sp>
        <p:nvSpPr>
          <p:cNvPr id="34" name="Shape 30"/>
          <p:cNvSpPr/>
          <p:nvPr/>
        </p:nvSpPr>
        <p:spPr>
          <a:xfrm>
            <a:off x="7315200" y="1938528"/>
            <a:ext cx="1783080" cy="1280160"/>
          </a:xfrm>
          <a:prstGeom prst="roundRect">
            <a:avLst>
              <a:gd name="adj" fmla="val 8571"/>
            </a:avLst>
          </a:prstGeom>
          <a:solidFill>
            <a:srgbClr val="FFFFFF"/>
          </a:solidFill>
          <a:ln w="25400">
            <a:solidFill>
              <a:srgbClr val="17375E"/>
            </a:solidFill>
            <a:prstDash val="solid"/>
          </a:ln>
          <a:effectLst>
            <a:outerShdw sx="100000" sy="100000" kx="0" ky="0" algn="bl" rotWithShape="0" blurRad="101600" dist="25400" dir="3600000">
              <a:srgbClr val="000000">
                <a:alpha val="16000"/>
              </a:srgbClr>
            </a:outerShdw>
          </a:effectLst>
        </p:spPr>
      </p:sp>
      <p:sp>
        <p:nvSpPr>
          <p:cNvPr id="35" name="Shape 31"/>
          <p:cNvSpPr/>
          <p:nvPr/>
        </p:nvSpPr>
        <p:spPr>
          <a:xfrm>
            <a:off x="7959852" y="2029968"/>
            <a:ext cx="493776" cy="493776"/>
          </a:xfrm>
          <a:prstGeom prst="ellipse">
            <a:avLst/>
          </a:prstGeom>
          <a:solidFill>
            <a:schemeClr val="accent4"/>
          </a:solidFill>
          <a:ln w="12700">
            <a:solidFill>
              <a:srgbClr val="FFFFFF">
                <a:alpha val="0"/>
              </a:srgbClr>
            </a:solidFill>
            <a:prstDash val="solid"/>
          </a:ln>
        </p:spPr>
      </p:sp>
      <p:pic>
        <p:nvPicPr>
          <p:cNvPr id="36" name="Image 1" descr="CompressArrowsAlt">    </p:cNvPr>
          <p:cNvPicPr>
            <a:picLocks noChangeAspect="1"/>
          </p:cNvPicPr>
          <p:nvPr/>
        </p:nvPicPr>
        <p:blipFill>
          <a:blip r:embed="rId2"/>
          <a:stretch>
            <a:fillRect/>
          </a:stretch>
        </p:blipFill>
        <p:spPr>
          <a:xfrm>
            <a:off x="8078358" y="2148474"/>
            <a:ext cx="256764" cy="256764"/>
          </a:xfrm>
          <a:prstGeom prst="rect">
            <a:avLst/>
          </a:prstGeom>
        </p:spPr>
      </p:pic>
      <p:sp>
        <p:nvSpPr>
          <p:cNvPr id="37" name="Text 32"/>
          <p:cNvSpPr txBox="1"/>
          <p:nvPr/>
        </p:nvSpPr>
        <p:spPr>
          <a:xfrm>
            <a:off x="7360920" y="2542032"/>
            <a:ext cx="1691640" cy="621792"/>
          </a:xfrm>
          <a:prstGeom prst="rect">
            <a:avLst/>
          </a:prstGeom>
          <a:noFill/>
          <a:ln/>
        </p:spPr>
        <p:txBody>
          <a:bodyPr wrap="square" lIns="0" tIns="0" rIns="0" bIns="0" rtlCol="0" anchor="ctr"/>
          <a:lstStyle/>
          <a:p>
            <a:pPr algn="ctr" indent="0" marL="0">
              <a:buNone/>
            </a:pPr>
            <a:r>
              <a:rPr lang="en-US" sz="1800" b="1" dirty="0">
                <a:solidFill>
                  <a:schemeClr val="accent4"/>
                </a:solidFill>
              </a:rPr>
              <a:t>je simplifie</a:t>
            </a:r>
            <a:endParaRPr lang="en-US" sz="1800" dirty="0"/>
          </a:p>
        </p:txBody>
      </p:sp>
      <p:sp>
        <p:nvSpPr>
          <p:cNvPr id="38" name="Shape 33"/>
          <p:cNvSpPr/>
          <p:nvPr/>
        </p:nvSpPr>
        <p:spPr>
          <a:xfrm>
            <a:off x="9418320" y="2103120"/>
            <a:ext cx="2057400" cy="822960"/>
          </a:xfrm>
          <a:prstGeom prst="roundRect">
            <a:avLst>
              <a:gd name="adj" fmla="val 11111"/>
            </a:avLst>
          </a:prstGeom>
          <a:solidFill>
            <a:srgbClr val="EDF6F0"/>
          </a:solidFill>
          <a:ln w="38100">
            <a:solidFill>
              <a:srgbClr val="2E7D4F"/>
            </a:solidFill>
            <a:prstDash val="solid"/>
          </a:ln>
          <a:effectLst>
            <a:outerShdw sx="100000" sy="100000" kx="0" ky="0" algn="bl" rotWithShape="0" blurRad="101600" dist="25400" dir="3600000">
              <a:srgbClr val="000000">
                <a:alpha val="16000"/>
              </a:srgbClr>
            </a:outerShdw>
          </a:effectLst>
        </p:spPr>
      </p:sp>
      <p:sp>
        <p:nvSpPr>
          <p:cNvPr id="39" name="Text 34"/>
          <p:cNvSpPr txBox="1"/>
          <p:nvPr/>
        </p:nvSpPr>
        <p:spPr>
          <a:xfrm>
            <a:off x="9464040" y="2103120"/>
            <a:ext cx="1554480" cy="822960"/>
          </a:xfrm>
          <a:prstGeom prst="rect">
            <a:avLst/>
          </a:prstGeom>
          <a:noFill/>
          <a:ln/>
        </p:spPr>
        <p:txBody>
          <a:bodyPr wrap="square" lIns="0" tIns="0" rIns="0" bIns="0" rtlCol="0" anchor="ctr"/>
          <a:lstStyle/>
          <a:p>
            <a:pPr algn="ctr" indent="0" marL="0">
              <a:buNone/>
            </a:pPr>
            <a:r>
              <a:rPr lang="en-US" sz="2400" b="1" dirty="0">
                <a:solidFill>
                  <a:schemeClr val="tx1"/>
                </a:solidFill>
                <a:latin typeface="+mj-lt" pitchFamily="34" charset="0"/>
                <a:ea typeface="+mj-lt" pitchFamily="34" charset="-122"/>
                <a:cs typeface="+mj-lt" pitchFamily="34" charset="-120"/>
              </a:rPr>
              <a:t>B</a:t>
            </a:r>
            <a:r>
              <a:rPr lang="en-US" sz="2400" b="1" dirty="0">
                <a:solidFill>
                  <a:schemeClr val="accent4"/>
                </a:solidFill>
                <a:latin typeface="+mj-lt" pitchFamily="34" charset="0"/>
                <a:ea typeface="+mj-lt" pitchFamily="34" charset="-122"/>
                <a:cs typeface="+mj-lt" pitchFamily="34" charset="-120"/>
              </a:rPr>
              <a:t>E</a:t>
            </a:r>
            <a:r>
              <a:rPr lang="en-US" sz="2400" b="1" dirty="0">
                <a:solidFill>
                  <a:schemeClr val="tx1"/>
                </a:solidFill>
                <a:latin typeface="+mj-lt" pitchFamily="34" charset="0"/>
                <a:ea typeface="+mj-lt" pitchFamily="34" charset="-122"/>
                <a:cs typeface="+mj-lt" pitchFamily="34" charset="-120"/>
              </a:rPr>
              <a:t>L</a:t>
            </a:r>
            <a:endParaRPr lang="en-US" sz="2400" dirty="0"/>
          </a:p>
        </p:txBody>
      </p:sp>
      <p:pic>
        <p:nvPicPr>
          <p:cNvPr id="40" name="Image 2" descr="CheckCircle">    </p:cNvPr>
          <p:cNvPicPr>
            <a:picLocks noChangeAspect="1"/>
          </p:cNvPicPr>
          <p:nvPr/>
        </p:nvPicPr>
        <p:blipFill>
          <a:blip r:embed="rId3"/>
          <a:stretch>
            <a:fillRect/>
          </a:stretch>
        </p:blipFill>
        <p:spPr>
          <a:xfrm>
            <a:off x="11018520" y="2331720"/>
            <a:ext cx="365760" cy="365760"/>
          </a:xfrm>
          <a:prstGeom prst="rect">
            <a:avLst/>
          </a:prstGeom>
        </p:spPr>
      </p:pic>
      <p:pic>
        <p:nvPicPr>
          <p:cNvPr id="41" name="Image 3" descr="ChevronRight">    </p:cNvPr>
          <p:cNvPicPr>
            <a:picLocks noChangeAspect="1"/>
          </p:cNvPicPr>
          <p:nvPr/>
        </p:nvPicPr>
        <p:blipFill>
          <a:blip r:embed="rId4"/>
          <a:stretch>
            <a:fillRect/>
          </a:stretch>
        </p:blipFill>
        <p:spPr>
          <a:xfrm>
            <a:off x="3067812" y="2404872"/>
            <a:ext cx="219456" cy="219456"/>
          </a:xfrm>
          <a:prstGeom prst="rect">
            <a:avLst/>
          </a:prstGeom>
        </p:spPr>
      </p:pic>
      <p:pic>
        <p:nvPicPr>
          <p:cNvPr id="42" name="Image 4" descr="ChevronRight">    </p:cNvPr>
          <p:cNvPicPr>
            <a:picLocks noChangeAspect="1"/>
          </p:cNvPicPr>
          <p:nvPr/>
        </p:nvPicPr>
        <p:blipFill>
          <a:blip r:embed="rId5"/>
          <a:stretch>
            <a:fillRect/>
          </a:stretch>
        </p:blipFill>
        <p:spPr>
          <a:xfrm>
            <a:off x="4759452" y="2404872"/>
            <a:ext cx="219456" cy="219456"/>
          </a:xfrm>
          <a:prstGeom prst="rect">
            <a:avLst/>
          </a:prstGeom>
        </p:spPr>
      </p:pic>
      <p:pic>
        <p:nvPicPr>
          <p:cNvPr id="43" name="Image 5" descr="ChevronRight">    </p:cNvPr>
          <p:cNvPicPr>
            <a:picLocks noChangeAspect="1"/>
          </p:cNvPicPr>
          <p:nvPr/>
        </p:nvPicPr>
        <p:blipFill>
          <a:blip r:embed="rId6"/>
          <a:stretch>
            <a:fillRect/>
          </a:stretch>
        </p:blipFill>
        <p:spPr>
          <a:xfrm>
            <a:off x="7045452" y="2404872"/>
            <a:ext cx="219456" cy="219456"/>
          </a:xfrm>
          <a:prstGeom prst="rect">
            <a:avLst/>
          </a:prstGeom>
        </p:spPr>
      </p:pic>
      <p:pic>
        <p:nvPicPr>
          <p:cNvPr id="44" name="Image 6" descr="ChevronRight">    </p:cNvPr>
          <p:cNvPicPr>
            <a:picLocks noChangeAspect="1"/>
          </p:cNvPicPr>
          <p:nvPr/>
        </p:nvPicPr>
        <p:blipFill>
          <a:blip r:embed="rId7"/>
          <a:stretch>
            <a:fillRect/>
          </a:stretch>
        </p:blipFill>
        <p:spPr>
          <a:xfrm>
            <a:off x="9148572" y="2404872"/>
            <a:ext cx="219456" cy="219456"/>
          </a:xfrm>
          <a:prstGeom prst="rect">
            <a:avLst/>
          </a:prstGeom>
        </p:spPr>
      </p:pic>
      <p:pic>
        <p:nvPicPr>
          <p:cNvPr id="45" name="Image 7" descr="DoorClosed">    </p:cNvPr>
          <p:cNvPicPr>
            <a:picLocks noChangeAspect="1"/>
          </p:cNvPicPr>
          <p:nvPr/>
        </p:nvPicPr>
        <p:blipFill>
          <a:blip r:embed="rId8"/>
          <a:stretch>
            <a:fillRect/>
          </a:stretch>
        </p:blipFill>
        <p:spPr>
          <a:xfrm>
            <a:off x="1714500" y="1645920"/>
            <a:ext cx="365760" cy="365760"/>
          </a:xfrm>
          <a:prstGeom prst="rect">
            <a:avLst/>
          </a:prstGeom>
        </p:spPr>
      </p:pic>
      <p:pic>
        <p:nvPicPr>
          <p:cNvPr id="46" name="Image 8" descr="DoorClosed">    </p:cNvPr>
          <p:cNvPicPr>
            <a:picLocks noChangeAspect="1"/>
          </p:cNvPicPr>
          <p:nvPr/>
        </p:nvPicPr>
        <p:blipFill>
          <a:blip r:embed="rId9"/>
          <a:stretch>
            <a:fillRect/>
          </a:stretch>
        </p:blipFill>
        <p:spPr>
          <a:xfrm>
            <a:off x="5829300" y="1645920"/>
            <a:ext cx="365760" cy="365760"/>
          </a:xfrm>
          <a:prstGeom prst="rect">
            <a:avLst/>
          </a:prstGeom>
        </p:spPr>
      </p:pic>
      <p:pic>
        <p:nvPicPr>
          <p:cNvPr id="47" name="Image 9" descr="DoorClosed">    </p:cNvPr>
          <p:cNvPicPr>
            <a:picLocks noChangeAspect="1"/>
          </p:cNvPicPr>
          <p:nvPr/>
        </p:nvPicPr>
        <p:blipFill>
          <a:blip r:embed="rId10"/>
          <a:stretch>
            <a:fillRect/>
          </a:stretch>
        </p:blipFill>
        <p:spPr>
          <a:xfrm>
            <a:off x="10264140" y="1645920"/>
            <a:ext cx="365760" cy="365760"/>
          </a:xfrm>
          <a:prstGeom prst="rect">
            <a:avLst/>
          </a:prstGeom>
        </p:spPr>
      </p:pic>
      <p:sp>
        <p:nvSpPr>
          <p:cNvPr id="48" name="Text 35"/>
          <p:cNvSpPr txBox="1"/>
          <p:nvPr/>
        </p:nvSpPr>
        <p:spPr>
          <a:xfrm>
            <a:off x="640080" y="3364992"/>
            <a:ext cx="2514600" cy="310896"/>
          </a:xfrm>
          <a:prstGeom prst="rect">
            <a:avLst/>
          </a:prstGeom>
          <a:noFill/>
          <a:ln/>
        </p:spPr>
        <p:txBody>
          <a:bodyPr wrap="square" lIns="0" tIns="0" rIns="0" bIns="0" rtlCol="0" anchor="t"/>
          <a:lstStyle/>
          <a:p>
            <a:pPr algn="ctr" indent="0" marL="0">
              <a:buNone/>
            </a:pPr>
            <a:r>
              <a:rPr lang="en-US" sz="1400" b="1" i="1" dirty="0">
                <a:solidFill>
                  <a:schemeClr val="accent4"/>
                </a:solidFill>
              </a:rPr>
              <a:t>consonne double</a:t>
            </a:r>
            <a:endParaRPr lang="en-US" sz="1400" dirty="0"/>
          </a:p>
        </p:txBody>
      </p:sp>
      <p:pic>
        <p:nvPicPr>
          <p:cNvPr id="49" name="Image 10" descr="Ban">    </p:cNvPr>
          <p:cNvPicPr>
            <a:picLocks noChangeAspect="1"/>
          </p:cNvPicPr>
          <p:nvPr/>
        </p:nvPicPr>
        <p:blipFill>
          <a:blip r:embed="rId11"/>
          <a:stretch>
            <a:fillRect/>
          </a:stretch>
        </p:blipFill>
        <p:spPr>
          <a:xfrm>
            <a:off x="3673983" y="3355848"/>
            <a:ext cx="274320" cy="274320"/>
          </a:xfrm>
          <a:prstGeom prst="rect">
            <a:avLst/>
          </a:prstGeom>
        </p:spPr>
      </p:pic>
      <p:sp>
        <p:nvSpPr>
          <p:cNvPr id="50" name="Text 36"/>
          <p:cNvSpPr txBox="1"/>
          <p:nvPr/>
        </p:nvSpPr>
        <p:spPr>
          <a:xfrm>
            <a:off x="4003167" y="3364992"/>
            <a:ext cx="4018026" cy="310896"/>
          </a:xfrm>
          <a:prstGeom prst="rect">
            <a:avLst/>
          </a:prstGeom>
          <a:noFill/>
          <a:ln/>
        </p:spPr>
        <p:txBody>
          <a:bodyPr wrap="square" lIns="0" tIns="0" rIns="0" bIns="0" rtlCol="0" anchor="t"/>
          <a:lstStyle/>
          <a:p>
            <a:pPr algn="ctr" indent="0" marL="0">
              <a:buNone/>
            </a:pPr>
            <a:r>
              <a:rPr lang="en-US" sz="1400" b="1" dirty="0">
                <a:solidFill>
                  <a:schemeClr val="accent6"/>
                </a:solidFill>
              </a:rPr>
              <a:t>pas de double consonne en fin de mot</a:t>
            </a:r>
            <a:endParaRPr lang="en-US" sz="1400" dirty="0"/>
          </a:p>
        </p:txBody>
      </p:sp>
      <p:sp>
        <p:nvSpPr>
          <p:cNvPr id="51" name="Text 37"/>
          <p:cNvSpPr txBox="1"/>
          <p:nvPr/>
        </p:nvSpPr>
        <p:spPr>
          <a:xfrm>
            <a:off x="9326880" y="3364992"/>
            <a:ext cx="2240280" cy="310896"/>
          </a:xfrm>
          <a:prstGeom prst="rect">
            <a:avLst/>
          </a:prstGeom>
          <a:noFill/>
          <a:ln/>
        </p:spPr>
        <p:txBody>
          <a:bodyPr wrap="square" lIns="0" tIns="0" rIns="0" bIns="0" rtlCol="0" anchor="t"/>
          <a:lstStyle/>
          <a:p>
            <a:pPr algn="ctr" indent="0" marL="0">
              <a:buNone/>
            </a:pPr>
            <a:r>
              <a:rPr lang="en-US" sz="1400" b="1" dirty="0">
                <a:solidFill>
                  <a:schemeClr val="accent3"/>
                </a:solidFill>
              </a:rPr>
              <a:t>✓ une seule consonne</a:t>
            </a:r>
            <a:endParaRPr lang="en-US" sz="1400" dirty="0"/>
          </a:p>
        </p:txBody>
      </p:sp>
      <p:sp>
        <p:nvSpPr>
          <p:cNvPr id="52" name="Shape 38"/>
          <p:cNvSpPr/>
          <p:nvPr/>
        </p:nvSpPr>
        <p:spPr>
          <a:xfrm>
            <a:off x="548640" y="3886200"/>
            <a:ext cx="11091672" cy="731520"/>
          </a:xfrm>
          <a:prstGeom prst="roundRect">
            <a:avLst>
              <a:gd name="adj" fmla="val 10000"/>
            </a:avLst>
          </a:prstGeom>
          <a:solidFill>
            <a:schemeClr val="bg2"/>
          </a:solidFill>
          <a:ln w="12700">
            <a:solidFill>
              <a:srgbClr val="D5DCE6"/>
            </a:solidFill>
            <a:prstDash val="solid"/>
          </a:ln>
        </p:spPr>
      </p:sp>
      <p:pic>
        <p:nvPicPr>
          <p:cNvPr id="53" name="Image 11" descr="Lightbulb">    </p:cNvPr>
          <p:cNvPicPr>
            <a:picLocks noChangeAspect="1"/>
          </p:cNvPicPr>
          <p:nvPr/>
        </p:nvPicPr>
        <p:blipFill>
          <a:blip r:embed="rId12"/>
          <a:stretch>
            <a:fillRect/>
          </a:stretch>
        </p:blipFill>
        <p:spPr>
          <a:xfrm>
            <a:off x="731520" y="4069080"/>
            <a:ext cx="365760" cy="365760"/>
          </a:xfrm>
          <a:prstGeom prst="rect">
            <a:avLst/>
          </a:prstGeom>
        </p:spPr>
      </p:pic>
      <p:sp>
        <p:nvSpPr>
          <p:cNvPr id="54" name="Text 39"/>
          <p:cNvSpPr txBox="1"/>
          <p:nvPr/>
        </p:nvSpPr>
        <p:spPr>
          <a:xfrm>
            <a:off x="1234440" y="3886200"/>
            <a:ext cx="10241280" cy="731520"/>
          </a:xfrm>
          <a:prstGeom prst="rect">
            <a:avLst/>
          </a:prstGeom>
          <a:noFill/>
          <a:ln/>
        </p:spPr>
        <p:txBody>
          <a:bodyPr wrap="square" lIns="0" tIns="0" rIns="0" bIns="0" rtlCol="0" anchor="ctr"/>
          <a:lstStyle/>
          <a:p>
            <a:pPr algn="l" indent="0" marL="0">
              <a:buNone/>
            </a:pPr>
            <a:r>
              <a:rPr lang="en-US" sz="1700" dirty="0">
                <a:solidFill>
                  <a:schemeClr val="tx1"/>
                </a:solidFill>
              </a:rPr>
              <a:t>Consonne </a:t>
            </a:r>
            <a:r>
              <a:rPr lang="en-US" sz="1700" b="1" dirty="0">
                <a:solidFill>
                  <a:schemeClr val="tx1"/>
                </a:solidFill>
              </a:rPr>
              <a:t>double</a:t>
            </a:r>
            <a:r>
              <a:rPr lang="en-US" sz="1700" dirty="0">
                <a:solidFill>
                  <a:schemeClr val="tx1"/>
                </a:solidFill>
              </a:rPr>
              <a:t> dans l’infinitif → </a:t>
            </a:r>
            <a:r>
              <a:rPr lang="en-US" sz="1700" b="1" dirty="0">
                <a:solidFill>
                  <a:schemeClr val="tx1"/>
                </a:solidFill>
              </a:rPr>
              <a:t>une seule</a:t>
            </a:r>
            <a:r>
              <a:rPr lang="en-US" sz="1700" dirty="0">
                <a:solidFill>
                  <a:schemeClr val="tx1"/>
                </a:solidFill>
              </a:rPr>
              <a:t> dans le radical</a:t>
            </a:r>
            <a:endParaRPr lang="en-US" sz="1700" dirty="0"/>
          </a:p>
        </p:txBody>
      </p:sp>
      <p:sp>
        <p:nvSpPr>
          <p:cNvPr id="55" name="Shape 40"/>
          <p:cNvSpPr/>
          <p:nvPr/>
        </p:nvSpPr>
        <p:spPr>
          <a:xfrm>
            <a:off x="548640" y="4754880"/>
            <a:ext cx="2072030" cy="777240"/>
          </a:xfrm>
          <a:prstGeom prst="roundRect">
            <a:avLst>
              <a:gd name="adj" fmla="val 9412"/>
            </a:avLst>
          </a:prstGeom>
          <a:solidFill>
            <a:srgbClr val="FFFFFF"/>
          </a:solidFill>
          <a:ln w="19050">
            <a:solidFill>
              <a:srgbClr val="B4236A"/>
            </a:solidFill>
            <a:prstDash val="solid"/>
          </a:ln>
          <a:effectLst>
            <a:outerShdw sx="100000" sy="100000" kx="0" ky="0" algn="bl" rotWithShape="0" blurRad="101600" dist="25400" dir="3600000">
              <a:srgbClr val="000000">
                <a:alpha val="16000"/>
              </a:srgbClr>
            </a:outerShdw>
          </a:effectLst>
        </p:spPr>
      </p:sp>
      <p:sp>
        <p:nvSpPr>
          <p:cNvPr id="56" name="Text 41"/>
          <p:cNvSpPr txBox="1"/>
          <p:nvPr/>
        </p:nvSpPr>
        <p:spPr>
          <a:xfrm>
            <a:off x="640080" y="4773168"/>
            <a:ext cx="1889150" cy="274320"/>
          </a:xfrm>
          <a:prstGeom prst="rect">
            <a:avLst/>
          </a:prstGeom>
          <a:noFill/>
          <a:ln/>
        </p:spPr>
        <p:txBody>
          <a:bodyPr wrap="square" lIns="0" tIns="0" rIns="0" bIns="0" rtlCol="0" anchor="t"/>
          <a:lstStyle/>
          <a:p>
            <a:pPr algn="ctr" indent="0" marL="0">
              <a:buNone/>
            </a:pPr>
            <a:r>
              <a:rPr lang="en-US" sz="1400" i="1" dirty="0">
                <a:solidFill>
                  <a:schemeClr val="accent5"/>
                </a:solidFill>
              </a:rPr>
              <a:t>bellen  →</a:t>
            </a:r>
            <a:endParaRPr lang="en-US" sz="1400" dirty="0"/>
          </a:p>
        </p:txBody>
      </p:sp>
      <p:sp>
        <p:nvSpPr>
          <p:cNvPr id="57" name="Text 42"/>
          <p:cNvSpPr txBox="1"/>
          <p:nvPr/>
        </p:nvSpPr>
        <p:spPr>
          <a:xfrm>
            <a:off x="640080" y="5029200"/>
            <a:ext cx="1889150" cy="457200"/>
          </a:xfrm>
          <a:prstGeom prst="rect">
            <a:avLst/>
          </a:prstGeom>
          <a:noFill/>
          <a:ln/>
        </p:spPr>
        <p:txBody>
          <a:bodyPr wrap="square" lIns="0" tIns="0" rIns="0" bIns="0" rtlCol="0" anchor="ctr"/>
          <a:lstStyle/>
          <a:p>
            <a:pPr algn="ctr" indent="0" marL="0">
              <a:buNone/>
            </a:pPr>
            <a:r>
              <a:rPr lang="en-US" sz="2400" dirty="0">
                <a:solidFill>
                  <a:schemeClr val="tx1"/>
                </a:solidFill>
                <a:latin typeface="+mj-lt" pitchFamily="34" charset="0"/>
                <a:ea typeface="+mj-lt" pitchFamily="34" charset="-122"/>
                <a:cs typeface="+mj-lt" pitchFamily="34" charset="-120"/>
              </a:rPr>
              <a:t>b</a:t>
            </a:r>
            <a:r>
              <a:rPr lang="en-US" sz="2400" b="1" dirty="0">
                <a:solidFill>
                  <a:schemeClr val="accent4"/>
                </a:solidFill>
                <a:latin typeface="+mj-lt" pitchFamily="34" charset="0"/>
                <a:ea typeface="+mj-lt" pitchFamily="34" charset="-122"/>
                <a:cs typeface="+mj-lt" pitchFamily="34" charset="-120"/>
              </a:rPr>
              <a:t>e</a:t>
            </a:r>
            <a:r>
              <a:rPr lang="en-US" sz="2400" u="sng" dirty="0">
                <a:solidFill>
                  <a:schemeClr val="tx1"/>
                </a:solidFill>
                <a:latin typeface="+mj-lt" pitchFamily="34" charset="0"/>
                <a:ea typeface="+mj-lt" pitchFamily="34" charset="-122"/>
                <a:cs typeface="+mj-lt" pitchFamily="34" charset="-120"/>
              </a:rPr>
              <a:t>l</a:t>
            </a:r>
            <a:endParaRPr lang="en-US" sz="2400" dirty="0"/>
          </a:p>
        </p:txBody>
      </p:sp>
      <p:sp>
        <p:nvSpPr>
          <p:cNvPr id="58" name="Shape 43"/>
          <p:cNvSpPr/>
          <p:nvPr/>
        </p:nvSpPr>
        <p:spPr>
          <a:xfrm>
            <a:off x="2803550" y="4754880"/>
            <a:ext cx="2072030" cy="777240"/>
          </a:xfrm>
          <a:prstGeom prst="roundRect">
            <a:avLst>
              <a:gd name="adj" fmla="val 9412"/>
            </a:avLst>
          </a:prstGeom>
          <a:solidFill>
            <a:srgbClr val="FFFFFF"/>
          </a:solidFill>
          <a:ln w="19050">
            <a:solidFill>
              <a:srgbClr val="B4236A"/>
            </a:solidFill>
            <a:prstDash val="solid"/>
          </a:ln>
          <a:effectLst>
            <a:outerShdw sx="100000" sy="100000" kx="0" ky="0" algn="bl" rotWithShape="0" blurRad="101600" dist="25400" dir="3600000">
              <a:srgbClr val="000000">
                <a:alpha val="16000"/>
              </a:srgbClr>
            </a:outerShdw>
          </a:effectLst>
        </p:spPr>
      </p:sp>
      <p:sp>
        <p:nvSpPr>
          <p:cNvPr id="59" name="Text 44"/>
          <p:cNvSpPr txBox="1"/>
          <p:nvPr/>
        </p:nvSpPr>
        <p:spPr>
          <a:xfrm>
            <a:off x="2894990" y="4773168"/>
            <a:ext cx="1889150" cy="274320"/>
          </a:xfrm>
          <a:prstGeom prst="rect">
            <a:avLst/>
          </a:prstGeom>
          <a:noFill/>
          <a:ln/>
        </p:spPr>
        <p:txBody>
          <a:bodyPr wrap="square" lIns="0" tIns="0" rIns="0" bIns="0" rtlCol="0" anchor="t"/>
          <a:lstStyle/>
          <a:p>
            <a:pPr algn="ctr" indent="0" marL="0">
              <a:buNone/>
            </a:pPr>
            <a:r>
              <a:rPr lang="en-US" sz="1400" i="1" dirty="0">
                <a:solidFill>
                  <a:schemeClr val="accent5"/>
                </a:solidFill>
              </a:rPr>
              <a:t>zitten  →</a:t>
            </a:r>
            <a:endParaRPr lang="en-US" sz="1400" dirty="0"/>
          </a:p>
        </p:txBody>
      </p:sp>
      <p:sp>
        <p:nvSpPr>
          <p:cNvPr id="60" name="Text 45"/>
          <p:cNvSpPr txBox="1"/>
          <p:nvPr/>
        </p:nvSpPr>
        <p:spPr>
          <a:xfrm>
            <a:off x="2894990" y="5029200"/>
            <a:ext cx="1889150" cy="457200"/>
          </a:xfrm>
          <a:prstGeom prst="rect">
            <a:avLst/>
          </a:prstGeom>
          <a:noFill/>
          <a:ln/>
        </p:spPr>
        <p:txBody>
          <a:bodyPr wrap="square" lIns="0" tIns="0" rIns="0" bIns="0" rtlCol="0" anchor="ctr"/>
          <a:lstStyle/>
          <a:p>
            <a:pPr algn="ctr" indent="0" marL="0">
              <a:buNone/>
            </a:pPr>
            <a:r>
              <a:rPr lang="en-US" sz="2400" dirty="0">
                <a:solidFill>
                  <a:schemeClr val="tx1"/>
                </a:solidFill>
                <a:latin typeface="+mj-lt" pitchFamily="34" charset="0"/>
                <a:ea typeface="+mj-lt" pitchFamily="34" charset="-122"/>
                <a:cs typeface="+mj-lt" pitchFamily="34" charset="-120"/>
              </a:rPr>
              <a:t>z</a:t>
            </a:r>
            <a:r>
              <a:rPr lang="en-US" sz="2400" b="1" dirty="0">
                <a:solidFill>
                  <a:schemeClr val="accent4"/>
                </a:solidFill>
                <a:latin typeface="+mj-lt" pitchFamily="34" charset="0"/>
                <a:ea typeface="+mj-lt" pitchFamily="34" charset="-122"/>
                <a:cs typeface="+mj-lt" pitchFamily="34" charset="-120"/>
              </a:rPr>
              <a:t>i</a:t>
            </a:r>
            <a:r>
              <a:rPr lang="en-US" sz="2400" u="sng" dirty="0">
                <a:solidFill>
                  <a:schemeClr val="tx1"/>
                </a:solidFill>
                <a:latin typeface="+mj-lt" pitchFamily="34" charset="0"/>
                <a:ea typeface="+mj-lt" pitchFamily="34" charset="-122"/>
                <a:cs typeface="+mj-lt" pitchFamily="34" charset="-120"/>
              </a:rPr>
              <a:t>t</a:t>
            </a:r>
            <a:endParaRPr lang="en-US" sz="2400" dirty="0"/>
          </a:p>
        </p:txBody>
      </p:sp>
      <p:sp>
        <p:nvSpPr>
          <p:cNvPr id="61" name="Shape 46"/>
          <p:cNvSpPr/>
          <p:nvPr/>
        </p:nvSpPr>
        <p:spPr>
          <a:xfrm>
            <a:off x="5058461" y="4754880"/>
            <a:ext cx="2072030" cy="777240"/>
          </a:xfrm>
          <a:prstGeom prst="roundRect">
            <a:avLst>
              <a:gd name="adj" fmla="val 9412"/>
            </a:avLst>
          </a:prstGeom>
          <a:solidFill>
            <a:srgbClr val="FFFFFF"/>
          </a:solidFill>
          <a:ln w="19050">
            <a:solidFill>
              <a:srgbClr val="B4236A"/>
            </a:solidFill>
            <a:prstDash val="solid"/>
          </a:ln>
          <a:effectLst>
            <a:outerShdw sx="100000" sy="100000" kx="0" ky="0" algn="bl" rotWithShape="0" blurRad="101600" dist="25400" dir="3600000">
              <a:srgbClr val="000000">
                <a:alpha val="16000"/>
              </a:srgbClr>
            </a:outerShdw>
          </a:effectLst>
        </p:spPr>
      </p:sp>
      <p:sp>
        <p:nvSpPr>
          <p:cNvPr id="62" name="Text 47"/>
          <p:cNvSpPr txBox="1"/>
          <p:nvPr/>
        </p:nvSpPr>
        <p:spPr>
          <a:xfrm>
            <a:off x="5149901" y="4773168"/>
            <a:ext cx="1889150" cy="274320"/>
          </a:xfrm>
          <a:prstGeom prst="rect">
            <a:avLst/>
          </a:prstGeom>
          <a:noFill/>
          <a:ln/>
        </p:spPr>
        <p:txBody>
          <a:bodyPr wrap="square" lIns="0" tIns="0" rIns="0" bIns="0" rtlCol="0" anchor="t"/>
          <a:lstStyle/>
          <a:p>
            <a:pPr algn="ctr" indent="0" marL="0">
              <a:buNone/>
            </a:pPr>
            <a:r>
              <a:rPr lang="en-US" sz="1400" i="1" dirty="0">
                <a:solidFill>
                  <a:schemeClr val="accent5"/>
                </a:solidFill>
              </a:rPr>
              <a:t>zeggen  →</a:t>
            </a:r>
            <a:endParaRPr lang="en-US" sz="1400" dirty="0"/>
          </a:p>
        </p:txBody>
      </p:sp>
      <p:sp>
        <p:nvSpPr>
          <p:cNvPr id="63" name="Text 48"/>
          <p:cNvSpPr txBox="1"/>
          <p:nvPr/>
        </p:nvSpPr>
        <p:spPr>
          <a:xfrm>
            <a:off x="5149901" y="5029200"/>
            <a:ext cx="1889150" cy="457200"/>
          </a:xfrm>
          <a:prstGeom prst="rect">
            <a:avLst/>
          </a:prstGeom>
          <a:noFill/>
          <a:ln/>
        </p:spPr>
        <p:txBody>
          <a:bodyPr wrap="square" lIns="0" tIns="0" rIns="0" bIns="0" rtlCol="0" anchor="ctr"/>
          <a:lstStyle/>
          <a:p>
            <a:pPr algn="ctr" indent="0" marL="0">
              <a:buNone/>
            </a:pPr>
            <a:r>
              <a:rPr lang="en-US" sz="2400" dirty="0">
                <a:solidFill>
                  <a:schemeClr val="tx1"/>
                </a:solidFill>
                <a:latin typeface="+mj-lt" pitchFamily="34" charset="0"/>
                <a:ea typeface="+mj-lt" pitchFamily="34" charset="-122"/>
                <a:cs typeface="+mj-lt" pitchFamily="34" charset="-120"/>
              </a:rPr>
              <a:t>z</a:t>
            </a:r>
            <a:r>
              <a:rPr lang="en-US" sz="2400" b="1" dirty="0">
                <a:solidFill>
                  <a:schemeClr val="accent4"/>
                </a:solidFill>
                <a:latin typeface="+mj-lt" pitchFamily="34" charset="0"/>
                <a:ea typeface="+mj-lt" pitchFamily="34" charset="-122"/>
                <a:cs typeface="+mj-lt" pitchFamily="34" charset="-120"/>
              </a:rPr>
              <a:t>e</a:t>
            </a:r>
            <a:r>
              <a:rPr lang="en-US" sz="2400" u="sng" dirty="0">
                <a:solidFill>
                  <a:schemeClr val="tx1"/>
                </a:solidFill>
                <a:latin typeface="+mj-lt" pitchFamily="34" charset="0"/>
                <a:ea typeface="+mj-lt" pitchFamily="34" charset="-122"/>
                <a:cs typeface="+mj-lt" pitchFamily="34" charset="-120"/>
              </a:rPr>
              <a:t>g</a:t>
            </a:r>
            <a:endParaRPr lang="en-US" sz="2400" dirty="0"/>
          </a:p>
        </p:txBody>
      </p:sp>
      <p:sp>
        <p:nvSpPr>
          <p:cNvPr id="64" name="Shape 49"/>
          <p:cNvSpPr/>
          <p:nvPr/>
        </p:nvSpPr>
        <p:spPr>
          <a:xfrm>
            <a:off x="7313371" y="4754880"/>
            <a:ext cx="2072030" cy="777240"/>
          </a:xfrm>
          <a:prstGeom prst="roundRect">
            <a:avLst>
              <a:gd name="adj" fmla="val 9412"/>
            </a:avLst>
          </a:prstGeom>
          <a:solidFill>
            <a:srgbClr val="FFFFFF"/>
          </a:solidFill>
          <a:ln w="19050">
            <a:solidFill>
              <a:srgbClr val="B4236A"/>
            </a:solidFill>
            <a:prstDash val="solid"/>
          </a:ln>
          <a:effectLst>
            <a:outerShdw sx="100000" sy="100000" kx="0" ky="0" algn="bl" rotWithShape="0" blurRad="101600" dist="25400" dir="3600000">
              <a:srgbClr val="000000">
                <a:alpha val="16000"/>
              </a:srgbClr>
            </a:outerShdw>
          </a:effectLst>
        </p:spPr>
      </p:sp>
      <p:sp>
        <p:nvSpPr>
          <p:cNvPr id="65" name="Text 50"/>
          <p:cNvSpPr txBox="1"/>
          <p:nvPr/>
        </p:nvSpPr>
        <p:spPr>
          <a:xfrm>
            <a:off x="7404811" y="4773168"/>
            <a:ext cx="1889150" cy="274320"/>
          </a:xfrm>
          <a:prstGeom prst="rect">
            <a:avLst/>
          </a:prstGeom>
          <a:noFill/>
          <a:ln/>
        </p:spPr>
        <p:txBody>
          <a:bodyPr wrap="square" lIns="0" tIns="0" rIns="0" bIns="0" rtlCol="0" anchor="t"/>
          <a:lstStyle/>
          <a:p>
            <a:pPr algn="ctr" indent="0" marL="0">
              <a:buNone/>
            </a:pPr>
            <a:r>
              <a:rPr lang="en-US" sz="1400" i="1" dirty="0">
                <a:solidFill>
                  <a:schemeClr val="accent5"/>
                </a:solidFill>
              </a:rPr>
              <a:t>pakken  →</a:t>
            </a:r>
            <a:endParaRPr lang="en-US" sz="1400" dirty="0"/>
          </a:p>
        </p:txBody>
      </p:sp>
      <p:sp>
        <p:nvSpPr>
          <p:cNvPr id="66" name="Text 51"/>
          <p:cNvSpPr txBox="1"/>
          <p:nvPr/>
        </p:nvSpPr>
        <p:spPr>
          <a:xfrm>
            <a:off x="7404811" y="5029200"/>
            <a:ext cx="1889150" cy="457200"/>
          </a:xfrm>
          <a:prstGeom prst="rect">
            <a:avLst/>
          </a:prstGeom>
          <a:noFill/>
          <a:ln/>
        </p:spPr>
        <p:txBody>
          <a:bodyPr wrap="square" lIns="0" tIns="0" rIns="0" bIns="0" rtlCol="0" anchor="ctr"/>
          <a:lstStyle/>
          <a:p>
            <a:pPr algn="ctr" indent="0" marL="0">
              <a:buNone/>
            </a:pPr>
            <a:r>
              <a:rPr lang="en-US" sz="2400" dirty="0">
                <a:solidFill>
                  <a:schemeClr val="tx1"/>
                </a:solidFill>
                <a:latin typeface="+mj-lt" pitchFamily="34" charset="0"/>
                <a:ea typeface="+mj-lt" pitchFamily="34" charset="-122"/>
                <a:cs typeface="+mj-lt" pitchFamily="34" charset="-120"/>
              </a:rPr>
              <a:t>p</a:t>
            </a:r>
            <a:r>
              <a:rPr lang="en-US" sz="2400" b="1" dirty="0">
                <a:solidFill>
                  <a:schemeClr val="accent4"/>
                </a:solidFill>
                <a:latin typeface="+mj-lt" pitchFamily="34" charset="0"/>
                <a:ea typeface="+mj-lt" pitchFamily="34" charset="-122"/>
                <a:cs typeface="+mj-lt" pitchFamily="34" charset="-120"/>
              </a:rPr>
              <a:t>a</a:t>
            </a:r>
            <a:r>
              <a:rPr lang="en-US" sz="2400" u="sng" dirty="0">
                <a:solidFill>
                  <a:schemeClr val="tx1"/>
                </a:solidFill>
                <a:latin typeface="+mj-lt" pitchFamily="34" charset="0"/>
                <a:ea typeface="+mj-lt" pitchFamily="34" charset="-122"/>
                <a:cs typeface="+mj-lt" pitchFamily="34" charset="-120"/>
              </a:rPr>
              <a:t>k</a:t>
            </a:r>
            <a:endParaRPr lang="en-US" sz="2400" dirty="0"/>
          </a:p>
        </p:txBody>
      </p:sp>
      <p:sp>
        <p:nvSpPr>
          <p:cNvPr id="67" name="Shape 52"/>
          <p:cNvSpPr/>
          <p:nvPr/>
        </p:nvSpPr>
        <p:spPr>
          <a:xfrm>
            <a:off x="9568282" y="4754880"/>
            <a:ext cx="2072030" cy="777240"/>
          </a:xfrm>
          <a:prstGeom prst="roundRect">
            <a:avLst>
              <a:gd name="adj" fmla="val 9412"/>
            </a:avLst>
          </a:prstGeom>
          <a:solidFill>
            <a:srgbClr val="FFFFFF"/>
          </a:solidFill>
          <a:ln w="19050">
            <a:solidFill>
              <a:srgbClr val="B4236A"/>
            </a:solidFill>
            <a:prstDash val="solid"/>
          </a:ln>
          <a:effectLst>
            <a:outerShdw sx="100000" sy="100000" kx="0" ky="0" algn="bl" rotWithShape="0" blurRad="101600" dist="25400" dir="3600000">
              <a:srgbClr val="000000">
                <a:alpha val="16000"/>
              </a:srgbClr>
            </a:outerShdw>
          </a:effectLst>
        </p:spPr>
      </p:sp>
      <p:sp>
        <p:nvSpPr>
          <p:cNvPr id="68" name="Text 53"/>
          <p:cNvSpPr txBox="1"/>
          <p:nvPr/>
        </p:nvSpPr>
        <p:spPr>
          <a:xfrm>
            <a:off x="9659722" y="4773168"/>
            <a:ext cx="1889150" cy="274320"/>
          </a:xfrm>
          <a:prstGeom prst="rect">
            <a:avLst/>
          </a:prstGeom>
          <a:noFill/>
          <a:ln/>
        </p:spPr>
        <p:txBody>
          <a:bodyPr wrap="square" lIns="0" tIns="0" rIns="0" bIns="0" rtlCol="0" anchor="t"/>
          <a:lstStyle/>
          <a:p>
            <a:pPr algn="ctr" indent="0" marL="0">
              <a:buNone/>
            </a:pPr>
            <a:r>
              <a:rPr lang="en-US" sz="1400" i="1" dirty="0">
                <a:solidFill>
                  <a:schemeClr val="accent5"/>
                </a:solidFill>
              </a:rPr>
              <a:t>stoppen  →</a:t>
            </a:r>
            <a:endParaRPr lang="en-US" sz="1400" dirty="0"/>
          </a:p>
        </p:txBody>
      </p:sp>
      <p:sp>
        <p:nvSpPr>
          <p:cNvPr id="69" name="Text 54"/>
          <p:cNvSpPr txBox="1"/>
          <p:nvPr/>
        </p:nvSpPr>
        <p:spPr>
          <a:xfrm>
            <a:off x="9659722" y="5029200"/>
            <a:ext cx="1889150" cy="457200"/>
          </a:xfrm>
          <a:prstGeom prst="rect">
            <a:avLst/>
          </a:prstGeom>
          <a:noFill/>
          <a:ln/>
        </p:spPr>
        <p:txBody>
          <a:bodyPr wrap="square" lIns="0" tIns="0" rIns="0" bIns="0" rtlCol="0" anchor="ctr"/>
          <a:lstStyle/>
          <a:p>
            <a:pPr algn="ctr" indent="0" marL="0">
              <a:buNone/>
            </a:pPr>
            <a:r>
              <a:rPr lang="en-US" sz="2400" dirty="0">
                <a:solidFill>
                  <a:schemeClr val="tx1"/>
                </a:solidFill>
                <a:latin typeface="+mj-lt" pitchFamily="34" charset="0"/>
                <a:ea typeface="+mj-lt" pitchFamily="34" charset="-122"/>
                <a:cs typeface="+mj-lt" pitchFamily="34" charset="-120"/>
              </a:rPr>
              <a:t>st</a:t>
            </a:r>
            <a:r>
              <a:rPr lang="en-US" sz="2400" b="1" dirty="0">
                <a:solidFill>
                  <a:schemeClr val="accent4"/>
                </a:solidFill>
                <a:latin typeface="+mj-lt" pitchFamily="34" charset="0"/>
                <a:ea typeface="+mj-lt" pitchFamily="34" charset="-122"/>
                <a:cs typeface="+mj-lt" pitchFamily="34" charset="-120"/>
              </a:rPr>
              <a:t>o</a:t>
            </a:r>
            <a:r>
              <a:rPr lang="en-US" sz="2400" u="sng" dirty="0">
                <a:solidFill>
                  <a:schemeClr val="tx1"/>
                </a:solidFill>
                <a:latin typeface="+mj-lt" pitchFamily="34" charset="0"/>
                <a:ea typeface="+mj-lt" pitchFamily="34" charset="-122"/>
                <a:cs typeface="+mj-lt" pitchFamily="34" charset="-120"/>
              </a:rPr>
              <a:t>p</a:t>
            </a:r>
            <a:endParaRPr lang="en-US" sz="2400" dirty="0"/>
          </a:p>
        </p:txBody>
      </p:sp>
      <p:sp>
        <p:nvSpPr>
          <p:cNvPr id="70" name="Shape 55"/>
          <p:cNvSpPr/>
          <p:nvPr/>
        </p:nvSpPr>
        <p:spPr>
          <a:xfrm>
            <a:off x="548640" y="5669280"/>
            <a:ext cx="11091672" cy="603504"/>
          </a:xfrm>
          <a:prstGeom prst="roundRect">
            <a:avLst>
              <a:gd name="adj" fmla="val 12121"/>
            </a:avLst>
          </a:prstGeom>
          <a:solidFill>
            <a:schemeClr val="accent4">
              <a:alpha val="10000"/>
            </a:schemeClr>
          </a:solidFill>
          <a:ln w="12700">
            <a:solidFill>
              <a:srgbClr val="B4236A"/>
            </a:solidFill>
            <a:prstDash val="solid"/>
          </a:ln>
        </p:spPr>
      </p:sp>
      <p:pic>
        <p:nvPicPr>
          <p:cNvPr id="71" name="Image 12" descr="DoorClosed">    </p:cNvPr>
          <p:cNvPicPr>
            <a:picLocks noChangeAspect="1"/>
          </p:cNvPicPr>
          <p:nvPr/>
        </p:nvPicPr>
        <p:blipFill>
          <a:blip r:embed="rId13"/>
          <a:stretch>
            <a:fillRect/>
          </a:stretch>
        </p:blipFill>
        <p:spPr>
          <a:xfrm>
            <a:off x="731520" y="5788152"/>
            <a:ext cx="365760" cy="365760"/>
          </a:xfrm>
          <a:prstGeom prst="rect">
            <a:avLst/>
          </a:prstGeom>
        </p:spPr>
      </p:pic>
      <p:sp>
        <p:nvSpPr>
          <p:cNvPr id="72" name="Text 56"/>
          <p:cNvSpPr txBox="1"/>
          <p:nvPr/>
        </p:nvSpPr>
        <p:spPr>
          <a:xfrm>
            <a:off x="1234440" y="5669280"/>
            <a:ext cx="10241280" cy="603504"/>
          </a:xfrm>
          <a:prstGeom prst="rect">
            <a:avLst/>
          </a:prstGeom>
          <a:noFill/>
          <a:ln/>
        </p:spPr>
        <p:txBody>
          <a:bodyPr wrap="square" lIns="0" tIns="0" rIns="0" bIns="0" rtlCol="0" anchor="ctr"/>
          <a:lstStyle/>
          <a:p>
            <a:pPr algn="l" indent="0" marL="0">
              <a:buNone/>
            </a:pPr>
            <a:r>
              <a:rPr lang="en-US" sz="1800" dirty="0">
                <a:solidFill>
                  <a:schemeClr val="tx1"/>
                </a:solidFill>
              </a:rPr>
              <a:t>Le son reste </a:t>
            </a:r>
            <a:r>
              <a:rPr lang="en-US" sz="1800" b="1" dirty="0">
                <a:solidFill>
                  <a:schemeClr val="tx1"/>
                </a:solidFill>
              </a:rPr>
              <a:t>court</a:t>
            </a:r>
            <a:r>
              <a:rPr lang="en-US" sz="1800" dirty="0">
                <a:solidFill>
                  <a:schemeClr val="tx1"/>
                </a:solidFill>
              </a:rPr>
              <a:t> : la porte est fermée par une seule consonne.</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Ce qui ne bouge pas — et le récapitulatif</a:t>
            </a:r>
            <a:endParaRPr lang="en-US" sz="3000" dirty="0"/>
          </a:p>
        </p:txBody>
      </p:sp>
      <p:sp>
        <p:nvSpPr>
          <p:cNvPr id="3" name="tag"/>
          <p:cNvSpPr/>
          <p:nvPr/>
        </p:nvSpPr>
        <p:spPr>
          <a:xfrm>
            <a:off x="548640" y="237744"/>
            <a:ext cx="1446581"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À RETENIR</a:t>
            </a:r>
            <a:endParaRPr lang="en-US" sz="1200" dirty="0"/>
          </a:p>
        </p:txBody>
      </p:sp>
      <p:sp>
        <p:nvSpPr>
          <p:cNvPr id="5" name="Shape 2"/>
          <p:cNvSpPr/>
          <p:nvPr/>
        </p:nvSpPr>
        <p:spPr>
          <a:xfrm>
            <a:off x="548640" y="1554480"/>
            <a:ext cx="11091672" cy="502920"/>
          </a:xfrm>
          <a:prstGeom prst="rect">
            <a:avLst/>
          </a:prstGeom>
          <a:solidFill>
            <a:schemeClr val="tx2"/>
          </a:solidFill>
          <a:ln w="12700">
            <a:solidFill>
              <a:srgbClr val="FFFFFF">
                <a:alpha val="0"/>
              </a:srgbClr>
            </a:solidFill>
            <a:prstDash val="solid"/>
          </a:ln>
        </p:spPr>
      </p:sp>
      <p:sp>
        <p:nvSpPr>
          <p:cNvPr id="6" name="Text 3"/>
          <p:cNvSpPr txBox="1"/>
          <p:nvPr/>
        </p:nvSpPr>
        <p:spPr>
          <a:xfrm>
            <a:off x="685800" y="1554480"/>
            <a:ext cx="1188720" cy="502920"/>
          </a:xfrm>
          <a:prstGeom prst="rect">
            <a:avLst/>
          </a:prstGeom>
          <a:noFill/>
          <a:ln/>
        </p:spPr>
        <p:txBody>
          <a:bodyPr wrap="square" lIns="0" tIns="0" rIns="0" bIns="0" rtlCol="0" anchor="ctr"/>
          <a:lstStyle/>
          <a:p>
            <a:pPr algn="ctr" indent="0" marL="0">
              <a:buNone/>
            </a:pPr>
            <a:r>
              <a:rPr lang="en-US" sz="1600" b="1" dirty="0">
                <a:solidFill>
                  <a:schemeClr val="bg1"/>
                </a:solidFill>
              </a:rPr>
              <a:t>Son</a:t>
            </a:r>
            <a:endParaRPr lang="en-US" sz="1600" dirty="0"/>
          </a:p>
        </p:txBody>
      </p:sp>
      <p:sp>
        <p:nvSpPr>
          <p:cNvPr id="7" name="Text 4"/>
          <p:cNvSpPr txBox="1"/>
          <p:nvPr/>
        </p:nvSpPr>
        <p:spPr>
          <a:xfrm>
            <a:off x="2148840" y="1554480"/>
            <a:ext cx="1920240" cy="502920"/>
          </a:xfrm>
          <a:prstGeom prst="rect">
            <a:avLst/>
          </a:prstGeom>
          <a:noFill/>
          <a:ln/>
        </p:spPr>
        <p:txBody>
          <a:bodyPr wrap="square" lIns="0" tIns="0" rIns="0" bIns="0" rtlCol="0" anchor="ctr"/>
          <a:lstStyle/>
          <a:p>
            <a:pPr algn="ctr" indent="0" marL="0">
              <a:buNone/>
            </a:pPr>
            <a:r>
              <a:rPr lang="en-US" sz="1600" b="1" dirty="0">
                <a:solidFill>
                  <a:schemeClr val="bg1"/>
                </a:solidFill>
              </a:rPr>
              <a:t>Infinitif</a:t>
            </a:r>
            <a:endParaRPr lang="en-US" sz="1600" dirty="0"/>
          </a:p>
        </p:txBody>
      </p:sp>
      <p:sp>
        <p:nvSpPr>
          <p:cNvPr id="8" name="Text 5"/>
          <p:cNvSpPr txBox="1"/>
          <p:nvPr/>
        </p:nvSpPr>
        <p:spPr>
          <a:xfrm>
            <a:off x="4343400" y="1554480"/>
            <a:ext cx="1920240" cy="502920"/>
          </a:xfrm>
          <a:prstGeom prst="rect">
            <a:avLst/>
          </a:prstGeom>
          <a:noFill/>
          <a:ln/>
        </p:spPr>
        <p:txBody>
          <a:bodyPr wrap="square" lIns="0" tIns="0" rIns="0" bIns="0" rtlCol="0" anchor="ctr"/>
          <a:lstStyle/>
          <a:p>
            <a:pPr algn="ctr" indent="0" marL="0">
              <a:buNone/>
            </a:pPr>
            <a:r>
              <a:rPr lang="en-US" sz="1600" b="1" dirty="0">
                <a:solidFill>
                  <a:schemeClr val="bg1"/>
                </a:solidFill>
              </a:rPr>
              <a:t>Radical</a:t>
            </a:r>
            <a:endParaRPr lang="en-US" sz="1600" dirty="0"/>
          </a:p>
        </p:txBody>
      </p:sp>
      <p:sp>
        <p:nvSpPr>
          <p:cNvPr id="9" name="Text 6"/>
          <p:cNvSpPr txBox="1"/>
          <p:nvPr/>
        </p:nvSpPr>
        <p:spPr>
          <a:xfrm>
            <a:off x="6537960" y="1554480"/>
            <a:ext cx="1965960" cy="502920"/>
          </a:xfrm>
          <a:prstGeom prst="rect">
            <a:avLst/>
          </a:prstGeom>
          <a:noFill/>
          <a:ln/>
        </p:spPr>
        <p:txBody>
          <a:bodyPr wrap="square" lIns="0" tIns="0" rIns="0" bIns="0" rtlCol="0" anchor="ctr"/>
          <a:lstStyle/>
          <a:p>
            <a:pPr algn="l" indent="0" marL="0">
              <a:buNone/>
            </a:pPr>
            <a:r>
              <a:rPr lang="en-US" sz="1600" b="1" dirty="0">
                <a:solidFill>
                  <a:schemeClr val="bg1"/>
                </a:solidFill>
              </a:rPr>
              <a:t>Sens</a:t>
            </a:r>
            <a:endParaRPr lang="en-US" sz="1600" dirty="0"/>
          </a:p>
        </p:txBody>
      </p:sp>
      <p:sp>
        <p:nvSpPr>
          <p:cNvPr id="10" name="Text 7"/>
          <p:cNvSpPr txBox="1"/>
          <p:nvPr/>
        </p:nvSpPr>
        <p:spPr>
          <a:xfrm>
            <a:off x="8778240" y="1554480"/>
            <a:ext cx="2724912" cy="502920"/>
          </a:xfrm>
          <a:prstGeom prst="rect">
            <a:avLst/>
          </a:prstGeom>
          <a:noFill/>
          <a:ln/>
        </p:spPr>
        <p:txBody>
          <a:bodyPr wrap="square" lIns="0" tIns="0" rIns="0" bIns="0" rtlCol="0" anchor="ctr"/>
          <a:lstStyle/>
          <a:p>
            <a:pPr algn="ctr" indent="0" marL="0">
              <a:buNone/>
            </a:pPr>
            <a:r>
              <a:rPr lang="en-US" sz="1600" b="1" dirty="0">
                <a:solidFill>
                  <a:schemeClr val="bg1"/>
                </a:solidFill>
              </a:rPr>
              <a:t>Cas</a:t>
            </a:r>
            <a:endParaRPr lang="en-US" sz="1600" dirty="0"/>
          </a:p>
        </p:txBody>
      </p:sp>
      <p:sp>
        <p:nvSpPr>
          <p:cNvPr id="11" name="Shape 8"/>
          <p:cNvSpPr/>
          <p:nvPr/>
        </p:nvSpPr>
        <p:spPr>
          <a:xfrm>
            <a:off x="548640" y="2057400"/>
            <a:ext cx="8092440" cy="585216"/>
          </a:xfrm>
          <a:prstGeom prst="rect">
            <a:avLst/>
          </a:prstGeom>
          <a:solidFill>
            <a:schemeClr val="bg2"/>
          </a:solidFill>
          <a:ln w="9525">
            <a:solidFill>
              <a:srgbClr val="D5DCE6"/>
            </a:solidFill>
            <a:prstDash val="solid"/>
          </a:ln>
        </p:spPr>
      </p:sp>
      <p:sp>
        <p:nvSpPr>
          <p:cNvPr id="12" name="Shape 9"/>
          <p:cNvSpPr/>
          <p:nvPr/>
        </p:nvSpPr>
        <p:spPr>
          <a:xfrm>
            <a:off x="8641080" y="2057400"/>
            <a:ext cx="2999232" cy="585216"/>
          </a:xfrm>
          <a:prstGeom prst="rect">
            <a:avLst/>
          </a:prstGeom>
          <a:solidFill>
            <a:srgbClr val="EDF6F0"/>
          </a:solidFill>
          <a:ln w="9525">
            <a:solidFill>
              <a:srgbClr val="D5DCE6"/>
            </a:solidFill>
            <a:prstDash val="solid"/>
          </a:ln>
        </p:spPr>
      </p:sp>
      <p:sp>
        <p:nvSpPr>
          <p:cNvPr id="13" name="Text 10"/>
          <p:cNvSpPr txBox="1"/>
          <p:nvPr/>
        </p:nvSpPr>
        <p:spPr>
          <a:xfrm>
            <a:off x="548640" y="2057400"/>
            <a:ext cx="1463040" cy="585216"/>
          </a:xfrm>
          <a:prstGeom prst="rect">
            <a:avLst/>
          </a:prstGeom>
          <a:noFill/>
          <a:ln/>
        </p:spPr>
        <p:txBody>
          <a:bodyPr wrap="square" lIns="0" tIns="0" rIns="0" bIns="0" rtlCol="0" anchor="ctr"/>
          <a:lstStyle/>
          <a:p>
            <a:pPr algn="ctr" indent="0" marL="0">
              <a:buNone/>
            </a:pPr>
            <a:r>
              <a:rPr lang="en-US" sz="1800" b="1" dirty="0">
                <a:solidFill>
                  <a:schemeClr val="accent3"/>
                </a:solidFill>
              </a:rPr>
              <a:t>a long</a:t>
            </a:r>
            <a:endParaRPr lang="en-US" sz="1800" dirty="0"/>
          </a:p>
        </p:txBody>
      </p:sp>
      <p:sp>
        <p:nvSpPr>
          <p:cNvPr id="14" name="Text 11"/>
          <p:cNvSpPr txBox="1"/>
          <p:nvPr/>
        </p:nvSpPr>
        <p:spPr>
          <a:xfrm>
            <a:off x="2011680" y="2057400"/>
            <a:ext cx="2194560" cy="585216"/>
          </a:xfrm>
          <a:prstGeom prst="rect">
            <a:avLst/>
          </a:prstGeom>
          <a:noFill/>
          <a:ln/>
        </p:spPr>
        <p:txBody>
          <a:bodyPr wrap="square" lIns="0" tIns="0" rIns="0" bIns="0" rtlCol="0" anchor="ctr"/>
          <a:lstStyle/>
          <a:p>
            <a:pPr algn="ctr" indent="0" marL="0">
              <a:buNone/>
            </a:pPr>
            <a:r>
              <a:rPr lang="en-US" sz="2400" dirty="0">
                <a:solidFill>
                  <a:schemeClr val="tx1"/>
                </a:solidFill>
              </a:rPr>
              <a:t>l</a:t>
            </a:r>
            <a:r>
              <a:rPr lang="en-US" sz="2400" b="1" u="sng" dirty="0">
                <a:solidFill>
                  <a:schemeClr val="accent3"/>
                </a:solidFill>
              </a:rPr>
              <a:t>a</a:t>
            </a:r>
            <a:r>
              <a:rPr lang="en-US" sz="2400" dirty="0">
                <a:solidFill>
                  <a:schemeClr val="tx1"/>
                </a:solidFill>
              </a:rPr>
              <a:t>ten</a:t>
            </a:r>
            <a:endParaRPr lang="en-US" sz="2400" dirty="0"/>
          </a:p>
        </p:txBody>
      </p:sp>
      <p:sp>
        <p:nvSpPr>
          <p:cNvPr id="15" name="Text 12"/>
          <p:cNvSpPr txBox="1"/>
          <p:nvPr/>
        </p:nvSpPr>
        <p:spPr>
          <a:xfrm>
            <a:off x="4206240" y="2057400"/>
            <a:ext cx="2194560" cy="585216"/>
          </a:xfrm>
          <a:prstGeom prst="rect">
            <a:avLst/>
          </a:prstGeom>
          <a:noFill/>
          <a:ln/>
        </p:spPr>
        <p:txBody>
          <a:bodyPr wrap="square" lIns="0" tIns="0" rIns="0" bIns="0" rtlCol="0" anchor="ctr"/>
          <a:lstStyle/>
          <a:p>
            <a:pPr algn="ctr" indent="0" marL="0">
              <a:buNone/>
            </a:pPr>
            <a:r>
              <a:rPr lang="en-US" sz="2400" dirty="0">
                <a:solidFill>
                  <a:schemeClr val="tx1"/>
                </a:solidFill>
              </a:rPr>
              <a:t>l</a:t>
            </a:r>
            <a:r>
              <a:rPr lang="en-US" sz="2400" b="1" u="sng" dirty="0">
                <a:solidFill>
                  <a:schemeClr val="accent3"/>
                </a:solidFill>
              </a:rPr>
              <a:t>aa</a:t>
            </a:r>
            <a:r>
              <a:rPr lang="en-US" sz="2400" dirty="0">
                <a:solidFill>
                  <a:schemeClr val="tx1"/>
                </a:solidFill>
              </a:rPr>
              <a:t>t</a:t>
            </a:r>
            <a:endParaRPr lang="en-US" sz="2400" dirty="0"/>
          </a:p>
        </p:txBody>
      </p:sp>
      <p:sp>
        <p:nvSpPr>
          <p:cNvPr id="16" name="Text 13"/>
          <p:cNvSpPr txBox="1"/>
          <p:nvPr/>
        </p:nvSpPr>
        <p:spPr>
          <a:xfrm>
            <a:off x="6537960" y="2057400"/>
            <a:ext cx="1965960" cy="585216"/>
          </a:xfrm>
          <a:prstGeom prst="rect">
            <a:avLst/>
          </a:prstGeom>
          <a:noFill/>
          <a:ln/>
        </p:spPr>
        <p:txBody>
          <a:bodyPr wrap="square" lIns="0" tIns="0" rIns="0" bIns="0" rtlCol="0" anchor="ctr"/>
          <a:lstStyle/>
          <a:p>
            <a:pPr algn="l" indent="0" marL="0">
              <a:buNone/>
            </a:pPr>
            <a:r>
              <a:rPr lang="en-US" sz="1700" i="1" dirty="0">
                <a:solidFill>
                  <a:schemeClr val="accent5"/>
                </a:solidFill>
              </a:rPr>
              <a:t>laisser</a:t>
            </a:r>
            <a:endParaRPr lang="en-US" sz="1700" dirty="0"/>
          </a:p>
        </p:txBody>
      </p:sp>
      <p:sp>
        <p:nvSpPr>
          <p:cNvPr id="17" name="Shape 14"/>
          <p:cNvSpPr/>
          <p:nvPr/>
        </p:nvSpPr>
        <p:spPr>
          <a:xfrm>
            <a:off x="8997696" y="2221992"/>
            <a:ext cx="256032" cy="256032"/>
          </a:xfrm>
          <a:prstGeom prst="ellipse">
            <a:avLst/>
          </a:prstGeom>
          <a:solidFill>
            <a:schemeClr val="accent3"/>
          </a:solidFill>
          <a:ln w="12700">
            <a:solidFill>
              <a:srgbClr val="FFFFFF">
                <a:alpha val="0"/>
              </a:srgbClr>
            </a:solidFill>
            <a:prstDash val="solid"/>
          </a:ln>
        </p:spPr>
      </p:sp>
      <p:sp>
        <p:nvSpPr>
          <p:cNvPr id="18" name="Text 15"/>
          <p:cNvSpPr txBox="1"/>
          <p:nvPr/>
        </p:nvSpPr>
        <p:spPr>
          <a:xfrm>
            <a:off x="9464040" y="2057400"/>
            <a:ext cx="2084832" cy="585216"/>
          </a:xfrm>
          <a:prstGeom prst="rect">
            <a:avLst/>
          </a:prstGeom>
          <a:noFill/>
          <a:ln/>
        </p:spPr>
        <p:txBody>
          <a:bodyPr wrap="square" lIns="0" tIns="0" rIns="0" bIns="0" rtlCol="0" anchor="ctr"/>
          <a:lstStyle/>
          <a:p>
            <a:pPr algn="l" indent="0" marL="0">
              <a:buNone/>
            </a:pPr>
            <a:r>
              <a:rPr lang="en-US" sz="1800" b="1" dirty="0">
                <a:solidFill>
                  <a:schemeClr val="accent3"/>
                </a:solidFill>
              </a:rPr>
              <a:t>je double</a:t>
            </a:r>
            <a:endParaRPr lang="en-US" sz="1800" dirty="0"/>
          </a:p>
        </p:txBody>
      </p:sp>
      <p:sp>
        <p:nvSpPr>
          <p:cNvPr id="19" name="Shape 16"/>
          <p:cNvSpPr/>
          <p:nvPr/>
        </p:nvSpPr>
        <p:spPr>
          <a:xfrm>
            <a:off x="548640" y="2642616"/>
            <a:ext cx="8092440" cy="585216"/>
          </a:xfrm>
          <a:prstGeom prst="rect">
            <a:avLst/>
          </a:prstGeom>
          <a:solidFill>
            <a:srgbClr val="FFFFFF"/>
          </a:solidFill>
          <a:ln w="9525">
            <a:solidFill>
              <a:srgbClr val="D5DCE6"/>
            </a:solidFill>
            <a:prstDash val="solid"/>
          </a:ln>
        </p:spPr>
      </p:sp>
      <p:sp>
        <p:nvSpPr>
          <p:cNvPr id="20" name="Shape 17"/>
          <p:cNvSpPr/>
          <p:nvPr/>
        </p:nvSpPr>
        <p:spPr>
          <a:xfrm>
            <a:off x="8641080" y="2642616"/>
            <a:ext cx="2999232" cy="585216"/>
          </a:xfrm>
          <a:prstGeom prst="rect">
            <a:avLst/>
          </a:prstGeom>
          <a:solidFill>
            <a:srgbClr val="EDF6F0"/>
          </a:solidFill>
          <a:ln w="9525">
            <a:solidFill>
              <a:srgbClr val="D5DCE6"/>
            </a:solidFill>
            <a:prstDash val="solid"/>
          </a:ln>
        </p:spPr>
      </p:sp>
      <p:sp>
        <p:nvSpPr>
          <p:cNvPr id="21" name="Text 18"/>
          <p:cNvSpPr txBox="1"/>
          <p:nvPr/>
        </p:nvSpPr>
        <p:spPr>
          <a:xfrm>
            <a:off x="548640" y="2642616"/>
            <a:ext cx="1463040" cy="585216"/>
          </a:xfrm>
          <a:prstGeom prst="rect">
            <a:avLst/>
          </a:prstGeom>
          <a:noFill/>
          <a:ln/>
        </p:spPr>
        <p:txBody>
          <a:bodyPr wrap="square" lIns="0" tIns="0" rIns="0" bIns="0" rtlCol="0" anchor="ctr"/>
          <a:lstStyle/>
          <a:p>
            <a:pPr algn="ctr" indent="0" marL="0">
              <a:buNone/>
            </a:pPr>
            <a:r>
              <a:rPr lang="en-US" sz="1800" b="1" dirty="0">
                <a:solidFill>
                  <a:schemeClr val="accent3"/>
                </a:solidFill>
              </a:rPr>
              <a:t>o long</a:t>
            </a:r>
            <a:endParaRPr lang="en-US" sz="1800" dirty="0"/>
          </a:p>
        </p:txBody>
      </p:sp>
      <p:sp>
        <p:nvSpPr>
          <p:cNvPr id="22" name="Text 19"/>
          <p:cNvSpPr txBox="1"/>
          <p:nvPr/>
        </p:nvSpPr>
        <p:spPr>
          <a:xfrm>
            <a:off x="2011680" y="2642616"/>
            <a:ext cx="2194560" cy="585216"/>
          </a:xfrm>
          <a:prstGeom prst="rect">
            <a:avLst/>
          </a:prstGeom>
          <a:noFill/>
          <a:ln/>
        </p:spPr>
        <p:txBody>
          <a:bodyPr wrap="square" lIns="0" tIns="0" rIns="0" bIns="0" rtlCol="0" anchor="ctr"/>
          <a:lstStyle/>
          <a:p>
            <a:pPr algn="ctr" indent="0" marL="0">
              <a:buNone/>
            </a:pPr>
            <a:r>
              <a:rPr lang="en-US" sz="2400" dirty="0">
                <a:solidFill>
                  <a:schemeClr val="tx1"/>
                </a:solidFill>
              </a:rPr>
              <a:t>dr</a:t>
            </a:r>
            <a:r>
              <a:rPr lang="en-US" sz="2400" b="1" u="sng" dirty="0">
                <a:solidFill>
                  <a:schemeClr val="accent3"/>
                </a:solidFill>
              </a:rPr>
              <a:t>o</a:t>
            </a:r>
            <a:r>
              <a:rPr lang="en-US" sz="2400" dirty="0">
                <a:solidFill>
                  <a:schemeClr val="tx1"/>
                </a:solidFill>
              </a:rPr>
              <a:t>men</a:t>
            </a:r>
            <a:endParaRPr lang="en-US" sz="2400" dirty="0"/>
          </a:p>
        </p:txBody>
      </p:sp>
      <p:sp>
        <p:nvSpPr>
          <p:cNvPr id="23" name="Text 20"/>
          <p:cNvSpPr txBox="1"/>
          <p:nvPr/>
        </p:nvSpPr>
        <p:spPr>
          <a:xfrm>
            <a:off x="4206240" y="2642616"/>
            <a:ext cx="2194560" cy="585216"/>
          </a:xfrm>
          <a:prstGeom prst="rect">
            <a:avLst/>
          </a:prstGeom>
          <a:noFill/>
          <a:ln/>
        </p:spPr>
        <p:txBody>
          <a:bodyPr wrap="square" lIns="0" tIns="0" rIns="0" bIns="0" rtlCol="0" anchor="ctr"/>
          <a:lstStyle/>
          <a:p>
            <a:pPr algn="ctr" indent="0" marL="0">
              <a:buNone/>
            </a:pPr>
            <a:r>
              <a:rPr lang="en-US" sz="2400" dirty="0">
                <a:solidFill>
                  <a:schemeClr val="tx1"/>
                </a:solidFill>
              </a:rPr>
              <a:t>dr</a:t>
            </a:r>
            <a:r>
              <a:rPr lang="en-US" sz="2400" b="1" u="sng" dirty="0">
                <a:solidFill>
                  <a:schemeClr val="accent3"/>
                </a:solidFill>
              </a:rPr>
              <a:t>oo</a:t>
            </a:r>
            <a:r>
              <a:rPr lang="en-US" sz="2400" dirty="0">
                <a:solidFill>
                  <a:schemeClr val="tx1"/>
                </a:solidFill>
              </a:rPr>
              <a:t>m</a:t>
            </a:r>
            <a:endParaRPr lang="en-US" sz="2400" dirty="0"/>
          </a:p>
        </p:txBody>
      </p:sp>
      <p:sp>
        <p:nvSpPr>
          <p:cNvPr id="24" name="Text 21"/>
          <p:cNvSpPr txBox="1"/>
          <p:nvPr/>
        </p:nvSpPr>
        <p:spPr>
          <a:xfrm>
            <a:off x="6537960" y="2642616"/>
            <a:ext cx="1965960" cy="585216"/>
          </a:xfrm>
          <a:prstGeom prst="rect">
            <a:avLst/>
          </a:prstGeom>
          <a:noFill/>
          <a:ln/>
        </p:spPr>
        <p:txBody>
          <a:bodyPr wrap="square" lIns="0" tIns="0" rIns="0" bIns="0" rtlCol="0" anchor="ctr"/>
          <a:lstStyle/>
          <a:p>
            <a:pPr algn="l" indent="0" marL="0">
              <a:buNone/>
            </a:pPr>
            <a:r>
              <a:rPr lang="en-US" sz="1700" i="1" dirty="0">
                <a:solidFill>
                  <a:schemeClr val="accent5"/>
                </a:solidFill>
              </a:rPr>
              <a:t>rêver</a:t>
            </a:r>
            <a:endParaRPr lang="en-US" sz="1700" dirty="0"/>
          </a:p>
        </p:txBody>
      </p:sp>
      <p:sp>
        <p:nvSpPr>
          <p:cNvPr id="25" name="Shape 22"/>
          <p:cNvSpPr/>
          <p:nvPr/>
        </p:nvSpPr>
        <p:spPr>
          <a:xfrm>
            <a:off x="8997696" y="2807208"/>
            <a:ext cx="256032" cy="256032"/>
          </a:xfrm>
          <a:prstGeom prst="ellipse">
            <a:avLst/>
          </a:prstGeom>
          <a:solidFill>
            <a:schemeClr val="accent3"/>
          </a:solidFill>
          <a:ln w="12700">
            <a:solidFill>
              <a:srgbClr val="FFFFFF">
                <a:alpha val="0"/>
              </a:srgbClr>
            </a:solidFill>
            <a:prstDash val="solid"/>
          </a:ln>
        </p:spPr>
      </p:sp>
      <p:sp>
        <p:nvSpPr>
          <p:cNvPr id="26" name="Text 23"/>
          <p:cNvSpPr txBox="1"/>
          <p:nvPr/>
        </p:nvSpPr>
        <p:spPr>
          <a:xfrm>
            <a:off x="9464040" y="2642616"/>
            <a:ext cx="2084832" cy="585216"/>
          </a:xfrm>
          <a:prstGeom prst="rect">
            <a:avLst/>
          </a:prstGeom>
          <a:noFill/>
          <a:ln/>
        </p:spPr>
        <p:txBody>
          <a:bodyPr wrap="square" lIns="0" tIns="0" rIns="0" bIns="0" rtlCol="0" anchor="ctr"/>
          <a:lstStyle/>
          <a:p>
            <a:pPr algn="l" indent="0" marL="0">
              <a:buNone/>
            </a:pPr>
            <a:r>
              <a:rPr lang="en-US" sz="1800" b="1" dirty="0">
                <a:solidFill>
                  <a:schemeClr val="accent3"/>
                </a:solidFill>
              </a:rPr>
              <a:t>je double</a:t>
            </a:r>
            <a:endParaRPr lang="en-US" sz="1800" dirty="0"/>
          </a:p>
        </p:txBody>
      </p:sp>
      <p:sp>
        <p:nvSpPr>
          <p:cNvPr id="27" name="Shape 24"/>
          <p:cNvSpPr/>
          <p:nvPr/>
        </p:nvSpPr>
        <p:spPr>
          <a:xfrm>
            <a:off x="548640" y="3227832"/>
            <a:ext cx="8092440" cy="585216"/>
          </a:xfrm>
          <a:prstGeom prst="rect">
            <a:avLst/>
          </a:prstGeom>
          <a:solidFill>
            <a:schemeClr val="bg2"/>
          </a:solidFill>
          <a:ln w="9525">
            <a:solidFill>
              <a:srgbClr val="D5DCE6"/>
            </a:solidFill>
            <a:prstDash val="solid"/>
          </a:ln>
        </p:spPr>
      </p:sp>
      <p:sp>
        <p:nvSpPr>
          <p:cNvPr id="28" name="Shape 25"/>
          <p:cNvSpPr/>
          <p:nvPr/>
        </p:nvSpPr>
        <p:spPr>
          <a:xfrm>
            <a:off x="8641080" y="3227832"/>
            <a:ext cx="2999232" cy="585216"/>
          </a:xfrm>
          <a:prstGeom prst="rect">
            <a:avLst/>
          </a:prstGeom>
          <a:solidFill>
            <a:srgbClr val="FBEFF4"/>
          </a:solidFill>
          <a:ln w="9525">
            <a:solidFill>
              <a:srgbClr val="D5DCE6"/>
            </a:solidFill>
            <a:prstDash val="solid"/>
          </a:ln>
        </p:spPr>
      </p:sp>
      <p:sp>
        <p:nvSpPr>
          <p:cNvPr id="29" name="Text 26"/>
          <p:cNvSpPr txBox="1"/>
          <p:nvPr/>
        </p:nvSpPr>
        <p:spPr>
          <a:xfrm>
            <a:off x="548640" y="3227832"/>
            <a:ext cx="1463040" cy="585216"/>
          </a:xfrm>
          <a:prstGeom prst="rect">
            <a:avLst/>
          </a:prstGeom>
          <a:noFill/>
          <a:ln/>
        </p:spPr>
        <p:txBody>
          <a:bodyPr wrap="square" lIns="0" tIns="0" rIns="0" bIns="0" rtlCol="0" anchor="ctr"/>
          <a:lstStyle/>
          <a:p>
            <a:pPr algn="ctr" indent="0" marL="0">
              <a:buNone/>
            </a:pPr>
            <a:r>
              <a:rPr lang="en-US" sz="1800" b="1" dirty="0">
                <a:solidFill>
                  <a:schemeClr val="accent4"/>
                </a:solidFill>
              </a:rPr>
              <a:t>i court</a:t>
            </a:r>
            <a:endParaRPr lang="en-US" sz="1800" dirty="0"/>
          </a:p>
        </p:txBody>
      </p:sp>
      <p:sp>
        <p:nvSpPr>
          <p:cNvPr id="30" name="Text 27"/>
          <p:cNvSpPr txBox="1"/>
          <p:nvPr/>
        </p:nvSpPr>
        <p:spPr>
          <a:xfrm>
            <a:off x="2011680" y="3227832"/>
            <a:ext cx="2194560" cy="585216"/>
          </a:xfrm>
          <a:prstGeom prst="rect">
            <a:avLst/>
          </a:prstGeom>
          <a:noFill/>
          <a:ln/>
        </p:spPr>
        <p:txBody>
          <a:bodyPr wrap="square" lIns="0" tIns="0" rIns="0" bIns="0" rtlCol="0" anchor="ctr"/>
          <a:lstStyle/>
          <a:p>
            <a:pPr algn="ctr" indent="0" marL="0">
              <a:buNone/>
            </a:pPr>
            <a:r>
              <a:rPr lang="en-US" sz="2400" dirty="0">
                <a:solidFill>
                  <a:schemeClr val="tx1"/>
                </a:solidFill>
              </a:rPr>
              <a:t>z</a:t>
            </a:r>
            <a:r>
              <a:rPr lang="en-US" sz="2400" b="1" dirty="0">
                <a:solidFill>
                  <a:schemeClr val="accent4"/>
                </a:solidFill>
              </a:rPr>
              <a:t>i</a:t>
            </a:r>
            <a:r>
              <a:rPr lang="en-US" sz="2400" u="sng" dirty="0">
                <a:solidFill>
                  <a:schemeClr val="tx1"/>
                </a:solidFill>
              </a:rPr>
              <a:t>tt</a:t>
            </a:r>
            <a:r>
              <a:rPr lang="en-US" sz="2400" dirty="0">
                <a:solidFill>
                  <a:schemeClr val="tx1"/>
                </a:solidFill>
              </a:rPr>
              <a:t>en</a:t>
            </a:r>
            <a:endParaRPr lang="en-US" sz="2400" dirty="0"/>
          </a:p>
        </p:txBody>
      </p:sp>
      <p:sp>
        <p:nvSpPr>
          <p:cNvPr id="31" name="Text 28"/>
          <p:cNvSpPr txBox="1"/>
          <p:nvPr/>
        </p:nvSpPr>
        <p:spPr>
          <a:xfrm>
            <a:off x="4206240" y="3227832"/>
            <a:ext cx="2194560" cy="585216"/>
          </a:xfrm>
          <a:prstGeom prst="rect">
            <a:avLst/>
          </a:prstGeom>
          <a:noFill/>
          <a:ln/>
        </p:spPr>
        <p:txBody>
          <a:bodyPr wrap="square" lIns="0" tIns="0" rIns="0" bIns="0" rtlCol="0" anchor="ctr"/>
          <a:lstStyle/>
          <a:p>
            <a:pPr algn="ctr" indent="0" marL="0">
              <a:buNone/>
            </a:pPr>
            <a:r>
              <a:rPr lang="en-US" sz="2400" dirty="0">
                <a:solidFill>
                  <a:schemeClr val="tx1"/>
                </a:solidFill>
              </a:rPr>
              <a:t>z</a:t>
            </a:r>
            <a:r>
              <a:rPr lang="en-US" sz="2400" b="1" dirty="0">
                <a:solidFill>
                  <a:schemeClr val="accent4"/>
                </a:solidFill>
              </a:rPr>
              <a:t>i</a:t>
            </a:r>
            <a:r>
              <a:rPr lang="en-US" sz="2400" u="sng" dirty="0">
                <a:solidFill>
                  <a:schemeClr val="tx1"/>
                </a:solidFill>
              </a:rPr>
              <a:t>t</a:t>
            </a:r>
            <a:endParaRPr lang="en-US" sz="2400" dirty="0"/>
          </a:p>
        </p:txBody>
      </p:sp>
      <p:sp>
        <p:nvSpPr>
          <p:cNvPr id="32" name="Text 29"/>
          <p:cNvSpPr txBox="1"/>
          <p:nvPr/>
        </p:nvSpPr>
        <p:spPr>
          <a:xfrm>
            <a:off x="6537960" y="3227832"/>
            <a:ext cx="1965960" cy="585216"/>
          </a:xfrm>
          <a:prstGeom prst="rect">
            <a:avLst/>
          </a:prstGeom>
          <a:noFill/>
          <a:ln/>
        </p:spPr>
        <p:txBody>
          <a:bodyPr wrap="square" lIns="0" tIns="0" rIns="0" bIns="0" rtlCol="0" anchor="ctr"/>
          <a:lstStyle/>
          <a:p>
            <a:pPr algn="l" indent="0" marL="0">
              <a:buNone/>
            </a:pPr>
            <a:r>
              <a:rPr lang="en-US" sz="1700" i="1" dirty="0">
                <a:solidFill>
                  <a:schemeClr val="accent5"/>
                </a:solidFill>
              </a:rPr>
              <a:t>être assis</a:t>
            </a:r>
            <a:endParaRPr lang="en-US" sz="1700" dirty="0"/>
          </a:p>
        </p:txBody>
      </p:sp>
      <p:sp>
        <p:nvSpPr>
          <p:cNvPr id="33" name="Shape 30"/>
          <p:cNvSpPr/>
          <p:nvPr/>
        </p:nvSpPr>
        <p:spPr>
          <a:xfrm>
            <a:off x="8997696" y="3392424"/>
            <a:ext cx="256032" cy="256032"/>
          </a:xfrm>
          <a:prstGeom prst="ellipse">
            <a:avLst/>
          </a:prstGeom>
          <a:solidFill>
            <a:schemeClr val="accent4"/>
          </a:solidFill>
          <a:ln w="12700">
            <a:solidFill>
              <a:srgbClr val="FFFFFF">
                <a:alpha val="0"/>
              </a:srgbClr>
            </a:solidFill>
            <a:prstDash val="solid"/>
          </a:ln>
        </p:spPr>
      </p:sp>
      <p:sp>
        <p:nvSpPr>
          <p:cNvPr id="34" name="Text 31"/>
          <p:cNvSpPr txBox="1"/>
          <p:nvPr/>
        </p:nvSpPr>
        <p:spPr>
          <a:xfrm>
            <a:off x="9464040" y="3227832"/>
            <a:ext cx="2084832" cy="585216"/>
          </a:xfrm>
          <a:prstGeom prst="rect">
            <a:avLst/>
          </a:prstGeom>
          <a:noFill/>
          <a:ln/>
        </p:spPr>
        <p:txBody>
          <a:bodyPr wrap="square" lIns="0" tIns="0" rIns="0" bIns="0" rtlCol="0" anchor="ctr"/>
          <a:lstStyle/>
          <a:p>
            <a:pPr algn="l" indent="0" marL="0">
              <a:buNone/>
            </a:pPr>
            <a:r>
              <a:rPr lang="en-US" sz="1800" b="1" dirty="0">
                <a:solidFill>
                  <a:schemeClr val="accent4"/>
                </a:solidFill>
              </a:rPr>
              <a:t>je simplifie</a:t>
            </a:r>
            <a:endParaRPr lang="en-US" sz="1800" dirty="0"/>
          </a:p>
        </p:txBody>
      </p:sp>
      <p:sp>
        <p:nvSpPr>
          <p:cNvPr id="35" name="Shape 32"/>
          <p:cNvSpPr/>
          <p:nvPr/>
        </p:nvSpPr>
        <p:spPr>
          <a:xfrm>
            <a:off x="548640" y="3813048"/>
            <a:ext cx="8092440" cy="585216"/>
          </a:xfrm>
          <a:prstGeom prst="rect">
            <a:avLst/>
          </a:prstGeom>
          <a:solidFill>
            <a:srgbClr val="FFFFFF"/>
          </a:solidFill>
          <a:ln w="9525">
            <a:solidFill>
              <a:srgbClr val="D5DCE6"/>
            </a:solidFill>
            <a:prstDash val="solid"/>
          </a:ln>
        </p:spPr>
      </p:sp>
      <p:sp>
        <p:nvSpPr>
          <p:cNvPr id="36" name="Shape 33"/>
          <p:cNvSpPr/>
          <p:nvPr/>
        </p:nvSpPr>
        <p:spPr>
          <a:xfrm>
            <a:off x="8641080" y="3813048"/>
            <a:ext cx="2999232" cy="585216"/>
          </a:xfrm>
          <a:prstGeom prst="rect">
            <a:avLst/>
          </a:prstGeom>
          <a:solidFill>
            <a:srgbClr val="FBEFF4"/>
          </a:solidFill>
          <a:ln w="9525">
            <a:solidFill>
              <a:srgbClr val="D5DCE6"/>
            </a:solidFill>
            <a:prstDash val="solid"/>
          </a:ln>
        </p:spPr>
      </p:sp>
      <p:sp>
        <p:nvSpPr>
          <p:cNvPr id="37" name="Text 34"/>
          <p:cNvSpPr txBox="1"/>
          <p:nvPr/>
        </p:nvSpPr>
        <p:spPr>
          <a:xfrm>
            <a:off x="548640" y="3813048"/>
            <a:ext cx="1463040" cy="585216"/>
          </a:xfrm>
          <a:prstGeom prst="rect">
            <a:avLst/>
          </a:prstGeom>
          <a:noFill/>
          <a:ln/>
        </p:spPr>
        <p:txBody>
          <a:bodyPr wrap="square" lIns="0" tIns="0" rIns="0" bIns="0" rtlCol="0" anchor="ctr"/>
          <a:lstStyle/>
          <a:p>
            <a:pPr algn="ctr" indent="0" marL="0">
              <a:buNone/>
            </a:pPr>
            <a:r>
              <a:rPr lang="en-US" sz="1800" b="1" dirty="0">
                <a:solidFill>
                  <a:schemeClr val="accent4"/>
                </a:solidFill>
              </a:rPr>
              <a:t>e court</a:t>
            </a:r>
            <a:endParaRPr lang="en-US" sz="1800" dirty="0"/>
          </a:p>
        </p:txBody>
      </p:sp>
      <p:sp>
        <p:nvSpPr>
          <p:cNvPr id="38" name="Text 35"/>
          <p:cNvSpPr txBox="1"/>
          <p:nvPr/>
        </p:nvSpPr>
        <p:spPr>
          <a:xfrm>
            <a:off x="2011680" y="3813048"/>
            <a:ext cx="2194560" cy="585216"/>
          </a:xfrm>
          <a:prstGeom prst="rect">
            <a:avLst/>
          </a:prstGeom>
          <a:noFill/>
          <a:ln/>
        </p:spPr>
        <p:txBody>
          <a:bodyPr wrap="square" lIns="0" tIns="0" rIns="0" bIns="0" rtlCol="0" anchor="ctr"/>
          <a:lstStyle/>
          <a:p>
            <a:pPr algn="ctr" indent="0" marL="0">
              <a:buNone/>
            </a:pPr>
            <a:r>
              <a:rPr lang="en-US" sz="2400" dirty="0">
                <a:solidFill>
                  <a:schemeClr val="tx1"/>
                </a:solidFill>
              </a:rPr>
              <a:t>b</a:t>
            </a:r>
            <a:r>
              <a:rPr lang="en-US" sz="2400" b="1" dirty="0">
                <a:solidFill>
                  <a:schemeClr val="accent4"/>
                </a:solidFill>
              </a:rPr>
              <a:t>e</a:t>
            </a:r>
            <a:r>
              <a:rPr lang="en-US" sz="2400" u="sng" dirty="0">
                <a:solidFill>
                  <a:schemeClr val="tx1"/>
                </a:solidFill>
              </a:rPr>
              <a:t>ll</a:t>
            </a:r>
            <a:r>
              <a:rPr lang="en-US" sz="2400" dirty="0">
                <a:solidFill>
                  <a:schemeClr val="tx1"/>
                </a:solidFill>
              </a:rPr>
              <a:t>en</a:t>
            </a:r>
            <a:endParaRPr lang="en-US" sz="2400" dirty="0"/>
          </a:p>
        </p:txBody>
      </p:sp>
      <p:sp>
        <p:nvSpPr>
          <p:cNvPr id="39" name="Text 36"/>
          <p:cNvSpPr txBox="1"/>
          <p:nvPr/>
        </p:nvSpPr>
        <p:spPr>
          <a:xfrm>
            <a:off x="4206240" y="3813048"/>
            <a:ext cx="2194560" cy="585216"/>
          </a:xfrm>
          <a:prstGeom prst="rect">
            <a:avLst/>
          </a:prstGeom>
          <a:noFill/>
          <a:ln/>
        </p:spPr>
        <p:txBody>
          <a:bodyPr wrap="square" lIns="0" tIns="0" rIns="0" bIns="0" rtlCol="0" anchor="ctr"/>
          <a:lstStyle/>
          <a:p>
            <a:pPr algn="ctr" indent="0" marL="0">
              <a:buNone/>
            </a:pPr>
            <a:r>
              <a:rPr lang="en-US" sz="2400" dirty="0">
                <a:solidFill>
                  <a:schemeClr val="tx1"/>
                </a:solidFill>
              </a:rPr>
              <a:t>b</a:t>
            </a:r>
            <a:r>
              <a:rPr lang="en-US" sz="2400" b="1" dirty="0">
                <a:solidFill>
                  <a:schemeClr val="accent4"/>
                </a:solidFill>
              </a:rPr>
              <a:t>e</a:t>
            </a:r>
            <a:r>
              <a:rPr lang="en-US" sz="2400" u="sng" dirty="0">
                <a:solidFill>
                  <a:schemeClr val="tx1"/>
                </a:solidFill>
              </a:rPr>
              <a:t>l</a:t>
            </a:r>
            <a:endParaRPr lang="en-US" sz="2400" dirty="0"/>
          </a:p>
        </p:txBody>
      </p:sp>
      <p:sp>
        <p:nvSpPr>
          <p:cNvPr id="40" name="Text 37"/>
          <p:cNvSpPr txBox="1"/>
          <p:nvPr/>
        </p:nvSpPr>
        <p:spPr>
          <a:xfrm>
            <a:off x="6537960" y="3813048"/>
            <a:ext cx="1965960" cy="585216"/>
          </a:xfrm>
          <a:prstGeom prst="rect">
            <a:avLst/>
          </a:prstGeom>
          <a:noFill/>
          <a:ln/>
        </p:spPr>
        <p:txBody>
          <a:bodyPr wrap="square" lIns="0" tIns="0" rIns="0" bIns="0" rtlCol="0" anchor="ctr"/>
          <a:lstStyle/>
          <a:p>
            <a:pPr algn="l" indent="0" marL="0">
              <a:buNone/>
            </a:pPr>
            <a:r>
              <a:rPr lang="en-US" sz="1700" i="1" dirty="0">
                <a:solidFill>
                  <a:schemeClr val="accent5"/>
                </a:solidFill>
              </a:rPr>
              <a:t>téléphoner</a:t>
            </a:r>
            <a:endParaRPr lang="en-US" sz="1700" dirty="0"/>
          </a:p>
        </p:txBody>
      </p:sp>
      <p:sp>
        <p:nvSpPr>
          <p:cNvPr id="41" name="Shape 38"/>
          <p:cNvSpPr/>
          <p:nvPr/>
        </p:nvSpPr>
        <p:spPr>
          <a:xfrm>
            <a:off x="8997696" y="3977640"/>
            <a:ext cx="256032" cy="256032"/>
          </a:xfrm>
          <a:prstGeom prst="ellipse">
            <a:avLst/>
          </a:prstGeom>
          <a:solidFill>
            <a:schemeClr val="accent4"/>
          </a:solidFill>
          <a:ln w="12700">
            <a:solidFill>
              <a:srgbClr val="FFFFFF">
                <a:alpha val="0"/>
              </a:srgbClr>
            </a:solidFill>
            <a:prstDash val="solid"/>
          </a:ln>
        </p:spPr>
      </p:sp>
      <p:sp>
        <p:nvSpPr>
          <p:cNvPr id="42" name="Text 39"/>
          <p:cNvSpPr txBox="1"/>
          <p:nvPr/>
        </p:nvSpPr>
        <p:spPr>
          <a:xfrm>
            <a:off x="9464040" y="3813048"/>
            <a:ext cx="2084832" cy="585216"/>
          </a:xfrm>
          <a:prstGeom prst="rect">
            <a:avLst/>
          </a:prstGeom>
          <a:noFill/>
          <a:ln/>
        </p:spPr>
        <p:txBody>
          <a:bodyPr wrap="square" lIns="0" tIns="0" rIns="0" bIns="0" rtlCol="0" anchor="ctr"/>
          <a:lstStyle/>
          <a:p>
            <a:pPr algn="l" indent="0" marL="0">
              <a:buNone/>
            </a:pPr>
            <a:r>
              <a:rPr lang="en-US" sz="1800" b="1" dirty="0">
                <a:solidFill>
                  <a:schemeClr val="accent4"/>
                </a:solidFill>
              </a:rPr>
              <a:t>je simplifie</a:t>
            </a:r>
            <a:endParaRPr lang="en-US" sz="1800" dirty="0"/>
          </a:p>
        </p:txBody>
      </p:sp>
      <p:sp>
        <p:nvSpPr>
          <p:cNvPr id="43" name="Shape 40"/>
          <p:cNvSpPr/>
          <p:nvPr/>
        </p:nvSpPr>
        <p:spPr>
          <a:xfrm>
            <a:off x="548640" y="4398264"/>
            <a:ext cx="8092440" cy="585216"/>
          </a:xfrm>
          <a:prstGeom prst="rect">
            <a:avLst/>
          </a:prstGeom>
          <a:solidFill>
            <a:schemeClr val="bg2"/>
          </a:solidFill>
          <a:ln w="9525">
            <a:solidFill>
              <a:srgbClr val="D5DCE6"/>
            </a:solidFill>
            <a:prstDash val="solid"/>
          </a:ln>
        </p:spPr>
      </p:sp>
      <p:sp>
        <p:nvSpPr>
          <p:cNvPr id="44" name="Shape 41"/>
          <p:cNvSpPr/>
          <p:nvPr/>
        </p:nvSpPr>
        <p:spPr>
          <a:xfrm>
            <a:off x="8641080" y="4398264"/>
            <a:ext cx="2999232" cy="585216"/>
          </a:xfrm>
          <a:prstGeom prst="rect">
            <a:avLst/>
          </a:prstGeom>
          <a:solidFill>
            <a:srgbClr val="E9EDF2"/>
          </a:solidFill>
          <a:ln w="9525">
            <a:solidFill>
              <a:srgbClr val="D5DCE6"/>
            </a:solidFill>
            <a:prstDash val="solid"/>
          </a:ln>
        </p:spPr>
      </p:sp>
      <p:sp>
        <p:nvSpPr>
          <p:cNvPr id="45" name="Text 42"/>
          <p:cNvSpPr txBox="1"/>
          <p:nvPr/>
        </p:nvSpPr>
        <p:spPr>
          <a:xfrm>
            <a:off x="548640" y="4398264"/>
            <a:ext cx="1463040" cy="585216"/>
          </a:xfrm>
          <a:prstGeom prst="rect">
            <a:avLst/>
          </a:prstGeom>
          <a:noFill/>
          <a:ln/>
        </p:spPr>
        <p:txBody>
          <a:bodyPr wrap="square" lIns="0" tIns="0" rIns="0" bIns="0" rtlCol="0" anchor="ctr"/>
          <a:lstStyle/>
          <a:p>
            <a:pPr algn="ctr" indent="0" marL="0">
              <a:buNone/>
            </a:pPr>
            <a:r>
              <a:rPr lang="en-US" sz="1800" b="1" dirty="0">
                <a:solidFill>
                  <a:schemeClr val="tx2"/>
                </a:solidFill>
              </a:rPr>
              <a:t>ij</a:t>
            </a:r>
            <a:endParaRPr lang="en-US" sz="1800" dirty="0"/>
          </a:p>
        </p:txBody>
      </p:sp>
      <p:sp>
        <p:nvSpPr>
          <p:cNvPr id="46" name="Text 43"/>
          <p:cNvSpPr txBox="1"/>
          <p:nvPr/>
        </p:nvSpPr>
        <p:spPr>
          <a:xfrm>
            <a:off x="2011680" y="4398264"/>
            <a:ext cx="2194560" cy="585216"/>
          </a:xfrm>
          <a:prstGeom prst="rect">
            <a:avLst/>
          </a:prstGeom>
          <a:noFill/>
          <a:ln/>
        </p:spPr>
        <p:txBody>
          <a:bodyPr wrap="square" lIns="0" tIns="0" rIns="0" bIns="0" rtlCol="0" anchor="ctr"/>
          <a:lstStyle/>
          <a:p>
            <a:pPr algn="ctr" indent="0" marL="0">
              <a:buNone/>
            </a:pPr>
            <a:r>
              <a:rPr lang="en-US" sz="2400" dirty="0">
                <a:solidFill>
                  <a:schemeClr val="tx1"/>
                </a:solidFill>
              </a:rPr>
              <a:t>k</a:t>
            </a:r>
            <a:r>
              <a:rPr lang="en-US" sz="2400" b="1" u="sng" dirty="0">
                <a:solidFill>
                  <a:schemeClr val="tx2"/>
                </a:solidFill>
              </a:rPr>
              <a:t>ij</a:t>
            </a:r>
            <a:r>
              <a:rPr lang="en-US" sz="2400" dirty="0">
                <a:solidFill>
                  <a:schemeClr val="tx1"/>
                </a:solidFill>
              </a:rPr>
              <a:t>ken</a:t>
            </a:r>
            <a:endParaRPr lang="en-US" sz="2400" dirty="0"/>
          </a:p>
        </p:txBody>
      </p:sp>
      <p:sp>
        <p:nvSpPr>
          <p:cNvPr id="47" name="Text 44"/>
          <p:cNvSpPr txBox="1"/>
          <p:nvPr/>
        </p:nvSpPr>
        <p:spPr>
          <a:xfrm>
            <a:off x="4206240" y="4398264"/>
            <a:ext cx="2194560" cy="585216"/>
          </a:xfrm>
          <a:prstGeom prst="rect">
            <a:avLst/>
          </a:prstGeom>
          <a:noFill/>
          <a:ln/>
        </p:spPr>
        <p:txBody>
          <a:bodyPr wrap="square" lIns="0" tIns="0" rIns="0" bIns="0" rtlCol="0" anchor="ctr"/>
          <a:lstStyle/>
          <a:p>
            <a:pPr algn="ctr" indent="0" marL="0">
              <a:buNone/>
            </a:pPr>
            <a:r>
              <a:rPr lang="en-US" sz="2400" dirty="0">
                <a:solidFill>
                  <a:schemeClr val="tx1"/>
                </a:solidFill>
              </a:rPr>
              <a:t>k</a:t>
            </a:r>
            <a:r>
              <a:rPr lang="en-US" sz="2400" b="1" u="sng" dirty="0">
                <a:solidFill>
                  <a:schemeClr val="tx2"/>
                </a:solidFill>
              </a:rPr>
              <a:t>ij</a:t>
            </a:r>
            <a:r>
              <a:rPr lang="en-US" sz="2400" dirty="0">
                <a:solidFill>
                  <a:schemeClr val="tx1"/>
                </a:solidFill>
              </a:rPr>
              <a:t>k</a:t>
            </a:r>
            <a:endParaRPr lang="en-US" sz="2400" dirty="0"/>
          </a:p>
        </p:txBody>
      </p:sp>
      <p:sp>
        <p:nvSpPr>
          <p:cNvPr id="48" name="Text 45"/>
          <p:cNvSpPr txBox="1"/>
          <p:nvPr/>
        </p:nvSpPr>
        <p:spPr>
          <a:xfrm>
            <a:off x="6537960" y="4398264"/>
            <a:ext cx="1965960" cy="585216"/>
          </a:xfrm>
          <a:prstGeom prst="rect">
            <a:avLst/>
          </a:prstGeom>
          <a:noFill/>
          <a:ln/>
        </p:spPr>
        <p:txBody>
          <a:bodyPr wrap="square" lIns="0" tIns="0" rIns="0" bIns="0" rtlCol="0" anchor="ctr"/>
          <a:lstStyle/>
          <a:p>
            <a:pPr algn="l" indent="0" marL="0">
              <a:buNone/>
            </a:pPr>
            <a:r>
              <a:rPr lang="en-US" sz="1700" i="1" dirty="0">
                <a:solidFill>
                  <a:schemeClr val="accent5"/>
                </a:solidFill>
              </a:rPr>
              <a:t>regarder</a:t>
            </a:r>
            <a:endParaRPr lang="en-US" sz="1700" dirty="0"/>
          </a:p>
        </p:txBody>
      </p:sp>
      <p:pic>
        <p:nvPicPr>
          <p:cNvPr id="49" name="Image 0" descr="Lock">    </p:cNvPr>
          <p:cNvPicPr>
            <a:picLocks noChangeAspect="1"/>
          </p:cNvPicPr>
          <p:nvPr/>
        </p:nvPicPr>
        <p:blipFill>
          <a:blip r:embed="rId1"/>
          <a:stretch>
            <a:fillRect/>
          </a:stretch>
        </p:blipFill>
        <p:spPr>
          <a:xfrm>
            <a:off x="8970264" y="4535424"/>
            <a:ext cx="310896" cy="310896"/>
          </a:xfrm>
          <a:prstGeom prst="rect">
            <a:avLst/>
          </a:prstGeom>
        </p:spPr>
      </p:pic>
      <p:sp>
        <p:nvSpPr>
          <p:cNvPr id="50" name="Text 46"/>
          <p:cNvSpPr txBox="1"/>
          <p:nvPr/>
        </p:nvSpPr>
        <p:spPr>
          <a:xfrm>
            <a:off x="9464040" y="4398264"/>
            <a:ext cx="2084832" cy="585216"/>
          </a:xfrm>
          <a:prstGeom prst="rect">
            <a:avLst/>
          </a:prstGeom>
          <a:noFill/>
          <a:ln/>
        </p:spPr>
        <p:txBody>
          <a:bodyPr wrap="square" lIns="0" tIns="0" rIns="0" bIns="0" rtlCol="0" anchor="ctr"/>
          <a:lstStyle/>
          <a:p>
            <a:pPr algn="l" indent="0" marL="0">
              <a:buNone/>
            </a:pPr>
            <a:r>
              <a:rPr lang="en-US" sz="1800" b="1" dirty="0">
                <a:solidFill>
                  <a:schemeClr val="accent5"/>
                </a:solidFill>
              </a:rPr>
              <a:t>rien ne change</a:t>
            </a:r>
            <a:endParaRPr lang="en-US" sz="1800" dirty="0"/>
          </a:p>
        </p:txBody>
      </p:sp>
      <p:sp>
        <p:nvSpPr>
          <p:cNvPr id="51" name="Shape 47"/>
          <p:cNvSpPr/>
          <p:nvPr/>
        </p:nvSpPr>
        <p:spPr>
          <a:xfrm>
            <a:off x="548640" y="4983480"/>
            <a:ext cx="8092440" cy="585216"/>
          </a:xfrm>
          <a:prstGeom prst="rect">
            <a:avLst/>
          </a:prstGeom>
          <a:solidFill>
            <a:srgbClr val="FFFFFF"/>
          </a:solidFill>
          <a:ln w="9525">
            <a:solidFill>
              <a:srgbClr val="D5DCE6"/>
            </a:solidFill>
            <a:prstDash val="solid"/>
          </a:ln>
        </p:spPr>
      </p:sp>
      <p:sp>
        <p:nvSpPr>
          <p:cNvPr id="52" name="Shape 48"/>
          <p:cNvSpPr/>
          <p:nvPr/>
        </p:nvSpPr>
        <p:spPr>
          <a:xfrm>
            <a:off x="8641080" y="4983480"/>
            <a:ext cx="2999232" cy="585216"/>
          </a:xfrm>
          <a:prstGeom prst="rect">
            <a:avLst/>
          </a:prstGeom>
          <a:solidFill>
            <a:srgbClr val="E9EDF2"/>
          </a:solidFill>
          <a:ln w="9525">
            <a:solidFill>
              <a:srgbClr val="D5DCE6"/>
            </a:solidFill>
            <a:prstDash val="solid"/>
          </a:ln>
        </p:spPr>
      </p:sp>
      <p:sp>
        <p:nvSpPr>
          <p:cNvPr id="53" name="Text 49"/>
          <p:cNvSpPr txBox="1"/>
          <p:nvPr/>
        </p:nvSpPr>
        <p:spPr>
          <a:xfrm>
            <a:off x="548640" y="4983480"/>
            <a:ext cx="1463040" cy="585216"/>
          </a:xfrm>
          <a:prstGeom prst="rect">
            <a:avLst/>
          </a:prstGeom>
          <a:noFill/>
          <a:ln/>
        </p:spPr>
        <p:txBody>
          <a:bodyPr wrap="square" lIns="0" tIns="0" rIns="0" bIns="0" rtlCol="0" anchor="ctr"/>
          <a:lstStyle/>
          <a:p>
            <a:pPr algn="ctr" indent="0" marL="0">
              <a:buNone/>
            </a:pPr>
            <a:r>
              <a:rPr lang="en-US" sz="1800" b="1" dirty="0">
                <a:solidFill>
                  <a:schemeClr val="tx2"/>
                </a:solidFill>
              </a:rPr>
              <a:t>oe</a:t>
            </a:r>
            <a:endParaRPr lang="en-US" sz="1800" dirty="0"/>
          </a:p>
        </p:txBody>
      </p:sp>
      <p:sp>
        <p:nvSpPr>
          <p:cNvPr id="54" name="Text 50"/>
          <p:cNvSpPr txBox="1"/>
          <p:nvPr/>
        </p:nvSpPr>
        <p:spPr>
          <a:xfrm>
            <a:off x="2011680" y="4983480"/>
            <a:ext cx="2194560" cy="585216"/>
          </a:xfrm>
          <a:prstGeom prst="rect">
            <a:avLst/>
          </a:prstGeom>
          <a:noFill/>
          <a:ln/>
        </p:spPr>
        <p:txBody>
          <a:bodyPr wrap="square" lIns="0" tIns="0" rIns="0" bIns="0" rtlCol="0" anchor="ctr"/>
          <a:lstStyle/>
          <a:p>
            <a:pPr algn="ctr" indent="0" marL="0">
              <a:buNone/>
            </a:pPr>
            <a:r>
              <a:rPr lang="en-US" sz="2400" dirty="0">
                <a:solidFill>
                  <a:schemeClr val="tx1"/>
                </a:solidFill>
              </a:rPr>
              <a:t>v</a:t>
            </a:r>
            <a:r>
              <a:rPr lang="en-US" sz="2400" b="1" u="sng" dirty="0">
                <a:solidFill>
                  <a:schemeClr val="tx2"/>
                </a:solidFill>
              </a:rPr>
              <a:t>oe</a:t>
            </a:r>
            <a:r>
              <a:rPr lang="en-US" sz="2400" dirty="0">
                <a:solidFill>
                  <a:schemeClr val="tx1"/>
                </a:solidFill>
              </a:rPr>
              <a:t>len</a:t>
            </a:r>
            <a:endParaRPr lang="en-US" sz="2400" dirty="0"/>
          </a:p>
        </p:txBody>
      </p:sp>
      <p:sp>
        <p:nvSpPr>
          <p:cNvPr id="55" name="Text 51"/>
          <p:cNvSpPr txBox="1"/>
          <p:nvPr/>
        </p:nvSpPr>
        <p:spPr>
          <a:xfrm>
            <a:off x="4206240" y="4983480"/>
            <a:ext cx="2194560" cy="585216"/>
          </a:xfrm>
          <a:prstGeom prst="rect">
            <a:avLst/>
          </a:prstGeom>
          <a:noFill/>
          <a:ln/>
        </p:spPr>
        <p:txBody>
          <a:bodyPr wrap="square" lIns="0" tIns="0" rIns="0" bIns="0" rtlCol="0" anchor="ctr"/>
          <a:lstStyle/>
          <a:p>
            <a:pPr algn="ctr" indent="0" marL="0">
              <a:buNone/>
            </a:pPr>
            <a:r>
              <a:rPr lang="en-US" sz="2400" dirty="0">
                <a:solidFill>
                  <a:schemeClr val="tx1"/>
                </a:solidFill>
              </a:rPr>
              <a:t>v</a:t>
            </a:r>
            <a:r>
              <a:rPr lang="en-US" sz="2400" b="1" u="sng" dirty="0">
                <a:solidFill>
                  <a:schemeClr val="tx2"/>
                </a:solidFill>
              </a:rPr>
              <a:t>oe</a:t>
            </a:r>
            <a:r>
              <a:rPr lang="en-US" sz="2400" dirty="0">
                <a:solidFill>
                  <a:schemeClr val="tx1"/>
                </a:solidFill>
              </a:rPr>
              <a:t>l</a:t>
            </a:r>
            <a:endParaRPr lang="en-US" sz="2400" dirty="0"/>
          </a:p>
        </p:txBody>
      </p:sp>
      <p:sp>
        <p:nvSpPr>
          <p:cNvPr id="56" name="Text 52"/>
          <p:cNvSpPr txBox="1"/>
          <p:nvPr/>
        </p:nvSpPr>
        <p:spPr>
          <a:xfrm>
            <a:off x="6537960" y="4983480"/>
            <a:ext cx="1965960" cy="585216"/>
          </a:xfrm>
          <a:prstGeom prst="rect">
            <a:avLst/>
          </a:prstGeom>
          <a:noFill/>
          <a:ln/>
        </p:spPr>
        <p:txBody>
          <a:bodyPr wrap="square" lIns="0" tIns="0" rIns="0" bIns="0" rtlCol="0" anchor="ctr"/>
          <a:lstStyle/>
          <a:p>
            <a:pPr algn="l" indent="0" marL="0">
              <a:buNone/>
            </a:pPr>
            <a:r>
              <a:rPr lang="en-US" sz="1700" i="1" dirty="0">
                <a:solidFill>
                  <a:schemeClr val="accent5"/>
                </a:solidFill>
              </a:rPr>
              <a:t>sentir</a:t>
            </a:r>
            <a:endParaRPr lang="en-US" sz="1700" dirty="0"/>
          </a:p>
        </p:txBody>
      </p:sp>
      <p:pic>
        <p:nvPicPr>
          <p:cNvPr id="57" name="Image 1" descr="Lock">    </p:cNvPr>
          <p:cNvPicPr>
            <a:picLocks noChangeAspect="1"/>
          </p:cNvPicPr>
          <p:nvPr/>
        </p:nvPicPr>
        <p:blipFill>
          <a:blip r:embed="rId2"/>
          <a:stretch>
            <a:fillRect/>
          </a:stretch>
        </p:blipFill>
        <p:spPr>
          <a:xfrm>
            <a:off x="8970264" y="5120640"/>
            <a:ext cx="310896" cy="310896"/>
          </a:xfrm>
          <a:prstGeom prst="rect">
            <a:avLst/>
          </a:prstGeom>
        </p:spPr>
      </p:pic>
      <p:sp>
        <p:nvSpPr>
          <p:cNvPr id="58" name="Text 53"/>
          <p:cNvSpPr txBox="1"/>
          <p:nvPr/>
        </p:nvSpPr>
        <p:spPr>
          <a:xfrm>
            <a:off x="9464040" y="4983480"/>
            <a:ext cx="2084832" cy="585216"/>
          </a:xfrm>
          <a:prstGeom prst="rect">
            <a:avLst/>
          </a:prstGeom>
          <a:noFill/>
          <a:ln/>
        </p:spPr>
        <p:txBody>
          <a:bodyPr wrap="square" lIns="0" tIns="0" rIns="0" bIns="0" rtlCol="0" anchor="ctr"/>
          <a:lstStyle/>
          <a:p>
            <a:pPr algn="l" indent="0" marL="0">
              <a:buNone/>
            </a:pPr>
            <a:r>
              <a:rPr lang="en-US" sz="1800" b="1" dirty="0">
                <a:solidFill>
                  <a:schemeClr val="accent5"/>
                </a:solidFill>
              </a:rPr>
              <a:t>rien ne change</a:t>
            </a:r>
            <a:endParaRPr lang="en-US" sz="1800" dirty="0"/>
          </a:p>
        </p:txBody>
      </p:sp>
      <p:sp>
        <p:nvSpPr>
          <p:cNvPr id="59" name="Shape 54"/>
          <p:cNvSpPr/>
          <p:nvPr/>
        </p:nvSpPr>
        <p:spPr>
          <a:xfrm>
            <a:off x="548640" y="5760720"/>
            <a:ext cx="11091672" cy="512064"/>
          </a:xfrm>
          <a:prstGeom prst="roundRect">
            <a:avLst>
              <a:gd name="adj" fmla="val 14286"/>
            </a:avLst>
          </a:prstGeom>
          <a:solidFill>
            <a:schemeClr val="tx2"/>
          </a:solidFill>
          <a:ln w="12700">
            <a:solidFill>
              <a:srgbClr val="FFFFFF">
                <a:alpha val="0"/>
              </a:srgbClr>
            </a:solidFill>
            <a:prstDash val="solid"/>
          </a:ln>
        </p:spPr>
      </p:sp>
      <p:pic>
        <p:nvPicPr>
          <p:cNvPr id="60" name="Image 2" descr="Lock">    </p:cNvPr>
          <p:cNvPicPr>
            <a:picLocks noChangeAspect="1"/>
          </p:cNvPicPr>
          <p:nvPr/>
        </p:nvPicPr>
        <p:blipFill>
          <a:blip r:embed="rId3"/>
          <a:stretch>
            <a:fillRect/>
          </a:stretch>
        </p:blipFill>
        <p:spPr>
          <a:xfrm>
            <a:off x="749808" y="5870448"/>
            <a:ext cx="292608" cy="292608"/>
          </a:xfrm>
          <a:prstGeom prst="rect">
            <a:avLst/>
          </a:prstGeom>
        </p:spPr>
      </p:pic>
      <p:sp>
        <p:nvSpPr>
          <p:cNvPr id="61" name="Text 55"/>
          <p:cNvSpPr txBox="1"/>
          <p:nvPr/>
        </p:nvSpPr>
        <p:spPr>
          <a:xfrm>
            <a:off x="1188720" y="5760720"/>
            <a:ext cx="10332720" cy="512064"/>
          </a:xfrm>
          <a:prstGeom prst="rect">
            <a:avLst/>
          </a:prstGeom>
          <a:noFill/>
          <a:ln/>
        </p:spPr>
        <p:txBody>
          <a:bodyPr wrap="square" lIns="0" tIns="0" rIns="0" bIns="0" rtlCol="0" anchor="ctr"/>
          <a:lstStyle/>
          <a:p>
            <a:pPr algn="l" indent="0" marL="0">
              <a:buNone/>
            </a:pPr>
            <a:r>
              <a:rPr lang="en-US" sz="1700" dirty="0">
                <a:solidFill>
                  <a:schemeClr val="bg1"/>
                </a:solidFill>
              </a:rPr>
              <a:t>Rappel M1 — les sons invariables ne changent jamais : </a:t>
            </a:r>
            <a:r>
              <a:rPr lang="en-US" sz="1700" i="1" dirty="0">
                <a:solidFill>
                  <a:schemeClr val="bg1"/>
                </a:solidFill>
              </a:rPr>
              <a:t>ie, oe, eu, ui, ij, ei, ou, au</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Mini-défi — long ou court ?</a:t>
            </a:r>
            <a:endParaRPr lang="en-US" sz="3000" dirty="0"/>
          </a:p>
        </p:txBody>
      </p:sp>
      <p:sp>
        <p:nvSpPr>
          <p:cNvPr id="3" name="tag"/>
          <p:cNvSpPr/>
          <p:nvPr/>
        </p:nvSpPr>
        <p:spPr>
          <a:xfrm>
            <a:off x="548640" y="237744"/>
            <a:ext cx="1446581"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MINI-DÉFI</a:t>
            </a:r>
            <a:endParaRPr lang="en-US" sz="1200" dirty="0"/>
          </a:p>
        </p:txBody>
      </p:sp>
      <p:sp>
        <p:nvSpPr>
          <p:cNvPr id="5" name="Shape 2"/>
          <p:cNvSpPr/>
          <p:nvPr/>
        </p:nvSpPr>
        <p:spPr>
          <a:xfrm>
            <a:off x="548640" y="1572768"/>
            <a:ext cx="1266444" cy="841248"/>
          </a:xfrm>
          <a:prstGeom prst="roundRect">
            <a:avLst>
              <a:gd name="adj" fmla="val 8696"/>
            </a:avLst>
          </a:prstGeom>
          <a:solidFill>
            <a:srgbClr val="FFFFFF"/>
          </a:solidFill>
          <a:ln w="19050">
            <a:solidFill>
              <a:srgbClr val="17375E"/>
            </a:solidFill>
            <a:prstDash val="solid"/>
          </a:ln>
          <a:effectLst>
            <a:outerShdw sx="100000" sy="100000" kx="0" ky="0" algn="bl" rotWithShape="0" blurRad="101600" dist="25400" dir="3600000">
              <a:srgbClr val="000000">
                <a:alpha val="16000"/>
              </a:srgbClr>
            </a:outerShdw>
          </a:effectLst>
        </p:spPr>
      </p:sp>
      <p:sp>
        <p:nvSpPr>
          <p:cNvPr id="6" name="Text 3"/>
          <p:cNvSpPr txBox="1"/>
          <p:nvPr/>
        </p:nvSpPr>
        <p:spPr>
          <a:xfrm>
            <a:off x="548640" y="1609344"/>
            <a:ext cx="1266444" cy="457200"/>
          </a:xfrm>
          <a:prstGeom prst="rect">
            <a:avLst/>
          </a:prstGeom>
          <a:noFill/>
          <a:ln/>
        </p:spPr>
        <p:txBody>
          <a:bodyPr wrap="square" lIns="0" tIns="0" rIns="0" bIns="0" rtlCol="0" anchor="ctr"/>
          <a:lstStyle/>
          <a:p>
            <a:pPr algn="ctr" indent="0" marL="0">
              <a:buNone/>
            </a:pPr>
            <a:r>
              <a:rPr lang="en-US" sz="1900" b="1" dirty="0">
                <a:solidFill>
                  <a:schemeClr val="tx1"/>
                </a:solidFill>
                <a:latin typeface="+mj-lt" pitchFamily="34" charset="0"/>
                <a:ea typeface="+mj-lt" pitchFamily="34" charset="-122"/>
                <a:cs typeface="+mj-lt" pitchFamily="34" charset="-120"/>
              </a:rPr>
              <a:t>spreken</a:t>
            </a:r>
            <a:endParaRPr lang="en-US" sz="1900" dirty="0"/>
          </a:p>
        </p:txBody>
      </p:sp>
      <p:sp>
        <p:nvSpPr>
          <p:cNvPr id="7" name="Text 4"/>
          <p:cNvSpPr txBox="1"/>
          <p:nvPr/>
        </p:nvSpPr>
        <p:spPr>
          <a:xfrm>
            <a:off x="548640" y="2075688"/>
            <a:ext cx="1266444" cy="274320"/>
          </a:xfrm>
          <a:prstGeom prst="rect">
            <a:avLst/>
          </a:prstGeom>
          <a:noFill/>
          <a:ln/>
        </p:spPr>
        <p:txBody>
          <a:bodyPr wrap="square" lIns="0" tIns="0" rIns="0" bIns="0" rtlCol="0" anchor="ctr"/>
          <a:lstStyle/>
          <a:p>
            <a:pPr algn="ctr" indent="0" marL="0">
              <a:buNone/>
            </a:pPr>
            <a:r>
              <a:rPr lang="en-US" sz="1300" dirty="0">
                <a:solidFill>
                  <a:schemeClr val="accent5"/>
                </a:solidFill>
              </a:rPr>
              <a:t>(1)</a:t>
            </a:r>
            <a:endParaRPr lang="en-US" sz="1300" dirty="0"/>
          </a:p>
        </p:txBody>
      </p:sp>
      <p:sp>
        <p:nvSpPr>
          <p:cNvPr id="8" name="Shape 5"/>
          <p:cNvSpPr/>
          <p:nvPr/>
        </p:nvSpPr>
        <p:spPr>
          <a:xfrm>
            <a:off x="1952244" y="1572768"/>
            <a:ext cx="1266444" cy="841248"/>
          </a:xfrm>
          <a:prstGeom prst="roundRect">
            <a:avLst>
              <a:gd name="adj" fmla="val 8696"/>
            </a:avLst>
          </a:prstGeom>
          <a:solidFill>
            <a:srgbClr val="FFFFFF"/>
          </a:solidFill>
          <a:ln w="19050">
            <a:solidFill>
              <a:srgbClr val="17375E"/>
            </a:solidFill>
            <a:prstDash val="solid"/>
          </a:ln>
          <a:effectLst>
            <a:outerShdw sx="100000" sy="100000" kx="0" ky="0" algn="bl" rotWithShape="0" blurRad="101600" dist="25400" dir="3600000">
              <a:srgbClr val="000000">
                <a:alpha val="16000"/>
              </a:srgbClr>
            </a:outerShdw>
          </a:effectLst>
        </p:spPr>
      </p:sp>
      <p:sp>
        <p:nvSpPr>
          <p:cNvPr id="9" name="Text 6"/>
          <p:cNvSpPr txBox="1"/>
          <p:nvPr/>
        </p:nvSpPr>
        <p:spPr>
          <a:xfrm>
            <a:off x="1952244" y="1609344"/>
            <a:ext cx="1266444" cy="457200"/>
          </a:xfrm>
          <a:prstGeom prst="rect">
            <a:avLst/>
          </a:prstGeom>
          <a:noFill/>
          <a:ln/>
        </p:spPr>
        <p:txBody>
          <a:bodyPr wrap="square" lIns="0" tIns="0" rIns="0" bIns="0" rtlCol="0" anchor="ctr"/>
          <a:lstStyle/>
          <a:p>
            <a:pPr algn="ctr" indent="0" marL="0">
              <a:buNone/>
            </a:pPr>
            <a:r>
              <a:rPr lang="en-US" sz="1900" b="1" dirty="0">
                <a:solidFill>
                  <a:schemeClr val="tx1"/>
                </a:solidFill>
                <a:latin typeface="+mj-lt" pitchFamily="34" charset="0"/>
                <a:ea typeface="+mj-lt" pitchFamily="34" charset="-122"/>
                <a:cs typeface="+mj-lt" pitchFamily="34" charset="-120"/>
              </a:rPr>
              <a:t>zeggen</a:t>
            </a:r>
            <a:endParaRPr lang="en-US" sz="1900" dirty="0"/>
          </a:p>
        </p:txBody>
      </p:sp>
      <p:sp>
        <p:nvSpPr>
          <p:cNvPr id="10" name="Text 7"/>
          <p:cNvSpPr txBox="1"/>
          <p:nvPr/>
        </p:nvSpPr>
        <p:spPr>
          <a:xfrm>
            <a:off x="1952244" y="2075688"/>
            <a:ext cx="1266444" cy="274320"/>
          </a:xfrm>
          <a:prstGeom prst="rect">
            <a:avLst/>
          </a:prstGeom>
          <a:noFill/>
          <a:ln/>
        </p:spPr>
        <p:txBody>
          <a:bodyPr wrap="square" lIns="0" tIns="0" rIns="0" bIns="0" rtlCol="0" anchor="ctr"/>
          <a:lstStyle/>
          <a:p>
            <a:pPr algn="ctr" indent="0" marL="0">
              <a:buNone/>
            </a:pPr>
            <a:r>
              <a:rPr lang="en-US" sz="1300" dirty="0">
                <a:solidFill>
                  <a:schemeClr val="accent5"/>
                </a:solidFill>
              </a:rPr>
              <a:t>(2)</a:t>
            </a:r>
            <a:endParaRPr lang="en-US" sz="1300" dirty="0"/>
          </a:p>
        </p:txBody>
      </p:sp>
      <p:sp>
        <p:nvSpPr>
          <p:cNvPr id="11" name="Shape 8"/>
          <p:cNvSpPr/>
          <p:nvPr/>
        </p:nvSpPr>
        <p:spPr>
          <a:xfrm>
            <a:off x="3355848" y="1572768"/>
            <a:ext cx="1266444" cy="841248"/>
          </a:xfrm>
          <a:prstGeom prst="roundRect">
            <a:avLst>
              <a:gd name="adj" fmla="val 8696"/>
            </a:avLst>
          </a:prstGeom>
          <a:solidFill>
            <a:srgbClr val="FFFFFF"/>
          </a:solidFill>
          <a:ln w="19050">
            <a:solidFill>
              <a:srgbClr val="17375E"/>
            </a:solidFill>
            <a:prstDash val="solid"/>
          </a:ln>
          <a:effectLst>
            <a:outerShdw sx="100000" sy="100000" kx="0" ky="0" algn="bl" rotWithShape="0" blurRad="101600" dist="25400" dir="3600000">
              <a:srgbClr val="000000">
                <a:alpha val="16000"/>
              </a:srgbClr>
            </a:outerShdw>
          </a:effectLst>
        </p:spPr>
      </p:sp>
      <p:sp>
        <p:nvSpPr>
          <p:cNvPr id="12" name="Text 9"/>
          <p:cNvSpPr txBox="1"/>
          <p:nvPr/>
        </p:nvSpPr>
        <p:spPr>
          <a:xfrm>
            <a:off x="3355848" y="1609344"/>
            <a:ext cx="1266444" cy="457200"/>
          </a:xfrm>
          <a:prstGeom prst="rect">
            <a:avLst/>
          </a:prstGeom>
          <a:noFill/>
          <a:ln/>
        </p:spPr>
        <p:txBody>
          <a:bodyPr wrap="square" lIns="0" tIns="0" rIns="0" bIns="0" rtlCol="0" anchor="ctr"/>
          <a:lstStyle/>
          <a:p>
            <a:pPr algn="ctr" indent="0" marL="0">
              <a:buNone/>
            </a:pPr>
            <a:r>
              <a:rPr lang="en-US" sz="1900" b="1" dirty="0">
                <a:solidFill>
                  <a:schemeClr val="tx1"/>
                </a:solidFill>
                <a:latin typeface="+mj-lt" pitchFamily="34" charset="0"/>
                <a:ea typeface="+mj-lt" pitchFamily="34" charset="-122"/>
                <a:cs typeface="+mj-lt" pitchFamily="34" charset="-120"/>
              </a:rPr>
              <a:t>werken</a:t>
            </a:r>
            <a:endParaRPr lang="en-US" sz="1900" dirty="0"/>
          </a:p>
        </p:txBody>
      </p:sp>
      <p:sp>
        <p:nvSpPr>
          <p:cNvPr id="13" name="Text 10"/>
          <p:cNvSpPr txBox="1"/>
          <p:nvPr/>
        </p:nvSpPr>
        <p:spPr>
          <a:xfrm>
            <a:off x="3355848" y="2075688"/>
            <a:ext cx="1266444" cy="274320"/>
          </a:xfrm>
          <a:prstGeom prst="rect">
            <a:avLst/>
          </a:prstGeom>
          <a:noFill/>
          <a:ln/>
        </p:spPr>
        <p:txBody>
          <a:bodyPr wrap="square" lIns="0" tIns="0" rIns="0" bIns="0" rtlCol="0" anchor="ctr"/>
          <a:lstStyle/>
          <a:p>
            <a:pPr algn="ctr" indent="0" marL="0">
              <a:buNone/>
            </a:pPr>
            <a:r>
              <a:rPr lang="en-US" sz="1300" dirty="0">
                <a:solidFill>
                  <a:schemeClr val="accent5"/>
                </a:solidFill>
              </a:rPr>
              <a:t>(2)</a:t>
            </a:r>
            <a:endParaRPr lang="en-US" sz="1300" dirty="0"/>
          </a:p>
        </p:txBody>
      </p:sp>
      <p:sp>
        <p:nvSpPr>
          <p:cNvPr id="14" name="Shape 11"/>
          <p:cNvSpPr/>
          <p:nvPr/>
        </p:nvSpPr>
        <p:spPr>
          <a:xfrm>
            <a:off x="4759452" y="1572768"/>
            <a:ext cx="1266444" cy="841248"/>
          </a:xfrm>
          <a:prstGeom prst="roundRect">
            <a:avLst>
              <a:gd name="adj" fmla="val 8696"/>
            </a:avLst>
          </a:prstGeom>
          <a:solidFill>
            <a:srgbClr val="FFFFFF"/>
          </a:solidFill>
          <a:ln w="19050">
            <a:solidFill>
              <a:srgbClr val="17375E"/>
            </a:solidFill>
            <a:prstDash val="solid"/>
          </a:ln>
          <a:effectLst>
            <a:outerShdw sx="100000" sy="100000" kx="0" ky="0" algn="bl" rotWithShape="0" blurRad="101600" dist="25400" dir="3600000">
              <a:srgbClr val="000000">
                <a:alpha val="16000"/>
              </a:srgbClr>
            </a:outerShdw>
          </a:effectLst>
        </p:spPr>
      </p:sp>
      <p:sp>
        <p:nvSpPr>
          <p:cNvPr id="15" name="Text 12"/>
          <p:cNvSpPr txBox="1"/>
          <p:nvPr/>
        </p:nvSpPr>
        <p:spPr>
          <a:xfrm>
            <a:off x="4759452" y="1609344"/>
            <a:ext cx="1266444" cy="457200"/>
          </a:xfrm>
          <a:prstGeom prst="rect">
            <a:avLst/>
          </a:prstGeom>
          <a:noFill/>
          <a:ln/>
        </p:spPr>
        <p:txBody>
          <a:bodyPr wrap="square" lIns="0" tIns="0" rIns="0" bIns="0" rtlCol="0" anchor="ctr"/>
          <a:lstStyle/>
          <a:p>
            <a:pPr algn="ctr" indent="0" marL="0">
              <a:buNone/>
            </a:pPr>
            <a:r>
              <a:rPr lang="en-US" sz="1900" b="1" dirty="0">
                <a:solidFill>
                  <a:schemeClr val="tx1"/>
                </a:solidFill>
                <a:latin typeface="+mj-lt" pitchFamily="34" charset="0"/>
                <a:ea typeface="+mj-lt" pitchFamily="34" charset="-122"/>
                <a:cs typeface="+mj-lt" pitchFamily="34" charset="-120"/>
              </a:rPr>
              <a:t>slapen</a:t>
            </a:r>
            <a:endParaRPr lang="en-US" sz="1900" dirty="0"/>
          </a:p>
        </p:txBody>
      </p:sp>
      <p:sp>
        <p:nvSpPr>
          <p:cNvPr id="16" name="Text 13"/>
          <p:cNvSpPr txBox="1"/>
          <p:nvPr/>
        </p:nvSpPr>
        <p:spPr>
          <a:xfrm>
            <a:off x="4759452" y="2075688"/>
            <a:ext cx="1266444" cy="274320"/>
          </a:xfrm>
          <a:prstGeom prst="rect">
            <a:avLst/>
          </a:prstGeom>
          <a:noFill/>
          <a:ln/>
        </p:spPr>
        <p:txBody>
          <a:bodyPr wrap="square" lIns="0" tIns="0" rIns="0" bIns="0" rtlCol="0" anchor="ctr"/>
          <a:lstStyle/>
          <a:p>
            <a:pPr algn="ctr" indent="0" marL="0">
              <a:buNone/>
            </a:pPr>
            <a:r>
              <a:rPr lang="en-US" sz="1300" dirty="0">
                <a:solidFill>
                  <a:schemeClr val="accent5"/>
                </a:solidFill>
              </a:rPr>
              <a:t>(1)</a:t>
            </a:r>
            <a:endParaRPr lang="en-US" sz="1300" dirty="0"/>
          </a:p>
        </p:txBody>
      </p:sp>
      <p:sp>
        <p:nvSpPr>
          <p:cNvPr id="17" name="Shape 14"/>
          <p:cNvSpPr/>
          <p:nvPr/>
        </p:nvSpPr>
        <p:spPr>
          <a:xfrm>
            <a:off x="6163056" y="1572768"/>
            <a:ext cx="1266444" cy="841248"/>
          </a:xfrm>
          <a:prstGeom prst="roundRect">
            <a:avLst>
              <a:gd name="adj" fmla="val 8696"/>
            </a:avLst>
          </a:prstGeom>
          <a:solidFill>
            <a:srgbClr val="FFFFFF"/>
          </a:solidFill>
          <a:ln w="19050">
            <a:solidFill>
              <a:srgbClr val="17375E"/>
            </a:solidFill>
            <a:prstDash val="solid"/>
          </a:ln>
          <a:effectLst>
            <a:outerShdw sx="100000" sy="100000" kx="0" ky="0" algn="bl" rotWithShape="0" blurRad="101600" dist="25400" dir="3600000">
              <a:srgbClr val="000000">
                <a:alpha val="16000"/>
              </a:srgbClr>
            </a:outerShdw>
          </a:effectLst>
        </p:spPr>
      </p:sp>
      <p:sp>
        <p:nvSpPr>
          <p:cNvPr id="18" name="Text 15"/>
          <p:cNvSpPr txBox="1"/>
          <p:nvPr/>
        </p:nvSpPr>
        <p:spPr>
          <a:xfrm>
            <a:off x="6163056" y="1609344"/>
            <a:ext cx="1266444" cy="457200"/>
          </a:xfrm>
          <a:prstGeom prst="rect">
            <a:avLst/>
          </a:prstGeom>
          <a:noFill/>
          <a:ln/>
        </p:spPr>
        <p:txBody>
          <a:bodyPr wrap="square" lIns="0" tIns="0" rIns="0" bIns="0" rtlCol="0" anchor="ctr"/>
          <a:lstStyle/>
          <a:p>
            <a:pPr algn="ctr" indent="0" marL="0">
              <a:buNone/>
            </a:pPr>
            <a:r>
              <a:rPr lang="en-US" sz="1900" b="1" dirty="0">
                <a:solidFill>
                  <a:schemeClr val="tx1"/>
                </a:solidFill>
                <a:latin typeface="+mj-lt" pitchFamily="34" charset="0"/>
                <a:ea typeface="+mj-lt" pitchFamily="34" charset="-122"/>
                <a:cs typeface="+mj-lt" pitchFamily="34" charset="-120"/>
              </a:rPr>
              <a:t>nemen</a:t>
            </a:r>
            <a:endParaRPr lang="en-US" sz="1900" dirty="0"/>
          </a:p>
        </p:txBody>
      </p:sp>
      <p:sp>
        <p:nvSpPr>
          <p:cNvPr id="19" name="Text 16"/>
          <p:cNvSpPr txBox="1"/>
          <p:nvPr/>
        </p:nvSpPr>
        <p:spPr>
          <a:xfrm>
            <a:off x="6163056" y="2075688"/>
            <a:ext cx="1266444" cy="274320"/>
          </a:xfrm>
          <a:prstGeom prst="rect">
            <a:avLst/>
          </a:prstGeom>
          <a:noFill/>
          <a:ln/>
        </p:spPr>
        <p:txBody>
          <a:bodyPr wrap="square" lIns="0" tIns="0" rIns="0" bIns="0" rtlCol="0" anchor="ctr"/>
          <a:lstStyle/>
          <a:p>
            <a:pPr algn="ctr" indent="0" marL="0">
              <a:buNone/>
            </a:pPr>
            <a:r>
              <a:rPr lang="en-US" sz="1300" dirty="0">
                <a:solidFill>
                  <a:schemeClr val="accent5"/>
                </a:solidFill>
              </a:rPr>
              <a:t>(1)</a:t>
            </a:r>
            <a:endParaRPr lang="en-US" sz="1300" dirty="0"/>
          </a:p>
        </p:txBody>
      </p:sp>
      <p:sp>
        <p:nvSpPr>
          <p:cNvPr id="20" name="Shape 17"/>
          <p:cNvSpPr/>
          <p:nvPr/>
        </p:nvSpPr>
        <p:spPr>
          <a:xfrm>
            <a:off x="7566660" y="1572768"/>
            <a:ext cx="1266444" cy="841248"/>
          </a:xfrm>
          <a:prstGeom prst="roundRect">
            <a:avLst>
              <a:gd name="adj" fmla="val 8696"/>
            </a:avLst>
          </a:prstGeom>
          <a:solidFill>
            <a:srgbClr val="FFFFFF"/>
          </a:solidFill>
          <a:ln w="19050">
            <a:solidFill>
              <a:srgbClr val="17375E"/>
            </a:solidFill>
            <a:prstDash val="solid"/>
          </a:ln>
          <a:effectLst>
            <a:outerShdw sx="100000" sy="100000" kx="0" ky="0" algn="bl" rotWithShape="0" blurRad="101600" dist="25400" dir="3600000">
              <a:srgbClr val="000000">
                <a:alpha val="16000"/>
              </a:srgbClr>
            </a:outerShdw>
          </a:effectLst>
        </p:spPr>
      </p:sp>
      <p:sp>
        <p:nvSpPr>
          <p:cNvPr id="21" name="Text 18"/>
          <p:cNvSpPr txBox="1"/>
          <p:nvPr/>
        </p:nvSpPr>
        <p:spPr>
          <a:xfrm>
            <a:off x="7566660" y="1609344"/>
            <a:ext cx="1266444" cy="457200"/>
          </a:xfrm>
          <a:prstGeom prst="rect">
            <a:avLst/>
          </a:prstGeom>
          <a:noFill/>
          <a:ln/>
        </p:spPr>
        <p:txBody>
          <a:bodyPr wrap="square" lIns="0" tIns="0" rIns="0" bIns="0" rtlCol="0" anchor="ctr"/>
          <a:lstStyle/>
          <a:p>
            <a:pPr algn="ctr" indent="0" marL="0">
              <a:buNone/>
            </a:pPr>
            <a:r>
              <a:rPr lang="en-US" sz="1900" b="1" dirty="0">
                <a:solidFill>
                  <a:schemeClr val="tx1"/>
                </a:solidFill>
                <a:latin typeface="+mj-lt" pitchFamily="34" charset="0"/>
                <a:ea typeface="+mj-lt" pitchFamily="34" charset="-122"/>
                <a:cs typeface="+mj-lt" pitchFamily="34" charset="-120"/>
              </a:rPr>
              <a:t>pakken</a:t>
            </a:r>
            <a:endParaRPr lang="en-US" sz="1900" dirty="0"/>
          </a:p>
        </p:txBody>
      </p:sp>
      <p:sp>
        <p:nvSpPr>
          <p:cNvPr id="22" name="Text 19"/>
          <p:cNvSpPr txBox="1"/>
          <p:nvPr/>
        </p:nvSpPr>
        <p:spPr>
          <a:xfrm>
            <a:off x="7566660" y="2075688"/>
            <a:ext cx="1266444" cy="274320"/>
          </a:xfrm>
          <a:prstGeom prst="rect">
            <a:avLst/>
          </a:prstGeom>
          <a:noFill/>
          <a:ln/>
        </p:spPr>
        <p:txBody>
          <a:bodyPr wrap="square" lIns="0" tIns="0" rIns="0" bIns="0" rtlCol="0" anchor="ctr"/>
          <a:lstStyle/>
          <a:p>
            <a:pPr algn="ctr" indent="0" marL="0">
              <a:buNone/>
            </a:pPr>
            <a:r>
              <a:rPr lang="en-US" sz="1300" dirty="0">
                <a:solidFill>
                  <a:schemeClr val="accent5"/>
                </a:solidFill>
              </a:rPr>
              <a:t>(2)</a:t>
            </a:r>
            <a:endParaRPr lang="en-US" sz="1300" dirty="0"/>
          </a:p>
        </p:txBody>
      </p:sp>
      <p:sp>
        <p:nvSpPr>
          <p:cNvPr id="23" name="Shape 20"/>
          <p:cNvSpPr/>
          <p:nvPr/>
        </p:nvSpPr>
        <p:spPr>
          <a:xfrm>
            <a:off x="8970264" y="1572768"/>
            <a:ext cx="1266444" cy="841248"/>
          </a:xfrm>
          <a:prstGeom prst="roundRect">
            <a:avLst>
              <a:gd name="adj" fmla="val 8696"/>
            </a:avLst>
          </a:prstGeom>
          <a:solidFill>
            <a:srgbClr val="FFFFFF"/>
          </a:solidFill>
          <a:ln w="19050">
            <a:solidFill>
              <a:srgbClr val="17375E"/>
            </a:solidFill>
            <a:prstDash val="solid"/>
          </a:ln>
          <a:effectLst>
            <a:outerShdw sx="100000" sy="100000" kx="0" ky="0" algn="bl" rotWithShape="0" blurRad="101600" dist="25400" dir="3600000">
              <a:srgbClr val="000000">
                <a:alpha val="16000"/>
              </a:srgbClr>
            </a:outerShdw>
          </a:effectLst>
        </p:spPr>
      </p:sp>
      <p:sp>
        <p:nvSpPr>
          <p:cNvPr id="24" name="Text 21"/>
          <p:cNvSpPr txBox="1"/>
          <p:nvPr/>
        </p:nvSpPr>
        <p:spPr>
          <a:xfrm>
            <a:off x="8970264" y="1609344"/>
            <a:ext cx="1266444" cy="457200"/>
          </a:xfrm>
          <a:prstGeom prst="rect">
            <a:avLst/>
          </a:prstGeom>
          <a:noFill/>
          <a:ln/>
        </p:spPr>
        <p:txBody>
          <a:bodyPr wrap="square" lIns="0" tIns="0" rIns="0" bIns="0" rtlCol="0" anchor="ctr"/>
          <a:lstStyle/>
          <a:p>
            <a:pPr algn="ctr" indent="0" marL="0">
              <a:buNone/>
            </a:pPr>
            <a:r>
              <a:rPr lang="en-US" sz="1900" b="1" dirty="0">
                <a:solidFill>
                  <a:schemeClr val="tx1"/>
                </a:solidFill>
                <a:latin typeface="+mj-lt" pitchFamily="34" charset="0"/>
                <a:ea typeface="+mj-lt" pitchFamily="34" charset="-122"/>
                <a:cs typeface="+mj-lt" pitchFamily="34" charset="-120"/>
              </a:rPr>
              <a:t>koken</a:t>
            </a:r>
            <a:endParaRPr lang="en-US" sz="1900" dirty="0"/>
          </a:p>
        </p:txBody>
      </p:sp>
      <p:sp>
        <p:nvSpPr>
          <p:cNvPr id="25" name="Text 22"/>
          <p:cNvSpPr txBox="1"/>
          <p:nvPr/>
        </p:nvSpPr>
        <p:spPr>
          <a:xfrm>
            <a:off x="8970264" y="2075688"/>
            <a:ext cx="1266444" cy="274320"/>
          </a:xfrm>
          <a:prstGeom prst="rect">
            <a:avLst/>
          </a:prstGeom>
          <a:noFill/>
          <a:ln/>
        </p:spPr>
        <p:txBody>
          <a:bodyPr wrap="square" lIns="0" tIns="0" rIns="0" bIns="0" rtlCol="0" anchor="ctr"/>
          <a:lstStyle/>
          <a:p>
            <a:pPr algn="ctr" indent="0" marL="0">
              <a:buNone/>
            </a:pPr>
            <a:r>
              <a:rPr lang="en-US" sz="1300" dirty="0">
                <a:solidFill>
                  <a:schemeClr val="accent5"/>
                </a:solidFill>
              </a:rPr>
              <a:t>(1)</a:t>
            </a:r>
            <a:endParaRPr lang="en-US" sz="1300" dirty="0"/>
          </a:p>
        </p:txBody>
      </p:sp>
      <p:sp>
        <p:nvSpPr>
          <p:cNvPr id="26" name="Shape 23"/>
          <p:cNvSpPr/>
          <p:nvPr/>
        </p:nvSpPr>
        <p:spPr>
          <a:xfrm>
            <a:off x="10373868" y="1572768"/>
            <a:ext cx="1266444" cy="841248"/>
          </a:xfrm>
          <a:prstGeom prst="roundRect">
            <a:avLst>
              <a:gd name="adj" fmla="val 8696"/>
            </a:avLst>
          </a:prstGeom>
          <a:solidFill>
            <a:srgbClr val="FFFFFF"/>
          </a:solidFill>
          <a:ln w="19050">
            <a:solidFill>
              <a:srgbClr val="17375E"/>
            </a:solidFill>
            <a:prstDash val="solid"/>
          </a:ln>
          <a:effectLst>
            <a:outerShdw sx="100000" sy="100000" kx="0" ky="0" algn="bl" rotWithShape="0" blurRad="101600" dist="25400" dir="3600000">
              <a:srgbClr val="000000">
                <a:alpha val="16000"/>
              </a:srgbClr>
            </a:outerShdw>
          </a:effectLst>
        </p:spPr>
      </p:sp>
      <p:sp>
        <p:nvSpPr>
          <p:cNvPr id="27" name="Text 24"/>
          <p:cNvSpPr txBox="1"/>
          <p:nvPr/>
        </p:nvSpPr>
        <p:spPr>
          <a:xfrm>
            <a:off x="10373868" y="1609344"/>
            <a:ext cx="1266444" cy="457200"/>
          </a:xfrm>
          <a:prstGeom prst="rect">
            <a:avLst/>
          </a:prstGeom>
          <a:noFill/>
          <a:ln/>
        </p:spPr>
        <p:txBody>
          <a:bodyPr wrap="square" lIns="0" tIns="0" rIns="0" bIns="0" rtlCol="0" anchor="ctr"/>
          <a:lstStyle/>
          <a:p>
            <a:pPr algn="ctr" indent="0" marL="0">
              <a:buNone/>
            </a:pPr>
            <a:r>
              <a:rPr lang="en-US" sz="1900" b="1" dirty="0">
                <a:solidFill>
                  <a:schemeClr val="tx1"/>
                </a:solidFill>
                <a:latin typeface="+mj-lt" pitchFamily="34" charset="0"/>
                <a:ea typeface="+mj-lt" pitchFamily="34" charset="-122"/>
                <a:cs typeface="+mj-lt" pitchFamily="34" charset="-120"/>
              </a:rPr>
              <a:t>stoppen</a:t>
            </a:r>
            <a:endParaRPr lang="en-US" sz="1900" dirty="0"/>
          </a:p>
        </p:txBody>
      </p:sp>
      <p:sp>
        <p:nvSpPr>
          <p:cNvPr id="28" name="Text 25"/>
          <p:cNvSpPr txBox="1"/>
          <p:nvPr/>
        </p:nvSpPr>
        <p:spPr>
          <a:xfrm>
            <a:off x="10373868" y="2075688"/>
            <a:ext cx="1266444" cy="274320"/>
          </a:xfrm>
          <a:prstGeom prst="rect">
            <a:avLst/>
          </a:prstGeom>
          <a:noFill/>
          <a:ln/>
        </p:spPr>
        <p:txBody>
          <a:bodyPr wrap="square" lIns="0" tIns="0" rIns="0" bIns="0" rtlCol="0" anchor="ctr"/>
          <a:lstStyle/>
          <a:p>
            <a:pPr algn="ctr" indent="0" marL="0">
              <a:buNone/>
            </a:pPr>
            <a:r>
              <a:rPr lang="en-US" sz="1300" dirty="0">
                <a:solidFill>
                  <a:schemeClr val="accent5"/>
                </a:solidFill>
              </a:rPr>
              <a:t>(2)</a:t>
            </a:r>
            <a:endParaRPr lang="en-US" sz="1300" dirty="0"/>
          </a:p>
        </p:txBody>
      </p:sp>
      <p:sp>
        <p:nvSpPr>
          <p:cNvPr id="29" name="Shape 26"/>
          <p:cNvSpPr/>
          <p:nvPr/>
        </p:nvSpPr>
        <p:spPr>
          <a:xfrm>
            <a:off x="548640" y="2606040"/>
            <a:ext cx="5349240" cy="3291840"/>
          </a:xfrm>
          <a:prstGeom prst="roundRect">
            <a:avLst>
              <a:gd name="adj" fmla="val 2222"/>
            </a:avLst>
          </a:prstGeom>
          <a:solidFill>
            <a:schemeClr val="accent3">
              <a:alpha val="10000"/>
            </a:schemeClr>
          </a:solidFill>
          <a:ln w="25400">
            <a:solidFill>
              <a:srgbClr val="2E7D4F"/>
            </a:solidFill>
            <a:prstDash val="solid"/>
          </a:ln>
        </p:spPr>
      </p:sp>
      <p:sp>
        <p:nvSpPr>
          <p:cNvPr id="30" name="Text 27"/>
          <p:cNvSpPr txBox="1"/>
          <p:nvPr/>
        </p:nvSpPr>
        <p:spPr>
          <a:xfrm>
            <a:off x="548640" y="2670048"/>
            <a:ext cx="5349240" cy="502920"/>
          </a:xfrm>
          <a:prstGeom prst="rect">
            <a:avLst/>
          </a:prstGeom>
          <a:noFill/>
          <a:ln/>
        </p:spPr>
        <p:txBody>
          <a:bodyPr wrap="square" lIns="0" tIns="0" rIns="0" bIns="0" rtlCol="0" anchor="ctr"/>
          <a:lstStyle/>
          <a:p>
            <a:pPr algn="ctr" indent="0" marL="0">
              <a:buNone/>
            </a:pPr>
            <a:r>
              <a:rPr lang="en-US" sz="2600" b="1" dirty="0">
                <a:solidFill>
                  <a:schemeClr val="accent3"/>
                </a:solidFill>
                <a:latin typeface="+mj-lt" pitchFamily="34" charset="0"/>
                <a:ea typeface="+mj-lt" pitchFamily="34" charset="-122"/>
                <a:cs typeface="+mj-lt" pitchFamily="34" charset="-120"/>
              </a:rPr>
              <a:t>LONG</a:t>
            </a:r>
            <a:endParaRPr lang="en-US" sz="2600" dirty="0"/>
          </a:p>
        </p:txBody>
      </p:sp>
      <p:pic>
        <p:nvPicPr>
          <p:cNvPr id="31" name="Image 0" descr="DoorOpen">    </p:cNvPr>
          <p:cNvPicPr>
            <a:picLocks noChangeAspect="1"/>
          </p:cNvPicPr>
          <p:nvPr/>
        </p:nvPicPr>
        <p:blipFill>
          <a:blip r:embed="rId1"/>
          <a:stretch>
            <a:fillRect/>
          </a:stretch>
        </p:blipFill>
        <p:spPr>
          <a:xfrm>
            <a:off x="2788920" y="3657600"/>
            <a:ext cx="868680" cy="868680"/>
          </a:xfrm>
          <a:prstGeom prst="rect">
            <a:avLst/>
          </a:prstGeom>
        </p:spPr>
      </p:pic>
      <p:sp>
        <p:nvSpPr>
          <p:cNvPr id="32" name="Shape 28"/>
          <p:cNvSpPr/>
          <p:nvPr/>
        </p:nvSpPr>
        <p:spPr>
          <a:xfrm>
            <a:off x="6291072" y="2606040"/>
            <a:ext cx="5349240" cy="3291840"/>
          </a:xfrm>
          <a:prstGeom prst="roundRect">
            <a:avLst>
              <a:gd name="adj" fmla="val 2222"/>
            </a:avLst>
          </a:prstGeom>
          <a:solidFill>
            <a:schemeClr val="accent4">
              <a:alpha val="10000"/>
            </a:schemeClr>
          </a:solidFill>
          <a:ln w="25400">
            <a:solidFill>
              <a:srgbClr val="B4236A"/>
            </a:solidFill>
            <a:prstDash val="solid"/>
          </a:ln>
        </p:spPr>
      </p:sp>
      <p:sp>
        <p:nvSpPr>
          <p:cNvPr id="33" name="Text 29"/>
          <p:cNvSpPr txBox="1"/>
          <p:nvPr/>
        </p:nvSpPr>
        <p:spPr>
          <a:xfrm>
            <a:off x="6291072" y="2670048"/>
            <a:ext cx="5349240" cy="502920"/>
          </a:xfrm>
          <a:prstGeom prst="rect">
            <a:avLst/>
          </a:prstGeom>
          <a:noFill/>
          <a:ln/>
        </p:spPr>
        <p:txBody>
          <a:bodyPr wrap="square" lIns="0" tIns="0" rIns="0" bIns="0" rtlCol="0" anchor="ctr"/>
          <a:lstStyle/>
          <a:p>
            <a:pPr algn="ctr" indent="0" marL="0">
              <a:buNone/>
            </a:pPr>
            <a:r>
              <a:rPr lang="en-US" sz="2600" b="1" dirty="0">
                <a:solidFill>
                  <a:schemeClr val="accent4"/>
                </a:solidFill>
                <a:latin typeface="+mj-lt" pitchFamily="34" charset="0"/>
                <a:ea typeface="+mj-lt" pitchFamily="34" charset="-122"/>
                <a:cs typeface="+mj-lt" pitchFamily="34" charset="-120"/>
              </a:rPr>
              <a:t>COURT</a:t>
            </a:r>
            <a:endParaRPr lang="en-US" sz="2600" dirty="0"/>
          </a:p>
        </p:txBody>
      </p:sp>
      <p:pic>
        <p:nvPicPr>
          <p:cNvPr id="34" name="Image 1" descr="DoorClosed">    </p:cNvPr>
          <p:cNvPicPr>
            <a:picLocks noChangeAspect="1"/>
          </p:cNvPicPr>
          <p:nvPr/>
        </p:nvPicPr>
        <p:blipFill>
          <a:blip r:embed="rId2"/>
          <a:stretch>
            <a:fillRect/>
          </a:stretch>
        </p:blipFill>
        <p:spPr>
          <a:xfrm>
            <a:off x="8531352" y="3657600"/>
            <a:ext cx="868680" cy="868680"/>
          </a:xfrm>
          <a:prstGeom prst="rect">
            <a:avLst/>
          </a:prstGeom>
        </p:spPr>
      </p:pic>
      <p:sp>
        <p:nvSpPr>
          <p:cNvPr id="35" name="Shape 30"/>
          <p:cNvSpPr/>
          <p:nvPr/>
        </p:nvSpPr>
        <p:spPr>
          <a:xfrm>
            <a:off x="5660136" y="4005072"/>
            <a:ext cx="868680" cy="868680"/>
          </a:xfrm>
          <a:prstGeom prst="ellipse">
            <a:avLst/>
          </a:prstGeom>
          <a:solidFill>
            <a:schemeClr val="tx1"/>
          </a:solidFill>
          <a:ln w="12700">
            <a:solidFill>
              <a:srgbClr val="FFFFFF">
                <a:alpha val="0"/>
              </a:srgbClr>
            </a:solidFill>
            <a:prstDash val="solid"/>
          </a:ln>
        </p:spPr>
      </p:sp>
      <p:pic>
        <p:nvPicPr>
          <p:cNvPr id="36" name="Image 2" descr="Question">    </p:cNvPr>
          <p:cNvPicPr>
            <a:picLocks noChangeAspect="1"/>
          </p:cNvPicPr>
          <p:nvPr/>
        </p:nvPicPr>
        <p:blipFill>
          <a:blip r:embed="rId3"/>
          <a:stretch>
            <a:fillRect/>
          </a:stretch>
        </p:blipFill>
        <p:spPr>
          <a:xfrm>
            <a:off x="5868619" y="4213555"/>
            <a:ext cx="451714" cy="451714"/>
          </a:xfrm>
          <a:prstGeom prst="rect">
            <a:avLst/>
          </a:prstGeom>
        </p:spPr>
      </p:pic>
      <p:sp>
        <p:nvSpPr>
          <p:cNvPr id="37" name="Text 31"/>
          <p:cNvSpPr txBox="1"/>
          <p:nvPr/>
        </p:nvSpPr>
        <p:spPr>
          <a:xfrm>
            <a:off x="548640" y="5971032"/>
            <a:ext cx="11091672" cy="292608"/>
          </a:xfrm>
          <a:prstGeom prst="rect">
            <a:avLst/>
          </a:prstGeom>
          <a:noFill/>
          <a:ln/>
        </p:spPr>
        <p:txBody>
          <a:bodyPr wrap="square" lIns="0" tIns="0" rIns="0" bIns="0" rtlCol="0" anchor="t"/>
          <a:lstStyle/>
          <a:p>
            <a:pPr algn="ctr" indent="0" marL="0">
              <a:buNone/>
            </a:pPr>
            <a:r>
              <a:rPr lang="en-US" sz="1400" i="1" dirty="0">
                <a:solidFill>
                  <a:schemeClr val="accent5"/>
                </a:solidFill>
              </a:rPr>
              <a:t>(1) = une consonne après la voyelle → probablement long  ·  (2) = deux consonnes → court</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Mini-défi — long ou court ?</a:t>
            </a:r>
            <a:endParaRPr lang="en-US" sz="3000" dirty="0"/>
          </a:p>
        </p:txBody>
      </p:sp>
      <p:sp>
        <p:nvSpPr>
          <p:cNvPr id="3" name="tag"/>
          <p:cNvSpPr/>
          <p:nvPr/>
        </p:nvSpPr>
        <p:spPr>
          <a:xfrm>
            <a:off x="548640" y="237744"/>
            <a:ext cx="1446581"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MINI-DÉFI</a:t>
            </a:r>
            <a:endParaRPr lang="en-US" sz="1200" dirty="0"/>
          </a:p>
        </p:txBody>
      </p:sp>
      <p:sp>
        <p:nvSpPr>
          <p:cNvPr id="4" name="tag"/>
          <p:cNvSpPr/>
          <p:nvPr/>
        </p:nvSpPr>
        <p:spPr>
          <a:xfrm>
            <a:off x="2104949"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6" name="Shape 3"/>
          <p:cNvSpPr/>
          <p:nvPr/>
        </p:nvSpPr>
        <p:spPr>
          <a:xfrm>
            <a:off x="548640" y="1572768"/>
            <a:ext cx="1266444" cy="841248"/>
          </a:xfrm>
          <a:prstGeom prst="roundRect">
            <a:avLst>
              <a:gd name="adj" fmla="val 8696"/>
            </a:avLst>
          </a:prstGeom>
          <a:solidFill>
            <a:srgbClr val="FFFFFF"/>
          </a:solidFill>
          <a:ln w="31750">
            <a:solidFill>
              <a:srgbClr val="2E7D4F"/>
            </a:solidFill>
            <a:prstDash val="solid"/>
          </a:ln>
          <a:effectLst>
            <a:outerShdw sx="100000" sy="100000" kx="0" ky="0" algn="bl" rotWithShape="0" blurRad="101600" dist="25400" dir="3600000">
              <a:srgbClr val="000000">
                <a:alpha val="16000"/>
              </a:srgbClr>
            </a:outerShdw>
          </a:effectLst>
        </p:spPr>
      </p:sp>
      <p:sp>
        <p:nvSpPr>
          <p:cNvPr id="7" name="Text 4"/>
          <p:cNvSpPr txBox="1"/>
          <p:nvPr/>
        </p:nvSpPr>
        <p:spPr>
          <a:xfrm>
            <a:off x="548640" y="1609344"/>
            <a:ext cx="1266444" cy="457200"/>
          </a:xfrm>
          <a:prstGeom prst="rect">
            <a:avLst/>
          </a:prstGeom>
          <a:noFill/>
          <a:ln/>
        </p:spPr>
        <p:txBody>
          <a:bodyPr wrap="square" lIns="0" tIns="0" rIns="0" bIns="0" rtlCol="0" anchor="ctr"/>
          <a:lstStyle/>
          <a:p>
            <a:pPr algn="ctr" indent="0" marL="0">
              <a:buNone/>
            </a:pPr>
            <a:r>
              <a:rPr lang="en-US" sz="1900" b="1" dirty="0">
                <a:solidFill>
                  <a:schemeClr val="tx1"/>
                </a:solidFill>
                <a:latin typeface="+mj-lt" pitchFamily="34" charset="0"/>
                <a:ea typeface="+mj-lt" pitchFamily="34" charset="-122"/>
                <a:cs typeface="+mj-lt" pitchFamily="34" charset="-120"/>
              </a:rPr>
              <a:t>spreken</a:t>
            </a:r>
            <a:endParaRPr lang="en-US" sz="1900" dirty="0"/>
          </a:p>
        </p:txBody>
      </p:sp>
      <p:sp>
        <p:nvSpPr>
          <p:cNvPr id="8" name="Text 5"/>
          <p:cNvSpPr txBox="1"/>
          <p:nvPr/>
        </p:nvSpPr>
        <p:spPr>
          <a:xfrm>
            <a:off x="548640" y="2075688"/>
            <a:ext cx="1266444" cy="274320"/>
          </a:xfrm>
          <a:prstGeom prst="rect">
            <a:avLst/>
          </a:prstGeom>
          <a:noFill/>
          <a:ln/>
        </p:spPr>
        <p:txBody>
          <a:bodyPr wrap="square" lIns="0" tIns="0" rIns="0" bIns="0" rtlCol="0" anchor="ctr"/>
          <a:lstStyle/>
          <a:p>
            <a:pPr algn="ctr" indent="0" marL="0">
              <a:buNone/>
            </a:pPr>
            <a:r>
              <a:rPr lang="en-US" sz="1300" dirty="0">
                <a:solidFill>
                  <a:schemeClr val="accent5"/>
                </a:solidFill>
              </a:rPr>
              <a:t>(1)</a:t>
            </a:r>
            <a:endParaRPr lang="en-US" sz="1300" dirty="0"/>
          </a:p>
        </p:txBody>
      </p:sp>
      <p:sp>
        <p:nvSpPr>
          <p:cNvPr id="9" name="Shape 6"/>
          <p:cNvSpPr/>
          <p:nvPr/>
        </p:nvSpPr>
        <p:spPr>
          <a:xfrm>
            <a:off x="1952244" y="1572768"/>
            <a:ext cx="1266444" cy="841248"/>
          </a:xfrm>
          <a:prstGeom prst="roundRect">
            <a:avLst>
              <a:gd name="adj" fmla="val 8696"/>
            </a:avLst>
          </a:prstGeom>
          <a:solidFill>
            <a:srgbClr val="FFFFFF"/>
          </a:solidFill>
          <a:ln w="31750">
            <a:solidFill>
              <a:srgbClr val="B4236A"/>
            </a:solidFill>
            <a:prstDash val="solid"/>
          </a:ln>
          <a:effectLst>
            <a:outerShdw sx="100000" sy="100000" kx="0" ky="0" algn="bl" rotWithShape="0" blurRad="101600" dist="25400" dir="3600000">
              <a:srgbClr val="000000">
                <a:alpha val="16000"/>
              </a:srgbClr>
            </a:outerShdw>
          </a:effectLst>
        </p:spPr>
      </p:sp>
      <p:sp>
        <p:nvSpPr>
          <p:cNvPr id="10" name="Text 7"/>
          <p:cNvSpPr txBox="1"/>
          <p:nvPr/>
        </p:nvSpPr>
        <p:spPr>
          <a:xfrm>
            <a:off x="1952244" y="1609344"/>
            <a:ext cx="1266444" cy="457200"/>
          </a:xfrm>
          <a:prstGeom prst="rect">
            <a:avLst/>
          </a:prstGeom>
          <a:noFill/>
          <a:ln/>
        </p:spPr>
        <p:txBody>
          <a:bodyPr wrap="square" lIns="0" tIns="0" rIns="0" bIns="0" rtlCol="0" anchor="ctr"/>
          <a:lstStyle/>
          <a:p>
            <a:pPr algn="ctr" indent="0" marL="0">
              <a:buNone/>
            </a:pPr>
            <a:r>
              <a:rPr lang="en-US" sz="1900" b="1" dirty="0">
                <a:solidFill>
                  <a:schemeClr val="tx1"/>
                </a:solidFill>
                <a:latin typeface="+mj-lt" pitchFamily="34" charset="0"/>
                <a:ea typeface="+mj-lt" pitchFamily="34" charset="-122"/>
                <a:cs typeface="+mj-lt" pitchFamily="34" charset="-120"/>
              </a:rPr>
              <a:t>zeggen</a:t>
            </a:r>
            <a:endParaRPr lang="en-US" sz="1900" dirty="0"/>
          </a:p>
        </p:txBody>
      </p:sp>
      <p:sp>
        <p:nvSpPr>
          <p:cNvPr id="11" name="Text 8"/>
          <p:cNvSpPr txBox="1"/>
          <p:nvPr/>
        </p:nvSpPr>
        <p:spPr>
          <a:xfrm>
            <a:off x="1952244" y="2075688"/>
            <a:ext cx="1266444" cy="274320"/>
          </a:xfrm>
          <a:prstGeom prst="rect">
            <a:avLst/>
          </a:prstGeom>
          <a:noFill/>
          <a:ln/>
        </p:spPr>
        <p:txBody>
          <a:bodyPr wrap="square" lIns="0" tIns="0" rIns="0" bIns="0" rtlCol="0" anchor="ctr"/>
          <a:lstStyle/>
          <a:p>
            <a:pPr algn="ctr" indent="0" marL="0">
              <a:buNone/>
            </a:pPr>
            <a:r>
              <a:rPr lang="en-US" sz="1300" dirty="0">
                <a:solidFill>
                  <a:schemeClr val="accent5"/>
                </a:solidFill>
              </a:rPr>
              <a:t>(2)</a:t>
            </a:r>
            <a:endParaRPr lang="en-US" sz="1300" dirty="0"/>
          </a:p>
        </p:txBody>
      </p:sp>
      <p:sp>
        <p:nvSpPr>
          <p:cNvPr id="12" name="Shape 9"/>
          <p:cNvSpPr/>
          <p:nvPr/>
        </p:nvSpPr>
        <p:spPr>
          <a:xfrm>
            <a:off x="3355848" y="1572768"/>
            <a:ext cx="1266444" cy="841248"/>
          </a:xfrm>
          <a:prstGeom prst="roundRect">
            <a:avLst>
              <a:gd name="adj" fmla="val 8696"/>
            </a:avLst>
          </a:prstGeom>
          <a:solidFill>
            <a:srgbClr val="FFFFFF"/>
          </a:solidFill>
          <a:ln w="31750">
            <a:solidFill>
              <a:srgbClr val="B4236A"/>
            </a:solidFill>
            <a:prstDash val="solid"/>
          </a:ln>
          <a:effectLst>
            <a:outerShdw sx="100000" sy="100000" kx="0" ky="0" algn="bl" rotWithShape="0" blurRad="101600" dist="25400" dir="3600000">
              <a:srgbClr val="000000">
                <a:alpha val="16000"/>
              </a:srgbClr>
            </a:outerShdw>
          </a:effectLst>
        </p:spPr>
      </p:sp>
      <p:sp>
        <p:nvSpPr>
          <p:cNvPr id="13" name="Text 10"/>
          <p:cNvSpPr txBox="1"/>
          <p:nvPr/>
        </p:nvSpPr>
        <p:spPr>
          <a:xfrm>
            <a:off x="3355848" y="1609344"/>
            <a:ext cx="1266444" cy="457200"/>
          </a:xfrm>
          <a:prstGeom prst="rect">
            <a:avLst/>
          </a:prstGeom>
          <a:noFill/>
          <a:ln/>
        </p:spPr>
        <p:txBody>
          <a:bodyPr wrap="square" lIns="0" tIns="0" rIns="0" bIns="0" rtlCol="0" anchor="ctr"/>
          <a:lstStyle/>
          <a:p>
            <a:pPr algn="ctr" indent="0" marL="0">
              <a:buNone/>
            </a:pPr>
            <a:r>
              <a:rPr lang="en-US" sz="1900" b="1" dirty="0">
                <a:solidFill>
                  <a:schemeClr val="tx1"/>
                </a:solidFill>
                <a:latin typeface="+mj-lt" pitchFamily="34" charset="0"/>
                <a:ea typeface="+mj-lt" pitchFamily="34" charset="-122"/>
                <a:cs typeface="+mj-lt" pitchFamily="34" charset="-120"/>
              </a:rPr>
              <a:t>werken</a:t>
            </a:r>
            <a:endParaRPr lang="en-US" sz="1900" dirty="0"/>
          </a:p>
        </p:txBody>
      </p:sp>
      <p:sp>
        <p:nvSpPr>
          <p:cNvPr id="14" name="Text 11"/>
          <p:cNvSpPr txBox="1"/>
          <p:nvPr/>
        </p:nvSpPr>
        <p:spPr>
          <a:xfrm>
            <a:off x="3355848" y="2075688"/>
            <a:ext cx="1266444" cy="274320"/>
          </a:xfrm>
          <a:prstGeom prst="rect">
            <a:avLst/>
          </a:prstGeom>
          <a:noFill/>
          <a:ln/>
        </p:spPr>
        <p:txBody>
          <a:bodyPr wrap="square" lIns="0" tIns="0" rIns="0" bIns="0" rtlCol="0" anchor="ctr"/>
          <a:lstStyle/>
          <a:p>
            <a:pPr algn="ctr" indent="0" marL="0">
              <a:buNone/>
            </a:pPr>
            <a:r>
              <a:rPr lang="en-US" sz="1300" dirty="0">
                <a:solidFill>
                  <a:schemeClr val="accent5"/>
                </a:solidFill>
              </a:rPr>
              <a:t>(2)</a:t>
            </a:r>
            <a:endParaRPr lang="en-US" sz="1300" dirty="0"/>
          </a:p>
        </p:txBody>
      </p:sp>
      <p:sp>
        <p:nvSpPr>
          <p:cNvPr id="15" name="Shape 12"/>
          <p:cNvSpPr/>
          <p:nvPr/>
        </p:nvSpPr>
        <p:spPr>
          <a:xfrm>
            <a:off x="4759452" y="1572768"/>
            <a:ext cx="1266444" cy="841248"/>
          </a:xfrm>
          <a:prstGeom prst="roundRect">
            <a:avLst>
              <a:gd name="adj" fmla="val 8696"/>
            </a:avLst>
          </a:prstGeom>
          <a:solidFill>
            <a:srgbClr val="FFFFFF"/>
          </a:solidFill>
          <a:ln w="31750">
            <a:solidFill>
              <a:srgbClr val="2E7D4F"/>
            </a:solidFill>
            <a:prstDash val="solid"/>
          </a:ln>
          <a:effectLst>
            <a:outerShdw sx="100000" sy="100000" kx="0" ky="0" algn="bl" rotWithShape="0" blurRad="101600" dist="25400" dir="3600000">
              <a:srgbClr val="000000">
                <a:alpha val="16000"/>
              </a:srgbClr>
            </a:outerShdw>
          </a:effectLst>
        </p:spPr>
      </p:sp>
      <p:sp>
        <p:nvSpPr>
          <p:cNvPr id="16" name="Text 13"/>
          <p:cNvSpPr txBox="1"/>
          <p:nvPr/>
        </p:nvSpPr>
        <p:spPr>
          <a:xfrm>
            <a:off x="4759452" y="1609344"/>
            <a:ext cx="1266444" cy="457200"/>
          </a:xfrm>
          <a:prstGeom prst="rect">
            <a:avLst/>
          </a:prstGeom>
          <a:noFill/>
          <a:ln/>
        </p:spPr>
        <p:txBody>
          <a:bodyPr wrap="square" lIns="0" tIns="0" rIns="0" bIns="0" rtlCol="0" anchor="ctr"/>
          <a:lstStyle/>
          <a:p>
            <a:pPr algn="ctr" indent="0" marL="0">
              <a:buNone/>
            </a:pPr>
            <a:r>
              <a:rPr lang="en-US" sz="1900" b="1" dirty="0">
                <a:solidFill>
                  <a:schemeClr val="tx1"/>
                </a:solidFill>
                <a:latin typeface="+mj-lt" pitchFamily="34" charset="0"/>
                <a:ea typeface="+mj-lt" pitchFamily="34" charset="-122"/>
                <a:cs typeface="+mj-lt" pitchFamily="34" charset="-120"/>
              </a:rPr>
              <a:t>slapen</a:t>
            </a:r>
            <a:endParaRPr lang="en-US" sz="1900" dirty="0"/>
          </a:p>
        </p:txBody>
      </p:sp>
      <p:sp>
        <p:nvSpPr>
          <p:cNvPr id="17" name="Text 14"/>
          <p:cNvSpPr txBox="1"/>
          <p:nvPr/>
        </p:nvSpPr>
        <p:spPr>
          <a:xfrm>
            <a:off x="4759452" y="2075688"/>
            <a:ext cx="1266444" cy="274320"/>
          </a:xfrm>
          <a:prstGeom prst="rect">
            <a:avLst/>
          </a:prstGeom>
          <a:noFill/>
          <a:ln/>
        </p:spPr>
        <p:txBody>
          <a:bodyPr wrap="square" lIns="0" tIns="0" rIns="0" bIns="0" rtlCol="0" anchor="ctr"/>
          <a:lstStyle/>
          <a:p>
            <a:pPr algn="ctr" indent="0" marL="0">
              <a:buNone/>
            </a:pPr>
            <a:r>
              <a:rPr lang="en-US" sz="1300" dirty="0">
                <a:solidFill>
                  <a:schemeClr val="accent5"/>
                </a:solidFill>
              </a:rPr>
              <a:t>(1)</a:t>
            </a:r>
            <a:endParaRPr lang="en-US" sz="1300" dirty="0"/>
          </a:p>
        </p:txBody>
      </p:sp>
      <p:sp>
        <p:nvSpPr>
          <p:cNvPr id="18" name="Shape 15"/>
          <p:cNvSpPr/>
          <p:nvPr/>
        </p:nvSpPr>
        <p:spPr>
          <a:xfrm>
            <a:off x="6163056" y="1572768"/>
            <a:ext cx="1266444" cy="841248"/>
          </a:xfrm>
          <a:prstGeom prst="roundRect">
            <a:avLst>
              <a:gd name="adj" fmla="val 8696"/>
            </a:avLst>
          </a:prstGeom>
          <a:solidFill>
            <a:srgbClr val="FFFFFF"/>
          </a:solidFill>
          <a:ln w="31750">
            <a:solidFill>
              <a:srgbClr val="2E7D4F"/>
            </a:solidFill>
            <a:prstDash val="solid"/>
          </a:ln>
          <a:effectLst>
            <a:outerShdw sx="100000" sy="100000" kx="0" ky="0" algn="bl" rotWithShape="0" blurRad="101600" dist="25400" dir="3600000">
              <a:srgbClr val="000000">
                <a:alpha val="16000"/>
              </a:srgbClr>
            </a:outerShdw>
          </a:effectLst>
        </p:spPr>
      </p:sp>
      <p:sp>
        <p:nvSpPr>
          <p:cNvPr id="19" name="Text 16"/>
          <p:cNvSpPr txBox="1"/>
          <p:nvPr/>
        </p:nvSpPr>
        <p:spPr>
          <a:xfrm>
            <a:off x="6163056" y="1609344"/>
            <a:ext cx="1266444" cy="457200"/>
          </a:xfrm>
          <a:prstGeom prst="rect">
            <a:avLst/>
          </a:prstGeom>
          <a:noFill/>
          <a:ln/>
        </p:spPr>
        <p:txBody>
          <a:bodyPr wrap="square" lIns="0" tIns="0" rIns="0" bIns="0" rtlCol="0" anchor="ctr"/>
          <a:lstStyle/>
          <a:p>
            <a:pPr algn="ctr" indent="0" marL="0">
              <a:buNone/>
            </a:pPr>
            <a:r>
              <a:rPr lang="en-US" sz="1900" b="1" dirty="0">
                <a:solidFill>
                  <a:schemeClr val="tx1"/>
                </a:solidFill>
                <a:latin typeface="+mj-lt" pitchFamily="34" charset="0"/>
                <a:ea typeface="+mj-lt" pitchFamily="34" charset="-122"/>
                <a:cs typeface="+mj-lt" pitchFamily="34" charset="-120"/>
              </a:rPr>
              <a:t>nemen</a:t>
            </a:r>
            <a:endParaRPr lang="en-US" sz="1900" dirty="0"/>
          </a:p>
        </p:txBody>
      </p:sp>
      <p:sp>
        <p:nvSpPr>
          <p:cNvPr id="20" name="Text 17"/>
          <p:cNvSpPr txBox="1"/>
          <p:nvPr/>
        </p:nvSpPr>
        <p:spPr>
          <a:xfrm>
            <a:off x="6163056" y="2075688"/>
            <a:ext cx="1266444" cy="274320"/>
          </a:xfrm>
          <a:prstGeom prst="rect">
            <a:avLst/>
          </a:prstGeom>
          <a:noFill/>
          <a:ln/>
        </p:spPr>
        <p:txBody>
          <a:bodyPr wrap="square" lIns="0" tIns="0" rIns="0" bIns="0" rtlCol="0" anchor="ctr"/>
          <a:lstStyle/>
          <a:p>
            <a:pPr algn="ctr" indent="0" marL="0">
              <a:buNone/>
            </a:pPr>
            <a:r>
              <a:rPr lang="en-US" sz="1300" dirty="0">
                <a:solidFill>
                  <a:schemeClr val="accent5"/>
                </a:solidFill>
              </a:rPr>
              <a:t>(1)</a:t>
            </a:r>
            <a:endParaRPr lang="en-US" sz="1300" dirty="0"/>
          </a:p>
        </p:txBody>
      </p:sp>
      <p:sp>
        <p:nvSpPr>
          <p:cNvPr id="21" name="Shape 18"/>
          <p:cNvSpPr/>
          <p:nvPr/>
        </p:nvSpPr>
        <p:spPr>
          <a:xfrm>
            <a:off x="7566660" y="1572768"/>
            <a:ext cx="1266444" cy="841248"/>
          </a:xfrm>
          <a:prstGeom prst="roundRect">
            <a:avLst>
              <a:gd name="adj" fmla="val 8696"/>
            </a:avLst>
          </a:prstGeom>
          <a:solidFill>
            <a:srgbClr val="FFFFFF"/>
          </a:solidFill>
          <a:ln w="31750">
            <a:solidFill>
              <a:srgbClr val="B4236A"/>
            </a:solidFill>
            <a:prstDash val="solid"/>
          </a:ln>
          <a:effectLst>
            <a:outerShdw sx="100000" sy="100000" kx="0" ky="0" algn="bl" rotWithShape="0" blurRad="101600" dist="25400" dir="3600000">
              <a:srgbClr val="000000">
                <a:alpha val="16000"/>
              </a:srgbClr>
            </a:outerShdw>
          </a:effectLst>
        </p:spPr>
      </p:sp>
      <p:sp>
        <p:nvSpPr>
          <p:cNvPr id="22" name="Text 19"/>
          <p:cNvSpPr txBox="1"/>
          <p:nvPr/>
        </p:nvSpPr>
        <p:spPr>
          <a:xfrm>
            <a:off x="7566660" y="1609344"/>
            <a:ext cx="1266444" cy="457200"/>
          </a:xfrm>
          <a:prstGeom prst="rect">
            <a:avLst/>
          </a:prstGeom>
          <a:noFill/>
          <a:ln/>
        </p:spPr>
        <p:txBody>
          <a:bodyPr wrap="square" lIns="0" tIns="0" rIns="0" bIns="0" rtlCol="0" anchor="ctr"/>
          <a:lstStyle/>
          <a:p>
            <a:pPr algn="ctr" indent="0" marL="0">
              <a:buNone/>
            </a:pPr>
            <a:r>
              <a:rPr lang="en-US" sz="1900" b="1" dirty="0">
                <a:solidFill>
                  <a:schemeClr val="tx1"/>
                </a:solidFill>
                <a:latin typeface="+mj-lt" pitchFamily="34" charset="0"/>
                <a:ea typeface="+mj-lt" pitchFamily="34" charset="-122"/>
                <a:cs typeface="+mj-lt" pitchFamily="34" charset="-120"/>
              </a:rPr>
              <a:t>pakken</a:t>
            </a:r>
            <a:endParaRPr lang="en-US" sz="1900" dirty="0"/>
          </a:p>
        </p:txBody>
      </p:sp>
      <p:sp>
        <p:nvSpPr>
          <p:cNvPr id="23" name="Text 20"/>
          <p:cNvSpPr txBox="1"/>
          <p:nvPr/>
        </p:nvSpPr>
        <p:spPr>
          <a:xfrm>
            <a:off x="7566660" y="2075688"/>
            <a:ext cx="1266444" cy="274320"/>
          </a:xfrm>
          <a:prstGeom prst="rect">
            <a:avLst/>
          </a:prstGeom>
          <a:noFill/>
          <a:ln/>
        </p:spPr>
        <p:txBody>
          <a:bodyPr wrap="square" lIns="0" tIns="0" rIns="0" bIns="0" rtlCol="0" anchor="ctr"/>
          <a:lstStyle/>
          <a:p>
            <a:pPr algn="ctr" indent="0" marL="0">
              <a:buNone/>
            </a:pPr>
            <a:r>
              <a:rPr lang="en-US" sz="1300" dirty="0">
                <a:solidFill>
                  <a:schemeClr val="accent5"/>
                </a:solidFill>
              </a:rPr>
              <a:t>(2)</a:t>
            </a:r>
            <a:endParaRPr lang="en-US" sz="1300" dirty="0"/>
          </a:p>
        </p:txBody>
      </p:sp>
      <p:sp>
        <p:nvSpPr>
          <p:cNvPr id="24" name="Shape 21"/>
          <p:cNvSpPr/>
          <p:nvPr/>
        </p:nvSpPr>
        <p:spPr>
          <a:xfrm>
            <a:off x="8970264" y="1572768"/>
            <a:ext cx="1266444" cy="841248"/>
          </a:xfrm>
          <a:prstGeom prst="roundRect">
            <a:avLst>
              <a:gd name="adj" fmla="val 8696"/>
            </a:avLst>
          </a:prstGeom>
          <a:solidFill>
            <a:srgbClr val="FFFFFF"/>
          </a:solidFill>
          <a:ln w="31750">
            <a:solidFill>
              <a:srgbClr val="2E7D4F"/>
            </a:solidFill>
            <a:prstDash val="solid"/>
          </a:ln>
          <a:effectLst>
            <a:outerShdw sx="100000" sy="100000" kx="0" ky="0" algn="bl" rotWithShape="0" blurRad="101600" dist="25400" dir="3600000">
              <a:srgbClr val="000000">
                <a:alpha val="16000"/>
              </a:srgbClr>
            </a:outerShdw>
          </a:effectLst>
        </p:spPr>
      </p:sp>
      <p:sp>
        <p:nvSpPr>
          <p:cNvPr id="25" name="Text 22"/>
          <p:cNvSpPr txBox="1"/>
          <p:nvPr/>
        </p:nvSpPr>
        <p:spPr>
          <a:xfrm>
            <a:off x="8970264" y="1609344"/>
            <a:ext cx="1266444" cy="457200"/>
          </a:xfrm>
          <a:prstGeom prst="rect">
            <a:avLst/>
          </a:prstGeom>
          <a:noFill/>
          <a:ln/>
        </p:spPr>
        <p:txBody>
          <a:bodyPr wrap="square" lIns="0" tIns="0" rIns="0" bIns="0" rtlCol="0" anchor="ctr"/>
          <a:lstStyle/>
          <a:p>
            <a:pPr algn="ctr" indent="0" marL="0">
              <a:buNone/>
            </a:pPr>
            <a:r>
              <a:rPr lang="en-US" sz="1900" b="1" dirty="0">
                <a:solidFill>
                  <a:schemeClr val="tx1"/>
                </a:solidFill>
                <a:latin typeface="+mj-lt" pitchFamily="34" charset="0"/>
                <a:ea typeface="+mj-lt" pitchFamily="34" charset="-122"/>
                <a:cs typeface="+mj-lt" pitchFamily="34" charset="-120"/>
              </a:rPr>
              <a:t>koken</a:t>
            </a:r>
            <a:endParaRPr lang="en-US" sz="1900" dirty="0"/>
          </a:p>
        </p:txBody>
      </p:sp>
      <p:sp>
        <p:nvSpPr>
          <p:cNvPr id="26" name="Text 23"/>
          <p:cNvSpPr txBox="1"/>
          <p:nvPr/>
        </p:nvSpPr>
        <p:spPr>
          <a:xfrm>
            <a:off x="8970264" y="2075688"/>
            <a:ext cx="1266444" cy="274320"/>
          </a:xfrm>
          <a:prstGeom prst="rect">
            <a:avLst/>
          </a:prstGeom>
          <a:noFill/>
          <a:ln/>
        </p:spPr>
        <p:txBody>
          <a:bodyPr wrap="square" lIns="0" tIns="0" rIns="0" bIns="0" rtlCol="0" anchor="ctr"/>
          <a:lstStyle/>
          <a:p>
            <a:pPr algn="ctr" indent="0" marL="0">
              <a:buNone/>
            </a:pPr>
            <a:r>
              <a:rPr lang="en-US" sz="1300" dirty="0">
                <a:solidFill>
                  <a:schemeClr val="accent5"/>
                </a:solidFill>
              </a:rPr>
              <a:t>(1)</a:t>
            </a:r>
            <a:endParaRPr lang="en-US" sz="1300" dirty="0"/>
          </a:p>
        </p:txBody>
      </p:sp>
      <p:sp>
        <p:nvSpPr>
          <p:cNvPr id="27" name="Shape 24"/>
          <p:cNvSpPr/>
          <p:nvPr/>
        </p:nvSpPr>
        <p:spPr>
          <a:xfrm>
            <a:off x="10373868" y="1572768"/>
            <a:ext cx="1266444" cy="841248"/>
          </a:xfrm>
          <a:prstGeom prst="roundRect">
            <a:avLst>
              <a:gd name="adj" fmla="val 8696"/>
            </a:avLst>
          </a:prstGeom>
          <a:solidFill>
            <a:srgbClr val="FFFFFF"/>
          </a:solidFill>
          <a:ln w="31750">
            <a:solidFill>
              <a:srgbClr val="B4236A"/>
            </a:solidFill>
            <a:prstDash val="solid"/>
          </a:ln>
          <a:effectLst>
            <a:outerShdw sx="100000" sy="100000" kx="0" ky="0" algn="bl" rotWithShape="0" blurRad="101600" dist="25400" dir="3600000">
              <a:srgbClr val="000000">
                <a:alpha val="16000"/>
              </a:srgbClr>
            </a:outerShdw>
          </a:effectLst>
        </p:spPr>
      </p:sp>
      <p:sp>
        <p:nvSpPr>
          <p:cNvPr id="28" name="Text 25"/>
          <p:cNvSpPr txBox="1"/>
          <p:nvPr/>
        </p:nvSpPr>
        <p:spPr>
          <a:xfrm>
            <a:off x="10373868" y="1609344"/>
            <a:ext cx="1266444" cy="457200"/>
          </a:xfrm>
          <a:prstGeom prst="rect">
            <a:avLst/>
          </a:prstGeom>
          <a:noFill/>
          <a:ln/>
        </p:spPr>
        <p:txBody>
          <a:bodyPr wrap="square" lIns="0" tIns="0" rIns="0" bIns="0" rtlCol="0" anchor="ctr"/>
          <a:lstStyle/>
          <a:p>
            <a:pPr algn="ctr" indent="0" marL="0">
              <a:buNone/>
            </a:pPr>
            <a:r>
              <a:rPr lang="en-US" sz="1900" b="1" dirty="0">
                <a:solidFill>
                  <a:schemeClr val="tx1"/>
                </a:solidFill>
                <a:latin typeface="+mj-lt" pitchFamily="34" charset="0"/>
                <a:ea typeface="+mj-lt" pitchFamily="34" charset="-122"/>
                <a:cs typeface="+mj-lt" pitchFamily="34" charset="-120"/>
              </a:rPr>
              <a:t>stoppen</a:t>
            </a:r>
            <a:endParaRPr lang="en-US" sz="1900" dirty="0"/>
          </a:p>
        </p:txBody>
      </p:sp>
      <p:sp>
        <p:nvSpPr>
          <p:cNvPr id="29" name="Text 26"/>
          <p:cNvSpPr txBox="1"/>
          <p:nvPr/>
        </p:nvSpPr>
        <p:spPr>
          <a:xfrm>
            <a:off x="10373868" y="2075688"/>
            <a:ext cx="1266444" cy="274320"/>
          </a:xfrm>
          <a:prstGeom prst="rect">
            <a:avLst/>
          </a:prstGeom>
          <a:noFill/>
          <a:ln/>
        </p:spPr>
        <p:txBody>
          <a:bodyPr wrap="square" lIns="0" tIns="0" rIns="0" bIns="0" rtlCol="0" anchor="ctr"/>
          <a:lstStyle/>
          <a:p>
            <a:pPr algn="ctr" indent="0" marL="0">
              <a:buNone/>
            </a:pPr>
            <a:r>
              <a:rPr lang="en-US" sz="1300" dirty="0">
                <a:solidFill>
                  <a:schemeClr val="accent5"/>
                </a:solidFill>
              </a:rPr>
              <a:t>(2)</a:t>
            </a:r>
            <a:endParaRPr lang="en-US" sz="1300" dirty="0"/>
          </a:p>
        </p:txBody>
      </p:sp>
      <p:sp>
        <p:nvSpPr>
          <p:cNvPr id="30" name="Shape 27"/>
          <p:cNvSpPr/>
          <p:nvPr/>
        </p:nvSpPr>
        <p:spPr>
          <a:xfrm>
            <a:off x="548640" y="2606040"/>
            <a:ext cx="5349240" cy="3291840"/>
          </a:xfrm>
          <a:prstGeom prst="roundRect">
            <a:avLst>
              <a:gd name="adj" fmla="val 2222"/>
            </a:avLst>
          </a:prstGeom>
          <a:solidFill>
            <a:schemeClr val="accent3">
              <a:alpha val="10000"/>
            </a:schemeClr>
          </a:solidFill>
          <a:ln w="25400">
            <a:solidFill>
              <a:srgbClr val="2E7D4F"/>
            </a:solidFill>
            <a:prstDash val="solid"/>
          </a:ln>
        </p:spPr>
      </p:sp>
      <p:sp>
        <p:nvSpPr>
          <p:cNvPr id="31" name="Text 28"/>
          <p:cNvSpPr txBox="1"/>
          <p:nvPr/>
        </p:nvSpPr>
        <p:spPr>
          <a:xfrm>
            <a:off x="548640" y="2670048"/>
            <a:ext cx="5349240" cy="502920"/>
          </a:xfrm>
          <a:prstGeom prst="rect">
            <a:avLst/>
          </a:prstGeom>
          <a:noFill/>
          <a:ln/>
        </p:spPr>
        <p:txBody>
          <a:bodyPr wrap="square" lIns="0" tIns="0" rIns="0" bIns="0" rtlCol="0" anchor="ctr"/>
          <a:lstStyle/>
          <a:p>
            <a:pPr algn="ctr" indent="0" marL="0">
              <a:buNone/>
            </a:pPr>
            <a:r>
              <a:rPr lang="en-US" sz="2600" b="1" dirty="0">
                <a:solidFill>
                  <a:schemeClr val="accent3"/>
                </a:solidFill>
                <a:latin typeface="+mj-lt" pitchFamily="34" charset="0"/>
                <a:ea typeface="+mj-lt" pitchFamily="34" charset="-122"/>
                <a:cs typeface="+mj-lt" pitchFamily="34" charset="-120"/>
              </a:rPr>
              <a:t>LONG</a:t>
            </a:r>
            <a:endParaRPr lang="en-US" sz="2600" dirty="0"/>
          </a:p>
        </p:txBody>
      </p:sp>
      <p:sp>
        <p:nvSpPr>
          <p:cNvPr id="32" name="Shape 29"/>
          <p:cNvSpPr/>
          <p:nvPr/>
        </p:nvSpPr>
        <p:spPr>
          <a:xfrm>
            <a:off x="868680" y="3291840"/>
            <a:ext cx="2240280" cy="1051560"/>
          </a:xfrm>
          <a:prstGeom prst="roundRect">
            <a:avLst>
              <a:gd name="adj" fmla="val 6957"/>
            </a:avLst>
          </a:prstGeom>
          <a:solidFill>
            <a:srgbClr val="FFFFFF"/>
          </a:solidFill>
          <a:ln w="19050">
            <a:solidFill>
              <a:srgbClr val="2E7D4F"/>
            </a:solidFill>
            <a:prstDash val="solid"/>
          </a:ln>
        </p:spPr>
      </p:sp>
      <p:sp>
        <p:nvSpPr>
          <p:cNvPr id="33" name="Text 30"/>
          <p:cNvSpPr txBox="1"/>
          <p:nvPr/>
        </p:nvSpPr>
        <p:spPr>
          <a:xfrm>
            <a:off x="868680" y="3346704"/>
            <a:ext cx="2240280" cy="329184"/>
          </a:xfrm>
          <a:prstGeom prst="rect">
            <a:avLst/>
          </a:prstGeom>
          <a:noFill/>
          <a:ln/>
        </p:spPr>
        <p:txBody>
          <a:bodyPr wrap="square" lIns="0" tIns="0" rIns="0" bIns="0" rtlCol="0" anchor="t"/>
          <a:lstStyle/>
          <a:p>
            <a:pPr algn="ctr" indent="0" marL="0">
              <a:buNone/>
            </a:pPr>
            <a:r>
              <a:rPr lang="en-US" sz="1500" i="1" dirty="0">
                <a:solidFill>
                  <a:schemeClr val="accent5"/>
                </a:solidFill>
              </a:rPr>
              <a:t>spreken (1)  →</a:t>
            </a:r>
            <a:endParaRPr lang="en-US" sz="1500" dirty="0"/>
          </a:p>
        </p:txBody>
      </p:sp>
      <p:sp>
        <p:nvSpPr>
          <p:cNvPr id="34" name="Text 31"/>
          <p:cNvSpPr txBox="1"/>
          <p:nvPr/>
        </p:nvSpPr>
        <p:spPr>
          <a:xfrm>
            <a:off x="868680" y="3675888"/>
            <a:ext cx="2240280" cy="603504"/>
          </a:xfrm>
          <a:prstGeom prst="rect">
            <a:avLst/>
          </a:prstGeom>
          <a:noFill/>
          <a:ln/>
        </p:spPr>
        <p:txBody>
          <a:bodyPr wrap="square" lIns="0" tIns="0" rIns="0" bIns="0" rtlCol="0" anchor="ctr"/>
          <a:lstStyle/>
          <a:p>
            <a:pPr algn="ctr" indent="0" marL="0">
              <a:buNone/>
            </a:pPr>
            <a:r>
              <a:rPr lang="en-US" sz="3000" dirty="0">
                <a:solidFill>
                  <a:schemeClr val="tx1"/>
                </a:solidFill>
                <a:latin typeface="+mj-lt" pitchFamily="34" charset="0"/>
                <a:ea typeface="+mj-lt" pitchFamily="34" charset="-122"/>
                <a:cs typeface="+mj-lt" pitchFamily="34" charset="-120"/>
              </a:rPr>
              <a:t>spr</a:t>
            </a:r>
            <a:r>
              <a:rPr lang="en-US" sz="3000" b="1" dirty="0">
                <a:solidFill>
                  <a:schemeClr val="accent3"/>
                </a:solidFill>
                <a:latin typeface="+mj-lt" pitchFamily="34" charset="0"/>
                <a:ea typeface="+mj-lt" pitchFamily="34" charset="-122"/>
                <a:cs typeface="+mj-lt" pitchFamily="34" charset="-120"/>
              </a:rPr>
              <a:t>ee</a:t>
            </a:r>
            <a:r>
              <a:rPr lang="en-US" sz="3000" dirty="0">
                <a:solidFill>
                  <a:schemeClr val="tx1"/>
                </a:solidFill>
                <a:latin typeface="+mj-lt" pitchFamily="34" charset="0"/>
                <a:ea typeface="+mj-lt" pitchFamily="34" charset="-122"/>
                <a:cs typeface="+mj-lt" pitchFamily="34" charset="-120"/>
              </a:rPr>
              <a:t>k</a:t>
            </a:r>
            <a:endParaRPr lang="en-US" sz="3000" dirty="0"/>
          </a:p>
        </p:txBody>
      </p:sp>
      <p:sp>
        <p:nvSpPr>
          <p:cNvPr id="35" name="Shape 32"/>
          <p:cNvSpPr/>
          <p:nvPr/>
        </p:nvSpPr>
        <p:spPr>
          <a:xfrm>
            <a:off x="3291840" y="3291840"/>
            <a:ext cx="2240280" cy="1051560"/>
          </a:xfrm>
          <a:prstGeom prst="roundRect">
            <a:avLst>
              <a:gd name="adj" fmla="val 6957"/>
            </a:avLst>
          </a:prstGeom>
          <a:solidFill>
            <a:srgbClr val="FFFFFF"/>
          </a:solidFill>
          <a:ln w="19050">
            <a:solidFill>
              <a:srgbClr val="2E7D4F"/>
            </a:solidFill>
            <a:prstDash val="solid"/>
          </a:ln>
        </p:spPr>
      </p:sp>
      <p:sp>
        <p:nvSpPr>
          <p:cNvPr id="36" name="Text 33"/>
          <p:cNvSpPr txBox="1"/>
          <p:nvPr/>
        </p:nvSpPr>
        <p:spPr>
          <a:xfrm>
            <a:off x="3291840" y="3346704"/>
            <a:ext cx="2240280" cy="329184"/>
          </a:xfrm>
          <a:prstGeom prst="rect">
            <a:avLst/>
          </a:prstGeom>
          <a:noFill/>
          <a:ln/>
        </p:spPr>
        <p:txBody>
          <a:bodyPr wrap="square" lIns="0" tIns="0" rIns="0" bIns="0" rtlCol="0" anchor="t"/>
          <a:lstStyle/>
          <a:p>
            <a:pPr algn="ctr" indent="0" marL="0">
              <a:buNone/>
            </a:pPr>
            <a:r>
              <a:rPr lang="en-US" sz="1500" i="1" dirty="0">
                <a:solidFill>
                  <a:schemeClr val="accent5"/>
                </a:solidFill>
              </a:rPr>
              <a:t>slapen (1)  →</a:t>
            </a:r>
            <a:endParaRPr lang="en-US" sz="1500" dirty="0"/>
          </a:p>
        </p:txBody>
      </p:sp>
      <p:sp>
        <p:nvSpPr>
          <p:cNvPr id="37" name="Text 34"/>
          <p:cNvSpPr txBox="1"/>
          <p:nvPr/>
        </p:nvSpPr>
        <p:spPr>
          <a:xfrm>
            <a:off x="3291840" y="3675888"/>
            <a:ext cx="2240280" cy="603504"/>
          </a:xfrm>
          <a:prstGeom prst="rect">
            <a:avLst/>
          </a:prstGeom>
          <a:noFill/>
          <a:ln/>
        </p:spPr>
        <p:txBody>
          <a:bodyPr wrap="square" lIns="0" tIns="0" rIns="0" bIns="0" rtlCol="0" anchor="ctr"/>
          <a:lstStyle/>
          <a:p>
            <a:pPr algn="ctr" indent="0" marL="0">
              <a:buNone/>
            </a:pPr>
            <a:r>
              <a:rPr lang="en-US" sz="3000" dirty="0">
                <a:solidFill>
                  <a:schemeClr val="tx1"/>
                </a:solidFill>
                <a:latin typeface="+mj-lt" pitchFamily="34" charset="0"/>
                <a:ea typeface="+mj-lt" pitchFamily="34" charset="-122"/>
                <a:cs typeface="+mj-lt" pitchFamily="34" charset="-120"/>
              </a:rPr>
              <a:t>sl</a:t>
            </a:r>
            <a:r>
              <a:rPr lang="en-US" sz="3000" b="1" dirty="0">
                <a:solidFill>
                  <a:schemeClr val="accent3"/>
                </a:solidFill>
                <a:latin typeface="+mj-lt" pitchFamily="34" charset="0"/>
                <a:ea typeface="+mj-lt" pitchFamily="34" charset="-122"/>
                <a:cs typeface="+mj-lt" pitchFamily="34" charset="-120"/>
              </a:rPr>
              <a:t>aa</a:t>
            </a:r>
            <a:r>
              <a:rPr lang="en-US" sz="3000" dirty="0">
                <a:solidFill>
                  <a:schemeClr val="tx1"/>
                </a:solidFill>
                <a:latin typeface="+mj-lt" pitchFamily="34" charset="0"/>
                <a:ea typeface="+mj-lt" pitchFamily="34" charset="-122"/>
                <a:cs typeface="+mj-lt" pitchFamily="34" charset="-120"/>
              </a:rPr>
              <a:t>p</a:t>
            </a:r>
            <a:endParaRPr lang="en-US" sz="3000" dirty="0"/>
          </a:p>
        </p:txBody>
      </p:sp>
      <p:sp>
        <p:nvSpPr>
          <p:cNvPr id="38" name="Shape 35"/>
          <p:cNvSpPr/>
          <p:nvPr/>
        </p:nvSpPr>
        <p:spPr>
          <a:xfrm>
            <a:off x="868680" y="4526280"/>
            <a:ext cx="2240280" cy="1051560"/>
          </a:xfrm>
          <a:prstGeom prst="roundRect">
            <a:avLst>
              <a:gd name="adj" fmla="val 6957"/>
            </a:avLst>
          </a:prstGeom>
          <a:solidFill>
            <a:srgbClr val="FFFFFF"/>
          </a:solidFill>
          <a:ln w="19050">
            <a:solidFill>
              <a:srgbClr val="2E7D4F"/>
            </a:solidFill>
            <a:prstDash val="solid"/>
          </a:ln>
        </p:spPr>
      </p:sp>
      <p:sp>
        <p:nvSpPr>
          <p:cNvPr id="39" name="Text 36"/>
          <p:cNvSpPr txBox="1"/>
          <p:nvPr/>
        </p:nvSpPr>
        <p:spPr>
          <a:xfrm>
            <a:off x="868680" y="4581144"/>
            <a:ext cx="2240280" cy="329184"/>
          </a:xfrm>
          <a:prstGeom prst="rect">
            <a:avLst/>
          </a:prstGeom>
          <a:noFill/>
          <a:ln/>
        </p:spPr>
        <p:txBody>
          <a:bodyPr wrap="square" lIns="0" tIns="0" rIns="0" bIns="0" rtlCol="0" anchor="t"/>
          <a:lstStyle/>
          <a:p>
            <a:pPr algn="ctr" indent="0" marL="0">
              <a:buNone/>
            </a:pPr>
            <a:r>
              <a:rPr lang="en-US" sz="1500" i="1" dirty="0">
                <a:solidFill>
                  <a:schemeClr val="accent5"/>
                </a:solidFill>
              </a:rPr>
              <a:t>nemen (1)  →</a:t>
            </a:r>
            <a:endParaRPr lang="en-US" sz="1500" dirty="0"/>
          </a:p>
        </p:txBody>
      </p:sp>
      <p:sp>
        <p:nvSpPr>
          <p:cNvPr id="40" name="Text 37"/>
          <p:cNvSpPr txBox="1"/>
          <p:nvPr/>
        </p:nvSpPr>
        <p:spPr>
          <a:xfrm>
            <a:off x="868680" y="4910328"/>
            <a:ext cx="2240280" cy="603504"/>
          </a:xfrm>
          <a:prstGeom prst="rect">
            <a:avLst/>
          </a:prstGeom>
          <a:noFill/>
          <a:ln/>
        </p:spPr>
        <p:txBody>
          <a:bodyPr wrap="square" lIns="0" tIns="0" rIns="0" bIns="0" rtlCol="0" anchor="ctr"/>
          <a:lstStyle/>
          <a:p>
            <a:pPr algn="ctr" indent="0" marL="0">
              <a:buNone/>
            </a:pPr>
            <a:r>
              <a:rPr lang="en-US" sz="3000" dirty="0">
                <a:solidFill>
                  <a:schemeClr val="tx1"/>
                </a:solidFill>
                <a:latin typeface="+mj-lt" pitchFamily="34" charset="0"/>
                <a:ea typeface="+mj-lt" pitchFamily="34" charset="-122"/>
                <a:cs typeface="+mj-lt" pitchFamily="34" charset="-120"/>
              </a:rPr>
              <a:t>n</a:t>
            </a:r>
            <a:r>
              <a:rPr lang="en-US" sz="3000" b="1" dirty="0">
                <a:solidFill>
                  <a:schemeClr val="accent3"/>
                </a:solidFill>
                <a:latin typeface="+mj-lt" pitchFamily="34" charset="0"/>
                <a:ea typeface="+mj-lt" pitchFamily="34" charset="-122"/>
                <a:cs typeface="+mj-lt" pitchFamily="34" charset="-120"/>
              </a:rPr>
              <a:t>ee</a:t>
            </a:r>
            <a:r>
              <a:rPr lang="en-US" sz="3000" dirty="0">
                <a:solidFill>
                  <a:schemeClr val="tx1"/>
                </a:solidFill>
                <a:latin typeface="+mj-lt" pitchFamily="34" charset="0"/>
                <a:ea typeface="+mj-lt" pitchFamily="34" charset="-122"/>
                <a:cs typeface="+mj-lt" pitchFamily="34" charset="-120"/>
              </a:rPr>
              <a:t>m</a:t>
            </a:r>
            <a:endParaRPr lang="en-US" sz="3000" dirty="0"/>
          </a:p>
        </p:txBody>
      </p:sp>
      <p:sp>
        <p:nvSpPr>
          <p:cNvPr id="41" name="Shape 38"/>
          <p:cNvSpPr/>
          <p:nvPr/>
        </p:nvSpPr>
        <p:spPr>
          <a:xfrm>
            <a:off x="3291840" y="4526280"/>
            <a:ext cx="2240280" cy="1051560"/>
          </a:xfrm>
          <a:prstGeom prst="roundRect">
            <a:avLst>
              <a:gd name="adj" fmla="val 6957"/>
            </a:avLst>
          </a:prstGeom>
          <a:solidFill>
            <a:srgbClr val="FFFFFF"/>
          </a:solidFill>
          <a:ln w="19050">
            <a:solidFill>
              <a:srgbClr val="2E7D4F"/>
            </a:solidFill>
            <a:prstDash val="solid"/>
          </a:ln>
        </p:spPr>
      </p:sp>
      <p:sp>
        <p:nvSpPr>
          <p:cNvPr id="42" name="Text 39"/>
          <p:cNvSpPr txBox="1"/>
          <p:nvPr/>
        </p:nvSpPr>
        <p:spPr>
          <a:xfrm>
            <a:off x="3291840" y="4581144"/>
            <a:ext cx="2240280" cy="329184"/>
          </a:xfrm>
          <a:prstGeom prst="rect">
            <a:avLst/>
          </a:prstGeom>
          <a:noFill/>
          <a:ln/>
        </p:spPr>
        <p:txBody>
          <a:bodyPr wrap="square" lIns="0" tIns="0" rIns="0" bIns="0" rtlCol="0" anchor="t"/>
          <a:lstStyle/>
          <a:p>
            <a:pPr algn="ctr" indent="0" marL="0">
              <a:buNone/>
            </a:pPr>
            <a:r>
              <a:rPr lang="en-US" sz="1500" i="1" dirty="0">
                <a:solidFill>
                  <a:schemeClr val="accent5"/>
                </a:solidFill>
              </a:rPr>
              <a:t>koken (1)  →</a:t>
            </a:r>
            <a:endParaRPr lang="en-US" sz="1500" dirty="0"/>
          </a:p>
        </p:txBody>
      </p:sp>
      <p:sp>
        <p:nvSpPr>
          <p:cNvPr id="43" name="Text 40"/>
          <p:cNvSpPr txBox="1"/>
          <p:nvPr/>
        </p:nvSpPr>
        <p:spPr>
          <a:xfrm>
            <a:off x="3291840" y="4910328"/>
            <a:ext cx="2240280" cy="603504"/>
          </a:xfrm>
          <a:prstGeom prst="rect">
            <a:avLst/>
          </a:prstGeom>
          <a:noFill/>
          <a:ln/>
        </p:spPr>
        <p:txBody>
          <a:bodyPr wrap="square" lIns="0" tIns="0" rIns="0" bIns="0" rtlCol="0" anchor="ctr"/>
          <a:lstStyle/>
          <a:p>
            <a:pPr algn="ctr" indent="0" marL="0">
              <a:buNone/>
            </a:pPr>
            <a:r>
              <a:rPr lang="en-US" sz="3000" dirty="0">
                <a:solidFill>
                  <a:schemeClr val="tx1"/>
                </a:solidFill>
                <a:latin typeface="+mj-lt" pitchFamily="34" charset="0"/>
                <a:ea typeface="+mj-lt" pitchFamily="34" charset="-122"/>
                <a:cs typeface="+mj-lt" pitchFamily="34" charset="-120"/>
              </a:rPr>
              <a:t>k</a:t>
            </a:r>
            <a:r>
              <a:rPr lang="en-US" sz="3000" b="1" dirty="0">
                <a:solidFill>
                  <a:schemeClr val="accent3"/>
                </a:solidFill>
                <a:latin typeface="+mj-lt" pitchFamily="34" charset="0"/>
                <a:ea typeface="+mj-lt" pitchFamily="34" charset="-122"/>
                <a:cs typeface="+mj-lt" pitchFamily="34" charset="-120"/>
              </a:rPr>
              <a:t>oo</a:t>
            </a:r>
            <a:r>
              <a:rPr lang="en-US" sz="3000" dirty="0">
                <a:solidFill>
                  <a:schemeClr val="tx1"/>
                </a:solidFill>
                <a:latin typeface="+mj-lt" pitchFamily="34" charset="0"/>
                <a:ea typeface="+mj-lt" pitchFamily="34" charset="-122"/>
                <a:cs typeface="+mj-lt" pitchFamily="34" charset="-120"/>
              </a:rPr>
              <a:t>k</a:t>
            </a:r>
            <a:endParaRPr lang="en-US" sz="3000" dirty="0"/>
          </a:p>
        </p:txBody>
      </p:sp>
      <p:sp>
        <p:nvSpPr>
          <p:cNvPr id="44" name="Shape 41"/>
          <p:cNvSpPr/>
          <p:nvPr/>
        </p:nvSpPr>
        <p:spPr>
          <a:xfrm>
            <a:off x="6291072" y="2606040"/>
            <a:ext cx="5349240" cy="3291840"/>
          </a:xfrm>
          <a:prstGeom prst="roundRect">
            <a:avLst>
              <a:gd name="adj" fmla="val 2222"/>
            </a:avLst>
          </a:prstGeom>
          <a:solidFill>
            <a:schemeClr val="accent4">
              <a:alpha val="10000"/>
            </a:schemeClr>
          </a:solidFill>
          <a:ln w="25400">
            <a:solidFill>
              <a:srgbClr val="B4236A"/>
            </a:solidFill>
            <a:prstDash val="solid"/>
          </a:ln>
        </p:spPr>
      </p:sp>
      <p:sp>
        <p:nvSpPr>
          <p:cNvPr id="45" name="Text 42"/>
          <p:cNvSpPr txBox="1"/>
          <p:nvPr/>
        </p:nvSpPr>
        <p:spPr>
          <a:xfrm>
            <a:off x="6291072" y="2670048"/>
            <a:ext cx="5349240" cy="502920"/>
          </a:xfrm>
          <a:prstGeom prst="rect">
            <a:avLst/>
          </a:prstGeom>
          <a:noFill/>
          <a:ln/>
        </p:spPr>
        <p:txBody>
          <a:bodyPr wrap="square" lIns="0" tIns="0" rIns="0" bIns="0" rtlCol="0" anchor="ctr"/>
          <a:lstStyle/>
          <a:p>
            <a:pPr algn="ctr" indent="0" marL="0">
              <a:buNone/>
            </a:pPr>
            <a:r>
              <a:rPr lang="en-US" sz="2600" b="1" dirty="0">
                <a:solidFill>
                  <a:schemeClr val="accent4"/>
                </a:solidFill>
                <a:latin typeface="+mj-lt" pitchFamily="34" charset="0"/>
                <a:ea typeface="+mj-lt" pitchFamily="34" charset="-122"/>
                <a:cs typeface="+mj-lt" pitchFamily="34" charset="-120"/>
              </a:rPr>
              <a:t>COURT</a:t>
            </a:r>
            <a:endParaRPr lang="en-US" sz="2600" dirty="0"/>
          </a:p>
        </p:txBody>
      </p:sp>
      <p:sp>
        <p:nvSpPr>
          <p:cNvPr id="46" name="Shape 43"/>
          <p:cNvSpPr/>
          <p:nvPr/>
        </p:nvSpPr>
        <p:spPr>
          <a:xfrm>
            <a:off x="6611112" y="3291840"/>
            <a:ext cx="2240280" cy="1051560"/>
          </a:xfrm>
          <a:prstGeom prst="roundRect">
            <a:avLst>
              <a:gd name="adj" fmla="val 6957"/>
            </a:avLst>
          </a:prstGeom>
          <a:solidFill>
            <a:srgbClr val="FFFFFF"/>
          </a:solidFill>
          <a:ln w="19050">
            <a:solidFill>
              <a:srgbClr val="B4236A"/>
            </a:solidFill>
            <a:prstDash val="solid"/>
          </a:ln>
        </p:spPr>
      </p:sp>
      <p:sp>
        <p:nvSpPr>
          <p:cNvPr id="47" name="Text 44"/>
          <p:cNvSpPr txBox="1"/>
          <p:nvPr/>
        </p:nvSpPr>
        <p:spPr>
          <a:xfrm>
            <a:off x="6611112" y="3346704"/>
            <a:ext cx="2240280" cy="329184"/>
          </a:xfrm>
          <a:prstGeom prst="rect">
            <a:avLst/>
          </a:prstGeom>
          <a:noFill/>
          <a:ln/>
        </p:spPr>
        <p:txBody>
          <a:bodyPr wrap="square" lIns="0" tIns="0" rIns="0" bIns="0" rtlCol="0" anchor="t"/>
          <a:lstStyle/>
          <a:p>
            <a:pPr algn="ctr" indent="0" marL="0">
              <a:buNone/>
            </a:pPr>
            <a:r>
              <a:rPr lang="en-US" sz="1500" i="1" dirty="0">
                <a:solidFill>
                  <a:schemeClr val="accent5"/>
                </a:solidFill>
              </a:rPr>
              <a:t>zeggen (2)  →</a:t>
            </a:r>
            <a:endParaRPr lang="en-US" sz="1500" dirty="0"/>
          </a:p>
        </p:txBody>
      </p:sp>
      <p:sp>
        <p:nvSpPr>
          <p:cNvPr id="48" name="Text 45"/>
          <p:cNvSpPr txBox="1"/>
          <p:nvPr/>
        </p:nvSpPr>
        <p:spPr>
          <a:xfrm>
            <a:off x="6611112" y="3675888"/>
            <a:ext cx="2240280" cy="603504"/>
          </a:xfrm>
          <a:prstGeom prst="rect">
            <a:avLst/>
          </a:prstGeom>
          <a:noFill/>
          <a:ln/>
        </p:spPr>
        <p:txBody>
          <a:bodyPr wrap="square" lIns="0" tIns="0" rIns="0" bIns="0" rtlCol="0" anchor="ctr"/>
          <a:lstStyle/>
          <a:p>
            <a:pPr algn="ctr" indent="0" marL="0">
              <a:buNone/>
            </a:pPr>
            <a:r>
              <a:rPr lang="en-US" sz="3000" dirty="0">
                <a:solidFill>
                  <a:schemeClr val="tx1"/>
                </a:solidFill>
                <a:latin typeface="+mj-lt" pitchFamily="34" charset="0"/>
                <a:ea typeface="+mj-lt" pitchFamily="34" charset="-122"/>
                <a:cs typeface="+mj-lt" pitchFamily="34" charset="-120"/>
              </a:rPr>
              <a:t>z</a:t>
            </a:r>
            <a:r>
              <a:rPr lang="en-US" sz="3000" b="1" dirty="0">
                <a:solidFill>
                  <a:schemeClr val="accent4"/>
                </a:solidFill>
                <a:latin typeface="+mj-lt" pitchFamily="34" charset="0"/>
                <a:ea typeface="+mj-lt" pitchFamily="34" charset="-122"/>
                <a:cs typeface="+mj-lt" pitchFamily="34" charset="-120"/>
              </a:rPr>
              <a:t>e</a:t>
            </a:r>
            <a:r>
              <a:rPr lang="en-US" sz="3000" dirty="0">
                <a:solidFill>
                  <a:schemeClr val="tx1"/>
                </a:solidFill>
                <a:latin typeface="+mj-lt" pitchFamily="34" charset="0"/>
                <a:ea typeface="+mj-lt" pitchFamily="34" charset="-122"/>
                <a:cs typeface="+mj-lt" pitchFamily="34" charset="-120"/>
              </a:rPr>
              <a:t>g</a:t>
            </a:r>
            <a:endParaRPr lang="en-US" sz="3000" dirty="0"/>
          </a:p>
        </p:txBody>
      </p:sp>
      <p:sp>
        <p:nvSpPr>
          <p:cNvPr id="49" name="Shape 46"/>
          <p:cNvSpPr/>
          <p:nvPr/>
        </p:nvSpPr>
        <p:spPr>
          <a:xfrm>
            <a:off x="9034272" y="3291840"/>
            <a:ext cx="2240280" cy="1051560"/>
          </a:xfrm>
          <a:prstGeom prst="roundRect">
            <a:avLst>
              <a:gd name="adj" fmla="val 6957"/>
            </a:avLst>
          </a:prstGeom>
          <a:solidFill>
            <a:srgbClr val="FFFFFF"/>
          </a:solidFill>
          <a:ln w="19050">
            <a:solidFill>
              <a:srgbClr val="B4236A"/>
            </a:solidFill>
            <a:prstDash val="solid"/>
          </a:ln>
        </p:spPr>
      </p:sp>
      <p:sp>
        <p:nvSpPr>
          <p:cNvPr id="50" name="Text 47"/>
          <p:cNvSpPr txBox="1"/>
          <p:nvPr/>
        </p:nvSpPr>
        <p:spPr>
          <a:xfrm>
            <a:off x="9034272" y="3346704"/>
            <a:ext cx="2240280" cy="329184"/>
          </a:xfrm>
          <a:prstGeom prst="rect">
            <a:avLst/>
          </a:prstGeom>
          <a:noFill/>
          <a:ln/>
        </p:spPr>
        <p:txBody>
          <a:bodyPr wrap="square" lIns="0" tIns="0" rIns="0" bIns="0" rtlCol="0" anchor="t"/>
          <a:lstStyle/>
          <a:p>
            <a:pPr algn="ctr" indent="0" marL="0">
              <a:buNone/>
            </a:pPr>
            <a:r>
              <a:rPr lang="en-US" sz="1500" i="1" dirty="0">
                <a:solidFill>
                  <a:schemeClr val="accent5"/>
                </a:solidFill>
              </a:rPr>
              <a:t>werken (2)  →</a:t>
            </a:r>
            <a:endParaRPr lang="en-US" sz="1500" dirty="0"/>
          </a:p>
        </p:txBody>
      </p:sp>
      <p:sp>
        <p:nvSpPr>
          <p:cNvPr id="51" name="Text 48"/>
          <p:cNvSpPr txBox="1"/>
          <p:nvPr/>
        </p:nvSpPr>
        <p:spPr>
          <a:xfrm>
            <a:off x="9034272" y="3675888"/>
            <a:ext cx="2240280" cy="603504"/>
          </a:xfrm>
          <a:prstGeom prst="rect">
            <a:avLst/>
          </a:prstGeom>
          <a:noFill/>
          <a:ln/>
        </p:spPr>
        <p:txBody>
          <a:bodyPr wrap="square" lIns="0" tIns="0" rIns="0" bIns="0" rtlCol="0" anchor="ctr"/>
          <a:lstStyle/>
          <a:p>
            <a:pPr algn="ctr" indent="0" marL="0">
              <a:buNone/>
            </a:pPr>
            <a:r>
              <a:rPr lang="en-US" sz="3000" dirty="0">
                <a:solidFill>
                  <a:schemeClr val="tx1"/>
                </a:solidFill>
                <a:latin typeface="+mj-lt" pitchFamily="34" charset="0"/>
                <a:ea typeface="+mj-lt" pitchFamily="34" charset="-122"/>
                <a:cs typeface="+mj-lt" pitchFamily="34" charset="-120"/>
              </a:rPr>
              <a:t>w</a:t>
            </a:r>
            <a:r>
              <a:rPr lang="en-US" sz="3000" b="1" dirty="0">
                <a:solidFill>
                  <a:schemeClr val="accent4"/>
                </a:solidFill>
                <a:latin typeface="+mj-lt" pitchFamily="34" charset="0"/>
                <a:ea typeface="+mj-lt" pitchFamily="34" charset="-122"/>
                <a:cs typeface="+mj-lt" pitchFamily="34" charset="-120"/>
              </a:rPr>
              <a:t>e</a:t>
            </a:r>
            <a:r>
              <a:rPr lang="en-US" sz="3000" dirty="0">
                <a:solidFill>
                  <a:schemeClr val="tx1"/>
                </a:solidFill>
                <a:latin typeface="+mj-lt" pitchFamily="34" charset="0"/>
                <a:ea typeface="+mj-lt" pitchFamily="34" charset="-122"/>
                <a:cs typeface="+mj-lt" pitchFamily="34" charset="-120"/>
              </a:rPr>
              <a:t>rk</a:t>
            </a:r>
            <a:endParaRPr lang="en-US" sz="3000" dirty="0"/>
          </a:p>
        </p:txBody>
      </p:sp>
      <p:sp>
        <p:nvSpPr>
          <p:cNvPr id="52" name="Shape 49"/>
          <p:cNvSpPr/>
          <p:nvPr/>
        </p:nvSpPr>
        <p:spPr>
          <a:xfrm>
            <a:off x="6611112" y="4526280"/>
            <a:ext cx="2240280" cy="1051560"/>
          </a:xfrm>
          <a:prstGeom prst="roundRect">
            <a:avLst>
              <a:gd name="adj" fmla="val 6957"/>
            </a:avLst>
          </a:prstGeom>
          <a:solidFill>
            <a:srgbClr val="FFFFFF"/>
          </a:solidFill>
          <a:ln w="19050">
            <a:solidFill>
              <a:srgbClr val="B4236A"/>
            </a:solidFill>
            <a:prstDash val="solid"/>
          </a:ln>
        </p:spPr>
      </p:sp>
      <p:sp>
        <p:nvSpPr>
          <p:cNvPr id="53" name="Text 50"/>
          <p:cNvSpPr txBox="1"/>
          <p:nvPr/>
        </p:nvSpPr>
        <p:spPr>
          <a:xfrm>
            <a:off x="6611112" y="4581144"/>
            <a:ext cx="2240280" cy="329184"/>
          </a:xfrm>
          <a:prstGeom prst="rect">
            <a:avLst/>
          </a:prstGeom>
          <a:noFill/>
          <a:ln/>
        </p:spPr>
        <p:txBody>
          <a:bodyPr wrap="square" lIns="0" tIns="0" rIns="0" bIns="0" rtlCol="0" anchor="t"/>
          <a:lstStyle/>
          <a:p>
            <a:pPr algn="ctr" indent="0" marL="0">
              <a:buNone/>
            </a:pPr>
            <a:r>
              <a:rPr lang="en-US" sz="1500" i="1" dirty="0">
                <a:solidFill>
                  <a:schemeClr val="accent5"/>
                </a:solidFill>
              </a:rPr>
              <a:t>pakken (2)  →</a:t>
            </a:r>
            <a:endParaRPr lang="en-US" sz="1500" dirty="0"/>
          </a:p>
        </p:txBody>
      </p:sp>
      <p:sp>
        <p:nvSpPr>
          <p:cNvPr id="54" name="Text 51"/>
          <p:cNvSpPr txBox="1"/>
          <p:nvPr/>
        </p:nvSpPr>
        <p:spPr>
          <a:xfrm>
            <a:off x="6611112" y="4910328"/>
            <a:ext cx="2240280" cy="603504"/>
          </a:xfrm>
          <a:prstGeom prst="rect">
            <a:avLst/>
          </a:prstGeom>
          <a:noFill/>
          <a:ln/>
        </p:spPr>
        <p:txBody>
          <a:bodyPr wrap="square" lIns="0" tIns="0" rIns="0" bIns="0" rtlCol="0" anchor="ctr"/>
          <a:lstStyle/>
          <a:p>
            <a:pPr algn="ctr" indent="0" marL="0">
              <a:buNone/>
            </a:pPr>
            <a:r>
              <a:rPr lang="en-US" sz="3000" dirty="0">
                <a:solidFill>
                  <a:schemeClr val="tx1"/>
                </a:solidFill>
                <a:latin typeface="+mj-lt" pitchFamily="34" charset="0"/>
                <a:ea typeface="+mj-lt" pitchFamily="34" charset="-122"/>
                <a:cs typeface="+mj-lt" pitchFamily="34" charset="-120"/>
              </a:rPr>
              <a:t>p</a:t>
            </a:r>
            <a:r>
              <a:rPr lang="en-US" sz="3000" b="1" dirty="0">
                <a:solidFill>
                  <a:schemeClr val="accent4"/>
                </a:solidFill>
                <a:latin typeface="+mj-lt" pitchFamily="34" charset="0"/>
                <a:ea typeface="+mj-lt" pitchFamily="34" charset="-122"/>
                <a:cs typeface="+mj-lt" pitchFamily="34" charset="-120"/>
              </a:rPr>
              <a:t>a</a:t>
            </a:r>
            <a:r>
              <a:rPr lang="en-US" sz="3000" dirty="0">
                <a:solidFill>
                  <a:schemeClr val="tx1"/>
                </a:solidFill>
                <a:latin typeface="+mj-lt" pitchFamily="34" charset="0"/>
                <a:ea typeface="+mj-lt" pitchFamily="34" charset="-122"/>
                <a:cs typeface="+mj-lt" pitchFamily="34" charset="-120"/>
              </a:rPr>
              <a:t>k</a:t>
            </a:r>
            <a:endParaRPr lang="en-US" sz="3000" dirty="0"/>
          </a:p>
        </p:txBody>
      </p:sp>
      <p:sp>
        <p:nvSpPr>
          <p:cNvPr id="55" name="Shape 52"/>
          <p:cNvSpPr/>
          <p:nvPr/>
        </p:nvSpPr>
        <p:spPr>
          <a:xfrm>
            <a:off x="9034272" y="4526280"/>
            <a:ext cx="2240280" cy="1051560"/>
          </a:xfrm>
          <a:prstGeom prst="roundRect">
            <a:avLst>
              <a:gd name="adj" fmla="val 6957"/>
            </a:avLst>
          </a:prstGeom>
          <a:solidFill>
            <a:srgbClr val="FFFFFF"/>
          </a:solidFill>
          <a:ln w="19050">
            <a:solidFill>
              <a:srgbClr val="B4236A"/>
            </a:solidFill>
            <a:prstDash val="solid"/>
          </a:ln>
        </p:spPr>
      </p:sp>
      <p:sp>
        <p:nvSpPr>
          <p:cNvPr id="56" name="Text 53"/>
          <p:cNvSpPr txBox="1"/>
          <p:nvPr/>
        </p:nvSpPr>
        <p:spPr>
          <a:xfrm>
            <a:off x="9034272" y="4581144"/>
            <a:ext cx="2240280" cy="329184"/>
          </a:xfrm>
          <a:prstGeom prst="rect">
            <a:avLst/>
          </a:prstGeom>
          <a:noFill/>
          <a:ln/>
        </p:spPr>
        <p:txBody>
          <a:bodyPr wrap="square" lIns="0" tIns="0" rIns="0" bIns="0" rtlCol="0" anchor="t"/>
          <a:lstStyle/>
          <a:p>
            <a:pPr algn="ctr" indent="0" marL="0">
              <a:buNone/>
            </a:pPr>
            <a:r>
              <a:rPr lang="en-US" sz="1500" i="1" dirty="0">
                <a:solidFill>
                  <a:schemeClr val="accent5"/>
                </a:solidFill>
              </a:rPr>
              <a:t>stoppen (2)  →</a:t>
            </a:r>
            <a:endParaRPr lang="en-US" sz="1500" dirty="0"/>
          </a:p>
        </p:txBody>
      </p:sp>
      <p:sp>
        <p:nvSpPr>
          <p:cNvPr id="57" name="Text 54"/>
          <p:cNvSpPr txBox="1"/>
          <p:nvPr/>
        </p:nvSpPr>
        <p:spPr>
          <a:xfrm>
            <a:off x="9034272" y="4910328"/>
            <a:ext cx="2240280" cy="603504"/>
          </a:xfrm>
          <a:prstGeom prst="rect">
            <a:avLst/>
          </a:prstGeom>
          <a:noFill/>
          <a:ln/>
        </p:spPr>
        <p:txBody>
          <a:bodyPr wrap="square" lIns="0" tIns="0" rIns="0" bIns="0" rtlCol="0" anchor="ctr"/>
          <a:lstStyle/>
          <a:p>
            <a:pPr algn="ctr" indent="0" marL="0">
              <a:buNone/>
            </a:pPr>
            <a:r>
              <a:rPr lang="en-US" sz="3000" dirty="0">
                <a:solidFill>
                  <a:schemeClr val="tx1"/>
                </a:solidFill>
                <a:latin typeface="+mj-lt" pitchFamily="34" charset="0"/>
                <a:ea typeface="+mj-lt" pitchFamily="34" charset="-122"/>
                <a:cs typeface="+mj-lt" pitchFamily="34" charset="-120"/>
              </a:rPr>
              <a:t>st</a:t>
            </a:r>
            <a:r>
              <a:rPr lang="en-US" sz="3000" b="1" dirty="0">
                <a:solidFill>
                  <a:schemeClr val="accent4"/>
                </a:solidFill>
                <a:latin typeface="+mj-lt" pitchFamily="34" charset="0"/>
                <a:ea typeface="+mj-lt" pitchFamily="34" charset="-122"/>
                <a:cs typeface="+mj-lt" pitchFamily="34" charset="-120"/>
              </a:rPr>
              <a:t>o</a:t>
            </a:r>
            <a:r>
              <a:rPr lang="en-US" sz="3000" dirty="0">
                <a:solidFill>
                  <a:schemeClr val="tx1"/>
                </a:solidFill>
                <a:latin typeface="+mj-lt" pitchFamily="34" charset="0"/>
                <a:ea typeface="+mj-lt" pitchFamily="34" charset="-122"/>
                <a:cs typeface="+mj-lt" pitchFamily="34" charset="-120"/>
              </a:rPr>
              <a:t>p</a:t>
            </a:r>
            <a:endParaRPr lang="en-US" sz="3000" dirty="0"/>
          </a:p>
        </p:txBody>
      </p:sp>
      <p:sp>
        <p:nvSpPr>
          <p:cNvPr id="58" name="Shape 55"/>
          <p:cNvSpPr/>
          <p:nvPr/>
        </p:nvSpPr>
        <p:spPr>
          <a:xfrm>
            <a:off x="5660136" y="4005072"/>
            <a:ext cx="868680" cy="868680"/>
          </a:xfrm>
          <a:prstGeom prst="ellipse">
            <a:avLst/>
          </a:prstGeom>
          <a:solidFill>
            <a:schemeClr val="tx1"/>
          </a:solidFill>
          <a:ln w="12700">
            <a:solidFill>
              <a:srgbClr val="FFFFFF">
                <a:alpha val="0"/>
              </a:srgbClr>
            </a:solidFill>
            <a:prstDash val="solid"/>
          </a:ln>
        </p:spPr>
      </p:sp>
      <p:pic>
        <p:nvPicPr>
          <p:cNvPr id="59" name="Image 0" descr="Question">    </p:cNvPr>
          <p:cNvPicPr>
            <a:picLocks noChangeAspect="1"/>
          </p:cNvPicPr>
          <p:nvPr/>
        </p:nvPicPr>
        <p:blipFill>
          <a:blip r:embed="rId1"/>
          <a:stretch>
            <a:fillRect/>
          </a:stretch>
        </p:blipFill>
        <p:spPr>
          <a:xfrm>
            <a:off x="5868619" y="4213555"/>
            <a:ext cx="451714" cy="451714"/>
          </a:xfrm>
          <a:prstGeom prst="rect">
            <a:avLst/>
          </a:prstGeom>
        </p:spPr>
      </p:pic>
      <p:sp>
        <p:nvSpPr>
          <p:cNvPr id="60" name="Text 56"/>
          <p:cNvSpPr txBox="1"/>
          <p:nvPr/>
        </p:nvSpPr>
        <p:spPr>
          <a:xfrm>
            <a:off x="548640" y="5971032"/>
            <a:ext cx="11091672" cy="292608"/>
          </a:xfrm>
          <a:prstGeom prst="rect">
            <a:avLst/>
          </a:prstGeom>
          <a:noFill/>
          <a:ln/>
        </p:spPr>
        <p:txBody>
          <a:bodyPr wrap="square" lIns="0" tIns="0" rIns="0" bIns="0" rtlCol="0" anchor="t"/>
          <a:lstStyle/>
          <a:p>
            <a:pPr algn="ctr" indent="0" marL="0">
              <a:buNone/>
            </a:pPr>
            <a:r>
              <a:rPr lang="en-US" sz="1400" i="1" dirty="0">
                <a:solidFill>
                  <a:schemeClr val="accent5"/>
                </a:solidFill>
              </a:rPr>
              <a:t>(1) = une consonne après la voyelle → probablement long  ·  (2) = deux consonnes → court</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La formule du présent — le singulier</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548640" y="1645920"/>
            <a:ext cx="1874520" cy="2788920"/>
          </a:xfrm>
          <a:prstGeom prst="roundRect">
            <a:avLst>
              <a:gd name="adj" fmla="val 5854"/>
            </a:avLst>
          </a:prstGeom>
          <a:solidFill>
            <a:schemeClr val="tx2"/>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6" name="Text 3"/>
          <p:cNvSpPr txBox="1"/>
          <p:nvPr/>
        </p:nvSpPr>
        <p:spPr>
          <a:xfrm>
            <a:off x="548640" y="1755648"/>
            <a:ext cx="1874520" cy="365760"/>
          </a:xfrm>
          <a:prstGeom prst="rect">
            <a:avLst/>
          </a:prstGeom>
          <a:noFill/>
          <a:ln/>
        </p:spPr>
        <p:txBody>
          <a:bodyPr wrap="square" lIns="0" tIns="0" rIns="0" bIns="0" rtlCol="0" anchor="t"/>
          <a:lstStyle/>
          <a:p>
            <a:pPr algn="ctr" indent="0" marL="0">
              <a:buNone/>
            </a:pPr>
            <a:r>
              <a:rPr lang="en-US" sz="1500" i="1" dirty="0">
                <a:solidFill>
                  <a:schemeClr val="bg2"/>
                </a:solidFill>
              </a:rPr>
              <a:t>radical</a:t>
            </a:r>
            <a:endParaRPr lang="en-US" sz="1500" dirty="0"/>
          </a:p>
        </p:txBody>
      </p:sp>
      <p:sp>
        <p:nvSpPr>
          <p:cNvPr id="7" name="Text 4"/>
          <p:cNvSpPr txBox="1"/>
          <p:nvPr/>
        </p:nvSpPr>
        <p:spPr>
          <a:xfrm>
            <a:off x="548640" y="2560320"/>
            <a:ext cx="1874520" cy="914400"/>
          </a:xfrm>
          <a:prstGeom prst="rect">
            <a:avLst/>
          </a:prstGeom>
          <a:noFill/>
          <a:ln/>
        </p:spPr>
        <p:txBody>
          <a:bodyPr wrap="square" lIns="0" tIns="0" rIns="0" bIns="0" rtlCol="0" anchor="ctr"/>
          <a:lstStyle/>
          <a:p>
            <a:pPr algn="ctr" indent="0" marL="0">
              <a:buNone/>
            </a:pPr>
            <a:r>
              <a:rPr lang="en-US" sz="3600" b="1" dirty="0">
                <a:solidFill>
                  <a:schemeClr val="bg1"/>
                </a:solidFill>
                <a:latin typeface="+mj-lt" pitchFamily="34" charset="0"/>
                <a:ea typeface="+mj-lt" pitchFamily="34" charset="-122"/>
                <a:cs typeface="+mj-lt" pitchFamily="34" charset="-120"/>
              </a:rPr>
              <a:t>WERK</a:t>
            </a:r>
            <a:endParaRPr lang="en-US" sz="3600" dirty="0"/>
          </a:p>
        </p:txBody>
      </p:sp>
      <p:sp>
        <p:nvSpPr>
          <p:cNvPr id="8" name="Shape 5"/>
          <p:cNvSpPr/>
          <p:nvPr/>
        </p:nvSpPr>
        <p:spPr>
          <a:xfrm>
            <a:off x="2423160" y="1965960"/>
            <a:ext cx="3566160" cy="914"/>
          </a:xfrm>
          <a:prstGeom prst="line">
            <a:avLst/>
          </a:prstGeom>
          <a:noFill/>
          <a:ln w="44450">
            <a:solidFill>
              <a:srgbClr val="4A5A70"/>
            </a:solidFill>
            <a:prstDash val="solid"/>
            <a:tailEnd type="triangle"/>
          </a:ln>
        </p:spPr>
      </p:sp>
      <p:sp>
        <p:nvSpPr>
          <p:cNvPr id="9" name="Shape 6"/>
          <p:cNvSpPr/>
          <p:nvPr/>
        </p:nvSpPr>
        <p:spPr>
          <a:xfrm>
            <a:off x="3383280" y="1636776"/>
            <a:ext cx="1188720" cy="658368"/>
          </a:xfrm>
          <a:prstGeom prst="roundRect">
            <a:avLst>
              <a:gd name="adj" fmla="val 11111"/>
            </a:avLst>
          </a:prstGeom>
          <a:solidFill>
            <a:srgbClr val="FFFFFF"/>
          </a:solidFill>
          <a:ln w="28575">
            <a:solidFill>
              <a:srgbClr val="4A5A70"/>
            </a:solidFill>
            <a:prstDash val="solid"/>
          </a:ln>
        </p:spPr>
      </p:sp>
      <p:sp>
        <p:nvSpPr>
          <p:cNvPr id="10" name="Text 7"/>
          <p:cNvSpPr txBox="1"/>
          <p:nvPr/>
        </p:nvSpPr>
        <p:spPr>
          <a:xfrm>
            <a:off x="3383280" y="1636776"/>
            <a:ext cx="1188720" cy="658368"/>
          </a:xfrm>
          <a:prstGeom prst="rect">
            <a:avLst/>
          </a:prstGeom>
          <a:noFill/>
          <a:ln/>
        </p:spPr>
        <p:txBody>
          <a:bodyPr wrap="square" lIns="0" tIns="0" rIns="0" bIns="0" rtlCol="0" anchor="ctr"/>
          <a:lstStyle/>
          <a:p>
            <a:pPr algn="ctr" indent="0" marL="0">
              <a:buNone/>
            </a:pPr>
            <a:r>
              <a:rPr lang="en-US" sz="2600" b="1" dirty="0">
                <a:solidFill>
                  <a:schemeClr val="accent5"/>
                </a:solidFill>
              </a:rPr>
              <a:t>∅</a:t>
            </a:r>
            <a:endParaRPr lang="en-US" sz="2600" dirty="0"/>
          </a:p>
        </p:txBody>
      </p:sp>
      <p:sp>
        <p:nvSpPr>
          <p:cNvPr id="11" name="Shape 8"/>
          <p:cNvSpPr/>
          <p:nvPr/>
        </p:nvSpPr>
        <p:spPr>
          <a:xfrm>
            <a:off x="6035040" y="1600200"/>
            <a:ext cx="4023360" cy="658368"/>
          </a:xfrm>
          <a:prstGeom prst="roundRect">
            <a:avLst>
              <a:gd name="adj" fmla="val 8333"/>
            </a:avLst>
          </a:prstGeom>
          <a:solidFill>
            <a:schemeClr val="bg2"/>
          </a:solidFill>
          <a:ln w="19050">
            <a:solidFill>
              <a:srgbClr val="17375E"/>
            </a:solidFill>
            <a:prstDash val="solid"/>
          </a:ln>
        </p:spPr>
      </p:sp>
      <p:sp>
        <p:nvSpPr>
          <p:cNvPr id="12" name="Shape 9"/>
          <p:cNvSpPr/>
          <p:nvPr/>
        </p:nvSpPr>
        <p:spPr>
          <a:xfrm>
            <a:off x="6355080" y="2203704"/>
            <a:ext cx="201168" cy="201168"/>
          </a:xfrm>
          <a:prstGeom prst="ellipse">
            <a:avLst/>
          </a:prstGeom>
          <a:solidFill>
            <a:schemeClr val="tx2"/>
          </a:solidFill>
          <a:ln w="12700">
            <a:solidFill>
              <a:srgbClr val="FFFFFF">
                <a:alpha val="0"/>
              </a:srgbClr>
            </a:solidFill>
            <a:prstDash val="solid"/>
          </a:ln>
        </p:spPr>
      </p:sp>
      <p:sp>
        <p:nvSpPr>
          <p:cNvPr id="13" name="Shape 10"/>
          <p:cNvSpPr/>
          <p:nvPr/>
        </p:nvSpPr>
        <p:spPr>
          <a:xfrm>
            <a:off x="9555480" y="2203704"/>
            <a:ext cx="201168" cy="201168"/>
          </a:xfrm>
          <a:prstGeom prst="ellipse">
            <a:avLst/>
          </a:prstGeom>
          <a:solidFill>
            <a:schemeClr val="tx2"/>
          </a:solidFill>
          <a:ln w="12700">
            <a:solidFill>
              <a:srgbClr val="FFFFFF">
                <a:alpha val="0"/>
              </a:srgbClr>
            </a:solidFill>
            <a:prstDash val="solid"/>
          </a:ln>
        </p:spPr>
      </p:sp>
      <p:sp>
        <p:nvSpPr>
          <p:cNvPr id="14" name="Text 11"/>
          <p:cNvSpPr txBox="1"/>
          <p:nvPr/>
        </p:nvSpPr>
        <p:spPr>
          <a:xfrm>
            <a:off x="6199632" y="1600200"/>
            <a:ext cx="2606040" cy="658368"/>
          </a:xfrm>
          <a:prstGeom prst="rect">
            <a:avLst/>
          </a:prstGeom>
          <a:noFill/>
          <a:ln/>
        </p:spPr>
        <p:txBody>
          <a:bodyPr wrap="square" lIns="0" tIns="0" rIns="0" bIns="0" rtlCol="0" anchor="ctr"/>
          <a:lstStyle/>
          <a:p>
            <a:pPr algn="l" indent="0" marL="0">
              <a:buNone/>
            </a:pPr>
            <a:r>
              <a:rPr lang="en-US" sz="1700" b="1" dirty="0">
                <a:solidFill>
                  <a:schemeClr val="accent2"/>
                </a:solidFill>
              </a:rPr>
              <a:t>ik</a:t>
            </a:r>
            <a:endParaRPr lang="en-US" sz="1700" dirty="0"/>
          </a:p>
        </p:txBody>
      </p:sp>
      <p:sp>
        <p:nvSpPr>
          <p:cNvPr id="15" name="Text 12"/>
          <p:cNvSpPr txBox="1"/>
          <p:nvPr/>
        </p:nvSpPr>
        <p:spPr>
          <a:xfrm>
            <a:off x="8686800" y="1600200"/>
            <a:ext cx="1261872" cy="658368"/>
          </a:xfrm>
          <a:prstGeom prst="rect">
            <a:avLst/>
          </a:prstGeom>
          <a:noFill/>
          <a:ln/>
        </p:spPr>
        <p:txBody>
          <a:bodyPr wrap="square" lIns="0" tIns="0" rIns="0" bIns="0" rtlCol="0" anchor="ctr"/>
          <a:lstStyle/>
          <a:p>
            <a:pPr algn="r" indent="0" marL="0">
              <a:buNone/>
            </a:pPr>
            <a:r>
              <a:rPr lang="en-US" sz="2600" b="1" dirty="0">
                <a:solidFill>
                  <a:schemeClr val="accent6"/>
                </a:solidFill>
                <a:latin typeface="+mj-lt" pitchFamily="34" charset="0"/>
                <a:ea typeface="+mj-lt" pitchFamily="34" charset="-122"/>
                <a:cs typeface="+mj-lt" pitchFamily="34" charset="-120"/>
              </a:rPr>
              <a:t>werk</a:t>
            </a:r>
            <a:endParaRPr lang="en-US" sz="2600" dirty="0"/>
          </a:p>
        </p:txBody>
      </p:sp>
      <p:sp>
        <p:nvSpPr>
          <p:cNvPr id="16" name="Text 13"/>
          <p:cNvSpPr txBox="1"/>
          <p:nvPr/>
        </p:nvSpPr>
        <p:spPr>
          <a:xfrm>
            <a:off x="10195560" y="1600200"/>
            <a:ext cx="1444752" cy="658368"/>
          </a:xfrm>
          <a:prstGeom prst="rect">
            <a:avLst/>
          </a:prstGeom>
          <a:noFill/>
          <a:ln/>
        </p:spPr>
        <p:txBody>
          <a:bodyPr wrap="square" lIns="0" tIns="0" rIns="0" bIns="0" rtlCol="0" anchor="ctr"/>
          <a:lstStyle/>
          <a:p>
            <a:pPr algn="l" indent="0" marL="0">
              <a:buNone/>
            </a:pPr>
            <a:r>
              <a:rPr lang="en-US" sz="1500" i="1" dirty="0">
                <a:solidFill>
                  <a:schemeClr val="accent5"/>
                </a:solidFill>
              </a:rPr>
              <a:t>je</a:t>
            </a:r>
            <a:endParaRPr lang="en-US" sz="1500" dirty="0"/>
          </a:p>
        </p:txBody>
      </p:sp>
      <p:sp>
        <p:nvSpPr>
          <p:cNvPr id="17" name="Shape 14"/>
          <p:cNvSpPr/>
          <p:nvPr/>
        </p:nvSpPr>
        <p:spPr>
          <a:xfrm>
            <a:off x="2423160" y="3035808"/>
            <a:ext cx="3566160" cy="914"/>
          </a:xfrm>
          <a:prstGeom prst="line">
            <a:avLst/>
          </a:prstGeom>
          <a:noFill/>
          <a:ln w="44450">
            <a:solidFill>
              <a:srgbClr val="4A5A70"/>
            </a:solidFill>
            <a:prstDash val="solid"/>
            <a:tailEnd type="triangle"/>
          </a:ln>
        </p:spPr>
      </p:sp>
      <p:sp>
        <p:nvSpPr>
          <p:cNvPr id="18" name="Shape 15"/>
          <p:cNvSpPr/>
          <p:nvPr/>
        </p:nvSpPr>
        <p:spPr>
          <a:xfrm>
            <a:off x="3383280" y="2706624"/>
            <a:ext cx="1188720" cy="658368"/>
          </a:xfrm>
          <a:prstGeom prst="roundRect">
            <a:avLst>
              <a:gd name="adj" fmla="val 11111"/>
            </a:avLst>
          </a:prstGeom>
          <a:solidFill>
            <a:srgbClr val="FDF1E6"/>
          </a:solidFill>
          <a:ln w="28575">
            <a:solidFill>
              <a:srgbClr val="D9700F"/>
            </a:solidFill>
            <a:prstDash val="solid"/>
          </a:ln>
        </p:spPr>
      </p:sp>
      <p:sp>
        <p:nvSpPr>
          <p:cNvPr id="19" name="Text 16"/>
          <p:cNvSpPr txBox="1"/>
          <p:nvPr/>
        </p:nvSpPr>
        <p:spPr>
          <a:xfrm>
            <a:off x="3383280" y="2706624"/>
            <a:ext cx="1188720" cy="658368"/>
          </a:xfrm>
          <a:prstGeom prst="rect">
            <a:avLst/>
          </a:prstGeom>
          <a:noFill/>
          <a:ln/>
        </p:spPr>
        <p:txBody>
          <a:bodyPr wrap="square" lIns="0" tIns="0" rIns="0" bIns="0" rtlCol="0" anchor="ctr"/>
          <a:lstStyle/>
          <a:p>
            <a:pPr algn="ctr" indent="0" marL="0">
              <a:buNone/>
            </a:pPr>
            <a:r>
              <a:rPr lang="en-US" sz="2600" b="1" dirty="0">
                <a:solidFill>
                  <a:schemeClr val="accent5"/>
                </a:solidFill>
              </a:rPr>
              <a:t>+ </a:t>
            </a:r>
            <a:r>
              <a:rPr lang="en-US" sz="2600" b="1" dirty="0">
                <a:solidFill>
                  <a:schemeClr val="accent1"/>
                </a:solidFill>
              </a:rPr>
              <a:t>t</a:t>
            </a:r>
            <a:endParaRPr lang="en-US" sz="2600" dirty="0"/>
          </a:p>
        </p:txBody>
      </p:sp>
      <p:sp>
        <p:nvSpPr>
          <p:cNvPr id="20" name="Shape 17"/>
          <p:cNvSpPr/>
          <p:nvPr/>
        </p:nvSpPr>
        <p:spPr>
          <a:xfrm>
            <a:off x="6035040" y="2670048"/>
            <a:ext cx="4023360" cy="658368"/>
          </a:xfrm>
          <a:prstGeom prst="roundRect">
            <a:avLst>
              <a:gd name="adj" fmla="val 8333"/>
            </a:avLst>
          </a:prstGeom>
          <a:solidFill>
            <a:schemeClr val="bg2"/>
          </a:solidFill>
          <a:ln w="19050">
            <a:solidFill>
              <a:srgbClr val="17375E"/>
            </a:solidFill>
            <a:prstDash val="solid"/>
          </a:ln>
        </p:spPr>
      </p:sp>
      <p:sp>
        <p:nvSpPr>
          <p:cNvPr id="21" name="Shape 18"/>
          <p:cNvSpPr/>
          <p:nvPr/>
        </p:nvSpPr>
        <p:spPr>
          <a:xfrm>
            <a:off x="6355080" y="3273552"/>
            <a:ext cx="201168" cy="201168"/>
          </a:xfrm>
          <a:prstGeom prst="ellipse">
            <a:avLst/>
          </a:prstGeom>
          <a:solidFill>
            <a:schemeClr val="tx2"/>
          </a:solidFill>
          <a:ln w="12700">
            <a:solidFill>
              <a:srgbClr val="FFFFFF">
                <a:alpha val="0"/>
              </a:srgbClr>
            </a:solidFill>
            <a:prstDash val="solid"/>
          </a:ln>
        </p:spPr>
      </p:sp>
      <p:sp>
        <p:nvSpPr>
          <p:cNvPr id="22" name="Shape 19"/>
          <p:cNvSpPr/>
          <p:nvPr/>
        </p:nvSpPr>
        <p:spPr>
          <a:xfrm>
            <a:off x="9555480" y="3273552"/>
            <a:ext cx="201168" cy="201168"/>
          </a:xfrm>
          <a:prstGeom prst="ellipse">
            <a:avLst/>
          </a:prstGeom>
          <a:solidFill>
            <a:schemeClr val="tx2"/>
          </a:solidFill>
          <a:ln w="12700">
            <a:solidFill>
              <a:srgbClr val="FFFFFF">
                <a:alpha val="0"/>
              </a:srgbClr>
            </a:solidFill>
            <a:prstDash val="solid"/>
          </a:ln>
        </p:spPr>
      </p:sp>
      <p:sp>
        <p:nvSpPr>
          <p:cNvPr id="23" name="Text 20"/>
          <p:cNvSpPr txBox="1"/>
          <p:nvPr/>
        </p:nvSpPr>
        <p:spPr>
          <a:xfrm>
            <a:off x="6199632" y="2670048"/>
            <a:ext cx="2606040" cy="658368"/>
          </a:xfrm>
          <a:prstGeom prst="rect">
            <a:avLst/>
          </a:prstGeom>
          <a:noFill/>
          <a:ln/>
        </p:spPr>
        <p:txBody>
          <a:bodyPr wrap="square" lIns="0" tIns="0" rIns="0" bIns="0" rtlCol="0" anchor="ctr"/>
          <a:lstStyle/>
          <a:p>
            <a:pPr algn="l" indent="0" marL="0">
              <a:buNone/>
            </a:pPr>
            <a:r>
              <a:rPr lang="en-US" sz="1700" b="1" dirty="0">
                <a:solidFill>
                  <a:schemeClr val="accent2"/>
                </a:solidFill>
              </a:rPr>
              <a:t>jij / je · u</a:t>
            </a:r>
            <a:endParaRPr lang="en-US" sz="1700" dirty="0"/>
          </a:p>
        </p:txBody>
      </p:sp>
      <p:sp>
        <p:nvSpPr>
          <p:cNvPr id="24" name="Text 21"/>
          <p:cNvSpPr txBox="1"/>
          <p:nvPr/>
        </p:nvSpPr>
        <p:spPr>
          <a:xfrm>
            <a:off x="8686800" y="2670048"/>
            <a:ext cx="1261872" cy="658368"/>
          </a:xfrm>
          <a:prstGeom prst="rect">
            <a:avLst/>
          </a:prstGeom>
          <a:noFill/>
          <a:ln/>
        </p:spPr>
        <p:txBody>
          <a:bodyPr wrap="square" lIns="0" tIns="0" rIns="0" bIns="0" rtlCol="0" anchor="ctr"/>
          <a:lstStyle/>
          <a:p>
            <a:pPr algn="r" indent="0" marL="0">
              <a:buNone/>
            </a:pPr>
            <a:r>
              <a:rPr lang="en-US" sz="2600" b="1" dirty="0">
                <a:solidFill>
                  <a:schemeClr val="accent6"/>
                </a:solidFill>
                <a:latin typeface="+mj-lt" pitchFamily="34" charset="0"/>
                <a:ea typeface="+mj-lt" pitchFamily="34" charset="-122"/>
                <a:cs typeface="+mj-lt" pitchFamily="34" charset="-120"/>
              </a:rPr>
              <a:t>werk</a:t>
            </a:r>
            <a:r>
              <a:rPr lang="en-US" sz="2600" b="1" dirty="0">
                <a:solidFill>
                  <a:schemeClr val="accent1"/>
                </a:solidFill>
                <a:latin typeface="+mj-lt" pitchFamily="34" charset="0"/>
                <a:ea typeface="+mj-lt" pitchFamily="34" charset="-122"/>
                <a:cs typeface="+mj-lt" pitchFamily="34" charset="-120"/>
              </a:rPr>
              <a:t>t</a:t>
            </a:r>
            <a:endParaRPr lang="en-US" sz="2600" dirty="0"/>
          </a:p>
        </p:txBody>
      </p:sp>
      <p:sp>
        <p:nvSpPr>
          <p:cNvPr id="25" name="Text 22"/>
          <p:cNvSpPr txBox="1"/>
          <p:nvPr/>
        </p:nvSpPr>
        <p:spPr>
          <a:xfrm>
            <a:off x="10195560" y="2670048"/>
            <a:ext cx="1444752" cy="658368"/>
          </a:xfrm>
          <a:prstGeom prst="rect">
            <a:avLst/>
          </a:prstGeom>
          <a:noFill/>
          <a:ln/>
        </p:spPr>
        <p:txBody>
          <a:bodyPr wrap="square" lIns="0" tIns="0" rIns="0" bIns="0" rtlCol="0" anchor="ctr"/>
          <a:lstStyle/>
          <a:p>
            <a:pPr algn="l" indent="0" marL="0">
              <a:buNone/>
            </a:pPr>
            <a:r>
              <a:rPr lang="en-US" sz="1500" i="1" dirty="0">
                <a:solidFill>
                  <a:schemeClr val="accent5"/>
                </a:solidFill>
              </a:rPr>
              <a:t>tu · vous (poli)</a:t>
            </a:r>
            <a:endParaRPr lang="en-US" sz="1500" dirty="0"/>
          </a:p>
        </p:txBody>
      </p:sp>
      <p:sp>
        <p:nvSpPr>
          <p:cNvPr id="26" name="Shape 23"/>
          <p:cNvSpPr/>
          <p:nvPr/>
        </p:nvSpPr>
        <p:spPr>
          <a:xfrm>
            <a:off x="2423160" y="4105656"/>
            <a:ext cx="3566160" cy="914"/>
          </a:xfrm>
          <a:prstGeom prst="line">
            <a:avLst/>
          </a:prstGeom>
          <a:noFill/>
          <a:ln w="44450">
            <a:solidFill>
              <a:srgbClr val="4A5A70"/>
            </a:solidFill>
            <a:prstDash val="solid"/>
            <a:tailEnd type="triangle"/>
          </a:ln>
        </p:spPr>
      </p:sp>
      <p:sp>
        <p:nvSpPr>
          <p:cNvPr id="27" name="Shape 24"/>
          <p:cNvSpPr/>
          <p:nvPr/>
        </p:nvSpPr>
        <p:spPr>
          <a:xfrm>
            <a:off x="3383280" y="3776472"/>
            <a:ext cx="1188720" cy="658368"/>
          </a:xfrm>
          <a:prstGeom prst="roundRect">
            <a:avLst>
              <a:gd name="adj" fmla="val 11111"/>
            </a:avLst>
          </a:prstGeom>
          <a:solidFill>
            <a:srgbClr val="FDF1E6"/>
          </a:solidFill>
          <a:ln w="28575">
            <a:solidFill>
              <a:srgbClr val="D9700F"/>
            </a:solidFill>
            <a:prstDash val="solid"/>
          </a:ln>
        </p:spPr>
      </p:sp>
      <p:sp>
        <p:nvSpPr>
          <p:cNvPr id="28" name="Text 25"/>
          <p:cNvSpPr txBox="1"/>
          <p:nvPr/>
        </p:nvSpPr>
        <p:spPr>
          <a:xfrm>
            <a:off x="3383280" y="3776472"/>
            <a:ext cx="1188720" cy="658368"/>
          </a:xfrm>
          <a:prstGeom prst="rect">
            <a:avLst/>
          </a:prstGeom>
          <a:noFill/>
          <a:ln/>
        </p:spPr>
        <p:txBody>
          <a:bodyPr wrap="square" lIns="0" tIns="0" rIns="0" bIns="0" rtlCol="0" anchor="ctr"/>
          <a:lstStyle/>
          <a:p>
            <a:pPr algn="ctr" indent="0" marL="0">
              <a:buNone/>
            </a:pPr>
            <a:r>
              <a:rPr lang="en-US" sz="2600" b="1" dirty="0">
                <a:solidFill>
                  <a:schemeClr val="accent5"/>
                </a:solidFill>
              </a:rPr>
              <a:t>+ </a:t>
            </a:r>
            <a:r>
              <a:rPr lang="en-US" sz="2600" b="1" dirty="0">
                <a:solidFill>
                  <a:schemeClr val="accent1"/>
                </a:solidFill>
              </a:rPr>
              <a:t>t</a:t>
            </a:r>
            <a:endParaRPr lang="en-US" sz="2600" dirty="0"/>
          </a:p>
        </p:txBody>
      </p:sp>
      <p:sp>
        <p:nvSpPr>
          <p:cNvPr id="29" name="Shape 26"/>
          <p:cNvSpPr/>
          <p:nvPr/>
        </p:nvSpPr>
        <p:spPr>
          <a:xfrm>
            <a:off x="6035040" y="3739896"/>
            <a:ext cx="4023360" cy="658368"/>
          </a:xfrm>
          <a:prstGeom prst="roundRect">
            <a:avLst>
              <a:gd name="adj" fmla="val 8333"/>
            </a:avLst>
          </a:prstGeom>
          <a:solidFill>
            <a:schemeClr val="bg2"/>
          </a:solidFill>
          <a:ln w="19050">
            <a:solidFill>
              <a:srgbClr val="17375E"/>
            </a:solidFill>
            <a:prstDash val="solid"/>
          </a:ln>
        </p:spPr>
      </p:sp>
      <p:sp>
        <p:nvSpPr>
          <p:cNvPr id="30" name="Shape 27"/>
          <p:cNvSpPr/>
          <p:nvPr/>
        </p:nvSpPr>
        <p:spPr>
          <a:xfrm>
            <a:off x="6355080" y="4343400"/>
            <a:ext cx="201168" cy="201168"/>
          </a:xfrm>
          <a:prstGeom prst="ellipse">
            <a:avLst/>
          </a:prstGeom>
          <a:solidFill>
            <a:schemeClr val="tx2"/>
          </a:solidFill>
          <a:ln w="12700">
            <a:solidFill>
              <a:srgbClr val="FFFFFF">
                <a:alpha val="0"/>
              </a:srgbClr>
            </a:solidFill>
            <a:prstDash val="solid"/>
          </a:ln>
        </p:spPr>
      </p:sp>
      <p:sp>
        <p:nvSpPr>
          <p:cNvPr id="31" name="Shape 28"/>
          <p:cNvSpPr/>
          <p:nvPr/>
        </p:nvSpPr>
        <p:spPr>
          <a:xfrm>
            <a:off x="9555480" y="4343400"/>
            <a:ext cx="201168" cy="201168"/>
          </a:xfrm>
          <a:prstGeom prst="ellipse">
            <a:avLst/>
          </a:prstGeom>
          <a:solidFill>
            <a:schemeClr val="tx2"/>
          </a:solidFill>
          <a:ln w="12700">
            <a:solidFill>
              <a:srgbClr val="FFFFFF">
                <a:alpha val="0"/>
              </a:srgbClr>
            </a:solidFill>
            <a:prstDash val="solid"/>
          </a:ln>
        </p:spPr>
      </p:sp>
      <p:sp>
        <p:nvSpPr>
          <p:cNvPr id="32" name="Text 29"/>
          <p:cNvSpPr txBox="1"/>
          <p:nvPr/>
        </p:nvSpPr>
        <p:spPr>
          <a:xfrm>
            <a:off x="6199632" y="3739896"/>
            <a:ext cx="2606040" cy="658368"/>
          </a:xfrm>
          <a:prstGeom prst="rect">
            <a:avLst/>
          </a:prstGeom>
          <a:noFill/>
          <a:ln/>
        </p:spPr>
        <p:txBody>
          <a:bodyPr wrap="square" lIns="0" tIns="0" rIns="0" bIns="0" rtlCol="0" anchor="ctr"/>
          <a:lstStyle/>
          <a:p>
            <a:pPr algn="l" indent="0" marL="0">
              <a:buNone/>
            </a:pPr>
            <a:r>
              <a:rPr lang="en-US" sz="1700" b="1" dirty="0">
                <a:solidFill>
                  <a:schemeClr val="accent2"/>
                </a:solidFill>
              </a:rPr>
              <a:t>hij · zij / ze · het</a:t>
            </a:r>
            <a:endParaRPr lang="en-US" sz="1700" dirty="0"/>
          </a:p>
        </p:txBody>
      </p:sp>
      <p:sp>
        <p:nvSpPr>
          <p:cNvPr id="33" name="Text 30"/>
          <p:cNvSpPr txBox="1"/>
          <p:nvPr/>
        </p:nvSpPr>
        <p:spPr>
          <a:xfrm>
            <a:off x="8686800" y="3739896"/>
            <a:ext cx="1261872" cy="658368"/>
          </a:xfrm>
          <a:prstGeom prst="rect">
            <a:avLst/>
          </a:prstGeom>
          <a:noFill/>
          <a:ln/>
        </p:spPr>
        <p:txBody>
          <a:bodyPr wrap="square" lIns="0" tIns="0" rIns="0" bIns="0" rtlCol="0" anchor="ctr"/>
          <a:lstStyle/>
          <a:p>
            <a:pPr algn="r" indent="0" marL="0">
              <a:buNone/>
            </a:pPr>
            <a:r>
              <a:rPr lang="en-US" sz="2600" b="1" dirty="0">
                <a:solidFill>
                  <a:schemeClr val="accent6"/>
                </a:solidFill>
                <a:latin typeface="+mj-lt" pitchFamily="34" charset="0"/>
                <a:ea typeface="+mj-lt" pitchFamily="34" charset="-122"/>
                <a:cs typeface="+mj-lt" pitchFamily="34" charset="-120"/>
              </a:rPr>
              <a:t>werk</a:t>
            </a:r>
            <a:r>
              <a:rPr lang="en-US" sz="2600" b="1" dirty="0">
                <a:solidFill>
                  <a:schemeClr val="accent1"/>
                </a:solidFill>
                <a:latin typeface="+mj-lt" pitchFamily="34" charset="0"/>
                <a:ea typeface="+mj-lt" pitchFamily="34" charset="-122"/>
                <a:cs typeface="+mj-lt" pitchFamily="34" charset="-120"/>
              </a:rPr>
              <a:t>t</a:t>
            </a:r>
            <a:endParaRPr lang="en-US" sz="2600" dirty="0"/>
          </a:p>
        </p:txBody>
      </p:sp>
      <p:sp>
        <p:nvSpPr>
          <p:cNvPr id="34" name="Text 31"/>
          <p:cNvSpPr txBox="1"/>
          <p:nvPr/>
        </p:nvSpPr>
        <p:spPr>
          <a:xfrm>
            <a:off x="10195560" y="3739896"/>
            <a:ext cx="1444752" cy="658368"/>
          </a:xfrm>
          <a:prstGeom prst="rect">
            <a:avLst/>
          </a:prstGeom>
          <a:noFill/>
          <a:ln/>
        </p:spPr>
        <p:txBody>
          <a:bodyPr wrap="square" lIns="0" tIns="0" rIns="0" bIns="0" rtlCol="0" anchor="ctr"/>
          <a:lstStyle/>
          <a:p>
            <a:pPr algn="l" indent="0" marL="0">
              <a:buNone/>
            </a:pPr>
            <a:r>
              <a:rPr lang="en-US" sz="1500" i="1" dirty="0">
                <a:solidFill>
                  <a:schemeClr val="accent5"/>
                </a:solidFill>
              </a:rPr>
              <a:t>il · elle</a:t>
            </a:r>
            <a:endParaRPr lang="en-US" sz="1500" dirty="0"/>
          </a:p>
        </p:txBody>
      </p:sp>
      <p:sp>
        <p:nvSpPr>
          <p:cNvPr id="35" name="Text 32"/>
          <p:cNvSpPr txBox="1"/>
          <p:nvPr/>
        </p:nvSpPr>
        <p:spPr>
          <a:xfrm>
            <a:off x="3383280" y="2313432"/>
            <a:ext cx="1188720" cy="256032"/>
          </a:xfrm>
          <a:prstGeom prst="rect">
            <a:avLst/>
          </a:prstGeom>
          <a:noFill/>
          <a:ln/>
        </p:spPr>
        <p:txBody>
          <a:bodyPr wrap="square" lIns="0" tIns="0" rIns="0" bIns="0" rtlCol="0" anchor="t"/>
          <a:lstStyle/>
          <a:p>
            <a:pPr algn="ctr" indent="0" marL="0">
              <a:buNone/>
            </a:pPr>
            <a:r>
              <a:rPr lang="en-US" sz="1200" i="1" dirty="0">
                <a:solidFill>
                  <a:schemeClr val="accent5"/>
                </a:solidFill>
              </a:rPr>
              <a:t>rien</a:t>
            </a:r>
            <a:endParaRPr lang="en-US" sz="1200" dirty="0"/>
          </a:p>
        </p:txBody>
      </p:sp>
      <p:sp>
        <p:nvSpPr>
          <p:cNvPr id="36" name="Shape 33"/>
          <p:cNvSpPr/>
          <p:nvPr/>
        </p:nvSpPr>
        <p:spPr>
          <a:xfrm>
            <a:off x="548640" y="4709160"/>
            <a:ext cx="5486400" cy="1554480"/>
          </a:xfrm>
          <a:prstGeom prst="roundRect">
            <a:avLst>
              <a:gd name="adj" fmla="val 4706"/>
            </a:avLst>
          </a:prstGeom>
          <a:solidFill>
            <a:schemeClr val="bg2"/>
          </a:solidFill>
          <a:ln w="12700">
            <a:solidFill>
              <a:srgbClr val="D5DCE6"/>
            </a:solidFill>
            <a:prstDash val="solid"/>
          </a:ln>
        </p:spPr>
      </p:sp>
      <p:sp>
        <p:nvSpPr>
          <p:cNvPr id="37" name="Text 34"/>
          <p:cNvSpPr txBox="1"/>
          <p:nvPr/>
        </p:nvSpPr>
        <p:spPr>
          <a:xfrm>
            <a:off x="731520" y="4754880"/>
            <a:ext cx="5166360" cy="1463040"/>
          </a:xfrm>
          <a:prstGeom prst="rect">
            <a:avLst/>
          </a:prstGeom>
          <a:noFill/>
          <a:ln/>
        </p:spPr>
        <p:txBody>
          <a:bodyPr wrap="square" lIns="0" tIns="0" rIns="0" bIns="0" rtlCol="0" anchor="ctr"/>
          <a:lstStyle/>
          <a:p>
            <a:pPr algn="l" indent="0" marL="0">
              <a:spcAft>
                <a:spcPts val="500"/>
              </a:spcAft>
              <a:buNone/>
            </a:pPr>
            <a:r>
              <a:rPr lang="en-US" sz="1600" b="1" dirty="0">
                <a:solidFill>
                  <a:schemeClr val="tx1"/>
                </a:solidFill>
              </a:rPr>
              <a:t>ik</a:t>
            </a:r>
            <a:r>
              <a:rPr lang="en-US" sz="1600" dirty="0">
                <a:solidFill>
                  <a:schemeClr val="tx1"/>
                </a:solidFill>
              </a:rPr>
              <a:t> → radical : </a:t>
            </a:r>
            <a:r>
              <a:rPr lang="en-US" sz="1600" i="1" dirty="0">
                <a:solidFill>
                  <a:schemeClr val="tx1"/>
                </a:solidFill>
              </a:rPr>
              <a:t>ik werk</a:t>
            </a:r>
            <a:endParaRPr lang="en-US" sz="1600" dirty="0"/>
          </a:p>
          <a:p>
            <a:pPr algn="l" indent="0" marL="0">
              <a:spcAft>
                <a:spcPts val="500"/>
              </a:spcAft>
              <a:buNone/>
            </a:pPr>
            <a:r>
              <a:rPr lang="en-US" sz="1600" b="1" dirty="0">
                <a:solidFill>
                  <a:schemeClr val="tx1"/>
                </a:solidFill>
              </a:rPr>
              <a:t>jij / je · u · hij · zij / ze · het</a:t>
            </a:r>
            <a:r>
              <a:rPr lang="en-US" sz="1600" dirty="0">
                <a:solidFill>
                  <a:schemeClr val="tx1"/>
                </a:solidFill>
              </a:rPr>
              <a:t> → radical </a:t>
            </a:r>
            <a:r>
              <a:rPr lang="en-US" sz="1600" b="1" dirty="0">
                <a:solidFill>
                  <a:schemeClr val="tx1"/>
                </a:solidFill>
              </a:rPr>
              <a:t>+ </a:t>
            </a:r>
            <a:r>
              <a:rPr lang="en-US" sz="1600" b="1" dirty="0">
                <a:solidFill>
                  <a:schemeClr val="accent1"/>
                </a:solidFill>
              </a:rPr>
              <a:t>t</a:t>
            </a:r>
            <a:r>
              <a:rPr lang="en-US" sz="1600" dirty="0">
                <a:solidFill>
                  <a:schemeClr val="tx1"/>
                </a:solidFill>
              </a:rPr>
              <a:t> :</a:t>
            </a:r>
            <a:endParaRPr lang="en-US" sz="1600" dirty="0"/>
          </a:p>
          <a:p>
            <a:pPr algn="l" indent="0" marL="0">
              <a:spcAft>
                <a:spcPts val="500"/>
              </a:spcAft>
              <a:buNone/>
            </a:pPr>
            <a:r>
              <a:rPr lang="en-US" sz="1600" i="1" dirty="0">
                <a:solidFill>
                  <a:schemeClr val="tx1"/>
                </a:solidFill>
              </a:rPr>
              <a:t>jij werk</a:t>
            </a:r>
            <a:r>
              <a:rPr lang="en-US" sz="1600" b="1" i="1" dirty="0">
                <a:solidFill>
                  <a:schemeClr val="accent1"/>
                </a:solidFill>
              </a:rPr>
              <a:t>t</a:t>
            </a:r>
            <a:r>
              <a:rPr lang="en-US" sz="1600" i="1" dirty="0">
                <a:solidFill>
                  <a:schemeClr val="tx1"/>
                </a:solidFill>
              </a:rPr>
              <a:t> · u werk</a:t>
            </a:r>
            <a:r>
              <a:rPr lang="en-US" sz="1600" b="1" i="1" dirty="0">
                <a:solidFill>
                  <a:schemeClr val="accent1"/>
                </a:solidFill>
              </a:rPr>
              <a:t>t</a:t>
            </a:r>
            <a:r>
              <a:rPr lang="en-US" sz="1600" i="1" dirty="0">
                <a:solidFill>
                  <a:schemeClr val="tx1"/>
                </a:solidFill>
              </a:rPr>
              <a:t> · hij werk</a:t>
            </a:r>
            <a:r>
              <a:rPr lang="en-US" sz="1600" b="1" i="1" dirty="0">
                <a:solidFill>
                  <a:schemeClr val="accent1"/>
                </a:solidFill>
              </a:rPr>
              <a:t>t</a:t>
            </a:r>
            <a:r>
              <a:rPr lang="en-US" sz="1600" i="1" dirty="0">
                <a:solidFill>
                  <a:schemeClr val="tx1"/>
                </a:solidFill>
              </a:rPr>
              <a:t> · ze werk</a:t>
            </a:r>
            <a:r>
              <a:rPr lang="en-US" sz="1600" b="1" i="1" dirty="0">
                <a:solidFill>
                  <a:schemeClr val="accent1"/>
                </a:solidFill>
              </a:rPr>
              <a:t>t</a:t>
            </a:r>
            <a:endParaRPr lang="en-US" sz="1600" dirty="0"/>
          </a:p>
        </p:txBody>
      </p:sp>
      <p:sp>
        <p:nvSpPr>
          <p:cNvPr id="38" name="Shape 35"/>
          <p:cNvSpPr/>
          <p:nvPr/>
        </p:nvSpPr>
        <p:spPr>
          <a:xfrm>
            <a:off x="6309360" y="4709160"/>
            <a:ext cx="5330952" cy="1554480"/>
          </a:xfrm>
          <a:prstGeom prst="roundRect">
            <a:avLst>
              <a:gd name="adj" fmla="val 4706"/>
            </a:avLst>
          </a:prstGeom>
          <a:solidFill>
            <a:schemeClr val="accent1">
              <a:alpha val="10000"/>
            </a:schemeClr>
          </a:solidFill>
          <a:ln w="12700">
            <a:solidFill>
              <a:srgbClr val="D9700F"/>
            </a:solidFill>
            <a:prstDash val="solid"/>
          </a:ln>
        </p:spPr>
      </p:sp>
      <p:pic>
        <p:nvPicPr>
          <p:cNvPr id="39" name="Image 0" descr="Cog">    </p:cNvPr>
          <p:cNvPicPr>
            <a:picLocks noChangeAspect="1"/>
          </p:cNvPicPr>
          <p:nvPr/>
        </p:nvPicPr>
        <p:blipFill>
          <a:blip r:embed="rId1"/>
          <a:stretch>
            <a:fillRect/>
          </a:stretch>
        </p:blipFill>
        <p:spPr>
          <a:xfrm>
            <a:off x="6473952" y="4864608"/>
            <a:ext cx="365760" cy="365760"/>
          </a:xfrm>
          <a:prstGeom prst="rect">
            <a:avLst/>
          </a:prstGeom>
        </p:spPr>
      </p:pic>
      <p:sp>
        <p:nvSpPr>
          <p:cNvPr id="40" name="Text 36"/>
          <p:cNvSpPr txBox="1"/>
          <p:nvPr/>
        </p:nvSpPr>
        <p:spPr>
          <a:xfrm>
            <a:off x="6995160" y="4754880"/>
            <a:ext cx="4526280" cy="1463040"/>
          </a:xfrm>
          <a:prstGeom prst="rect">
            <a:avLst/>
          </a:prstGeom>
          <a:noFill/>
          <a:ln/>
        </p:spPr>
        <p:txBody>
          <a:bodyPr wrap="square" lIns="0" tIns="0" rIns="0" bIns="0" rtlCol="0" anchor="ctr"/>
          <a:lstStyle/>
          <a:p>
            <a:pPr algn="l" indent="0" marL="0">
              <a:spcAft>
                <a:spcPts val="500"/>
              </a:spcAft>
              <a:buNone/>
            </a:pPr>
            <a:r>
              <a:rPr lang="en-US" sz="1600" dirty="0">
                <a:solidFill>
                  <a:schemeClr val="tx1"/>
                </a:solidFill>
              </a:rPr>
              <a:t>Avec un ajustement :</a:t>
            </a:r>
            <a:endParaRPr lang="en-US" sz="1600" dirty="0"/>
          </a:p>
          <a:p>
            <a:pPr algn="l" indent="0" marL="0">
              <a:spcAft>
                <a:spcPts val="500"/>
              </a:spcAft>
              <a:buNone/>
            </a:pPr>
            <a:r>
              <a:rPr lang="en-US" sz="1600" i="1" dirty="0">
                <a:solidFill>
                  <a:schemeClr val="tx1"/>
                </a:solidFill>
              </a:rPr>
              <a:t>ik spreek → hij spreek</a:t>
            </a:r>
            <a:r>
              <a:rPr lang="en-US" sz="1600" b="1" i="1" dirty="0">
                <a:solidFill>
                  <a:schemeClr val="accent1"/>
                </a:solidFill>
              </a:rPr>
              <a:t>t</a:t>
            </a:r>
            <a:r>
              <a:rPr lang="en-US" sz="1600" i="1" dirty="0">
                <a:solidFill>
                  <a:schemeClr val="tx1"/>
                </a:solidFill>
              </a:rPr>
              <a:t>  ·  ik bel → hij bel</a:t>
            </a:r>
            <a:r>
              <a:rPr lang="en-US" sz="1600" b="1" i="1" dirty="0">
                <a:solidFill>
                  <a:schemeClr val="accent1"/>
                </a:solidFill>
              </a:rPr>
              <a:t>t</a:t>
            </a:r>
            <a:endParaRPr lang="en-US" sz="1600" dirty="0"/>
          </a:p>
          <a:p>
            <a:pPr algn="l" indent="0" marL="0">
              <a:spcAft>
                <a:spcPts val="500"/>
              </a:spcAft>
              <a:buNone/>
            </a:pPr>
            <a:r>
              <a:rPr lang="en-US" sz="1600" dirty="0">
                <a:solidFill>
                  <a:schemeClr val="tx1"/>
                </a:solidFill>
              </a:rPr>
              <a:t>le </a:t>
            </a:r>
            <a:r>
              <a:rPr lang="en-US" sz="1600" b="1" dirty="0">
                <a:solidFill>
                  <a:schemeClr val="tx1"/>
                </a:solidFill>
              </a:rPr>
              <a:t>t</a:t>
            </a:r>
            <a:r>
              <a:rPr lang="en-US" sz="1600" dirty="0">
                <a:solidFill>
                  <a:schemeClr val="tx1"/>
                </a:solidFill>
              </a:rPr>
              <a:t> s’ajoute </a:t>
            </a:r>
            <a:r>
              <a:rPr lang="en-US" sz="1600" b="1" dirty="0">
                <a:solidFill>
                  <a:schemeClr val="tx1"/>
                </a:solidFill>
              </a:rPr>
              <a:t>après</a:t>
            </a:r>
            <a:r>
              <a:rPr lang="en-US" sz="1600" dirty="0">
                <a:solidFill>
                  <a:schemeClr val="tx1"/>
                </a:solidFill>
              </a:rPr>
              <a:t> l’ajustement</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 pluriel = l'infinitif · le tableau complet</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548640" y="1645920"/>
            <a:ext cx="2240280" cy="1783080"/>
          </a:xfrm>
          <a:prstGeom prst="roundRect">
            <a:avLst>
              <a:gd name="adj" fmla="val 4103"/>
            </a:avLst>
          </a:prstGeom>
          <a:solidFill>
            <a:schemeClr val="tx2"/>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6" name="Text 3"/>
          <p:cNvSpPr txBox="1"/>
          <p:nvPr/>
        </p:nvSpPr>
        <p:spPr>
          <a:xfrm>
            <a:off x="548640" y="1783080"/>
            <a:ext cx="2240280" cy="914400"/>
          </a:xfrm>
          <a:prstGeom prst="rect">
            <a:avLst/>
          </a:prstGeom>
          <a:noFill/>
          <a:ln/>
        </p:spPr>
        <p:txBody>
          <a:bodyPr wrap="square" lIns="0" tIns="0" rIns="0" bIns="0" rtlCol="0" anchor="ctr"/>
          <a:lstStyle/>
          <a:p>
            <a:pPr algn="ctr" indent="0" marL="0">
              <a:buNone/>
            </a:pPr>
            <a:r>
              <a:rPr lang="en-US" sz="3000" b="1" dirty="0">
                <a:solidFill>
                  <a:schemeClr val="bg1"/>
                </a:solidFill>
                <a:latin typeface="+mj-lt" pitchFamily="34" charset="0"/>
                <a:ea typeface="+mj-lt" pitchFamily="34" charset="-122"/>
                <a:cs typeface="+mj-lt" pitchFamily="34" charset="-120"/>
              </a:rPr>
              <a:t>WERKEN</a:t>
            </a:r>
            <a:endParaRPr lang="en-US" sz="3000" dirty="0"/>
          </a:p>
        </p:txBody>
      </p:sp>
      <p:sp>
        <p:nvSpPr>
          <p:cNvPr id="7" name="Text 4"/>
          <p:cNvSpPr txBox="1"/>
          <p:nvPr/>
        </p:nvSpPr>
        <p:spPr>
          <a:xfrm>
            <a:off x="548640" y="2697480"/>
            <a:ext cx="2240280" cy="411480"/>
          </a:xfrm>
          <a:prstGeom prst="rect">
            <a:avLst/>
          </a:prstGeom>
          <a:noFill/>
          <a:ln/>
        </p:spPr>
        <p:txBody>
          <a:bodyPr wrap="square" lIns="0" tIns="0" rIns="0" bIns="0" rtlCol="0" anchor="t"/>
          <a:lstStyle/>
          <a:p>
            <a:pPr algn="ctr" indent="0" marL="0">
              <a:buNone/>
            </a:pPr>
            <a:r>
              <a:rPr lang="en-US" sz="1500" i="1" dirty="0">
                <a:solidFill>
                  <a:schemeClr val="bg2"/>
                </a:solidFill>
              </a:rPr>
              <a:t>(infinitif)</a:t>
            </a:r>
            <a:endParaRPr lang="en-US" sz="1500" dirty="0"/>
          </a:p>
        </p:txBody>
      </p:sp>
      <p:sp>
        <p:nvSpPr>
          <p:cNvPr id="8" name="Shape 5"/>
          <p:cNvSpPr/>
          <p:nvPr/>
        </p:nvSpPr>
        <p:spPr>
          <a:xfrm>
            <a:off x="3044952" y="1572768"/>
            <a:ext cx="914" cy="1947672"/>
          </a:xfrm>
          <a:prstGeom prst="line">
            <a:avLst/>
          </a:prstGeom>
          <a:noFill/>
          <a:ln w="22225">
            <a:solidFill>
              <a:srgbClr val="4A5A70"/>
            </a:solidFill>
            <a:prstDash val="dash"/>
          </a:ln>
        </p:spPr>
      </p:sp>
      <p:pic>
        <p:nvPicPr>
          <p:cNvPr id="9" name="Image 0" descr="ArrowsAltH">    </p:cNvPr>
          <p:cNvPicPr>
            <a:picLocks noChangeAspect="1"/>
          </p:cNvPicPr>
          <p:nvPr/>
        </p:nvPicPr>
        <p:blipFill>
          <a:blip r:embed="rId1"/>
          <a:stretch>
            <a:fillRect/>
          </a:stretch>
        </p:blipFill>
        <p:spPr>
          <a:xfrm>
            <a:off x="2862072" y="2350008"/>
            <a:ext cx="365760" cy="365760"/>
          </a:xfrm>
          <a:prstGeom prst="rect">
            <a:avLst/>
          </a:prstGeom>
        </p:spPr>
      </p:pic>
      <p:sp>
        <p:nvSpPr>
          <p:cNvPr id="10" name="Shape 6"/>
          <p:cNvSpPr/>
          <p:nvPr/>
        </p:nvSpPr>
        <p:spPr>
          <a:xfrm>
            <a:off x="3291840" y="1645920"/>
            <a:ext cx="2377440" cy="1783080"/>
          </a:xfrm>
          <a:prstGeom prst="roundRect">
            <a:avLst>
              <a:gd name="adj" fmla="val 4103"/>
            </a:avLst>
          </a:prstGeom>
          <a:solidFill>
            <a:srgbClr val="DDE3EA"/>
          </a:solidFill>
          <a:ln w="19050">
            <a:solidFill>
              <a:srgbClr val="17375E"/>
            </a:solidFill>
            <a:prstDash val="solid"/>
          </a:ln>
          <a:effectLst>
            <a:outerShdw sx="100000" sy="100000" kx="0" ky="0" algn="bl" rotWithShape="0" blurRad="101600" dist="25400" dir="3600000">
              <a:srgbClr val="000000">
                <a:alpha val="16000"/>
              </a:srgbClr>
            </a:outerShdw>
          </a:effectLst>
        </p:spPr>
      </p:sp>
      <p:sp>
        <p:nvSpPr>
          <p:cNvPr id="11" name="Text 7"/>
          <p:cNvSpPr txBox="1"/>
          <p:nvPr/>
        </p:nvSpPr>
        <p:spPr>
          <a:xfrm>
            <a:off x="3456432" y="1691640"/>
            <a:ext cx="2148840" cy="1691640"/>
          </a:xfrm>
          <a:prstGeom prst="rect">
            <a:avLst/>
          </a:prstGeom>
          <a:noFill/>
          <a:ln/>
        </p:spPr>
        <p:txBody>
          <a:bodyPr wrap="square" lIns="0" tIns="0" rIns="0" bIns="0" rtlCol="0" anchor="ctr"/>
          <a:lstStyle/>
          <a:p>
            <a:pPr algn="l" indent="0" marL="0">
              <a:spcAft>
                <a:spcPts val="400"/>
              </a:spcAft>
              <a:buNone/>
            </a:pPr>
            <a:r>
              <a:rPr lang="en-US" sz="2100" b="1" dirty="0">
                <a:solidFill>
                  <a:schemeClr val="accent2"/>
                </a:solidFill>
              </a:rPr>
              <a:t>we</a:t>
            </a:r>
            <a:r>
              <a:rPr lang="en-US" sz="2100" dirty="0">
                <a:solidFill>
                  <a:schemeClr val="tx1"/>
                </a:solidFill>
              </a:rPr>
              <a:t> werk</a:t>
            </a:r>
            <a:r>
              <a:rPr lang="en-US" sz="2100" b="1" dirty="0">
                <a:solidFill>
                  <a:schemeClr val="accent1"/>
                </a:solidFill>
              </a:rPr>
              <a:t>en</a:t>
            </a:r>
            <a:endParaRPr lang="en-US" sz="2100" dirty="0"/>
          </a:p>
          <a:p>
            <a:pPr algn="l" indent="0" marL="0">
              <a:spcAft>
                <a:spcPts val="400"/>
              </a:spcAft>
              <a:buNone/>
            </a:pPr>
            <a:r>
              <a:rPr lang="en-US" sz="2100" b="1" dirty="0">
                <a:solidFill>
                  <a:schemeClr val="accent2"/>
                </a:solidFill>
              </a:rPr>
              <a:t>jullie</a:t>
            </a:r>
            <a:r>
              <a:rPr lang="en-US" sz="2100" dirty="0">
                <a:solidFill>
                  <a:schemeClr val="tx1"/>
                </a:solidFill>
              </a:rPr>
              <a:t> werk</a:t>
            </a:r>
            <a:r>
              <a:rPr lang="en-US" sz="2100" b="1" dirty="0">
                <a:solidFill>
                  <a:schemeClr val="accent1"/>
                </a:solidFill>
              </a:rPr>
              <a:t>en</a:t>
            </a:r>
            <a:endParaRPr lang="en-US" sz="2100" dirty="0"/>
          </a:p>
          <a:p>
            <a:pPr algn="l" indent="0" marL="0">
              <a:spcAft>
                <a:spcPts val="400"/>
              </a:spcAft>
              <a:buNone/>
            </a:pPr>
            <a:r>
              <a:rPr lang="en-US" sz="2100" b="1" dirty="0">
                <a:solidFill>
                  <a:schemeClr val="accent2"/>
                </a:solidFill>
              </a:rPr>
              <a:t>ze</a:t>
            </a:r>
            <a:r>
              <a:rPr lang="en-US" sz="2100" dirty="0">
                <a:solidFill>
                  <a:schemeClr val="tx1"/>
                </a:solidFill>
              </a:rPr>
              <a:t> werk</a:t>
            </a:r>
            <a:r>
              <a:rPr lang="en-US" sz="2100" b="1" dirty="0">
                <a:solidFill>
                  <a:schemeClr val="accent1"/>
                </a:solidFill>
              </a:rPr>
              <a:t>en</a:t>
            </a:r>
            <a:endParaRPr lang="en-US" sz="2100" dirty="0"/>
          </a:p>
        </p:txBody>
      </p:sp>
      <p:sp>
        <p:nvSpPr>
          <p:cNvPr id="12" name="Text 8"/>
          <p:cNvSpPr txBox="1"/>
          <p:nvPr/>
        </p:nvSpPr>
        <p:spPr>
          <a:xfrm>
            <a:off x="548640" y="3584448"/>
            <a:ext cx="5120640" cy="384048"/>
          </a:xfrm>
          <a:prstGeom prst="rect">
            <a:avLst/>
          </a:prstGeom>
          <a:noFill/>
          <a:ln/>
        </p:spPr>
        <p:txBody>
          <a:bodyPr wrap="square" lIns="0" tIns="0" rIns="0" bIns="0" rtlCol="0" anchor="t"/>
          <a:lstStyle/>
          <a:p>
            <a:pPr algn="ctr" indent="0" marL="0">
              <a:buNone/>
            </a:pPr>
            <a:r>
              <a:rPr lang="en-US" sz="1600" b="1" dirty="0">
                <a:solidFill>
                  <a:schemeClr val="tx1"/>
                </a:solidFill>
              </a:rPr>
              <a:t>wij / we · jullie · zij / ze</a:t>
            </a:r>
            <a:r>
              <a:rPr lang="en-US" sz="1600" dirty="0">
                <a:solidFill>
                  <a:schemeClr val="tx1"/>
                </a:solidFill>
              </a:rPr>
              <a:t> → </a:t>
            </a:r>
            <a:r>
              <a:rPr lang="en-US" sz="1600" b="1" dirty="0">
                <a:solidFill>
                  <a:schemeClr val="tx1"/>
                </a:solidFill>
              </a:rPr>
              <a:t>infinitif</a:t>
            </a:r>
            <a:endParaRPr lang="en-US" sz="1600" dirty="0"/>
          </a:p>
        </p:txBody>
      </p:sp>
      <p:sp>
        <p:nvSpPr>
          <p:cNvPr id="13" name="Shape 9"/>
          <p:cNvSpPr/>
          <p:nvPr/>
        </p:nvSpPr>
        <p:spPr>
          <a:xfrm>
            <a:off x="548640" y="4160520"/>
            <a:ext cx="5120640" cy="1280160"/>
          </a:xfrm>
          <a:prstGeom prst="roundRect">
            <a:avLst>
              <a:gd name="adj" fmla="val 5714"/>
            </a:avLst>
          </a:prstGeom>
          <a:solidFill>
            <a:schemeClr val="accent6">
              <a:alpha val="7000"/>
            </a:schemeClr>
          </a:solidFill>
          <a:ln w="12700">
            <a:solidFill>
              <a:srgbClr val="B83227">
                <a:alpha val="60000"/>
              </a:srgbClr>
            </a:solidFill>
            <a:prstDash val="solid"/>
          </a:ln>
        </p:spPr>
      </p:sp>
      <p:sp>
        <p:nvSpPr>
          <p:cNvPr id="14" name="tag"/>
          <p:cNvSpPr/>
          <p:nvPr/>
        </p:nvSpPr>
        <p:spPr>
          <a:xfrm>
            <a:off x="731520" y="4279392"/>
            <a:ext cx="1230782" cy="292608"/>
          </a:xfrm>
          <a:prstGeom prst="roundRect">
            <a:avLst>
              <a:gd name="adj" fmla="val 15625"/>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 PIÈGE</a:t>
            </a:r>
            <a:endParaRPr lang="en-US" sz="1200" dirty="0"/>
          </a:p>
        </p:txBody>
      </p:sp>
      <p:sp>
        <p:nvSpPr>
          <p:cNvPr id="15" name="Text 11"/>
          <p:cNvSpPr txBox="1"/>
          <p:nvPr/>
        </p:nvSpPr>
        <p:spPr>
          <a:xfrm>
            <a:off x="731520" y="4636008"/>
            <a:ext cx="4800600" cy="749808"/>
          </a:xfrm>
          <a:prstGeom prst="rect">
            <a:avLst/>
          </a:prstGeom>
          <a:noFill/>
          <a:ln/>
        </p:spPr>
        <p:txBody>
          <a:bodyPr wrap="square" lIns="0" tIns="0" rIns="0" bIns="0" rtlCol="0" anchor="ctr"/>
          <a:lstStyle/>
          <a:p>
            <a:pPr algn="l" indent="0" marL="0">
              <a:buNone/>
            </a:pPr>
            <a:r>
              <a:rPr lang="en-US" sz="1700" b="1" dirty="0">
                <a:solidFill>
                  <a:schemeClr val="tx1"/>
                </a:solidFill>
              </a:rPr>
              <a:t>jullie</a:t>
            </a:r>
            <a:r>
              <a:rPr lang="en-US" sz="1700" dirty="0">
                <a:solidFill>
                  <a:schemeClr val="tx1"/>
                </a:solidFill>
              </a:rPr>
              <a:t> = « vous » pluriel, mais verbe à l’infinitif : </a:t>
            </a:r>
            <a:r>
              <a:rPr lang="en-US" sz="1700" i="1" dirty="0">
                <a:solidFill>
                  <a:schemeClr val="tx1"/>
                </a:solidFill>
              </a:rPr>
              <a:t>jullie werk</a:t>
            </a:r>
            <a:r>
              <a:rPr lang="en-US" sz="1700" b="1" i="1" dirty="0">
                <a:solidFill>
                  <a:schemeClr val="accent1"/>
                </a:solidFill>
              </a:rPr>
              <a:t>en</a:t>
            </a:r>
            <a:endParaRPr lang="en-US" sz="1700" dirty="0"/>
          </a:p>
        </p:txBody>
      </p:sp>
      <p:sp>
        <p:nvSpPr>
          <p:cNvPr id="16" name="Shape 12"/>
          <p:cNvSpPr/>
          <p:nvPr/>
        </p:nvSpPr>
        <p:spPr>
          <a:xfrm>
            <a:off x="5943600" y="1600200"/>
            <a:ext cx="3886200" cy="3840480"/>
          </a:xfrm>
          <a:prstGeom prst="roundRect">
            <a:avLst>
              <a:gd name="adj" fmla="val 1905"/>
            </a:avLst>
          </a:prstGeom>
          <a:solidFill>
            <a:srgbClr val="FFFFFF"/>
          </a:solidFill>
          <a:ln w="19050">
            <a:solidFill>
              <a:srgbClr val="17375E"/>
            </a:solidFill>
            <a:prstDash val="solid"/>
          </a:ln>
          <a:effectLst>
            <a:outerShdw sx="100000" sy="100000" kx="0" ky="0" algn="bl" rotWithShape="0" blurRad="101600" dist="25400" dir="3600000">
              <a:srgbClr val="000000">
                <a:alpha val="16000"/>
              </a:srgbClr>
            </a:outerShdw>
          </a:effectLst>
        </p:spPr>
      </p:sp>
      <p:sp>
        <p:nvSpPr>
          <p:cNvPr id="17" name="Text 13"/>
          <p:cNvSpPr txBox="1"/>
          <p:nvPr/>
        </p:nvSpPr>
        <p:spPr>
          <a:xfrm>
            <a:off x="6172200" y="1664208"/>
            <a:ext cx="2377440" cy="502920"/>
          </a:xfrm>
          <a:prstGeom prst="rect">
            <a:avLst/>
          </a:prstGeom>
          <a:noFill/>
          <a:ln/>
        </p:spPr>
        <p:txBody>
          <a:bodyPr wrap="square" lIns="0" tIns="0" rIns="0" bIns="0" rtlCol="0" anchor="ctr"/>
          <a:lstStyle/>
          <a:p>
            <a:pPr algn="l" indent="0" marL="0">
              <a:buNone/>
            </a:pPr>
            <a:r>
              <a:rPr lang="en-US" sz="2800" b="1" dirty="0">
                <a:solidFill>
                  <a:schemeClr val="tx2"/>
                </a:solidFill>
                <a:latin typeface="+mj-lt" pitchFamily="34" charset="0"/>
                <a:ea typeface="+mj-lt" pitchFamily="34" charset="-122"/>
                <a:cs typeface="+mj-lt" pitchFamily="34" charset="-120"/>
              </a:rPr>
              <a:t>werken</a:t>
            </a:r>
            <a:endParaRPr lang="en-US" sz="2800" dirty="0"/>
          </a:p>
        </p:txBody>
      </p:sp>
      <p:sp>
        <p:nvSpPr>
          <p:cNvPr id="18" name="Text 14"/>
          <p:cNvSpPr txBox="1"/>
          <p:nvPr/>
        </p:nvSpPr>
        <p:spPr>
          <a:xfrm>
            <a:off x="6172200" y="2167128"/>
            <a:ext cx="2377440" cy="292608"/>
          </a:xfrm>
          <a:prstGeom prst="rect">
            <a:avLst/>
          </a:prstGeom>
          <a:noFill/>
          <a:ln/>
        </p:spPr>
        <p:txBody>
          <a:bodyPr wrap="square" lIns="0" tIns="0" rIns="0" bIns="0" rtlCol="0" anchor="t"/>
          <a:lstStyle/>
          <a:p>
            <a:pPr algn="l" indent="0" marL="0">
              <a:buNone/>
            </a:pPr>
            <a:r>
              <a:rPr lang="en-US" sz="1400" i="1" dirty="0">
                <a:solidFill>
                  <a:schemeClr val="accent5"/>
                </a:solidFill>
              </a:rPr>
              <a:t>travailler</a:t>
            </a:r>
            <a:endParaRPr lang="en-US" sz="1400" dirty="0"/>
          </a:p>
        </p:txBody>
      </p:sp>
      <p:sp>
        <p:nvSpPr>
          <p:cNvPr id="19" name="Shape 15"/>
          <p:cNvSpPr/>
          <p:nvPr/>
        </p:nvSpPr>
        <p:spPr>
          <a:xfrm>
            <a:off x="6053328" y="2560320"/>
            <a:ext cx="3666744" cy="896112"/>
          </a:xfrm>
          <a:prstGeom prst="roundRect">
            <a:avLst>
              <a:gd name="adj" fmla="val 4082"/>
            </a:avLst>
          </a:prstGeom>
          <a:solidFill>
            <a:srgbClr val="FFFFFF"/>
          </a:solidFill>
          <a:ln w="9525">
            <a:solidFill>
              <a:srgbClr val="D5DCE6"/>
            </a:solidFill>
            <a:prstDash val="solid"/>
          </a:ln>
        </p:spPr>
      </p:sp>
      <p:sp>
        <p:nvSpPr>
          <p:cNvPr id="20" name="Text 16"/>
          <p:cNvSpPr txBox="1"/>
          <p:nvPr/>
        </p:nvSpPr>
        <p:spPr>
          <a:xfrm>
            <a:off x="6172200" y="2606040"/>
            <a:ext cx="2148840" cy="548640"/>
          </a:xfrm>
          <a:prstGeom prst="rect">
            <a:avLst/>
          </a:prstGeom>
          <a:noFill/>
          <a:ln/>
        </p:spPr>
        <p:txBody>
          <a:bodyPr wrap="square" lIns="0" tIns="0" rIns="0" bIns="0" rtlCol="0" anchor="ctr"/>
          <a:lstStyle/>
          <a:p>
            <a:pPr algn="l" indent="0" marL="0">
              <a:buNone/>
            </a:pPr>
            <a:r>
              <a:rPr lang="en-US" sz="1400" b="1" dirty="0">
                <a:solidFill>
                  <a:schemeClr val="accent2"/>
                </a:solidFill>
              </a:rPr>
              <a:t>ik</a:t>
            </a:r>
            <a:endParaRPr lang="en-US" sz="1400" dirty="0"/>
          </a:p>
        </p:txBody>
      </p:sp>
      <p:sp>
        <p:nvSpPr>
          <p:cNvPr id="21" name="Text 17"/>
          <p:cNvSpPr txBox="1"/>
          <p:nvPr/>
        </p:nvSpPr>
        <p:spPr>
          <a:xfrm>
            <a:off x="6172200" y="3145536"/>
            <a:ext cx="2148840" cy="274320"/>
          </a:xfrm>
          <a:prstGeom prst="rect">
            <a:avLst/>
          </a:prstGeom>
          <a:noFill/>
          <a:ln/>
        </p:spPr>
        <p:txBody>
          <a:bodyPr wrap="square" lIns="0" tIns="0" rIns="0" bIns="0" rtlCol="0" anchor="t"/>
          <a:lstStyle/>
          <a:p>
            <a:pPr algn="l" indent="0" marL="0">
              <a:buNone/>
            </a:pPr>
            <a:r>
              <a:rPr lang="en-US" sz="1200" i="1" dirty="0">
                <a:solidFill>
                  <a:schemeClr val="accent5"/>
                </a:solidFill>
              </a:rPr>
              <a:t>je</a:t>
            </a:r>
            <a:endParaRPr lang="en-US" sz="1200" dirty="0"/>
          </a:p>
        </p:txBody>
      </p:sp>
      <p:sp>
        <p:nvSpPr>
          <p:cNvPr id="22" name="Text 18"/>
          <p:cNvSpPr txBox="1"/>
          <p:nvPr/>
        </p:nvSpPr>
        <p:spPr>
          <a:xfrm>
            <a:off x="8275320" y="2560320"/>
            <a:ext cx="1417320" cy="896112"/>
          </a:xfrm>
          <a:prstGeom prst="rect">
            <a:avLst/>
          </a:prstGeom>
          <a:noFill/>
          <a:ln/>
        </p:spPr>
        <p:txBody>
          <a:bodyPr wrap="square" lIns="0" tIns="0" rIns="0" bIns="0" rtlCol="0" anchor="ctr"/>
          <a:lstStyle/>
          <a:p>
            <a:pPr algn="r" indent="0" marL="0">
              <a:buNone/>
            </a:pPr>
            <a:r>
              <a:rPr lang="en-US" sz="2400" b="1" dirty="0">
                <a:solidFill>
                  <a:schemeClr val="tx1"/>
                </a:solidFill>
                <a:latin typeface="+mj-lt" pitchFamily="34" charset="0"/>
                <a:ea typeface="+mj-lt" pitchFamily="34" charset="-122"/>
                <a:cs typeface="+mj-lt" pitchFamily="34" charset="-120"/>
              </a:rPr>
              <a:t>werk</a:t>
            </a:r>
            <a:endParaRPr lang="en-US" sz="2400" dirty="0"/>
          </a:p>
        </p:txBody>
      </p:sp>
      <p:sp>
        <p:nvSpPr>
          <p:cNvPr id="23" name="Shape 19"/>
          <p:cNvSpPr/>
          <p:nvPr/>
        </p:nvSpPr>
        <p:spPr>
          <a:xfrm>
            <a:off x="9902952" y="2633472"/>
            <a:ext cx="182880" cy="749808"/>
          </a:xfrm>
          <a:prstGeom prst="rightBrace">
            <a:avLst/>
          </a:prstGeom>
          <a:solidFill>
            <a:srgbClr val="FFFFFF">
              <a:alpha val="0"/>
            </a:srgbClr>
          </a:solidFill>
          <a:ln w="25400">
            <a:solidFill>
              <a:srgbClr val="17375E"/>
            </a:solidFill>
            <a:prstDash val="solid"/>
          </a:ln>
        </p:spPr>
      </p:sp>
      <p:sp>
        <p:nvSpPr>
          <p:cNvPr id="24" name="Text 20"/>
          <p:cNvSpPr txBox="1"/>
          <p:nvPr/>
        </p:nvSpPr>
        <p:spPr>
          <a:xfrm>
            <a:off x="10158984" y="2560320"/>
            <a:ext cx="1481328" cy="896112"/>
          </a:xfrm>
          <a:prstGeom prst="rect">
            <a:avLst/>
          </a:prstGeom>
          <a:noFill/>
          <a:ln/>
        </p:spPr>
        <p:txBody>
          <a:bodyPr wrap="square" lIns="0" tIns="0" rIns="0" bIns="0" rtlCol="0" anchor="ctr"/>
          <a:lstStyle/>
          <a:p>
            <a:pPr algn="l" indent="0" marL="0">
              <a:buNone/>
            </a:pPr>
            <a:r>
              <a:rPr lang="en-US" sz="1500" b="1" dirty="0">
                <a:solidFill>
                  <a:schemeClr val="tx2"/>
                </a:solidFill>
              </a:rPr>
              <a:t>= radical</a:t>
            </a:r>
            <a:endParaRPr lang="en-US" sz="1500" dirty="0"/>
          </a:p>
        </p:txBody>
      </p:sp>
      <p:sp>
        <p:nvSpPr>
          <p:cNvPr id="25" name="Shape 21"/>
          <p:cNvSpPr/>
          <p:nvPr/>
        </p:nvSpPr>
        <p:spPr>
          <a:xfrm>
            <a:off x="6053328" y="3502152"/>
            <a:ext cx="3666744" cy="896112"/>
          </a:xfrm>
          <a:prstGeom prst="roundRect">
            <a:avLst>
              <a:gd name="adj" fmla="val 4082"/>
            </a:avLst>
          </a:prstGeom>
          <a:solidFill>
            <a:schemeClr val="bg2"/>
          </a:solidFill>
          <a:ln w="9525">
            <a:solidFill>
              <a:srgbClr val="D5DCE6"/>
            </a:solidFill>
            <a:prstDash val="solid"/>
          </a:ln>
        </p:spPr>
      </p:sp>
      <p:sp>
        <p:nvSpPr>
          <p:cNvPr id="26" name="Text 22"/>
          <p:cNvSpPr txBox="1"/>
          <p:nvPr/>
        </p:nvSpPr>
        <p:spPr>
          <a:xfrm>
            <a:off x="6172200" y="3547872"/>
            <a:ext cx="2148840" cy="548640"/>
          </a:xfrm>
          <a:prstGeom prst="rect">
            <a:avLst/>
          </a:prstGeom>
          <a:noFill/>
          <a:ln/>
        </p:spPr>
        <p:txBody>
          <a:bodyPr wrap="square" lIns="0" tIns="0" rIns="0" bIns="0" rtlCol="0" anchor="ctr"/>
          <a:lstStyle/>
          <a:p>
            <a:pPr algn="l" indent="0" marL="0">
              <a:buNone/>
            </a:pPr>
            <a:r>
              <a:rPr lang="en-US" sz="1400" b="1" dirty="0">
                <a:solidFill>
                  <a:schemeClr val="accent2"/>
                </a:solidFill>
              </a:rPr>
              <a:t>jij/je · u · hij · zij/ze · het</a:t>
            </a:r>
            <a:endParaRPr lang="en-US" sz="1400" dirty="0"/>
          </a:p>
        </p:txBody>
      </p:sp>
      <p:sp>
        <p:nvSpPr>
          <p:cNvPr id="27" name="Text 23"/>
          <p:cNvSpPr txBox="1"/>
          <p:nvPr/>
        </p:nvSpPr>
        <p:spPr>
          <a:xfrm>
            <a:off x="6172200" y="4087368"/>
            <a:ext cx="2148840" cy="274320"/>
          </a:xfrm>
          <a:prstGeom prst="rect">
            <a:avLst/>
          </a:prstGeom>
          <a:noFill/>
          <a:ln/>
        </p:spPr>
        <p:txBody>
          <a:bodyPr wrap="square" lIns="0" tIns="0" rIns="0" bIns="0" rtlCol="0" anchor="t"/>
          <a:lstStyle/>
          <a:p>
            <a:pPr algn="l" indent="0" marL="0">
              <a:buNone/>
            </a:pPr>
            <a:r>
              <a:rPr lang="en-US" sz="1200" i="1" dirty="0">
                <a:solidFill>
                  <a:schemeClr val="accent5"/>
                </a:solidFill>
              </a:rPr>
              <a:t>tu · vous · il · elle</a:t>
            </a:r>
            <a:endParaRPr lang="en-US" sz="1200" dirty="0"/>
          </a:p>
        </p:txBody>
      </p:sp>
      <p:sp>
        <p:nvSpPr>
          <p:cNvPr id="28" name="Text 24"/>
          <p:cNvSpPr txBox="1"/>
          <p:nvPr/>
        </p:nvSpPr>
        <p:spPr>
          <a:xfrm>
            <a:off x="8275320" y="3502152"/>
            <a:ext cx="1417320" cy="896112"/>
          </a:xfrm>
          <a:prstGeom prst="rect">
            <a:avLst/>
          </a:prstGeom>
          <a:noFill/>
          <a:ln/>
        </p:spPr>
        <p:txBody>
          <a:bodyPr wrap="square" lIns="0" tIns="0" rIns="0" bIns="0" rtlCol="0" anchor="ctr"/>
          <a:lstStyle/>
          <a:p>
            <a:pPr algn="r" indent="0" marL="0">
              <a:buNone/>
            </a:pPr>
            <a:r>
              <a:rPr lang="en-US" sz="2400" b="1" dirty="0">
                <a:solidFill>
                  <a:schemeClr val="tx1"/>
                </a:solidFill>
                <a:latin typeface="+mj-lt" pitchFamily="34" charset="0"/>
                <a:ea typeface="+mj-lt" pitchFamily="34" charset="-122"/>
                <a:cs typeface="+mj-lt" pitchFamily="34" charset="-120"/>
              </a:rPr>
              <a:t>werk</a:t>
            </a:r>
            <a:r>
              <a:rPr lang="en-US" sz="2400" b="1" dirty="0">
                <a:solidFill>
                  <a:schemeClr val="accent1"/>
                </a:solidFill>
                <a:latin typeface="+mj-lt" pitchFamily="34" charset="0"/>
                <a:ea typeface="+mj-lt" pitchFamily="34" charset="-122"/>
                <a:cs typeface="+mj-lt" pitchFamily="34" charset="-120"/>
              </a:rPr>
              <a:t>t</a:t>
            </a:r>
            <a:endParaRPr lang="en-US" sz="2400" dirty="0"/>
          </a:p>
        </p:txBody>
      </p:sp>
      <p:sp>
        <p:nvSpPr>
          <p:cNvPr id="29" name="Shape 25"/>
          <p:cNvSpPr/>
          <p:nvPr/>
        </p:nvSpPr>
        <p:spPr>
          <a:xfrm>
            <a:off x="9902952" y="3575304"/>
            <a:ext cx="182880" cy="749808"/>
          </a:xfrm>
          <a:prstGeom prst="rightBrace">
            <a:avLst/>
          </a:prstGeom>
          <a:solidFill>
            <a:srgbClr val="FFFFFF">
              <a:alpha val="0"/>
            </a:srgbClr>
          </a:solidFill>
          <a:ln w="25400">
            <a:solidFill>
              <a:srgbClr val="D9700F"/>
            </a:solidFill>
            <a:prstDash val="solid"/>
          </a:ln>
        </p:spPr>
      </p:sp>
      <p:sp>
        <p:nvSpPr>
          <p:cNvPr id="30" name="Text 26"/>
          <p:cNvSpPr txBox="1"/>
          <p:nvPr/>
        </p:nvSpPr>
        <p:spPr>
          <a:xfrm>
            <a:off x="10158984" y="3502152"/>
            <a:ext cx="1481328" cy="896112"/>
          </a:xfrm>
          <a:prstGeom prst="rect">
            <a:avLst/>
          </a:prstGeom>
          <a:noFill/>
          <a:ln/>
        </p:spPr>
        <p:txBody>
          <a:bodyPr wrap="square" lIns="0" tIns="0" rIns="0" bIns="0" rtlCol="0" anchor="ctr"/>
          <a:lstStyle/>
          <a:p>
            <a:pPr algn="l" indent="0" marL="0">
              <a:buNone/>
            </a:pPr>
            <a:r>
              <a:rPr lang="en-US" sz="1500" b="1" dirty="0">
                <a:solidFill>
                  <a:schemeClr val="accent1"/>
                </a:solidFill>
              </a:rPr>
              <a:t>= radical + t</a:t>
            </a:r>
            <a:endParaRPr lang="en-US" sz="1500" dirty="0"/>
          </a:p>
        </p:txBody>
      </p:sp>
      <p:sp>
        <p:nvSpPr>
          <p:cNvPr id="31" name="Shape 27"/>
          <p:cNvSpPr/>
          <p:nvPr/>
        </p:nvSpPr>
        <p:spPr>
          <a:xfrm>
            <a:off x="6053328" y="4443984"/>
            <a:ext cx="3666744" cy="896112"/>
          </a:xfrm>
          <a:prstGeom prst="roundRect">
            <a:avLst>
              <a:gd name="adj" fmla="val 4082"/>
            </a:avLst>
          </a:prstGeom>
          <a:solidFill>
            <a:srgbClr val="DDE3EA"/>
          </a:solidFill>
          <a:ln w="9525">
            <a:solidFill>
              <a:srgbClr val="D5DCE6"/>
            </a:solidFill>
            <a:prstDash val="solid"/>
          </a:ln>
        </p:spPr>
      </p:sp>
      <p:sp>
        <p:nvSpPr>
          <p:cNvPr id="32" name="Text 28"/>
          <p:cNvSpPr txBox="1"/>
          <p:nvPr/>
        </p:nvSpPr>
        <p:spPr>
          <a:xfrm>
            <a:off x="6172200" y="4489704"/>
            <a:ext cx="2148840" cy="548640"/>
          </a:xfrm>
          <a:prstGeom prst="rect">
            <a:avLst/>
          </a:prstGeom>
          <a:noFill/>
          <a:ln/>
        </p:spPr>
        <p:txBody>
          <a:bodyPr wrap="square" lIns="0" tIns="0" rIns="0" bIns="0" rtlCol="0" anchor="ctr"/>
          <a:lstStyle/>
          <a:p>
            <a:pPr algn="l" indent="0" marL="0">
              <a:buNone/>
            </a:pPr>
            <a:r>
              <a:rPr lang="en-US" sz="1400" b="1" dirty="0">
                <a:solidFill>
                  <a:schemeClr val="accent2"/>
                </a:solidFill>
              </a:rPr>
              <a:t>wij/we · jullie · zij/ze</a:t>
            </a:r>
            <a:endParaRPr lang="en-US" sz="1400" dirty="0"/>
          </a:p>
        </p:txBody>
      </p:sp>
      <p:sp>
        <p:nvSpPr>
          <p:cNvPr id="33" name="Text 29"/>
          <p:cNvSpPr txBox="1"/>
          <p:nvPr/>
        </p:nvSpPr>
        <p:spPr>
          <a:xfrm>
            <a:off x="6172200" y="5029200"/>
            <a:ext cx="2148840" cy="274320"/>
          </a:xfrm>
          <a:prstGeom prst="rect">
            <a:avLst/>
          </a:prstGeom>
          <a:noFill/>
          <a:ln/>
        </p:spPr>
        <p:txBody>
          <a:bodyPr wrap="square" lIns="0" tIns="0" rIns="0" bIns="0" rtlCol="0" anchor="t"/>
          <a:lstStyle/>
          <a:p>
            <a:pPr algn="l" indent="0" marL="0">
              <a:buNone/>
            </a:pPr>
            <a:r>
              <a:rPr lang="en-US" sz="1200" i="1" dirty="0">
                <a:solidFill>
                  <a:schemeClr val="accent5"/>
                </a:solidFill>
              </a:rPr>
              <a:t>nous · vous · ils / elles</a:t>
            </a:r>
            <a:endParaRPr lang="en-US" sz="1200" dirty="0"/>
          </a:p>
        </p:txBody>
      </p:sp>
      <p:sp>
        <p:nvSpPr>
          <p:cNvPr id="34" name="Text 30"/>
          <p:cNvSpPr txBox="1"/>
          <p:nvPr/>
        </p:nvSpPr>
        <p:spPr>
          <a:xfrm>
            <a:off x="8275320" y="4443984"/>
            <a:ext cx="1417320" cy="896112"/>
          </a:xfrm>
          <a:prstGeom prst="rect">
            <a:avLst/>
          </a:prstGeom>
          <a:noFill/>
          <a:ln/>
        </p:spPr>
        <p:txBody>
          <a:bodyPr wrap="square" lIns="0" tIns="0" rIns="0" bIns="0" rtlCol="0" anchor="ctr"/>
          <a:lstStyle/>
          <a:p>
            <a:pPr algn="r" indent="0" marL="0">
              <a:buNone/>
            </a:pPr>
            <a:r>
              <a:rPr lang="en-US" sz="2400" b="1" dirty="0">
                <a:solidFill>
                  <a:schemeClr val="tx1"/>
                </a:solidFill>
                <a:latin typeface="+mj-lt" pitchFamily="34" charset="0"/>
                <a:ea typeface="+mj-lt" pitchFamily="34" charset="-122"/>
                <a:cs typeface="+mj-lt" pitchFamily="34" charset="-120"/>
              </a:rPr>
              <a:t>werk</a:t>
            </a:r>
            <a:r>
              <a:rPr lang="en-US" sz="2400" b="1" dirty="0">
                <a:solidFill>
                  <a:schemeClr val="accent1"/>
                </a:solidFill>
                <a:latin typeface="+mj-lt" pitchFamily="34" charset="0"/>
                <a:ea typeface="+mj-lt" pitchFamily="34" charset="-122"/>
                <a:cs typeface="+mj-lt" pitchFamily="34" charset="-120"/>
              </a:rPr>
              <a:t>en</a:t>
            </a:r>
            <a:endParaRPr lang="en-US" sz="2400" dirty="0"/>
          </a:p>
        </p:txBody>
      </p:sp>
      <p:sp>
        <p:nvSpPr>
          <p:cNvPr id="35" name="Shape 31"/>
          <p:cNvSpPr/>
          <p:nvPr/>
        </p:nvSpPr>
        <p:spPr>
          <a:xfrm>
            <a:off x="9902952" y="4517136"/>
            <a:ext cx="182880" cy="749808"/>
          </a:xfrm>
          <a:prstGeom prst="rightBrace">
            <a:avLst/>
          </a:prstGeom>
          <a:solidFill>
            <a:srgbClr val="FFFFFF">
              <a:alpha val="0"/>
            </a:srgbClr>
          </a:solidFill>
          <a:ln w="25400">
            <a:solidFill>
              <a:srgbClr val="4A5A70"/>
            </a:solidFill>
            <a:prstDash val="solid"/>
          </a:ln>
        </p:spPr>
      </p:sp>
      <p:sp>
        <p:nvSpPr>
          <p:cNvPr id="36" name="Text 32"/>
          <p:cNvSpPr txBox="1"/>
          <p:nvPr/>
        </p:nvSpPr>
        <p:spPr>
          <a:xfrm>
            <a:off x="10158984" y="4443984"/>
            <a:ext cx="1481328" cy="896112"/>
          </a:xfrm>
          <a:prstGeom prst="rect">
            <a:avLst/>
          </a:prstGeom>
          <a:noFill/>
          <a:ln/>
        </p:spPr>
        <p:txBody>
          <a:bodyPr wrap="square" lIns="0" tIns="0" rIns="0" bIns="0" rtlCol="0" anchor="ctr"/>
          <a:lstStyle/>
          <a:p>
            <a:pPr algn="l" indent="0" marL="0">
              <a:buNone/>
            </a:pPr>
            <a:r>
              <a:rPr lang="en-US" sz="1500" b="1" dirty="0">
                <a:solidFill>
                  <a:schemeClr val="accent5"/>
                </a:solidFill>
              </a:rPr>
              <a:t>= infinitif</a:t>
            </a:r>
            <a:endParaRPr lang="en-US" sz="1500" dirty="0"/>
          </a:p>
        </p:txBody>
      </p:sp>
      <p:sp>
        <p:nvSpPr>
          <p:cNvPr id="37" name="Shape 33"/>
          <p:cNvSpPr/>
          <p:nvPr/>
        </p:nvSpPr>
        <p:spPr>
          <a:xfrm>
            <a:off x="548640" y="5623560"/>
            <a:ext cx="11091672" cy="640080"/>
          </a:xfrm>
          <a:prstGeom prst="roundRect">
            <a:avLst>
              <a:gd name="adj" fmla="val 11429"/>
            </a:avLst>
          </a:prstGeom>
          <a:solidFill>
            <a:schemeClr val="tx2"/>
          </a:solidFill>
          <a:ln w="12700">
            <a:solidFill>
              <a:srgbClr val="FFFFFF">
                <a:alpha val="0"/>
              </a:srgbClr>
            </a:solidFill>
            <a:prstDash val="solid"/>
          </a:ln>
        </p:spPr>
      </p:sp>
      <p:sp>
        <p:nvSpPr>
          <p:cNvPr id="38" name="Text 34"/>
          <p:cNvSpPr txBox="1"/>
          <p:nvPr/>
        </p:nvSpPr>
        <p:spPr>
          <a:xfrm>
            <a:off x="548640" y="5623560"/>
            <a:ext cx="11091672" cy="640080"/>
          </a:xfrm>
          <a:prstGeom prst="rect">
            <a:avLst/>
          </a:prstGeom>
          <a:noFill/>
          <a:ln/>
        </p:spPr>
        <p:txBody>
          <a:bodyPr wrap="square" lIns="0" tIns="0" rIns="0" bIns="0" rtlCol="0" anchor="ctr"/>
          <a:lstStyle/>
          <a:p>
            <a:pPr algn="ctr" indent="0" marL="0">
              <a:buNone/>
            </a:pPr>
            <a:r>
              <a:rPr lang="en-US" sz="2100" b="1" dirty="0">
                <a:solidFill>
                  <a:schemeClr val="bg1"/>
                </a:solidFill>
              </a:rPr>
              <a:t>La formule</a:t>
            </a:r>
            <a:r>
              <a:rPr lang="en-US" sz="2100" dirty="0">
                <a:solidFill>
                  <a:schemeClr val="bg1"/>
                </a:solidFill>
              </a:rPr>
              <a:t> :  radical  ·  radical + </a:t>
            </a:r>
            <a:r>
              <a:rPr lang="en-US" sz="2100" b="1" dirty="0">
                <a:solidFill>
                  <a:schemeClr val="accent1"/>
                </a:solidFill>
              </a:rPr>
              <a:t>t</a:t>
            </a:r>
            <a:r>
              <a:rPr lang="en-US" sz="2100" dirty="0">
                <a:solidFill>
                  <a:schemeClr val="bg1"/>
                </a:solidFill>
              </a:rPr>
              <a:t>  ·  infinitif</a:t>
            </a:r>
            <a:endParaRPr lang="en-US" sz="21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PIÈGE — ze = elle ou ils ?</a:t>
            </a:r>
            <a:endParaRPr lang="en-US" sz="3000" dirty="0"/>
          </a:p>
        </p:txBody>
      </p:sp>
      <p:sp>
        <p:nvSpPr>
          <p:cNvPr id="3" name="tag"/>
          <p:cNvSpPr/>
          <p:nvPr/>
        </p:nvSpPr>
        <p:spPr>
          <a:xfrm>
            <a:off x="548640" y="237744"/>
            <a:ext cx="1878178"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PIÈGE FR ≠ NL</a:t>
            </a:r>
            <a:endParaRPr lang="en-US" sz="1200" dirty="0"/>
          </a:p>
        </p:txBody>
      </p:sp>
      <p:sp>
        <p:nvSpPr>
          <p:cNvPr id="5" name="Shape 2"/>
          <p:cNvSpPr/>
          <p:nvPr/>
        </p:nvSpPr>
        <p:spPr>
          <a:xfrm>
            <a:off x="548640" y="1554480"/>
            <a:ext cx="11091672" cy="3886200"/>
          </a:xfrm>
          <a:prstGeom prst="roundRect">
            <a:avLst>
              <a:gd name="adj" fmla="val 1882"/>
            </a:avLst>
          </a:prstGeom>
          <a:solidFill>
            <a:schemeClr val="accent6">
              <a:alpha val="7000"/>
            </a:schemeClr>
          </a:solidFill>
          <a:ln w="12700">
            <a:solidFill>
              <a:srgbClr val="B83227">
                <a:alpha val="60000"/>
              </a:srgbClr>
            </a:solidFill>
            <a:prstDash val="solid"/>
          </a:ln>
        </p:spPr>
      </p:sp>
      <p:sp>
        <p:nvSpPr>
          <p:cNvPr id="6" name="tag"/>
          <p:cNvSpPr/>
          <p:nvPr/>
        </p:nvSpPr>
        <p:spPr>
          <a:xfrm>
            <a:off x="731520" y="1691640"/>
            <a:ext cx="1230782" cy="292608"/>
          </a:xfrm>
          <a:prstGeom prst="roundRect">
            <a:avLst>
              <a:gd name="adj" fmla="val 15625"/>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 PIÈGE</a:t>
            </a:r>
            <a:endParaRPr lang="en-US" sz="1200" dirty="0"/>
          </a:p>
        </p:txBody>
      </p:sp>
      <p:sp>
        <p:nvSpPr>
          <p:cNvPr id="7" name="Shape 4"/>
          <p:cNvSpPr/>
          <p:nvPr/>
        </p:nvSpPr>
        <p:spPr>
          <a:xfrm flipV="1">
            <a:off x="2816352" y="2377440"/>
            <a:ext cx="1252728" cy="731520"/>
          </a:xfrm>
          <a:prstGeom prst="line">
            <a:avLst/>
          </a:prstGeom>
          <a:noFill/>
          <a:ln w="31750">
            <a:solidFill>
              <a:srgbClr val="4A5A70"/>
            </a:solidFill>
            <a:prstDash val="solid"/>
            <a:tailEnd type="triangle"/>
          </a:ln>
        </p:spPr>
      </p:sp>
      <p:sp>
        <p:nvSpPr>
          <p:cNvPr id="8" name="Shape 5"/>
          <p:cNvSpPr/>
          <p:nvPr/>
        </p:nvSpPr>
        <p:spPr>
          <a:xfrm>
            <a:off x="2816352" y="3840480"/>
            <a:ext cx="1252728" cy="731520"/>
          </a:xfrm>
          <a:prstGeom prst="line">
            <a:avLst/>
          </a:prstGeom>
          <a:noFill/>
          <a:ln w="31750">
            <a:solidFill>
              <a:srgbClr val="4A5A70"/>
            </a:solidFill>
            <a:prstDash val="solid"/>
            <a:tailEnd type="triangle"/>
          </a:ln>
        </p:spPr>
      </p:sp>
      <p:sp>
        <p:nvSpPr>
          <p:cNvPr id="9" name="Shape 6"/>
          <p:cNvSpPr/>
          <p:nvPr/>
        </p:nvSpPr>
        <p:spPr>
          <a:xfrm>
            <a:off x="914400" y="2788920"/>
            <a:ext cx="1828800" cy="1371600"/>
          </a:xfrm>
          <a:prstGeom prst="roundRect">
            <a:avLst>
              <a:gd name="adj" fmla="val 10000"/>
            </a:avLst>
          </a:prstGeom>
          <a:solidFill>
            <a:srgbClr val="FFFFFF"/>
          </a:solidFill>
          <a:ln w="38100">
            <a:solidFill>
              <a:srgbClr val="2A6FB0"/>
            </a:solidFill>
            <a:prstDash val="solid"/>
          </a:ln>
          <a:effectLst>
            <a:outerShdw sx="100000" sy="100000" kx="0" ky="0" algn="bl" rotWithShape="0" blurRad="101600" dist="25400" dir="3600000">
              <a:srgbClr val="000000">
                <a:alpha val="16000"/>
              </a:srgbClr>
            </a:outerShdw>
          </a:effectLst>
        </p:spPr>
      </p:sp>
      <p:sp>
        <p:nvSpPr>
          <p:cNvPr id="10" name="Text 7"/>
          <p:cNvSpPr txBox="1"/>
          <p:nvPr/>
        </p:nvSpPr>
        <p:spPr>
          <a:xfrm>
            <a:off x="914400" y="2788920"/>
            <a:ext cx="1828800" cy="1371600"/>
          </a:xfrm>
          <a:prstGeom prst="rect">
            <a:avLst/>
          </a:prstGeom>
          <a:noFill/>
          <a:ln/>
        </p:spPr>
        <p:txBody>
          <a:bodyPr wrap="square" lIns="0" tIns="0" rIns="0" bIns="0" rtlCol="0" anchor="ctr"/>
          <a:lstStyle/>
          <a:p>
            <a:pPr algn="ctr" indent="0" marL="0">
              <a:buNone/>
            </a:pPr>
            <a:r>
              <a:rPr lang="en-US" sz="5400" b="1" dirty="0">
                <a:solidFill>
                  <a:schemeClr val="accent2"/>
                </a:solidFill>
                <a:latin typeface="+mj-lt" pitchFamily="34" charset="0"/>
                <a:ea typeface="+mj-lt" pitchFamily="34" charset="-122"/>
                <a:cs typeface="+mj-lt" pitchFamily="34" charset="-120"/>
              </a:rPr>
              <a:t>ze</a:t>
            </a:r>
            <a:endParaRPr lang="en-US" sz="5400" dirty="0"/>
          </a:p>
        </p:txBody>
      </p:sp>
      <p:sp>
        <p:nvSpPr>
          <p:cNvPr id="11" name="Shape 8"/>
          <p:cNvSpPr/>
          <p:nvPr/>
        </p:nvSpPr>
        <p:spPr>
          <a:xfrm>
            <a:off x="6006592" y="2066544"/>
            <a:ext cx="286512" cy="530352"/>
          </a:xfrm>
          <a:prstGeom prst="roundRect">
            <a:avLst>
              <a:gd name="adj" fmla="val 38298"/>
            </a:avLst>
          </a:prstGeom>
          <a:solidFill>
            <a:schemeClr val="accent1">
              <a:alpha val="22000"/>
            </a:schemeClr>
          </a:solidFill>
          <a:ln w="25400">
            <a:solidFill>
              <a:srgbClr val="D9700F"/>
            </a:solidFill>
            <a:prstDash val="solid"/>
          </a:ln>
        </p:spPr>
      </p:sp>
      <p:sp>
        <p:nvSpPr>
          <p:cNvPr id="12" name="Text 9"/>
          <p:cNvSpPr txBox="1"/>
          <p:nvPr/>
        </p:nvSpPr>
        <p:spPr>
          <a:xfrm>
            <a:off x="3931920" y="2011680"/>
            <a:ext cx="2111248" cy="640080"/>
          </a:xfrm>
          <a:prstGeom prst="rect">
            <a:avLst/>
          </a:prstGeom>
          <a:noFill/>
          <a:ln/>
        </p:spPr>
        <p:txBody>
          <a:bodyPr wrap="square" lIns="0" tIns="0" rIns="0" bIns="0" rtlCol="0" anchor="ctr"/>
          <a:lstStyle/>
          <a:p>
            <a:pPr algn="r" indent="0" marL="0">
              <a:buNone/>
            </a:pPr>
            <a:r>
              <a:rPr lang="en-US" sz="3200" b="1" dirty="0">
                <a:solidFill>
                  <a:schemeClr val="tx1"/>
                </a:solidFill>
              </a:rPr>
              <a:t>Ze werk</a:t>
            </a:r>
            <a:endParaRPr lang="en-US" sz="3200" dirty="0"/>
          </a:p>
        </p:txBody>
      </p:sp>
      <p:sp>
        <p:nvSpPr>
          <p:cNvPr id="13" name="Text 10"/>
          <p:cNvSpPr txBox="1"/>
          <p:nvPr/>
        </p:nvSpPr>
        <p:spPr>
          <a:xfrm>
            <a:off x="6043168" y="2011680"/>
            <a:ext cx="469392" cy="640080"/>
          </a:xfrm>
          <a:prstGeom prst="rect">
            <a:avLst/>
          </a:prstGeom>
          <a:noFill/>
          <a:ln/>
        </p:spPr>
        <p:txBody>
          <a:bodyPr wrap="square" lIns="0" tIns="0" rIns="0" bIns="0" rtlCol="0" anchor="ctr"/>
          <a:lstStyle/>
          <a:p>
            <a:pPr algn="l" indent="0" marL="0">
              <a:buNone/>
            </a:pPr>
            <a:r>
              <a:rPr lang="en-US" sz="3200" b="1" dirty="0">
                <a:solidFill>
                  <a:schemeClr val="accent1"/>
                </a:solidFill>
              </a:rPr>
              <a:t>t</a:t>
            </a:r>
            <a:endParaRPr lang="en-US" sz="3200" dirty="0"/>
          </a:p>
        </p:txBody>
      </p:sp>
      <p:sp>
        <p:nvSpPr>
          <p:cNvPr id="14" name="Text 11"/>
          <p:cNvSpPr txBox="1"/>
          <p:nvPr/>
        </p:nvSpPr>
        <p:spPr>
          <a:xfrm>
            <a:off x="6439408" y="2011680"/>
            <a:ext cx="2560320" cy="640080"/>
          </a:xfrm>
          <a:prstGeom prst="rect">
            <a:avLst/>
          </a:prstGeom>
          <a:noFill/>
          <a:ln/>
        </p:spPr>
        <p:txBody>
          <a:bodyPr wrap="square" lIns="0" tIns="0" rIns="0" bIns="0" rtlCol="0" anchor="ctr"/>
          <a:lstStyle/>
          <a:p>
            <a:pPr algn="l" indent="0" marL="0">
              <a:buNone/>
            </a:pPr>
            <a:r>
              <a:rPr lang="en-US" sz="3200" b="1" dirty="0">
                <a:solidFill>
                  <a:schemeClr val="tx1"/>
                </a:solidFill>
              </a:rPr>
              <a:t>in Gent.</a:t>
            </a:r>
            <a:endParaRPr lang="en-US" sz="3200" dirty="0"/>
          </a:p>
        </p:txBody>
      </p:sp>
      <p:pic>
        <p:nvPicPr>
          <p:cNvPr id="15" name="Image 0" descr="Search">    </p:cNvPr>
          <p:cNvPicPr>
            <a:picLocks noChangeAspect="1"/>
          </p:cNvPicPr>
          <p:nvPr/>
        </p:nvPicPr>
        <p:blipFill>
          <a:blip r:embed="rId1"/>
          <a:stretch>
            <a:fillRect/>
          </a:stretch>
        </p:blipFill>
        <p:spPr>
          <a:xfrm>
            <a:off x="6219952" y="1682496"/>
            <a:ext cx="310896" cy="310896"/>
          </a:xfrm>
          <a:prstGeom prst="rect">
            <a:avLst/>
          </a:prstGeom>
        </p:spPr>
      </p:pic>
      <p:sp>
        <p:nvSpPr>
          <p:cNvPr id="16" name="Text 12"/>
          <p:cNvSpPr txBox="1"/>
          <p:nvPr/>
        </p:nvSpPr>
        <p:spPr>
          <a:xfrm>
            <a:off x="4206240" y="2688336"/>
            <a:ext cx="5669280" cy="384048"/>
          </a:xfrm>
          <a:prstGeom prst="rect">
            <a:avLst/>
          </a:prstGeom>
          <a:noFill/>
          <a:ln/>
        </p:spPr>
        <p:txBody>
          <a:bodyPr wrap="square" lIns="0" tIns="0" rIns="0" bIns="0" rtlCol="0" anchor="t"/>
          <a:lstStyle/>
          <a:p>
            <a:pPr algn="l" indent="0" marL="0">
              <a:buNone/>
            </a:pPr>
            <a:r>
              <a:rPr lang="en-US" sz="1800" i="1" dirty="0">
                <a:solidFill>
                  <a:schemeClr val="accent5"/>
                </a:solidFill>
              </a:rPr>
              <a:t>→ </a:t>
            </a:r>
            <a:r>
              <a:rPr lang="en-US" sz="1800" b="1" i="1" dirty="0">
                <a:solidFill>
                  <a:schemeClr val="accent5"/>
                </a:solidFill>
              </a:rPr>
              <a:t>Elle</a:t>
            </a:r>
            <a:r>
              <a:rPr lang="en-US" sz="1800" i="1" dirty="0">
                <a:solidFill>
                  <a:schemeClr val="accent5"/>
                </a:solidFill>
              </a:rPr>
              <a:t> travaille à Gand.</a:t>
            </a:r>
            <a:endParaRPr lang="en-US" sz="1800" dirty="0"/>
          </a:p>
        </p:txBody>
      </p:sp>
      <p:pic>
        <p:nvPicPr>
          <p:cNvPr id="17" name="Image 1" descr="woman">    </p:cNvPr>
          <p:cNvPicPr>
            <a:picLocks noChangeAspect="1"/>
          </p:cNvPicPr>
          <p:nvPr/>
        </p:nvPicPr>
        <p:blipFill>
          <a:blip r:embed="rId2"/>
          <a:stretch>
            <a:fillRect/>
          </a:stretch>
        </p:blipFill>
        <p:spPr>
          <a:xfrm>
            <a:off x="10241280" y="1965960"/>
            <a:ext cx="868680" cy="868680"/>
          </a:xfrm>
          <a:prstGeom prst="rect">
            <a:avLst/>
          </a:prstGeom>
        </p:spPr>
      </p:pic>
      <p:sp>
        <p:nvSpPr>
          <p:cNvPr id="18" name="Shape 13"/>
          <p:cNvSpPr/>
          <p:nvPr/>
        </p:nvSpPr>
        <p:spPr>
          <a:xfrm>
            <a:off x="6006592" y="4261104"/>
            <a:ext cx="656336" cy="530352"/>
          </a:xfrm>
          <a:prstGeom prst="roundRect">
            <a:avLst>
              <a:gd name="adj" fmla="val 20690"/>
            </a:avLst>
          </a:prstGeom>
          <a:solidFill>
            <a:schemeClr val="accent1">
              <a:alpha val="22000"/>
            </a:schemeClr>
          </a:solidFill>
          <a:ln w="25400">
            <a:solidFill>
              <a:srgbClr val="D9700F"/>
            </a:solidFill>
            <a:prstDash val="solid"/>
          </a:ln>
        </p:spPr>
      </p:sp>
      <p:sp>
        <p:nvSpPr>
          <p:cNvPr id="19" name="Text 14"/>
          <p:cNvSpPr txBox="1"/>
          <p:nvPr/>
        </p:nvSpPr>
        <p:spPr>
          <a:xfrm>
            <a:off x="3931920" y="4206240"/>
            <a:ext cx="2111248" cy="640080"/>
          </a:xfrm>
          <a:prstGeom prst="rect">
            <a:avLst/>
          </a:prstGeom>
          <a:noFill/>
          <a:ln/>
        </p:spPr>
        <p:txBody>
          <a:bodyPr wrap="square" lIns="0" tIns="0" rIns="0" bIns="0" rtlCol="0" anchor="ctr"/>
          <a:lstStyle/>
          <a:p>
            <a:pPr algn="r" indent="0" marL="0">
              <a:buNone/>
            </a:pPr>
            <a:r>
              <a:rPr lang="en-US" sz="3200" b="1" dirty="0">
                <a:solidFill>
                  <a:schemeClr val="tx1"/>
                </a:solidFill>
              </a:rPr>
              <a:t>Ze werk</a:t>
            </a:r>
            <a:endParaRPr lang="en-US" sz="3200" dirty="0"/>
          </a:p>
        </p:txBody>
      </p:sp>
      <p:sp>
        <p:nvSpPr>
          <p:cNvPr id="20" name="Text 15"/>
          <p:cNvSpPr txBox="1"/>
          <p:nvPr/>
        </p:nvSpPr>
        <p:spPr>
          <a:xfrm>
            <a:off x="6043168" y="4206240"/>
            <a:ext cx="839216" cy="640080"/>
          </a:xfrm>
          <a:prstGeom prst="rect">
            <a:avLst/>
          </a:prstGeom>
          <a:noFill/>
          <a:ln/>
        </p:spPr>
        <p:txBody>
          <a:bodyPr wrap="square" lIns="0" tIns="0" rIns="0" bIns="0" rtlCol="0" anchor="ctr"/>
          <a:lstStyle/>
          <a:p>
            <a:pPr algn="l" indent="0" marL="0">
              <a:buNone/>
            </a:pPr>
            <a:r>
              <a:rPr lang="en-US" sz="3200" b="1" dirty="0">
                <a:solidFill>
                  <a:schemeClr val="accent1"/>
                </a:solidFill>
              </a:rPr>
              <a:t>en</a:t>
            </a:r>
            <a:endParaRPr lang="en-US" sz="3200" dirty="0"/>
          </a:p>
        </p:txBody>
      </p:sp>
      <p:sp>
        <p:nvSpPr>
          <p:cNvPr id="21" name="Text 16"/>
          <p:cNvSpPr txBox="1"/>
          <p:nvPr/>
        </p:nvSpPr>
        <p:spPr>
          <a:xfrm>
            <a:off x="6809232" y="4206240"/>
            <a:ext cx="2560320" cy="640080"/>
          </a:xfrm>
          <a:prstGeom prst="rect">
            <a:avLst/>
          </a:prstGeom>
          <a:noFill/>
          <a:ln/>
        </p:spPr>
        <p:txBody>
          <a:bodyPr wrap="square" lIns="0" tIns="0" rIns="0" bIns="0" rtlCol="0" anchor="ctr"/>
          <a:lstStyle/>
          <a:p>
            <a:pPr algn="l" indent="0" marL="0">
              <a:buNone/>
            </a:pPr>
            <a:r>
              <a:rPr lang="en-US" sz="3200" b="1" dirty="0">
                <a:solidFill>
                  <a:schemeClr val="tx1"/>
                </a:solidFill>
              </a:rPr>
              <a:t>in Gent.</a:t>
            </a:r>
            <a:endParaRPr lang="en-US" sz="3200" dirty="0"/>
          </a:p>
        </p:txBody>
      </p:sp>
      <p:pic>
        <p:nvPicPr>
          <p:cNvPr id="22" name="Image 2" descr="Search">    </p:cNvPr>
          <p:cNvPicPr>
            <a:picLocks noChangeAspect="1"/>
          </p:cNvPicPr>
          <p:nvPr/>
        </p:nvPicPr>
        <p:blipFill>
          <a:blip r:embed="rId3"/>
          <a:stretch>
            <a:fillRect/>
          </a:stretch>
        </p:blipFill>
        <p:spPr>
          <a:xfrm>
            <a:off x="6589776" y="3877056"/>
            <a:ext cx="310896" cy="310896"/>
          </a:xfrm>
          <a:prstGeom prst="rect">
            <a:avLst/>
          </a:prstGeom>
        </p:spPr>
      </p:pic>
      <p:sp>
        <p:nvSpPr>
          <p:cNvPr id="23" name="Text 17"/>
          <p:cNvSpPr txBox="1"/>
          <p:nvPr/>
        </p:nvSpPr>
        <p:spPr>
          <a:xfrm>
            <a:off x="4206240" y="4882896"/>
            <a:ext cx="5669280" cy="384048"/>
          </a:xfrm>
          <a:prstGeom prst="rect">
            <a:avLst/>
          </a:prstGeom>
          <a:noFill/>
          <a:ln/>
        </p:spPr>
        <p:txBody>
          <a:bodyPr wrap="square" lIns="0" tIns="0" rIns="0" bIns="0" rtlCol="0" anchor="t"/>
          <a:lstStyle/>
          <a:p>
            <a:pPr algn="l" indent="0" marL="0">
              <a:buNone/>
            </a:pPr>
            <a:r>
              <a:rPr lang="en-US" sz="1800" i="1" dirty="0">
                <a:solidFill>
                  <a:schemeClr val="accent5"/>
                </a:solidFill>
              </a:rPr>
              <a:t>→ </a:t>
            </a:r>
            <a:r>
              <a:rPr lang="en-US" sz="1800" b="1" i="1" dirty="0">
                <a:solidFill>
                  <a:schemeClr val="accent5"/>
                </a:solidFill>
              </a:rPr>
              <a:t>Ils / Elles</a:t>
            </a:r>
            <a:r>
              <a:rPr lang="en-US" sz="1800" i="1" dirty="0">
                <a:solidFill>
                  <a:schemeClr val="accent5"/>
                </a:solidFill>
              </a:rPr>
              <a:t> travaillent à Gand.</a:t>
            </a:r>
            <a:endParaRPr lang="en-US" sz="1800" dirty="0"/>
          </a:p>
        </p:txBody>
      </p:sp>
      <p:pic>
        <p:nvPicPr>
          <p:cNvPr id="24" name="Image 3" descr="busts in silhouette">    </p:cNvPr>
          <p:cNvPicPr>
            <a:picLocks noChangeAspect="1"/>
          </p:cNvPicPr>
          <p:nvPr/>
        </p:nvPicPr>
        <p:blipFill>
          <a:blip r:embed="rId4"/>
          <a:stretch>
            <a:fillRect/>
          </a:stretch>
        </p:blipFill>
        <p:spPr>
          <a:xfrm>
            <a:off x="10241280" y="4160520"/>
            <a:ext cx="868680" cy="868680"/>
          </a:xfrm>
          <a:prstGeom prst="rect">
            <a:avLst/>
          </a:prstGeom>
        </p:spPr>
      </p:pic>
      <p:sp>
        <p:nvSpPr>
          <p:cNvPr id="25" name="Shape 18"/>
          <p:cNvSpPr/>
          <p:nvPr/>
        </p:nvSpPr>
        <p:spPr>
          <a:xfrm>
            <a:off x="548640" y="5623560"/>
            <a:ext cx="11091672" cy="640080"/>
          </a:xfrm>
          <a:prstGeom prst="roundRect">
            <a:avLst>
              <a:gd name="adj" fmla="val 11429"/>
            </a:avLst>
          </a:prstGeom>
          <a:solidFill>
            <a:schemeClr val="tx2"/>
          </a:solidFill>
          <a:ln w="12700">
            <a:solidFill>
              <a:srgbClr val="FFFFFF">
                <a:alpha val="0"/>
              </a:srgbClr>
            </a:solidFill>
            <a:prstDash val="solid"/>
          </a:ln>
        </p:spPr>
      </p:sp>
      <p:pic>
        <p:nvPicPr>
          <p:cNvPr id="26" name="Image 4" descr="Search">    </p:cNvPr>
          <p:cNvPicPr>
            <a:picLocks noChangeAspect="1"/>
          </p:cNvPicPr>
          <p:nvPr/>
        </p:nvPicPr>
        <p:blipFill>
          <a:blip r:embed="rId5"/>
          <a:stretch>
            <a:fillRect/>
          </a:stretch>
        </p:blipFill>
        <p:spPr>
          <a:xfrm>
            <a:off x="777240" y="5779008"/>
            <a:ext cx="329184" cy="329184"/>
          </a:xfrm>
          <a:prstGeom prst="rect">
            <a:avLst/>
          </a:prstGeom>
        </p:spPr>
      </p:pic>
      <p:sp>
        <p:nvSpPr>
          <p:cNvPr id="27" name="Text 19"/>
          <p:cNvSpPr txBox="1"/>
          <p:nvPr/>
        </p:nvSpPr>
        <p:spPr>
          <a:xfrm>
            <a:off x="1280160" y="5623560"/>
            <a:ext cx="10241280" cy="640080"/>
          </a:xfrm>
          <a:prstGeom prst="rect">
            <a:avLst/>
          </a:prstGeom>
          <a:noFill/>
          <a:ln/>
        </p:spPr>
        <p:txBody>
          <a:bodyPr wrap="square" lIns="0" tIns="0" rIns="0" bIns="0" rtlCol="0" anchor="ctr"/>
          <a:lstStyle/>
          <a:p>
            <a:pPr algn="l" indent="0" marL="0">
              <a:buNone/>
            </a:pPr>
            <a:r>
              <a:rPr lang="en-US" sz="1900" dirty="0">
                <a:solidFill>
                  <a:schemeClr val="bg1"/>
                </a:solidFill>
              </a:rPr>
              <a:t>C’est la </a:t>
            </a:r>
            <a:r>
              <a:rPr lang="en-US" sz="1900" b="1" dirty="0">
                <a:solidFill>
                  <a:schemeClr val="bg1"/>
                </a:solidFill>
              </a:rPr>
              <a:t>terminaison</a:t>
            </a:r>
            <a:r>
              <a:rPr lang="en-US" sz="1900" dirty="0">
                <a:solidFill>
                  <a:schemeClr val="bg1"/>
                </a:solidFill>
              </a:rPr>
              <a:t> qui dit qui travaille : -</a:t>
            </a:r>
            <a:r>
              <a:rPr lang="en-US" sz="1900" b="1" dirty="0">
                <a:solidFill>
                  <a:schemeClr val="accent1"/>
                </a:solidFill>
              </a:rPr>
              <a:t>t</a:t>
            </a:r>
            <a:r>
              <a:rPr lang="en-US" sz="1900" dirty="0">
                <a:solidFill>
                  <a:schemeClr val="bg1"/>
                </a:solidFill>
              </a:rPr>
              <a:t> = une personne · -</a:t>
            </a:r>
            <a:r>
              <a:rPr lang="en-US" sz="1900" b="1" dirty="0">
                <a:solidFill>
                  <a:schemeClr val="accent1"/>
                </a:solidFill>
              </a:rPr>
              <a:t>en</a:t>
            </a:r>
            <a:r>
              <a:rPr lang="en-US" sz="1900" dirty="0">
                <a:solidFill>
                  <a:schemeClr val="bg1"/>
                </a:solidFill>
              </a:rPr>
              <a:t> = plusieurs.</a:t>
            </a:r>
            <a:endParaRPr lang="en-US" sz="19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La question oui / non — le verbe passe devant</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548640" y="1554480"/>
            <a:ext cx="11091672" cy="2514600"/>
          </a:xfrm>
          <a:prstGeom prst="roundRect">
            <a:avLst>
              <a:gd name="adj" fmla="val 2909"/>
            </a:avLst>
          </a:prstGeom>
          <a:solidFill>
            <a:schemeClr val="bg2"/>
          </a:solidFill>
          <a:ln w="12700">
            <a:solidFill>
              <a:srgbClr val="D5DCE6"/>
            </a:solidFill>
            <a:prstDash val="solid"/>
          </a:ln>
        </p:spPr>
      </p:sp>
      <p:sp>
        <p:nvSpPr>
          <p:cNvPr id="6" name="Shape 3"/>
          <p:cNvSpPr/>
          <p:nvPr/>
        </p:nvSpPr>
        <p:spPr>
          <a:xfrm>
            <a:off x="1965960" y="2487168"/>
            <a:ext cx="2240280" cy="640080"/>
          </a:xfrm>
          <a:prstGeom prst="line">
            <a:avLst/>
          </a:prstGeom>
          <a:noFill/>
          <a:ln w="31750">
            <a:solidFill>
              <a:srgbClr val="2A6FB0"/>
            </a:solidFill>
            <a:prstDash val="solid"/>
            <a:tailEnd type="triangle"/>
          </a:ln>
        </p:spPr>
      </p:sp>
      <p:sp>
        <p:nvSpPr>
          <p:cNvPr id="7" name="Shape 4"/>
          <p:cNvSpPr/>
          <p:nvPr/>
        </p:nvSpPr>
        <p:spPr>
          <a:xfrm flipH="1">
            <a:off x="1965960" y="2487168"/>
            <a:ext cx="2240280" cy="640080"/>
          </a:xfrm>
          <a:prstGeom prst="line">
            <a:avLst/>
          </a:prstGeom>
          <a:noFill/>
          <a:ln w="31750">
            <a:solidFill>
              <a:srgbClr val="B83227"/>
            </a:solidFill>
            <a:prstDash val="solid"/>
            <a:tailEnd type="triangle"/>
          </a:ln>
        </p:spPr>
      </p:sp>
      <p:sp>
        <p:nvSpPr>
          <p:cNvPr id="8" name="Shape 5"/>
          <p:cNvSpPr/>
          <p:nvPr/>
        </p:nvSpPr>
        <p:spPr>
          <a:xfrm>
            <a:off x="914400" y="1755648"/>
            <a:ext cx="2103120" cy="685800"/>
          </a:xfrm>
          <a:prstGeom prst="roundRect">
            <a:avLst>
              <a:gd name="adj" fmla="val 10667"/>
            </a:avLst>
          </a:prstGeom>
          <a:solidFill>
            <a:schemeClr val="accent2">
              <a:alpha val="14000"/>
            </a:schemeClr>
          </a:solidFill>
          <a:ln w="15875">
            <a:solidFill>
              <a:srgbClr val="2A6FB0"/>
            </a:solidFill>
            <a:prstDash val="solid"/>
          </a:ln>
        </p:spPr>
      </p:sp>
      <p:sp>
        <p:nvSpPr>
          <p:cNvPr id="9" name="Text 6"/>
          <p:cNvSpPr txBox="1"/>
          <p:nvPr/>
        </p:nvSpPr>
        <p:spPr>
          <a:xfrm>
            <a:off x="914400" y="1755648"/>
            <a:ext cx="2103120" cy="685800"/>
          </a:xfrm>
          <a:prstGeom prst="rect">
            <a:avLst/>
          </a:prstGeom>
          <a:noFill/>
          <a:ln/>
        </p:spPr>
        <p:txBody>
          <a:bodyPr wrap="square" lIns="0" tIns="0" rIns="0" bIns="0" rtlCol="0" anchor="ctr"/>
          <a:lstStyle/>
          <a:p>
            <a:pPr algn="ctr" indent="0" marL="0">
              <a:buNone/>
            </a:pPr>
            <a:r>
              <a:rPr lang="en-US" sz="2800" b="1" dirty="0">
                <a:solidFill>
                  <a:schemeClr val="accent2"/>
                </a:solidFill>
              </a:rPr>
              <a:t>Jij</a:t>
            </a:r>
            <a:endParaRPr lang="en-US" sz="2800" dirty="0"/>
          </a:p>
        </p:txBody>
      </p:sp>
      <p:sp>
        <p:nvSpPr>
          <p:cNvPr id="10" name="Shape 7"/>
          <p:cNvSpPr/>
          <p:nvPr/>
        </p:nvSpPr>
        <p:spPr>
          <a:xfrm>
            <a:off x="3291840" y="1755648"/>
            <a:ext cx="1828800" cy="685800"/>
          </a:xfrm>
          <a:prstGeom prst="ellipse">
            <a:avLst/>
          </a:prstGeom>
          <a:noFill/>
          <a:ln w="31750">
            <a:solidFill>
              <a:srgbClr val="B83227"/>
            </a:solidFill>
            <a:prstDash val="solid"/>
          </a:ln>
        </p:spPr>
      </p:sp>
      <p:sp>
        <p:nvSpPr>
          <p:cNvPr id="11" name="Text 8"/>
          <p:cNvSpPr txBox="1"/>
          <p:nvPr/>
        </p:nvSpPr>
        <p:spPr>
          <a:xfrm>
            <a:off x="3291840" y="1755648"/>
            <a:ext cx="1828800" cy="685800"/>
          </a:xfrm>
          <a:prstGeom prst="rect">
            <a:avLst/>
          </a:prstGeom>
          <a:noFill/>
          <a:ln/>
        </p:spPr>
        <p:txBody>
          <a:bodyPr wrap="square" lIns="0" tIns="0" rIns="0" bIns="0" rtlCol="0" anchor="ctr"/>
          <a:lstStyle/>
          <a:p>
            <a:pPr algn="ctr" indent="0" marL="0">
              <a:buNone/>
            </a:pPr>
            <a:r>
              <a:rPr lang="en-US" sz="2800" b="1" dirty="0">
                <a:solidFill>
                  <a:schemeClr val="accent6"/>
                </a:solidFill>
              </a:rPr>
              <a:t>werkt</a:t>
            </a:r>
            <a:endParaRPr lang="en-US" sz="2800" dirty="0"/>
          </a:p>
        </p:txBody>
      </p:sp>
      <p:sp>
        <p:nvSpPr>
          <p:cNvPr id="12" name="Text 9"/>
          <p:cNvSpPr txBox="1"/>
          <p:nvPr/>
        </p:nvSpPr>
        <p:spPr>
          <a:xfrm>
            <a:off x="5440680" y="1755648"/>
            <a:ext cx="2926080" cy="685800"/>
          </a:xfrm>
          <a:prstGeom prst="rect">
            <a:avLst/>
          </a:prstGeom>
          <a:noFill/>
          <a:ln/>
        </p:spPr>
        <p:txBody>
          <a:bodyPr wrap="square" lIns="0" tIns="0" rIns="0" bIns="0" rtlCol="0" anchor="ctr"/>
          <a:lstStyle/>
          <a:p>
            <a:pPr algn="l" indent="0" marL="0">
              <a:buNone/>
            </a:pPr>
            <a:r>
              <a:rPr lang="en-US" sz="2800" dirty="0">
                <a:solidFill>
                  <a:schemeClr val="tx1"/>
                </a:solidFill>
              </a:rPr>
              <a:t>in Brussel.</a:t>
            </a:r>
            <a:endParaRPr lang="en-US" sz="2800" dirty="0"/>
          </a:p>
        </p:txBody>
      </p:sp>
      <p:sp>
        <p:nvSpPr>
          <p:cNvPr id="13" name="Shape 10"/>
          <p:cNvSpPr/>
          <p:nvPr/>
        </p:nvSpPr>
        <p:spPr>
          <a:xfrm>
            <a:off x="914400" y="3182112"/>
            <a:ext cx="2103120" cy="685800"/>
          </a:xfrm>
          <a:prstGeom prst="ellipse">
            <a:avLst/>
          </a:prstGeom>
          <a:noFill/>
          <a:ln w="31750">
            <a:solidFill>
              <a:srgbClr val="B83227"/>
            </a:solidFill>
            <a:prstDash val="solid"/>
          </a:ln>
        </p:spPr>
      </p:sp>
      <p:sp>
        <p:nvSpPr>
          <p:cNvPr id="14" name="Text 11"/>
          <p:cNvSpPr txBox="1"/>
          <p:nvPr/>
        </p:nvSpPr>
        <p:spPr>
          <a:xfrm>
            <a:off x="809244" y="3182112"/>
            <a:ext cx="1594104" cy="685800"/>
          </a:xfrm>
          <a:prstGeom prst="rect">
            <a:avLst/>
          </a:prstGeom>
          <a:noFill/>
          <a:ln/>
        </p:spPr>
        <p:txBody>
          <a:bodyPr wrap="square" lIns="0" tIns="0" rIns="0" bIns="0" rtlCol="0" anchor="ctr"/>
          <a:lstStyle/>
          <a:p>
            <a:pPr algn="r" indent="0" marL="0">
              <a:buNone/>
            </a:pPr>
            <a:r>
              <a:rPr lang="en-US" sz="2800" b="1" dirty="0">
                <a:solidFill>
                  <a:schemeClr val="accent6"/>
                </a:solidFill>
              </a:rPr>
              <a:t>Werk</a:t>
            </a:r>
            <a:endParaRPr lang="en-US" sz="2800" dirty="0"/>
          </a:p>
        </p:txBody>
      </p:sp>
      <p:sp>
        <p:nvSpPr>
          <p:cNvPr id="15" name="Text 12"/>
          <p:cNvSpPr txBox="1"/>
          <p:nvPr/>
        </p:nvSpPr>
        <p:spPr>
          <a:xfrm>
            <a:off x="2403348" y="3182112"/>
            <a:ext cx="445008" cy="685800"/>
          </a:xfrm>
          <a:prstGeom prst="rect">
            <a:avLst/>
          </a:prstGeom>
          <a:noFill/>
          <a:ln/>
        </p:spPr>
        <p:txBody>
          <a:bodyPr wrap="square" lIns="0" tIns="0" rIns="0" bIns="0" rtlCol="0" anchor="ctr"/>
          <a:lstStyle/>
          <a:p>
            <a:pPr algn="l" indent="0" marL="0">
              <a:buNone/>
            </a:pPr>
            <a:r>
              <a:rPr lang="en-US" sz="2800" b="1" strike="sngStrike" dirty="0">
                <a:solidFill>
                  <a:schemeClr val="accent1"/>
                </a:solidFill>
              </a:rPr>
              <a:t>t</a:t>
            </a:r>
            <a:endParaRPr lang="en-US" sz="2800" dirty="0"/>
          </a:p>
        </p:txBody>
      </p:sp>
      <p:sp>
        <p:nvSpPr>
          <p:cNvPr id="16" name="Shape 13"/>
          <p:cNvSpPr/>
          <p:nvPr/>
        </p:nvSpPr>
        <p:spPr>
          <a:xfrm>
            <a:off x="3291840" y="3182112"/>
            <a:ext cx="1828800" cy="685800"/>
          </a:xfrm>
          <a:prstGeom prst="roundRect">
            <a:avLst>
              <a:gd name="adj" fmla="val 10667"/>
            </a:avLst>
          </a:prstGeom>
          <a:solidFill>
            <a:schemeClr val="accent2">
              <a:alpha val="14000"/>
            </a:schemeClr>
          </a:solidFill>
          <a:ln w="15875">
            <a:solidFill>
              <a:srgbClr val="2A6FB0"/>
            </a:solidFill>
            <a:prstDash val="solid"/>
          </a:ln>
        </p:spPr>
      </p:sp>
      <p:sp>
        <p:nvSpPr>
          <p:cNvPr id="17" name="Text 14"/>
          <p:cNvSpPr txBox="1"/>
          <p:nvPr/>
        </p:nvSpPr>
        <p:spPr>
          <a:xfrm>
            <a:off x="3291840" y="3182112"/>
            <a:ext cx="1828800" cy="685800"/>
          </a:xfrm>
          <a:prstGeom prst="rect">
            <a:avLst/>
          </a:prstGeom>
          <a:noFill/>
          <a:ln/>
        </p:spPr>
        <p:txBody>
          <a:bodyPr wrap="square" lIns="0" tIns="0" rIns="0" bIns="0" rtlCol="0" anchor="ctr"/>
          <a:lstStyle/>
          <a:p>
            <a:pPr algn="ctr" indent="0" marL="0">
              <a:buNone/>
            </a:pPr>
            <a:r>
              <a:rPr lang="en-US" sz="2800" b="1" dirty="0">
                <a:solidFill>
                  <a:schemeClr val="accent2"/>
                </a:solidFill>
              </a:rPr>
              <a:t>jij</a:t>
            </a:r>
            <a:endParaRPr lang="en-US" sz="2800" dirty="0"/>
          </a:p>
        </p:txBody>
      </p:sp>
      <p:sp>
        <p:nvSpPr>
          <p:cNvPr id="18" name="Text 15"/>
          <p:cNvSpPr txBox="1"/>
          <p:nvPr/>
        </p:nvSpPr>
        <p:spPr>
          <a:xfrm>
            <a:off x="5440680" y="3182112"/>
            <a:ext cx="2926080" cy="685800"/>
          </a:xfrm>
          <a:prstGeom prst="rect">
            <a:avLst/>
          </a:prstGeom>
          <a:noFill/>
          <a:ln/>
        </p:spPr>
        <p:txBody>
          <a:bodyPr wrap="square" lIns="0" tIns="0" rIns="0" bIns="0" rtlCol="0" anchor="ctr"/>
          <a:lstStyle/>
          <a:p>
            <a:pPr algn="l" indent="0" marL="0">
              <a:buNone/>
            </a:pPr>
            <a:r>
              <a:rPr lang="en-US" sz="2800" dirty="0">
                <a:solidFill>
                  <a:schemeClr val="tx1"/>
                </a:solidFill>
              </a:rPr>
              <a:t>in Brussel?</a:t>
            </a:r>
            <a:endParaRPr lang="en-US" sz="2800" dirty="0"/>
          </a:p>
        </p:txBody>
      </p:sp>
      <p:sp>
        <p:nvSpPr>
          <p:cNvPr id="19" name="Text 16"/>
          <p:cNvSpPr txBox="1"/>
          <p:nvPr/>
        </p:nvSpPr>
        <p:spPr>
          <a:xfrm>
            <a:off x="8595360" y="1755648"/>
            <a:ext cx="2834640" cy="685800"/>
          </a:xfrm>
          <a:prstGeom prst="rect">
            <a:avLst/>
          </a:prstGeom>
          <a:noFill/>
          <a:ln/>
        </p:spPr>
        <p:txBody>
          <a:bodyPr wrap="square" lIns="0" tIns="0" rIns="0" bIns="0" rtlCol="0" anchor="ctr"/>
          <a:lstStyle/>
          <a:p>
            <a:pPr algn="l" indent="0" marL="0">
              <a:buNone/>
            </a:pPr>
            <a:r>
              <a:rPr lang="en-US" sz="1600" i="1" dirty="0">
                <a:solidFill>
                  <a:schemeClr val="accent5"/>
                </a:solidFill>
              </a:rPr>
              <a:t>phrase affirmative</a:t>
            </a:r>
            <a:endParaRPr lang="en-US" sz="1600" dirty="0"/>
          </a:p>
        </p:txBody>
      </p:sp>
      <p:sp>
        <p:nvSpPr>
          <p:cNvPr id="20" name="Shape 17"/>
          <p:cNvSpPr/>
          <p:nvPr/>
        </p:nvSpPr>
        <p:spPr>
          <a:xfrm>
            <a:off x="8595360" y="3145536"/>
            <a:ext cx="2862072" cy="758952"/>
          </a:xfrm>
          <a:prstGeom prst="roundRect">
            <a:avLst>
              <a:gd name="adj" fmla="val 9639"/>
            </a:avLst>
          </a:prstGeom>
          <a:solidFill>
            <a:schemeClr val="accent1">
              <a:alpha val="18000"/>
            </a:schemeClr>
          </a:solidFill>
          <a:ln w="15875">
            <a:solidFill>
              <a:srgbClr val="D9700F"/>
            </a:solidFill>
            <a:prstDash val="solid"/>
          </a:ln>
        </p:spPr>
      </p:sp>
      <p:sp>
        <p:nvSpPr>
          <p:cNvPr id="21" name="Text 18"/>
          <p:cNvSpPr txBox="1"/>
          <p:nvPr/>
        </p:nvSpPr>
        <p:spPr>
          <a:xfrm>
            <a:off x="8732520" y="3145536"/>
            <a:ext cx="2651760" cy="758952"/>
          </a:xfrm>
          <a:prstGeom prst="rect">
            <a:avLst/>
          </a:prstGeom>
          <a:noFill/>
          <a:ln/>
        </p:spPr>
        <p:txBody>
          <a:bodyPr wrap="square" lIns="0" tIns="0" rIns="0" bIns="0" rtlCol="0" anchor="ctr"/>
          <a:lstStyle/>
          <a:p>
            <a:pPr algn="ctr" indent="0" marL="0">
              <a:buNone/>
            </a:pPr>
            <a:r>
              <a:rPr lang="en-US" sz="1600" dirty="0">
                <a:solidFill>
                  <a:schemeClr val="tx1"/>
                </a:solidFill>
              </a:rPr>
              <a:t>le </a:t>
            </a:r>
            <a:r>
              <a:rPr lang="en-US" sz="1600" b="1" dirty="0">
                <a:solidFill>
                  <a:schemeClr val="tx1"/>
                </a:solidFill>
              </a:rPr>
              <a:t>t</a:t>
            </a:r>
            <a:r>
              <a:rPr lang="en-US" sz="1600" dirty="0">
                <a:solidFill>
                  <a:schemeClr val="tx1"/>
                </a:solidFill>
              </a:rPr>
              <a:t> tombe devant </a:t>
            </a:r>
            <a:r>
              <a:rPr lang="en-US" sz="1600" i="1" dirty="0">
                <a:solidFill>
                  <a:schemeClr val="tx1"/>
                </a:solidFill>
              </a:rPr>
              <a:t>je / jij</a:t>
            </a:r>
            <a:endParaRPr lang="en-US" sz="1600" dirty="0"/>
          </a:p>
        </p:txBody>
      </p:sp>
      <p:sp>
        <p:nvSpPr>
          <p:cNvPr id="22" name="Shape 19"/>
          <p:cNvSpPr/>
          <p:nvPr/>
        </p:nvSpPr>
        <p:spPr>
          <a:xfrm>
            <a:off x="548640" y="4251960"/>
            <a:ext cx="5852160" cy="457200"/>
          </a:xfrm>
          <a:prstGeom prst="roundRect">
            <a:avLst>
              <a:gd name="adj" fmla="val 12000"/>
            </a:avLst>
          </a:prstGeom>
          <a:solidFill>
            <a:schemeClr val="accent1"/>
          </a:solidFill>
          <a:ln w="12700">
            <a:solidFill>
              <a:srgbClr val="FFFFFF">
                <a:alpha val="0"/>
              </a:srgbClr>
            </a:solidFill>
            <a:prstDash val="solid"/>
          </a:ln>
        </p:spPr>
      </p:sp>
      <p:sp>
        <p:nvSpPr>
          <p:cNvPr id="23" name="Text 20"/>
          <p:cNvSpPr txBox="1"/>
          <p:nvPr/>
        </p:nvSpPr>
        <p:spPr>
          <a:xfrm>
            <a:off x="731520" y="4251960"/>
            <a:ext cx="5486400" cy="457200"/>
          </a:xfrm>
          <a:prstGeom prst="rect">
            <a:avLst/>
          </a:prstGeom>
          <a:noFill/>
          <a:ln/>
        </p:spPr>
        <p:txBody>
          <a:bodyPr wrap="square" lIns="0" tIns="0" rIns="0" bIns="0" rtlCol="0" anchor="ctr"/>
          <a:lstStyle/>
          <a:p>
            <a:pPr algn="l" indent="0" marL="0">
              <a:buNone/>
            </a:pPr>
            <a:r>
              <a:rPr lang="en-US" sz="1700" b="1" dirty="0">
                <a:solidFill>
                  <a:schemeClr val="bg1"/>
                </a:solidFill>
              </a:rPr>
              <a:t>le t tombe — </a:t>
            </a:r>
            <a:r>
              <a:rPr lang="en-US" sz="1700" b="1" i="1" dirty="0">
                <a:solidFill>
                  <a:schemeClr val="bg1"/>
                </a:solidFill>
              </a:rPr>
              <a:t>je / jij</a:t>
            </a:r>
            <a:r>
              <a:rPr lang="en-US" sz="1700" b="1" dirty="0">
                <a:solidFill>
                  <a:schemeClr val="bg1"/>
                </a:solidFill>
              </a:rPr>
              <a:t> après le verbe</a:t>
            </a:r>
            <a:endParaRPr lang="en-US" sz="1700" dirty="0"/>
          </a:p>
        </p:txBody>
      </p:sp>
      <p:sp>
        <p:nvSpPr>
          <p:cNvPr id="24" name="Shape 21"/>
          <p:cNvSpPr/>
          <p:nvPr/>
        </p:nvSpPr>
        <p:spPr>
          <a:xfrm>
            <a:off x="548640" y="4773168"/>
            <a:ext cx="5852160" cy="457200"/>
          </a:xfrm>
          <a:prstGeom prst="roundRect">
            <a:avLst>
              <a:gd name="adj" fmla="val 8000"/>
            </a:avLst>
          </a:prstGeom>
          <a:solidFill>
            <a:schemeClr val="bg2"/>
          </a:solidFill>
          <a:ln w="9525">
            <a:solidFill>
              <a:srgbClr val="D5DCE6"/>
            </a:solidFill>
            <a:prstDash val="solid"/>
          </a:ln>
        </p:spPr>
      </p:sp>
      <p:sp>
        <p:nvSpPr>
          <p:cNvPr id="25" name="Text 22"/>
          <p:cNvSpPr txBox="1"/>
          <p:nvPr/>
        </p:nvSpPr>
        <p:spPr>
          <a:xfrm>
            <a:off x="731520" y="4773168"/>
            <a:ext cx="5577840" cy="457200"/>
          </a:xfrm>
          <a:prstGeom prst="rect">
            <a:avLst/>
          </a:prstGeom>
          <a:noFill/>
          <a:ln/>
        </p:spPr>
        <p:txBody>
          <a:bodyPr wrap="square" lIns="0" tIns="0" rIns="0" bIns="0" rtlCol="0" anchor="ctr"/>
          <a:lstStyle/>
          <a:p>
            <a:pPr algn="l" indent="0" marL="0">
              <a:buNone/>
            </a:pPr>
            <a:r>
              <a:rPr lang="en-US" sz="1600" i="1" dirty="0">
                <a:solidFill>
                  <a:schemeClr val="tx1"/>
                </a:solidFill>
              </a:rPr>
              <a:t>Jij werkt in Brussel.</a:t>
            </a:r>
            <a:r>
              <a:rPr lang="en-US" sz="1600" dirty="0">
                <a:solidFill>
                  <a:schemeClr val="tx1"/>
                </a:solidFill>
              </a:rPr>
              <a:t>  →  </a:t>
            </a:r>
            <a:r>
              <a:rPr lang="en-US" sz="1600" b="1" dirty="0">
                <a:solidFill>
                  <a:schemeClr val="accent6"/>
                </a:solidFill>
              </a:rPr>
              <a:t>Werk</a:t>
            </a:r>
            <a:r>
              <a:rPr lang="en-US" sz="1600" dirty="0">
                <a:solidFill>
                  <a:schemeClr val="tx1"/>
                </a:solidFill>
              </a:rPr>
              <a:t> </a:t>
            </a:r>
            <a:r>
              <a:rPr lang="en-US" sz="1600" b="1" dirty="0">
                <a:solidFill>
                  <a:schemeClr val="accent2"/>
                </a:solidFill>
              </a:rPr>
              <a:t>jij</a:t>
            </a:r>
            <a:r>
              <a:rPr lang="en-US" sz="1600" dirty="0">
                <a:solidFill>
                  <a:schemeClr val="tx1"/>
                </a:solidFill>
              </a:rPr>
              <a:t> in Brussel?</a:t>
            </a:r>
            <a:endParaRPr lang="en-US" sz="1600" dirty="0"/>
          </a:p>
        </p:txBody>
      </p:sp>
      <p:sp>
        <p:nvSpPr>
          <p:cNvPr id="26" name="Shape 23"/>
          <p:cNvSpPr/>
          <p:nvPr/>
        </p:nvSpPr>
        <p:spPr>
          <a:xfrm>
            <a:off x="548640" y="5276088"/>
            <a:ext cx="5852160" cy="457200"/>
          </a:xfrm>
          <a:prstGeom prst="roundRect">
            <a:avLst>
              <a:gd name="adj" fmla="val 8000"/>
            </a:avLst>
          </a:prstGeom>
          <a:solidFill>
            <a:srgbClr val="FFFFFF"/>
          </a:solidFill>
          <a:ln w="9525">
            <a:solidFill>
              <a:srgbClr val="D5DCE6"/>
            </a:solidFill>
            <a:prstDash val="solid"/>
          </a:ln>
        </p:spPr>
      </p:sp>
      <p:sp>
        <p:nvSpPr>
          <p:cNvPr id="27" name="Text 24"/>
          <p:cNvSpPr txBox="1"/>
          <p:nvPr/>
        </p:nvSpPr>
        <p:spPr>
          <a:xfrm>
            <a:off x="731520" y="5276088"/>
            <a:ext cx="5577840" cy="457200"/>
          </a:xfrm>
          <a:prstGeom prst="rect">
            <a:avLst/>
          </a:prstGeom>
          <a:noFill/>
          <a:ln/>
        </p:spPr>
        <p:txBody>
          <a:bodyPr wrap="square" lIns="0" tIns="0" rIns="0" bIns="0" rtlCol="0" anchor="ctr"/>
          <a:lstStyle/>
          <a:p>
            <a:pPr algn="l" indent="0" marL="0">
              <a:buNone/>
            </a:pPr>
            <a:r>
              <a:rPr lang="en-US" sz="1600" i="1" dirty="0">
                <a:solidFill>
                  <a:schemeClr val="tx1"/>
                </a:solidFill>
              </a:rPr>
              <a:t>Je neemt de trein.</a:t>
            </a:r>
            <a:r>
              <a:rPr lang="en-US" sz="1600" dirty="0">
                <a:solidFill>
                  <a:schemeClr val="tx1"/>
                </a:solidFill>
              </a:rPr>
              <a:t>  →  </a:t>
            </a:r>
            <a:r>
              <a:rPr lang="en-US" sz="1600" b="1" dirty="0">
                <a:solidFill>
                  <a:schemeClr val="accent6"/>
                </a:solidFill>
              </a:rPr>
              <a:t>Neem</a:t>
            </a:r>
            <a:r>
              <a:rPr lang="en-US" sz="1600" dirty="0">
                <a:solidFill>
                  <a:schemeClr val="tx1"/>
                </a:solidFill>
              </a:rPr>
              <a:t> </a:t>
            </a:r>
            <a:r>
              <a:rPr lang="en-US" sz="1600" b="1" dirty="0">
                <a:solidFill>
                  <a:schemeClr val="accent2"/>
                </a:solidFill>
              </a:rPr>
              <a:t>je</a:t>
            </a:r>
            <a:r>
              <a:rPr lang="en-US" sz="1600" dirty="0">
                <a:solidFill>
                  <a:schemeClr val="tx1"/>
                </a:solidFill>
              </a:rPr>
              <a:t> de trein?</a:t>
            </a:r>
            <a:endParaRPr lang="en-US" sz="1600" dirty="0"/>
          </a:p>
        </p:txBody>
      </p:sp>
      <p:sp>
        <p:nvSpPr>
          <p:cNvPr id="28" name="Shape 25"/>
          <p:cNvSpPr/>
          <p:nvPr/>
        </p:nvSpPr>
        <p:spPr>
          <a:xfrm>
            <a:off x="548640" y="5779008"/>
            <a:ext cx="5852160" cy="457200"/>
          </a:xfrm>
          <a:prstGeom prst="roundRect">
            <a:avLst>
              <a:gd name="adj" fmla="val 8000"/>
            </a:avLst>
          </a:prstGeom>
          <a:solidFill>
            <a:schemeClr val="bg2"/>
          </a:solidFill>
          <a:ln w="9525">
            <a:solidFill>
              <a:srgbClr val="D5DCE6"/>
            </a:solidFill>
            <a:prstDash val="solid"/>
          </a:ln>
        </p:spPr>
      </p:sp>
      <p:sp>
        <p:nvSpPr>
          <p:cNvPr id="29" name="Text 26"/>
          <p:cNvSpPr txBox="1"/>
          <p:nvPr/>
        </p:nvSpPr>
        <p:spPr>
          <a:xfrm>
            <a:off x="731520" y="5779008"/>
            <a:ext cx="5577840" cy="457200"/>
          </a:xfrm>
          <a:prstGeom prst="rect">
            <a:avLst/>
          </a:prstGeom>
          <a:noFill/>
          <a:ln/>
        </p:spPr>
        <p:txBody>
          <a:bodyPr wrap="square" lIns="0" tIns="0" rIns="0" bIns="0" rtlCol="0" anchor="ctr"/>
          <a:lstStyle/>
          <a:p>
            <a:pPr algn="l" indent="0" marL="0">
              <a:buNone/>
            </a:pPr>
            <a:r>
              <a:rPr lang="en-US" sz="1600" i="1" dirty="0">
                <a:solidFill>
                  <a:schemeClr val="tx1"/>
                </a:solidFill>
              </a:rPr>
              <a:t>Je pakt een koffie.</a:t>
            </a:r>
            <a:r>
              <a:rPr lang="en-US" sz="1600" dirty="0">
                <a:solidFill>
                  <a:schemeClr val="tx1"/>
                </a:solidFill>
              </a:rPr>
              <a:t>  →  </a:t>
            </a:r>
            <a:r>
              <a:rPr lang="en-US" sz="1600" b="1" dirty="0">
                <a:solidFill>
                  <a:schemeClr val="accent6"/>
                </a:solidFill>
              </a:rPr>
              <a:t>Pak</a:t>
            </a:r>
            <a:r>
              <a:rPr lang="en-US" sz="1600" dirty="0">
                <a:solidFill>
                  <a:schemeClr val="tx1"/>
                </a:solidFill>
              </a:rPr>
              <a:t> </a:t>
            </a:r>
            <a:r>
              <a:rPr lang="en-US" sz="1600" b="1" dirty="0">
                <a:solidFill>
                  <a:schemeClr val="accent2"/>
                </a:solidFill>
              </a:rPr>
              <a:t>je</a:t>
            </a:r>
            <a:r>
              <a:rPr lang="en-US" sz="1600" dirty="0">
                <a:solidFill>
                  <a:schemeClr val="tx1"/>
                </a:solidFill>
              </a:rPr>
              <a:t> een koffie?</a:t>
            </a:r>
            <a:endParaRPr lang="en-US" sz="1600" dirty="0"/>
          </a:p>
        </p:txBody>
      </p:sp>
      <p:sp>
        <p:nvSpPr>
          <p:cNvPr id="30" name="Shape 27"/>
          <p:cNvSpPr/>
          <p:nvPr/>
        </p:nvSpPr>
        <p:spPr>
          <a:xfrm>
            <a:off x="6583680" y="4251960"/>
            <a:ext cx="5056632" cy="457200"/>
          </a:xfrm>
          <a:prstGeom prst="roundRect">
            <a:avLst>
              <a:gd name="adj" fmla="val 12000"/>
            </a:avLst>
          </a:prstGeom>
          <a:solidFill>
            <a:schemeClr val="accent3"/>
          </a:solidFill>
          <a:ln w="12700">
            <a:solidFill>
              <a:srgbClr val="FFFFFF">
                <a:alpha val="0"/>
              </a:srgbClr>
            </a:solidFill>
            <a:prstDash val="solid"/>
          </a:ln>
        </p:spPr>
      </p:sp>
      <p:sp>
        <p:nvSpPr>
          <p:cNvPr id="31" name="Text 28"/>
          <p:cNvSpPr txBox="1"/>
          <p:nvPr/>
        </p:nvSpPr>
        <p:spPr>
          <a:xfrm>
            <a:off x="6766560" y="4251960"/>
            <a:ext cx="4690872" cy="457200"/>
          </a:xfrm>
          <a:prstGeom prst="rect">
            <a:avLst/>
          </a:prstGeom>
          <a:noFill/>
          <a:ln/>
        </p:spPr>
        <p:txBody>
          <a:bodyPr wrap="square" lIns="0" tIns="0" rIns="0" bIns="0" rtlCol="0" anchor="ctr"/>
          <a:lstStyle/>
          <a:p>
            <a:pPr algn="l" indent="0" marL="0">
              <a:buNone/>
            </a:pPr>
            <a:r>
              <a:rPr lang="en-US" sz="1700" b="1" dirty="0">
                <a:solidFill>
                  <a:schemeClr val="bg1"/>
                </a:solidFill>
              </a:rPr>
              <a:t>Mais le t reste — </a:t>
            </a:r>
            <a:r>
              <a:rPr lang="en-US" sz="1700" b="1" i="1" dirty="0">
                <a:solidFill>
                  <a:schemeClr val="bg1"/>
                </a:solidFill>
              </a:rPr>
              <a:t>u · hij · ze</a:t>
            </a:r>
            <a:endParaRPr lang="en-US" sz="1700" dirty="0"/>
          </a:p>
        </p:txBody>
      </p:sp>
      <p:sp>
        <p:nvSpPr>
          <p:cNvPr id="32" name="Shape 29"/>
          <p:cNvSpPr/>
          <p:nvPr/>
        </p:nvSpPr>
        <p:spPr>
          <a:xfrm>
            <a:off x="6583680" y="4773168"/>
            <a:ext cx="5056632" cy="457200"/>
          </a:xfrm>
          <a:prstGeom prst="roundRect">
            <a:avLst>
              <a:gd name="adj" fmla="val 8000"/>
            </a:avLst>
          </a:prstGeom>
          <a:solidFill>
            <a:schemeClr val="bg2"/>
          </a:solidFill>
          <a:ln w="9525">
            <a:solidFill>
              <a:srgbClr val="D5DCE6"/>
            </a:solidFill>
            <a:prstDash val="solid"/>
          </a:ln>
        </p:spPr>
      </p:sp>
      <p:sp>
        <p:nvSpPr>
          <p:cNvPr id="33" name="Text 30"/>
          <p:cNvSpPr txBox="1"/>
          <p:nvPr/>
        </p:nvSpPr>
        <p:spPr>
          <a:xfrm>
            <a:off x="6766560" y="4773168"/>
            <a:ext cx="4782312" cy="457200"/>
          </a:xfrm>
          <a:prstGeom prst="rect">
            <a:avLst/>
          </a:prstGeom>
          <a:noFill/>
          <a:ln/>
        </p:spPr>
        <p:txBody>
          <a:bodyPr wrap="square" lIns="0" tIns="0" rIns="0" bIns="0" rtlCol="0" anchor="ctr"/>
          <a:lstStyle/>
          <a:p>
            <a:pPr algn="l" indent="0" marL="0">
              <a:buNone/>
            </a:pPr>
            <a:r>
              <a:rPr lang="en-US" sz="1600" b="1" dirty="0">
                <a:solidFill>
                  <a:schemeClr val="accent6"/>
                </a:solidFill>
              </a:rPr>
              <a:t>Werk</a:t>
            </a:r>
            <a:r>
              <a:rPr lang="en-US" sz="1600" b="1" dirty="0">
                <a:solidFill>
                  <a:schemeClr val="accent1"/>
                </a:solidFill>
              </a:rPr>
              <a:t>t</a:t>
            </a:r>
            <a:r>
              <a:rPr lang="en-US" sz="1600" dirty="0">
                <a:solidFill>
                  <a:schemeClr val="tx1"/>
                </a:solidFill>
              </a:rPr>
              <a:t> </a:t>
            </a:r>
            <a:r>
              <a:rPr lang="en-US" sz="1600" b="1" dirty="0">
                <a:solidFill>
                  <a:schemeClr val="accent2"/>
                </a:solidFill>
              </a:rPr>
              <a:t>u</a:t>
            </a:r>
            <a:r>
              <a:rPr lang="en-US" sz="1600" dirty="0">
                <a:solidFill>
                  <a:schemeClr val="tx1"/>
                </a:solidFill>
              </a:rPr>
              <a:t> in Brussel?</a:t>
            </a:r>
            <a:endParaRPr lang="en-US" sz="1600" dirty="0"/>
          </a:p>
        </p:txBody>
      </p:sp>
      <p:sp>
        <p:nvSpPr>
          <p:cNvPr id="34" name="Shape 31"/>
          <p:cNvSpPr/>
          <p:nvPr/>
        </p:nvSpPr>
        <p:spPr>
          <a:xfrm>
            <a:off x="6583680" y="5276088"/>
            <a:ext cx="5056632" cy="457200"/>
          </a:xfrm>
          <a:prstGeom prst="roundRect">
            <a:avLst>
              <a:gd name="adj" fmla="val 8000"/>
            </a:avLst>
          </a:prstGeom>
          <a:solidFill>
            <a:srgbClr val="FFFFFF"/>
          </a:solidFill>
          <a:ln w="9525">
            <a:solidFill>
              <a:srgbClr val="D5DCE6"/>
            </a:solidFill>
            <a:prstDash val="solid"/>
          </a:ln>
        </p:spPr>
      </p:sp>
      <p:sp>
        <p:nvSpPr>
          <p:cNvPr id="35" name="Text 32"/>
          <p:cNvSpPr txBox="1"/>
          <p:nvPr/>
        </p:nvSpPr>
        <p:spPr>
          <a:xfrm>
            <a:off x="6766560" y="5276088"/>
            <a:ext cx="4782312" cy="457200"/>
          </a:xfrm>
          <a:prstGeom prst="rect">
            <a:avLst/>
          </a:prstGeom>
          <a:noFill/>
          <a:ln/>
        </p:spPr>
        <p:txBody>
          <a:bodyPr wrap="square" lIns="0" tIns="0" rIns="0" bIns="0" rtlCol="0" anchor="ctr"/>
          <a:lstStyle/>
          <a:p>
            <a:pPr algn="l" indent="0" marL="0">
              <a:buNone/>
            </a:pPr>
            <a:r>
              <a:rPr lang="en-US" sz="1600" b="1" dirty="0">
                <a:solidFill>
                  <a:schemeClr val="accent6"/>
                </a:solidFill>
              </a:rPr>
              <a:t>Werk</a:t>
            </a:r>
            <a:r>
              <a:rPr lang="en-US" sz="1600" b="1" dirty="0">
                <a:solidFill>
                  <a:schemeClr val="accent1"/>
                </a:solidFill>
              </a:rPr>
              <a:t>t</a:t>
            </a:r>
            <a:r>
              <a:rPr lang="en-US" sz="1600" dirty="0">
                <a:solidFill>
                  <a:schemeClr val="tx1"/>
                </a:solidFill>
              </a:rPr>
              <a:t> </a:t>
            </a:r>
            <a:r>
              <a:rPr lang="en-US" sz="1600" b="1" dirty="0">
                <a:solidFill>
                  <a:schemeClr val="accent2"/>
                </a:solidFill>
              </a:rPr>
              <a:t>hij</a:t>
            </a:r>
            <a:r>
              <a:rPr lang="en-US" sz="1600" dirty="0">
                <a:solidFill>
                  <a:schemeClr val="tx1"/>
                </a:solidFill>
              </a:rPr>
              <a:t> in Brussel?</a:t>
            </a:r>
            <a:endParaRPr lang="en-US" sz="1600" dirty="0"/>
          </a:p>
        </p:txBody>
      </p:sp>
      <p:sp>
        <p:nvSpPr>
          <p:cNvPr id="36" name="Shape 33"/>
          <p:cNvSpPr/>
          <p:nvPr/>
        </p:nvSpPr>
        <p:spPr>
          <a:xfrm>
            <a:off x="6583680" y="5779008"/>
            <a:ext cx="5056632" cy="457200"/>
          </a:xfrm>
          <a:prstGeom prst="roundRect">
            <a:avLst>
              <a:gd name="adj" fmla="val 8000"/>
            </a:avLst>
          </a:prstGeom>
          <a:solidFill>
            <a:schemeClr val="bg2"/>
          </a:solidFill>
          <a:ln w="9525">
            <a:solidFill>
              <a:srgbClr val="D5DCE6"/>
            </a:solidFill>
            <a:prstDash val="solid"/>
          </a:ln>
        </p:spPr>
      </p:sp>
      <p:sp>
        <p:nvSpPr>
          <p:cNvPr id="37" name="Text 34"/>
          <p:cNvSpPr txBox="1"/>
          <p:nvPr/>
        </p:nvSpPr>
        <p:spPr>
          <a:xfrm>
            <a:off x="6766560" y="5779008"/>
            <a:ext cx="4782312" cy="457200"/>
          </a:xfrm>
          <a:prstGeom prst="rect">
            <a:avLst/>
          </a:prstGeom>
          <a:noFill/>
          <a:ln/>
        </p:spPr>
        <p:txBody>
          <a:bodyPr wrap="square" lIns="0" tIns="0" rIns="0" bIns="0" rtlCol="0" anchor="ctr"/>
          <a:lstStyle/>
          <a:p>
            <a:pPr algn="l" indent="0" marL="0">
              <a:buNone/>
            </a:pPr>
            <a:r>
              <a:rPr lang="en-US" sz="1600" b="1" dirty="0">
                <a:solidFill>
                  <a:schemeClr val="accent6"/>
                </a:solidFill>
              </a:rPr>
              <a:t>Werk</a:t>
            </a:r>
            <a:r>
              <a:rPr lang="en-US" sz="1600" b="1" dirty="0">
                <a:solidFill>
                  <a:schemeClr val="accent1"/>
                </a:solidFill>
              </a:rPr>
              <a:t>t</a:t>
            </a:r>
            <a:r>
              <a:rPr lang="en-US" sz="1600" dirty="0">
                <a:solidFill>
                  <a:schemeClr val="tx1"/>
                </a:solidFill>
              </a:rPr>
              <a:t> </a:t>
            </a:r>
            <a:r>
              <a:rPr lang="en-US" sz="1600" b="1" dirty="0">
                <a:solidFill>
                  <a:schemeClr val="accent2"/>
                </a:solidFill>
              </a:rPr>
              <a:t>ze</a:t>
            </a:r>
            <a:r>
              <a:rPr lang="en-US" sz="1600" dirty="0">
                <a:solidFill>
                  <a:schemeClr val="tx1"/>
                </a:solidFill>
              </a:rPr>
              <a:t> in Brussel?</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Les questions avec mot interrogatif</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1453896" y="1554480"/>
            <a:ext cx="2377440" cy="566928"/>
          </a:xfrm>
          <a:prstGeom prst="roundRect">
            <a:avLst>
              <a:gd name="adj" fmla="val 12903"/>
            </a:avLst>
          </a:prstGeom>
          <a:solidFill>
            <a:schemeClr val="accent1"/>
          </a:solidFill>
          <a:ln w="12700">
            <a:solidFill>
              <a:srgbClr val="FFFFFF">
                <a:alpha val="0"/>
              </a:srgbClr>
            </a:solidFill>
            <a:prstDash val="solid"/>
          </a:ln>
        </p:spPr>
      </p:sp>
      <p:sp>
        <p:nvSpPr>
          <p:cNvPr id="6" name="Text 3"/>
          <p:cNvSpPr txBox="1"/>
          <p:nvPr/>
        </p:nvSpPr>
        <p:spPr>
          <a:xfrm>
            <a:off x="1453896" y="1554480"/>
            <a:ext cx="2377440" cy="566928"/>
          </a:xfrm>
          <a:prstGeom prst="rect">
            <a:avLst/>
          </a:prstGeom>
          <a:noFill/>
          <a:ln/>
        </p:spPr>
        <p:txBody>
          <a:bodyPr wrap="square" lIns="0" tIns="0" rIns="0" bIns="0" rtlCol="0" anchor="ctr"/>
          <a:lstStyle/>
          <a:p>
            <a:pPr algn="ctr" indent="0" marL="0">
              <a:buNone/>
            </a:pPr>
            <a:r>
              <a:rPr lang="en-US" sz="1700" b="1" dirty="0">
                <a:solidFill>
                  <a:schemeClr val="bg1"/>
                </a:solidFill>
              </a:rPr>
              <a:t>Mot interrogatif</a:t>
            </a:r>
            <a:endParaRPr lang="en-US" sz="1700" dirty="0"/>
          </a:p>
        </p:txBody>
      </p:sp>
      <p:sp>
        <p:nvSpPr>
          <p:cNvPr id="7" name="Text 4"/>
          <p:cNvSpPr txBox="1"/>
          <p:nvPr/>
        </p:nvSpPr>
        <p:spPr>
          <a:xfrm>
            <a:off x="1453896" y="2176272"/>
            <a:ext cx="2377440" cy="457200"/>
          </a:xfrm>
          <a:prstGeom prst="rect">
            <a:avLst/>
          </a:prstGeom>
          <a:noFill/>
          <a:ln/>
        </p:spPr>
        <p:txBody>
          <a:bodyPr wrap="square" lIns="0" tIns="0" rIns="0" bIns="0" rtlCol="0" anchor="ctr"/>
          <a:lstStyle/>
          <a:p>
            <a:pPr algn="ctr" indent="0" marL="0">
              <a:buNone/>
            </a:pPr>
            <a:r>
              <a:rPr lang="en-US" sz="2200" b="1" dirty="0">
                <a:solidFill>
                  <a:schemeClr val="accent1"/>
                </a:solidFill>
              </a:rPr>
              <a:t>Hoeveel uur</a:t>
            </a:r>
            <a:endParaRPr lang="en-US" sz="2200" dirty="0"/>
          </a:p>
        </p:txBody>
      </p:sp>
      <p:sp>
        <p:nvSpPr>
          <p:cNvPr id="8" name="Shape 5"/>
          <p:cNvSpPr/>
          <p:nvPr/>
        </p:nvSpPr>
        <p:spPr>
          <a:xfrm>
            <a:off x="3877056" y="1837944"/>
            <a:ext cx="310896" cy="914"/>
          </a:xfrm>
          <a:prstGeom prst="line">
            <a:avLst/>
          </a:prstGeom>
          <a:noFill/>
          <a:ln w="25400">
            <a:solidFill>
              <a:srgbClr val="4A5A70"/>
            </a:solidFill>
            <a:prstDash val="solid"/>
            <a:tailEnd type="triangle"/>
          </a:ln>
        </p:spPr>
      </p:sp>
      <p:sp>
        <p:nvSpPr>
          <p:cNvPr id="9" name="Shape 6"/>
          <p:cNvSpPr/>
          <p:nvPr/>
        </p:nvSpPr>
        <p:spPr>
          <a:xfrm>
            <a:off x="4242816" y="1554480"/>
            <a:ext cx="1737360" cy="566928"/>
          </a:xfrm>
          <a:prstGeom prst="ellipse">
            <a:avLst/>
          </a:prstGeom>
          <a:solidFill>
            <a:srgbClr val="FFFFFF"/>
          </a:solidFill>
          <a:ln w="38100">
            <a:solidFill>
              <a:srgbClr val="B83227"/>
            </a:solidFill>
            <a:prstDash val="solid"/>
          </a:ln>
        </p:spPr>
      </p:sp>
      <p:sp>
        <p:nvSpPr>
          <p:cNvPr id="10" name="Text 7"/>
          <p:cNvSpPr txBox="1"/>
          <p:nvPr/>
        </p:nvSpPr>
        <p:spPr>
          <a:xfrm>
            <a:off x="4242816" y="1554480"/>
            <a:ext cx="1737360" cy="566928"/>
          </a:xfrm>
          <a:prstGeom prst="rect">
            <a:avLst/>
          </a:prstGeom>
          <a:noFill/>
          <a:ln/>
        </p:spPr>
        <p:txBody>
          <a:bodyPr wrap="square" lIns="0" tIns="0" rIns="0" bIns="0" rtlCol="0" anchor="ctr"/>
          <a:lstStyle/>
          <a:p>
            <a:pPr algn="ctr" indent="0" marL="0">
              <a:buNone/>
            </a:pPr>
            <a:r>
              <a:rPr lang="en-US" sz="1700" b="1" dirty="0">
                <a:solidFill>
                  <a:schemeClr val="accent6"/>
                </a:solidFill>
              </a:rPr>
              <a:t>verbe</a:t>
            </a:r>
            <a:endParaRPr lang="en-US" sz="1700" dirty="0"/>
          </a:p>
        </p:txBody>
      </p:sp>
      <p:sp>
        <p:nvSpPr>
          <p:cNvPr id="11" name="Text 8"/>
          <p:cNvSpPr txBox="1"/>
          <p:nvPr/>
        </p:nvSpPr>
        <p:spPr>
          <a:xfrm>
            <a:off x="4242816" y="2176272"/>
            <a:ext cx="1737360" cy="457200"/>
          </a:xfrm>
          <a:prstGeom prst="rect">
            <a:avLst/>
          </a:prstGeom>
          <a:noFill/>
          <a:ln/>
        </p:spPr>
        <p:txBody>
          <a:bodyPr wrap="square" lIns="0" tIns="0" rIns="0" bIns="0" rtlCol="0" anchor="ctr"/>
          <a:lstStyle/>
          <a:p>
            <a:pPr algn="ctr" indent="0" marL="0">
              <a:buNone/>
            </a:pPr>
            <a:r>
              <a:rPr lang="en-US" sz="2200" b="1" dirty="0">
                <a:solidFill>
                  <a:schemeClr val="accent6"/>
                </a:solidFill>
              </a:rPr>
              <a:t>werk</a:t>
            </a:r>
            <a:endParaRPr lang="en-US" sz="2200" dirty="0"/>
          </a:p>
        </p:txBody>
      </p:sp>
      <p:sp>
        <p:nvSpPr>
          <p:cNvPr id="12" name="Shape 9"/>
          <p:cNvSpPr/>
          <p:nvPr/>
        </p:nvSpPr>
        <p:spPr>
          <a:xfrm>
            <a:off x="6025896" y="1837944"/>
            <a:ext cx="310896" cy="914"/>
          </a:xfrm>
          <a:prstGeom prst="line">
            <a:avLst/>
          </a:prstGeom>
          <a:noFill/>
          <a:ln w="25400">
            <a:solidFill>
              <a:srgbClr val="4A5A70"/>
            </a:solidFill>
            <a:prstDash val="solid"/>
            <a:tailEnd type="triangle"/>
          </a:ln>
        </p:spPr>
      </p:sp>
      <p:sp>
        <p:nvSpPr>
          <p:cNvPr id="13" name="Shape 10"/>
          <p:cNvSpPr/>
          <p:nvPr/>
        </p:nvSpPr>
        <p:spPr>
          <a:xfrm>
            <a:off x="6391656" y="1554480"/>
            <a:ext cx="1737360" cy="566928"/>
          </a:xfrm>
          <a:prstGeom prst="roundRect">
            <a:avLst>
              <a:gd name="adj" fmla="val 12903"/>
            </a:avLst>
          </a:prstGeom>
          <a:solidFill>
            <a:schemeClr val="accent2"/>
          </a:solidFill>
          <a:ln w="12700">
            <a:solidFill>
              <a:srgbClr val="FFFFFF">
                <a:alpha val="0"/>
              </a:srgbClr>
            </a:solidFill>
            <a:prstDash val="solid"/>
          </a:ln>
        </p:spPr>
      </p:sp>
      <p:sp>
        <p:nvSpPr>
          <p:cNvPr id="14" name="Text 11"/>
          <p:cNvSpPr txBox="1"/>
          <p:nvPr/>
        </p:nvSpPr>
        <p:spPr>
          <a:xfrm>
            <a:off x="6391656" y="1554480"/>
            <a:ext cx="1737360" cy="566928"/>
          </a:xfrm>
          <a:prstGeom prst="rect">
            <a:avLst/>
          </a:prstGeom>
          <a:noFill/>
          <a:ln/>
        </p:spPr>
        <p:txBody>
          <a:bodyPr wrap="square" lIns="0" tIns="0" rIns="0" bIns="0" rtlCol="0" anchor="ctr"/>
          <a:lstStyle/>
          <a:p>
            <a:pPr algn="ctr" indent="0" marL="0">
              <a:buNone/>
            </a:pPr>
            <a:r>
              <a:rPr lang="en-US" sz="1700" b="1" dirty="0">
                <a:solidFill>
                  <a:schemeClr val="bg1"/>
                </a:solidFill>
              </a:rPr>
              <a:t>sujet</a:t>
            </a:r>
            <a:endParaRPr lang="en-US" sz="1700" dirty="0"/>
          </a:p>
        </p:txBody>
      </p:sp>
      <p:sp>
        <p:nvSpPr>
          <p:cNvPr id="15" name="Text 12"/>
          <p:cNvSpPr txBox="1"/>
          <p:nvPr/>
        </p:nvSpPr>
        <p:spPr>
          <a:xfrm>
            <a:off x="6391656" y="2176272"/>
            <a:ext cx="1737360" cy="457200"/>
          </a:xfrm>
          <a:prstGeom prst="rect">
            <a:avLst/>
          </a:prstGeom>
          <a:noFill/>
          <a:ln/>
        </p:spPr>
        <p:txBody>
          <a:bodyPr wrap="square" lIns="0" tIns="0" rIns="0" bIns="0" rtlCol="0" anchor="ctr"/>
          <a:lstStyle/>
          <a:p>
            <a:pPr algn="ctr" indent="0" marL="0">
              <a:buNone/>
            </a:pPr>
            <a:r>
              <a:rPr lang="en-US" sz="2200" b="1" dirty="0">
                <a:solidFill>
                  <a:schemeClr val="accent2"/>
                </a:solidFill>
              </a:rPr>
              <a:t>je</a:t>
            </a:r>
            <a:endParaRPr lang="en-US" sz="2200" dirty="0"/>
          </a:p>
        </p:txBody>
      </p:sp>
      <p:sp>
        <p:nvSpPr>
          <p:cNvPr id="16" name="Shape 13"/>
          <p:cNvSpPr/>
          <p:nvPr/>
        </p:nvSpPr>
        <p:spPr>
          <a:xfrm>
            <a:off x="8174736" y="1837944"/>
            <a:ext cx="310896" cy="914"/>
          </a:xfrm>
          <a:prstGeom prst="line">
            <a:avLst/>
          </a:prstGeom>
          <a:noFill/>
          <a:ln w="25400">
            <a:solidFill>
              <a:srgbClr val="4A5A70"/>
            </a:solidFill>
            <a:prstDash val="solid"/>
            <a:tailEnd type="triangle"/>
          </a:ln>
        </p:spPr>
      </p:sp>
      <p:sp>
        <p:nvSpPr>
          <p:cNvPr id="17" name="Shape 14"/>
          <p:cNvSpPr/>
          <p:nvPr/>
        </p:nvSpPr>
        <p:spPr>
          <a:xfrm>
            <a:off x="8540496" y="1554480"/>
            <a:ext cx="2194560" cy="566928"/>
          </a:xfrm>
          <a:prstGeom prst="roundRect">
            <a:avLst>
              <a:gd name="adj" fmla="val 12903"/>
            </a:avLst>
          </a:prstGeom>
          <a:solidFill>
            <a:schemeClr val="accent5"/>
          </a:solidFill>
          <a:ln w="12700">
            <a:solidFill>
              <a:srgbClr val="FFFFFF">
                <a:alpha val="0"/>
              </a:srgbClr>
            </a:solidFill>
            <a:prstDash val="solid"/>
          </a:ln>
        </p:spPr>
      </p:sp>
      <p:sp>
        <p:nvSpPr>
          <p:cNvPr id="18" name="Text 15"/>
          <p:cNvSpPr txBox="1"/>
          <p:nvPr/>
        </p:nvSpPr>
        <p:spPr>
          <a:xfrm>
            <a:off x="8540496" y="1554480"/>
            <a:ext cx="2194560" cy="566928"/>
          </a:xfrm>
          <a:prstGeom prst="rect">
            <a:avLst/>
          </a:prstGeom>
          <a:noFill/>
          <a:ln/>
        </p:spPr>
        <p:txBody>
          <a:bodyPr wrap="square" lIns="0" tIns="0" rIns="0" bIns="0" rtlCol="0" anchor="ctr"/>
          <a:lstStyle/>
          <a:p>
            <a:pPr algn="ctr" indent="0" marL="0">
              <a:buNone/>
            </a:pPr>
            <a:r>
              <a:rPr lang="en-US" sz="1700" b="1" dirty="0">
                <a:solidFill>
                  <a:schemeClr val="bg1"/>
                </a:solidFill>
              </a:rPr>
              <a:t>reste</a:t>
            </a:r>
            <a:endParaRPr lang="en-US" sz="1700" dirty="0"/>
          </a:p>
        </p:txBody>
      </p:sp>
      <p:sp>
        <p:nvSpPr>
          <p:cNvPr id="19" name="Text 16"/>
          <p:cNvSpPr txBox="1"/>
          <p:nvPr/>
        </p:nvSpPr>
        <p:spPr>
          <a:xfrm>
            <a:off x="8540496" y="2176272"/>
            <a:ext cx="2194560" cy="457200"/>
          </a:xfrm>
          <a:prstGeom prst="rect">
            <a:avLst/>
          </a:prstGeom>
          <a:noFill/>
          <a:ln/>
        </p:spPr>
        <p:txBody>
          <a:bodyPr wrap="square" lIns="0" tIns="0" rIns="0" bIns="0" rtlCol="0" anchor="ctr"/>
          <a:lstStyle/>
          <a:p>
            <a:pPr algn="ctr" indent="0" marL="0">
              <a:buNone/>
            </a:pPr>
            <a:r>
              <a:rPr lang="en-US" sz="2200" b="1" dirty="0">
                <a:solidFill>
                  <a:schemeClr val="tx1"/>
                </a:solidFill>
              </a:rPr>
              <a:t>per week?</a:t>
            </a:r>
            <a:endParaRPr lang="en-US" sz="2200" dirty="0"/>
          </a:p>
        </p:txBody>
      </p:sp>
      <p:sp>
        <p:nvSpPr>
          <p:cNvPr id="20" name="Shape 17"/>
          <p:cNvSpPr/>
          <p:nvPr/>
        </p:nvSpPr>
        <p:spPr>
          <a:xfrm>
            <a:off x="548640" y="2852928"/>
            <a:ext cx="2286000" cy="1005840"/>
          </a:xfrm>
          <a:prstGeom prst="roundRect">
            <a:avLst>
              <a:gd name="adj" fmla="val 7273"/>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1" name="Shape 18"/>
          <p:cNvSpPr/>
          <p:nvPr/>
        </p:nvSpPr>
        <p:spPr>
          <a:xfrm>
            <a:off x="548640" y="2852928"/>
            <a:ext cx="109728" cy="1005840"/>
          </a:xfrm>
          <a:prstGeom prst="rect">
            <a:avLst/>
          </a:prstGeom>
          <a:solidFill>
            <a:schemeClr val="accent1"/>
          </a:solidFill>
          <a:ln w="12700">
            <a:solidFill>
              <a:srgbClr val="FFFFFF">
                <a:alpha val="0"/>
              </a:srgbClr>
            </a:solidFill>
            <a:prstDash val="solid"/>
          </a:ln>
        </p:spPr>
      </p:sp>
      <p:sp>
        <p:nvSpPr>
          <p:cNvPr id="22" name="Text 19"/>
          <p:cNvSpPr txBox="1"/>
          <p:nvPr/>
        </p:nvSpPr>
        <p:spPr>
          <a:xfrm>
            <a:off x="822960" y="2944368"/>
            <a:ext cx="1920240" cy="502920"/>
          </a:xfrm>
          <a:prstGeom prst="rect">
            <a:avLst/>
          </a:prstGeom>
          <a:noFill/>
          <a:ln/>
        </p:spPr>
        <p:txBody>
          <a:bodyPr wrap="square" lIns="0" tIns="0" rIns="0" bIns="0" rtlCol="0" anchor="ctr"/>
          <a:lstStyle/>
          <a:p>
            <a:pPr algn="l" indent="0" marL="0">
              <a:buNone/>
            </a:pPr>
            <a:r>
              <a:rPr lang="en-US" sz="2400" b="1" dirty="0">
                <a:solidFill>
                  <a:schemeClr val="accent1"/>
                </a:solidFill>
                <a:latin typeface="+mj-lt" pitchFamily="34" charset="0"/>
                <a:ea typeface="+mj-lt" pitchFamily="34" charset="-122"/>
                <a:cs typeface="+mj-lt" pitchFamily="34" charset="-120"/>
              </a:rPr>
              <a:t>Wie?</a:t>
            </a:r>
            <a:endParaRPr lang="en-US" sz="2400" dirty="0"/>
          </a:p>
        </p:txBody>
      </p:sp>
      <p:sp>
        <p:nvSpPr>
          <p:cNvPr id="23" name="Text 20"/>
          <p:cNvSpPr txBox="1"/>
          <p:nvPr/>
        </p:nvSpPr>
        <p:spPr>
          <a:xfrm>
            <a:off x="822960" y="3447288"/>
            <a:ext cx="1920240" cy="320040"/>
          </a:xfrm>
          <a:prstGeom prst="rect">
            <a:avLst/>
          </a:prstGeom>
          <a:noFill/>
          <a:ln/>
        </p:spPr>
        <p:txBody>
          <a:bodyPr wrap="square" lIns="0" tIns="0" rIns="0" bIns="0" rtlCol="0" anchor="t"/>
          <a:lstStyle/>
          <a:p>
            <a:pPr algn="l" indent="0" marL="0">
              <a:buNone/>
            </a:pPr>
            <a:r>
              <a:rPr lang="en-US" sz="1500" i="1" dirty="0">
                <a:solidFill>
                  <a:schemeClr val="accent5"/>
                </a:solidFill>
              </a:rPr>
              <a:t>qui</a:t>
            </a:r>
            <a:endParaRPr lang="en-US" sz="1500" dirty="0"/>
          </a:p>
        </p:txBody>
      </p:sp>
      <p:sp>
        <p:nvSpPr>
          <p:cNvPr id="24" name="Shape 21"/>
          <p:cNvSpPr/>
          <p:nvPr/>
        </p:nvSpPr>
        <p:spPr>
          <a:xfrm>
            <a:off x="3017520" y="2852928"/>
            <a:ext cx="2286000" cy="1005840"/>
          </a:xfrm>
          <a:prstGeom prst="roundRect">
            <a:avLst>
              <a:gd name="adj" fmla="val 7273"/>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5" name="Shape 22"/>
          <p:cNvSpPr/>
          <p:nvPr/>
        </p:nvSpPr>
        <p:spPr>
          <a:xfrm>
            <a:off x="3017520" y="2852928"/>
            <a:ext cx="109728" cy="1005840"/>
          </a:xfrm>
          <a:prstGeom prst="rect">
            <a:avLst/>
          </a:prstGeom>
          <a:solidFill>
            <a:schemeClr val="accent1"/>
          </a:solidFill>
          <a:ln w="12700">
            <a:solidFill>
              <a:srgbClr val="FFFFFF">
                <a:alpha val="0"/>
              </a:srgbClr>
            </a:solidFill>
            <a:prstDash val="solid"/>
          </a:ln>
        </p:spPr>
      </p:sp>
      <p:sp>
        <p:nvSpPr>
          <p:cNvPr id="26" name="Text 23"/>
          <p:cNvSpPr txBox="1"/>
          <p:nvPr/>
        </p:nvSpPr>
        <p:spPr>
          <a:xfrm>
            <a:off x="3291840" y="2944368"/>
            <a:ext cx="1920240" cy="502920"/>
          </a:xfrm>
          <a:prstGeom prst="rect">
            <a:avLst/>
          </a:prstGeom>
          <a:noFill/>
          <a:ln/>
        </p:spPr>
        <p:txBody>
          <a:bodyPr wrap="square" lIns="0" tIns="0" rIns="0" bIns="0" rtlCol="0" anchor="ctr"/>
          <a:lstStyle/>
          <a:p>
            <a:pPr algn="l" indent="0" marL="0">
              <a:buNone/>
            </a:pPr>
            <a:r>
              <a:rPr lang="en-US" sz="2400" b="1" dirty="0">
                <a:solidFill>
                  <a:schemeClr val="accent1"/>
                </a:solidFill>
                <a:latin typeface="+mj-lt" pitchFamily="34" charset="0"/>
                <a:ea typeface="+mj-lt" pitchFamily="34" charset="-122"/>
                <a:cs typeface="+mj-lt" pitchFamily="34" charset="-120"/>
              </a:rPr>
              <a:t>Wat?</a:t>
            </a:r>
            <a:endParaRPr lang="en-US" sz="2400" dirty="0"/>
          </a:p>
        </p:txBody>
      </p:sp>
      <p:sp>
        <p:nvSpPr>
          <p:cNvPr id="27" name="Text 24"/>
          <p:cNvSpPr txBox="1"/>
          <p:nvPr/>
        </p:nvSpPr>
        <p:spPr>
          <a:xfrm>
            <a:off x="3291840" y="3447288"/>
            <a:ext cx="1920240" cy="320040"/>
          </a:xfrm>
          <a:prstGeom prst="rect">
            <a:avLst/>
          </a:prstGeom>
          <a:noFill/>
          <a:ln/>
        </p:spPr>
        <p:txBody>
          <a:bodyPr wrap="square" lIns="0" tIns="0" rIns="0" bIns="0" rtlCol="0" anchor="t"/>
          <a:lstStyle/>
          <a:p>
            <a:pPr algn="l" indent="0" marL="0">
              <a:buNone/>
            </a:pPr>
            <a:r>
              <a:rPr lang="en-US" sz="1500" i="1" dirty="0">
                <a:solidFill>
                  <a:schemeClr val="accent5"/>
                </a:solidFill>
              </a:rPr>
              <a:t>quoi</a:t>
            </a:r>
            <a:endParaRPr lang="en-US" sz="1500" dirty="0"/>
          </a:p>
        </p:txBody>
      </p:sp>
      <p:sp>
        <p:nvSpPr>
          <p:cNvPr id="28" name="Shape 25"/>
          <p:cNvSpPr/>
          <p:nvPr/>
        </p:nvSpPr>
        <p:spPr>
          <a:xfrm>
            <a:off x="5486400" y="2852928"/>
            <a:ext cx="2286000" cy="1005840"/>
          </a:xfrm>
          <a:prstGeom prst="roundRect">
            <a:avLst>
              <a:gd name="adj" fmla="val 7273"/>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9" name="Shape 26"/>
          <p:cNvSpPr/>
          <p:nvPr/>
        </p:nvSpPr>
        <p:spPr>
          <a:xfrm>
            <a:off x="5486400" y="2852928"/>
            <a:ext cx="109728" cy="1005840"/>
          </a:xfrm>
          <a:prstGeom prst="rect">
            <a:avLst/>
          </a:prstGeom>
          <a:solidFill>
            <a:schemeClr val="accent1"/>
          </a:solidFill>
          <a:ln w="12700">
            <a:solidFill>
              <a:srgbClr val="FFFFFF">
                <a:alpha val="0"/>
              </a:srgbClr>
            </a:solidFill>
            <a:prstDash val="solid"/>
          </a:ln>
        </p:spPr>
      </p:sp>
      <p:sp>
        <p:nvSpPr>
          <p:cNvPr id="30" name="Text 27"/>
          <p:cNvSpPr txBox="1"/>
          <p:nvPr/>
        </p:nvSpPr>
        <p:spPr>
          <a:xfrm>
            <a:off x="5760720" y="2944368"/>
            <a:ext cx="1920240" cy="502920"/>
          </a:xfrm>
          <a:prstGeom prst="rect">
            <a:avLst/>
          </a:prstGeom>
          <a:noFill/>
          <a:ln/>
        </p:spPr>
        <p:txBody>
          <a:bodyPr wrap="square" lIns="0" tIns="0" rIns="0" bIns="0" rtlCol="0" anchor="ctr"/>
          <a:lstStyle/>
          <a:p>
            <a:pPr algn="l" indent="0" marL="0">
              <a:buNone/>
            </a:pPr>
            <a:r>
              <a:rPr lang="en-US" sz="2400" b="1" dirty="0">
                <a:solidFill>
                  <a:schemeClr val="accent1"/>
                </a:solidFill>
                <a:latin typeface="+mj-lt" pitchFamily="34" charset="0"/>
                <a:ea typeface="+mj-lt" pitchFamily="34" charset="-122"/>
                <a:cs typeface="+mj-lt" pitchFamily="34" charset="-120"/>
              </a:rPr>
              <a:t>Waar?</a:t>
            </a:r>
            <a:endParaRPr lang="en-US" sz="2400" dirty="0"/>
          </a:p>
        </p:txBody>
      </p:sp>
      <p:sp>
        <p:nvSpPr>
          <p:cNvPr id="31" name="Text 28"/>
          <p:cNvSpPr txBox="1"/>
          <p:nvPr/>
        </p:nvSpPr>
        <p:spPr>
          <a:xfrm>
            <a:off x="5760720" y="3447288"/>
            <a:ext cx="1920240" cy="320040"/>
          </a:xfrm>
          <a:prstGeom prst="rect">
            <a:avLst/>
          </a:prstGeom>
          <a:noFill/>
          <a:ln/>
        </p:spPr>
        <p:txBody>
          <a:bodyPr wrap="square" lIns="0" tIns="0" rIns="0" bIns="0" rtlCol="0" anchor="t"/>
          <a:lstStyle/>
          <a:p>
            <a:pPr algn="l" indent="0" marL="0">
              <a:buNone/>
            </a:pPr>
            <a:r>
              <a:rPr lang="en-US" sz="1500" i="1" dirty="0">
                <a:solidFill>
                  <a:schemeClr val="accent5"/>
                </a:solidFill>
              </a:rPr>
              <a:t>où</a:t>
            </a:r>
            <a:endParaRPr lang="en-US" sz="1500" dirty="0"/>
          </a:p>
        </p:txBody>
      </p:sp>
      <p:sp>
        <p:nvSpPr>
          <p:cNvPr id="32" name="Shape 29"/>
          <p:cNvSpPr/>
          <p:nvPr/>
        </p:nvSpPr>
        <p:spPr>
          <a:xfrm>
            <a:off x="548640" y="4014216"/>
            <a:ext cx="2286000" cy="1005840"/>
          </a:xfrm>
          <a:prstGeom prst="roundRect">
            <a:avLst>
              <a:gd name="adj" fmla="val 7273"/>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3" name="Shape 30"/>
          <p:cNvSpPr/>
          <p:nvPr/>
        </p:nvSpPr>
        <p:spPr>
          <a:xfrm>
            <a:off x="548640" y="4014216"/>
            <a:ext cx="109728" cy="1005840"/>
          </a:xfrm>
          <a:prstGeom prst="rect">
            <a:avLst/>
          </a:prstGeom>
          <a:solidFill>
            <a:schemeClr val="accent1"/>
          </a:solidFill>
          <a:ln w="12700">
            <a:solidFill>
              <a:srgbClr val="FFFFFF">
                <a:alpha val="0"/>
              </a:srgbClr>
            </a:solidFill>
            <a:prstDash val="solid"/>
          </a:ln>
        </p:spPr>
      </p:sp>
      <p:sp>
        <p:nvSpPr>
          <p:cNvPr id="34" name="Text 31"/>
          <p:cNvSpPr txBox="1"/>
          <p:nvPr/>
        </p:nvSpPr>
        <p:spPr>
          <a:xfrm>
            <a:off x="822960" y="4105656"/>
            <a:ext cx="1920240" cy="502920"/>
          </a:xfrm>
          <a:prstGeom prst="rect">
            <a:avLst/>
          </a:prstGeom>
          <a:noFill/>
          <a:ln/>
        </p:spPr>
        <p:txBody>
          <a:bodyPr wrap="square" lIns="0" tIns="0" rIns="0" bIns="0" rtlCol="0" anchor="ctr"/>
          <a:lstStyle/>
          <a:p>
            <a:pPr algn="l" indent="0" marL="0">
              <a:buNone/>
            </a:pPr>
            <a:r>
              <a:rPr lang="en-US" sz="2400" b="1" dirty="0">
                <a:solidFill>
                  <a:schemeClr val="accent1"/>
                </a:solidFill>
                <a:latin typeface="+mj-lt" pitchFamily="34" charset="0"/>
                <a:ea typeface="+mj-lt" pitchFamily="34" charset="-122"/>
                <a:cs typeface="+mj-lt" pitchFamily="34" charset="-120"/>
              </a:rPr>
              <a:t>Wanneer?</a:t>
            </a:r>
            <a:endParaRPr lang="en-US" sz="2400" dirty="0"/>
          </a:p>
        </p:txBody>
      </p:sp>
      <p:sp>
        <p:nvSpPr>
          <p:cNvPr id="35" name="Text 32"/>
          <p:cNvSpPr txBox="1"/>
          <p:nvPr/>
        </p:nvSpPr>
        <p:spPr>
          <a:xfrm>
            <a:off x="822960" y="4608576"/>
            <a:ext cx="1920240" cy="320040"/>
          </a:xfrm>
          <a:prstGeom prst="rect">
            <a:avLst/>
          </a:prstGeom>
          <a:noFill/>
          <a:ln/>
        </p:spPr>
        <p:txBody>
          <a:bodyPr wrap="square" lIns="0" tIns="0" rIns="0" bIns="0" rtlCol="0" anchor="t"/>
          <a:lstStyle/>
          <a:p>
            <a:pPr algn="l" indent="0" marL="0">
              <a:buNone/>
            </a:pPr>
            <a:r>
              <a:rPr lang="en-US" sz="1500" i="1" dirty="0">
                <a:solidFill>
                  <a:schemeClr val="accent5"/>
                </a:solidFill>
              </a:rPr>
              <a:t>quand</a:t>
            </a:r>
            <a:endParaRPr lang="en-US" sz="1500" dirty="0"/>
          </a:p>
        </p:txBody>
      </p:sp>
      <p:sp>
        <p:nvSpPr>
          <p:cNvPr id="36" name="Shape 33"/>
          <p:cNvSpPr/>
          <p:nvPr/>
        </p:nvSpPr>
        <p:spPr>
          <a:xfrm>
            <a:off x="3017520" y="4014216"/>
            <a:ext cx="2286000" cy="1005840"/>
          </a:xfrm>
          <a:prstGeom prst="roundRect">
            <a:avLst>
              <a:gd name="adj" fmla="val 7273"/>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7" name="Shape 34"/>
          <p:cNvSpPr/>
          <p:nvPr/>
        </p:nvSpPr>
        <p:spPr>
          <a:xfrm>
            <a:off x="3017520" y="4014216"/>
            <a:ext cx="109728" cy="1005840"/>
          </a:xfrm>
          <a:prstGeom prst="rect">
            <a:avLst/>
          </a:prstGeom>
          <a:solidFill>
            <a:schemeClr val="accent1"/>
          </a:solidFill>
          <a:ln w="12700">
            <a:solidFill>
              <a:srgbClr val="FFFFFF">
                <a:alpha val="0"/>
              </a:srgbClr>
            </a:solidFill>
            <a:prstDash val="solid"/>
          </a:ln>
        </p:spPr>
      </p:sp>
      <p:sp>
        <p:nvSpPr>
          <p:cNvPr id="38" name="Text 35"/>
          <p:cNvSpPr txBox="1"/>
          <p:nvPr/>
        </p:nvSpPr>
        <p:spPr>
          <a:xfrm>
            <a:off x="3291840" y="4105656"/>
            <a:ext cx="1920240" cy="502920"/>
          </a:xfrm>
          <a:prstGeom prst="rect">
            <a:avLst/>
          </a:prstGeom>
          <a:noFill/>
          <a:ln/>
        </p:spPr>
        <p:txBody>
          <a:bodyPr wrap="square" lIns="0" tIns="0" rIns="0" bIns="0" rtlCol="0" anchor="ctr"/>
          <a:lstStyle/>
          <a:p>
            <a:pPr algn="l" indent="0" marL="0">
              <a:buNone/>
            </a:pPr>
            <a:r>
              <a:rPr lang="en-US" sz="2400" b="1" dirty="0">
                <a:solidFill>
                  <a:schemeClr val="accent1"/>
                </a:solidFill>
                <a:latin typeface="+mj-lt" pitchFamily="34" charset="0"/>
                <a:ea typeface="+mj-lt" pitchFamily="34" charset="-122"/>
                <a:cs typeface="+mj-lt" pitchFamily="34" charset="-120"/>
              </a:rPr>
              <a:t>Hoe?</a:t>
            </a:r>
            <a:endParaRPr lang="en-US" sz="2400" dirty="0"/>
          </a:p>
        </p:txBody>
      </p:sp>
      <p:sp>
        <p:nvSpPr>
          <p:cNvPr id="39" name="Text 36"/>
          <p:cNvSpPr txBox="1"/>
          <p:nvPr/>
        </p:nvSpPr>
        <p:spPr>
          <a:xfrm>
            <a:off x="3291840" y="4608576"/>
            <a:ext cx="1920240" cy="320040"/>
          </a:xfrm>
          <a:prstGeom prst="rect">
            <a:avLst/>
          </a:prstGeom>
          <a:noFill/>
          <a:ln/>
        </p:spPr>
        <p:txBody>
          <a:bodyPr wrap="square" lIns="0" tIns="0" rIns="0" bIns="0" rtlCol="0" anchor="t"/>
          <a:lstStyle/>
          <a:p>
            <a:pPr algn="l" indent="0" marL="0">
              <a:buNone/>
            </a:pPr>
            <a:r>
              <a:rPr lang="en-US" sz="1500" i="1" dirty="0">
                <a:solidFill>
                  <a:schemeClr val="accent5"/>
                </a:solidFill>
              </a:rPr>
              <a:t>comment</a:t>
            </a:r>
            <a:endParaRPr lang="en-US" sz="1500" dirty="0"/>
          </a:p>
        </p:txBody>
      </p:sp>
      <p:sp>
        <p:nvSpPr>
          <p:cNvPr id="40" name="Shape 37"/>
          <p:cNvSpPr/>
          <p:nvPr/>
        </p:nvSpPr>
        <p:spPr>
          <a:xfrm>
            <a:off x="5486400" y="4014216"/>
            <a:ext cx="2286000" cy="1005840"/>
          </a:xfrm>
          <a:prstGeom prst="roundRect">
            <a:avLst>
              <a:gd name="adj" fmla="val 7273"/>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1" name="Shape 38"/>
          <p:cNvSpPr/>
          <p:nvPr/>
        </p:nvSpPr>
        <p:spPr>
          <a:xfrm>
            <a:off x="5486400" y="4014216"/>
            <a:ext cx="109728" cy="1005840"/>
          </a:xfrm>
          <a:prstGeom prst="rect">
            <a:avLst/>
          </a:prstGeom>
          <a:solidFill>
            <a:schemeClr val="accent1"/>
          </a:solidFill>
          <a:ln w="12700">
            <a:solidFill>
              <a:srgbClr val="FFFFFF">
                <a:alpha val="0"/>
              </a:srgbClr>
            </a:solidFill>
            <a:prstDash val="solid"/>
          </a:ln>
        </p:spPr>
      </p:sp>
      <p:sp>
        <p:nvSpPr>
          <p:cNvPr id="42" name="Text 39"/>
          <p:cNvSpPr txBox="1"/>
          <p:nvPr/>
        </p:nvSpPr>
        <p:spPr>
          <a:xfrm>
            <a:off x="5760720" y="4105656"/>
            <a:ext cx="1920240" cy="502920"/>
          </a:xfrm>
          <a:prstGeom prst="rect">
            <a:avLst/>
          </a:prstGeom>
          <a:noFill/>
          <a:ln/>
        </p:spPr>
        <p:txBody>
          <a:bodyPr wrap="square" lIns="0" tIns="0" rIns="0" bIns="0" rtlCol="0" anchor="ctr"/>
          <a:lstStyle/>
          <a:p>
            <a:pPr algn="l" indent="0" marL="0">
              <a:buNone/>
            </a:pPr>
            <a:r>
              <a:rPr lang="en-US" sz="2400" b="1" dirty="0">
                <a:solidFill>
                  <a:schemeClr val="accent1"/>
                </a:solidFill>
                <a:latin typeface="+mj-lt" pitchFamily="34" charset="0"/>
                <a:ea typeface="+mj-lt" pitchFamily="34" charset="-122"/>
                <a:cs typeface="+mj-lt" pitchFamily="34" charset="-120"/>
              </a:rPr>
              <a:t>Hoe laat?</a:t>
            </a:r>
            <a:endParaRPr lang="en-US" sz="2400" dirty="0"/>
          </a:p>
        </p:txBody>
      </p:sp>
      <p:sp>
        <p:nvSpPr>
          <p:cNvPr id="43" name="Text 40"/>
          <p:cNvSpPr txBox="1"/>
          <p:nvPr/>
        </p:nvSpPr>
        <p:spPr>
          <a:xfrm>
            <a:off x="5760720" y="4608576"/>
            <a:ext cx="1920240" cy="320040"/>
          </a:xfrm>
          <a:prstGeom prst="rect">
            <a:avLst/>
          </a:prstGeom>
          <a:noFill/>
          <a:ln/>
        </p:spPr>
        <p:txBody>
          <a:bodyPr wrap="square" lIns="0" tIns="0" rIns="0" bIns="0" rtlCol="0" anchor="t"/>
          <a:lstStyle/>
          <a:p>
            <a:pPr algn="l" indent="0" marL="0">
              <a:buNone/>
            </a:pPr>
            <a:r>
              <a:rPr lang="en-US" sz="1500" i="1" dirty="0">
                <a:solidFill>
                  <a:schemeClr val="accent5"/>
                </a:solidFill>
              </a:rPr>
              <a:t>à quelle heure</a:t>
            </a:r>
            <a:endParaRPr lang="en-US" sz="1500" dirty="0"/>
          </a:p>
        </p:txBody>
      </p:sp>
      <p:sp>
        <p:nvSpPr>
          <p:cNvPr id="44" name="Shape 41"/>
          <p:cNvSpPr/>
          <p:nvPr/>
        </p:nvSpPr>
        <p:spPr>
          <a:xfrm>
            <a:off x="548640" y="5175504"/>
            <a:ext cx="2286000" cy="1005840"/>
          </a:xfrm>
          <a:prstGeom prst="roundRect">
            <a:avLst>
              <a:gd name="adj" fmla="val 7273"/>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5" name="Shape 42"/>
          <p:cNvSpPr/>
          <p:nvPr/>
        </p:nvSpPr>
        <p:spPr>
          <a:xfrm>
            <a:off x="548640" y="5175504"/>
            <a:ext cx="109728" cy="1005840"/>
          </a:xfrm>
          <a:prstGeom prst="rect">
            <a:avLst/>
          </a:prstGeom>
          <a:solidFill>
            <a:schemeClr val="accent1"/>
          </a:solidFill>
          <a:ln w="12700">
            <a:solidFill>
              <a:srgbClr val="FFFFFF">
                <a:alpha val="0"/>
              </a:srgbClr>
            </a:solidFill>
            <a:prstDash val="solid"/>
          </a:ln>
        </p:spPr>
      </p:sp>
      <p:sp>
        <p:nvSpPr>
          <p:cNvPr id="46" name="Text 43"/>
          <p:cNvSpPr txBox="1"/>
          <p:nvPr/>
        </p:nvSpPr>
        <p:spPr>
          <a:xfrm>
            <a:off x="822960" y="5266944"/>
            <a:ext cx="1920240" cy="502920"/>
          </a:xfrm>
          <a:prstGeom prst="rect">
            <a:avLst/>
          </a:prstGeom>
          <a:noFill/>
          <a:ln/>
        </p:spPr>
        <p:txBody>
          <a:bodyPr wrap="square" lIns="0" tIns="0" rIns="0" bIns="0" rtlCol="0" anchor="ctr"/>
          <a:lstStyle/>
          <a:p>
            <a:pPr algn="l" indent="0" marL="0">
              <a:buNone/>
            </a:pPr>
            <a:r>
              <a:rPr lang="en-US" sz="2400" b="1" dirty="0">
                <a:solidFill>
                  <a:schemeClr val="accent1"/>
                </a:solidFill>
                <a:latin typeface="+mj-lt" pitchFamily="34" charset="0"/>
                <a:ea typeface="+mj-lt" pitchFamily="34" charset="-122"/>
                <a:cs typeface="+mj-lt" pitchFamily="34" charset="-120"/>
              </a:rPr>
              <a:t>Hoeveel?</a:t>
            </a:r>
            <a:endParaRPr lang="en-US" sz="2400" dirty="0"/>
          </a:p>
        </p:txBody>
      </p:sp>
      <p:sp>
        <p:nvSpPr>
          <p:cNvPr id="47" name="Text 44"/>
          <p:cNvSpPr txBox="1"/>
          <p:nvPr/>
        </p:nvSpPr>
        <p:spPr>
          <a:xfrm>
            <a:off x="822960" y="5769864"/>
            <a:ext cx="1920240" cy="320040"/>
          </a:xfrm>
          <a:prstGeom prst="rect">
            <a:avLst/>
          </a:prstGeom>
          <a:noFill/>
          <a:ln/>
        </p:spPr>
        <p:txBody>
          <a:bodyPr wrap="square" lIns="0" tIns="0" rIns="0" bIns="0" rtlCol="0" anchor="t"/>
          <a:lstStyle/>
          <a:p>
            <a:pPr algn="l" indent="0" marL="0">
              <a:buNone/>
            </a:pPr>
            <a:r>
              <a:rPr lang="en-US" sz="1500" i="1" dirty="0">
                <a:solidFill>
                  <a:schemeClr val="accent5"/>
                </a:solidFill>
              </a:rPr>
              <a:t>combien</a:t>
            </a:r>
            <a:endParaRPr lang="en-US" sz="1500" dirty="0"/>
          </a:p>
        </p:txBody>
      </p:sp>
      <p:sp>
        <p:nvSpPr>
          <p:cNvPr id="48" name="Shape 45"/>
          <p:cNvSpPr/>
          <p:nvPr/>
        </p:nvSpPr>
        <p:spPr>
          <a:xfrm>
            <a:off x="3017520" y="5175504"/>
            <a:ext cx="2286000" cy="1005840"/>
          </a:xfrm>
          <a:prstGeom prst="roundRect">
            <a:avLst>
              <a:gd name="adj" fmla="val 7273"/>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9" name="Shape 46"/>
          <p:cNvSpPr/>
          <p:nvPr/>
        </p:nvSpPr>
        <p:spPr>
          <a:xfrm>
            <a:off x="3017520" y="5175504"/>
            <a:ext cx="109728" cy="1005840"/>
          </a:xfrm>
          <a:prstGeom prst="rect">
            <a:avLst/>
          </a:prstGeom>
          <a:solidFill>
            <a:schemeClr val="accent1"/>
          </a:solidFill>
          <a:ln w="12700">
            <a:solidFill>
              <a:srgbClr val="FFFFFF">
                <a:alpha val="0"/>
              </a:srgbClr>
            </a:solidFill>
            <a:prstDash val="solid"/>
          </a:ln>
        </p:spPr>
      </p:sp>
      <p:sp>
        <p:nvSpPr>
          <p:cNvPr id="50" name="Text 47"/>
          <p:cNvSpPr txBox="1"/>
          <p:nvPr/>
        </p:nvSpPr>
        <p:spPr>
          <a:xfrm>
            <a:off x="3291840" y="5266944"/>
            <a:ext cx="1920240" cy="502920"/>
          </a:xfrm>
          <a:prstGeom prst="rect">
            <a:avLst/>
          </a:prstGeom>
          <a:noFill/>
          <a:ln/>
        </p:spPr>
        <p:txBody>
          <a:bodyPr wrap="square" lIns="0" tIns="0" rIns="0" bIns="0" rtlCol="0" anchor="ctr"/>
          <a:lstStyle/>
          <a:p>
            <a:pPr algn="l" indent="0" marL="0">
              <a:buNone/>
            </a:pPr>
            <a:r>
              <a:rPr lang="en-US" sz="2400" b="1" dirty="0">
                <a:solidFill>
                  <a:schemeClr val="accent1"/>
                </a:solidFill>
                <a:latin typeface="+mj-lt" pitchFamily="34" charset="0"/>
                <a:ea typeface="+mj-lt" pitchFamily="34" charset="-122"/>
                <a:cs typeface="+mj-lt" pitchFamily="34" charset="-120"/>
              </a:rPr>
              <a:t>Welke?</a:t>
            </a:r>
            <a:endParaRPr lang="en-US" sz="2400" dirty="0"/>
          </a:p>
        </p:txBody>
      </p:sp>
      <p:sp>
        <p:nvSpPr>
          <p:cNvPr id="51" name="Text 48"/>
          <p:cNvSpPr txBox="1"/>
          <p:nvPr/>
        </p:nvSpPr>
        <p:spPr>
          <a:xfrm>
            <a:off x="3291840" y="5769864"/>
            <a:ext cx="1920240" cy="320040"/>
          </a:xfrm>
          <a:prstGeom prst="rect">
            <a:avLst/>
          </a:prstGeom>
          <a:noFill/>
          <a:ln/>
        </p:spPr>
        <p:txBody>
          <a:bodyPr wrap="square" lIns="0" tIns="0" rIns="0" bIns="0" rtlCol="0" anchor="t"/>
          <a:lstStyle/>
          <a:p>
            <a:pPr algn="l" indent="0" marL="0">
              <a:buNone/>
            </a:pPr>
            <a:r>
              <a:rPr lang="en-US" sz="1500" i="1" dirty="0">
                <a:solidFill>
                  <a:schemeClr val="accent5"/>
                </a:solidFill>
              </a:rPr>
              <a:t>quel(le)</a:t>
            </a:r>
            <a:endParaRPr lang="en-US" sz="1500" dirty="0"/>
          </a:p>
        </p:txBody>
      </p:sp>
      <p:sp>
        <p:nvSpPr>
          <p:cNvPr id="52" name="Shape 49"/>
          <p:cNvSpPr/>
          <p:nvPr/>
        </p:nvSpPr>
        <p:spPr>
          <a:xfrm>
            <a:off x="5486400" y="5175504"/>
            <a:ext cx="2286000" cy="1005840"/>
          </a:xfrm>
          <a:prstGeom prst="roundRect">
            <a:avLst>
              <a:gd name="adj" fmla="val 7273"/>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53" name="Shape 50"/>
          <p:cNvSpPr/>
          <p:nvPr/>
        </p:nvSpPr>
        <p:spPr>
          <a:xfrm>
            <a:off x="5486400" y="5175504"/>
            <a:ext cx="109728" cy="1005840"/>
          </a:xfrm>
          <a:prstGeom prst="rect">
            <a:avLst/>
          </a:prstGeom>
          <a:solidFill>
            <a:schemeClr val="accent1"/>
          </a:solidFill>
          <a:ln w="12700">
            <a:solidFill>
              <a:srgbClr val="FFFFFF">
                <a:alpha val="0"/>
              </a:srgbClr>
            </a:solidFill>
            <a:prstDash val="solid"/>
          </a:ln>
        </p:spPr>
      </p:sp>
      <p:sp>
        <p:nvSpPr>
          <p:cNvPr id="54" name="Text 51"/>
          <p:cNvSpPr txBox="1"/>
          <p:nvPr/>
        </p:nvSpPr>
        <p:spPr>
          <a:xfrm>
            <a:off x="5760720" y="5266944"/>
            <a:ext cx="1920240" cy="502920"/>
          </a:xfrm>
          <a:prstGeom prst="rect">
            <a:avLst/>
          </a:prstGeom>
          <a:noFill/>
          <a:ln/>
        </p:spPr>
        <p:txBody>
          <a:bodyPr wrap="square" lIns="0" tIns="0" rIns="0" bIns="0" rtlCol="0" anchor="ctr"/>
          <a:lstStyle/>
          <a:p>
            <a:pPr algn="l" indent="0" marL="0">
              <a:buNone/>
            </a:pPr>
            <a:r>
              <a:rPr lang="en-US" sz="2400" b="1" dirty="0">
                <a:solidFill>
                  <a:schemeClr val="accent1"/>
                </a:solidFill>
                <a:latin typeface="+mj-lt" pitchFamily="34" charset="0"/>
                <a:ea typeface="+mj-lt" pitchFamily="34" charset="-122"/>
                <a:cs typeface="+mj-lt" pitchFamily="34" charset="-120"/>
              </a:rPr>
              <a:t>Waarom?</a:t>
            </a:r>
            <a:endParaRPr lang="en-US" sz="2400" dirty="0"/>
          </a:p>
        </p:txBody>
      </p:sp>
      <p:sp>
        <p:nvSpPr>
          <p:cNvPr id="55" name="Text 52"/>
          <p:cNvSpPr txBox="1"/>
          <p:nvPr/>
        </p:nvSpPr>
        <p:spPr>
          <a:xfrm>
            <a:off x="5760720" y="5769864"/>
            <a:ext cx="1920240" cy="320040"/>
          </a:xfrm>
          <a:prstGeom prst="rect">
            <a:avLst/>
          </a:prstGeom>
          <a:noFill/>
          <a:ln/>
        </p:spPr>
        <p:txBody>
          <a:bodyPr wrap="square" lIns="0" tIns="0" rIns="0" bIns="0" rtlCol="0" anchor="t"/>
          <a:lstStyle/>
          <a:p>
            <a:pPr algn="l" indent="0" marL="0">
              <a:buNone/>
            </a:pPr>
            <a:r>
              <a:rPr lang="en-US" sz="1500" i="1" dirty="0">
                <a:solidFill>
                  <a:schemeClr val="accent5"/>
                </a:solidFill>
              </a:rPr>
              <a:t>pourquoi</a:t>
            </a:r>
            <a:endParaRPr lang="en-US" sz="1500" dirty="0"/>
          </a:p>
        </p:txBody>
      </p:sp>
      <p:sp>
        <p:nvSpPr>
          <p:cNvPr id="56" name="Shape 53"/>
          <p:cNvSpPr/>
          <p:nvPr/>
        </p:nvSpPr>
        <p:spPr>
          <a:xfrm>
            <a:off x="8092440" y="2852928"/>
            <a:ext cx="3547872" cy="1645920"/>
          </a:xfrm>
          <a:prstGeom prst="roundRect">
            <a:avLst>
              <a:gd name="adj" fmla="val 4444"/>
            </a:avLst>
          </a:prstGeom>
          <a:solidFill>
            <a:schemeClr val="bg2"/>
          </a:solidFill>
          <a:ln w="12700">
            <a:solidFill>
              <a:srgbClr val="D5DCE6"/>
            </a:solidFill>
            <a:prstDash val="solid"/>
          </a:ln>
        </p:spPr>
      </p:sp>
      <p:sp>
        <p:nvSpPr>
          <p:cNvPr id="57" name="Text 54"/>
          <p:cNvSpPr txBox="1"/>
          <p:nvPr/>
        </p:nvSpPr>
        <p:spPr>
          <a:xfrm>
            <a:off x="8275320" y="2926080"/>
            <a:ext cx="2743200" cy="274320"/>
          </a:xfrm>
          <a:prstGeom prst="rect">
            <a:avLst/>
          </a:prstGeom>
          <a:noFill/>
          <a:ln/>
        </p:spPr>
        <p:txBody>
          <a:bodyPr wrap="square" lIns="0" tIns="0" rIns="0" bIns="0" rtlCol="0" anchor="t"/>
          <a:lstStyle/>
          <a:p>
            <a:pPr algn="l" indent="0" marL="0">
              <a:buNone/>
            </a:pPr>
            <a:r>
              <a:rPr lang="en-US" sz="1200" b="1" spc="200" kern="0" dirty="0">
                <a:solidFill>
                  <a:schemeClr val="accent5"/>
                </a:solidFill>
              </a:rPr>
              <a:t>EXEMPLES</a:t>
            </a:r>
            <a:endParaRPr lang="en-US" sz="1200" dirty="0"/>
          </a:p>
        </p:txBody>
      </p:sp>
      <p:sp>
        <p:nvSpPr>
          <p:cNvPr id="58" name="Text 55"/>
          <p:cNvSpPr txBox="1"/>
          <p:nvPr/>
        </p:nvSpPr>
        <p:spPr>
          <a:xfrm>
            <a:off x="8275320" y="3218688"/>
            <a:ext cx="3291840" cy="1207008"/>
          </a:xfrm>
          <a:prstGeom prst="rect">
            <a:avLst/>
          </a:prstGeom>
          <a:noFill/>
          <a:ln/>
        </p:spPr>
        <p:txBody>
          <a:bodyPr wrap="square" lIns="0" tIns="0" rIns="0" bIns="0" rtlCol="0" anchor="ctr"/>
          <a:lstStyle/>
          <a:p>
            <a:pPr algn="l" indent="0" marL="0">
              <a:spcAft>
                <a:spcPts val="600"/>
              </a:spcAft>
              <a:buNone/>
            </a:pPr>
            <a:r>
              <a:rPr lang="en-US" sz="1500" b="1" dirty="0">
                <a:solidFill>
                  <a:schemeClr val="accent1"/>
                </a:solidFill>
              </a:rPr>
              <a:t>Waar</a:t>
            </a:r>
            <a:r>
              <a:rPr lang="en-US" sz="1500" dirty="0">
                <a:solidFill>
                  <a:schemeClr val="tx1"/>
                </a:solidFill>
              </a:rPr>
              <a:t> </a:t>
            </a:r>
            <a:r>
              <a:rPr lang="en-US" sz="1500" b="1" dirty="0">
                <a:solidFill>
                  <a:schemeClr val="accent6"/>
                </a:solidFill>
              </a:rPr>
              <a:t>werk</a:t>
            </a:r>
            <a:r>
              <a:rPr lang="en-US" sz="1500" dirty="0">
                <a:solidFill>
                  <a:schemeClr val="tx1"/>
                </a:solidFill>
              </a:rPr>
              <a:t> </a:t>
            </a:r>
            <a:r>
              <a:rPr lang="en-US" sz="1500" b="1" dirty="0">
                <a:solidFill>
                  <a:schemeClr val="accent2"/>
                </a:solidFill>
              </a:rPr>
              <a:t>je</a:t>
            </a:r>
            <a:r>
              <a:rPr lang="en-US" sz="1500" dirty="0">
                <a:solidFill>
                  <a:schemeClr val="tx1"/>
                </a:solidFill>
              </a:rPr>
              <a:t>?</a:t>
            </a:r>
            <a:endParaRPr lang="en-US" sz="1500" dirty="0"/>
          </a:p>
          <a:p>
            <a:pPr algn="l" indent="0" marL="0">
              <a:spcAft>
                <a:spcPts val="600"/>
              </a:spcAft>
              <a:buNone/>
            </a:pPr>
            <a:r>
              <a:rPr lang="en-US" sz="1500" b="1" dirty="0">
                <a:solidFill>
                  <a:schemeClr val="accent1"/>
                </a:solidFill>
              </a:rPr>
              <a:t>Wanneer</a:t>
            </a:r>
            <a:r>
              <a:rPr lang="en-US" sz="1500" dirty="0">
                <a:solidFill>
                  <a:schemeClr val="tx1"/>
                </a:solidFill>
              </a:rPr>
              <a:t> </a:t>
            </a:r>
            <a:r>
              <a:rPr lang="en-US" sz="1500" b="1" dirty="0">
                <a:solidFill>
                  <a:schemeClr val="accent6"/>
                </a:solidFill>
              </a:rPr>
              <a:t>begint</a:t>
            </a:r>
            <a:r>
              <a:rPr lang="en-US" sz="1500" dirty="0">
                <a:solidFill>
                  <a:schemeClr val="tx1"/>
                </a:solidFill>
              </a:rPr>
              <a:t> </a:t>
            </a:r>
            <a:r>
              <a:rPr lang="en-US" sz="1500" b="1" dirty="0">
                <a:solidFill>
                  <a:schemeClr val="accent2"/>
                </a:solidFill>
              </a:rPr>
              <a:t>de les</a:t>
            </a:r>
            <a:r>
              <a:rPr lang="en-US" sz="1500" dirty="0">
                <a:solidFill>
                  <a:schemeClr val="tx1"/>
                </a:solidFill>
              </a:rPr>
              <a:t>?</a:t>
            </a:r>
            <a:endParaRPr lang="en-US" sz="1500" dirty="0"/>
          </a:p>
          <a:p>
            <a:pPr algn="l" indent="0" marL="0">
              <a:spcAft>
                <a:spcPts val="600"/>
              </a:spcAft>
              <a:buNone/>
            </a:pPr>
            <a:r>
              <a:rPr lang="en-US" sz="1500" b="1" dirty="0">
                <a:solidFill>
                  <a:schemeClr val="accent1"/>
                </a:solidFill>
              </a:rPr>
              <a:t>Waarom</a:t>
            </a:r>
            <a:r>
              <a:rPr lang="en-US" sz="1500" dirty="0">
                <a:solidFill>
                  <a:schemeClr val="tx1"/>
                </a:solidFill>
              </a:rPr>
              <a:t> </a:t>
            </a:r>
            <a:r>
              <a:rPr lang="en-US" sz="1500" b="1" dirty="0">
                <a:solidFill>
                  <a:schemeClr val="accent6"/>
                </a:solidFill>
              </a:rPr>
              <a:t>leer</a:t>
            </a:r>
            <a:r>
              <a:rPr lang="en-US" sz="1500" dirty="0">
                <a:solidFill>
                  <a:schemeClr val="tx1"/>
                </a:solidFill>
              </a:rPr>
              <a:t> </a:t>
            </a:r>
            <a:r>
              <a:rPr lang="en-US" sz="1500" b="1" dirty="0">
                <a:solidFill>
                  <a:schemeClr val="accent2"/>
                </a:solidFill>
              </a:rPr>
              <a:t>je</a:t>
            </a:r>
            <a:r>
              <a:rPr lang="en-US" sz="1500" dirty="0">
                <a:solidFill>
                  <a:schemeClr val="tx1"/>
                </a:solidFill>
              </a:rPr>
              <a:t> Nederlands?</a:t>
            </a:r>
            <a:endParaRPr lang="en-US" sz="1500" dirty="0"/>
          </a:p>
        </p:txBody>
      </p:sp>
      <p:sp>
        <p:nvSpPr>
          <p:cNvPr id="59" name="Shape 56"/>
          <p:cNvSpPr/>
          <p:nvPr/>
        </p:nvSpPr>
        <p:spPr>
          <a:xfrm>
            <a:off x="8092440" y="4636008"/>
            <a:ext cx="3547872" cy="1627632"/>
          </a:xfrm>
          <a:prstGeom prst="roundRect">
            <a:avLst>
              <a:gd name="adj" fmla="val 4494"/>
            </a:avLst>
          </a:prstGeom>
          <a:solidFill>
            <a:schemeClr val="accent6">
              <a:alpha val="7000"/>
            </a:schemeClr>
          </a:solidFill>
          <a:ln w="12700">
            <a:solidFill>
              <a:srgbClr val="B83227">
                <a:alpha val="60000"/>
              </a:srgbClr>
            </a:solidFill>
            <a:prstDash val="solid"/>
          </a:ln>
        </p:spPr>
      </p:sp>
      <p:sp>
        <p:nvSpPr>
          <p:cNvPr id="60" name="tag"/>
          <p:cNvSpPr/>
          <p:nvPr/>
        </p:nvSpPr>
        <p:spPr>
          <a:xfrm>
            <a:off x="8275320" y="4800600"/>
            <a:ext cx="1230782" cy="292608"/>
          </a:xfrm>
          <a:prstGeom prst="roundRect">
            <a:avLst>
              <a:gd name="adj" fmla="val 15625"/>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 PIÈGE</a:t>
            </a:r>
            <a:endParaRPr lang="en-US" sz="1200" dirty="0"/>
          </a:p>
        </p:txBody>
      </p:sp>
      <p:sp>
        <p:nvSpPr>
          <p:cNvPr id="61" name="Text 58"/>
          <p:cNvSpPr txBox="1"/>
          <p:nvPr/>
        </p:nvSpPr>
        <p:spPr>
          <a:xfrm>
            <a:off x="8366760" y="5138928"/>
            <a:ext cx="2999232" cy="425196"/>
          </a:xfrm>
          <a:prstGeom prst="rect">
            <a:avLst/>
          </a:prstGeom>
          <a:noFill/>
          <a:ln/>
        </p:spPr>
        <p:txBody>
          <a:bodyPr wrap="square" lIns="0" tIns="0" rIns="0" bIns="0" rtlCol="0" anchor="ctr"/>
          <a:lstStyle/>
          <a:p>
            <a:pPr algn="l" indent="0" marL="0">
              <a:buNone/>
            </a:pPr>
            <a:r>
              <a:rPr lang="en-US" sz="2000" dirty="0">
                <a:solidFill>
                  <a:schemeClr val="tx1"/>
                </a:solidFill>
              </a:rPr>
              <a:t>Tu habites </a:t>
            </a:r>
            <a:r>
              <a:rPr lang="en-US" sz="2000" strike="sngStrike" dirty="0">
                <a:solidFill>
                  <a:schemeClr val="accent6"/>
                </a:solidFill>
              </a:rPr>
              <a:t>où</a:t>
            </a:r>
            <a:r>
              <a:rPr lang="en-US" sz="2000" dirty="0">
                <a:solidFill>
                  <a:schemeClr val="tx1"/>
                </a:solidFill>
              </a:rPr>
              <a:t> ?</a:t>
            </a:r>
            <a:endParaRPr lang="en-US" sz="2000" dirty="0"/>
          </a:p>
        </p:txBody>
      </p:sp>
      <p:pic>
        <p:nvPicPr>
          <p:cNvPr id="62" name="Image 0" descr="ArrowDown">    </p:cNvPr>
          <p:cNvPicPr>
            <a:picLocks noChangeAspect="1"/>
          </p:cNvPicPr>
          <p:nvPr/>
        </p:nvPicPr>
        <p:blipFill>
          <a:blip r:embed="rId1"/>
          <a:stretch>
            <a:fillRect/>
          </a:stretch>
        </p:blipFill>
        <p:spPr>
          <a:xfrm>
            <a:off x="8366760" y="5545836"/>
            <a:ext cx="237744" cy="237744"/>
          </a:xfrm>
          <a:prstGeom prst="rect">
            <a:avLst/>
          </a:prstGeom>
        </p:spPr>
      </p:pic>
      <p:sp>
        <p:nvSpPr>
          <p:cNvPr id="63" name="Shape 59"/>
          <p:cNvSpPr/>
          <p:nvPr/>
        </p:nvSpPr>
        <p:spPr>
          <a:xfrm>
            <a:off x="8321040" y="5774436"/>
            <a:ext cx="3090672" cy="388620"/>
          </a:xfrm>
          <a:prstGeom prst="roundRect">
            <a:avLst>
              <a:gd name="adj" fmla="val 18824"/>
            </a:avLst>
          </a:prstGeom>
          <a:solidFill>
            <a:schemeClr val="accent3">
              <a:alpha val="12000"/>
            </a:schemeClr>
          </a:solidFill>
          <a:ln w="15875">
            <a:solidFill>
              <a:srgbClr val="2E7D4F"/>
            </a:solidFill>
            <a:prstDash val="solid"/>
          </a:ln>
        </p:spPr>
      </p:sp>
      <p:sp>
        <p:nvSpPr>
          <p:cNvPr id="64" name="Text 60"/>
          <p:cNvSpPr txBox="1"/>
          <p:nvPr/>
        </p:nvSpPr>
        <p:spPr>
          <a:xfrm>
            <a:off x="8458200" y="5774436"/>
            <a:ext cx="2816352" cy="388620"/>
          </a:xfrm>
          <a:prstGeom prst="rect">
            <a:avLst/>
          </a:prstGeom>
          <a:noFill/>
          <a:ln/>
        </p:spPr>
        <p:txBody>
          <a:bodyPr wrap="square" lIns="0" tIns="0" rIns="0" bIns="0" rtlCol="0" anchor="ctr"/>
          <a:lstStyle/>
          <a:p>
            <a:pPr algn="l" indent="0" marL="0">
              <a:buNone/>
            </a:pPr>
            <a:r>
              <a:rPr lang="en-US" sz="2000" b="1" dirty="0">
                <a:solidFill>
                  <a:schemeClr val="accent1"/>
                </a:solidFill>
              </a:rPr>
              <a:t>Waar</a:t>
            </a:r>
            <a:r>
              <a:rPr lang="en-US" sz="2000" dirty="0">
                <a:solidFill>
                  <a:schemeClr val="tx1"/>
                </a:solidFill>
              </a:rPr>
              <a:t> woon je?</a:t>
            </a:r>
            <a:endParaRPr lang="en-US" sz="2000" dirty="0"/>
          </a:p>
        </p:txBody>
      </p:sp>
      <p:sp>
        <p:nvSpPr>
          <p:cNvPr id="65" name="Text 61"/>
          <p:cNvSpPr txBox="1"/>
          <p:nvPr/>
        </p:nvSpPr>
        <p:spPr>
          <a:xfrm>
            <a:off x="9784080" y="4690872"/>
            <a:ext cx="1783080" cy="292608"/>
          </a:xfrm>
          <a:prstGeom prst="rect">
            <a:avLst/>
          </a:prstGeom>
          <a:noFill/>
          <a:ln/>
        </p:spPr>
        <p:txBody>
          <a:bodyPr wrap="square" lIns="0" tIns="0" rIns="0" bIns="0" rtlCol="0" anchor="t"/>
          <a:lstStyle/>
          <a:p>
            <a:pPr algn="r" indent="0" marL="0">
              <a:buNone/>
            </a:pPr>
            <a:r>
              <a:rPr lang="en-US" sz="1300" b="1" i="1" dirty="0">
                <a:solidFill>
                  <a:schemeClr val="accent6"/>
                </a:solidFill>
              </a:rPr>
              <a:t>→ toujours en tête</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La phrase en 6 cases — de zinnenbouwer</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1792224" y="2852928"/>
            <a:ext cx="142646" cy="914"/>
          </a:xfrm>
          <a:prstGeom prst="line">
            <a:avLst/>
          </a:prstGeom>
          <a:noFill/>
          <a:ln w="19050">
            <a:solidFill>
              <a:srgbClr val="4A5A70"/>
            </a:solidFill>
            <a:prstDash val="solid"/>
            <a:tailEnd type="triangle"/>
          </a:ln>
        </p:spPr>
      </p:sp>
      <p:sp>
        <p:nvSpPr>
          <p:cNvPr id="6" name="Shape 3"/>
          <p:cNvSpPr/>
          <p:nvPr/>
        </p:nvSpPr>
        <p:spPr>
          <a:xfrm>
            <a:off x="3736238" y="2852928"/>
            <a:ext cx="142646" cy="914"/>
          </a:xfrm>
          <a:prstGeom prst="line">
            <a:avLst/>
          </a:prstGeom>
          <a:noFill/>
          <a:ln w="19050">
            <a:solidFill>
              <a:srgbClr val="4A5A70"/>
            </a:solidFill>
            <a:prstDash val="solid"/>
            <a:tailEnd type="triangle"/>
          </a:ln>
        </p:spPr>
      </p:sp>
      <p:sp>
        <p:nvSpPr>
          <p:cNvPr id="7" name="Shape 4"/>
          <p:cNvSpPr/>
          <p:nvPr/>
        </p:nvSpPr>
        <p:spPr>
          <a:xfrm>
            <a:off x="6091733" y="2852928"/>
            <a:ext cx="142646" cy="914"/>
          </a:xfrm>
          <a:prstGeom prst="line">
            <a:avLst/>
          </a:prstGeom>
          <a:noFill/>
          <a:ln w="19050">
            <a:solidFill>
              <a:srgbClr val="4A5A70"/>
            </a:solidFill>
            <a:prstDash val="solid"/>
            <a:tailEnd type="triangle"/>
          </a:ln>
        </p:spPr>
      </p:sp>
      <p:sp>
        <p:nvSpPr>
          <p:cNvPr id="8" name="Shape 5"/>
          <p:cNvSpPr/>
          <p:nvPr/>
        </p:nvSpPr>
        <p:spPr>
          <a:xfrm>
            <a:off x="7944307" y="2852928"/>
            <a:ext cx="142646" cy="914"/>
          </a:xfrm>
          <a:prstGeom prst="line">
            <a:avLst/>
          </a:prstGeom>
          <a:noFill/>
          <a:ln w="19050">
            <a:solidFill>
              <a:srgbClr val="4A5A70"/>
            </a:solidFill>
            <a:prstDash val="solid"/>
            <a:tailEnd type="triangle"/>
          </a:ln>
        </p:spPr>
      </p:sp>
      <p:sp>
        <p:nvSpPr>
          <p:cNvPr id="9" name="Shape 6"/>
          <p:cNvSpPr/>
          <p:nvPr/>
        </p:nvSpPr>
        <p:spPr>
          <a:xfrm>
            <a:off x="9751162" y="2852928"/>
            <a:ext cx="142646" cy="914"/>
          </a:xfrm>
          <a:prstGeom prst="line">
            <a:avLst/>
          </a:prstGeom>
          <a:noFill/>
          <a:ln w="19050">
            <a:solidFill>
              <a:srgbClr val="4A5A70"/>
            </a:solidFill>
            <a:prstDash val="solid"/>
            <a:tailEnd type="triangle"/>
          </a:ln>
        </p:spPr>
      </p:sp>
      <p:sp>
        <p:nvSpPr>
          <p:cNvPr id="10" name="Shape 7"/>
          <p:cNvSpPr/>
          <p:nvPr/>
        </p:nvSpPr>
        <p:spPr>
          <a:xfrm>
            <a:off x="955548" y="1572768"/>
            <a:ext cx="420624" cy="420624"/>
          </a:xfrm>
          <a:prstGeom prst="ellipse">
            <a:avLst/>
          </a:prstGeom>
          <a:solidFill>
            <a:schemeClr val="tx2"/>
          </a:solidFill>
          <a:ln w="12700">
            <a:solidFill>
              <a:srgbClr val="FFFFFF">
                <a:alpha val="0"/>
              </a:srgbClr>
            </a:solidFill>
            <a:prstDash val="solid"/>
          </a:ln>
        </p:spPr>
      </p:sp>
      <p:sp>
        <p:nvSpPr>
          <p:cNvPr id="11" name="Text 8"/>
          <p:cNvSpPr txBox="1"/>
          <p:nvPr/>
        </p:nvSpPr>
        <p:spPr>
          <a:xfrm>
            <a:off x="955548" y="157276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2" name="Shape 9"/>
          <p:cNvSpPr/>
          <p:nvPr/>
        </p:nvSpPr>
        <p:spPr>
          <a:xfrm>
            <a:off x="548640" y="2148840"/>
            <a:ext cx="1234440" cy="1417320"/>
          </a:xfrm>
          <a:prstGeom prst="roundRect">
            <a:avLst>
              <a:gd name="adj" fmla="val 5926"/>
            </a:avLst>
          </a:prstGeom>
          <a:solidFill>
            <a:schemeClr val="bg2"/>
          </a:solidFill>
          <a:ln w="15875">
            <a:solidFill>
              <a:srgbClr val="4A5A70"/>
            </a:solidFill>
            <a:prstDash val="solid"/>
          </a:ln>
        </p:spPr>
      </p:sp>
      <p:sp>
        <p:nvSpPr>
          <p:cNvPr id="13" name="Text 10"/>
          <p:cNvSpPr txBox="1"/>
          <p:nvPr/>
        </p:nvSpPr>
        <p:spPr>
          <a:xfrm>
            <a:off x="603504" y="2212848"/>
            <a:ext cx="1124712" cy="777240"/>
          </a:xfrm>
          <a:prstGeom prst="rect">
            <a:avLst/>
          </a:prstGeom>
          <a:noFill/>
          <a:ln/>
        </p:spPr>
        <p:txBody>
          <a:bodyPr wrap="square" lIns="0" tIns="0" rIns="0" bIns="0" rtlCol="0" anchor="ctr"/>
          <a:lstStyle/>
          <a:p>
            <a:pPr algn="ctr" indent="0" marL="0">
              <a:buNone/>
            </a:pPr>
            <a:r>
              <a:rPr lang="en-US" sz="1600" b="1" dirty="0">
                <a:solidFill>
                  <a:schemeClr val="tx2"/>
                </a:solidFill>
              </a:rPr>
              <a:t>WIE?</a:t>
            </a:r>
            <a:endParaRPr lang="en-US" sz="1600" dirty="0"/>
          </a:p>
        </p:txBody>
      </p:sp>
      <p:sp>
        <p:nvSpPr>
          <p:cNvPr id="14" name="Text 11"/>
          <p:cNvSpPr txBox="1"/>
          <p:nvPr/>
        </p:nvSpPr>
        <p:spPr>
          <a:xfrm>
            <a:off x="603504" y="2999232"/>
            <a:ext cx="1124712" cy="475488"/>
          </a:xfrm>
          <a:prstGeom prst="rect">
            <a:avLst/>
          </a:prstGeom>
          <a:noFill/>
          <a:ln/>
        </p:spPr>
        <p:txBody>
          <a:bodyPr wrap="square" lIns="0" tIns="0" rIns="0" bIns="0" rtlCol="0" anchor="ctr"/>
          <a:lstStyle/>
          <a:p>
            <a:pPr algn="ctr" indent="0" marL="0">
              <a:buNone/>
            </a:pPr>
            <a:r>
              <a:rPr lang="en-US" sz="1400" i="1" dirty="0">
                <a:solidFill>
                  <a:schemeClr val="accent5"/>
                </a:solidFill>
              </a:rPr>
              <a:t>qui</a:t>
            </a:r>
            <a:endParaRPr lang="en-US" sz="1400" dirty="0"/>
          </a:p>
        </p:txBody>
      </p:sp>
      <p:sp>
        <p:nvSpPr>
          <p:cNvPr id="15" name="Shape 12"/>
          <p:cNvSpPr/>
          <p:nvPr/>
        </p:nvSpPr>
        <p:spPr>
          <a:xfrm>
            <a:off x="2570378" y="1517904"/>
            <a:ext cx="530352" cy="530352"/>
          </a:xfrm>
          <a:prstGeom prst="ellipse">
            <a:avLst/>
          </a:prstGeom>
          <a:noFill/>
          <a:ln w="25400">
            <a:solidFill>
              <a:srgbClr val="B83227"/>
            </a:solidFill>
            <a:prstDash val="solid"/>
          </a:ln>
        </p:spPr>
      </p:sp>
      <p:sp>
        <p:nvSpPr>
          <p:cNvPr id="16" name="Shape 13"/>
          <p:cNvSpPr/>
          <p:nvPr/>
        </p:nvSpPr>
        <p:spPr>
          <a:xfrm>
            <a:off x="2625242" y="1572768"/>
            <a:ext cx="420624" cy="420624"/>
          </a:xfrm>
          <a:prstGeom prst="ellipse">
            <a:avLst/>
          </a:prstGeom>
          <a:solidFill>
            <a:schemeClr val="accent6"/>
          </a:solidFill>
          <a:ln w="12700">
            <a:solidFill>
              <a:srgbClr val="FFFFFF">
                <a:alpha val="0"/>
              </a:srgbClr>
            </a:solidFill>
            <a:prstDash val="solid"/>
          </a:ln>
        </p:spPr>
      </p:sp>
      <p:sp>
        <p:nvSpPr>
          <p:cNvPr id="17" name="Text 14"/>
          <p:cNvSpPr txBox="1"/>
          <p:nvPr/>
        </p:nvSpPr>
        <p:spPr>
          <a:xfrm>
            <a:off x="2625242" y="157276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8" name="Shape 15"/>
          <p:cNvSpPr/>
          <p:nvPr/>
        </p:nvSpPr>
        <p:spPr>
          <a:xfrm>
            <a:off x="1944014" y="2148840"/>
            <a:ext cx="1783080" cy="1417320"/>
          </a:xfrm>
          <a:prstGeom prst="roundRect">
            <a:avLst>
              <a:gd name="adj" fmla="val 5161"/>
            </a:avLst>
          </a:prstGeom>
          <a:solidFill>
            <a:srgbClr val="FBE9E7"/>
          </a:solidFill>
          <a:ln w="50800">
            <a:solidFill>
              <a:srgbClr val="B83227"/>
            </a:solidFill>
            <a:prstDash val="solid"/>
          </a:ln>
        </p:spPr>
      </p:sp>
      <p:sp>
        <p:nvSpPr>
          <p:cNvPr id="19" name="Text 16"/>
          <p:cNvSpPr txBox="1"/>
          <p:nvPr/>
        </p:nvSpPr>
        <p:spPr>
          <a:xfrm>
            <a:off x="1998878" y="2212848"/>
            <a:ext cx="1673352" cy="777240"/>
          </a:xfrm>
          <a:prstGeom prst="rect">
            <a:avLst/>
          </a:prstGeom>
          <a:noFill/>
          <a:ln/>
        </p:spPr>
        <p:txBody>
          <a:bodyPr wrap="square" lIns="0" tIns="0" rIns="0" bIns="0" rtlCol="0" anchor="ctr"/>
          <a:lstStyle/>
          <a:p>
            <a:pPr algn="ctr" indent="0" marL="0">
              <a:buNone/>
            </a:pPr>
            <a:r>
              <a:rPr lang="en-US" sz="1600" b="1" dirty="0">
                <a:solidFill>
                  <a:schemeClr val="accent6"/>
                </a:solidFill>
              </a:rPr>
              <a:t>WERKWOORD 1</a:t>
            </a:r>
            <a:endParaRPr lang="en-US" sz="1600" dirty="0"/>
          </a:p>
        </p:txBody>
      </p:sp>
      <p:sp>
        <p:nvSpPr>
          <p:cNvPr id="20" name="Text 17"/>
          <p:cNvSpPr txBox="1"/>
          <p:nvPr/>
        </p:nvSpPr>
        <p:spPr>
          <a:xfrm>
            <a:off x="1998878" y="2999232"/>
            <a:ext cx="1673352" cy="475488"/>
          </a:xfrm>
          <a:prstGeom prst="rect">
            <a:avLst/>
          </a:prstGeom>
          <a:noFill/>
          <a:ln/>
        </p:spPr>
        <p:txBody>
          <a:bodyPr wrap="square" lIns="0" tIns="0" rIns="0" bIns="0" rtlCol="0" anchor="ctr"/>
          <a:lstStyle/>
          <a:p>
            <a:pPr algn="ctr" indent="0" marL="0">
              <a:buNone/>
            </a:pPr>
            <a:r>
              <a:rPr lang="en-US" sz="1400" i="1" dirty="0">
                <a:solidFill>
                  <a:schemeClr val="accent5"/>
                </a:solidFill>
              </a:rPr>
              <a:t>verbe conjugué</a:t>
            </a:r>
            <a:endParaRPr lang="en-US" sz="1400" dirty="0"/>
          </a:p>
        </p:txBody>
      </p:sp>
      <p:sp>
        <p:nvSpPr>
          <p:cNvPr id="21" name="Shape 18"/>
          <p:cNvSpPr/>
          <p:nvPr/>
        </p:nvSpPr>
        <p:spPr>
          <a:xfrm>
            <a:off x="4774997" y="1572768"/>
            <a:ext cx="420624" cy="420624"/>
          </a:xfrm>
          <a:prstGeom prst="ellipse">
            <a:avLst/>
          </a:prstGeom>
          <a:solidFill>
            <a:schemeClr val="tx2"/>
          </a:solidFill>
          <a:ln w="12700">
            <a:solidFill>
              <a:srgbClr val="FFFFFF">
                <a:alpha val="0"/>
              </a:srgbClr>
            </a:solidFill>
            <a:prstDash val="solid"/>
          </a:ln>
        </p:spPr>
      </p:sp>
      <p:sp>
        <p:nvSpPr>
          <p:cNvPr id="22" name="Text 19"/>
          <p:cNvSpPr txBox="1"/>
          <p:nvPr/>
        </p:nvSpPr>
        <p:spPr>
          <a:xfrm>
            <a:off x="4774997" y="157276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3" name="Shape 20"/>
          <p:cNvSpPr/>
          <p:nvPr/>
        </p:nvSpPr>
        <p:spPr>
          <a:xfrm>
            <a:off x="3888029" y="2148840"/>
            <a:ext cx="2194560" cy="1417320"/>
          </a:xfrm>
          <a:prstGeom prst="roundRect">
            <a:avLst>
              <a:gd name="adj" fmla="val 5161"/>
            </a:avLst>
          </a:prstGeom>
          <a:solidFill>
            <a:schemeClr val="bg2"/>
          </a:solidFill>
          <a:ln w="15875">
            <a:solidFill>
              <a:srgbClr val="4A5A70"/>
            </a:solidFill>
            <a:prstDash val="solid"/>
          </a:ln>
        </p:spPr>
      </p:sp>
      <p:sp>
        <p:nvSpPr>
          <p:cNvPr id="24" name="Text 21"/>
          <p:cNvSpPr txBox="1"/>
          <p:nvPr/>
        </p:nvSpPr>
        <p:spPr>
          <a:xfrm>
            <a:off x="3942893" y="2212848"/>
            <a:ext cx="2084832" cy="777240"/>
          </a:xfrm>
          <a:prstGeom prst="rect">
            <a:avLst/>
          </a:prstGeom>
          <a:noFill/>
          <a:ln/>
        </p:spPr>
        <p:txBody>
          <a:bodyPr wrap="square" lIns="0" tIns="0" rIns="0" bIns="0" rtlCol="0" anchor="ctr"/>
          <a:lstStyle/>
          <a:p>
            <a:pPr algn="ctr" indent="0" marL="0">
              <a:buNone/>
            </a:pPr>
            <a:r>
              <a:rPr lang="en-US" sz="1600" b="1" dirty="0">
                <a:solidFill>
                  <a:schemeClr val="tx2"/>
                </a:solidFill>
              </a:rPr>
              <a:t>WANNEER? HOE? WAAR?</a:t>
            </a:r>
            <a:endParaRPr lang="en-US" sz="1600" dirty="0"/>
          </a:p>
        </p:txBody>
      </p:sp>
      <p:sp>
        <p:nvSpPr>
          <p:cNvPr id="25" name="Text 22"/>
          <p:cNvSpPr txBox="1"/>
          <p:nvPr/>
        </p:nvSpPr>
        <p:spPr>
          <a:xfrm>
            <a:off x="3942893" y="2999232"/>
            <a:ext cx="2084832" cy="475488"/>
          </a:xfrm>
          <a:prstGeom prst="rect">
            <a:avLst/>
          </a:prstGeom>
          <a:noFill/>
          <a:ln/>
        </p:spPr>
        <p:txBody>
          <a:bodyPr wrap="square" lIns="0" tIns="0" rIns="0" bIns="0" rtlCol="0" anchor="ctr"/>
          <a:lstStyle/>
          <a:p>
            <a:pPr algn="ctr" indent="0" marL="0">
              <a:buNone/>
            </a:pPr>
            <a:r>
              <a:rPr lang="en-US" sz="1400" i="1" dirty="0">
                <a:solidFill>
                  <a:schemeClr val="accent5"/>
                </a:solidFill>
              </a:rPr>
              <a:t>quand, comment, où</a:t>
            </a:r>
            <a:endParaRPr lang="en-US" sz="1400" dirty="0"/>
          </a:p>
        </p:txBody>
      </p:sp>
      <p:sp>
        <p:nvSpPr>
          <p:cNvPr id="26" name="Shape 23"/>
          <p:cNvSpPr/>
          <p:nvPr/>
        </p:nvSpPr>
        <p:spPr>
          <a:xfrm>
            <a:off x="6879031" y="1572768"/>
            <a:ext cx="420624" cy="420624"/>
          </a:xfrm>
          <a:prstGeom prst="ellipse">
            <a:avLst/>
          </a:prstGeom>
          <a:solidFill>
            <a:schemeClr val="tx2"/>
          </a:solidFill>
          <a:ln w="12700">
            <a:solidFill>
              <a:srgbClr val="FFFFFF">
                <a:alpha val="0"/>
              </a:srgbClr>
            </a:solidFill>
            <a:prstDash val="solid"/>
          </a:ln>
        </p:spPr>
      </p:sp>
      <p:sp>
        <p:nvSpPr>
          <p:cNvPr id="27" name="Text 24"/>
          <p:cNvSpPr txBox="1"/>
          <p:nvPr/>
        </p:nvSpPr>
        <p:spPr>
          <a:xfrm>
            <a:off x="6879031" y="157276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8" name="Shape 25"/>
          <p:cNvSpPr/>
          <p:nvPr/>
        </p:nvSpPr>
        <p:spPr>
          <a:xfrm>
            <a:off x="6243523" y="2148840"/>
            <a:ext cx="1691640" cy="1417320"/>
          </a:xfrm>
          <a:prstGeom prst="roundRect">
            <a:avLst>
              <a:gd name="adj" fmla="val 5161"/>
            </a:avLst>
          </a:prstGeom>
          <a:solidFill>
            <a:schemeClr val="bg2"/>
          </a:solidFill>
          <a:ln w="15875">
            <a:solidFill>
              <a:srgbClr val="4A5A70"/>
            </a:solidFill>
            <a:prstDash val="solid"/>
          </a:ln>
        </p:spPr>
      </p:sp>
      <p:sp>
        <p:nvSpPr>
          <p:cNvPr id="29" name="Text 26"/>
          <p:cNvSpPr txBox="1"/>
          <p:nvPr/>
        </p:nvSpPr>
        <p:spPr>
          <a:xfrm>
            <a:off x="6298387" y="2212848"/>
            <a:ext cx="1581912" cy="777240"/>
          </a:xfrm>
          <a:prstGeom prst="rect">
            <a:avLst/>
          </a:prstGeom>
          <a:noFill/>
          <a:ln/>
        </p:spPr>
        <p:txBody>
          <a:bodyPr wrap="square" lIns="0" tIns="0" rIns="0" bIns="0" rtlCol="0" anchor="ctr"/>
          <a:lstStyle/>
          <a:p>
            <a:pPr algn="ctr" indent="0" marL="0">
              <a:buNone/>
            </a:pPr>
            <a:r>
              <a:rPr lang="en-US" sz="1600" b="1" dirty="0">
                <a:solidFill>
                  <a:schemeClr val="tx2"/>
                </a:solidFill>
              </a:rPr>
              <a:t>WAT?</a:t>
            </a:r>
            <a:endParaRPr lang="en-US" sz="1600" dirty="0"/>
          </a:p>
        </p:txBody>
      </p:sp>
      <p:sp>
        <p:nvSpPr>
          <p:cNvPr id="30" name="Text 27"/>
          <p:cNvSpPr txBox="1"/>
          <p:nvPr/>
        </p:nvSpPr>
        <p:spPr>
          <a:xfrm>
            <a:off x="6298387" y="2999232"/>
            <a:ext cx="1581912" cy="475488"/>
          </a:xfrm>
          <a:prstGeom prst="rect">
            <a:avLst/>
          </a:prstGeom>
          <a:noFill/>
          <a:ln/>
        </p:spPr>
        <p:txBody>
          <a:bodyPr wrap="square" lIns="0" tIns="0" rIns="0" bIns="0" rtlCol="0" anchor="ctr"/>
          <a:lstStyle/>
          <a:p>
            <a:pPr algn="ctr" indent="0" marL="0">
              <a:buNone/>
            </a:pPr>
            <a:r>
              <a:rPr lang="en-US" sz="1400" i="1" dirty="0">
                <a:solidFill>
                  <a:schemeClr val="accent5"/>
                </a:solidFill>
              </a:rPr>
              <a:t>quoi</a:t>
            </a:r>
            <a:endParaRPr lang="en-US" sz="1400" dirty="0"/>
          </a:p>
        </p:txBody>
      </p:sp>
      <p:sp>
        <p:nvSpPr>
          <p:cNvPr id="31" name="Shape 28"/>
          <p:cNvSpPr/>
          <p:nvPr/>
        </p:nvSpPr>
        <p:spPr>
          <a:xfrm>
            <a:off x="8708746" y="1572768"/>
            <a:ext cx="420624" cy="420624"/>
          </a:xfrm>
          <a:prstGeom prst="ellipse">
            <a:avLst/>
          </a:prstGeom>
          <a:solidFill>
            <a:schemeClr val="tx2"/>
          </a:solidFill>
          <a:ln w="12700">
            <a:solidFill>
              <a:srgbClr val="FFFFFF">
                <a:alpha val="0"/>
              </a:srgbClr>
            </a:solidFill>
            <a:prstDash val="solid"/>
          </a:ln>
        </p:spPr>
      </p:sp>
      <p:sp>
        <p:nvSpPr>
          <p:cNvPr id="32" name="Text 29"/>
          <p:cNvSpPr txBox="1"/>
          <p:nvPr/>
        </p:nvSpPr>
        <p:spPr>
          <a:xfrm>
            <a:off x="8708746" y="157276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3" name="Shape 30"/>
          <p:cNvSpPr/>
          <p:nvPr/>
        </p:nvSpPr>
        <p:spPr>
          <a:xfrm>
            <a:off x="8096098" y="2148840"/>
            <a:ext cx="1645920" cy="1417320"/>
          </a:xfrm>
          <a:prstGeom prst="roundRect">
            <a:avLst>
              <a:gd name="adj" fmla="val 5161"/>
            </a:avLst>
          </a:prstGeom>
          <a:solidFill>
            <a:schemeClr val="bg2"/>
          </a:solidFill>
          <a:ln w="15875">
            <a:solidFill>
              <a:srgbClr val="4A5A70"/>
            </a:solidFill>
            <a:prstDash val="solid"/>
          </a:ln>
        </p:spPr>
      </p:sp>
      <p:sp>
        <p:nvSpPr>
          <p:cNvPr id="34" name="Text 31"/>
          <p:cNvSpPr txBox="1"/>
          <p:nvPr/>
        </p:nvSpPr>
        <p:spPr>
          <a:xfrm>
            <a:off x="8150962" y="2212848"/>
            <a:ext cx="1536192" cy="777240"/>
          </a:xfrm>
          <a:prstGeom prst="rect">
            <a:avLst/>
          </a:prstGeom>
          <a:noFill/>
          <a:ln/>
        </p:spPr>
        <p:txBody>
          <a:bodyPr wrap="square" lIns="0" tIns="0" rIns="0" bIns="0" rtlCol="0" anchor="ctr"/>
          <a:lstStyle/>
          <a:p>
            <a:pPr algn="ctr" indent="0" marL="0">
              <a:buNone/>
            </a:pPr>
            <a:r>
              <a:rPr lang="en-US" sz="1600" b="1" dirty="0">
                <a:solidFill>
                  <a:schemeClr val="tx2"/>
                </a:solidFill>
              </a:rPr>
              <a:t>AAN / VOOR WIE?</a:t>
            </a:r>
            <a:endParaRPr lang="en-US" sz="1600" dirty="0"/>
          </a:p>
        </p:txBody>
      </p:sp>
      <p:sp>
        <p:nvSpPr>
          <p:cNvPr id="35" name="Text 32"/>
          <p:cNvSpPr txBox="1"/>
          <p:nvPr/>
        </p:nvSpPr>
        <p:spPr>
          <a:xfrm>
            <a:off x="8150962" y="2999232"/>
            <a:ext cx="1536192" cy="475488"/>
          </a:xfrm>
          <a:prstGeom prst="rect">
            <a:avLst/>
          </a:prstGeom>
          <a:noFill/>
          <a:ln/>
        </p:spPr>
        <p:txBody>
          <a:bodyPr wrap="square" lIns="0" tIns="0" rIns="0" bIns="0" rtlCol="0" anchor="ctr"/>
          <a:lstStyle/>
          <a:p>
            <a:pPr algn="ctr" indent="0" marL="0">
              <a:buNone/>
            </a:pPr>
            <a:r>
              <a:rPr lang="en-US" sz="1400" i="1" dirty="0">
                <a:solidFill>
                  <a:schemeClr val="accent5"/>
                </a:solidFill>
              </a:rPr>
              <a:t>à qui, pour qui</a:t>
            </a:r>
            <a:endParaRPr lang="en-US" sz="1400" dirty="0"/>
          </a:p>
        </p:txBody>
      </p:sp>
      <p:sp>
        <p:nvSpPr>
          <p:cNvPr id="36" name="Shape 33"/>
          <p:cNvSpPr/>
          <p:nvPr/>
        </p:nvSpPr>
        <p:spPr>
          <a:xfrm>
            <a:off x="10506456" y="1517904"/>
            <a:ext cx="530352" cy="530352"/>
          </a:xfrm>
          <a:prstGeom prst="ellipse">
            <a:avLst/>
          </a:prstGeom>
          <a:noFill/>
          <a:ln w="25400">
            <a:solidFill>
              <a:srgbClr val="B83227"/>
            </a:solidFill>
            <a:prstDash val="solid"/>
          </a:ln>
        </p:spPr>
      </p:sp>
      <p:sp>
        <p:nvSpPr>
          <p:cNvPr id="37" name="Shape 34"/>
          <p:cNvSpPr/>
          <p:nvPr/>
        </p:nvSpPr>
        <p:spPr>
          <a:xfrm>
            <a:off x="10561320" y="1572768"/>
            <a:ext cx="420624" cy="420624"/>
          </a:xfrm>
          <a:prstGeom prst="ellipse">
            <a:avLst/>
          </a:prstGeom>
          <a:solidFill>
            <a:schemeClr val="accent6"/>
          </a:solidFill>
          <a:ln w="12700">
            <a:solidFill>
              <a:srgbClr val="FFFFFF">
                <a:alpha val="0"/>
              </a:srgbClr>
            </a:solidFill>
            <a:prstDash val="solid"/>
          </a:ln>
        </p:spPr>
      </p:sp>
      <p:sp>
        <p:nvSpPr>
          <p:cNvPr id="38" name="Text 35"/>
          <p:cNvSpPr txBox="1"/>
          <p:nvPr/>
        </p:nvSpPr>
        <p:spPr>
          <a:xfrm>
            <a:off x="10561320" y="157276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9" name="Shape 36"/>
          <p:cNvSpPr/>
          <p:nvPr/>
        </p:nvSpPr>
        <p:spPr>
          <a:xfrm>
            <a:off x="9902952" y="2148840"/>
            <a:ext cx="1737360" cy="1417320"/>
          </a:xfrm>
          <a:prstGeom prst="roundRect">
            <a:avLst>
              <a:gd name="adj" fmla="val 5161"/>
            </a:avLst>
          </a:prstGeom>
          <a:solidFill>
            <a:srgbClr val="FBE9E7"/>
          </a:solidFill>
          <a:ln w="50800">
            <a:solidFill>
              <a:srgbClr val="B83227"/>
            </a:solidFill>
            <a:prstDash val="solid"/>
          </a:ln>
        </p:spPr>
      </p:sp>
      <p:sp>
        <p:nvSpPr>
          <p:cNvPr id="40" name="Text 37"/>
          <p:cNvSpPr txBox="1"/>
          <p:nvPr/>
        </p:nvSpPr>
        <p:spPr>
          <a:xfrm>
            <a:off x="9957816" y="2212848"/>
            <a:ext cx="1627632" cy="777240"/>
          </a:xfrm>
          <a:prstGeom prst="rect">
            <a:avLst/>
          </a:prstGeom>
          <a:noFill/>
          <a:ln/>
        </p:spPr>
        <p:txBody>
          <a:bodyPr wrap="square" lIns="0" tIns="0" rIns="0" bIns="0" rtlCol="0" anchor="ctr"/>
          <a:lstStyle/>
          <a:p>
            <a:pPr algn="ctr" indent="0" marL="0">
              <a:buNone/>
            </a:pPr>
            <a:r>
              <a:rPr lang="en-US" sz="1600" b="1" dirty="0">
                <a:solidFill>
                  <a:schemeClr val="accent6"/>
                </a:solidFill>
              </a:rPr>
              <a:t>WERKWOORD 2</a:t>
            </a:r>
            <a:endParaRPr lang="en-US" sz="1600" dirty="0"/>
          </a:p>
        </p:txBody>
      </p:sp>
      <p:sp>
        <p:nvSpPr>
          <p:cNvPr id="41" name="Text 38"/>
          <p:cNvSpPr txBox="1"/>
          <p:nvPr/>
        </p:nvSpPr>
        <p:spPr>
          <a:xfrm>
            <a:off x="9957816" y="2999232"/>
            <a:ext cx="1627632" cy="475488"/>
          </a:xfrm>
          <a:prstGeom prst="rect">
            <a:avLst/>
          </a:prstGeom>
          <a:noFill/>
          <a:ln/>
        </p:spPr>
        <p:txBody>
          <a:bodyPr wrap="square" lIns="0" tIns="0" rIns="0" bIns="0" rtlCol="0" anchor="ctr"/>
          <a:lstStyle/>
          <a:p>
            <a:pPr algn="ctr" indent="0" marL="0">
              <a:buNone/>
            </a:pPr>
            <a:r>
              <a:rPr lang="en-US" sz="1400" i="1" dirty="0">
                <a:solidFill>
                  <a:schemeClr val="accent5"/>
                </a:solidFill>
              </a:rPr>
              <a:t>2e partie du verbe</a:t>
            </a:r>
            <a:endParaRPr lang="en-US" sz="1400" dirty="0"/>
          </a:p>
        </p:txBody>
      </p:sp>
      <p:sp>
        <p:nvSpPr>
          <p:cNvPr id="42" name="Shape 39"/>
          <p:cNvSpPr/>
          <p:nvPr/>
        </p:nvSpPr>
        <p:spPr>
          <a:xfrm>
            <a:off x="548640" y="3767328"/>
            <a:ext cx="11091672" cy="777240"/>
          </a:xfrm>
          <a:prstGeom prst="roundRect">
            <a:avLst>
              <a:gd name="adj" fmla="val 9412"/>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3" name="Text 40"/>
          <p:cNvSpPr txBox="1"/>
          <p:nvPr/>
        </p:nvSpPr>
        <p:spPr>
          <a:xfrm>
            <a:off x="548640" y="3767328"/>
            <a:ext cx="1234440" cy="777240"/>
          </a:xfrm>
          <a:prstGeom prst="rect">
            <a:avLst/>
          </a:prstGeom>
          <a:noFill/>
          <a:ln/>
        </p:spPr>
        <p:txBody>
          <a:bodyPr wrap="square" lIns="0" tIns="0" rIns="0" bIns="0" rtlCol="0" anchor="ctr"/>
          <a:lstStyle/>
          <a:p>
            <a:pPr algn="ctr" indent="0" marL="0">
              <a:buNone/>
            </a:pPr>
            <a:r>
              <a:rPr lang="en-US" sz="2400" b="1" dirty="0">
                <a:solidFill>
                  <a:schemeClr val="accent2"/>
                </a:solidFill>
              </a:rPr>
              <a:t>Ik</a:t>
            </a:r>
            <a:endParaRPr lang="en-US" sz="2400" dirty="0"/>
          </a:p>
        </p:txBody>
      </p:sp>
      <p:sp>
        <p:nvSpPr>
          <p:cNvPr id="44" name="Shape 41"/>
          <p:cNvSpPr/>
          <p:nvPr/>
        </p:nvSpPr>
        <p:spPr>
          <a:xfrm>
            <a:off x="2286914" y="3840480"/>
            <a:ext cx="1097280" cy="630936"/>
          </a:xfrm>
          <a:prstGeom prst="ellipse">
            <a:avLst/>
          </a:prstGeom>
          <a:noFill/>
          <a:ln w="31750">
            <a:solidFill>
              <a:srgbClr val="B83227"/>
            </a:solidFill>
            <a:prstDash val="solid"/>
          </a:ln>
        </p:spPr>
      </p:sp>
      <p:sp>
        <p:nvSpPr>
          <p:cNvPr id="45" name="Text 42"/>
          <p:cNvSpPr txBox="1"/>
          <p:nvPr/>
        </p:nvSpPr>
        <p:spPr>
          <a:xfrm>
            <a:off x="1944014" y="3767328"/>
            <a:ext cx="1783080" cy="777240"/>
          </a:xfrm>
          <a:prstGeom prst="rect">
            <a:avLst/>
          </a:prstGeom>
          <a:noFill/>
          <a:ln/>
        </p:spPr>
        <p:txBody>
          <a:bodyPr wrap="square" lIns="0" tIns="0" rIns="0" bIns="0" rtlCol="0" anchor="ctr"/>
          <a:lstStyle/>
          <a:p>
            <a:pPr algn="ctr" indent="0" marL="0">
              <a:buNone/>
            </a:pPr>
            <a:r>
              <a:rPr lang="en-US" sz="2400" b="1" dirty="0">
                <a:solidFill>
                  <a:schemeClr val="accent6"/>
                </a:solidFill>
              </a:rPr>
              <a:t>eet</a:t>
            </a:r>
            <a:endParaRPr lang="en-US" sz="2400" dirty="0"/>
          </a:p>
        </p:txBody>
      </p:sp>
      <p:sp>
        <p:nvSpPr>
          <p:cNvPr id="46" name="Text 43"/>
          <p:cNvSpPr txBox="1"/>
          <p:nvPr/>
        </p:nvSpPr>
        <p:spPr>
          <a:xfrm>
            <a:off x="3888029" y="3767328"/>
            <a:ext cx="2194560" cy="777240"/>
          </a:xfrm>
          <a:prstGeom prst="rect">
            <a:avLst/>
          </a:prstGeom>
          <a:noFill/>
          <a:ln/>
        </p:spPr>
        <p:txBody>
          <a:bodyPr wrap="square" lIns="0" tIns="0" rIns="0" bIns="0" rtlCol="0" anchor="ctr"/>
          <a:lstStyle/>
          <a:p>
            <a:pPr algn="ctr" indent="0" marL="0">
              <a:buNone/>
            </a:pPr>
            <a:r>
              <a:rPr lang="en-US" sz="2400" b="1" dirty="0">
                <a:solidFill>
                  <a:srgbClr val="B8C2CF"/>
                </a:solidFill>
              </a:rPr>
              <a:t>–</a:t>
            </a:r>
            <a:endParaRPr lang="en-US" sz="2400" dirty="0"/>
          </a:p>
        </p:txBody>
      </p:sp>
      <p:sp>
        <p:nvSpPr>
          <p:cNvPr id="47" name="Text 44"/>
          <p:cNvSpPr txBox="1"/>
          <p:nvPr/>
        </p:nvSpPr>
        <p:spPr>
          <a:xfrm>
            <a:off x="6243523" y="3767328"/>
            <a:ext cx="1691640" cy="777240"/>
          </a:xfrm>
          <a:prstGeom prst="rect">
            <a:avLst/>
          </a:prstGeom>
          <a:noFill/>
          <a:ln/>
        </p:spPr>
        <p:txBody>
          <a:bodyPr wrap="square" lIns="0" tIns="0" rIns="0" bIns="0" rtlCol="0" anchor="ctr"/>
          <a:lstStyle/>
          <a:p>
            <a:pPr algn="ctr" indent="0" marL="0">
              <a:buNone/>
            </a:pPr>
            <a:r>
              <a:rPr lang="en-US" sz="2400" dirty="0">
                <a:solidFill>
                  <a:schemeClr val="tx1"/>
                </a:solidFill>
              </a:rPr>
              <a:t>een koekje.</a:t>
            </a:r>
            <a:endParaRPr lang="en-US" sz="2400" dirty="0"/>
          </a:p>
        </p:txBody>
      </p:sp>
      <p:sp>
        <p:nvSpPr>
          <p:cNvPr id="48" name="Text 45"/>
          <p:cNvSpPr txBox="1"/>
          <p:nvPr/>
        </p:nvSpPr>
        <p:spPr>
          <a:xfrm>
            <a:off x="8096098" y="3767328"/>
            <a:ext cx="1645920" cy="777240"/>
          </a:xfrm>
          <a:prstGeom prst="rect">
            <a:avLst/>
          </a:prstGeom>
          <a:noFill/>
          <a:ln/>
        </p:spPr>
        <p:txBody>
          <a:bodyPr wrap="square" lIns="0" tIns="0" rIns="0" bIns="0" rtlCol="0" anchor="ctr"/>
          <a:lstStyle/>
          <a:p>
            <a:pPr algn="ctr" indent="0" marL="0">
              <a:buNone/>
            </a:pPr>
            <a:r>
              <a:rPr lang="en-US" sz="2400" b="1" dirty="0">
                <a:solidFill>
                  <a:srgbClr val="B8C2CF"/>
                </a:solidFill>
              </a:rPr>
              <a:t>–</a:t>
            </a:r>
            <a:endParaRPr lang="en-US" sz="2400" dirty="0"/>
          </a:p>
        </p:txBody>
      </p:sp>
      <p:sp>
        <p:nvSpPr>
          <p:cNvPr id="49" name="Text 46"/>
          <p:cNvSpPr txBox="1"/>
          <p:nvPr/>
        </p:nvSpPr>
        <p:spPr>
          <a:xfrm>
            <a:off x="9902952" y="3767328"/>
            <a:ext cx="1737360" cy="777240"/>
          </a:xfrm>
          <a:prstGeom prst="rect">
            <a:avLst/>
          </a:prstGeom>
          <a:noFill/>
          <a:ln/>
        </p:spPr>
        <p:txBody>
          <a:bodyPr wrap="square" lIns="0" tIns="0" rIns="0" bIns="0" rtlCol="0" anchor="ctr"/>
          <a:lstStyle/>
          <a:p>
            <a:pPr algn="ctr" indent="0" marL="0">
              <a:buNone/>
            </a:pPr>
            <a:r>
              <a:rPr lang="en-US" sz="2400" b="1" dirty="0">
                <a:solidFill>
                  <a:srgbClr val="B8C2CF"/>
                </a:solidFill>
              </a:rPr>
              <a:t>–</a:t>
            </a:r>
            <a:endParaRPr lang="en-US" sz="2400" dirty="0"/>
          </a:p>
        </p:txBody>
      </p:sp>
      <p:sp>
        <p:nvSpPr>
          <p:cNvPr id="50" name="Shape 47"/>
          <p:cNvSpPr/>
          <p:nvPr/>
        </p:nvSpPr>
        <p:spPr>
          <a:xfrm>
            <a:off x="548640" y="4800600"/>
            <a:ext cx="4937760" cy="1463040"/>
          </a:xfrm>
          <a:prstGeom prst="roundRect">
            <a:avLst>
              <a:gd name="adj" fmla="val 5000"/>
            </a:avLst>
          </a:prstGeom>
          <a:solidFill>
            <a:schemeClr val="bg2"/>
          </a:solidFill>
          <a:ln w="12700">
            <a:solidFill>
              <a:srgbClr val="D5DCE6"/>
            </a:solidFill>
            <a:prstDash val="solid"/>
          </a:ln>
        </p:spPr>
      </p:sp>
      <p:pic>
        <p:nvPicPr>
          <p:cNvPr id="51" name="Image 0" descr="InfoCircle">    </p:cNvPr>
          <p:cNvPicPr>
            <a:picLocks noChangeAspect="1"/>
          </p:cNvPicPr>
          <p:nvPr/>
        </p:nvPicPr>
        <p:blipFill>
          <a:blip r:embed="rId1"/>
          <a:stretch>
            <a:fillRect/>
          </a:stretch>
        </p:blipFill>
        <p:spPr>
          <a:xfrm>
            <a:off x="749808" y="4983480"/>
            <a:ext cx="384048" cy="384048"/>
          </a:xfrm>
          <a:prstGeom prst="rect">
            <a:avLst/>
          </a:prstGeom>
        </p:spPr>
      </p:pic>
      <p:sp>
        <p:nvSpPr>
          <p:cNvPr id="52" name="Text 48"/>
          <p:cNvSpPr txBox="1"/>
          <p:nvPr/>
        </p:nvSpPr>
        <p:spPr>
          <a:xfrm>
            <a:off x="1280160" y="4846320"/>
            <a:ext cx="4069080" cy="1371600"/>
          </a:xfrm>
          <a:prstGeom prst="rect">
            <a:avLst/>
          </a:prstGeom>
          <a:noFill/>
          <a:ln/>
        </p:spPr>
        <p:txBody>
          <a:bodyPr wrap="square" lIns="0" tIns="0" rIns="0" bIns="0" rtlCol="0" anchor="ctr"/>
          <a:lstStyle/>
          <a:p>
            <a:pPr algn="l" indent="0" marL="0">
              <a:spcAft>
                <a:spcPts val="400"/>
              </a:spcAft>
              <a:buNone/>
            </a:pPr>
            <a:r>
              <a:rPr lang="en-US" sz="1700" dirty="0">
                <a:solidFill>
                  <a:schemeClr val="tx1"/>
                </a:solidFill>
              </a:rPr>
              <a:t>Les cases vides </a:t>
            </a:r>
            <a:r>
              <a:rPr lang="en-US" sz="1700" b="1" dirty="0">
                <a:solidFill>
                  <a:schemeClr val="tx1"/>
                </a:solidFill>
              </a:rPr>
              <a:t>restent vides</a:t>
            </a:r>
            <a:r>
              <a:rPr lang="en-US" sz="1700" dirty="0">
                <a:solidFill>
                  <a:schemeClr val="tx1"/>
                </a:solidFill>
              </a:rPr>
              <a:t> :</a:t>
            </a:r>
            <a:endParaRPr lang="en-US" sz="1700" dirty="0"/>
          </a:p>
          <a:p>
            <a:pPr algn="l" indent="0" marL="0">
              <a:spcAft>
                <a:spcPts val="400"/>
              </a:spcAft>
              <a:buNone/>
            </a:pPr>
            <a:r>
              <a:rPr lang="en-US" sz="1700" dirty="0">
                <a:solidFill>
                  <a:schemeClr val="tx1"/>
                </a:solidFill>
              </a:rPr>
              <a:t>une phrase n’a pas besoin de remplir les 6 cases.</a:t>
            </a:r>
            <a:endParaRPr lang="en-US" sz="1700" dirty="0"/>
          </a:p>
        </p:txBody>
      </p:sp>
      <p:sp>
        <p:nvSpPr>
          <p:cNvPr id="53" name="Shape 49"/>
          <p:cNvSpPr/>
          <p:nvPr/>
        </p:nvSpPr>
        <p:spPr>
          <a:xfrm>
            <a:off x="5715000" y="4800600"/>
            <a:ext cx="5925312" cy="1463040"/>
          </a:xfrm>
          <a:prstGeom prst="roundRect">
            <a:avLst>
              <a:gd name="adj" fmla="val 5000"/>
            </a:avLst>
          </a:prstGeom>
          <a:solidFill>
            <a:srgbClr val="FFFFFF"/>
          </a:solidFill>
          <a:ln w="25400">
            <a:solidFill>
              <a:srgbClr val="17375E"/>
            </a:solidFill>
            <a:prstDash val="solid"/>
          </a:ln>
        </p:spPr>
      </p:sp>
      <p:sp>
        <p:nvSpPr>
          <p:cNvPr id="54" name="Text 50"/>
          <p:cNvSpPr txBox="1"/>
          <p:nvPr/>
        </p:nvSpPr>
        <p:spPr>
          <a:xfrm>
            <a:off x="5897880" y="4846320"/>
            <a:ext cx="3840480" cy="411480"/>
          </a:xfrm>
          <a:prstGeom prst="rect">
            <a:avLst/>
          </a:prstGeom>
          <a:noFill/>
          <a:ln/>
        </p:spPr>
        <p:txBody>
          <a:bodyPr wrap="square" lIns="0" tIns="0" rIns="0" bIns="0" rtlCol="0" anchor="ctr"/>
          <a:lstStyle/>
          <a:p>
            <a:pPr algn="l" indent="0" marL="0">
              <a:buNone/>
            </a:pPr>
            <a:r>
              <a:rPr lang="en-US" sz="2000" dirty="0">
                <a:solidFill>
                  <a:schemeClr val="tx2"/>
                </a:solidFill>
              </a:rPr>
              <a:t>③ = </a:t>
            </a:r>
            <a:r>
              <a:rPr lang="en-US" sz="2000" b="1" dirty="0">
                <a:solidFill>
                  <a:schemeClr val="tx2"/>
                </a:solidFill>
              </a:rPr>
              <a:t>Te-Ma-Pl</a:t>
            </a:r>
            <a:endParaRPr lang="en-US" sz="2000" dirty="0"/>
          </a:p>
        </p:txBody>
      </p:sp>
      <p:sp>
        <p:nvSpPr>
          <p:cNvPr id="55" name="Shape 51"/>
          <p:cNvSpPr/>
          <p:nvPr/>
        </p:nvSpPr>
        <p:spPr>
          <a:xfrm>
            <a:off x="5897880" y="5349240"/>
            <a:ext cx="1188720" cy="749808"/>
          </a:xfrm>
          <a:prstGeom prst="roundRect">
            <a:avLst>
              <a:gd name="adj" fmla="val 9756"/>
            </a:avLst>
          </a:prstGeom>
          <a:solidFill>
            <a:schemeClr val="tx2"/>
          </a:solidFill>
          <a:ln w="12700">
            <a:solidFill>
              <a:srgbClr val="FFFFFF">
                <a:alpha val="0"/>
              </a:srgbClr>
            </a:solidFill>
            <a:prstDash val="solid"/>
          </a:ln>
        </p:spPr>
      </p:sp>
      <p:sp>
        <p:nvSpPr>
          <p:cNvPr id="56" name="Text 52"/>
          <p:cNvSpPr txBox="1"/>
          <p:nvPr/>
        </p:nvSpPr>
        <p:spPr>
          <a:xfrm>
            <a:off x="5897880" y="5376672"/>
            <a:ext cx="1188720" cy="411480"/>
          </a:xfrm>
          <a:prstGeom prst="rect">
            <a:avLst/>
          </a:prstGeom>
          <a:noFill/>
          <a:ln/>
        </p:spPr>
        <p:txBody>
          <a:bodyPr wrap="square" lIns="0" tIns="0" rIns="0" bIns="0" rtlCol="0" anchor="ctr"/>
          <a:lstStyle/>
          <a:p>
            <a:pPr algn="ctr" indent="0" marL="0">
              <a:buNone/>
            </a:pPr>
            <a:r>
              <a:rPr lang="en-US" sz="1700" b="1" dirty="0">
                <a:solidFill>
                  <a:schemeClr val="bg1"/>
                </a:solidFill>
              </a:rPr>
              <a:t>Temps</a:t>
            </a:r>
            <a:endParaRPr lang="en-US" sz="1700" dirty="0"/>
          </a:p>
        </p:txBody>
      </p:sp>
      <p:sp>
        <p:nvSpPr>
          <p:cNvPr id="57" name="Text 53"/>
          <p:cNvSpPr txBox="1"/>
          <p:nvPr/>
        </p:nvSpPr>
        <p:spPr>
          <a:xfrm>
            <a:off x="5897880" y="5760720"/>
            <a:ext cx="1188720" cy="292608"/>
          </a:xfrm>
          <a:prstGeom prst="rect">
            <a:avLst/>
          </a:prstGeom>
          <a:noFill/>
          <a:ln/>
        </p:spPr>
        <p:txBody>
          <a:bodyPr wrap="square" lIns="0" tIns="0" rIns="0" bIns="0" rtlCol="0" anchor="ctr"/>
          <a:lstStyle/>
          <a:p>
            <a:pPr algn="ctr" indent="0" marL="0">
              <a:buNone/>
            </a:pPr>
            <a:r>
              <a:rPr lang="en-US" sz="1300" i="1" dirty="0">
                <a:solidFill>
                  <a:schemeClr val="bg2"/>
                </a:solidFill>
              </a:rPr>
              <a:t>Tijd</a:t>
            </a:r>
            <a:endParaRPr lang="en-US" sz="1300" dirty="0"/>
          </a:p>
        </p:txBody>
      </p:sp>
      <p:sp>
        <p:nvSpPr>
          <p:cNvPr id="58" name="Shape 54"/>
          <p:cNvSpPr/>
          <p:nvPr/>
        </p:nvSpPr>
        <p:spPr>
          <a:xfrm>
            <a:off x="7104888" y="5715000"/>
            <a:ext cx="237744" cy="914"/>
          </a:xfrm>
          <a:prstGeom prst="line">
            <a:avLst/>
          </a:prstGeom>
          <a:noFill/>
          <a:ln w="25400">
            <a:solidFill>
              <a:srgbClr val="17375E"/>
            </a:solidFill>
            <a:prstDash val="solid"/>
            <a:tailEnd type="triangle"/>
          </a:ln>
        </p:spPr>
      </p:sp>
      <p:sp>
        <p:nvSpPr>
          <p:cNvPr id="59" name="Shape 55"/>
          <p:cNvSpPr/>
          <p:nvPr/>
        </p:nvSpPr>
        <p:spPr>
          <a:xfrm>
            <a:off x="7379208" y="5349240"/>
            <a:ext cx="1188720" cy="749808"/>
          </a:xfrm>
          <a:prstGeom prst="roundRect">
            <a:avLst>
              <a:gd name="adj" fmla="val 9756"/>
            </a:avLst>
          </a:prstGeom>
          <a:solidFill>
            <a:schemeClr val="tx2"/>
          </a:solidFill>
          <a:ln w="12700">
            <a:solidFill>
              <a:srgbClr val="FFFFFF">
                <a:alpha val="0"/>
              </a:srgbClr>
            </a:solidFill>
            <a:prstDash val="solid"/>
          </a:ln>
        </p:spPr>
      </p:sp>
      <p:sp>
        <p:nvSpPr>
          <p:cNvPr id="60" name="Text 56"/>
          <p:cNvSpPr txBox="1"/>
          <p:nvPr/>
        </p:nvSpPr>
        <p:spPr>
          <a:xfrm>
            <a:off x="7379208" y="5376672"/>
            <a:ext cx="1188720" cy="411480"/>
          </a:xfrm>
          <a:prstGeom prst="rect">
            <a:avLst/>
          </a:prstGeom>
          <a:noFill/>
          <a:ln/>
        </p:spPr>
        <p:txBody>
          <a:bodyPr wrap="square" lIns="0" tIns="0" rIns="0" bIns="0" rtlCol="0" anchor="ctr"/>
          <a:lstStyle/>
          <a:p>
            <a:pPr algn="ctr" indent="0" marL="0">
              <a:buNone/>
            </a:pPr>
            <a:r>
              <a:rPr lang="en-US" sz="1700" b="1" dirty="0">
                <a:solidFill>
                  <a:schemeClr val="bg1"/>
                </a:solidFill>
              </a:rPr>
              <a:t>Manière</a:t>
            </a:r>
            <a:endParaRPr lang="en-US" sz="1700" dirty="0"/>
          </a:p>
        </p:txBody>
      </p:sp>
      <p:sp>
        <p:nvSpPr>
          <p:cNvPr id="61" name="Text 57"/>
          <p:cNvSpPr txBox="1"/>
          <p:nvPr/>
        </p:nvSpPr>
        <p:spPr>
          <a:xfrm>
            <a:off x="7379208" y="5760720"/>
            <a:ext cx="1188720" cy="292608"/>
          </a:xfrm>
          <a:prstGeom prst="rect">
            <a:avLst/>
          </a:prstGeom>
          <a:noFill/>
          <a:ln/>
        </p:spPr>
        <p:txBody>
          <a:bodyPr wrap="square" lIns="0" tIns="0" rIns="0" bIns="0" rtlCol="0" anchor="ctr"/>
          <a:lstStyle/>
          <a:p>
            <a:pPr algn="ctr" indent="0" marL="0">
              <a:buNone/>
            </a:pPr>
            <a:r>
              <a:rPr lang="en-US" sz="1300" i="1" dirty="0">
                <a:solidFill>
                  <a:schemeClr val="bg2"/>
                </a:solidFill>
              </a:rPr>
              <a:t>Manier</a:t>
            </a:r>
            <a:endParaRPr lang="en-US" sz="1300" dirty="0"/>
          </a:p>
        </p:txBody>
      </p:sp>
      <p:sp>
        <p:nvSpPr>
          <p:cNvPr id="62" name="Shape 58"/>
          <p:cNvSpPr/>
          <p:nvPr/>
        </p:nvSpPr>
        <p:spPr>
          <a:xfrm>
            <a:off x="8586216" y="5715000"/>
            <a:ext cx="237744" cy="914"/>
          </a:xfrm>
          <a:prstGeom prst="line">
            <a:avLst/>
          </a:prstGeom>
          <a:noFill/>
          <a:ln w="25400">
            <a:solidFill>
              <a:srgbClr val="17375E"/>
            </a:solidFill>
            <a:prstDash val="solid"/>
            <a:tailEnd type="triangle"/>
          </a:ln>
        </p:spPr>
      </p:sp>
      <p:sp>
        <p:nvSpPr>
          <p:cNvPr id="63" name="Shape 59"/>
          <p:cNvSpPr/>
          <p:nvPr/>
        </p:nvSpPr>
        <p:spPr>
          <a:xfrm>
            <a:off x="8860536" y="5349240"/>
            <a:ext cx="1188720" cy="749808"/>
          </a:xfrm>
          <a:prstGeom prst="roundRect">
            <a:avLst>
              <a:gd name="adj" fmla="val 9756"/>
            </a:avLst>
          </a:prstGeom>
          <a:solidFill>
            <a:schemeClr val="tx2"/>
          </a:solidFill>
          <a:ln w="12700">
            <a:solidFill>
              <a:srgbClr val="FFFFFF">
                <a:alpha val="0"/>
              </a:srgbClr>
            </a:solidFill>
            <a:prstDash val="solid"/>
          </a:ln>
        </p:spPr>
      </p:sp>
      <p:sp>
        <p:nvSpPr>
          <p:cNvPr id="64" name="Text 60"/>
          <p:cNvSpPr txBox="1"/>
          <p:nvPr/>
        </p:nvSpPr>
        <p:spPr>
          <a:xfrm>
            <a:off x="8860536" y="5376672"/>
            <a:ext cx="1188720" cy="411480"/>
          </a:xfrm>
          <a:prstGeom prst="rect">
            <a:avLst/>
          </a:prstGeom>
          <a:noFill/>
          <a:ln/>
        </p:spPr>
        <p:txBody>
          <a:bodyPr wrap="square" lIns="0" tIns="0" rIns="0" bIns="0" rtlCol="0" anchor="ctr"/>
          <a:lstStyle/>
          <a:p>
            <a:pPr algn="ctr" indent="0" marL="0">
              <a:buNone/>
            </a:pPr>
            <a:r>
              <a:rPr lang="en-US" sz="1700" b="1" dirty="0">
                <a:solidFill>
                  <a:schemeClr val="bg1"/>
                </a:solidFill>
              </a:rPr>
              <a:t>Lieu</a:t>
            </a:r>
            <a:endParaRPr lang="en-US" sz="1700" dirty="0"/>
          </a:p>
        </p:txBody>
      </p:sp>
      <p:sp>
        <p:nvSpPr>
          <p:cNvPr id="65" name="Text 61"/>
          <p:cNvSpPr txBox="1"/>
          <p:nvPr/>
        </p:nvSpPr>
        <p:spPr>
          <a:xfrm>
            <a:off x="8860536" y="5760720"/>
            <a:ext cx="1188720" cy="292608"/>
          </a:xfrm>
          <a:prstGeom prst="rect">
            <a:avLst/>
          </a:prstGeom>
          <a:noFill/>
          <a:ln/>
        </p:spPr>
        <p:txBody>
          <a:bodyPr wrap="square" lIns="0" tIns="0" rIns="0" bIns="0" rtlCol="0" anchor="ctr"/>
          <a:lstStyle/>
          <a:p>
            <a:pPr algn="ctr" indent="0" marL="0">
              <a:buNone/>
            </a:pPr>
            <a:r>
              <a:rPr lang="en-US" sz="1300" i="1" dirty="0">
                <a:solidFill>
                  <a:schemeClr val="bg2"/>
                </a:solidFill>
              </a:rPr>
              <a:t>Plaats</a:t>
            </a:r>
            <a:endParaRPr lang="en-US" sz="1300" dirty="0"/>
          </a:p>
        </p:txBody>
      </p:sp>
      <p:pic>
        <p:nvPicPr>
          <p:cNvPr id="66" name="Image 1" descr="classical building">    </p:cNvPr>
          <p:cNvPicPr>
            <a:picLocks noChangeAspect="1"/>
          </p:cNvPicPr>
          <p:nvPr/>
        </p:nvPicPr>
        <p:blipFill>
          <a:blip r:embed="rId2"/>
          <a:stretch>
            <a:fillRect/>
          </a:stretch>
        </p:blipFill>
        <p:spPr>
          <a:xfrm>
            <a:off x="10469880" y="4937760"/>
            <a:ext cx="731520" cy="731520"/>
          </a:xfrm>
          <a:prstGeom prst="rect">
            <a:avLst/>
          </a:prstGeom>
        </p:spPr>
      </p:pic>
      <p:sp>
        <p:nvSpPr>
          <p:cNvPr id="67" name="Text 62"/>
          <p:cNvSpPr txBox="1"/>
          <p:nvPr/>
        </p:nvSpPr>
        <p:spPr>
          <a:xfrm>
            <a:off x="10058400" y="5733288"/>
            <a:ext cx="1508760" cy="320040"/>
          </a:xfrm>
          <a:prstGeom prst="rect">
            <a:avLst/>
          </a:prstGeom>
          <a:noFill/>
          <a:ln/>
        </p:spPr>
        <p:txBody>
          <a:bodyPr wrap="square" lIns="0" tIns="0" rIns="0" bIns="0" rtlCol="0" anchor="t"/>
          <a:lstStyle/>
          <a:p>
            <a:pPr algn="ctr" indent="0" marL="0">
              <a:buNone/>
            </a:pPr>
            <a:r>
              <a:rPr lang="en-US" sz="1400" b="1" dirty="0">
                <a:solidFill>
                  <a:schemeClr val="accent1"/>
                </a:solidFill>
              </a:rPr>
              <a:t>« TeMPeL »</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Construire avec la grille</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548640" y="2487168"/>
            <a:ext cx="11091672" cy="475488"/>
          </a:xfrm>
          <a:prstGeom prst="roundRect">
            <a:avLst>
              <a:gd name="adj" fmla="val 7692"/>
            </a:avLst>
          </a:prstGeom>
          <a:solidFill>
            <a:schemeClr val="bg2"/>
          </a:solidFill>
          <a:ln w="12700">
            <a:solidFill>
              <a:srgbClr val="FFFFFF">
                <a:alpha val="0"/>
              </a:srgbClr>
            </a:solidFill>
            <a:prstDash val="solid"/>
          </a:ln>
        </p:spPr>
      </p:sp>
      <p:sp>
        <p:nvSpPr>
          <p:cNvPr id="6" name="Shape 3"/>
          <p:cNvSpPr/>
          <p:nvPr/>
        </p:nvSpPr>
        <p:spPr>
          <a:xfrm>
            <a:off x="548640" y="3566160"/>
            <a:ext cx="11091672" cy="475488"/>
          </a:xfrm>
          <a:prstGeom prst="roundRect">
            <a:avLst>
              <a:gd name="adj" fmla="val 7692"/>
            </a:avLst>
          </a:prstGeom>
          <a:solidFill>
            <a:schemeClr val="bg2"/>
          </a:solidFill>
          <a:ln w="12700">
            <a:solidFill>
              <a:srgbClr val="FFFFFF">
                <a:alpha val="0"/>
              </a:srgbClr>
            </a:solidFill>
            <a:prstDash val="solid"/>
          </a:ln>
        </p:spPr>
      </p:sp>
      <p:sp>
        <p:nvSpPr>
          <p:cNvPr id="7" name="Shape 4"/>
          <p:cNvSpPr/>
          <p:nvPr/>
        </p:nvSpPr>
        <p:spPr>
          <a:xfrm>
            <a:off x="548640" y="4645152"/>
            <a:ext cx="11091672" cy="475488"/>
          </a:xfrm>
          <a:prstGeom prst="roundRect">
            <a:avLst>
              <a:gd name="adj" fmla="val 7692"/>
            </a:avLst>
          </a:prstGeom>
          <a:solidFill>
            <a:schemeClr val="bg2"/>
          </a:solidFill>
          <a:ln w="12700">
            <a:solidFill>
              <a:srgbClr val="FFFFFF">
                <a:alpha val="0"/>
              </a:srgbClr>
            </a:solidFill>
            <a:prstDash val="solid"/>
          </a:ln>
        </p:spPr>
      </p:sp>
      <p:sp>
        <p:nvSpPr>
          <p:cNvPr id="8" name="Shape 5"/>
          <p:cNvSpPr/>
          <p:nvPr/>
        </p:nvSpPr>
        <p:spPr>
          <a:xfrm>
            <a:off x="548640" y="5724144"/>
            <a:ext cx="11091672" cy="475488"/>
          </a:xfrm>
          <a:prstGeom prst="roundRect">
            <a:avLst>
              <a:gd name="adj" fmla="val 7692"/>
            </a:avLst>
          </a:prstGeom>
          <a:solidFill>
            <a:schemeClr val="bg2"/>
          </a:solidFill>
          <a:ln w="12700">
            <a:solidFill>
              <a:srgbClr val="FFFFFF">
                <a:alpha val="0"/>
              </a:srgbClr>
            </a:solidFill>
            <a:prstDash val="solid"/>
          </a:ln>
        </p:spPr>
      </p:sp>
      <p:sp>
        <p:nvSpPr>
          <p:cNvPr id="9" name="Shape 6"/>
          <p:cNvSpPr/>
          <p:nvPr/>
        </p:nvSpPr>
        <p:spPr>
          <a:xfrm>
            <a:off x="1687982" y="1856232"/>
            <a:ext cx="1280160" cy="4425696"/>
          </a:xfrm>
          <a:prstGeom prst="roundRect">
            <a:avLst>
              <a:gd name="adj" fmla="val 4286"/>
            </a:avLst>
          </a:prstGeom>
          <a:solidFill>
            <a:schemeClr val="accent6">
              <a:alpha val="10000"/>
            </a:schemeClr>
          </a:solidFill>
          <a:ln w="31750">
            <a:solidFill>
              <a:srgbClr val="B83227"/>
            </a:solidFill>
            <a:prstDash val="solid"/>
          </a:ln>
        </p:spPr>
      </p:sp>
      <p:sp>
        <p:nvSpPr>
          <p:cNvPr id="10" name="Shape 7"/>
          <p:cNvSpPr/>
          <p:nvPr/>
        </p:nvSpPr>
        <p:spPr>
          <a:xfrm>
            <a:off x="10314432" y="1856232"/>
            <a:ext cx="1325880" cy="4425696"/>
          </a:xfrm>
          <a:prstGeom prst="roundRect">
            <a:avLst>
              <a:gd name="adj" fmla="val 4138"/>
            </a:avLst>
          </a:prstGeom>
          <a:solidFill>
            <a:schemeClr val="accent6">
              <a:alpha val="10000"/>
            </a:schemeClr>
          </a:solidFill>
          <a:ln w="31750">
            <a:solidFill>
              <a:srgbClr val="B83227"/>
            </a:solidFill>
            <a:prstDash val="solid"/>
          </a:ln>
        </p:spPr>
      </p:sp>
      <p:sp>
        <p:nvSpPr>
          <p:cNvPr id="11" name="Shape 8"/>
          <p:cNvSpPr/>
          <p:nvPr/>
        </p:nvSpPr>
        <p:spPr>
          <a:xfrm>
            <a:off x="882396" y="1527048"/>
            <a:ext cx="292608" cy="292608"/>
          </a:xfrm>
          <a:prstGeom prst="ellipse">
            <a:avLst/>
          </a:prstGeom>
          <a:solidFill>
            <a:schemeClr val="tx2"/>
          </a:solidFill>
          <a:ln w="12700">
            <a:solidFill>
              <a:srgbClr val="FFFFFF">
                <a:alpha val="0"/>
              </a:srgbClr>
            </a:solidFill>
            <a:prstDash val="solid"/>
          </a:ln>
        </p:spPr>
      </p:sp>
      <p:sp>
        <p:nvSpPr>
          <p:cNvPr id="12" name="Text 9"/>
          <p:cNvSpPr txBox="1"/>
          <p:nvPr/>
        </p:nvSpPr>
        <p:spPr>
          <a:xfrm>
            <a:off x="882396" y="1527048"/>
            <a:ext cx="292608" cy="292608"/>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3" name="Shape 10"/>
          <p:cNvSpPr/>
          <p:nvPr/>
        </p:nvSpPr>
        <p:spPr>
          <a:xfrm>
            <a:off x="548640" y="1856232"/>
            <a:ext cx="960120" cy="548640"/>
          </a:xfrm>
          <a:prstGeom prst="roundRect">
            <a:avLst>
              <a:gd name="adj" fmla="val 10000"/>
            </a:avLst>
          </a:prstGeom>
          <a:solidFill>
            <a:schemeClr val="tx2"/>
          </a:solidFill>
          <a:ln w="12700">
            <a:solidFill>
              <a:srgbClr val="FFFFFF">
                <a:alpha val="0"/>
              </a:srgbClr>
            </a:solidFill>
            <a:prstDash val="solid"/>
          </a:ln>
        </p:spPr>
      </p:sp>
      <p:sp>
        <p:nvSpPr>
          <p:cNvPr id="14" name="Text 11"/>
          <p:cNvSpPr txBox="1"/>
          <p:nvPr/>
        </p:nvSpPr>
        <p:spPr>
          <a:xfrm>
            <a:off x="594360" y="1856232"/>
            <a:ext cx="868680" cy="548640"/>
          </a:xfrm>
          <a:prstGeom prst="rect">
            <a:avLst/>
          </a:prstGeom>
          <a:noFill/>
          <a:ln/>
        </p:spPr>
        <p:txBody>
          <a:bodyPr wrap="square" lIns="0" tIns="0" rIns="0" bIns="0" rtlCol="0" anchor="ctr"/>
          <a:lstStyle/>
          <a:p>
            <a:pPr algn="ctr" indent="0" marL="0">
              <a:buNone/>
            </a:pPr>
            <a:r>
              <a:rPr lang="en-US" sz="1200" b="1" dirty="0">
                <a:solidFill>
                  <a:schemeClr val="bg1"/>
                </a:solidFill>
              </a:rPr>
              <a:t>WIE?</a:t>
            </a:r>
            <a:endParaRPr lang="en-US" sz="1200" dirty="0"/>
          </a:p>
        </p:txBody>
      </p:sp>
      <p:sp>
        <p:nvSpPr>
          <p:cNvPr id="15" name="Shape 12"/>
          <p:cNvSpPr/>
          <p:nvPr/>
        </p:nvSpPr>
        <p:spPr>
          <a:xfrm>
            <a:off x="2126894" y="1472184"/>
            <a:ext cx="402336" cy="402336"/>
          </a:xfrm>
          <a:prstGeom prst="ellipse">
            <a:avLst/>
          </a:prstGeom>
          <a:noFill/>
          <a:ln w="25400">
            <a:solidFill>
              <a:srgbClr val="B83227"/>
            </a:solidFill>
            <a:prstDash val="solid"/>
          </a:ln>
        </p:spPr>
      </p:sp>
      <p:sp>
        <p:nvSpPr>
          <p:cNvPr id="16" name="Shape 13"/>
          <p:cNvSpPr/>
          <p:nvPr/>
        </p:nvSpPr>
        <p:spPr>
          <a:xfrm>
            <a:off x="2181758" y="1527048"/>
            <a:ext cx="292608" cy="292608"/>
          </a:xfrm>
          <a:prstGeom prst="ellipse">
            <a:avLst/>
          </a:prstGeom>
          <a:solidFill>
            <a:schemeClr val="accent6"/>
          </a:solidFill>
          <a:ln w="12700">
            <a:solidFill>
              <a:srgbClr val="FFFFFF">
                <a:alpha val="0"/>
              </a:srgbClr>
            </a:solidFill>
            <a:prstDash val="solid"/>
          </a:ln>
        </p:spPr>
      </p:sp>
      <p:sp>
        <p:nvSpPr>
          <p:cNvPr id="17" name="Text 14"/>
          <p:cNvSpPr txBox="1"/>
          <p:nvPr/>
        </p:nvSpPr>
        <p:spPr>
          <a:xfrm>
            <a:off x="2181758" y="1527048"/>
            <a:ext cx="292608" cy="292608"/>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8" name="Shape 15"/>
          <p:cNvSpPr/>
          <p:nvPr/>
        </p:nvSpPr>
        <p:spPr>
          <a:xfrm>
            <a:off x="1687982" y="1856232"/>
            <a:ext cx="1280160" cy="548640"/>
          </a:xfrm>
          <a:prstGeom prst="roundRect">
            <a:avLst>
              <a:gd name="adj" fmla="val 10000"/>
            </a:avLst>
          </a:prstGeom>
          <a:solidFill>
            <a:schemeClr val="accent6"/>
          </a:solidFill>
          <a:ln w="12700">
            <a:solidFill>
              <a:srgbClr val="FFFFFF">
                <a:alpha val="0"/>
              </a:srgbClr>
            </a:solidFill>
            <a:prstDash val="solid"/>
          </a:ln>
        </p:spPr>
      </p:sp>
      <p:sp>
        <p:nvSpPr>
          <p:cNvPr id="19" name="Text 16"/>
          <p:cNvSpPr txBox="1"/>
          <p:nvPr/>
        </p:nvSpPr>
        <p:spPr>
          <a:xfrm>
            <a:off x="1733702" y="1856232"/>
            <a:ext cx="1188720" cy="548640"/>
          </a:xfrm>
          <a:prstGeom prst="rect">
            <a:avLst/>
          </a:prstGeom>
          <a:noFill/>
          <a:ln/>
        </p:spPr>
        <p:txBody>
          <a:bodyPr wrap="square" lIns="0" tIns="0" rIns="0" bIns="0" rtlCol="0" anchor="ctr"/>
          <a:lstStyle/>
          <a:p>
            <a:pPr algn="ctr" indent="0" marL="0">
              <a:buNone/>
            </a:pPr>
            <a:r>
              <a:rPr lang="en-US" sz="1100" b="1" dirty="0">
                <a:solidFill>
                  <a:schemeClr val="bg1"/>
                </a:solidFill>
              </a:rPr>
              <a:t>WERKWOORD 1</a:t>
            </a:r>
            <a:endParaRPr lang="en-US" sz="1100" dirty="0"/>
          </a:p>
        </p:txBody>
      </p:sp>
      <p:sp>
        <p:nvSpPr>
          <p:cNvPr id="20" name="Shape 17"/>
          <p:cNvSpPr/>
          <p:nvPr/>
        </p:nvSpPr>
        <p:spPr>
          <a:xfrm>
            <a:off x="4624121" y="1527048"/>
            <a:ext cx="292608" cy="292608"/>
          </a:xfrm>
          <a:prstGeom prst="ellipse">
            <a:avLst/>
          </a:prstGeom>
          <a:solidFill>
            <a:schemeClr val="tx2"/>
          </a:solidFill>
          <a:ln w="12700">
            <a:solidFill>
              <a:srgbClr val="FFFFFF">
                <a:alpha val="0"/>
              </a:srgbClr>
            </a:solidFill>
            <a:prstDash val="solid"/>
          </a:ln>
        </p:spPr>
      </p:sp>
      <p:sp>
        <p:nvSpPr>
          <p:cNvPr id="21" name="Text 18"/>
          <p:cNvSpPr txBox="1"/>
          <p:nvPr/>
        </p:nvSpPr>
        <p:spPr>
          <a:xfrm>
            <a:off x="4624121" y="1527048"/>
            <a:ext cx="292608" cy="292608"/>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22" name="Shape 19"/>
          <p:cNvSpPr/>
          <p:nvPr/>
        </p:nvSpPr>
        <p:spPr>
          <a:xfrm>
            <a:off x="3147365" y="1856232"/>
            <a:ext cx="3246120" cy="548640"/>
          </a:xfrm>
          <a:prstGeom prst="roundRect">
            <a:avLst>
              <a:gd name="adj" fmla="val 10000"/>
            </a:avLst>
          </a:prstGeom>
          <a:solidFill>
            <a:schemeClr val="tx2"/>
          </a:solidFill>
          <a:ln w="12700">
            <a:solidFill>
              <a:srgbClr val="FFFFFF">
                <a:alpha val="0"/>
              </a:srgbClr>
            </a:solidFill>
            <a:prstDash val="solid"/>
          </a:ln>
        </p:spPr>
      </p:sp>
      <p:sp>
        <p:nvSpPr>
          <p:cNvPr id="23" name="Text 20"/>
          <p:cNvSpPr txBox="1"/>
          <p:nvPr/>
        </p:nvSpPr>
        <p:spPr>
          <a:xfrm>
            <a:off x="3193085" y="1856232"/>
            <a:ext cx="3154680" cy="548640"/>
          </a:xfrm>
          <a:prstGeom prst="rect">
            <a:avLst/>
          </a:prstGeom>
          <a:noFill/>
          <a:ln/>
        </p:spPr>
        <p:txBody>
          <a:bodyPr wrap="square" lIns="0" tIns="0" rIns="0" bIns="0" rtlCol="0" anchor="ctr"/>
          <a:lstStyle/>
          <a:p>
            <a:pPr algn="ctr" indent="0" marL="0">
              <a:buNone/>
            </a:pPr>
            <a:r>
              <a:rPr lang="en-US" sz="1200" b="1" dirty="0">
                <a:solidFill>
                  <a:schemeClr val="bg1"/>
                </a:solidFill>
              </a:rPr>
              <a:t>WANNEER? HOE? WAAR?</a:t>
            </a:r>
            <a:endParaRPr lang="en-US" sz="1200" dirty="0"/>
          </a:p>
        </p:txBody>
      </p:sp>
      <p:sp>
        <p:nvSpPr>
          <p:cNvPr id="24" name="Shape 21"/>
          <p:cNvSpPr/>
          <p:nvPr/>
        </p:nvSpPr>
        <p:spPr>
          <a:xfrm>
            <a:off x="7112203" y="1527048"/>
            <a:ext cx="292608" cy="292608"/>
          </a:xfrm>
          <a:prstGeom prst="ellipse">
            <a:avLst/>
          </a:prstGeom>
          <a:solidFill>
            <a:schemeClr val="tx2"/>
          </a:solidFill>
          <a:ln w="12700">
            <a:solidFill>
              <a:srgbClr val="FFFFFF">
                <a:alpha val="0"/>
              </a:srgbClr>
            </a:solidFill>
            <a:prstDash val="solid"/>
          </a:ln>
        </p:spPr>
      </p:sp>
      <p:sp>
        <p:nvSpPr>
          <p:cNvPr id="25" name="Text 22"/>
          <p:cNvSpPr txBox="1"/>
          <p:nvPr/>
        </p:nvSpPr>
        <p:spPr>
          <a:xfrm>
            <a:off x="7112203" y="1527048"/>
            <a:ext cx="292608" cy="292608"/>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6" name="Shape 23"/>
          <p:cNvSpPr/>
          <p:nvPr/>
        </p:nvSpPr>
        <p:spPr>
          <a:xfrm>
            <a:off x="6572707" y="1856232"/>
            <a:ext cx="1371600" cy="548640"/>
          </a:xfrm>
          <a:prstGeom prst="roundRect">
            <a:avLst>
              <a:gd name="adj" fmla="val 10000"/>
            </a:avLst>
          </a:prstGeom>
          <a:solidFill>
            <a:schemeClr val="tx2"/>
          </a:solidFill>
          <a:ln w="12700">
            <a:solidFill>
              <a:srgbClr val="FFFFFF">
                <a:alpha val="0"/>
              </a:srgbClr>
            </a:solidFill>
            <a:prstDash val="solid"/>
          </a:ln>
        </p:spPr>
      </p:sp>
      <p:sp>
        <p:nvSpPr>
          <p:cNvPr id="27" name="Text 24"/>
          <p:cNvSpPr txBox="1"/>
          <p:nvPr/>
        </p:nvSpPr>
        <p:spPr>
          <a:xfrm>
            <a:off x="6618427" y="1856232"/>
            <a:ext cx="1280160" cy="548640"/>
          </a:xfrm>
          <a:prstGeom prst="rect">
            <a:avLst/>
          </a:prstGeom>
          <a:noFill/>
          <a:ln/>
        </p:spPr>
        <p:txBody>
          <a:bodyPr wrap="square" lIns="0" tIns="0" rIns="0" bIns="0" rtlCol="0" anchor="ctr"/>
          <a:lstStyle/>
          <a:p>
            <a:pPr algn="ctr" indent="0" marL="0">
              <a:buNone/>
            </a:pPr>
            <a:r>
              <a:rPr lang="en-US" sz="1200" b="1" dirty="0">
                <a:solidFill>
                  <a:schemeClr val="bg1"/>
                </a:solidFill>
              </a:rPr>
              <a:t>WAT?</a:t>
            </a:r>
            <a:endParaRPr lang="en-US" sz="1200" dirty="0"/>
          </a:p>
        </p:txBody>
      </p:sp>
      <p:sp>
        <p:nvSpPr>
          <p:cNvPr id="28" name="Shape 25"/>
          <p:cNvSpPr/>
          <p:nvPr/>
        </p:nvSpPr>
        <p:spPr>
          <a:xfrm>
            <a:off x="8983066" y="1527048"/>
            <a:ext cx="292608" cy="292608"/>
          </a:xfrm>
          <a:prstGeom prst="ellipse">
            <a:avLst/>
          </a:prstGeom>
          <a:solidFill>
            <a:schemeClr val="tx2"/>
          </a:solidFill>
          <a:ln w="12700">
            <a:solidFill>
              <a:srgbClr val="FFFFFF">
                <a:alpha val="0"/>
              </a:srgbClr>
            </a:solidFill>
            <a:prstDash val="solid"/>
          </a:ln>
        </p:spPr>
      </p:sp>
      <p:sp>
        <p:nvSpPr>
          <p:cNvPr id="29" name="Text 26"/>
          <p:cNvSpPr txBox="1"/>
          <p:nvPr/>
        </p:nvSpPr>
        <p:spPr>
          <a:xfrm>
            <a:off x="8983066" y="1527048"/>
            <a:ext cx="292608" cy="292608"/>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30" name="Shape 27"/>
          <p:cNvSpPr/>
          <p:nvPr/>
        </p:nvSpPr>
        <p:spPr>
          <a:xfrm>
            <a:off x="8123530" y="1856232"/>
            <a:ext cx="2011680" cy="548640"/>
          </a:xfrm>
          <a:prstGeom prst="roundRect">
            <a:avLst>
              <a:gd name="adj" fmla="val 10000"/>
            </a:avLst>
          </a:prstGeom>
          <a:solidFill>
            <a:schemeClr val="tx2"/>
          </a:solidFill>
          <a:ln w="12700">
            <a:solidFill>
              <a:srgbClr val="FFFFFF">
                <a:alpha val="0"/>
              </a:srgbClr>
            </a:solidFill>
            <a:prstDash val="solid"/>
          </a:ln>
        </p:spPr>
      </p:sp>
      <p:sp>
        <p:nvSpPr>
          <p:cNvPr id="31" name="Text 28"/>
          <p:cNvSpPr txBox="1"/>
          <p:nvPr/>
        </p:nvSpPr>
        <p:spPr>
          <a:xfrm>
            <a:off x="8169250" y="1856232"/>
            <a:ext cx="1920240" cy="548640"/>
          </a:xfrm>
          <a:prstGeom prst="rect">
            <a:avLst/>
          </a:prstGeom>
          <a:noFill/>
          <a:ln/>
        </p:spPr>
        <p:txBody>
          <a:bodyPr wrap="square" lIns="0" tIns="0" rIns="0" bIns="0" rtlCol="0" anchor="ctr"/>
          <a:lstStyle/>
          <a:p>
            <a:pPr algn="ctr" indent="0" marL="0">
              <a:buNone/>
            </a:pPr>
            <a:r>
              <a:rPr lang="en-US" sz="1200" b="1" dirty="0">
                <a:solidFill>
                  <a:schemeClr val="bg1"/>
                </a:solidFill>
              </a:rPr>
              <a:t>AAN / VOOR WIE?</a:t>
            </a:r>
            <a:endParaRPr lang="en-US" sz="1200" dirty="0"/>
          </a:p>
        </p:txBody>
      </p:sp>
      <p:sp>
        <p:nvSpPr>
          <p:cNvPr id="32" name="Shape 29"/>
          <p:cNvSpPr/>
          <p:nvPr/>
        </p:nvSpPr>
        <p:spPr>
          <a:xfrm>
            <a:off x="10776204" y="1472184"/>
            <a:ext cx="402336" cy="402336"/>
          </a:xfrm>
          <a:prstGeom prst="ellipse">
            <a:avLst/>
          </a:prstGeom>
          <a:noFill/>
          <a:ln w="25400">
            <a:solidFill>
              <a:srgbClr val="B83227"/>
            </a:solidFill>
            <a:prstDash val="solid"/>
          </a:ln>
        </p:spPr>
      </p:sp>
      <p:sp>
        <p:nvSpPr>
          <p:cNvPr id="33" name="Shape 30"/>
          <p:cNvSpPr/>
          <p:nvPr/>
        </p:nvSpPr>
        <p:spPr>
          <a:xfrm>
            <a:off x="10831068" y="1527048"/>
            <a:ext cx="292608" cy="292608"/>
          </a:xfrm>
          <a:prstGeom prst="ellipse">
            <a:avLst/>
          </a:prstGeom>
          <a:solidFill>
            <a:schemeClr val="accent6"/>
          </a:solidFill>
          <a:ln w="12700">
            <a:solidFill>
              <a:srgbClr val="FFFFFF">
                <a:alpha val="0"/>
              </a:srgbClr>
            </a:solidFill>
            <a:prstDash val="solid"/>
          </a:ln>
        </p:spPr>
      </p:sp>
      <p:sp>
        <p:nvSpPr>
          <p:cNvPr id="34" name="Text 31"/>
          <p:cNvSpPr txBox="1"/>
          <p:nvPr/>
        </p:nvSpPr>
        <p:spPr>
          <a:xfrm>
            <a:off x="10831068" y="1527048"/>
            <a:ext cx="292608" cy="292608"/>
          </a:xfrm>
          <a:prstGeom prst="rect">
            <a:avLst/>
          </a:prstGeom>
          <a:noFill/>
          <a:ln/>
        </p:spPr>
        <p:txBody>
          <a:bodyPr wrap="square" lIns="0" tIns="0" rIns="0" bIns="0" rtlCol="0" anchor="ctr"/>
          <a:lstStyle/>
          <a:p>
            <a:pPr algn="ctr" indent="0" marL="0">
              <a:buNone/>
            </a:pPr>
            <a:r>
              <a:rPr lang="en-US" sz="1100" b="1" dirty="0">
                <a:solidFill>
                  <a:schemeClr val="bg1"/>
                </a:solidFill>
              </a:rPr>
              <a:t>6</a:t>
            </a:r>
            <a:endParaRPr lang="en-US" sz="1100" dirty="0"/>
          </a:p>
        </p:txBody>
      </p:sp>
      <p:sp>
        <p:nvSpPr>
          <p:cNvPr id="35" name="Shape 32"/>
          <p:cNvSpPr/>
          <p:nvPr/>
        </p:nvSpPr>
        <p:spPr>
          <a:xfrm>
            <a:off x="10314432" y="1856232"/>
            <a:ext cx="1325880" cy="548640"/>
          </a:xfrm>
          <a:prstGeom prst="roundRect">
            <a:avLst>
              <a:gd name="adj" fmla="val 10000"/>
            </a:avLst>
          </a:prstGeom>
          <a:solidFill>
            <a:schemeClr val="accent6"/>
          </a:solidFill>
          <a:ln w="12700">
            <a:solidFill>
              <a:srgbClr val="FFFFFF">
                <a:alpha val="0"/>
              </a:srgbClr>
            </a:solidFill>
            <a:prstDash val="solid"/>
          </a:ln>
        </p:spPr>
      </p:sp>
      <p:sp>
        <p:nvSpPr>
          <p:cNvPr id="36" name="Text 33"/>
          <p:cNvSpPr txBox="1"/>
          <p:nvPr/>
        </p:nvSpPr>
        <p:spPr>
          <a:xfrm>
            <a:off x="10360152" y="1856232"/>
            <a:ext cx="1234440" cy="548640"/>
          </a:xfrm>
          <a:prstGeom prst="rect">
            <a:avLst/>
          </a:prstGeom>
          <a:noFill/>
          <a:ln/>
        </p:spPr>
        <p:txBody>
          <a:bodyPr wrap="square" lIns="0" tIns="0" rIns="0" bIns="0" rtlCol="0" anchor="ctr"/>
          <a:lstStyle/>
          <a:p>
            <a:pPr algn="ctr" indent="0" marL="0">
              <a:buNone/>
            </a:pPr>
            <a:r>
              <a:rPr lang="en-US" sz="1200" b="1" dirty="0">
                <a:solidFill>
                  <a:schemeClr val="bg1"/>
                </a:solidFill>
              </a:rPr>
              <a:t>WERKWOORD 2</a:t>
            </a:r>
            <a:endParaRPr lang="en-US" sz="1200" dirty="0"/>
          </a:p>
        </p:txBody>
      </p:sp>
      <p:sp>
        <p:nvSpPr>
          <p:cNvPr id="37" name="Text 34"/>
          <p:cNvSpPr txBox="1"/>
          <p:nvPr/>
        </p:nvSpPr>
        <p:spPr>
          <a:xfrm>
            <a:off x="548640" y="2487168"/>
            <a:ext cx="960120" cy="475488"/>
          </a:xfrm>
          <a:prstGeom prst="rect">
            <a:avLst/>
          </a:prstGeom>
          <a:noFill/>
          <a:ln/>
        </p:spPr>
        <p:txBody>
          <a:bodyPr wrap="square" lIns="0" tIns="0" rIns="0" bIns="0" rtlCol="0" anchor="ctr"/>
          <a:lstStyle/>
          <a:p>
            <a:pPr algn="ctr" indent="0" marL="0">
              <a:buNone/>
            </a:pPr>
            <a:r>
              <a:rPr lang="en-US" sz="1600" b="1" dirty="0">
                <a:solidFill>
                  <a:schemeClr val="accent2"/>
                </a:solidFill>
              </a:rPr>
              <a:t>Ik</a:t>
            </a:r>
            <a:endParaRPr lang="en-US" sz="1600" dirty="0"/>
          </a:p>
        </p:txBody>
      </p:sp>
      <p:sp>
        <p:nvSpPr>
          <p:cNvPr id="38" name="Shape 35"/>
          <p:cNvSpPr/>
          <p:nvPr/>
        </p:nvSpPr>
        <p:spPr>
          <a:xfrm>
            <a:off x="1970715" y="2505456"/>
            <a:ext cx="714695" cy="438912"/>
          </a:xfrm>
          <a:prstGeom prst="ellipse">
            <a:avLst/>
          </a:prstGeom>
          <a:solidFill>
            <a:srgbClr val="FFFFFF"/>
          </a:solidFill>
          <a:ln w="25400">
            <a:solidFill>
              <a:srgbClr val="B83227"/>
            </a:solidFill>
            <a:prstDash val="solid"/>
          </a:ln>
        </p:spPr>
      </p:sp>
      <p:sp>
        <p:nvSpPr>
          <p:cNvPr id="39" name="Text 36"/>
          <p:cNvSpPr txBox="1"/>
          <p:nvPr/>
        </p:nvSpPr>
        <p:spPr>
          <a:xfrm>
            <a:off x="1687982" y="2487168"/>
            <a:ext cx="1280160" cy="475488"/>
          </a:xfrm>
          <a:prstGeom prst="rect">
            <a:avLst/>
          </a:prstGeom>
          <a:noFill/>
          <a:ln/>
        </p:spPr>
        <p:txBody>
          <a:bodyPr wrap="square" lIns="0" tIns="0" rIns="0" bIns="0" rtlCol="0" anchor="ctr"/>
          <a:lstStyle/>
          <a:p>
            <a:pPr algn="ctr" indent="0" marL="0">
              <a:buNone/>
            </a:pPr>
            <a:r>
              <a:rPr lang="en-US" sz="1600" b="1" dirty="0">
                <a:solidFill>
                  <a:schemeClr val="accent6"/>
                </a:solidFill>
              </a:rPr>
              <a:t>eet</a:t>
            </a:r>
            <a:endParaRPr lang="en-US" sz="1600" dirty="0"/>
          </a:p>
        </p:txBody>
      </p:sp>
      <p:sp>
        <p:nvSpPr>
          <p:cNvPr id="40" name="Text 37"/>
          <p:cNvSpPr txBox="1"/>
          <p:nvPr/>
        </p:nvSpPr>
        <p:spPr>
          <a:xfrm>
            <a:off x="6572707" y="2487168"/>
            <a:ext cx="1371600" cy="475488"/>
          </a:xfrm>
          <a:prstGeom prst="rect">
            <a:avLst/>
          </a:prstGeom>
          <a:noFill/>
          <a:ln/>
        </p:spPr>
        <p:txBody>
          <a:bodyPr wrap="square" lIns="0" tIns="0" rIns="0" bIns="0" rtlCol="0" anchor="ctr"/>
          <a:lstStyle/>
          <a:p>
            <a:pPr algn="ctr" indent="0" marL="0">
              <a:buNone/>
            </a:pPr>
            <a:r>
              <a:rPr lang="en-US" sz="1600" dirty="0">
                <a:solidFill>
                  <a:schemeClr val="tx1"/>
                </a:solidFill>
              </a:rPr>
              <a:t>een koekje.</a:t>
            </a:r>
            <a:endParaRPr lang="en-US" sz="1600" dirty="0"/>
          </a:p>
        </p:txBody>
      </p:sp>
      <p:sp>
        <p:nvSpPr>
          <p:cNvPr id="41" name="Text 38"/>
          <p:cNvSpPr txBox="1"/>
          <p:nvPr/>
        </p:nvSpPr>
        <p:spPr>
          <a:xfrm>
            <a:off x="548640" y="3026664"/>
            <a:ext cx="960120" cy="475488"/>
          </a:xfrm>
          <a:prstGeom prst="rect">
            <a:avLst/>
          </a:prstGeom>
          <a:noFill/>
          <a:ln/>
        </p:spPr>
        <p:txBody>
          <a:bodyPr wrap="square" lIns="0" tIns="0" rIns="0" bIns="0" rtlCol="0" anchor="ctr"/>
          <a:lstStyle/>
          <a:p>
            <a:pPr algn="ctr" indent="0" marL="0">
              <a:buNone/>
            </a:pPr>
            <a:r>
              <a:rPr lang="en-US" sz="1600" b="1" dirty="0">
                <a:solidFill>
                  <a:schemeClr val="accent2"/>
                </a:solidFill>
              </a:rPr>
              <a:t>Jij</a:t>
            </a:r>
            <a:endParaRPr lang="en-US" sz="1600" dirty="0"/>
          </a:p>
        </p:txBody>
      </p:sp>
      <p:sp>
        <p:nvSpPr>
          <p:cNvPr id="42" name="Shape 39"/>
          <p:cNvSpPr/>
          <p:nvPr/>
        </p:nvSpPr>
        <p:spPr>
          <a:xfrm>
            <a:off x="1893905" y="3044952"/>
            <a:ext cx="868314" cy="438912"/>
          </a:xfrm>
          <a:prstGeom prst="ellipse">
            <a:avLst/>
          </a:prstGeom>
          <a:solidFill>
            <a:srgbClr val="FFFFFF"/>
          </a:solidFill>
          <a:ln w="25400">
            <a:solidFill>
              <a:srgbClr val="B83227"/>
            </a:solidFill>
            <a:prstDash val="solid"/>
          </a:ln>
        </p:spPr>
      </p:sp>
      <p:sp>
        <p:nvSpPr>
          <p:cNvPr id="43" name="Text 40"/>
          <p:cNvSpPr txBox="1"/>
          <p:nvPr/>
        </p:nvSpPr>
        <p:spPr>
          <a:xfrm>
            <a:off x="1687982" y="3026664"/>
            <a:ext cx="1280160" cy="475488"/>
          </a:xfrm>
          <a:prstGeom prst="rect">
            <a:avLst/>
          </a:prstGeom>
          <a:noFill/>
          <a:ln/>
        </p:spPr>
        <p:txBody>
          <a:bodyPr wrap="square" lIns="0" tIns="0" rIns="0" bIns="0" rtlCol="0" anchor="ctr"/>
          <a:lstStyle/>
          <a:p>
            <a:pPr algn="ctr" indent="0" marL="0">
              <a:buNone/>
            </a:pPr>
            <a:r>
              <a:rPr lang="en-US" sz="1600" b="1" dirty="0">
                <a:solidFill>
                  <a:schemeClr val="accent6"/>
                </a:solidFill>
              </a:rPr>
              <a:t>gaat</a:t>
            </a:r>
            <a:endParaRPr lang="en-US" sz="1600" dirty="0"/>
          </a:p>
        </p:txBody>
      </p:sp>
      <p:sp>
        <p:nvSpPr>
          <p:cNvPr id="44" name="Text 41"/>
          <p:cNvSpPr txBox="1"/>
          <p:nvPr/>
        </p:nvSpPr>
        <p:spPr>
          <a:xfrm>
            <a:off x="3147365" y="3026664"/>
            <a:ext cx="3246120" cy="475488"/>
          </a:xfrm>
          <a:prstGeom prst="rect">
            <a:avLst/>
          </a:prstGeom>
          <a:noFill/>
          <a:ln/>
        </p:spPr>
        <p:txBody>
          <a:bodyPr wrap="square" lIns="0" tIns="0" rIns="0" bIns="0" rtlCol="0" anchor="ctr"/>
          <a:lstStyle/>
          <a:p>
            <a:pPr algn="ctr" indent="0" marL="0">
              <a:buNone/>
            </a:pPr>
            <a:r>
              <a:rPr lang="en-US" sz="1600" dirty="0">
                <a:solidFill>
                  <a:schemeClr val="tx1"/>
                </a:solidFill>
              </a:rPr>
              <a:t>morgen</a:t>
            </a:r>
            <a:endParaRPr lang="en-US" sz="1600" dirty="0"/>
          </a:p>
        </p:txBody>
      </p:sp>
      <p:sp>
        <p:nvSpPr>
          <p:cNvPr id="45" name="Shape 42"/>
          <p:cNvSpPr/>
          <p:nvPr/>
        </p:nvSpPr>
        <p:spPr>
          <a:xfrm>
            <a:off x="10584180" y="3063240"/>
            <a:ext cx="786384" cy="402336"/>
          </a:xfrm>
          <a:prstGeom prst="roundRect">
            <a:avLst>
              <a:gd name="adj" fmla="val 18182"/>
            </a:avLst>
          </a:prstGeom>
          <a:solidFill>
            <a:srgbClr val="FFFFFF"/>
          </a:solidFill>
          <a:ln w="19050">
            <a:solidFill>
              <a:srgbClr val="B83227"/>
            </a:solidFill>
            <a:prstDash val="dash"/>
          </a:ln>
        </p:spPr>
      </p:sp>
      <p:sp>
        <p:nvSpPr>
          <p:cNvPr id="46" name="Text 43"/>
          <p:cNvSpPr txBox="1"/>
          <p:nvPr/>
        </p:nvSpPr>
        <p:spPr>
          <a:xfrm>
            <a:off x="10314432" y="3026664"/>
            <a:ext cx="1325880" cy="475488"/>
          </a:xfrm>
          <a:prstGeom prst="rect">
            <a:avLst/>
          </a:prstGeom>
          <a:noFill/>
          <a:ln/>
        </p:spPr>
        <p:txBody>
          <a:bodyPr wrap="square" lIns="0" tIns="0" rIns="0" bIns="0" rtlCol="0" anchor="ctr"/>
          <a:lstStyle/>
          <a:p>
            <a:pPr algn="ctr" indent="0" marL="0">
              <a:buNone/>
            </a:pPr>
            <a:r>
              <a:rPr lang="en-US" sz="1600" b="1" dirty="0">
                <a:solidFill>
                  <a:schemeClr val="accent6"/>
                </a:solidFill>
              </a:rPr>
              <a:t>weg.</a:t>
            </a:r>
            <a:endParaRPr lang="en-US" sz="1600" dirty="0"/>
          </a:p>
        </p:txBody>
      </p:sp>
      <p:sp>
        <p:nvSpPr>
          <p:cNvPr id="47" name="Text 44"/>
          <p:cNvSpPr txBox="1"/>
          <p:nvPr/>
        </p:nvSpPr>
        <p:spPr>
          <a:xfrm>
            <a:off x="548640" y="3566160"/>
            <a:ext cx="960120" cy="475488"/>
          </a:xfrm>
          <a:prstGeom prst="rect">
            <a:avLst/>
          </a:prstGeom>
          <a:noFill/>
          <a:ln/>
        </p:spPr>
        <p:txBody>
          <a:bodyPr wrap="square" lIns="0" tIns="0" rIns="0" bIns="0" rtlCol="0" anchor="ctr"/>
          <a:lstStyle/>
          <a:p>
            <a:pPr algn="ctr" indent="0" marL="0">
              <a:buNone/>
            </a:pPr>
            <a:r>
              <a:rPr lang="en-US" sz="1600" b="1" dirty="0">
                <a:solidFill>
                  <a:schemeClr val="accent2"/>
                </a:solidFill>
              </a:rPr>
              <a:t>Hij</a:t>
            </a:r>
            <a:endParaRPr lang="en-US" sz="1600" dirty="0"/>
          </a:p>
        </p:txBody>
      </p:sp>
      <p:sp>
        <p:nvSpPr>
          <p:cNvPr id="48" name="Shape 45"/>
          <p:cNvSpPr/>
          <p:nvPr/>
        </p:nvSpPr>
        <p:spPr>
          <a:xfrm>
            <a:off x="1817096" y="3584448"/>
            <a:ext cx="1021933" cy="438912"/>
          </a:xfrm>
          <a:prstGeom prst="ellipse">
            <a:avLst/>
          </a:prstGeom>
          <a:solidFill>
            <a:srgbClr val="FFFFFF"/>
          </a:solidFill>
          <a:ln w="25400">
            <a:solidFill>
              <a:srgbClr val="B83227"/>
            </a:solidFill>
            <a:prstDash val="solid"/>
          </a:ln>
        </p:spPr>
      </p:sp>
      <p:sp>
        <p:nvSpPr>
          <p:cNvPr id="49" name="Text 46"/>
          <p:cNvSpPr txBox="1"/>
          <p:nvPr/>
        </p:nvSpPr>
        <p:spPr>
          <a:xfrm>
            <a:off x="1687982" y="3566160"/>
            <a:ext cx="1280160" cy="475488"/>
          </a:xfrm>
          <a:prstGeom prst="rect">
            <a:avLst/>
          </a:prstGeom>
          <a:noFill/>
          <a:ln/>
        </p:spPr>
        <p:txBody>
          <a:bodyPr wrap="square" lIns="0" tIns="0" rIns="0" bIns="0" rtlCol="0" anchor="ctr"/>
          <a:lstStyle/>
          <a:p>
            <a:pPr algn="ctr" indent="0" marL="0">
              <a:buNone/>
            </a:pPr>
            <a:r>
              <a:rPr lang="en-US" sz="1600" b="1" dirty="0">
                <a:solidFill>
                  <a:schemeClr val="accent6"/>
                </a:solidFill>
              </a:rPr>
              <a:t>werkt</a:t>
            </a:r>
            <a:endParaRPr lang="en-US" sz="1600" dirty="0"/>
          </a:p>
        </p:txBody>
      </p:sp>
      <p:sp>
        <p:nvSpPr>
          <p:cNvPr id="50" name="Text 47"/>
          <p:cNvSpPr txBox="1"/>
          <p:nvPr/>
        </p:nvSpPr>
        <p:spPr>
          <a:xfrm>
            <a:off x="3147365" y="3566160"/>
            <a:ext cx="3246120" cy="475488"/>
          </a:xfrm>
          <a:prstGeom prst="rect">
            <a:avLst/>
          </a:prstGeom>
          <a:noFill/>
          <a:ln/>
        </p:spPr>
        <p:txBody>
          <a:bodyPr wrap="square" lIns="0" tIns="0" rIns="0" bIns="0" rtlCol="0" anchor="ctr"/>
          <a:lstStyle/>
          <a:p>
            <a:pPr algn="ctr" indent="0" marL="0">
              <a:buNone/>
            </a:pPr>
            <a:r>
              <a:rPr lang="en-US" sz="1600" dirty="0">
                <a:solidFill>
                  <a:schemeClr val="tx1"/>
                </a:solidFill>
              </a:rPr>
              <a:t>38 uur per week.</a:t>
            </a:r>
            <a:endParaRPr lang="en-US" sz="1600" dirty="0"/>
          </a:p>
        </p:txBody>
      </p:sp>
      <p:sp>
        <p:nvSpPr>
          <p:cNvPr id="51" name="Text 48"/>
          <p:cNvSpPr txBox="1"/>
          <p:nvPr/>
        </p:nvSpPr>
        <p:spPr>
          <a:xfrm>
            <a:off x="548640" y="4105656"/>
            <a:ext cx="960120" cy="475488"/>
          </a:xfrm>
          <a:prstGeom prst="rect">
            <a:avLst/>
          </a:prstGeom>
          <a:noFill/>
          <a:ln/>
        </p:spPr>
        <p:txBody>
          <a:bodyPr wrap="square" lIns="0" tIns="0" rIns="0" bIns="0" rtlCol="0" anchor="ctr"/>
          <a:lstStyle/>
          <a:p>
            <a:pPr algn="ctr" indent="0" marL="0">
              <a:buNone/>
            </a:pPr>
            <a:r>
              <a:rPr lang="en-US" sz="1600" b="1" dirty="0">
                <a:solidFill>
                  <a:schemeClr val="accent2"/>
                </a:solidFill>
              </a:rPr>
              <a:t>Ik</a:t>
            </a:r>
            <a:endParaRPr lang="en-US" sz="1600" dirty="0"/>
          </a:p>
        </p:txBody>
      </p:sp>
      <p:sp>
        <p:nvSpPr>
          <p:cNvPr id="52" name="Shape 49"/>
          <p:cNvSpPr/>
          <p:nvPr/>
        </p:nvSpPr>
        <p:spPr>
          <a:xfrm>
            <a:off x="2020092" y="4123944"/>
            <a:ext cx="615940" cy="438912"/>
          </a:xfrm>
          <a:prstGeom prst="ellipse">
            <a:avLst/>
          </a:prstGeom>
          <a:solidFill>
            <a:srgbClr val="FFFFFF"/>
          </a:solidFill>
          <a:ln w="25400">
            <a:solidFill>
              <a:srgbClr val="B83227"/>
            </a:solidFill>
            <a:prstDash val="solid"/>
          </a:ln>
        </p:spPr>
      </p:sp>
      <p:sp>
        <p:nvSpPr>
          <p:cNvPr id="53" name="Text 50"/>
          <p:cNvSpPr txBox="1"/>
          <p:nvPr/>
        </p:nvSpPr>
        <p:spPr>
          <a:xfrm>
            <a:off x="1687982" y="4105656"/>
            <a:ext cx="1280160" cy="475488"/>
          </a:xfrm>
          <a:prstGeom prst="rect">
            <a:avLst/>
          </a:prstGeom>
          <a:noFill/>
          <a:ln/>
        </p:spPr>
        <p:txBody>
          <a:bodyPr wrap="square" lIns="0" tIns="0" rIns="0" bIns="0" rtlCol="0" anchor="ctr"/>
          <a:lstStyle/>
          <a:p>
            <a:pPr algn="ctr" indent="0" marL="0">
              <a:buNone/>
            </a:pPr>
            <a:r>
              <a:rPr lang="en-US" sz="1600" b="1" dirty="0">
                <a:solidFill>
                  <a:schemeClr val="accent6"/>
                </a:solidFill>
              </a:rPr>
              <a:t>ga</a:t>
            </a:r>
            <a:endParaRPr lang="en-US" sz="1600" dirty="0"/>
          </a:p>
        </p:txBody>
      </p:sp>
      <p:sp>
        <p:nvSpPr>
          <p:cNvPr id="54" name="Text 51"/>
          <p:cNvSpPr txBox="1"/>
          <p:nvPr/>
        </p:nvSpPr>
        <p:spPr>
          <a:xfrm>
            <a:off x="3147365" y="4105656"/>
            <a:ext cx="3246120" cy="475488"/>
          </a:xfrm>
          <a:prstGeom prst="rect">
            <a:avLst/>
          </a:prstGeom>
          <a:noFill/>
          <a:ln/>
        </p:spPr>
        <p:txBody>
          <a:bodyPr wrap="square" lIns="0" tIns="0" rIns="0" bIns="0" rtlCol="0" anchor="ctr"/>
          <a:lstStyle/>
          <a:p>
            <a:pPr algn="ctr" indent="0" marL="0">
              <a:buNone/>
            </a:pPr>
            <a:r>
              <a:rPr lang="en-US" sz="1500" dirty="0">
                <a:solidFill>
                  <a:schemeClr val="tx1"/>
                </a:solidFill>
              </a:rPr>
              <a:t>morgen met de trein naar Gent.</a:t>
            </a:r>
            <a:endParaRPr lang="en-US" sz="1500" dirty="0"/>
          </a:p>
        </p:txBody>
      </p:sp>
      <p:sp>
        <p:nvSpPr>
          <p:cNvPr id="55" name="Text 52"/>
          <p:cNvSpPr txBox="1"/>
          <p:nvPr/>
        </p:nvSpPr>
        <p:spPr>
          <a:xfrm>
            <a:off x="548640" y="4645152"/>
            <a:ext cx="960120" cy="475488"/>
          </a:xfrm>
          <a:prstGeom prst="rect">
            <a:avLst/>
          </a:prstGeom>
          <a:noFill/>
          <a:ln/>
        </p:spPr>
        <p:txBody>
          <a:bodyPr wrap="square" lIns="0" tIns="0" rIns="0" bIns="0" rtlCol="0" anchor="ctr"/>
          <a:lstStyle/>
          <a:p>
            <a:pPr algn="ctr" indent="0" marL="0">
              <a:buNone/>
            </a:pPr>
            <a:r>
              <a:rPr lang="en-US" sz="1600" b="1" dirty="0">
                <a:solidFill>
                  <a:schemeClr val="accent2"/>
                </a:solidFill>
              </a:rPr>
              <a:t>We</a:t>
            </a:r>
            <a:endParaRPr lang="en-US" sz="1600" dirty="0"/>
          </a:p>
        </p:txBody>
      </p:sp>
      <p:sp>
        <p:nvSpPr>
          <p:cNvPr id="56" name="Shape 53"/>
          <p:cNvSpPr/>
          <p:nvPr/>
        </p:nvSpPr>
        <p:spPr>
          <a:xfrm>
            <a:off x="1791858" y="4663440"/>
            <a:ext cx="1072408" cy="438912"/>
          </a:xfrm>
          <a:prstGeom prst="ellipse">
            <a:avLst/>
          </a:prstGeom>
          <a:solidFill>
            <a:srgbClr val="FFFFFF"/>
          </a:solidFill>
          <a:ln w="25400">
            <a:solidFill>
              <a:srgbClr val="B83227"/>
            </a:solidFill>
            <a:prstDash val="solid"/>
          </a:ln>
        </p:spPr>
      </p:sp>
      <p:sp>
        <p:nvSpPr>
          <p:cNvPr id="57" name="Text 54"/>
          <p:cNvSpPr txBox="1"/>
          <p:nvPr/>
        </p:nvSpPr>
        <p:spPr>
          <a:xfrm>
            <a:off x="1687982" y="4645152"/>
            <a:ext cx="1280160" cy="475488"/>
          </a:xfrm>
          <a:prstGeom prst="rect">
            <a:avLst/>
          </a:prstGeom>
          <a:noFill/>
          <a:ln/>
        </p:spPr>
        <p:txBody>
          <a:bodyPr wrap="square" lIns="0" tIns="0" rIns="0" bIns="0" rtlCol="0" anchor="ctr"/>
          <a:lstStyle/>
          <a:p>
            <a:pPr algn="ctr" indent="0" marL="0">
              <a:buNone/>
            </a:pPr>
            <a:r>
              <a:rPr lang="en-US" sz="1600" b="1" dirty="0">
                <a:solidFill>
                  <a:schemeClr val="accent6"/>
                </a:solidFill>
              </a:rPr>
              <a:t>bellen</a:t>
            </a:r>
            <a:endParaRPr lang="en-US" sz="1600" dirty="0"/>
          </a:p>
        </p:txBody>
      </p:sp>
      <p:sp>
        <p:nvSpPr>
          <p:cNvPr id="58" name="Text 55"/>
          <p:cNvSpPr txBox="1"/>
          <p:nvPr/>
        </p:nvSpPr>
        <p:spPr>
          <a:xfrm>
            <a:off x="3147365" y="4645152"/>
            <a:ext cx="3246120" cy="475488"/>
          </a:xfrm>
          <a:prstGeom prst="rect">
            <a:avLst/>
          </a:prstGeom>
          <a:noFill/>
          <a:ln/>
        </p:spPr>
        <p:txBody>
          <a:bodyPr wrap="square" lIns="0" tIns="0" rIns="0" bIns="0" rtlCol="0" anchor="ctr"/>
          <a:lstStyle/>
          <a:p>
            <a:pPr algn="ctr" indent="0" marL="0">
              <a:buNone/>
            </a:pPr>
            <a:r>
              <a:rPr lang="en-US" sz="1600" dirty="0">
                <a:solidFill>
                  <a:schemeClr val="tx1"/>
                </a:solidFill>
              </a:rPr>
              <a:t>vandaag</a:t>
            </a:r>
            <a:endParaRPr lang="en-US" sz="1600" dirty="0"/>
          </a:p>
        </p:txBody>
      </p:sp>
      <p:sp>
        <p:nvSpPr>
          <p:cNvPr id="59" name="Text 56"/>
          <p:cNvSpPr txBox="1"/>
          <p:nvPr/>
        </p:nvSpPr>
        <p:spPr>
          <a:xfrm>
            <a:off x="6572707" y="4645152"/>
            <a:ext cx="1371600" cy="475488"/>
          </a:xfrm>
          <a:prstGeom prst="rect">
            <a:avLst/>
          </a:prstGeom>
          <a:noFill/>
          <a:ln/>
        </p:spPr>
        <p:txBody>
          <a:bodyPr wrap="square" lIns="0" tIns="0" rIns="0" bIns="0" rtlCol="0" anchor="ctr"/>
          <a:lstStyle/>
          <a:p>
            <a:pPr algn="ctr" indent="0" marL="0">
              <a:buNone/>
            </a:pPr>
            <a:r>
              <a:rPr lang="en-US" sz="1600" dirty="0">
                <a:solidFill>
                  <a:schemeClr val="tx1"/>
                </a:solidFill>
              </a:rPr>
              <a:t>een klant</a:t>
            </a:r>
            <a:endParaRPr lang="en-US" sz="1600" dirty="0"/>
          </a:p>
        </p:txBody>
      </p:sp>
      <p:sp>
        <p:nvSpPr>
          <p:cNvPr id="60" name="Shape 57"/>
          <p:cNvSpPr/>
          <p:nvPr/>
        </p:nvSpPr>
        <p:spPr>
          <a:xfrm>
            <a:off x="10676636" y="4681728"/>
            <a:ext cx="601472" cy="402336"/>
          </a:xfrm>
          <a:prstGeom prst="roundRect">
            <a:avLst>
              <a:gd name="adj" fmla="val 18182"/>
            </a:avLst>
          </a:prstGeom>
          <a:solidFill>
            <a:srgbClr val="FFFFFF"/>
          </a:solidFill>
          <a:ln w="19050">
            <a:solidFill>
              <a:srgbClr val="B83227"/>
            </a:solidFill>
            <a:prstDash val="dash"/>
          </a:ln>
        </p:spPr>
      </p:sp>
      <p:sp>
        <p:nvSpPr>
          <p:cNvPr id="61" name="Text 58"/>
          <p:cNvSpPr txBox="1"/>
          <p:nvPr/>
        </p:nvSpPr>
        <p:spPr>
          <a:xfrm>
            <a:off x="10314432" y="4645152"/>
            <a:ext cx="1325880" cy="475488"/>
          </a:xfrm>
          <a:prstGeom prst="rect">
            <a:avLst/>
          </a:prstGeom>
          <a:noFill/>
          <a:ln/>
        </p:spPr>
        <p:txBody>
          <a:bodyPr wrap="square" lIns="0" tIns="0" rIns="0" bIns="0" rtlCol="0" anchor="ctr"/>
          <a:lstStyle/>
          <a:p>
            <a:pPr algn="ctr" indent="0" marL="0">
              <a:buNone/>
            </a:pPr>
            <a:r>
              <a:rPr lang="en-US" sz="1600" b="1" dirty="0">
                <a:solidFill>
                  <a:schemeClr val="accent6"/>
                </a:solidFill>
              </a:rPr>
              <a:t>op.</a:t>
            </a:r>
            <a:endParaRPr lang="en-US" sz="1600" dirty="0"/>
          </a:p>
        </p:txBody>
      </p:sp>
      <p:sp>
        <p:nvSpPr>
          <p:cNvPr id="62" name="Text 59"/>
          <p:cNvSpPr txBox="1"/>
          <p:nvPr/>
        </p:nvSpPr>
        <p:spPr>
          <a:xfrm>
            <a:off x="548640" y="5184648"/>
            <a:ext cx="960120" cy="475488"/>
          </a:xfrm>
          <a:prstGeom prst="rect">
            <a:avLst/>
          </a:prstGeom>
          <a:noFill/>
          <a:ln/>
        </p:spPr>
        <p:txBody>
          <a:bodyPr wrap="square" lIns="0" tIns="0" rIns="0" bIns="0" rtlCol="0" anchor="ctr"/>
          <a:lstStyle/>
          <a:p>
            <a:pPr algn="ctr" indent="0" marL="0">
              <a:buNone/>
            </a:pPr>
            <a:r>
              <a:rPr lang="en-US" sz="1600" b="1" dirty="0">
                <a:solidFill>
                  <a:schemeClr val="accent2"/>
                </a:solidFill>
              </a:rPr>
              <a:t>Jullie</a:t>
            </a:r>
            <a:endParaRPr lang="en-US" sz="1600" dirty="0"/>
          </a:p>
        </p:txBody>
      </p:sp>
      <p:sp>
        <p:nvSpPr>
          <p:cNvPr id="63" name="Shape 60"/>
          <p:cNvSpPr/>
          <p:nvPr/>
        </p:nvSpPr>
        <p:spPr>
          <a:xfrm>
            <a:off x="1724558" y="5202936"/>
            <a:ext cx="1207008" cy="438912"/>
          </a:xfrm>
          <a:prstGeom prst="ellipse">
            <a:avLst/>
          </a:prstGeom>
          <a:solidFill>
            <a:srgbClr val="FFFFFF"/>
          </a:solidFill>
          <a:ln w="25400">
            <a:solidFill>
              <a:srgbClr val="B83227"/>
            </a:solidFill>
            <a:prstDash val="solid"/>
          </a:ln>
        </p:spPr>
      </p:sp>
      <p:sp>
        <p:nvSpPr>
          <p:cNvPr id="64" name="Text 61"/>
          <p:cNvSpPr txBox="1"/>
          <p:nvPr/>
        </p:nvSpPr>
        <p:spPr>
          <a:xfrm>
            <a:off x="1687982" y="5184648"/>
            <a:ext cx="1280160" cy="475488"/>
          </a:xfrm>
          <a:prstGeom prst="rect">
            <a:avLst/>
          </a:prstGeom>
          <a:noFill/>
          <a:ln/>
        </p:spPr>
        <p:txBody>
          <a:bodyPr wrap="square" lIns="0" tIns="0" rIns="0" bIns="0" rtlCol="0" anchor="ctr"/>
          <a:lstStyle/>
          <a:p>
            <a:pPr algn="ctr" indent="0" marL="0">
              <a:buNone/>
            </a:pPr>
            <a:r>
              <a:rPr lang="en-US" sz="1600" b="1" dirty="0">
                <a:solidFill>
                  <a:schemeClr val="accent6"/>
                </a:solidFill>
              </a:rPr>
              <a:t>moeten</a:t>
            </a:r>
            <a:endParaRPr lang="en-US" sz="1600" dirty="0"/>
          </a:p>
        </p:txBody>
      </p:sp>
      <p:sp>
        <p:nvSpPr>
          <p:cNvPr id="65" name="Text 62"/>
          <p:cNvSpPr txBox="1"/>
          <p:nvPr/>
        </p:nvSpPr>
        <p:spPr>
          <a:xfrm>
            <a:off x="3147365" y="5184648"/>
            <a:ext cx="3246120" cy="475488"/>
          </a:xfrm>
          <a:prstGeom prst="rect">
            <a:avLst/>
          </a:prstGeom>
          <a:noFill/>
          <a:ln/>
        </p:spPr>
        <p:txBody>
          <a:bodyPr wrap="square" lIns="0" tIns="0" rIns="0" bIns="0" rtlCol="0" anchor="ctr"/>
          <a:lstStyle/>
          <a:p>
            <a:pPr algn="ctr" indent="0" marL="0">
              <a:buNone/>
            </a:pPr>
            <a:r>
              <a:rPr lang="en-US" sz="1600" dirty="0">
                <a:solidFill>
                  <a:schemeClr val="tx1"/>
                </a:solidFill>
              </a:rPr>
              <a:t>in januari</a:t>
            </a:r>
            <a:endParaRPr lang="en-US" sz="1600" dirty="0"/>
          </a:p>
        </p:txBody>
      </p:sp>
      <p:sp>
        <p:nvSpPr>
          <p:cNvPr id="66" name="Text 63"/>
          <p:cNvSpPr txBox="1"/>
          <p:nvPr/>
        </p:nvSpPr>
        <p:spPr>
          <a:xfrm>
            <a:off x="8123530" y="5184648"/>
            <a:ext cx="2011680" cy="475488"/>
          </a:xfrm>
          <a:prstGeom prst="rect">
            <a:avLst/>
          </a:prstGeom>
          <a:noFill/>
          <a:ln/>
        </p:spPr>
        <p:txBody>
          <a:bodyPr wrap="square" lIns="0" tIns="0" rIns="0" bIns="0" rtlCol="0" anchor="ctr"/>
          <a:lstStyle/>
          <a:p>
            <a:pPr algn="ctr" indent="0" marL="0">
              <a:buNone/>
            </a:pPr>
            <a:r>
              <a:rPr lang="en-US" sz="1600" dirty="0">
                <a:solidFill>
                  <a:schemeClr val="tx1"/>
                </a:solidFill>
              </a:rPr>
              <a:t>voor het examen</a:t>
            </a:r>
            <a:endParaRPr lang="en-US" sz="1600" dirty="0"/>
          </a:p>
        </p:txBody>
      </p:sp>
      <p:sp>
        <p:nvSpPr>
          <p:cNvPr id="67" name="Shape 64"/>
          <p:cNvSpPr/>
          <p:nvPr/>
        </p:nvSpPr>
        <p:spPr>
          <a:xfrm>
            <a:off x="10441940" y="5221224"/>
            <a:ext cx="1070864" cy="402336"/>
          </a:xfrm>
          <a:prstGeom prst="roundRect">
            <a:avLst>
              <a:gd name="adj" fmla="val 18182"/>
            </a:avLst>
          </a:prstGeom>
          <a:solidFill>
            <a:srgbClr val="FFFFFF"/>
          </a:solidFill>
          <a:ln w="19050">
            <a:solidFill>
              <a:srgbClr val="B83227"/>
            </a:solidFill>
            <a:prstDash val="dash"/>
          </a:ln>
        </p:spPr>
      </p:sp>
      <p:sp>
        <p:nvSpPr>
          <p:cNvPr id="68" name="Text 65"/>
          <p:cNvSpPr txBox="1"/>
          <p:nvPr/>
        </p:nvSpPr>
        <p:spPr>
          <a:xfrm>
            <a:off x="10314432" y="5184648"/>
            <a:ext cx="1325880" cy="475488"/>
          </a:xfrm>
          <a:prstGeom prst="rect">
            <a:avLst/>
          </a:prstGeom>
          <a:noFill/>
          <a:ln/>
        </p:spPr>
        <p:txBody>
          <a:bodyPr wrap="square" lIns="0" tIns="0" rIns="0" bIns="0" rtlCol="0" anchor="ctr"/>
          <a:lstStyle/>
          <a:p>
            <a:pPr algn="ctr" indent="0" marL="0">
              <a:buNone/>
            </a:pPr>
            <a:r>
              <a:rPr lang="en-US" sz="1600" b="1" dirty="0">
                <a:solidFill>
                  <a:schemeClr val="accent6"/>
                </a:solidFill>
              </a:rPr>
              <a:t>slagen.</a:t>
            </a:r>
            <a:endParaRPr lang="en-US" sz="1600" dirty="0"/>
          </a:p>
        </p:txBody>
      </p:sp>
      <p:sp>
        <p:nvSpPr>
          <p:cNvPr id="69" name="Text 66"/>
          <p:cNvSpPr txBox="1"/>
          <p:nvPr/>
        </p:nvSpPr>
        <p:spPr>
          <a:xfrm>
            <a:off x="548640" y="5724144"/>
            <a:ext cx="960120" cy="475488"/>
          </a:xfrm>
          <a:prstGeom prst="rect">
            <a:avLst/>
          </a:prstGeom>
          <a:noFill/>
          <a:ln/>
        </p:spPr>
        <p:txBody>
          <a:bodyPr wrap="square" lIns="0" tIns="0" rIns="0" bIns="0" rtlCol="0" anchor="ctr"/>
          <a:lstStyle/>
          <a:p>
            <a:pPr algn="ctr" indent="0" marL="0">
              <a:buNone/>
            </a:pPr>
            <a:r>
              <a:rPr lang="en-US" sz="1600" b="1" dirty="0">
                <a:solidFill>
                  <a:schemeClr val="accent2"/>
                </a:solidFill>
              </a:rPr>
              <a:t>Ze</a:t>
            </a:r>
            <a:endParaRPr lang="en-US" sz="1600" dirty="0"/>
          </a:p>
        </p:txBody>
      </p:sp>
      <p:sp>
        <p:nvSpPr>
          <p:cNvPr id="70" name="Shape 67"/>
          <p:cNvSpPr/>
          <p:nvPr/>
        </p:nvSpPr>
        <p:spPr>
          <a:xfrm>
            <a:off x="1753453" y="5742432"/>
            <a:ext cx="1149218" cy="438912"/>
          </a:xfrm>
          <a:prstGeom prst="ellipse">
            <a:avLst/>
          </a:prstGeom>
          <a:solidFill>
            <a:srgbClr val="FFFFFF"/>
          </a:solidFill>
          <a:ln w="25400">
            <a:solidFill>
              <a:srgbClr val="B83227"/>
            </a:solidFill>
            <a:prstDash val="solid"/>
          </a:ln>
        </p:spPr>
      </p:sp>
      <p:sp>
        <p:nvSpPr>
          <p:cNvPr id="71" name="Text 68"/>
          <p:cNvSpPr txBox="1"/>
          <p:nvPr/>
        </p:nvSpPr>
        <p:spPr>
          <a:xfrm>
            <a:off x="1687982" y="5724144"/>
            <a:ext cx="1280160" cy="475488"/>
          </a:xfrm>
          <a:prstGeom prst="rect">
            <a:avLst/>
          </a:prstGeom>
          <a:noFill/>
          <a:ln/>
        </p:spPr>
        <p:txBody>
          <a:bodyPr wrap="square" lIns="0" tIns="0" rIns="0" bIns="0" rtlCol="0" anchor="ctr"/>
          <a:lstStyle/>
          <a:p>
            <a:pPr algn="ctr" indent="0" marL="0">
              <a:buNone/>
            </a:pPr>
            <a:r>
              <a:rPr lang="en-US" sz="1600" b="1" dirty="0">
                <a:solidFill>
                  <a:schemeClr val="accent6"/>
                </a:solidFill>
              </a:rPr>
              <a:t>nemen</a:t>
            </a:r>
            <a:endParaRPr lang="en-US" sz="1600" dirty="0"/>
          </a:p>
        </p:txBody>
      </p:sp>
      <p:sp>
        <p:nvSpPr>
          <p:cNvPr id="72" name="Text 69"/>
          <p:cNvSpPr txBox="1"/>
          <p:nvPr/>
        </p:nvSpPr>
        <p:spPr>
          <a:xfrm>
            <a:off x="3147365" y="5724144"/>
            <a:ext cx="3246120" cy="475488"/>
          </a:xfrm>
          <a:prstGeom prst="rect">
            <a:avLst/>
          </a:prstGeom>
          <a:noFill/>
          <a:ln/>
        </p:spPr>
        <p:txBody>
          <a:bodyPr wrap="square" lIns="0" tIns="0" rIns="0" bIns="0" rtlCol="0" anchor="ctr"/>
          <a:lstStyle/>
          <a:p>
            <a:pPr algn="ctr" indent="0" marL="0">
              <a:buNone/>
            </a:pPr>
            <a:r>
              <a:rPr lang="en-US" sz="1600" dirty="0">
                <a:solidFill>
                  <a:schemeClr val="tx1"/>
                </a:solidFill>
              </a:rPr>
              <a:t>vandaag</a:t>
            </a:r>
            <a:endParaRPr lang="en-US" sz="1600" dirty="0"/>
          </a:p>
        </p:txBody>
      </p:sp>
      <p:sp>
        <p:nvSpPr>
          <p:cNvPr id="73" name="Text 70"/>
          <p:cNvSpPr txBox="1"/>
          <p:nvPr/>
        </p:nvSpPr>
        <p:spPr>
          <a:xfrm>
            <a:off x="8123530" y="5724144"/>
            <a:ext cx="2011680" cy="475488"/>
          </a:xfrm>
          <a:prstGeom prst="rect">
            <a:avLst/>
          </a:prstGeom>
          <a:noFill/>
          <a:ln/>
        </p:spPr>
        <p:txBody>
          <a:bodyPr wrap="square" lIns="0" tIns="0" rIns="0" bIns="0" rtlCol="0" anchor="ctr"/>
          <a:lstStyle/>
          <a:p>
            <a:pPr algn="ctr" indent="0" marL="0">
              <a:buNone/>
            </a:pPr>
            <a:r>
              <a:rPr lang="en-US" sz="1600" dirty="0">
                <a:solidFill>
                  <a:schemeClr val="tx1"/>
                </a:solidFill>
              </a:rPr>
              <a:t>aan een opleiding</a:t>
            </a:r>
            <a:endParaRPr lang="en-US" sz="1600" dirty="0"/>
          </a:p>
        </p:txBody>
      </p:sp>
      <p:sp>
        <p:nvSpPr>
          <p:cNvPr id="74" name="Shape 71"/>
          <p:cNvSpPr/>
          <p:nvPr/>
        </p:nvSpPr>
        <p:spPr>
          <a:xfrm>
            <a:off x="10574020" y="5760720"/>
            <a:ext cx="806704" cy="402336"/>
          </a:xfrm>
          <a:prstGeom prst="roundRect">
            <a:avLst>
              <a:gd name="adj" fmla="val 18182"/>
            </a:avLst>
          </a:prstGeom>
          <a:solidFill>
            <a:srgbClr val="FFFFFF"/>
          </a:solidFill>
          <a:ln w="19050">
            <a:solidFill>
              <a:srgbClr val="B83227"/>
            </a:solidFill>
            <a:prstDash val="dash"/>
          </a:ln>
        </p:spPr>
      </p:sp>
      <p:sp>
        <p:nvSpPr>
          <p:cNvPr id="75" name="Text 72"/>
          <p:cNvSpPr txBox="1"/>
          <p:nvPr/>
        </p:nvSpPr>
        <p:spPr>
          <a:xfrm>
            <a:off x="10314432" y="5724144"/>
            <a:ext cx="1325880" cy="475488"/>
          </a:xfrm>
          <a:prstGeom prst="rect">
            <a:avLst/>
          </a:prstGeom>
          <a:noFill/>
          <a:ln/>
        </p:spPr>
        <p:txBody>
          <a:bodyPr wrap="square" lIns="0" tIns="0" rIns="0" bIns="0" rtlCol="0" anchor="ctr"/>
          <a:lstStyle/>
          <a:p>
            <a:pPr algn="ctr" indent="0" marL="0">
              <a:buNone/>
            </a:pPr>
            <a:r>
              <a:rPr lang="en-US" sz="1600" b="1" dirty="0">
                <a:solidFill>
                  <a:schemeClr val="accent6"/>
                </a:solidFill>
              </a:rPr>
              <a:t>deel.</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PIÈGE — La règle d'or : le verbe en 2e position</a:t>
            </a:r>
            <a:endParaRPr lang="en-US" sz="3000" dirty="0"/>
          </a:p>
        </p:txBody>
      </p:sp>
      <p:sp>
        <p:nvSpPr>
          <p:cNvPr id="3" name="tag"/>
          <p:cNvSpPr/>
          <p:nvPr/>
        </p:nvSpPr>
        <p:spPr>
          <a:xfrm>
            <a:off x="548640" y="237744"/>
            <a:ext cx="1878178"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PIÈGE FR ≠ NL</a:t>
            </a:r>
            <a:endParaRPr lang="en-US" sz="1200" dirty="0"/>
          </a:p>
        </p:txBody>
      </p:sp>
      <p:sp>
        <p:nvSpPr>
          <p:cNvPr id="5" name="Shape 2"/>
          <p:cNvSpPr/>
          <p:nvPr/>
        </p:nvSpPr>
        <p:spPr>
          <a:xfrm>
            <a:off x="548640" y="1554480"/>
            <a:ext cx="11091672" cy="868680"/>
          </a:xfrm>
          <a:prstGeom prst="roundRect">
            <a:avLst>
              <a:gd name="adj" fmla="val 8421"/>
            </a:avLst>
          </a:prstGeom>
          <a:solidFill>
            <a:schemeClr val="bg2"/>
          </a:solidFill>
          <a:ln w="12700">
            <a:solidFill>
              <a:srgbClr val="D5DCE6"/>
            </a:solidFill>
            <a:prstDash val="solid"/>
          </a:ln>
        </p:spPr>
      </p:sp>
      <p:sp>
        <p:nvSpPr>
          <p:cNvPr id="6" name="tag"/>
          <p:cNvSpPr/>
          <p:nvPr/>
        </p:nvSpPr>
        <p:spPr>
          <a:xfrm>
            <a:off x="731520" y="1828800"/>
            <a:ext cx="599542"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300" b="1" spc="100" kern="0" dirty="0">
                <a:solidFill>
                  <a:srgbClr val="FFFFFF"/>
                </a:solidFill>
              </a:rPr>
              <a:t>FR</a:t>
            </a:r>
            <a:endParaRPr lang="en-US" sz="1300" dirty="0"/>
          </a:p>
        </p:txBody>
      </p:sp>
      <p:sp>
        <p:nvSpPr>
          <p:cNvPr id="7" name="Text 4"/>
          <p:cNvSpPr txBox="1"/>
          <p:nvPr/>
        </p:nvSpPr>
        <p:spPr>
          <a:xfrm>
            <a:off x="1554480" y="1664208"/>
            <a:ext cx="1626870" cy="658368"/>
          </a:xfrm>
          <a:prstGeom prst="rect">
            <a:avLst/>
          </a:prstGeom>
          <a:noFill/>
          <a:ln/>
        </p:spPr>
        <p:txBody>
          <a:bodyPr wrap="square" lIns="0" tIns="0" rIns="0" bIns="0" rtlCol="0" anchor="ctr"/>
          <a:lstStyle/>
          <a:p>
            <a:pPr algn="ctr" indent="0" marL="0">
              <a:buNone/>
            </a:pPr>
            <a:r>
              <a:rPr lang="en-US" sz="2600" b="1" dirty="0">
                <a:solidFill>
                  <a:schemeClr val="tx1"/>
                </a:solidFill>
              </a:rPr>
              <a:t>Demain,</a:t>
            </a:r>
            <a:endParaRPr lang="en-US" sz="2600" dirty="0"/>
          </a:p>
        </p:txBody>
      </p:sp>
      <p:sp>
        <p:nvSpPr>
          <p:cNvPr id="8" name="Text 5"/>
          <p:cNvSpPr txBox="1"/>
          <p:nvPr/>
        </p:nvSpPr>
        <p:spPr>
          <a:xfrm>
            <a:off x="3409950" y="1664208"/>
            <a:ext cx="428244" cy="658368"/>
          </a:xfrm>
          <a:prstGeom prst="rect">
            <a:avLst/>
          </a:prstGeom>
          <a:noFill/>
          <a:ln/>
        </p:spPr>
        <p:txBody>
          <a:bodyPr wrap="square" lIns="0" tIns="0" rIns="0" bIns="0" rtlCol="0" anchor="ctr"/>
          <a:lstStyle/>
          <a:p>
            <a:pPr algn="ctr" indent="0" marL="0">
              <a:buNone/>
            </a:pPr>
            <a:r>
              <a:rPr lang="en-US" sz="2600" b="1" dirty="0">
                <a:solidFill>
                  <a:schemeClr val="tx1"/>
                </a:solidFill>
              </a:rPr>
              <a:t>je</a:t>
            </a:r>
            <a:endParaRPr lang="en-US" sz="2600" dirty="0"/>
          </a:p>
        </p:txBody>
      </p:sp>
      <p:sp>
        <p:nvSpPr>
          <p:cNvPr id="9" name="Shape 6"/>
          <p:cNvSpPr/>
          <p:nvPr/>
        </p:nvSpPr>
        <p:spPr>
          <a:xfrm>
            <a:off x="4066794" y="1664208"/>
            <a:ext cx="1349106" cy="658368"/>
          </a:xfrm>
          <a:prstGeom prst="ellipse">
            <a:avLst/>
          </a:prstGeom>
          <a:noFill/>
          <a:ln w="28575">
            <a:solidFill>
              <a:srgbClr val="B83227"/>
            </a:solidFill>
            <a:prstDash val="solid"/>
          </a:ln>
        </p:spPr>
      </p:sp>
      <p:sp>
        <p:nvSpPr>
          <p:cNvPr id="10" name="Text 7"/>
          <p:cNvSpPr txBox="1"/>
          <p:nvPr/>
        </p:nvSpPr>
        <p:spPr>
          <a:xfrm>
            <a:off x="4066794" y="1664208"/>
            <a:ext cx="1349106" cy="658368"/>
          </a:xfrm>
          <a:prstGeom prst="rect">
            <a:avLst/>
          </a:prstGeom>
          <a:noFill/>
          <a:ln/>
        </p:spPr>
        <p:txBody>
          <a:bodyPr wrap="square" lIns="0" tIns="0" rIns="0" bIns="0" rtlCol="0" anchor="ctr"/>
          <a:lstStyle/>
          <a:p>
            <a:pPr algn="ctr" indent="0" marL="0">
              <a:buNone/>
            </a:pPr>
            <a:r>
              <a:rPr lang="en-US" sz="2600" b="1" dirty="0">
                <a:solidFill>
                  <a:schemeClr val="accent6"/>
                </a:solidFill>
              </a:rPr>
              <a:t>pars.</a:t>
            </a:r>
            <a:endParaRPr lang="en-US" sz="2600" dirty="0"/>
          </a:p>
        </p:txBody>
      </p:sp>
      <p:sp>
        <p:nvSpPr>
          <p:cNvPr id="11" name="Text 8"/>
          <p:cNvSpPr txBox="1"/>
          <p:nvPr/>
        </p:nvSpPr>
        <p:spPr>
          <a:xfrm>
            <a:off x="3016758" y="1572768"/>
            <a:ext cx="228600" cy="228600"/>
          </a:xfrm>
          <a:prstGeom prst="rect">
            <a:avLst/>
          </a:prstGeom>
          <a:noFill/>
          <a:ln/>
        </p:spPr>
        <p:txBody>
          <a:bodyPr wrap="square" lIns="0" tIns="0" rIns="0" bIns="0" rtlCol="0" anchor="t"/>
          <a:lstStyle/>
          <a:p>
            <a:pPr algn="l" indent="0" marL="0">
              <a:buNone/>
            </a:pPr>
            <a:r>
              <a:rPr lang="en-US" sz="1100" b="1" dirty="0">
                <a:solidFill>
                  <a:schemeClr val="accent5"/>
                </a:solidFill>
              </a:rPr>
              <a:t>1</a:t>
            </a:r>
            <a:endParaRPr lang="en-US" sz="1100" dirty="0"/>
          </a:p>
        </p:txBody>
      </p:sp>
      <p:sp>
        <p:nvSpPr>
          <p:cNvPr id="12" name="Text 9"/>
          <p:cNvSpPr txBox="1"/>
          <p:nvPr/>
        </p:nvSpPr>
        <p:spPr>
          <a:xfrm>
            <a:off x="3673602" y="1572768"/>
            <a:ext cx="228600" cy="228600"/>
          </a:xfrm>
          <a:prstGeom prst="rect">
            <a:avLst/>
          </a:prstGeom>
          <a:noFill/>
          <a:ln/>
        </p:spPr>
        <p:txBody>
          <a:bodyPr wrap="square" lIns="0" tIns="0" rIns="0" bIns="0" rtlCol="0" anchor="t"/>
          <a:lstStyle/>
          <a:p>
            <a:pPr algn="l" indent="0" marL="0">
              <a:buNone/>
            </a:pPr>
            <a:r>
              <a:rPr lang="en-US" sz="1100" b="1" dirty="0">
                <a:solidFill>
                  <a:schemeClr val="accent5"/>
                </a:solidFill>
              </a:rPr>
              <a:t>2</a:t>
            </a:r>
            <a:endParaRPr lang="en-US" sz="1100" dirty="0"/>
          </a:p>
        </p:txBody>
      </p:sp>
      <p:sp>
        <p:nvSpPr>
          <p:cNvPr id="13" name="Text 10"/>
          <p:cNvSpPr txBox="1"/>
          <p:nvPr/>
        </p:nvSpPr>
        <p:spPr>
          <a:xfrm>
            <a:off x="5251308" y="1572768"/>
            <a:ext cx="228600" cy="228600"/>
          </a:xfrm>
          <a:prstGeom prst="rect">
            <a:avLst/>
          </a:prstGeom>
          <a:noFill/>
          <a:ln/>
        </p:spPr>
        <p:txBody>
          <a:bodyPr wrap="square" lIns="0" tIns="0" rIns="0" bIns="0" rtlCol="0" anchor="t"/>
          <a:lstStyle/>
          <a:p>
            <a:pPr algn="l" indent="0" marL="0">
              <a:buNone/>
            </a:pPr>
            <a:r>
              <a:rPr lang="en-US" sz="1100" b="1" dirty="0">
                <a:solidFill>
                  <a:schemeClr val="accent6"/>
                </a:solidFill>
              </a:rPr>
              <a:t>3</a:t>
            </a:r>
            <a:endParaRPr lang="en-US" sz="1100" dirty="0"/>
          </a:p>
        </p:txBody>
      </p:sp>
      <p:sp>
        <p:nvSpPr>
          <p:cNvPr id="14" name="tag"/>
          <p:cNvSpPr/>
          <p:nvPr/>
        </p:nvSpPr>
        <p:spPr>
          <a:xfrm>
            <a:off x="5553060" y="1847088"/>
            <a:ext cx="869290"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400" b="1" spc="100" kern="0" dirty="0">
                <a:solidFill>
                  <a:srgbClr val="FFFFFF"/>
                </a:solidFill>
              </a:rPr>
              <a:t>3e !</a:t>
            </a:r>
            <a:endParaRPr lang="en-US" sz="1400" dirty="0"/>
          </a:p>
        </p:txBody>
      </p:sp>
      <p:sp>
        <p:nvSpPr>
          <p:cNvPr id="15" name="Text 12"/>
          <p:cNvSpPr txBox="1"/>
          <p:nvPr/>
        </p:nvSpPr>
        <p:spPr>
          <a:xfrm>
            <a:off x="6558900" y="1554480"/>
            <a:ext cx="3657600" cy="868680"/>
          </a:xfrm>
          <a:prstGeom prst="rect">
            <a:avLst/>
          </a:prstGeom>
          <a:noFill/>
          <a:ln/>
        </p:spPr>
        <p:txBody>
          <a:bodyPr wrap="square" lIns="0" tIns="0" rIns="0" bIns="0" rtlCol="0" anchor="ctr"/>
          <a:lstStyle/>
          <a:p>
            <a:pPr algn="l" indent="0" marL="0">
              <a:buNone/>
            </a:pPr>
            <a:r>
              <a:rPr lang="en-US" sz="1700" i="1" dirty="0">
                <a:solidFill>
                  <a:schemeClr val="accent5"/>
                </a:solidFill>
              </a:rPr>
              <a:t>verbe en 3e position</a:t>
            </a:r>
            <a:endParaRPr lang="en-US" sz="1700" dirty="0"/>
          </a:p>
        </p:txBody>
      </p:sp>
      <p:sp>
        <p:nvSpPr>
          <p:cNvPr id="16" name="Shape 13"/>
          <p:cNvSpPr/>
          <p:nvPr/>
        </p:nvSpPr>
        <p:spPr>
          <a:xfrm>
            <a:off x="777240" y="2926080"/>
            <a:ext cx="1371600" cy="1005840"/>
          </a:xfrm>
          <a:prstGeom prst="arc">
            <a:avLst>
              <a:gd name="adj1" fmla="val 10800000"/>
              <a:gd name="adj2" fmla="val 21600000"/>
            </a:avLst>
          </a:prstGeom>
          <a:solidFill>
            <a:srgbClr val="FFFFFF">
              <a:alpha val="0"/>
            </a:srgbClr>
          </a:solidFill>
          <a:ln w="38100">
            <a:solidFill>
              <a:srgbClr val="D9700F"/>
            </a:solidFill>
            <a:prstDash val="solid"/>
            <a:tailEnd type="triangle"/>
          </a:ln>
        </p:spPr>
      </p:sp>
      <p:sp>
        <p:nvSpPr>
          <p:cNvPr id="17" name="Shape 14"/>
          <p:cNvSpPr/>
          <p:nvPr/>
        </p:nvSpPr>
        <p:spPr>
          <a:xfrm>
            <a:off x="2697480" y="2862072"/>
            <a:ext cx="2743200" cy="1133856"/>
          </a:xfrm>
          <a:prstGeom prst="arc">
            <a:avLst>
              <a:gd name="adj1" fmla="val 10800000"/>
              <a:gd name="adj2" fmla="val 21600000"/>
            </a:avLst>
          </a:prstGeom>
          <a:solidFill>
            <a:srgbClr val="FFFFFF">
              <a:alpha val="0"/>
            </a:srgbClr>
          </a:solidFill>
          <a:ln w="38100">
            <a:solidFill>
              <a:srgbClr val="2A6FB0"/>
            </a:solidFill>
            <a:prstDash val="solid"/>
            <a:tailEnd type="triangle"/>
          </a:ln>
        </p:spPr>
      </p:sp>
      <p:sp>
        <p:nvSpPr>
          <p:cNvPr id="18" name="Text 15"/>
          <p:cNvSpPr txBox="1"/>
          <p:nvPr/>
        </p:nvSpPr>
        <p:spPr>
          <a:xfrm>
            <a:off x="2971800" y="2542032"/>
            <a:ext cx="3291840" cy="274320"/>
          </a:xfrm>
          <a:prstGeom prst="rect">
            <a:avLst/>
          </a:prstGeom>
          <a:noFill/>
          <a:ln/>
        </p:spPr>
        <p:txBody>
          <a:bodyPr wrap="square" lIns="0" tIns="0" rIns="0" bIns="0" rtlCol="0" anchor="t"/>
          <a:lstStyle/>
          <a:p>
            <a:pPr algn="ctr" indent="0" marL="0">
              <a:buNone/>
            </a:pPr>
            <a:r>
              <a:rPr lang="en-US" sz="1300" b="1" i="1" dirty="0">
                <a:solidFill>
                  <a:schemeClr val="accent2"/>
                </a:solidFill>
              </a:rPr>
              <a:t>le sujet passe après le verbe</a:t>
            </a:r>
            <a:endParaRPr lang="en-US" sz="1300" dirty="0"/>
          </a:p>
        </p:txBody>
      </p:sp>
      <p:sp>
        <p:nvSpPr>
          <p:cNvPr id="19" name="tag"/>
          <p:cNvSpPr/>
          <p:nvPr/>
        </p:nvSpPr>
        <p:spPr>
          <a:xfrm>
            <a:off x="731520" y="4023360"/>
            <a:ext cx="599542"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300" b="1" spc="100" kern="0" dirty="0">
                <a:solidFill>
                  <a:srgbClr val="FFFFFF"/>
                </a:solidFill>
              </a:rPr>
              <a:t>NL</a:t>
            </a:r>
            <a:endParaRPr lang="en-US" sz="1300" dirty="0"/>
          </a:p>
        </p:txBody>
      </p:sp>
      <p:sp>
        <p:nvSpPr>
          <p:cNvPr id="20" name="Shape 17"/>
          <p:cNvSpPr/>
          <p:nvPr/>
        </p:nvSpPr>
        <p:spPr>
          <a:xfrm>
            <a:off x="3255264" y="3931920"/>
            <a:ext cx="164592" cy="914"/>
          </a:xfrm>
          <a:prstGeom prst="line">
            <a:avLst/>
          </a:prstGeom>
          <a:noFill/>
          <a:ln w="15875">
            <a:solidFill>
              <a:srgbClr val="4A5A70"/>
            </a:solidFill>
            <a:prstDash val="solid"/>
            <a:tailEnd type="triangle"/>
          </a:ln>
        </p:spPr>
      </p:sp>
      <p:sp>
        <p:nvSpPr>
          <p:cNvPr id="21" name="Shape 18"/>
          <p:cNvSpPr/>
          <p:nvPr/>
        </p:nvSpPr>
        <p:spPr>
          <a:xfrm>
            <a:off x="4764024" y="3931920"/>
            <a:ext cx="164592" cy="914"/>
          </a:xfrm>
          <a:prstGeom prst="line">
            <a:avLst/>
          </a:prstGeom>
          <a:noFill/>
          <a:ln w="15875">
            <a:solidFill>
              <a:srgbClr val="4A5A70"/>
            </a:solidFill>
            <a:prstDash val="solid"/>
            <a:tailEnd type="triangle"/>
          </a:ln>
        </p:spPr>
      </p:sp>
      <p:sp>
        <p:nvSpPr>
          <p:cNvPr id="22" name="Shape 19"/>
          <p:cNvSpPr/>
          <p:nvPr/>
        </p:nvSpPr>
        <p:spPr>
          <a:xfrm>
            <a:off x="7324344" y="3931920"/>
            <a:ext cx="164592" cy="914"/>
          </a:xfrm>
          <a:prstGeom prst="line">
            <a:avLst/>
          </a:prstGeom>
          <a:noFill/>
          <a:ln w="15875">
            <a:solidFill>
              <a:srgbClr val="4A5A70"/>
            </a:solidFill>
            <a:prstDash val="solid"/>
            <a:tailEnd type="triangle"/>
          </a:ln>
        </p:spPr>
      </p:sp>
      <p:sp>
        <p:nvSpPr>
          <p:cNvPr id="23" name="Shape 20"/>
          <p:cNvSpPr/>
          <p:nvPr/>
        </p:nvSpPr>
        <p:spPr>
          <a:xfrm>
            <a:off x="8741664" y="3931920"/>
            <a:ext cx="164592" cy="914"/>
          </a:xfrm>
          <a:prstGeom prst="line">
            <a:avLst/>
          </a:prstGeom>
          <a:noFill/>
          <a:ln w="15875">
            <a:solidFill>
              <a:srgbClr val="4A5A70"/>
            </a:solidFill>
            <a:prstDash val="solid"/>
            <a:tailEnd type="triangle"/>
          </a:ln>
        </p:spPr>
      </p:sp>
      <p:sp>
        <p:nvSpPr>
          <p:cNvPr id="24" name="Shape 21"/>
          <p:cNvSpPr/>
          <p:nvPr/>
        </p:nvSpPr>
        <p:spPr>
          <a:xfrm>
            <a:off x="10158984" y="3931920"/>
            <a:ext cx="164592" cy="914"/>
          </a:xfrm>
          <a:prstGeom prst="line">
            <a:avLst/>
          </a:prstGeom>
          <a:noFill/>
          <a:ln w="15875">
            <a:solidFill>
              <a:srgbClr val="4A5A70"/>
            </a:solidFill>
            <a:prstDash val="solid"/>
            <a:tailEnd type="triangle"/>
          </a:ln>
        </p:spPr>
      </p:sp>
      <p:sp>
        <p:nvSpPr>
          <p:cNvPr id="25" name="Shape 22"/>
          <p:cNvSpPr/>
          <p:nvPr/>
        </p:nvSpPr>
        <p:spPr>
          <a:xfrm>
            <a:off x="1600200" y="3429000"/>
            <a:ext cx="1645920" cy="1005840"/>
          </a:xfrm>
          <a:prstGeom prst="roundRect">
            <a:avLst>
              <a:gd name="adj" fmla="val 7273"/>
            </a:avLst>
          </a:prstGeom>
          <a:solidFill>
            <a:srgbClr val="FDF1E6"/>
          </a:solidFill>
          <a:ln w="15875">
            <a:solidFill>
              <a:srgbClr val="4A5A70"/>
            </a:solidFill>
            <a:prstDash val="solid"/>
          </a:ln>
        </p:spPr>
      </p:sp>
      <p:sp>
        <p:nvSpPr>
          <p:cNvPr id="26" name="Shape 23"/>
          <p:cNvSpPr/>
          <p:nvPr/>
        </p:nvSpPr>
        <p:spPr>
          <a:xfrm>
            <a:off x="1673352" y="3502152"/>
            <a:ext cx="256032" cy="256032"/>
          </a:xfrm>
          <a:prstGeom prst="ellipse">
            <a:avLst/>
          </a:prstGeom>
          <a:solidFill>
            <a:schemeClr val="tx2"/>
          </a:solidFill>
          <a:ln w="12700">
            <a:solidFill>
              <a:srgbClr val="FFFFFF">
                <a:alpha val="0"/>
              </a:srgbClr>
            </a:solidFill>
            <a:prstDash val="solid"/>
          </a:ln>
        </p:spPr>
      </p:sp>
      <p:sp>
        <p:nvSpPr>
          <p:cNvPr id="27" name="Text 24"/>
          <p:cNvSpPr txBox="1"/>
          <p:nvPr/>
        </p:nvSpPr>
        <p:spPr>
          <a:xfrm>
            <a:off x="1673352" y="3502152"/>
            <a:ext cx="256032" cy="256032"/>
          </a:xfrm>
          <a:prstGeom prst="rect">
            <a:avLst/>
          </a:prstGeom>
          <a:noFill/>
          <a:ln/>
        </p:spPr>
        <p:txBody>
          <a:bodyPr wrap="square" lIns="0" tIns="0" rIns="0" bIns="0" rtlCol="0" anchor="ctr"/>
          <a:lstStyle/>
          <a:p>
            <a:pPr algn="ctr" indent="0" marL="0">
              <a:buNone/>
            </a:pPr>
            <a:r>
              <a:rPr lang="en-US" sz="1000" b="1" dirty="0">
                <a:solidFill>
                  <a:schemeClr val="bg1"/>
                </a:solidFill>
              </a:rPr>
              <a:t>1</a:t>
            </a:r>
            <a:endParaRPr lang="en-US" sz="1000" dirty="0"/>
          </a:p>
        </p:txBody>
      </p:sp>
      <p:sp>
        <p:nvSpPr>
          <p:cNvPr id="28" name="Shape 25"/>
          <p:cNvSpPr/>
          <p:nvPr/>
        </p:nvSpPr>
        <p:spPr>
          <a:xfrm>
            <a:off x="3429000" y="3429000"/>
            <a:ext cx="1325880" cy="1005840"/>
          </a:xfrm>
          <a:prstGeom prst="roundRect">
            <a:avLst>
              <a:gd name="adj" fmla="val 7273"/>
            </a:avLst>
          </a:prstGeom>
          <a:solidFill>
            <a:srgbClr val="FFFFFF"/>
          </a:solidFill>
          <a:ln w="44450">
            <a:solidFill>
              <a:srgbClr val="B83227"/>
            </a:solidFill>
            <a:prstDash val="solid"/>
          </a:ln>
        </p:spPr>
      </p:sp>
      <p:sp>
        <p:nvSpPr>
          <p:cNvPr id="29" name="Shape 26"/>
          <p:cNvSpPr/>
          <p:nvPr/>
        </p:nvSpPr>
        <p:spPr>
          <a:xfrm>
            <a:off x="3447288" y="3447288"/>
            <a:ext cx="365760" cy="365760"/>
          </a:xfrm>
          <a:prstGeom prst="ellipse">
            <a:avLst/>
          </a:prstGeom>
          <a:noFill/>
          <a:ln w="25400">
            <a:solidFill>
              <a:srgbClr val="B83227"/>
            </a:solidFill>
            <a:prstDash val="solid"/>
          </a:ln>
        </p:spPr>
      </p:sp>
      <p:sp>
        <p:nvSpPr>
          <p:cNvPr id="30" name="Shape 27"/>
          <p:cNvSpPr/>
          <p:nvPr/>
        </p:nvSpPr>
        <p:spPr>
          <a:xfrm>
            <a:off x="3502152" y="3502152"/>
            <a:ext cx="256032" cy="256032"/>
          </a:xfrm>
          <a:prstGeom prst="ellipse">
            <a:avLst/>
          </a:prstGeom>
          <a:solidFill>
            <a:schemeClr val="accent6"/>
          </a:solidFill>
          <a:ln w="12700">
            <a:solidFill>
              <a:srgbClr val="FFFFFF">
                <a:alpha val="0"/>
              </a:srgbClr>
            </a:solidFill>
            <a:prstDash val="solid"/>
          </a:ln>
        </p:spPr>
      </p:sp>
      <p:sp>
        <p:nvSpPr>
          <p:cNvPr id="31" name="Text 28"/>
          <p:cNvSpPr txBox="1"/>
          <p:nvPr/>
        </p:nvSpPr>
        <p:spPr>
          <a:xfrm>
            <a:off x="3502152" y="3502152"/>
            <a:ext cx="256032" cy="256032"/>
          </a:xfrm>
          <a:prstGeom prst="rect">
            <a:avLst/>
          </a:prstGeom>
          <a:no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32" name="Shape 29"/>
          <p:cNvSpPr/>
          <p:nvPr/>
        </p:nvSpPr>
        <p:spPr>
          <a:xfrm>
            <a:off x="4937760" y="3429000"/>
            <a:ext cx="2377440" cy="1005840"/>
          </a:xfrm>
          <a:prstGeom prst="roundRect">
            <a:avLst>
              <a:gd name="adj" fmla="val 7273"/>
            </a:avLst>
          </a:prstGeom>
          <a:solidFill>
            <a:srgbClr val="FFFFFF"/>
          </a:solidFill>
          <a:ln w="15875">
            <a:solidFill>
              <a:srgbClr val="4A5A70"/>
            </a:solidFill>
            <a:prstDash val="solid"/>
          </a:ln>
        </p:spPr>
      </p:sp>
      <p:sp>
        <p:nvSpPr>
          <p:cNvPr id="33" name="Shape 30"/>
          <p:cNvSpPr/>
          <p:nvPr/>
        </p:nvSpPr>
        <p:spPr>
          <a:xfrm>
            <a:off x="5010912" y="3502152"/>
            <a:ext cx="256032" cy="256032"/>
          </a:xfrm>
          <a:prstGeom prst="ellipse">
            <a:avLst/>
          </a:prstGeom>
          <a:solidFill>
            <a:schemeClr val="tx2"/>
          </a:solidFill>
          <a:ln w="12700">
            <a:solidFill>
              <a:srgbClr val="FFFFFF">
                <a:alpha val="0"/>
              </a:srgbClr>
            </a:solidFill>
            <a:prstDash val="solid"/>
          </a:ln>
        </p:spPr>
      </p:sp>
      <p:sp>
        <p:nvSpPr>
          <p:cNvPr id="34" name="Text 31"/>
          <p:cNvSpPr txBox="1"/>
          <p:nvPr/>
        </p:nvSpPr>
        <p:spPr>
          <a:xfrm>
            <a:off x="5010912" y="3502152"/>
            <a:ext cx="256032" cy="256032"/>
          </a:xfrm>
          <a:prstGeom prst="rect">
            <a:avLst/>
          </a:prstGeom>
          <a:no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35" name="Shape 32"/>
          <p:cNvSpPr/>
          <p:nvPr/>
        </p:nvSpPr>
        <p:spPr>
          <a:xfrm>
            <a:off x="7498080" y="3429000"/>
            <a:ext cx="1234440" cy="1005840"/>
          </a:xfrm>
          <a:prstGeom prst="roundRect">
            <a:avLst>
              <a:gd name="adj" fmla="val 7273"/>
            </a:avLst>
          </a:prstGeom>
          <a:solidFill>
            <a:srgbClr val="FFFFFF"/>
          </a:solidFill>
          <a:ln w="15875">
            <a:solidFill>
              <a:srgbClr val="4A5A70"/>
            </a:solidFill>
            <a:prstDash val="solid"/>
          </a:ln>
        </p:spPr>
      </p:sp>
      <p:sp>
        <p:nvSpPr>
          <p:cNvPr id="36" name="Shape 33"/>
          <p:cNvSpPr/>
          <p:nvPr/>
        </p:nvSpPr>
        <p:spPr>
          <a:xfrm>
            <a:off x="7571232" y="3502152"/>
            <a:ext cx="256032" cy="256032"/>
          </a:xfrm>
          <a:prstGeom prst="ellipse">
            <a:avLst/>
          </a:prstGeom>
          <a:solidFill>
            <a:schemeClr val="tx2"/>
          </a:solidFill>
          <a:ln w="12700">
            <a:solidFill>
              <a:srgbClr val="FFFFFF">
                <a:alpha val="0"/>
              </a:srgbClr>
            </a:solidFill>
            <a:prstDash val="solid"/>
          </a:ln>
        </p:spPr>
      </p:sp>
      <p:sp>
        <p:nvSpPr>
          <p:cNvPr id="37" name="Text 34"/>
          <p:cNvSpPr txBox="1"/>
          <p:nvPr/>
        </p:nvSpPr>
        <p:spPr>
          <a:xfrm>
            <a:off x="7571232" y="3502152"/>
            <a:ext cx="256032" cy="256032"/>
          </a:xfrm>
          <a:prstGeom prst="rect">
            <a:avLst/>
          </a:prstGeom>
          <a:noFill/>
          <a:ln/>
        </p:spPr>
        <p:txBody>
          <a:bodyPr wrap="square" lIns="0" tIns="0" rIns="0" bIns="0" rtlCol="0" anchor="ctr"/>
          <a:lstStyle/>
          <a:p>
            <a:pPr algn="ctr" indent="0" marL="0">
              <a:buNone/>
            </a:pPr>
            <a:r>
              <a:rPr lang="en-US" sz="1000" b="1" dirty="0">
                <a:solidFill>
                  <a:schemeClr val="bg1"/>
                </a:solidFill>
              </a:rPr>
              <a:t>4</a:t>
            </a:r>
            <a:endParaRPr lang="en-US" sz="1000" dirty="0"/>
          </a:p>
        </p:txBody>
      </p:sp>
      <p:sp>
        <p:nvSpPr>
          <p:cNvPr id="38" name="Shape 35"/>
          <p:cNvSpPr/>
          <p:nvPr/>
        </p:nvSpPr>
        <p:spPr>
          <a:xfrm>
            <a:off x="8915400" y="3429000"/>
            <a:ext cx="1234440" cy="1005840"/>
          </a:xfrm>
          <a:prstGeom prst="roundRect">
            <a:avLst>
              <a:gd name="adj" fmla="val 7273"/>
            </a:avLst>
          </a:prstGeom>
          <a:solidFill>
            <a:srgbClr val="FFFFFF"/>
          </a:solidFill>
          <a:ln w="15875">
            <a:solidFill>
              <a:srgbClr val="4A5A70"/>
            </a:solidFill>
            <a:prstDash val="solid"/>
          </a:ln>
        </p:spPr>
      </p:sp>
      <p:sp>
        <p:nvSpPr>
          <p:cNvPr id="39" name="Shape 36"/>
          <p:cNvSpPr/>
          <p:nvPr/>
        </p:nvSpPr>
        <p:spPr>
          <a:xfrm>
            <a:off x="8988552" y="3502152"/>
            <a:ext cx="256032" cy="256032"/>
          </a:xfrm>
          <a:prstGeom prst="ellipse">
            <a:avLst/>
          </a:prstGeom>
          <a:solidFill>
            <a:schemeClr val="tx2"/>
          </a:solidFill>
          <a:ln w="12700">
            <a:solidFill>
              <a:srgbClr val="FFFFFF">
                <a:alpha val="0"/>
              </a:srgbClr>
            </a:solidFill>
            <a:prstDash val="solid"/>
          </a:ln>
        </p:spPr>
      </p:sp>
      <p:sp>
        <p:nvSpPr>
          <p:cNvPr id="40" name="Text 37"/>
          <p:cNvSpPr txBox="1"/>
          <p:nvPr/>
        </p:nvSpPr>
        <p:spPr>
          <a:xfrm>
            <a:off x="8988552" y="3502152"/>
            <a:ext cx="256032" cy="256032"/>
          </a:xfrm>
          <a:prstGeom prst="rect">
            <a:avLst/>
          </a:prstGeom>
          <a:noFill/>
          <a:ln/>
        </p:spPr>
        <p:txBody>
          <a:bodyPr wrap="square" lIns="0" tIns="0" rIns="0" bIns="0" rtlCol="0" anchor="ctr"/>
          <a:lstStyle/>
          <a:p>
            <a:pPr algn="ctr" indent="0" marL="0">
              <a:buNone/>
            </a:pPr>
            <a:r>
              <a:rPr lang="en-US" sz="1000" b="1" dirty="0">
                <a:solidFill>
                  <a:schemeClr val="bg1"/>
                </a:solidFill>
              </a:rPr>
              <a:t>5</a:t>
            </a:r>
            <a:endParaRPr lang="en-US" sz="1000" dirty="0"/>
          </a:p>
        </p:txBody>
      </p:sp>
      <p:sp>
        <p:nvSpPr>
          <p:cNvPr id="41" name="Shape 38"/>
          <p:cNvSpPr/>
          <p:nvPr/>
        </p:nvSpPr>
        <p:spPr>
          <a:xfrm>
            <a:off x="10332720" y="3429000"/>
            <a:ext cx="1234440" cy="1005840"/>
          </a:xfrm>
          <a:prstGeom prst="roundRect">
            <a:avLst>
              <a:gd name="adj" fmla="val 7273"/>
            </a:avLst>
          </a:prstGeom>
          <a:solidFill>
            <a:srgbClr val="FFFFFF"/>
          </a:solidFill>
          <a:ln w="44450">
            <a:solidFill>
              <a:srgbClr val="B83227"/>
            </a:solidFill>
            <a:prstDash val="solid"/>
          </a:ln>
        </p:spPr>
      </p:sp>
      <p:sp>
        <p:nvSpPr>
          <p:cNvPr id="42" name="Shape 39"/>
          <p:cNvSpPr/>
          <p:nvPr/>
        </p:nvSpPr>
        <p:spPr>
          <a:xfrm>
            <a:off x="10351008" y="3447288"/>
            <a:ext cx="365760" cy="365760"/>
          </a:xfrm>
          <a:prstGeom prst="ellipse">
            <a:avLst/>
          </a:prstGeom>
          <a:noFill/>
          <a:ln w="25400">
            <a:solidFill>
              <a:srgbClr val="B83227"/>
            </a:solidFill>
            <a:prstDash val="solid"/>
          </a:ln>
        </p:spPr>
      </p:sp>
      <p:sp>
        <p:nvSpPr>
          <p:cNvPr id="43" name="Shape 40"/>
          <p:cNvSpPr/>
          <p:nvPr/>
        </p:nvSpPr>
        <p:spPr>
          <a:xfrm>
            <a:off x="10405872" y="3502152"/>
            <a:ext cx="256032" cy="256032"/>
          </a:xfrm>
          <a:prstGeom prst="ellipse">
            <a:avLst/>
          </a:prstGeom>
          <a:solidFill>
            <a:schemeClr val="accent6"/>
          </a:solidFill>
          <a:ln w="12700">
            <a:solidFill>
              <a:srgbClr val="FFFFFF">
                <a:alpha val="0"/>
              </a:srgbClr>
            </a:solidFill>
            <a:prstDash val="solid"/>
          </a:ln>
        </p:spPr>
      </p:sp>
      <p:sp>
        <p:nvSpPr>
          <p:cNvPr id="44" name="Text 41"/>
          <p:cNvSpPr txBox="1"/>
          <p:nvPr/>
        </p:nvSpPr>
        <p:spPr>
          <a:xfrm>
            <a:off x="10405872" y="3502152"/>
            <a:ext cx="256032" cy="256032"/>
          </a:xfrm>
          <a:prstGeom prst="rect">
            <a:avLst/>
          </a:prstGeom>
          <a:noFill/>
          <a:ln/>
        </p:spPr>
        <p:txBody>
          <a:bodyPr wrap="square" lIns="0" tIns="0" rIns="0" bIns="0" rtlCol="0" anchor="ctr"/>
          <a:lstStyle/>
          <a:p>
            <a:pPr algn="ctr" indent="0" marL="0">
              <a:buNone/>
            </a:pPr>
            <a:r>
              <a:rPr lang="en-US" sz="1000" b="1" dirty="0">
                <a:solidFill>
                  <a:schemeClr val="bg1"/>
                </a:solidFill>
              </a:rPr>
              <a:t>6</a:t>
            </a:r>
            <a:endParaRPr lang="en-US" sz="1000" dirty="0"/>
          </a:p>
        </p:txBody>
      </p:sp>
      <p:pic>
        <p:nvPicPr>
          <p:cNvPr id="45" name="Image 0" descr="SyncAlt">    </p:cNvPr>
          <p:cNvPicPr>
            <a:picLocks noChangeAspect="1"/>
          </p:cNvPicPr>
          <p:nvPr/>
        </p:nvPicPr>
        <p:blipFill>
          <a:blip r:embed="rId1"/>
          <a:stretch>
            <a:fillRect/>
          </a:stretch>
        </p:blipFill>
        <p:spPr>
          <a:xfrm>
            <a:off x="2898648" y="3502152"/>
            <a:ext cx="256032" cy="256032"/>
          </a:xfrm>
          <a:prstGeom prst="rect">
            <a:avLst/>
          </a:prstGeom>
        </p:spPr>
      </p:pic>
      <p:pic>
        <p:nvPicPr>
          <p:cNvPr id="46" name="Image 1" descr="Lock">    </p:cNvPr>
          <p:cNvPicPr>
            <a:picLocks noChangeAspect="1"/>
          </p:cNvPicPr>
          <p:nvPr/>
        </p:nvPicPr>
        <p:blipFill>
          <a:blip r:embed="rId2"/>
          <a:stretch>
            <a:fillRect/>
          </a:stretch>
        </p:blipFill>
        <p:spPr>
          <a:xfrm>
            <a:off x="4425696" y="3493008"/>
            <a:ext cx="256032" cy="256032"/>
          </a:xfrm>
          <a:prstGeom prst="rect">
            <a:avLst/>
          </a:prstGeom>
        </p:spPr>
      </p:pic>
      <p:sp>
        <p:nvSpPr>
          <p:cNvPr id="47" name="Shape 42"/>
          <p:cNvSpPr/>
          <p:nvPr/>
        </p:nvSpPr>
        <p:spPr>
          <a:xfrm>
            <a:off x="1737360" y="3776472"/>
            <a:ext cx="1371600" cy="548640"/>
          </a:xfrm>
          <a:prstGeom prst="roundRect">
            <a:avLst>
              <a:gd name="adj" fmla="val 13333"/>
            </a:avLst>
          </a:prstGeom>
          <a:solidFill>
            <a:schemeClr val="accent1">
              <a:alpha val="24000"/>
            </a:schemeClr>
          </a:solidFill>
          <a:ln w="15875">
            <a:solidFill>
              <a:srgbClr val="D9700F"/>
            </a:solidFill>
            <a:prstDash val="solid"/>
          </a:ln>
        </p:spPr>
      </p:sp>
      <p:sp>
        <p:nvSpPr>
          <p:cNvPr id="48" name="Text 43"/>
          <p:cNvSpPr txBox="1"/>
          <p:nvPr/>
        </p:nvSpPr>
        <p:spPr>
          <a:xfrm>
            <a:off x="1737360" y="3776472"/>
            <a:ext cx="1371600" cy="548640"/>
          </a:xfrm>
          <a:prstGeom prst="rect">
            <a:avLst/>
          </a:prstGeom>
          <a:noFill/>
          <a:ln/>
        </p:spPr>
        <p:txBody>
          <a:bodyPr wrap="square" lIns="0" tIns="0" rIns="0" bIns="0" rtlCol="0" anchor="ctr"/>
          <a:lstStyle/>
          <a:p>
            <a:pPr algn="ctr" indent="0" marL="0">
              <a:buNone/>
            </a:pPr>
            <a:r>
              <a:rPr lang="en-US" sz="2200" b="1" dirty="0">
                <a:solidFill>
                  <a:schemeClr val="tx1"/>
                </a:solidFill>
              </a:rPr>
              <a:t>Morgen</a:t>
            </a:r>
            <a:endParaRPr lang="en-US" sz="2200" dirty="0"/>
          </a:p>
        </p:txBody>
      </p:sp>
      <p:sp>
        <p:nvSpPr>
          <p:cNvPr id="49" name="Shape 44"/>
          <p:cNvSpPr/>
          <p:nvPr/>
        </p:nvSpPr>
        <p:spPr>
          <a:xfrm>
            <a:off x="3634740" y="3758184"/>
            <a:ext cx="914400" cy="585216"/>
          </a:xfrm>
          <a:prstGeom prst="ellipse">
            <a:avLst/>
          </a:prstGeom>
          <a:noFill/>
          <a:ln w="28575">
            <a:solidFill>
              <a:srgbClr val="B83227"/>
            </a:solidFill>
            <a:prstDash val="solid"/>
          </a:ln>
        </p:spPr>
      </p:sp>
      <p:sp>
        <p:nvSpPr>
          <p:cNvPr id="50" name="Text 45"/>
          <p:cNvSpPr txBox="1"/>
          <p:nvPr/>
        </p:nvSpPr>
        <p:spPr>
          <a:xfrm>
            <a:off x="3634740" y="3758184"/>
            <a:ext cx="914400" cy="585216"/>
          </a:xfrm>
          <a:prstGeom prst="rect">
            <a:avLst/>
          </a:prstGeom>
          <a:noFill/>
          <a:ln/>
        </p:spPr>
        <p:txBody>
          <a:bodyPr wrap="square" lIns="0" tIns="0" rIns="0" bIns="0" rtlCol="0" anchor="ctr"/>
          <a:lstStyle/>
          <a:p>
            <a:pPr algn="ctr" indent="0" marL="0">
              <a:buNone/>
            </a:pPr>
            <a:r>
              <a:rPr lang="en-US" sz="2600" b="1" dirty="0">
                <a:solidFill>
                  <a:schemeClr val="accent6"/>
                </a:solidFill>
              </a:rPr>
              <a:t>ga</a:t>
            </a:r>
            <a:endParaRPr lang="en-US" sz="2600" dirty="0"/>
          </a:p>
        </p:txBody>
      </p:sp>
      <p:sp>
        <p:nvSpPr>
          <p:cNvPr id="51" name="Shape 46"/>
          <p:cNvSpPr/>
          <p:nvPr/>
        </p:nvSpPr>
        <p:spPr>
          <a:xfrm>
            <a:off x="5074920" y="3776472"/>
            <a:ext cx="731520" cy="548640"/>
          </a:xfrm>
          <a:prstGeom prst="roundRect">
            <a:avLst>
              <a:gd name="adj" fmla="val 13333"/>
            </a:avLst>
          </a:prstGeom>
          <a:solidFill>
            <a:schemeClr val="accent2">
              <a:alpha val="14000"/>
            </a:schemeClr>
          </a:solidFill>
          <a:ln w="15875">
            <a:solidFill>
              <a:srgbClr val="2A6FB0"/>
            </a:solidFill>
            <a:prstDash val="solid"/>
          </a:ln>
        </p:spPr>
      </p:sp>
      <p:sp>
        <p:nvSpPr>
          <p:cNvPr id="52" name="Text 47"/>
          <p:cNvSpPr txBox="1"/>
          <p:nvPr/>
        </p:nvSpPr>
        <p:spPr>
          <a:xfrm>
            <a:off x="5074920" y="3776472"/>
            <a:ext cx="731520" cy="548640"/>
          </a:xfrm>
          <a:prstGeom prst="rect">
            <a:avLst/>
          </a:prstGeom>
          <a:noFill/>
          <a:ln/>
        </p:spPr>
        <p:txBody>
          <a:bodyPr wrap="square" lIns="0" tIns="0" rIns="0" bIns="0" rtlCol="0" anchor="ctr"/>
          <a:lstStyle/>
          <a:p>
            <a:pPr algn="ctr" indent="0" marL="0">
              <a:buNone/>
            </a:pPr>
            <a:r>
              <a:rPr lang="en-US" sz="2200" b="1" dirty="0">
                <a:solidFill>
                  <a:schemeClr val="accent2"/>
                </a:solidFill>
              </a:rPr>
              <a:t>ik</a:t>
            </a:r>
            <a:endParaRPr lang="en-US" sz="2200" dirty="0"/>
          </a:p>
        </p:txBody>
      </p:sp>
      <p:sp>
        <p:nvSpPr>
          <p:cNvPr id="53" name="Text 48"/>
          <p:cNvSpPr txBox="1"/>
          <p:nvPr/>
        </p:nvSpPr>
        <p:spPr>
          <a:xfrm>
            <a:off x="7498080" y="3703320"/>
            <a:ext cx="1234440" cy="640080"/>
          </a:xfrm>
          <a:prstGeom prst="rect">
            <a:avLst/>
          </a:prstGeom>
          <a:noFill/>
          <a:ln/>
        </p:spPr>
        <p:txBody>
          <a:bodyPr wrap="square" lIns="0" tIns="0" rIns="0" bIns="0" rtlCol="0" anchor="ctr"/>
          <a:lstStyle/>
          <a:p>
            <a:pPr algn="ctr" indent="0" marL="0">
              <a:buNone/>
            </a:pPr>
            <a:r>
              <a:rPr lang="en-US" sz="2200" dirty="0">
                <a:solidFill>
                  <a:srgbClr val="B8C2CF"/>
                </a:solidFill>
              </a:rPr>
              <a:t>–</a:t>
            </a:r>
            <a:endParaRPr lang="en-US" sz="2200" dirty="0"/>
          </a:p>
        </p:txBody>
      </p:sp>
      <p:sp>
        <p:nvSpPr>
          <p:cNvPr id="54" name="Text 49"/>
          <p:cNvSpPr txBox="1"/>
          <p:nvPr/>
        </p:nvSpPr>
        <p:spPr>
          <a:xfrm>
            <a:off x="8915400" y="3703320"/>
            <a:ext cx="1234440" cy="640080"/>
          </a:xfrm>
          <a:prstGeom prst="rect">
            <a:avLst/>
          </a:prstGeom>
          <a:noFill/>
          <a:ln/>
        </p:spPr>
        <p:txBody>
          <a:bodyPr wrap="square" lIns="0" tIns="0" rIns="0" bIns="0" rtlCol="0" anchor="ctr"/>
          <a:lstStyle/>
          <a:p>
            <a:pPr algn="ctr" indent="0" marL="0">
              <a:buNone/>
            </a:pPr>
            <a:r>
              <a:rPr lang="en-US" sz="2200" dirty="0">
                <a:solidFill>
                  <a:srgbClr val="B8C2CF"/>
                </a:solidFill>
              </a:rPr>
              <a:t>–</a:t>
            </a:r>
            <a:endParaRPr lang="en-US" sz="2200" dirty="0"/>
          </a:p>
        </p:txBody>
      </p:sp>
      <p:sp>
        <p:nvSpPr>
          <p:cNvPr id="55" name="Shape 50"/>
          <p:cNvSpPr/>
          <p:nvPr/>
        </p:nvSpPr>
        <p:spPr>
          <a:xfrm>
            <a:off x="10492740" y="3776472"/>
            <a:ext cx="914400" cy="548640"/>
          </a:xfrm>
          <a:prstGeom prst="roundRect">
            <a:avLst>
              <a:gd name="adj" fmla="val 13333"/>
            </a:avLst>
          </a:prstGeom>
          <a:noFill/>
          <a:ln w="22225">
            <a:solidFill>
              <a:srgbClr val="B83227"/>
            </a:solidFill>
            <a:prstDash val="dash"/>
          </a:ln>
        </p:spPr>
      </p:sp>
      <p:sp>
        <p:nvSpPr>
          <p:cNvPr id="56" name="Text 51"/>
          <p:cNvSpPr txBox="1"/>
          <p:nvPr/>
        </p:nvSpPr>
        <p:spPr>
          <a:xfrm>
            <a:off x="10492740" y="3776472"/>
            <a:ext cx="914400" cy="548640"/>
          </a:xfrm>
          <a:prstGeom prst="rect">
            <a:avLst/>
          </a:prstGeom>
          <a:noFill/>
          <a:ln/>
        </p:spPr>
        <p:txBody>
          <a:bodyPr wrap="square" lIns="0" tIns="0" rIns="0" bIns="0" rtlCol="0" anchor="ctr"/>
          <a:lstStyle/>
          <a:p>
            <a:pPr algn="ctr" indent="0" marL="0">
              <a:buNone/>
            </a:pPr>
            <a:r>
              <a:rPr lang="en-US" sz="2200" b="1" dirty="0">
                <a:solidFill>
                  <a:schemeClr val="accent6"/>
                </a:solidFill>
              </a:rPr>
              <a:t>weg.</a:t>
            </a:r>
            <a:endParaRPr lang="en-US" sz="2200" dirty="0"/>
          </a:p>
        </p:txBody>
      </p:sp>
      <p:sp>
        <p:nvSpPr>
          <p:cNvPr id="57" name="Text 52"/>
          <p:cNvSpPr txBox="1"/>
          <p:nvPr/>
        </p:nvSpPr>
        <p:spPr>
          <a:xfrm>
            <a:off x="1600200" y="4572000"/>
            <a:ext cx="6949440" cy="457200"/>
          </a:xfrm>
          <a:prstGeom prst="rect">
            <a:avLst/>
          </a:prstGeom>
          <a:noFill/>
          <a:ln/>
        </p:spPr>
        <p:txBody>
          <a:bodyPr wrap="square" lIns="0" tIns="0" rIns="0" bIns="0" rtlCol="0" anchor="ctr"/>
          <a:lstStyle/>
          <a:p>
            <a:pPr algn="l" indent="0" marL="0">
              <a:buNone/>
            </a:pPr>
            <a:r>
              <a:rPr lang="en-US" sz="1800" dirty="0">
                <a:solidFill>
                  <a:schemeClr val="tx1"/>
                </a:solidFill>
              </a:rPr>
              <a:t>NL : </a:t>
            </a:r>
            <a:r>
              <a:rPr lang="en-US" sz="1800" b="1" i="1" dirty="0">
                <a:solidFill>
                  <a:schemeClr val="tx1"/>
                </a:solidFill>
              </a:rPr>
              <a:t>Morgen ga ik</a:t>
            </a:r>
            <a:r>
              <a:rPr lang="en-US" sz="1800" i="1" dirty="0">
                <a:solidFill>
                  <a:schemeClr val="tx1"/>
                </a:solidFill>
              </a:rPr>
              <a:t> weg.</a:t>
            </a:r>
            <a:r>
              <a:rPr lang="en-US" sz="1800" dirty="0">
                <a:solidFill>
                  <a:schemeClr val="tx1"/>
                </a:solidFill>
              </a:rPr>
              <a:t> — verbe </a:t>
            </a:r>
            <a:r>
              <a:rPr lang="en-US" sz="1800" b="1" dirty="0">
                <a:solidFill>
                  <a:schemeClr val="tx1"/>
                </a:solidFill>
              </a:rPr>
              <a:t>toujours</a:t>
            </a:r>
            <a:r>
              <a:rPr lang="en-US" sz="1800" dirty="0">
                <a:solidFill>
                  <a:schemeClr val="tx1"/>
                </a:solidFill>
              </a:rPr>
              <a:t> en 2e position</a:t>
            </a:r>
            <a:endParaRPr lang="en-US" sz="1800" dirty="0"/>
          </a:p>
        </p:txBody>
      </p:sp>
      <p:pic>
        <p:nvPicPr>
          <p:cNvPr id="58" name="Image 2" descr="Times">    </p:cNvPr>
          <p:cNvPicPr>
            <a:picLocks noChangeAspect="1"/>
          </p:cNvPicPr>
          <p:nvPr/>
        </p:nvPicPr>
        <p:blipFill>
          <a:blip r:embed="rId3"/>
          <a:stretch>
            <a:fillRect/>
          </a:stretch>
        </p:blipFill>
        <p:spPr>
          <a:xfrm>
            <a:off x="8732520" y="4663440"/>
            <a:ext cx="274320" cy="274320"/>
          </a:xfrm>
          <a:prstGeom prst="rect">
            <a:avLst/>
          </a:prstGeom>
        </p:spPr>
      </p:pic>
      <p:sp>
        <p:nvSpPr>
          <p:cNvPr id="59" name="Text 53"/>
          <p:cNvSpPr txBox="1"/>
          <p:nvPr/>
        </p:nvSpPr>
        <p:spPr>
          <a:xfrm>
            <a:off x="9098280" y="4572000"/>
            <a:ext cx="2514600" cy="457200"/>
          </a:xfrm>
          <a:prstGeom prst="rect">
            <a:avLst/>
          </a:prstGeom>
          <a:noFill/>
          <a:ln/>
        </p:spPr>
        <p:txBody>
          <a:bodyPr wrap="square" lIns="0" tIns="0" rIns="0" bIns="0" rtlCol="0" anchor="ctr"/>
          <a:lstStyle/>
          <a:p>
            <a:pPr algn="l" indent="0" marL="0">
              <a:buNone/>
            </a:pPr>
            <a:r>
              <a:rPr lang="en-US" sz="1800" strike="sngStrike" dirty="0">
                <a:solidFill>
                  <a:schemeClr val="accent6"/>
                </a:solidFill>
              </a:rPr>
              <a:t>Morgen ik ga weg.</a:t>
            </a:r>
            <a:endParaRPr lang="en-US" sz="1800" dirty="0"/>
          </a:p>
        </p:txBody>
      </p:sp>
      <p:sp>
        <p:nvSpPr>
          <p:cNvPr id="60" name="Shape 54"/>
          <p:cNvSpPr/>
          <p:nvPr/>
        </p:nvSpPr>
        <p:spPr>
          <a:xfrm>
            <a:off x="548640" y="5303520"/>
            <a:ext cx="11091672" cy="960120"/>
          </a:xfrm>
          <a:prstGeom prst="roundRect">
            <a:avLst>
              <a:gd name="adj" fmla="val 7619"/>
            </a:avLst>
          </a:prstGeom>
          <a:solidFill>
            <a:schemeClr val="accent6"/>
          </a:solidFill>
          <a:ln w="12700">
            <a:solidFill>
              <a:srgbClr val="FFFFFF">
                <a:alpha val="0"/>
              </a:srgbClr>
            </a:solidFill>
            <a:prstDash val="solid"/>
          </a:ln>
        </p:spPr>
      </p:sp>
      <p:pic>
        <p:nvPicPr>
          <p:cNvPr id="61" name="Image 3" descr="SyncAlt">    </p:cNvPr>
          <p:cNvPicPr>
            <a:picLocks noChangeAspect="1"/>
          </p:cNvPicPr>
          <p:nvPr/>
        </p:nvPicPr>
        <p:blipFill>
          <a:blip r:embed="rId4"/>
          <a:stretch>
            <a:fillRect/>
          </a:stretch>
        </p:blipFill>
        <p:spPr>
          <a:xfrm>
            <a:off x="804672" y="5577840"/>
            <a:ext cx="411480" cy="411480"/>
          </a:xfrm>
          <a:prstGeom prst="rect">
            <a:avLst/>
          </a:prstGeom>
        </p:spPr>
      </p:pic>
      <p:sp>
        <p:nvSpPr>
          <p:cNvPr id="62" name="Text 55"/>
          <p:cNvSpPr txBox="1"/>
          <p:nvPr/>
        </p:nvSpPr>
        <p:spPr>
          <a:xfrm>
            <a:off x="1417320" y="5303520"/>
            <a:ext cx="10058400" cy="960120"/>
          </a:xfrm>
          <a:prstGeom prst="rect">
            <a:avLst/>
          </a:prstGeom>
          <a:noFill/>
          <a:ln/>
        </p:spPr>
        <p:txBody>
          <a:bodyPr wrap="square" lIns="0" tIns="0" rIns="0" bIns="0" rtlCol="0" anchor="ctr"/>
          <a:lstStyle/>
          <a:p>
            <a:pPr algn="l" indent="0" marL="0">
              <a:buNone/>
            </a:pPr>
            <a:r>
              <a:rPr lang="en-US" sz="2200" b="1" dirty="0">
                <a:solidFill>
                  <a:schemeClr val="bg1"/>
                </a:solidFill>
              </a:rPr>
              <a:t>Si la case ① n’est pas le sujet, le sujet passe juste après le verbe.</a:t>
            </a:r>
            <a:endParaRPr lang="en-US" sz="2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 tourniquet en action</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Text 2"/>
          <p:cNvSpPr txBox="1"/>
          <p:nvPr/>
        </p:nvSpPr>
        <p:spPr>
          <a:xfrm>
            <a:off x="548640" y="1499616"/>
            <a:ext cx="3657600" cy="274320"/>
          </a:xfrm>
          <a:prstGeom prst="rect">
            <a:avLst/>
          </a:prstGeom>
          <a:noFill/>
          <a:ln/>
        </p:spPr>
        <p:txBody>
          <a:bodyPr wrap="square" lIns="0" tIns="0" rIns="0" bIns="0" rtlCol="0" anchor="t"/>
          <a:lstStyle/>
          <a:p>
            <a:pPr algn="l" indent="0" marL="0">
              <a:buNone/>
            </a:pPr>
            <a:r>
              <a:rPr lang="en-US" sz="1400" i="1" dirty="0">
                <a:solidFill>
                  <a:schemeClr val="accent5"/>
                </a:solidFill>
              </a:rPr>
              <a:t>Phrase neutre : le sujet en ①</a:t>
            </a:r>
            <a:endParaRPr lang="en-US" sz="1400" dirty="0"/>
          </a:p>
        </p:txBody>
      </p:sp>
      <p:sp>
        <p:nvSpPr>
          <p:cNvPr id="6" name="Text 3"/>
          <p:cNvSpPr txBox="1"/>
          <p:nvPr/>
        </p:nvSpPr>
        <p:spPr>
          <a:xfrm>
            <a:off x="5120640" y="1499616"/>
            <a:ext cx="6492240" cy="274320"/>
          </a:xfrm>
          <a:prstGeom prst="rect">
            <a:avLst/>
          </a:prstGeom>
          <a:noFill/>
          <a:ln/>
        </p:spPr>
        <p:txBody>
          <a:bodyPr wrap="square" lIns="0" tIns="0" rIns="0" bIns="0" rtlCol="0" anchor="t"/>
          <a:lstStyle/>
          <a:p>
            <a:pPr algn="l" indent="0" marL="0">
              <a:buNone/>
            </a:pPr>
            <a:r>
              <a:rPr lang="en-US" sz="1400" i="1" dirty="0">
                <a:solidFill>
                  <a:schemeClr val="accent5"/>
                </a:solidFill>
              </a:rPr>
              <a:t>Un autre élément en ① → le sujet passe après le verbe</a:t>
            </a:r>
            <a:endParaRPr lang="en-US" sz="1400" dirty="0"/>
          </a:p>
        </p:txBody>
      </p:sp>
      <p:sp>
        <p:nvSpPr>
          <p:cNvPr id="7" name="Shape 4"/>
          <p:cNvSpPr/>
          <p:nvPr/>
        </p:nvSpPr>
        <p:spPr>
          <a:xfrm>
            <a:off x="548640" y="1901952"/>
            <a:ext cx="3657600" cy="914400"/>
          </a:xfrm>
          <a:prstGeom prst="roundRect">
            <a:avLst>
              <a:gd name="adj" fmla="val 8000"/>
            </a:avLst>
          </a:prstGeom>
          <a:solidFill>
            <a:schemeClr val="bg2"/>
          </a:solidFill>
          <a:ln w="12700">
            <a:solidFill>
              <a:srgbClr val="D5DCE6"/>
            </a:solidFill>
            <a:prstDash val="solid"/>
          </a:ln>
        </p:spPr>
      </p:sp>
      <p:sp>
        <p:nvSpPr>
          <p:cNvPr id="8" name="Text 5"/>
          <p:cNvSpPr txBox="1"/>
          <p:nvPr/>
        </p:nvSpPr>
        <p:spPr>
          <a:xfrm>
            <a:off x="731520" y="1901952"/>
            <a:ext cx="3337560" cy="914400"/>
          </a:xfrm>
          <a:prstGeom prst="rect">
            <a:avLst/>
          </a:prstGeom>
          <a:noFill/>
          <a:ln/>
        </p:spPr>
        <p:txBody>
          <a:bodyPr wrap="square" lIns="0" tIns="0" rIns="0" bIns="0" rtlCol="0" anchor="ctr"/>
          <a:lstStyle/>
          <a:p>
            <a:pPr algn="l" indent="0" marL="0">
              <a:buNone/>
            </a:pPr>
            <a:r>
              <a:rPr lang="en-US" sz="1700" b="1" dirty="0">
                <a:solidFill>
                  <a:schemeClr val="accent2"/>
                </a:solidFill>
              </a:rPr>
              <a:t>Ik</a:t>
            </a:r>
            <a:r>
              <a:rPr lang="en-US" sz="1700" dirty="0">
                <a:solidFill>
                  <a:schemeClr val="tx1"/>
                </a:solidFill>
              </a:rPr>
              <a:t> </a:t>
            </a:r>
            <a:r>
              <a:rPr lang="en-US" sz="1700" b="1" dirty="0">
                <a:solidFill>
                  <a:schemeClr val="accent6"/>
                </a:solidFill>
              </a:rPr>
              <a:t>slaap</a:t>
            </a:r>
            <a:r>
              <a:rPr lang="en-US" sz="1700" dirty="0">
                <a:solidFill>
                  <a:schemeClr val="tx1"/>
                </a:solidFill>
              </a:rPr>
              <a:t> op zondag lang.</a:t>
            </a:r>
            <a:endParaRPr lang="en-US" sz="1700" dirty="0"/>
          </a:p>
        </p:txBody>
      </p:sp>
      <p:sp>
        <p:nvSpPr>
          <p:cNvPr id="9" name="Shape 6"/>
          <p:cNvSpPr/>
          <p:nvPr/>
        </p:nvSpPr>
        <p:spPr>
          <a:xfrm>
            <a:off x="4370832" y="2084832"/>
            <a:ext cx="548640" cy="548640"/>
          </a:xfrm>
          <a:prstGeom prst="ellipse">
            <a:avLst/>
          </a:prstGeom>
          <a:solidFill>
            <a:schemeClr val="accent1"/>
          </a:solidFill>
          <a:ln w="12700">
            <a:solidFill>
              <a:srgbClr val="FFFFFF">
                <a:alpha val="0"/>
              </a:srgbClr>
            </a:solidFill>
            <a:prstDash val="solid"/>
          </a:ln>
        </p:spPr>
      </p:sp>
      <p:pic>
        <p:nvPicPr>
          <p:cNvPr id="10" name="Image 0" descr="Redo">    </p:cNvPr>
          <p:cNvPicPr>
            <a:picLocks noChangeAspect="1"/>
          </p:cNvPicPr>
          <p:nvPr/>
        </p:nvPicPr>
        <p:blipFill>
          <a:blip r:embed="rId1"/>
          <a:stretch>
            <a:fillRect/>
          </a:stretch>
        </p:blipFill>
        <p:spPr>
          <a:xfrm>
            <a:off x="4502506" y="2216506"/>
            <a:ext cx="285293" cy="285293"/>
          </a:xfrm>
          <a:prstGeom prst="rect">
            <a:avLst/>
          </a:prstGeom>
        </p:spPr>
      </p:pic>
      <p:sp>
        <p:nvSpPr>
          <p:cNvPr id="11" name="Shape 7"/>
          <p:cNvSpPr/>
          <p:nvPr/>
        </p:nvSpPr>
        <p:spPr>
          <a:xfrm>
            <a:off x="5074920" y="1901952"/>
            <a:ext cx="6565392" cy="914400"/>
          </a:xfrm>
          <a:prstGeom prst="roundRect">
            <a:avLst>
              <a:gd name="adj" fmla="val 8000"/>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2" name="Shape 8"/>
          <p:cNvSpPr/>
          <p:nvPr/>
        </p:nvSpPr>
        <p:spPr>
          <a:xfrm>
            <a:off x="5257800" y="2121408"/>
            <a:ext cx="1727708" cy="548640"/>
          </a:xfrm>
          <a:prstGeom prst="roundRect">
            <a:avLst>
              <a:gd name="adj" fmla="val 13333"/>
            </a:avLst>
          </a:prstGeom>
          <a:solidFill>
            <a:schemeClr val="accent1">
              <a:alpha val="24000"/>
            </a:schemeClr>
          </a:solidFill>
          <a:ln w="15875">
            <a:solidFill>
              <a:srgbClr val="D9700F"/>
            </a:solidFill>
            <a:prstDash val="solid"/>
          </a:ln>
        </p:spPr>
      </p:sp>
      <p:sp>
        <p:nvSpPr>
          <p:cNvPr id="13" name="Text 9"/>
          <p:cNvSpPr txBox="1"/>
          <p:nvPr/>
        </p:nvSpPr>
        <p:spPr>
          <a:xfrm>
            <a:off x="5257800" y="2121408"/>
            <a:ext cx="1727708" cy="548640"/>
          </a:xfrm>
          <a:prstGeom prst="rect">
            <a:avLst/>
          </a:prstGeom>
          <a:noFill/>
          <a:ln/>
        </p:spPr>
        <p:txBody>
          <a:bodyPr wrap="square" lIns="0" tIns="0" rIns="0" bIns="0" rtlCol="0" anchor="ctr"/>
          <a:lstStyle/>
          <a:p>
            <a:pPr algn="ctr" indent="0" marL="0">
              <a:buNone/>
            </a:pPr>
            <a:r>
              <a:rPr lang="en-US" sz="2000" b="1" dirty="0">
                <a:solidFill>
                  <a:schemeClr val="tx1"/>
                </a:solidFill>
              </a:rPr>
              <a:t>Op zondag</a:t>
            </a:r>
            <a:endParaRPr lang="en-US" sz="2000" dirty="0"/>
          </a:p>
        </p:txBody>
      </p:sp>
      <p:sp>
        <p:nvSpPr>
          <p:cNvPr id="14" name="Shape 10"/>
          <p:cNvSpPr/>
          <p:nvPr/>
        </p:nvSpPr>
        <p:spPr>
          <a:xfrm>
            <a:off x="7095236" y="2121408"/>
            <a:ext cx="1152144" cy="548640"/>
          </a:xfrm>
          <a:prstGeom prst="ellipse">
            <a:avLst/>
          </a:prstGeom>
          <a:noFill/>
          <a:ln w="28575">
            <a:solidFill>
              <a:srgbClr val="B83227"/>
            </a:solidFill>
            <a:prstDash val="solid"/>
          </a:ln>
        </p:spPr>
      </p:sp>
      <p:sp>
        <p:nvSpPr>
          <p:cNvPr id="15" name="Text 11"/>
          <p:cNvSpPr txBox="1"/>
          <p:nvPr/>
        </p:nvSpPr>
        <p:spPr>
          <a:xfrm>
            <a:off x="7095236" y="2121408"/>
            <a:ext cx="1152144" cy="548640"/>
          </a:xfrm>
          <a:prstGeom prst="rect">
            <a:avLst/>
          </a:prstGeom>
          <a:noFill/>
          <a:ln/>
        </p:spPr>
        <p:txBody>
          <a:bodyPr wrap="square" lIns="0" tIns="0" rIns="0" bIns="0" rtlCol="0" anchor="ctr"/>
          <a:lstStyle/>
          <a:p>
            <a:pPr algn="ctr" indent="0" marL="0">
              <a:buNone/>
            </a:pPr>
            <a:r>
              <a:rPr lang="en-US" sz="2000" b="1" dirty="0">
                <a:solidFill>
                  <a:schemeClr val="accent6"/>
                </a:solidFill>
              </a:rPr>
              <a:t>slaap</a:t>
            </a:r>
            <a:endParaRPr lang="en-US" sz="2000" dirty="0"/>
          </a:p>
        </p:txBody>
      </p:sp>
      <p:sp>
        <p:nvSpPr>
          <p:cNvPr id="16" name="Shape 12"/>
          <p:cNvSpPr/>
          <p:nvPr/>
        </p:nvSpPr>
        <p:spPr>
          <a:xfrm>
            <a:off x="8357108" y="2121408"/>
            <a:ext cx="457708" cy="548640"/>
          </a:xfrm>
          <a:prstGeom prst="roundRect">
            <a:avLst>
              <a:gd name="adj" fmla="val 15982"/>
            </a:avLst>
          </a:prstGeom>
          <a:solidFill>
            <a:schemeClr val="accent2">
              <a:alpha val="14000"/>
            </a:schemeClr>
          </a:solidFill>
          <a:ln w="15875">
            <a:solidFill>
              <a:srgbClr val="2A6FB0"/>
            </a:solidFill>
            <a:prstDash val="solid"/>
          </a:ln>
        </p:spPr>
      </p:sp>
      <p:sp>
        <p:nvSpPr>
          <p:cNvPr id="17" name="Text 13"/>
          <p:cNvSpPr txBox="1"/>
          <p:nvPr/>
        </p:nvSpPr>
        <p:spPr>
          <a:xfrm>
            <a:off x="8357108" y="2121408"/>
            <a:ext cx="457708" cy="548640"/>
          </a:xfrm>
          <a:prstGeom prst="rect">
            <a:avLst/>
          </a:prstGeom>
          <a:noFill/>
          <a:ln/>
        </p:spPr>
        <p:txBody>
          <a:bodyPr wrap="square" lIns="0" tIns="0" rIns="0" bIns="0" rtlCol="0" anchor="ctr"/>
          <a:lstStyle/>
          <a:p>
            <a:pPr algn="ctr" indent="0" marL="0">
              <a:buNone/>
            </a:pPr>
            <a:r>
              <a:rPr lang="en-US" sz="2000" b="1" dirty="0">
                <a:solidFill>
                  <a:schemeClr val="accent2"/>
                </a:solidFill>
              </a:rPr>
              <a:t>ik</a:t>
            </a:r>
            <a:endParaRPr lang="en-US" sz="2000" dirty="0"/>
          </a:p>
        </p:txBody>
      </p:sp>
      <p:sp>
        <p:nvSpPr>
          <p:cNvPr id="18" name="Text 14"/>
          <p:cNvSpPr txBox="1"/>
          <p:nvPr/>
        </p:nvSpPr>
        <p:spPr>
          <a:xfrm>
            <a:off x="8924544" y="2121408"/>
            <a:ext cx="743255" cy="548640"/>
          </a:xfrm>
          <a:prstGeom prst="rect">
            <a:avLst/>
          </a:prstGeom>
          <a:noFill/>
          <a:ln/>
        </p:spPr>
        <p:txBody>
          <a:bodyPr wrap="square" lIns="0" tIns="0" rIns="0" bIns="0" rtlCol="0" anchor="ctr"/>
          <a:lstStyle/>
          <a:p>
            <a:pPr algn="ctr" indent="0" marL="0">
              <a:buNone/>
            </a:pPr>
            <a:r>
              <a:rPr lang="en-US" sz="2000" dirty="0">
                <a:solidFill>
                  <a:schemeClr val="tx1"/>
                </a:solidFill>
              </a:rPr>
              <a:t>lang.</a:t>
            </a:r>
            <a:endParaRPr lang="en-US" sz="2000" dirty="0"/>
          </a:p>
        </p:txBody>
      </p:sp>
      <p:sp>
        <p:nvSpPr>
          <p:cNvPr id="19" name="Shape 15"/>
          <p:cNvSpPr/>
          <p:nvPr/>
        </p:nvSpPr>
        <p:spPr>
          <a:xfrm>
            <a:off x="5993638" y="1929384"/>
            <a:ext cx="201168" cy="201168"/>
          </a:xfrm>
          <a:prstGeom prst="ellipse">
            <a:avLst/>
          </a:prstGeom>
          <a:solidFill>
            <a:schemeClr val="tx2"/>
          </a:solidFill>
          <a:ln w="12700">
            <a:solidFill>
              <a:srgbClr val="FFFFFF">
                <a:alpha val="0"/>
              </a:srgbClr>
            </a:solidFill>
            <a:prstDash val="solid"/>
          </a:ln>
        </p:spPr>
      </p:sp>
      <p:sp>
        <p:nvSpPr>
          <p:cNvPr id="20" name="Text 16"/>
          <p:cNvSpPr txBox="1"/>
          <p:nvPr/>
        </p:nvSpPr>
        <p:spPr>
          <a:xfrm>
            <a:off x="5993638" y="1929384"/>
            <a:ext cx="201168" cy="201168"/>
          </a:xfrm>
          <a:prstGeom prst="rect">
            <a:avLst/>
          </a:prstGeom>
          <a:noFill/>
          <a:ln/>
        </p:spPr>
        <p:txBody>
          <a:bodyPr wrap="square" lIns="0" tIns="0" rIns="0" bIns="0" rtlCol="0" anchor="ctr"/>
          <a:lstStyle/>
          <a:p>
            <a:pPr algn="ctr" indent="0" marL="0">
              <a:buNone/>
            </a:pPr>
            <a:r>
              <a:rPr lang="en-US" sz="700" b="1" dirty="0">
                <a:solidFill>
                  <a:schemeClr val="bg1"/>
                </a:solidFill>
              </a:rPr>
              <a:t>1</a:t>
            </a:r>
            <a:endParaRPr lang="en-US" sz="700" dirty="0"/>
          </a:p>
        </p:txBody>
      </p:sp>
      <p:sp>
        <p:nvSpPr>
          <p:cNvPr id="21" name="Shape 17"/>
          <p:cNvSpPr/>
          <p:nvPr/>
        </p:nvSpPr>
        <p:spPr>
          <a:xfrm>
            <a:off x="7488428" y="1874520"/>
            <a:ext cx="310896" cy="310896"/>
          </a:xfrm>
          <a:prstGeom prst="ellipse">
            <a:avLst/>
          </a:prstGeom>
          <a:noFill/>
          <a:ln w="25400">
            <a:solidFill>
              <a:srgbClr val="B83227"/>
            </a:solidFill>
            <a:prstDash val="solid"/>
          </a:ln>
        </p:spPr>
      </p:sp>
      <p:sp>
        <p:nvSpPr>
          <p:cNvPr id="22" name="Shape 18"/>
          <p:cNvSpPr/>
          <p:nvPr/>
        </p:nvSpPr>
        <p:spPr>
          <a:xfrm>
            <a:off x="7543292" y="1929384"/>
            <a:ext cx="201168" cy="201168"/>
          </a:xfrm>
          <a:prstGeom prst="ellipse">
            <a:avLst/>
          </a:prstGeom>
          <a:solidFill>
            <a:schemeClr val="accent6"/>
          </a:solidFill>
          <a:ln w="12700">
            <a:solidFill>
              <a:srgbClr val="FFFFFF">
                <a:alpha val="0"/>
              </a:srgbClr>
            </a:solidFill>
            <a:prstDash val="solid"/>
          </a:ln>
        </p:spPr>
      </p:sp>
      <p:sp>
        <p:nvSpPr>
          <p:cNvPr id="23" name="Text 19"/>
          <p:cNvSpPr txBox="1"/>
          <p:nvPr/>
        </p:nvSpPr>
        <p:spPr>
          <a:xfrm>
            <a:off x="7543292" y="1929384"/>
            <a:ext cx="201168" cy="201168"/>
          </a:xfrm>
          <a:prstGeom prst="rect">
            <a:avLst/>
          </a:prstGeom>
          <a:noFill/>
          <a:ln/>
        </p:spPr>
        <p:txBody>
          <a:bodyPr wrap="square" lIns="0" tIns="0" rIns="0" bIns="0" rtlCol="0" anchor="ctr"/>
          <a:lstStyle/>
          <a:p>
            <a:pPr algn="ctr" indent="0" marL="0">
              <a:buNone/>
            </a:pPr>
            <a:r>
              <a:rPr lang="en-US" sz="700" b="1" dirty="0">
                <a:solidFill>
                  <a:schemeClr val="bg1"/>
                </a:solidFill>
              </a:rPr>
              <a:t>2</a:t>
            </a:r>
            <a:endParaRPr lang="en-US" sz="700" dirty="0"/>
          </a:p>
        </p:txBody>
      </p:sp>
      <p:sp>
        <p:nvSpPr>
          <p:cNvPr id="24" name="Shape 20"/>
          <p:cNvSpPr/>
          <p:nvPr/>
        </p:nvSpPr>
        <p:spPr>
          <a:xfrm>
            <a:off x="8457946" y="1929384"/>
            <a:ext cx="201168" cy="201168"/>
          </a:xfrm>
          <a:prstGeom prst="ellipse">
            <a:avLst/>
          </a:prstGeom>
          <a:solidFill>
            <a:schemeClr val="tx2"/>
          </a:solidFill>
          <a:ln w="12700">
            <a:solidFill>
              <a:srgbClr val="FFFFFF">
                <a:alpha val="0"/>
              </a:srgbClr>
            </a:solidFill>
            <a:prstDash val="solid"/>
          </a:ln>
        </p:spPr>
      </p:sp>
      <p:sp>
        <p:nvSpPr>
          <p:cNvPr id="25" name="Text 21"/>
          <p:cNvSpPr txBox="1"/>
          <p:nvPr/>
        </p:nvSpPr>
        <p:spPr>
          <a:xfrm>
            <a:off x="8457946" y="1929384"/>
            <a:ext cx="201168" cy="201168"/>
          </a:xfrm>
          <a:prstGeom prst="rect">
            <a:avLst/>
          </a:prstGeom>
          <a:noFill/>
          <a:ln/>
        </p:spPr>
        <p:txBody>
          <a:bodyPr wrap="square" lIns="0" tIns="0" rIns="0" bIns="0" rtlCol="0" anchor="ctr"/>
          <a:lstStyle/>
          <a:p>
            <a:pPr algn="ctr" indent="0" marL="0">
              <a:buNone/>
            </a:pPr>
            <a:r>
              <a:rPr lang="en-US" sz="700" b="1" dirty="0">
                <a:solidFill>
                  <a:schemeClr val="bg1"/>
                </a:solidFill>
              </a:rPr>
              <a:t>3</a:t>
            </a:r>
            <a:endParaRPr lang="en-US" sz="700" dirty="0"/>
          </a:p>
        </p:txBody>
      </p:sp>
      <p:sp>
        <p:nvSpPr>
          <p:cNvPr id="26" name="Shape 22"/>
          <p:cNvSpPr/>
          <p:nvPr/>
        </p:nvSpPr>
        <p:spPr>
          <a:xfrm>
            <a:off x="548640" y="2999232"/>
            <a:ext cx="3657600" cy="914400"/>
          </a:xfrm>
          <a:prstGeom prst="roundRect">
            <a:avLst>
              <a:gd name="adj" fmla="val 8000"/>
            </a:avLst>
          </a:prstGeom>
          <a:solidFill>
            <a:schemeClr val="bg2"/>
          </a:solidFill>
          <a:ln w="12700">
            <a:solidFill>
              <a:srgbClr val="D5DCE6"/>
            </a:solidFill>
            <a:prstDash val="solid"/>
          </a:ln>
        </p:spPr>
      </p:sp>
      <p:sp>
        <p:nvSpPr>
          <p:cNvPr id="27" name="Text 23"/>
          <p:cNvSpPr txBox="1"/>
          <p:nvPr/>
        </p:nvSpPr>
        <p:spPr>
          <a:xfrm>
            <a:off x="731520" y="2999232"/>
            <a:ext cx="3337560" cy="914400"/>
          </a:xfrm>
          <a:prstGeom prst="rect">
            <a:avLst/>
          </a:prstGeom>
          <a:noFill/>
          <a:ln/>
        </p:spPr>
        <p:txBody>
          <a:bodyPr wrap="square" lIns="0" tIns="0" rIns="0" bIns="0" rtlCol="0" anchor="ctr"/>
          <a:lstStyle/>
          <a:p>
            <a:pPr algn="l" indent="0" marL="0">
              <a:buNone/>
            </a:pPr>
            <a:r>
              <a:rPr lang="en-US" sz="1700" b="1" dirty="0">
                <a:solidFill>
                  <a:schemeClr val="accent2"/>
                </a:solidFill>
              </a:rPr>
              <a:t>Ik</a:t>
            </a:r>
            <a:r>
              <a:rPr lang="en-US" sz="1700" dirty="0">
                <a:solidFill>
                  <a:schemeClr val="tx1"/>
                </a:solidFill>
              </a:rPr>
              <a:t> </a:t>
            </a:r>
            <a:r>
              <a:rPr lang="en-US" sz="1700" b="1" dirty="0">
                <a:solidFill>
                  <a:schemeClr val="accent6"/>
                </a:solidFill>
              </a:rPr>
              <a:t>werk</a:t>
            </a:r>
            <a:r>
              <a:rPr lang="en-US" sz="1700" dirty="0">
                <a:solidFill>
                  <a:schemeClr val="tx1"/>
                </a:solidFill>
              </a:rPr>
              <a:t> dit weekend niet.</a:t>
            </a:r>
            <a:endParaRPr lang="en-US" sz="1700" dirty="0"/>
          </a:p>
        </p:txBody>
      </p:sp>
      <p:sp>
        <p:nvSpPr>
          <p:cNvPr id="28" name="Shape 24"/>
          <p:cNvSpPr/>
          <p:nvPr/>
        </p:nvSpPr>
        <p:spPr>
          <a:xfrm>
            <a:off x="4370832" y="3182112"/>
            <a:ext cx="548640" cy="548640"/>
          </a:xfrm>
          <a:prstGeom prst="ellipse">
            <a:avLst/>
          </a:prstGeom>
          <a:solidFill>
            <a:schemeClr val="accent1"/>
          </a:solidFill>
          <a:ln w="12700">
            <a:solidFill>
              <a:srgbClr val="FFFFFF">
                <a:alpha val="0"/>
              </a:srgbClr>
            </a:solidFill>
            <a:prstDash val="solid"/>
          </a:ln>
        </p:spPr>
      </p:sp>
      <p:pic>
        <p:nvPicPr>
          <p:cNvPr id="29" name="Image 1" descr="Redo">    </p:cNvPr>
          <p:cNvPicPr>
            <a:picLocks noChangeAspect="1"/>
          </p:cNvPicPr>
          <p:nvPr/>
        </p:nvPicPr>
        <p:blipFill>
          <a:blip r:embed="rId2"/>
          <a:stretch>
            <a:fillRect/>
          </a:stretch>
        </p:blipFill>
        <p:spPr>
          <a:xfrm>
            <a:off x="4502506" y="3313786"/>
            <a:ext cx="285293" cy="285293"/>
          </a:xfrm>
          <a:prstGeom prst="rect">
            <a:avLst/>
          </a:prstGeom>
        </p:spPr>
      </p:pic>
      <p:sp>
        <p:nvSpPr>
          <p:cNvPr id="30" name="Shape 25"/>
          <p:cNvSpPr/>
          <p:nvPr/>
        </p:nvSpPr>
        <p:spPr>
          <a:xfrm>
            <a:off x="5074920" y="2999232"/>
            <a:ext cx="6565392" cy="914400"/>
          </a:xfrm>
          <a:prstGeom prst="roundRect">
            <a:avLst>
              <a:gd name="adj" fmla="val 8000"/>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1" name="Shape 26"/>
          <p:cNvSpPr/>
          <p:nvPr/>
        </p:nvSpPr>
        <p:spPr>
          <a:xfrm>
            <a:off x="5257800" y="3218688"/>
            <a:ext cx="1994408" cy="548640"/>
          </a:xfrm>
          <a:prstGeom prst="roundRect">
            <a:avLst>
              <a:gd name="adj" fmla="val 13333"/>
            </a:avLst>
          </a:prstGeom>
          <a:solidFill>
            <a:schemeClr val="accent1">
              <a:alpha val="24000"/>
            </a:schemeClr>
          </a:solidFill>
          <a:ln w="15875">
            <a:solidFill>
              <a:srgbClr val="D9700F"/>
            </a:solidFill>
            <a:prstDash val="solid"/>
          </a:ln>
        </p:spPr>
      </p:sp>
      <p:sp>
        <p:nvSpPr>
          <p:cNvPr id="32" name="Text 27"/>
          <p:cNvSpPr txBox="1"/>
          <p:nvPr/>
        </p:nvSpPr>
        <p:spPr>
          <a:xfrm>
            <a:off x="5257800" y="3218688"/>
            <a:ext cx="1994408" cy="548640"/>
          </a:xfrm>
          <a:prstGeom prst="rect">
            <a:avLst/>
          </a:prstGeom>
          <a:noFill/>
          <a:ln/>
        </p:spPr>
        <p:txBody>
          <a:bodyPr wrap="square" lIns="0" tIns="0" rIns="0" bIns="0" rtlCol="0" anchor="ctr"/>
          <a:lstStyle/>
          <a:p>
            <a:pPr algn="ctr" indent="0" marL="0">
              <a:buNone/>
            </a:pPr>
            <a:r>
              <a:rPr lang="en-US" sz="2000" b="1" dirty="0">
                <a:solidFill>
                  <a:schemeClr val="tx1"/>
                </a:solidFill>
              </a:rPr>
              <a:t>Dit weekend</a:t>
            </a:r>
            <a:endParaRPr lang="en-US" sz="2000" dirty="0"/>
          </a:p>
        </p:txBody>
      </p:sp>
      <p:sp>
        <p:nvSpPr>
          <p:cNvPr id="33" name="Shape 28"/>
          <p:cNvSpPr/>
          <p:nvPr/>
        </p:nvSpPr>
        <p:spPr>
          <a:xfrm>
            <a:off x="7361936" y="3218688"/>
            <a:ext cx="1086307" cy="548640"/>
          </a:xfrm>
          <a:prstGeom prst="ellipse">
            <a:avLst/>
          </a:prstGeom>
          <a:noFill/>
          <a:ln w="28575">
            <a:solidFill>
              <a:srgbClr val="B83227"/>
            </a:solidFill>
            <a:prstDash val="solid"/>
          </a:ln>
        </p:spPr>
      </p:sp>
      <p:sp>
        <p:nvSpPr>
          <p:cNvPr id="34" name="Text 29"/>
          <p:cNvSpPr txBox="1"/>
          <p:nvPr/>
        </p:nvSpPr>
        <p:spPr>
          <a:xfrm>
            <a:off x="7361936" y="3218688"/>
            <a:ext cx="1086307" cy="548640"/>
          </a:xfrm>
          <a:prstGeom prst="rect">
            <a:avLst/>
          </a:prstGeom>
          <a:noFill/>
          <a:ln/>
        </p:spPr>
        <p:txBody>
          <a:bodyPr wrap="square" lIns="0" tIns="0" rIns="0" bIns="0" rtlCol="0" anchor="ctr"/>
          <a:lstStyle/>
          <a:p>
            <a:pPr algn="ctr" indent="0" marL="0">
              <a:buNone/>
            </a:pPr>
            <a:r>
              <a:rPr lang="en-US" sz="2000" b="1" dirty="0">
                <a:solidFill>
                  <a:schemeClr val="accent6"/>
                </a:solidFill>
              </a:rPr>
              <a:t>werk</a:t>
            </a:r>
            <a:endParaRPr lang="en-US" sz="2000" dirty="0"/>
          </a:p>
        </p:txBody>
      </p:sp>
      <p:sp>
        <p:nvSpPr>
          <p:cNvPr id="35" name="Shape 30"/>
          <p:cNvSpPr/>
          <p:nvPr/>
        </p:nvSpPr>
        <p:spPr>
          <a:xfrm>
            <a:off x="8557971" y="3218688"/>
            <a:ext cx="457708" cy="548640"/>
          </a:xfrm>
          <a:prstGeom prst="roundRect">
            <a:avLst>
              <a:gd name="adj" fmla="val 15982"/>
            </a:avLst>
          </a:prstGeom>
          <a:solidFill>
            <a:schemeClr val="accent2">
              <a:alpha val="14000"/>
            </a:schemeClr>
          </a:solidFill>
          <a:ln w="15875">
            <a:solidFill>
              <a:srgbClr val="2A6FB0"/>
            </a:solidFill>
            <a:prstDash val="solid"/>
          </a:ln>
        </p:spPr>
      </p:sp>
      <p:sp>
        <p:nvSpPr>
          <p:cNvPr id="36" name="Text 31"/>
          <p:cNvSpPr txBox="1"/>
          <p:nvPr/>
        </p:nvSpPr>
        <p:spPr>
          <a:xfrm>
            <a:off x="8557971" y="3218688"/>
            <a:ext cx="457708" cy="548640"/>
          </a:xfrm>
          <a:prstGeom prst="rect">
            <a:avLst/>
          </a:prstGeom>
          <a:noFill/>
          <a:ln/>
        </p:spPr>
        <p:txBody>
          <a:bodyPr wrap="square" lIns="0" tIns="0" rIns="0" bIns="0" rtlCol="0" anchor="ctr"/>
          <a:lstStyle/>
          <a:p>
            <a:pPr algn="ctr" indent="0" marL="0">
              <a:buNone/>
            </a:pPr>
            <a:r>
              <a:rPr lang="en-US" sz="2000" b="1" dirty="0">
                <a:solidFill>
                  <a:schemeClr val="accent2"/>
                </a:solidFill>
              </a:rPr>
              <a:t>ik</a:t>
            </a:r>
            <a:endParaRPr lang="en-US" sz="2000" dirty="0"/>
          </a:p>
        </p:txBody>
      </p:sp>
      <p:sp>
        <p:nvSpPr>
          <p:cNvPr id="37" name="Text 32"/>
          <p:cNvSpPr txBox="1"/>
          <p:nvPr/>
        </p:nvSpPr>
        <p:spPr>
          <a:xfrm>
            <a:off x="9125407" y="3218688"/>
            <a:ext cx="690093" cy="548640"/>
          </a:xfrm>
          <a:prstGeom prst="rect">
            <a:avLst/>
          </a:prstGeom>
          <a:noFill/>
          <a:ln/>
        </p:spPr>
        <p:txBody>
          <a:bodyPr wrap="square" lIns="0" tIns="0" rIns="0" bIns="0" rtlCol="0" anchor="ctr"/>
          <a:lstStyle/>
          <a:p>
            <a:pPr algn="ctr" indent="0" marL="0">
              <a:buNone/>
            </a:pPr>
            <a:r>
              <a:rPr lang="en-US" sz="2000" dirty="0">
                <a:solidFill>
                  <a:schemeClr val="tx1"/>
                </a:solidFill>
              </a:rPr>
              <a:t>niet.</a:t>
            </a:r>
            <a:endParaRPr lang="en-US" sz="2000" dirty="0"/>
          </a:p>
        </p:txBody>
      </p:sp>
      <p:sp>
        <p:nvSpPr>
          <p:cNvPr id="38" name="Shape 33"/>
          <p:cNvSpPr/>
          <p:nvPr/>
        </p:nvSpPr>
        <p:spPr>
          <a:xfrm>
            <a:off x="6126988" y="3026664"/>
            <a:ext cx="201168" cy="201168"/>
          </a:xfrm>
          <a:prstGeom prst="ellipse">
            <a:avLst/>
          </a:prstGeom>
          <a:solidFill>
            <a:schemeClr val="tx2"/>
          </a:solidFill>
          <a:ln w="12700">
            <a:solidFill>
              <a:srgbClr val="FFFFFF">
                <a:alpha val="0"/>
              </a:srgbClr>
            </a:solidFill>
            <a:prstDash val="solid"/>
          </a:ln>
        </p:spPr>
      </p:sp>
      <p:sp>
        <p:nvSpPr>
          <p:cNvPr id="39" name="Text 34"/>
          <p:cNvSpPr txBox="1"/>
          <p:nvPr/>
        </p:nvSpPr>
        <p:spPr>
          <a:xfrm>
            <a:off x="6126988" y="3026664"/>
            <a:ext cx="201168" cy="201168"/>
          </a:xfrm>
          <a:prstGeom prst="rect">
            <a:avLst/>
          </a:prstGeom>
          <a:noFill/>
          <a:ln/>
        </p:spPr>
        <p:txBody>
          <a:bodyPr wrap="square" lIns="0" tIns="0" rIns="0" bIns="0" rtlCol="0" anchor="ctr"/>
          <a:lstStyle/>
          <a:p>
            <a:pPr algn="ctr" indent="0" marL="0">
              <a:buNone/>
            </a:pPr>
            <a:r>
              <a:rPr lang="en-US" sz="700" b="1" dirty="0">
                <a:solidFill>
                  <a:schemeClr val="bg1"/>
                </a:solidFill>
              </a:rPr>
              <a:t>1</a:t>
            </a:r>
            <a:endParaRPr lang="en-US" sz="700" dirty="0"/>
          </a:p>
        </p:txBody>
      </p:sp>
      <p:sp>
        <p:nvSpPr>
          <p:cNvPr id="40" name="Shape 35"/>
          <p:cNvSpPr/>
          <p:nvPr/>
        </p:nvSpPr>
        <p:spPr>
          <a:xfrm>
            <a:off x="7722210" y="2971800"/>
            <a:ext cx="310896" cy="310896"/>
          </a:xfrm>
          <a:prstGeom prst="ellipse">
            <a:avLst/>
          </a:prstGeom>
          <a:noFill/>
          <a:ln w="25400">
            <a:solidFill>
              <a:srgbClr val="B83227"/>
            </a:solidFill>
            <a:prstDash val="solid"/>
          </a:ln>
        </p:spPr>
      </p:sp>
      <p:sp>
        <p:nvSpPr>
          <p:cNvPr id="41" name="Shape 36"/>
          <p:cNvSpPr/>
          <p:nvPr/>
        </p:nvSpPr>
        <p:spPr>
          <a:xfrm>
            <a:off x="7777074" y="3026664"/>
            <a:ext cx="201168" cy="201168"/>
          </a:xfrm>
          <a:prstGeom prst="ellipse">
            <a:avLst/>
          </a:prstGeom>
          <a:solidFill>
            <a:schemeClr val="accent6"/>
          </a:solidFill>
          <a:ln w="12700">
            <a:solidFill>
              <a:srgbClr val="FFFFFF">
                <a:alpha val="0"/>
              </a:srgbClr>
            </a:solidFill>
            <a:prstDash val="solid"/>
          </a:ln>
        </p:spPr>
      </p:sp>
      <p:sp>
        <p:nvSpPr>
          <p:cNvPr id="42" name="Text 37"/>
          <p:cNvSpPr txBox="1"/>
          <p:nvPr/>
        </p:nvSpPr>
        <p:spPr>
          <a:xfrm>
            <a:off x="7777074" y="3026664"/>
            <a:ext cx="201168" cy="201168"/>
          </a:xfrm>
          <a:prstGeom prst="rect">
            <a:avLst/>
          </a:prstGeom>
          <a:noFill/>
          <a:ln/>
        </p:spPr>
        <p:txBody>
          <a:bodyPr wrap="square" lIns="0" tIns="0" rIns="0" bIns="0" rtlCol="0" anchor="ctr"/>
          <a:lstStyle/>
          <a:p>
            <a:pPr algn="ctr" indent="0" marL="0">
              <a:buNone/>
            </a:pPr>
            <a:r>
              <a:rPr lang="en-US" sz="700" b="1" dirty="0">
                <a:solidFill>
                  <a:schemeClr val="bg1"/>
                </a:solidFill>
              </a:rPr>
              <a:t>2</a:t>
            </a:r>
            <a:endParaRPr lang="en-US" sz="700" dirty="0"/>
          </a:p>
        </p:txBody>
      </p:sp>
      <p:sp>
        <p:nvSpPr>
          <p:cNvPr id="43" name="Shape 38"/>
          <p:cNvSpPr/>
          <p:nvPr/>
        </p:nvSpPr>
        <p:spPr>
          <a:xfrm>
            <a:off x="8658809" y="3026664"/>
            <a:ext cx="201168" cy="201168"/>
          </a:xfrm>
          <a:prstGeom prst="ellipse">
            <a:avLst/>
          </a:prstGeom>
          <a:solidFill>
            <a:schemeClr val="tx2"/>
          </a:solidFill>
          <a:ln w="12700">
            <a:solidFill>
              <a:srgbClr val="FFFFFF">
                <a:alpha val="0"/>
              </a:srgbClr>
            </a:solidFill>
            <a:prstDash val="solid"/>
          </a:ln>
        </p:spPr>
      </p:sp>
      <p:sp>
        <p:nvSpPr>
          <p:cNvPr id="44" name="Text 39"/>
          <p:cNvSpPr txBox="1"/>
          <p:nvPr/>
        </p:nvSpPr>
        <p:spPr>
          <a:xfrm>
            <a:off x="8658809" y="3026664"/>
            <a:ext cx="201168" cy="201168"/>
          </a:xfrm>
          <a:prstGeom prst="rect">
            <a:avLst/>
          </a:prstGeom>
          <a:noFill/>
          <a:ln/>
        </p:spPr>
        <p:txBody>
          <a:bodyPr wrap="square" lIns="0" tIns="0" rIns="0" bIns="0" rtlCol="0" anchor="ctr"/>
          <a:lstStyle/>
          <a:p>
            <a:pPr algn="ctr" indent="0" marL="0">
              <a:buNone/>
            </a:pPr>
            <a:r>
              <a:rPr lang="en-US" sz="700" b="1" dirty="0">
                <a:solidFill>
                  <a:schemeClr val="bg1"/>
                </a:solidFill>
              </a:rPr>
              <a:t>3</a:t>
            </a:r>
            <a:endParaRPr lang="en-US" sz="700" dirty="0"/>
          </a:p>
        </p:txBody>
      </p:sp>
      <p:sp>
        <p:nvSpPr>
          <p:cNvPr id="45" name="Shape 40"/>
          <p:cNvSpPr/>
          <p:nvPr/>
        </p:nvSpPr>
        <p:spPr>
          <a:xfrm>
            <a:off x="548640" y="4096512"/>
            <a:ext cx="3657600" cy="914400"/>
          </a:xfrm>
          <a:prstGeom prst="roundRect">
            <a:avLst>
              <a:gd name="adj" fmla="val 8000"/>
            </a:avLst>
          </a:prstGeom>
          <a:solidFill>
            <a:schemeClr val="bg2"/>
          </a:solidFill>
          <a:ln w="12700">
            <a:solidFill>
              <a:srgbClr val="D5DCE6"/>
            </a:solidFill>
            <a:prstDash val="solid"/>
          </a:ln>
        </p:spPr>
      </p:sp>
      <p:sp>
        <p:nvSpPr>
          <p:cNvPr id="46" name="Text 41"/>
          <p:cNvSpPr txBox="1"/>
          <p:nvPr/>
        </p:nvSpPr>
        <p:spPr>
          <a:xfrm>
            <a:off x="731520" y="4096512"/>
            <a:ext cx="3337560" cy="914400"/>
          </a:xfrm>
          <a:prstGeom prst="rect">
            <a:avLst/>
          </a:prstGeom>
          <a:noFill/>
          <a:ln/>
        </p:spPr>
        <p:txBody>
          <a:bodyPr wrap="square" lIns="0" tIns="0" rIns="0" bIns="0" rtlCol="0" anchor="ctr"/>
          <a:lstStyle/>
          <a:p>
            <a:pPr algn="l" indent="0" marL="0">
              <a:buNone/>
            </a:pPr>
            <a:r>
              <a:rPr lang="en-US" sz="1700" b="1" dirty="0">
                <a:solidFill>
                  <a:schemeClr val="accent2"/>
                </a:solidFill>
              </a:rPr>
              <a:t>Ik</a:t>
            </a:r>
            <a:r>
              <a:rPr lang="en-US" sz="1700" dirty="0">
                <a:solidFill>
                  <a:schemeClr val="tx1"/>
                </a:solidFill>
              </a:rPr>
              <a:t> </a:t>
            </a:r>
            <a:r>
              <a:rPr lang="en-US" sz="1700" b="1" dirty="0">
                <a:solidFill>
                  <a:schemeClr val="accent6"/>
                </a:solidFill>
              </a:rPr>
              <a:t>lees</a:t>
            </a:r>
            <a:r>
              <a:rPr lang="en-US" sz="1700" dirty="0">
                <a:solidFill>
                  <a:schemeClr val="tx1"/>
                </a:solidFill>
              </a:rPr>
              <a:t> in mijn vrije tijd.</a:t>
            </a:r>
            <a:endParaRPr lang="en-US" sz="1700" dirty="0"/>
          </a:p>
        </p:txBody>
      </p:sp>
      <p:sp>
        <p:nvSpPr>
          <p:cNvPr id="47" name="Shape 42"/>
          <p:cNvSpPr/>
          <p:nvPr/>
        </p:nvSpPr>
        <p:spPr>
          <a:xfrm>
            <a:off x="4370832" y="4279392"/>
            <a:ext cx="548640" cy="548640"/>
          </a:xfrm>
          <a:prstGeom prst="ellipse">
            <a:avLst/>
          </a:prstGeom>
          <a:solidFill>
            <a:schemeClr val="accent1"/>
          </a:solidFill>
          <a:ln w="12700">
            <a:solidFill>
              <a:srgbClr val="FFFFFF">
                <a:alpha val="0"/>
              </a:srgbClr>
            </a:solidFill>
            <a:prstDash val="solid"/>
          </a:ln>
        </p:spPr>
      </p:sp>
      <p:pic>
        <p:nvPicPr>
          <p:cNvPr id="48" name="Image 2" descr="Redo">    </p:cNvPr>
          <p:cNvPicPr>
            <a:picLocks noChangeAspect="1"/>
          </p:cNvPicPr>
          <p:nvPr/>
        </p:nvPicPr>
        <p:blipFill>
          <a:blip r:embed="rId3"/>
          <a:stretch>
            <a:fillRect/>
          </a:stretch>
        </p:blipFill>
        <p:spPr>
          <a:xfrm>
            <a:off x="4502506" y="4411066"/>
            <a:ext cx="285293" cy="285293"/>
          </a:xfrm>
          <a:prstGeom prst="rect">
            <a:avLst/>
          </a:prstGeom>
        </p:spPr>
      </p:pic>
      <p:sp>
        <p:nvSpPr>
          <p:cNvPr id="49" name="Shape 43"/>
          <p:cNvSpPr/>
          <p:nvPr/>
        </p:nvSpPr>
        <p:spPr>
          <a:xfrm>
            <a:off x="5074920" y="4096512"/>
            <a:ext cx="6565392" cy="914400"/>
          </a:xfrm>
          <a:prstGeom prst="roundRect">
            <a:avLst>
              <a:gd name="adj" fmla="val 8000"/>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50" name="Shape 44"/>
          <p:cNvSpPr/>
          <p:nvPr/>
        </p:nvSpPr>
        <p:spPr>
          <a:xfrm>
            <a:off x="5257800" y="4315968"/>
            <a:ext cx="2471928" cy="548640"/>
          </a:xfrm>
          <a:prstGeom prst="roundRect">
            <a:avLst>
              <a:gd name="adj" fmla="val 13333"/>
            </a:avLst>
          </a:prstGeom>
          <a:solidFill>
            <a:schemeClr val="accent1">
              <a:alpha val="24000"/>
            </a:schemeClr>
          </a:solidFill>
          <a:ln w="15875">
            <a:solidFill>
              <a:srgbClr val="D9700F"/>
            </a:solidFill>
            <a:prstDash val="solid"/>
          </a:ln>
        </p:spPr>
      </p:sp>
      <p:sp>
        <p:nvSpPr>
          <p:cNvPr id="51" name="Text 45"/>
          <p:cNvSpPr txBox="1"/>
          <p:nvPr/>
        </p:nvSpPr>
        <p:spPr>
          <a:xfrm>
            <a:off x="5257800" y="4315968"/>
            <a:ext cx="2471928" cy="548640"/>
          </a:xfrm>
          <a:prstGeom prst="rect">
            <a:avLst/>
          </a:prstGeom>
          <a:noFill/>
          <a:ln/>
        </p:spPr>
        <p:txBody>
          <a:bodyPr wrap="square" lIns="0" tIns="0" rIns="0" bIns="0" rtlCol="0" anchor="ctr"/>
          <a:lstStyle/>
          <a:p>
            <a:pPr algn="ctr" indent="0" marL="0">
              <a:buNone/>
            </a:pPr>
            <a:r>
              <a:rPr lang="en-US" sz="2000" b="1" dirty="0">
                <a:solidFill>
                  <a:schemeClr val="tx1"/>
                </a:solidFill>
              </a:rPr>
              <a:t>In mijn vrije tijd</a:t>
            </a:r>
            <a:endParaRPr lang="en-US" sz="2000" dirty="0"/>
          </a:p>
        </p:txBody>
      </p:sp>
      <p:sp>
        <p:nvSpPr>
          <p:cNvPr id="52" name="Shape 46"/>
          <p:cNvSpPr/>
          <p:nvPr/>
        </p:nvSpPr>
        <p:spPr>
          <a:xfrm>
            <a:off x="7839456" y="4315968"/>
            <a:ext cx="960120" cy="548640"/>
          </a:xfrm>
          <a:prstGeom prst="ellipse">
            <a:avLst/>
          </a:prstGeom>
          <a:noFill/>
          <a:ln w="28575">
            <a:solidFill>
              <a:srgbClr val="B83227"/>
            </a:solidFill>
            <a:prstDash val="solid"/>
          </a:ln>
        </p:spPr>
      </p:sp>
      <p:sp>
        <p:nvSpPr>
          <p:cNvPr id="53" name="Text 47"/>
          <p:cNvSpPr txBox="1"/>
          <p:nvPr/>
        </p:nvSpPr>
        <p:spPr>
          <a:xfrm>
            <a:off x="7839456" y="4315968"/>
            <a:ext cx="960120" cy="548640"/>
          </a:xfrm>
          <a:prstGeom prst="rect">
            <a:avLst/>
          </a:prstGeom>
          <a:noFill/>
          <a:ln/>
        </p:spPr>
        <p:txBody>
          <a:bodyPr wrap="square" lIns="0" tIns="0" rIns="0" bIns="0" rtlCol="0" anchor="ctr"/>
          <a:lstStyle/>
          <a:p>
            <a:pPr algn="ctr" indent="0" marL="0">
              <a:buNone/>
            </a:pPr>
            <a:r>
              <a:rPr lang="en-US" sz="2000" b="1" dirty="0">
                <a:solidFill>
                  <a:schemeClr val="accent6"/>
                </a:solidFill>
              </a:rPr>
              <a:t>lees</a:t>
            </a:r>
            <a:endParaRPr lang="en-US" sz="2000" dirty="0"/>
          </a:p>
        </p:txBody>
      </p:sp>
      <p:sp>
        <p:nvSpPr>
          <p:cNvPr id="54" name="Shape 48"/>
          <p:cNvSpPr/>
          <p:nvPr/>
        </p:nvSpPr>
        <p:spPr>
          <a:xfrm>
            <a:off x="8909304" y="4315968"/>
            <a:ext cx="554228" cy="548640"/>
          </a:xfrm>
          <a:prstGeom prst="roundRect">
            <a:avLst>
              <a:gd name="adj" fmla="val 13333"/>
            </a:avLst>
          </a:prstGeom>
          <a:solidFill>
            <a:schemeClr val="accent2">
              <a:alpha val="14000"/>
            </a:schemeClr>
          </a:solidFill>
          <a:ln w="15875">
            <a:solidFill>
              <a:srgbClr val="2A6FB0"/>
            </a:solidFill>
            <a:prstDash val="solid"/>
          </a:ln>
        </p:spPr>
      </p:sp>
      <p:sp>
        <p:nvSpPr>
          <p:cNvPr id="55" name="Text 49"/>
          <p:cNvSpPr txBox="1"/>
          <p:nvPr/>
        </p:nvSpPr>
        <p:spPr>
          <a:xfrm>
            <a:off x="8909304" y="4315968"/>
            <a:ext cx="554228" cy="548640"/>
          </a:xfrm>
          <a:prstGeom prst="rect">
            <a:avLst/>
          </a:prstGeom>
          <a:noFill/>
          <a:ln/>
        </p:spPr>
        <p:txBody>
          <a:bodyPr wrap="square" lIns="0" tIns="0" rIns="0" bIns="0" rtlCol="0" anchor="ctr"/>
          <a:lstStyle/>
          <a:p>
            <a:pPr algn="ctr" indent="0" marL="0">
              <a:buNone/>
            </a:pPr>
            <a:r>
              <a:rPr lang="en-US" sz="2000" b="1" dirty="0">
                <a:solidFill>
                  <a:schemeClr val="accent2"/>
                </a:solidFill>
              </a:rPr>
              <a:t>ik.</a:t>
            </a:r>
            <a:endParaRPr lang="en-US" sz="2000" dirty="0"/>
          </a:p>
        </p:txBody>
      </p:sp>
      <p:sp>
        <p:nvSpPr>
          <p:cNvPr id="56" name="Shape 50"/>
          <p:cNvSpPr/>
          <p:nvPr/>
        </p:nvSpPr>
        <p:spPr>
          <a:xfrm>
            <a:off x="6365748" y="4123944"/>
            <a:ext cx="201168" cy="201168"/>
          </a:xfrm>
          <a:prstGeom prst="ellipse">
            <a:avLst/>
          </a:prstGeom>
          <a:solidFill>
            <a:schemeClr val="tx2"/>
          </a:solidFill>
          <a:ln w="12700">
            <a:solidFill>
              <a:srgbClr val="FFFFFF">
                <a:alpha val="0"/>
              </a:srgbClr>
            </a:solidFill>
            <a:prstDash val="solid"/>
          </a:ln>
        </p:spPr>
      </p:sp>
      <p:sp>
        <p:nvSpPr>
          <p:cNvPr id="57" name="Text 51"/>
          <p:cNvSpPr txBox="1"/>
          <p:nvPr/>
        </p:nvSpPr>
        <p:spPr>
          <a:xfrm>
            <a:off x="6365748" y="4123944"/>
            <a:ext cx="201168" cy="201168"/>
          </a:xfrm>
          <a:prstGeom prst="rect">
            <a:avLst/>
          </a:prstGeom>
          <a:noFill/>
          <a:ln/>
        </p:spPr>
        <p:txBody>
          <a:bodyPr wrap="square" lIns="0" tIns="0" rIns="0" bIns="0" rtlCol="0" anchor="ctr"/>
          <a:lstStyle/>
          <a:p>
            <a:pPr algn="ctr" indent="0" marL="0">
              <a:buNone/>
            </a:pPr>
            <a:r>
              <a:rPr lang="en-US" sz="700" b="1" dirty="0">
                <a:solidFill>
                  <a:schemeClr val="bg1"/>
                </a:solidFill>
              </a:rPr>
              <a:t>1</a:t>
            </a:r>
            <a:endParaRPr lang="en-US" sz="700" dirty="0"/>
          </a:p>
        </p:txBody>
      </p:sp>
      <p:sp>
        <p:nvSpPr>
          <p:cNvPr id="58" name="Shape 52"/>
          <p:cNvSpPr/>
          <p:nvPr/>
        </p:nvSpPr>
        <p:spPr>
          <a:xfrm>
            <a:off x="8136636" y="4069080"/>
            <a:ext cx="310896" cy="310896"/>
          </a:xfrm>
          <a:prstGeom prst="ellipse">
            <a:avLst/>
          </a:prstGeom>
          <a:noFill/>
          <a:ln w="25400">
            <a:solidFill>
              <a:srgbClr val="B83227"/>
            </a:solidFill>
            <a:prstDash val="solid"/>
          </a:ln>
        </p:spPr>
      </p:sp>
      <p:sp>
        <p:nvSpPr>
          <p:cNvPr id="59" name="Shape 53"/>
          <p:cNvSpPr/>
          <p:nvPr/>
        </p:nvSpPr>
        <p:spPr>
          <a:xfrm>
            <a:off x="8191500" y="4123944"/>
            <a:ext cx="201168" cy="201168"/>
          </a:xfrm>
          <a:prstGeom prst="ellipse">
            <a:avLst/>
          </a:prstGeom>
          <a:solidFill>
            <a:schemeClr val="accent6"/>
          </a:solidFill>
          <a:ln w="12700">
            <a:solidFill>
              <a:srgbClr val="FFFFFF">
                <a:alpha val="0"/>
              </a:srgbClr>
            </a:solidFill>
            <a:prstDash val="solid"/>
          </a:ln>
        </p:spPr>
      </p:sp>
      <p:sp>
        <p:nvSpPr>
          <p:cNvPr id="60" name="Text 54"/>
          <p:cNvSpPr txBox="1"/>
          <p:nvPr/>
        </p:nvSpPr>
        <p:spPr>
          <a:xfrm>
            <a:off x="8191500" y="4123944"/>
            <a:ext cx="201168" cy="201168"/>
          </a:xfrm>
          <a:prstGeom prst="rect">
            <a:avLst/>
          </a:prstGeom>
          <a:noFill/>
          <a:ln/>
        </p:spPr>
        <p:txBody>
          <a:bodyPr wrap="square" lIns="0" tIns="0" rIns="0" bIns="0" rtlCol="0" anchor="ctr"/>
          <a:lstStyle/>
          <a:p>
            <a:pPr algn="ctr" indent="0" marL="0">
              <a:buNone/>
            </a:pPr>
            <a:r>
              <a:rPr lang="en-US" sz="700" b="1" dirty="0">
                <a:solidFill>
                  <a:schemeClr val="bg1"/>
                </a:solidFill>
              </a:rPr>
              <a:t>2</a:t>
            </a:r>
            <a:endParaRPr lang="en-US" sz="700" dirty="0"/>
          </a:p>
        </p:txBody>
      </p:sp>
      <p:sp>
        <p:nvSpPr>
          <p:cNvPr id="61" name="Shape 55"/>
          <p:cNvSpPr/>
          <p:nvPr/>
        </p:nvSpPr>
        <p:spPr>
          <a:xfrm>
            <a:off x="9058402" y="4123944"/>
            <a:ext cx="201168" cy="201168"/>
          </a:xfrm>
          <a:prstGeom prst="ellipse">
            <a:avLst/>
          </a:prstGeom>
          <a:solidFill>
            <a:schemeClr val="tx2"/>
          </a:solidFill>
          <a:ln w="12700">
            <a:solidFill>
              <a:srgbClr val="FFFFFF">
                <a:alpha val="0"/>
              </a:srgbClr>
            </a:solidFill>
            <a:prstDash val="solid"/>
          </a:ln>
        </p:spPr>
      </p:sp>
      <p:sp>
        <p:nvSpPr>
          <p:cNvPr id="62" name="Text 56"/>
          <p:cNvSpPr txBox="1"/>
          <p:nvPr/>
        </p:nvSpPr>
        <p:spPr>
          <a:xfrm>
            <a:off x="9058402" y="4123944"/>
            <a:ext cx="201168" cy="201168"/>
          </a:xfrm>
          <a:prstGeom prst="rect">
            <a:avLst/>
          </a:prstGeom>
          <a:noFill/>
          <a:ln/>
        </p:spPr>
        <p:txBody>
          <a:bodyPr wrap="square" lIns="0" tIns="0" rIns="0" bIns="0" rtlCol="0" anchor="ctr"/>
          <a:lstStyle/>
          <a:p>
            <a:pPr algn="ctr" indent="0" marL="0">
              <a:buNone/>
            </a:pPr>
            <a:r>
              <a:rPr lang="en-US" sz="700" b="1" dirty="0">
                <a:solidFill>
                  <a:schemeClr val="bg1"/>
                </a:solidFill>
              </a:rPr>
              <a:t>3</a:t>
            </a:r>
            <a:endParaRPr lang="en-US" sz="700" dirty="0"/>
          </a:p>
        </p:txBody>
      </p:sp>
      <p:sp>
        <p:nvSpPr>
          <p:cNvPr id="63" name="Shape 57"/>
          <p:cNvSpPr/>
          <p:nvPr/>
        </p:nvSpPr>
        <p:spPr>
          <a:xfrm>
            <a:off x="548640" y="5193792"/>
            <a:ext cx="3657600" cy="914400"/>
          </a:xfrm>
          <a:prstGeom prst="roundRect">
            <a:avLst>
              <a:gd name="adj" fmla="val 8000"/>
            </a:avLst>
          </a:prstGeom>
          <a:solidFill>
            <a:schemeClr val="bg2"/>
          </a:solidFill>
          <a:ln w="12700">
            <a:solidFill>
              <a:srgbClr val="D5DCE6"/>
            </a:solidFill>
            <a:prstDash val="solid"/>
          </a:ln>
        </p:spPr>
      </p:sp>
      <p:sp>
        <p:nvSpPr>
          <p:cNvPr id="64" name="Text 58"/>
          <p:cNvSpPr txBox="1"/>
          <p:nvPr/>
        </p:nvSpPr>
        <p:spPr>
          <a:xfrm>
            <a:off x="731520" y="5193792"/>
            <a:ext cx="3337560" cy="914400"/>
          </a:xfrm>
          <a:prstGeom prst="rect">
            <a:avLst/>
          </a:prstGeom>
          <a:noFill/>
          <a:ln/>
        </p:spPr>
        <p:txBody>
          <a:bodyPr wrap="square" lIns="0" tIns="0" rIns="0" bIns="0" rtlCol="0" anchor="ctr"/>
          <a:lstStyle/>
          <a:p>
            <a:pPr algn="l" indent="0" marL="0">
              <a:buNone/>
            </a:pPr>
            <a:r>
              <a:rPr lang="en-US" sz="1700" b="1" dirty="0">
                <a:solidFill>
                  <a:schemeClr val="accent2"/>
                </a:solidFill>
              </a:rPr>
              <a:t>We</a:t>
            </a:r>
            <a:r>
              <a:rPr lang="en-US" sz="1700" dirty="0">
                <a:solidFill>
                  <a:schemeClr val="tx1"/>
                </a:solidFill>
              </a:rPr>
              <a:t> </a:t>
            </a:r>
            <a:r>
              <a:rPr lang="en-US" sz="1700" b="1" dirty="0">
                <a:solidFill>
                  <a:schemeClr val="accent6"/>
                </a:solidFill>
              </a:rPr>
              <a:t>hebben</a:t>
            </a:r>
            <a:r>
              <a:rPr lang="en-US" sz="1700" dirty="0">
                <a:solidFill>
                  <a:schemeClr val="tx1"/>
                </a:solidFill>
              </a:rPr>
              <a:t> om 10 uur een vergadering.</a:t>
            </a:r>
            <a:endParaRPr lang="en-US" sz="1700" dirty="0"/>
          </a:p>
        </p:txBody>
      </p:sp>
      <p:sp>
        <p:nvSpPr>
          <p:cNvPr id="65" name="Shape 59"/>
          <p:cNvSpPr/>
          <p:nvPr/>
        </p:nvSpPr>
        <p:spPr>
          <a:xfrm>
            <a:off x="4370832" y="5376672"/>
            <a:ext cx="548640" cy="548640"/>
          </a:xfrm>
          <a:prstGeom prst="ellipse">
            <a:avLst/>
          </a:prstGeom>
          <a:solidFill>
            <a:schemeClr val="accent1"/>
          </a:solidFill>
          <a:ln w="12700">
            <a:solidFill>
              <a:srgbClr val="FFFFFF">
                <a:alpha val="0"/>
              </a:srgbClr>
            </a:solidFill>
            <a:prstDash val="solid"/>
          </a:ln>
        </p:spPr>
      </p:sp>
      <p:pic>
        <p:nvPicPr>
          <p:cNvPr id="66" name="Image 3" descr="Redo">    </p:cNvPr>
          <p:cNvPicPr>
            <a:picLocks noChangeAspect="1"/>
          </p:cNvPicPr>
          <p:nvPr/>
        </p:nvPicPr>
        <p:blipFill>
          <a:blip r:embed="rId4"/>
          <a:stretch>
            <a:fillRect/>
          </a:stretch>
        </p:blipFill>
        <p:spPr>
          <a:xfrm>
            <a:off x="4502506" y="5508346"/>
            <a:ext cx="285293" cy="285293"/>
          </a:xfrm>
          <a:prstGeom prst="rect">
            <a:avLst/>
          </a:prstGeom>
        </p:spPr>
      </p:pic>
      <p:sp>
        <p:nvSpPr>
          <p:cNvPr id="67" name="Shape 60"/>
          <p:cNvSpPr/>
          <p:nvPr/>
        </p:nvSpPr>
        <p:spPr>
          <a:xfrm>
            <a:off x="5074920" y="5193792"/>
            <a:ext cx="6565392" cy="914400"/>
          </a:xfrm>
          <a:prstGeom prst="roundRect">
            <a:avLst>
              <a:gd name="adj" fmla="val 8000"/>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68" name="Shape 61"/>
          <p:cNvSpPr/>
          <p:nvPr/>
        </p:nvSpPr>
        <p:spPr>
          <a:xfrm>
            <a:off x="5257800" y="5413248"/>
            <a:ext cx="1624838" cy="548640"/>
          </a:xfrm>
          <a:prstGeom prst="roundRect">
            <a:avLst>
              <a:gd name="adj" fmla="val 13333"/>
            </a:avLst>
          </a:prstGeom>
          <a:solidFill>
            <a:schemeClr val="accent1">
              <a:alpha val="24000"/>
            </a:schemeClr>
          </a:solidFill>
          <a:ln w="15875">
            <a:solidFill>
              <a:srgbClr val="D9700F"/>
            </a:solidFill>
            <a:prstDash val="solid"/>
          </a:ln>
        </p:spPr>
      </p:sp>
      <p:sp>
        <p:nvSpPr>
          <p:cNvPr id="69" name="Text 62"/>
          <p:cNvSpPr txBox="1"/>
          <p:nvPr/>
        </p:nvSpPr>
        <p:spPr>
          <a:xfrm>
            <a:off x="5257800" y="5413248"/>
            <a:ext cx="1624838" cy="548640"/>
          </a:xfrm>
          <a:prstGeom prst="rect">
            <a:avLst/>
          </a:prstGeom>
          <a:noFill/>
          <a:ln/>
        </p:spPr>
        <p:txBody>
          <a:bodyPr wrap="square" lIns="0" tIns="0" rIns="0" bIns="0" rtlCol="0" anchor="ctr"/>
          <a:lstStyle/>
          <a:p>
            <a:pPr algn="ctr" indent="0" marL="0">
              <a:buNone/>
            </a:pPr>
            <a:r>
              <a:rPr lang="en-US" sz="1900" b="1" dirty="0">
                <a:solidFill>
                  <a:schemeClr val="tx1"/>
                </a:solidFill>
              </a:rPr>
              <a:t>Om 10 uur</a:t>
            </a:r>
            <a:endParaRPr lang="en-US" sz="1900" dirty="0"/>
          </a:p>
        </p:txBody>
      </p:sp>
      <p:sp>
        <p:nvSpPr>
          <p:cNvPr id="70" name="Shape 63"/>
          <p:cNvSpPr/>
          <p:nvPr/>
        </p:nvSpPr>
        <p:spPr>
          <a:xfrm>
            <a:off x="6992366" y="5413248"/>
            <a:ext cx="1428933" cy="548640"/>
          </a:xfrm>
          <a:prstGeom prst="ellipse">
            <a:avLst/>
          </a:prstGeom>
          <a:noFill/>
          <a:ln w="28575">
            <a:solidFill>
              <a:srgbClr val="B83227"/>
            </a:solidFill>
            <a:prstDash val="solid"/>
          </a:ln>
        </p:spPr>
      </p:sp>
      <p:sp>
        <p:nvSpPr>
          <p:cNvPr id="71" name="Text 64"/>
          <p:cNvSpPr txBox="1"/>
          <p:nvPr/>
        </p:nvSpPr>
        <p:spPr>
          <a:xfrm>
            <a:off x="6992366" y="5413248"/>
            <a:ext cx="1428933" cy="548640"/>
          </a:xfrm>
          <a:prstGeom prst="rect">
            <a:avLst/>
          </a:prstGeom>
          <a:noFill/>
          <a:ln/>
        </p:spPr>
        <p:txBody>
          <a:bodyPr wrap="square" lIns="0" tIns="0" rIns="0" bIns="0" rtlCol="0" anchor="ctr"/>
          <a:lstStyle/>
          <a:p>
            <a:pPr algn="ctr" indent="0" marL="0">
              <a:buNone/>
            </a:pPr>
            <a:r>
              <a:rPr lang="en-US" sz="1900" b="1" dirty="0">
                <a:solidFill>
                  <a:schemeClr val="accent6"/>
                </a:solidFill>
              </a:rPr>
              <a:t>hebben</a:t>
            </a:r>
            <a:endParaRPr lang="en-US" sz="1900" dirty="0"/>
          </a:p>
        </p:txBody>
      </p:sp>
      <p:sp>
        <p:nvSpPr>
          <p:cNvPr id="72" name="Shape 65"/>
          <p:cNvSpPr/>
          <p:nvPr/>
        </p:nvSpPr>
        <p:spPr>
          <a:xfrm>
            <a:off x="8531027" y="5413248"/>
            <a:ext cx="587248" cy="548640"/>
          </a:xfrm>
          <a:prstGeom prst="roundRect">
            <a:avLst>
              <a:gd name="adj" fmla="val 13333"/>
            </a:avLst>
          </a:prstGeom>
          <a:solidFill>
            <a:schemeClr val="accent2">
              <a:alpha val="14000"/>
            </a:schemeClr>
          </a:solidFill>
          <a:ln w="15875">
            <a:solidFill>
              <a:srgbClr val="2A6FB0"/>
            </a:solidFill>
            <a:prstDash val="solid"/>
          </a:ln>
        </p:spPr>
      </p:sp>
      <p:sp>
        <p:nvSpPr>
          <p:cNvPr id="73" name="Text 66"/>
          <p:cNvSpPr txBox="1"/>
          <p:nvPr/>
        </p:nvSpPr>
        <p:spPr>
          <a:xfrm>
            <a:off x="8531027" y="5413248"/>
            <a:ext cx="587248" cy="548640"/>
          </a:xfrm>
          <a:prstGeom prst="rect">
            <a:avLst/>
          </a:prstGeom>
          <a:noFill/>
          <a:ln/>
        </p:spPr>
        <p:txBody>
          <a:bodyPr wrap="square" lIns="0" tIns="0" rIns="0" bIns="0" rtlCol="0" anchor="ctr"/>
          <a:lstStyle/>
          <a:p>
            <a:pPr algn="ctr" indent="0" marL="0">
              <a:buNone/>
            </a:pPr>
            <a:r>
              <a:rPr lang="en-US" sz="1900" b="1" dirty="0">
                <a:solidFill>
                  <a:schemeClr val="accent2"/>
                </a:solidFill>
              </a:rPr>
              <a:t>we</a:t>
            </a:r>
            <a:endParaRPr lang="en-US" sz="1900" dirty="0"/>
          </a:p>
        </p:txBody>
      </p:sp>
      <p:sp>
        <p:nvSpPr>
          <p:cNvPr id="74" name="Text 67"/>
          <p:cNvSpPr txBox="1"/>
          <p:nvPr/>
        </p:nvSpPr>
        <p:spPr>
          <a:xfrm>
            <a:off x="9228003" y="5413248"/>
            <a:ext cx="2214808" cy="548640"/>
          </a:xfrm>
          <a:prstGeom prst="rect">
            <a:avLst/>
          </a:prstGeom>
          <a:noFill/>
          <a:ln/>
        </p:spPr>
        <p:txBody>
          <a:bodyPr wrap="square" lIns="0" tIns="0" rIns="0" bIns="0" rtlCol="0" anchor="ctr"/>
          <a:lstStyle/>
          <a:p>
            <a:pPr algn="ctr" indent="0" marL="0">
              <a:buNone/>
            </a:pPr>
            <a:r>
              <a:rPr lang="en-US" sz="1900" dirty="0">
                <a:solidFill>
                  <a:schemeClr val="tx1"/>
                </a:solidFill>
              </a:rPr>
              <a:t>een vergadering.</a:t>
            </a:r>
            <a:endParaRPr lang="en-US" sz="1900" dirty="0"/>
          </a:p>
        </p:txBody>
      </p:sp>
      <p:sp>
        <p:nvSpPr>
          <p:cNvPr id="75" name="Shape 68"/>
          <p:cNvSpPr/>
          <p:nvPr/>
        </p:nvSpPr>
        <p:spPr>
          <a:xfrm>
            <a:off x="5942203" y="5221224"/>
            <a:ext cx="201168" cy="201168"/>
          </a:xfrm>
          <a:prstGeom prst="ellipse">
            <a:avLst/>
          </a:prstGeom>
          <a:solidFill>
            <a:schemeClr val="tx2"/>
          </a:solidFill>
          <a:ln w="12700">
            <a:solidFill>
              <a:srgbClr val="FFFFFF">
                <a:alpha val="0"/>
              </a:srgbClr>
            </a:solidFill>
            <a:prstDash val="solid"/>
          </a:ln>
        </p:spPr>
      </p:sp>
      <p:sp>
        <p:nvSpPr>
          <p:cNvPr id="76" name="Text 69"/>
          <p:cNvSpPr txBox="1"/>
          <p:nvPr/>
        </p:nvSpPr>
        <p:spPr>
          <a:xfrm>
            <a:off x="5942203" y="5221224"/>
            <a:ext cx="201168" cy="201168"/>
          </a:xfrm>
          <a:prstGeom prst="rect">
            <a:avLst/>
          </a:prstGeom>
          <a:noFill/>
          <a:ln/>
        </p:spPr>
        <p:txBody>
          <a:bodyPr wrap="square" lIns="0" tIns="0" rIns="0" bIns="0" rtlCol="0" anchor="ctr"/>
          <a:lstStyle/>
          <a:p>
            <a:pPr algn="ctr" indent="0" marL="0">
              <a:buNone/>
            </a:pPr>
            <a:r>
              <a:rPr lang="en-US" sz="700" b="1" dirty="0">
                <a:solidFill>
                  <a:schemeClr val="bg1"/>
                </a:solidFill>
              </a:rPr>
              <a:t>1</a:t>
            </a:r>
            <a:endParaRPr lang="en-US" sz="700" dirty="0"/>
          </a:p>
        </p:txBody>
      </p:sp>
      <p:sp>
        <p:nvSpPr>
          <p:cNvPr id="77" name="Shape 70"/>
          <p:cNvSpPr/>
          <p:nvPr/>
        </p:nvSpPr>
        <p:spPr>
          <a:xfrm>
            <a:off x="7523952" y="5166360"/>
            <a:ext cx="310896" cy="310896"/>
          </a:xfrm>
          <a:prstGeom prst="ellipse">
            <a:avLst/>
          </a:prstGeom>
          <a:noFill/>
          <a:ln w="25400">
            <a:solidFill>
              <a:srgbClr val="B83227"/>
            </a:solidFill>
            <a:prstDash val="solid"/>
          </a:ln>
        </p:spPr>
      </p:sp>
      <p:sp>
        <p:nvSpPr>
          <p:cNvPr id="78" name="Shape 71"/>
          <p:cNvSpPr/>
          <p:nvPr/>
        </p:nvSpPr>
        <p:spPr>
          <a:xfrm>
            <a:off x="7578816" y="5221224"/>
            <a:ext cx="201168" cy="201168"/>
          </a:xfrm>
          <a:prstGeom prst="ellipse">
            <a:avLst/>
          </a:prstGeom>
          <a:solidFill>
            <a:schemeClr val="accent6"/>
          </a:solidFill>
          <a:ln w="12700">
            <a:solidFill>
              <a:srgbClr val="FFFFFF">
                <a:alpha val="0"/>
              </a:srgbClr>
            </a:solidFill>
            <a:prstDash val="solid"/>
          </a:ln>
        </p:spPr>
      </p:sp>
      <p:sp>
        <p:nvSpPr>
          <p:cNvPr id="79" name="Text 72"/>
          <p:cNvSpPr txBox="1"/>
          <p:nvPr/>
        </p:nvSpPr>
        <p:spPr>
          <a:xfrm>
            <a:off x="7578816" y="5221224"/>
            <a:ext cx="201168" cy="201168"/>
          </a:xfrm>
          <a:prstGeom prst="rect">
            <a:avLst/>
          </a:prstGeom>
          <a:noFill/>
          <a:ln/>
        </p:spPr>
        <p:txBody>
          <a:bodyPr wrap="square" lIns="0" tIns="0" rIns="0" bIns="0" rtlCol="0" anchor="ctr"/>
          <a:lstStyle/>
          <a:p>
            <a:pPr algn="ctr" indent="0" marL="0">
              <a:buNone/>
            </a:pPr>
            <a:r>
              <a:rPr lang="en-US" sz="700" b="1" dirty="0">
                <a:solidFill>
                  <a:schemeClr val="bg1"/>
                </a:solidFill>
              </a:rPr>
              <a:t>2</a:t>
            </a:r>
            <a:endParaRPr lang="en-US" sz="700" dirty="0"/>
          </a:p>
        </p:txBody>
      </p:sp>
      <p:sp>
        <p:nvSpPr>
          <p:cNvPr id="80" name="Shape 73"/>
          <p:cNvSpPr/>
          <p:nvPr/>
        </p:nvSpPr>
        <p:spPr>
          <a:xfrm>
            <a:off x="8696635" y="5221224"/>
            <a:ext cx="201168" cy="201168"/>
          </a:xfrm>
          <a:prstGeom prst="ellipse">
            <a:avLst/>
          </a:prstGeom>
          <a:solidFill>
            <a:schemeClr val="tx2"/>
          </a:solidFill>
          <a:ln w="12700">
            <a:solidFill>
              <a:srgbClr val="FFFFFF">
                <a:alpha val="0"/>
              </a:srgbClr>
            </a:solidFill>
            <a:prstDash val="solid"/>
          </a:ln>
        </p:spPr>
      </p:sp>
      <p:sp>
        <p:nvSpPr>
          <p:cNvPr id="81" name="Text 74"/>
          <p:cNvSpPr txBox="1"/>
          <p:nvPr/>
        </p:nvSpPr>
        <p:spPr>
          <a:xfrm>
            <a:off x="8696635" y="5221224"/>
            <a:ext cx="201168" cy="201168"/>
          </a:xfrm>
          <a:prstGeom prst="rect">
            <a:avLst/>
          </a:prstGeom>
          <a:noFill/>
          <a:ln/>
        </p:spPr>
        <p:txBody>
          <a:bodyPr wrap="square" lIns="0" tIns="0" rIns="0" bIns="0" rtlCol="0" anchor="ctr"/>
          <a:lstStyle/>
          <a:p>
            <a:pPr algn="ctr" indent="0" marL="0">
              <a:buNone/>
            </a:pPr>
            <a:r>
              <a:rPr lang="en-US" sz="700" b="1" dirty="0">
                <a:solidFill>
                  <a:schemeClr val="bg1"/>
                </a:solidFill>
              </a:rPr>
              <a:t>3</a:t>
            </a:r>
            <a:endParaRPr lang="en-US" sz="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La pince verbale — deux verbes, deux places</a:t>
            </a:r>
            <a:endParaRPr lang="en-US" sz="3000" dirty="0"/>
          </a:p>
        </p:txBody>
      </p:sp>
      <p:sp>
        <p:nvSpPr>
          <p:cNvPr id="3" name="tag"/>
          <p:cNvSpPr/>
          <p:nvPr/>
        </p:nvSpPr>
        <p:spPr>
          <a:xfrm>
            <a:off x="548640" y="237744"/>
            <a:ext cx="1336853"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GRAMMAIRE</a:t>
            </a:r>
            <a:endParaRPr lang="en-US" sz="1200" dirty="0"/>
          </a:p>
        </p:txBody>
      </p:sp>
      <p:sp>
        <p:nvSpPr>
          <p:cNvPr id="5" name="Shape 2"/>
          <p:cNvSpPr/>
          <p:nvPr/>
        </p:nvSpPr>
        <p:spPr>
          <a:xfrm>
            <a:off x="548640" y="1755648"/>
            <a:ext cx="1965960" cy="1143000"/>
          </a:xfrm>
          <a:prstGeom prst="roundRect">
            <a:avLst>
              <a:gd name="adj" fmla="val 6400"/>
            </a:avLst>
          </a:prstGeom>
          <a:solidFill>
            <a:schemeClr val="tx2"/>
          </a:solidFill>
          <a:ln w="12700">
            <a:solidFill>
              <a:srgbClr val="FFFFFF">
                <a:alpha val="0"/>
              </a:srgbClr>
            </a:solidFill>
            <a:prstDash val="solid"/>
          </a:ln>
        </p:spPr>
      </p:sp>
      <p:sp>
        <p:nvSpPr>
          <p:cNvPr id="6" name="Text 3"/>
          <p:cNvSpPr txBox="1"/>
          <p:nvPr/>
        </p:nvSpPr>
        <p:spPr>
          <a:xfrm>
            <a:off x="658368" y="1755648"/>
            <a:ext cx="1783080" cy="1143000"/>
          </a:xfrm>
          <a:prstGeom prst="rect">
            <a:avLst/>
          </a:prstGeom>
          <a:noFill/>
          <a:ln/>
        </p:spPr>
        <p:txBody>
          <a:bodyPr wrap="square" lIns="0" tIns="0" rIns="0" bIns="0" rtlCol="0" anchor="ctr"/>
          <a:lstStyle/>
          <a:p>
            <a:pPr algn="ctr" indent="0" marL="0">
              <a:spcAft>
                <a:spcPts val="200"/>
              </a:spcAft>
              <a:buNone/>
            </a:pPr>
            <a:r>
              <a:rPr lang="en-US" sz="1600" b="1" dirty="0">
                <a:solidFill>
                  <a:schemeClr val="bg1"/>
                </a:solidFill>
              </a:rPr>
              <a:t>Verbe à particule</a:t>
            </a:r>
            <a:endParaRPr lang="en-US" sz="1600" dirty="0"/>
          </a:p>
          <a:p>
            <a:pPr algn="ctr" indent="0" marL="0">
              <a:spcAft>
                <a:spcPts val="200"/>
              </a:spcAft>
              <a:buNone/>
            </a:pPr>
            <a:r>
              <a:rPr lang="en-US" sz="1600" i="1" dirty="0">
                <a:solidFill>
                  <a:schemeClr val="bg1"/>
                </a:solidFill>
              </a:rPr>
              <a:t>(opbellen)</a:t>
            </a:r>
            <a:endParaRPr lang="en-US" sz="1600" dirty="0"/>
          </a:p>
        </p:txBody>
      </p:sp>
      <p:sp>
        <p:nvSpPr>
          <p:cNvPr id="7" name="Shape 4"/>
          <p:cNvSpPr/>
          <p:nvPr/>
        </p:nvSpPr>
        <p:spPr>
          <a:xfrm>
            <a:off x="4910328" y="1956816"/>
            <a:ext cx="3941064" cy="585216"/>
          </a:xfrm>
          <a:prstGeom prst="roundRect">
            <a:avLst>
              <a:gd name="adj" fmla="val 9375"/>
            </a:avLst>
          </a:prstGeom>
          <a:solidFill>
            <a:srgbClr val="E3E8EF"/>
          </a:solidFill>
          <a:ln w="12700">
            <a:solidFill>
              <a:srgbClr val="FFFFFF">
                <a:alpha val="0"/>
              </a:srgbClr>
            </a:solidFill>
            <a:prstDash val="solid"/>
          </a:ln>
        </p:spPr>
      </p:sp>
      <p:sp>
        <p:nvSpPr>
          <p:cNvPr id="8" name="Shape 5"/>
          <p:cNvSpPr/>
          <p:nvPr/>
        </p:nvSpPr>
        <p:spPr>
          <a:xfrm>
            <a:off x="4183380" y="1719072"/>
            <a:ext cx="1784708" cy="914"/>
          </a:xfrm>
          <a:prstGeom prst="line">
            <a:avLst/>
          </a:prstGeom>
          <a:noFill/>
          <a:ln w="57150">
            <a:solidFill>
              <a:srgbClr val="B83227"/>
            </a:solidFill>
            <a:prstDash val="solid"/>
          </a:ln>
        </p:spPr>
      </p:sp>
      <p:sp>
        <p:nvSpPr>
          <p:cNvPr id="9" name="Shape 6"/>
          <p:cNvSpPr/>
          <p:nvPr/>
        </p:nvSpPr>
        <p:spPr>
          <a:xfrm>
            <a:off x="7862212" y="1719072"/>
            <a:ext cx="1784708" cy="914"/>
          </a:xfrm>
          <a:prstGeom prst="line">
            <a:avLst/>
          </a:prstGeom>
          <a:noFill/>
          <a:ln w="57150">
            <a:solidFill>
              <a:srgbClr val="B83227"/>
            </a:solidFill>
            <a:prstDash val="solid"/>
          </a:ln>
        </p:spPr>
      </p:sp>
      <p:sp>
        <p:nvSpPr>
          <p:cNvPr id="10" name="Text 7"/>
          <p:cNvSpPr txBox="1"/>
          <p:nvPr/>
        </p:nvSpPr>
        <p:spPr>
          <a:xfrm>
            <a:off x="5968088" y="1572768"/>
            <a:ext cx="1894125" cy="292608"/>
          </a:xfrm>
          <a:prstGeom prst="rect">
            <a:avLst/>
          </a:prstGeom>
          <a:noFill/>
          <a:ln/>
        </p:spPr>
        <p:txBody>
          <a:bodyPr wrap="square" lIns="0" tIns="0" rIns="0" bIns="0" rtlCol="0" anchor="ctr"/>
          <a:lstStyle/>
          <a:p>
            <a:pPr algn="ctr" indent="0" marL="0">
              <a:buNone/>
            </a:pPr>
            <a:r>
              <a:rPr lang="en-US" sz="1300" i="1" dirty="0">
                <a:solidFill>
                  <a:schemeClr val="accent5"/>
                </a:solidFill>
              </a:rPr>
              <a:t>le cœur de la phrase</a:t>
            </a:r>
            <a:endParaRPr lang="en-US" sz="1300" dirty="0"/>
          </a:p>
        </p:txBody>
      </p:sp>
      <p:sp>
        <p:nvSpPr>
          <p:cNvPr id="11" name="Shape 8"/>
          <p:cNvSpPr/>
          <p:nvPr/>
        </p:nvSpPr>
        <p:spPr>
          <a:xfrm>
            <a:off x="4183380" y="1700784"/>
            <a:ext cx="914" cy="256032"/>
          </a:xfrm>
          <a:prstGeom prst="line">
            <a:avLst/>
          </a:prstGeom>
          <a:noFill/>
          <a:ln w="57150">
            <a:solidFill>
              <a:srgbClr val="B83227"/>
            </a:solidFill>
            <a:prstDash val="solid"/>
          </a:ln>
        </p:spPr>
      </p:sp>
      <p:sp>
        <p:nvSpPr>
          <p:cNvPr id="12" name="Shape 9"/>
          <p:cNvSpPr/>
          <p:nvPr/>
        </p:nvSpPr>
        <p:spPr>
          <a:xfrm>
            <a:off x="9646920" y="1700784"/>
            <a:ext cx="914" cy="256032"/>
          </a:xfrm>
          <a:prstGeom prst="line">
            <a:avLst/>
          </a:prstGeom>
          <a:noFill/>
          <a:ln w="57150">
            <a:solidFill>
              <a:srgbClr val="B83227"/>
            </a:solidFill>
            <a:prstDash val="solid"/>
          </a:ln>
        </p:spPr>
      </p:sp>
      <p:sp>
        <p:nvSpPr>
          <p:cNvPr id="13" name="Text 10"/>
          <p:cNvSpPr txBox="1"/>
          <p:nvPr/>
        </p:nvSpPr>
        <p:spPr>
          <a:xfrm>
            <a:off x="2697480" y="1975104"/>
            <a:ext cx="685800" cy="548640"/>
          </a:xfrm>
          <a:prstGeom prst="rect">
            <a:avLst/>
          </a:prstGeom>
          <a:noFill/>
          <a:ln/>
        </p:spPr>
        <p:txBody>
          <a:bodyPr wrap="square" lIns="0" tIns="0" rIns="0" bIns="0" rtlCol="0" anchor="ctr"/>
          <a:lstStyle/>
          <a:p>
            <a:pPr algn="ctr" indent="0" marL="0">
              <a:buNone/>
            </a:pPr>
            <a:r>
              <a:rPr lang="en-US" sz="2400" b="1" dirty="0">
                <a:solidFill>
                  <a:schemeClr val="accent2"/>
                </a:solidFill>
              </a:rPr>
              <a:t>Ik</a:t>
            </a:r>
            <a:endParaRPr lang="en-US" sz="2400" dirty="0"/>
          </a:p>
        </p:txBody>
      </p:sp>
      <p:sp>
        <p:nvSpPr>
          <p:cNvPr id="14" name="Shape 11"/>
          <p:cNvSpPr/>
          <p:nvPr/>
        </p:nvSpPr>
        <p:spPr>
          <a:xfrm>
            <a:off x="3520440" y="1975104"/>
            <a:ext cx="1325880" cy="548640"/>
          </a:xfrm>
          <a:prstGeom prst="ellipse">
            <a:avLst/>
          </a:prstGeom>
          <a:solidFill>
            <a:srgbClr val="FFFFFF"/>
          </a:solidFill>
          <a:ln w="28575">
            <a:solidFill>
              <a:srgbClr val="B83227"/>
            </a:solidFill>
            <a:prstDash val="solid"/>
          </a:ln>
        </p:spPr>
      </p:sp>
      <p:sp>
        <p:nvSpPr>
          <p:cNvPr id="15" name="Text 12"/>
          <p:cNvSpPr txBox="1"/>
          <p:nvPr/>
        </p:nvSpPr>
        <p:spPr>
          <a:xfrm>
            <a:off x="3520440" y="1975104"/>
            <a:ext cx="1325880" cy="548640"/>
          </a:xfrm>
          <a:prstGeom prst="rect">
            <a:avLst/>
          </a:prstGeom>
          <a:noFill/>
          <a:ln/>
        </p:spPr>
        <p:txBody>
          <a:bodyPr wrap="square" lIns="0" tIns="0" rIns="0" bIns="0" rtlCol="0" anchor="ctr"/>
          <a:lstStyle/>
          <a:p>
            <a:pPr algn="ctr" indent="0" marL="0">
              <a:buNone/>
            </a:pPr>
            <a:r>
              <a:rPr lang="en-US" sz="2400" b="1" dirty="0">
                <a:solidFill>
                  <a:schemeClr val="accent6"/>
                </a:solidFill>
              </a:rPr>
              <a:t>bel</a:t>
            </a:r>
            <a:endParaRPr lang="en-US" sz="2400" dirty="0"/>
          </a:p>
        </p:txBody>
      </p:sp>
      <p:sp>
        <p:nvSpPr>
          <p:cNvPr id="16" name="Text 13"/>
          <p:cNvSpPr txBox="1"/>
          <p:nvPr/>
        </p:nvSpPr>
        <p:spPr>
          <a:xfrm>
            <a:off x="4983480" y="1975104"/>
            <a:ext cx="3794760" cy="548640"/>
          </a:xfrm>
          <a:prstGeom prst="rect">
            <a:avLst/>
          </a:prstGeom>
          <a:noFill/>
          <a:ln/>
        </p:spPr>
        <p:txBody>
          <a:bodyPr wrap="square" lIns="0" tIns="0" rIns="0" bIns="0" rtlCol="0" anchor="ctr"/>
          <a:lstStyle/>
          <a:p>
            <a:pPr algn="ctr" indent="0" marL="0">
              <a:buNone/>
            </a:pPr>
            <a:r>
              <a:rPr lang="en-US" sz="2200" dirty="0">
                <a:solidFill>
                  <a:schemeClr val="tx1"/>
                </a:solidFill>
              </a:rPr>
              <a:t>morgen de klant</a:t>
            </a:r>
            <a:endParaRPr lang="en-US" sz="2200" dirty="0"/>
          </a:p>
        </p:txBody>
      </p:sp>
      <p:sp>
        <p:nvSpPr>
          <p:cNvPr id="17" name="Shape 14"/>
          <p:cNvSpPr/>
          <p:nvPr/>
        </p:nvSpPr>
        <p:spPr>
          <a:xfrm>
            <a:off x="8915400" y="1975104"/>
            <a:ext cx="1463040" cy="548640"/>
          </a:xfrm>
          <a:prstGeom prst="roundRect">
            <a:avLst>
              <a:gd name="adj" fmla="val 13333"/>
            </a:avLst>
          </a:prstGeom>
          <a:solidFill>
            <a:srgbClr val="FFFFFF"/>
          </a:solidFill>
          <a:ln w="22225">
            <a:solidFill>
              <a:srgbClr val="B83227"/>
            </a:solidFill>
            <a:prstDash val="dash"/>
          </a:ln>
        </p:spPr>
      </p:sp>
      <p:sp>
        <p:nvSpPr>
          <p:cNvPr id="18" name="Text 15"/>
          <p:cNvSpPr txBox="1"/>
          <p:nvPr/>
        </p:nvSpPr>
        <p:spPr>
          <a:xfrm>
            <a:off x="8915400" y="1975104"/>
            <a:ext cx="1463040" cy="548640"/>
          </a:xfrm>
          <a:prstGeom prst="rect">
            <a:avLst/>
          </a:prstGeom>
          <a:noFill/>
          <a:ln/>
        </p:spPr>
        <p:txBody>
          <a:bodyPr wrap="square" lIns="0" tIns="0" rIns="0" bIns="0" rtlCol="0" anchor="ctr"/>
          <a:lstStyle/>
          <a:p>
            <a:pPr algn="ctr" indent="0" marL="0">
              <a:buNone/>
            </a:pPr>
            <a:r>
              <a:rPr lang="en-US" sz="2400" b="1" dirty="0">
                <a:solidFill>
                  <a:schemeClr val="accent6"/>
                </a:solidFill>
              </a:rPr>
              <a:t>op.</a:t>
            </a:r>
            <a:endParaRPr lang="en-US" sz="2400" dirty="0"/>
          </a:p>
        </p:txBody>
      </p:sp>
      <p:sp>
        <p:nvSpPr>
          <p:cNvPr id="19" name="Text 16"/>
          <p:cNvSpPr txBox="1"/>
          <p:nvPr/>
        </p:nvSpPr>
        <p:spPr>
          <a:xfrm>
            <a:off x="2697480" y="2578608"/>
            <a:ext cx="5394960" cy="329184"/>
          </a:xfrm>
          <a:prstGeom prst="rect">
            <a:avLst/>
          </a:prstGeom>
          <a:noFill/>
          <a:ln/>
        </p:spPr>
        <p:txBody>
          <a:bodyPr wrap="square" lIns="0" tIns="0" rIns="0" bIns="0" rtlCol="0" anchor="ctr"/>
          <a:lstStyle/>
          <a:p>
            <a:pPr algn="l" indent="0" marL="0">
              <a:buNone/>
            </a:pPr>
            <a:r>
              <a:rPr lang="en-US" sz="1600" i="1" dirty="0">
                <a:solidFill>
                  <a:schemeClr val="accent5"/>
                </a:solidFill>
              </a:rPr>
              <a:t>J’</a:t>
            </a:r>
            <a:r>
              <a:rPr lang="en-US" sz="1600" i="1" u="sng" dirty="0">
                <a:solidFill>
                  <a:schemeClr val="accent5"/>
                </a:solidFill>
              </a:rPr>
              <a:t>appelle</a:t>
            </a:r>
            <a:r>
              <a:rPr lang="en-US" sz="1600" i="1" dirty="0">
                <a:solidFill>
                  <a:schemeClr val="accent5"/>
                </a:solidFill>
              </a:rPr>
              <a:t> le client demain.</a:t>
            </a:r>
            <a:endParaRPr lang="en-US" sz="1600" dirty="0"/>
          </a:p>
        </p:txBody>
      </p:sp>
      <p:sp>
        <p:nvSpPr>
          <p:cNvPr id="20" name="tag"/>
          <p:cNvSpPr/>
          <p:nvPr/>
        </p:nvSpPr>
        <p:spPr>
          <a:xfrm>
            <a:off x="8458200" y="2606040"/>
            <a:ext cx="3047086" cy="274320"/>
          </a:xfrm>
          <a:prstGeom prst="roundRect">
            <a:avLst>
              <a:gd name="adj" fmla="val 16667"/>
            </a:avLst>
          </a:prstGeom>
          <a:solidFill>
            <a:schemeClr val="accent5"/>
          </a:solidFill>
          <a:ln/>
        </p:spPr>
        <p:txBody>
          <a:bodyPr wrap="square" lIns="0" tIns="0" rIns="0" bIns="0" rtlCol="0" anchor="ctr"/>
          <a:lstStyle/>
          <a:p>
            <a:pPr algn="ctr" indent="0" marL="0">
              <a:buNone/>
            </a:pPr>
            <a:r>
              <a:rPr lang="en-US" sz="1100" b="1" spc="100" kern="0" dirty="0">
                <a:solidFill>
                  <a:srgbClr val="FFFFFF"/>
                </a:solidFill>
              </a:rPr>
              <a:t>FR : collés · NL : séparés</a:t>
            </a:r>
            <a:endParaRPr lang="en-US" sz="1100" dirty="0"/>
          </a:p>
        </p:txBody>
      </p:sp>
      <p:sp>
        <p:nvSpPr>
          <p:cNvPr id="21" name="Shape 18"/>
          <p:cNvSpPr/>
          <p:nvPr/>
        </p:nvSpPr>
        <p:spPr>
          <a:xfrm>
            <a:off x="548640" y="3328416"/>
            <a:ext cx="1965960" cy="1143000"/>
          </a:xfrm>
          <a:prstGeom prst="roundRect">
            <a:avLst>
              <a:gd name="adj" fmla="val 6400"/>
            </a:avLst>
          </a:prstGeom>
          <a:solidFill>
            <a:schemeClr val="tx2"/>
          </a:solidFill>
          <a:ln w="12700">
            <a:solidFill>
              <a:srgbClr val="FFFFFF">
                <a:alpha val="0"/>
              </a:srgbClr>
            </a:solidFill>
            <a:prstDash val="solid"/>
          </a:ln>
        </p:spPr>
      </p:sp>
      <p:sp>
        <p:nvSpPr>
          <p:cNvPr id="22" name="Text 19"/>
          <p:cNvSpPr txBox="1"/>
          <p:nvPr/>
        </p:nvSpPr>
        <p:spPr>
          <a:xfrm>
            <a:off x="658368" y="3328416"/>
            <a:ext cx="1783080" cy="1143000"/>
          </a:xfrm>
          <a:prstGeom prst="rect">
            <a:avLst/>
          </a:prstGeom>
          <a:noFill/>
          <a:ln/>
        </p:spPr>
        <p:txBody>
          <a:bodyPr wrap="square" lIns="0" tIns="0" rIns="0" bIns="0" rtlCol="0" anchor="ctr"/>
          <a:lstStyle/>
          <a:p>
            <a:pPr algn="ctr" indent="0" marL="0">
              <a:spcAft>
                <a:spcPts val="200"/>
              </a:spcAft>
              <a:buNone/>
            </a:pPr>
            <a:r>
              <a:rPr lang="en-US" sz="1600" b="1" dirty="0">
                <a:solidFill>
                  <a:schemeClr val="bg1"/>
                </a:solidFill>
              </a:rPr>
              <a:t>Verbe + infinitif</a:t>
            </a:r>
            <a:endParaRPr lang="en-US" sz="1600" dirty="0"/>
          </a:p>
        </p:txBody>
      </p:sp>
      <p:sp>
        <p:nvSpPr>
          <p:cNvPr id="23" name="Shape 20"/>
          <p:cNvSpPr/>
          <p:nvPr/>
        </p:nvSpPr>
        <p:spPr>
          <a:xfrm>
            <a:off x="4910328" y="3529584"/>
            <a:ext cx="3941064" cy="585216"/>
          </a:xfrm>
          <a:prstGeom prst="roundRect">
            <a:avLst>
              <a:gd name="adj" fmla="val 9375"/>
            </a:avLst>
          </a:prstGeom>
          <a:solidFill>
            <a:srgbClr val="E3E8EF"/>
          </a:solidFill>
          <a:ln w="12700">
            <a:solidFill>
              <a:srgbClr val="FFFFFF">
                <a:alpha val="0"/>
              </a:srgbClr>
            </a:solidFill>
            <a:prstDash val="solid"/>
          </a:ln>
        </p:spPr>
      </p:sp>
      <p:sp>
        <p:nvSpPr>
          <p:cNvPr id="24" name="Shape 21"/>
          <p:cNvSpPr/>
          <p:nvPr/>
        </p:nvSpPr>
        <p:spPr>
          <a:xfrm>
            <a:off x="4183380" y="3291840"/>
            <a:ext cx="5463540" cy="914"/>
          </a:xfrm>
          <a:prstGeom prst="line">
            <a:avLst/>
          </a:prstGeom>
          <a:noFill/>
          <a:ln w="57150">
            <a:solidFill>
              <a:srgbClr val="B83227"/>
            </a:solidFill>
            <a:prstDash val="solid"/>
          </a:ln>
        </p:spPr>
      </p:sp>
      <p:sp>
        <p:nvSpPr>
          <p:cNvPr id="25" name="Shape 22"/>
          <p:cNvSpPr/>
          <p:nvPr/>
        </p:nvSpPr>
        <p:spPr>
          <a:xfrm>
            <a:off x="4183380" y="3273552"/>
            <a:ext cx="914" cy="256032"/>
          </a:xfrm>
          <a:prstGeom prst="line">
            <a:avLst/>
          </a:prstGeom>
          <a:noFill/>
          <a:ln w="57150">
            <a:solidFill>
              <a:srgbClr val="B83227"/>
            </a:solidFill>
            <a:prstDash val="solid"/>
          </a:ln>
        </p:spPr>
      </p:sp>
      <p:sp>
        <p:nvSpPr>
          <p:cNvPr id="26" name="Shape 23"/>
          <p:cNvSpPr/>
          <p:nvPr/>
        </p:nvSpPr>
        <p:spPr>
          <a:xfrm>
            <a:off x="9646920" y="3273552"/>
            <a:ext cx="914" cy="256032"/>
          </a:xfrm>
          <a:prstGeom prst="line">
            <a:avLst/>
          </a:prstGeom>
          <a:noFill/>
          <a:ln w="57150">
            <a:solidFill>
              <a:srgbClr val="B83227"/>
            </a:solidFill>
            <a:prstDash val="solid"/>
          </a:ln>
        </p:spPr>
      </p:sp>
      <p:sp>
        <p:nvSpPr>
          <p:cNvPr id="27" name="Text 24"/>
          <p:cNvSpPr txBox="1"/>
          <p:nvPr/>
        </p:nvSpPr>
        <p:spPr>
          <a:xfrm>
            <a:off x="2697480" y="3547872"/>
            <a:ext cx="685800" cy="548640"/>
          </a:xfrm>
          <a:prstGeom prst="rect">
            <a:avLst/>
          </a:prstGeom>
          <a:noFill/>
          <a:ln/>
        </p:spPr>
        <p:txBody>
          <a:bodyPr wrap="square" lIns="0" tIns="0" rIns="0" bIns="0" rtlCol="0" anchor="ctr"/>
          <a:lstStyle/>
          <a:p>
            <a:pPr algn="ctr" indent="0" marL="0">
              <a:buNone/>
            </a:pPr>
            <a:r>
              <a:rPr lang="en-US" sz="2400" b="1" dirty="0">
                <a:solidFill>
                  <a:schemeClr val="accent2"/>
                </a:solidFill>
              </a:rPr>
              <a:t>Ik</a:t>
            </a:r>
            <a:endParaRPr lang="en-US" sz="2400" dirty="0"/>
          </a:p>
        </p:txBody>
      </p:sp>
      <p:sp>
        <p:nvSpPr>
          <p:cNvPr id="28" name="Shape 25"/>
          <p:cNvSpPr/>
          <p:nvPr/>
        </p:nvSpPr>
        <p:spPr>
          <a:xfrm>
            <a:off x="3520440" y="3547872"/>
            <a:ext cx="1325880" cy="548640"/>
          </a:xfrm>
          <a:prstGeom prst="ellipse">
            <a:avLst/>
          </a:prstGeom>
          <a:solidFill>
            <a:srgbClr val="FFFFFF"/>
          </a:solidFill>
          <a:ln w="28575">
            <a:solidFill>
              <a:srgbClr val="B83227"/>
            </a:solidFill>
            <a:prstDash val="solid"/>
          </a:ln>
        </p:spPr>
      </p:sp>
      <p:sp>
        <p:nvSpPr>
          <p:cNvPr id="29" name="Text 26"/>
          <p:cNvSpPr txBox="1"/>
          <p:nvPr/>
        </p:nvSpPr>
        <p:spPr>
          <a:xfrm>
            <a:off x="3520440" y="3547872"/>
            <a:ext cx="1325880" cy="548640"/>
          </a:xfrm>
          <a:prstGeom prst="rect">
            <a:avLst/>
          </a:prstGeom>
          <a:noFill/>
          <a:ln/>
        </p:spPr>
        <p:txBody>
          <a:bodyPr wrap="square" lIns="0" tIns="0" rIns="0" bIns="0" rtlCol="0" anchor="ctr"/>
          <a:lstStyle/>
          <a:p>
            <a:pPr algn="ctr" indent="0" marL="0">
              <a:buNone/>
            </a:pPr>
            <a:r>
              <a:rPr lang="en-US" sz="2400" b="1" dirty="0">
                <a:solidFill>
                  <a:schemeClr val="accent6"/>
                </a:solidFill>
              </a:rPr>
              <a:t>moet</a:t>
            </a:r>
            <a:endParaRPr lang="en-US" sz="2400" dirty="0"/>
          </a:p>
        </p:txBody>
      </p:sp>
      <p:sp>
        <p:nvSpPr>
          <p:cNvPr id="30" name="Text 27"/>
          <p:cNvSpPr txBox="1"/>
          <p:nvPr/>
        </p:nvSpPr>
        <p:spPr>
          <a:xfrm>
            <a:off x="4983480" y="3547872"/>
            <a:ext cx="3794760" cy="548640"/>
          </a:xfrm>
          <a:prstGeom prst="rect">
            <a:avLst/>
          </a:prstGeom>
          <a:noFill/>
          <a:ln/>
        </p:spPr>
        <p:txBody>
          <a:bodyPr wrap="square" lIns="0" tIns="0" rIns="0" bIns="0" rtlCol="0" anchor="ctr"/>
          <a:lstStyle/>
          <a:p>
            <a:pPr algn="ctr" indent="0" marL="0">
              <a:buNone/>
            </a:pPr>
            <a:r>
              <a:rPr lang="en-US" sz="2200" dirty="0">
                <a:solidFill>
                  <a:schemeClr val="tx1"/>
                </a:solidFill>
              </a:rPr>
              <a:t>morgen</a:t>
            </a:r>
            <a:endParaRPr lang="en-US" sz="2200" dirty="0"/>
          </a:p>
        </p:txBody>
      </p:sp>
      <p:sp>
        <p:nvSpPr>
          <p:cNvPr id="31" name="Shape 28"/>
          <p:cNvSpPr/>
          <p:nvPr/>
        </p:nvSpPr>
        <p:spPr>
          <a:xfrm>
            <a:off x="8915400" y="3547872"/>
            <a:ext cx="1463040" cy="548640"/>
          </a:xfrm>
          <a:prstGeom prst="roundRect">
            <a:avLst>
              <a:gd name="adj" fmla="val 13333"/>
            </a:avLst>
          </a:prstGeom>
          <a:solidFill>
            <a:srgbClr val="FFFFFF"/>
          </a:solidFill>
          <a:ln w="22225">
            <a:solidFill>
              <a:srgbClr val="B83227"/>
            </a:solidFill>
            <a:prstDash val="dash"/>
          </a:ln>
        </p:spPr>
      </p:sp>
      <p:sp>
        <p:nvSpPr>
          <p:cNvPr id="32" name="Text 29"/>
          <p:cNvSpPr txBox="1"/>
          <p:nvPr/>
        </p:nvSpPr>
        <p:spPr>
          <a:xfrm>
            <a:off x="8915400" y="3547872"/>
            <a:ext cx="1463040" cy="548640"/>
          </a:xfrm>
          <a:prstGeom prst="rect">
            <a:avLst/>
          </a:prstGeom>
          <a:noFill/>
          <a:ln/>
        </p:spPr>
        <p:txBody>
          <a:bodyPr wrap="square" lIns="0" tIns="0" rIns="0" bIns="0" rtlCol="0" anchor="ctr"/>
          <a:lstStyle/>
          <a:p>
            <a:pPr algn="ctr" indent="0" marL="0">
              <a:buNone/>
            </a:pPr>
            <a:r>
              <a:rPr lang="en-US" sz="2400" b="1" dirty="0">
                <a:solidFill>
                  <a:schemeClr val="accent6"/>
                </a:solidFill>
              </a:rPr>
              <a:t>werken.</a:t>
            </a:r>
            <a:endParaRPr lang="en-US" sz="2400" dirty="0"/>
          </a:p>
        </p:txBody>
      </p:sp>
      <p:sp>
        <p:nvSpPr>
          <p:cNvPr id="33" name="Text 30"/>
          <p:cNvSpPr txBox="1"/>
          <p:nvPr/>
        </p:nvSpPr>
        <p:spPr>
          <a:xfrm>
            <a:off x="2697480" y="4151376"/>
            <a:ext cx="5394960" cy="329184"/>
          </a:xfrm>
          <a:prstGeom prst="rect">
            <a:avLst/>
          </a:prstGeom>
          <a:noFill/>
          <a:ln/>
        </p:spPr>
        <p:txBody>
          <a:bodyPr wrap="square" lIns="0" tIns="0" rIns="0" bIns="0" rtlCol="0" anchor="ctr"/>
          <a:lstStyle/>
          <a:p>
            <a:pPr algn="l" indent="0" marL="0">
              <a:buNone/>
            </a:pPr>
            <a:r>
              <a:rPr lang="en-US" sz="1600" i="1" dirty="0">
                <a:solidFill>
                  <a:schemeClr val="accent5"/>
                </a:solidFill>
              </a:rPr>
              <a:t>Je </a:t>
            </a:r>
            <a:r>
              <a:rPr lang="en-US" sz="1600" i="1" u="sng" dirty="0">
                <a:solidFill>
                  <a:schemeClr val="accent5"/>
                </a:solidFill>
              </a:rPr>
              <a:t>dois travailler</a:t>
            </a:r>
            <a:r>
              <a:rPr lang="en-US" sz="1600" i="1" dirty="0">
                <a:solidFill>
                  <a:schemeClr val="accent5"/>
                </a:solidFill>
              </a:rPr>
              <a:t> demain.</a:t>
            </a:r>
            <a:endParaRPr lang="en-US" sz="1600" dirty="0"/>
          </a:p>
        </p:txBody>
      </p:sp>
      <p:sp>
        <p:nvSpPr>
          <p:cNvPr id="34" name="tag"/>
          <p:cNvSpPr/>
          <p:nvPr/>
        </p:nvSpPr>
        <p:spPr>
          <a:xfrm>
            <a:off x="8458200" y="4178808"/>
            <a:ext cx="3047086" cy="274320"/>
          </a:xfrm>
          <a:prstGeom prst="roundRect">
            <a:avLst>
              <a:gd name="adj" fmla="val 16667"/>
            </a:avLst>
          </a:prstGeom>
          <a:solidFill>
            <a:schemeClr val="accent5"/>
          </a:solidFill>
          <a:ln/>
        </p:spPr>
        <p:txBody>
          <a:bodyPr wrap="square" lIns="0" tIns="0" rIns="0" bIns="0" rtlCol="0" anchor="ctr"/>
          <a:lstStyle/>
          <a:p>
            <a:pPr algn="ctr" indent="0" marL="0">
              <a:buNone/>
            </a:pPr>
            <a:r>
              <a:rPr lang="en-US" sz="1100" b="1" spc="100" kern="0" dirty="0">
                <a:solidFill>
                  <a:srgbClr val="FFFFFF"/>
                </a:solidFill>
              </a:rPr>
              <a:t>FR : collés · NL : séparés</a:t>
            </a:r>
            <a:endParaRPr lang="en-US" sz="1100" dirty="0"/>
          </a:p>
        </p:txBody>
      </p:sp>
      <p:sp>
        <p:nvSpPr>
          <p:cNvPr id="35" name="Shape 32"/>
          <p:cNvSpPr/>
          <p:nvPr/>
        </p:nvSpPr>
        <p:spPr>
          <a:xfrm>
            <a:off x="548640" y="4901184"/>
            <a:ext cx="1965960" cy="1143000"/>
          </a:xfrm>
          <a:prstGeom prst="roundRect">
            <a:avLst>
              <a:gd name="adj" fmla="val 6400"/>
            </a:avLst>
          </a:prstGeom>
          <a:solidFill>
            <a:schemeClr val="tx2"/>
          </a:solidFill>
          <a:ln w="12700">
            <a:solidFill>
              <a:srgbClr val="FFFFFF">
                <a:alpha val="0"/>
              </a:srgbClr>
            </a:solidFill>
            <a:prstDash val="solid"/>
          </a:ln>
        </p:spPr>
      </p:sp>
      <p:sp>
        <p:nvSpPr>
          <p:cNvPr id="36" name="Text 33"/>
          <p:cNvSpPr txBox="1"/>
          <p:nvPr/>
        </p:nvSpPr>
        <p:spPr>
          <a:xfrm>
            <a:off x="658368" y="4901184"/>
            <a:ext cx="1783080" cy="1143000"/>
          </a:xfrm>
          <a:prstGeom prst="rect">
            <a:avLst/>
          </a:prstGeom>
          <a:noFill/>
          <a:ln/>
        </p:spPr>
        <p:txBody>
          <a:bodyPr wrap="square" lIns="0" tIns="0" rIns="0" bIns="0" rtlCol="0" anchor="ctr"/>
          <a:lstStyle/>
          <a:p>
            <a:pPr algn="ctr" indent="0" marL="0">
              <a:spcAft>
                <a:spcPts val="200"/>
              </a:spcAft>
              <a:buNone/>
            </a:pPr>
            <a:r>
              <a:rPr lang="en-US" sz="1600" b="1" dirty="0">
                <a:solidFill>
                  <a:schemeClr val="bg1"/>
                </a:solidFill>
              </a:rPr>
              <a:t>Futur proche</a:t>
            </a:r>
            <a:endParaRPr lang="en-US" sz="1600" dirty="0"/>
          </a:p>
        </p:txBody>
      </p:sp>
      <p:sp>
        <p:nvSpPr>
          <p:cNvPr id="37" name="Shape 34"/>
          <p:cNvSpPr/>
          <p:nvPr/>
        </p:nvSpPr>
        <p:spPr>
          <a:xfrm>
            <a:off x="4910328" y="5102352"/>
            <a:ext cx="3941064" cy="585216"/>
          </a:xfrm>
          <a:prstGeom prst="roundRect">
            <a:avLst>
              <a:gd name="adj" fmla="val 9375"/>
            </a:avLst>
          </a:prstGeom>
          <a:solidFill>
            <a:srgbClr val="E3E8EF"/>
          </a:solidFill>
          <a:ln w="12700">
            <a:solidFill>
              <a:srgbClr val="FFFFFF">
                <a:alpha val="0"/>
              </a:srgbClr>
            </a:solidFill>
            <a:prstDash val="solid"/>
          </a:ln>
        </p:spPr>
      </p:sp>
      <p:sp>
        <p:nvSpPr>
          <p:cNvPr id="38" name="Shape 35"/>
          <p:cNvSpPr/>
          <p:nvPr/>
        </p:nvSpPr>
        <p:spPr>
          <a:xfrm>
            <a:off x="4183380" y="4864608"/>
            <a:ext cx="5463540" cy="914"/>
          </a:xfrm>
          <a:prstGeom prst="line">
            <a:avLst/>
          </a:prstGeom>
          <a:noFill/>
          <a:ln w="57150">
            <a:solidFill>
              <a:srgbClr val="B83227"/>
            </a:solidFill>
            <a:prstDash val="solid"/>
          </a:ln>
        </p:spPr>
      </p:sp>
      <p:sp>
        <p:nvSpPr>
          <p:cNvPr id="39" name="Shape 36"/>
          <p:cNvSpPr/>
          <p:nvPr/>
        </p:nvSpPr>
        <p:spPr>
          <a:xfrm>
            <a:off x="4183380" y="4846320"/>
            <a:ext cx="914" cy="256032"/>
          </a:xfrm>
          <a:prstGeom prst="line">
            <a:avLst/>
          </a:prstGeom>
          <a:noFill/>
          <a:ln w="57150">
            <a:solidFill>
              <a:srgbClr val="B83227"/>
            </a:solidFill>
            <a:prstDash val="solid"/>
          </a:ln>
        </p:spPr>
      </p:sp>
      <p:sp>
        <p:nvSpPr>
          <p:cNvPr id="40" name="Shape 37"/>
          <p:cNvSpPr/>
          <p:nvPr/>
        </p:nvSpPr>
        <p:spPr>
          <a:xfrm>
            <a:off x="9646920" y="4846320"/>
            <a:ext cx="914" cy="256032"/>
          </a:xfrm>
          <a:prstGeom prst="line">
            <a:avLst/>
          </a:prstGeom>
          <a:noFill/>
          <a:ln w="57150">
            <a:solidFill>
              <a:srgbClr val="B83227"/>
            </a:solidFill>
            <a:prstDash val="solid"/>
          </a:ln>
        </p:spPr>
      </p:sp>
      <p:sp>
        <p:nvSpPr>
          <p:cNvPr id="41" name="Text 38"/>
          <p:cNvSpPr txBox="1"/>
          <p:nvPr/>
        </p:nvSpPr>
        <p:spPr>
          <a:xfrm>
            <a:off x="2697480" y="5120640"/>
            <a:ext cx="685800" cy="548640"/>
          </a:xfrm>
          <a:prstGeom prst="rect">
            <a:avLst/>
          </a:prstGeom>
          <a:noFill/>
          <a:ln/>
        </p:spPr>
        <p:txBody>
          <a:bodyPr wrap="square" lIns="0" tIns="0" rIns="0" bIns="0" rtlCol="0" anchor="ctr"/>
          <a:lstStyle/>
          <a:p>
            <a:pPr algn="ctr" indent="0" marL="0">
              <a:buNone/>
            </a:pPr>
            <a:r>
              <a:rPr lang="en-US" sz="2400" b="1" dirty="0">
                <a:solidFill>
                  <a:schemeClr val="accent2"/>
                </a:solidFill>
              </a:rPr>
              <a:t>Ik</a:t>
            </a:r>
            <a:endParaRPr lang="en-US" sz="2400" dirty="0"/>
          </a:p>
        </p:txBody>
      </p:sp>
      <p:sp>
        <p:nvSpPr>
          <p:cNvPr id="42" name="Shape 39"/>
          <p:cNvSpPr/>
          <p:nvPr/>
        </p:nvSpPr>
        <p:spPr>
          <a:xfrm>
            <a:off x="3520440" y="5120640"/>
            <a:ext cx="1325880" cy="548640"/>
          </a:xfrm>
          <a:prstGeom prst="ellipse">
            <a:avLst/>
          </a:prstGeom>
          <a:solidFill>
            <a:srgbClr val="FFFFFF"/>
          </a:solidFill>
          <a:ln w="28575">
            <a:solidFill>
              <a:srgbClr val="B83227"/>
            </a:solidFill>
            <a:prstDash val="solid"/>
          </a:ln>
        </p:spPr>
      </p:sp>
      <p:sp>
        <p:nvSpPr>
          <p:cNvPr id="43" name="Text 40"/>
          <p:cNvSpPr txBox="1"/>
          <p:nvPr/>
        </p:nvSpPr>
        <p:spPr>
          <a:xfrm>
            <a:off x="3520440" y="5120640"/>
            <a:ext cx="1325880" cy="548640"/>
          </a:xfrm>
          <a:prstGeom prst="rect">
            <a:avLst/>
          </a:prstGeom>
          <a:noFill/>
          <a:ln/>
        </p:spPr>
        <p:txBody>
          <a:bodyPr wrap="square" lIns="0" tIns="0" rIns="0" bIns="0" rtlCol="0" anchor="ctr"/>
          <a:lstStyle/>
          <a:p>
            <a:pPr algn="ctr" indent="0" marL="0">
              <a:buNone/>
            </a:pPr>
            <a:r>
              <a:rPr lang="en-US" sz="2400" b="1" dirty="0">
                <a:solidFill>
                  <a:schemeClr val="accent6"/>
                </a:solidFill>
              </a:rPr>
              <a:t>ga</a:t>
            </a:r>
            <a:endParaRPr lang="en-US" sz="2400" dirty="0"/>
          </a:p>
        </p:txBody>
      </p:sp>
      <p:sp>
        <p:nvSpPr>
          <p:cNvPr id="44" name="Text 41"/>
          <p:cNvSpPr txBox="1"/>
          <p:nvPr/>
        </p:nvSpPr>
        <p:spPr>
          <a:xfrm>
            <a:off x="4983480" y="5120640"/>
            <a:ext cx="3794760" cy="548640"/>
          </a:xfrm>
          <a:prstGeom prst="rect">
            <a:avLst/>
          </a:prstGeom>
          <a:noFill/>
          <a:ln/>
        </p:spPr>
        <p:txBody>
          <a:bodyPr wrap="square" lIns="0" tIns="0" rIns="0" bIns="0" rtlCol="0" anchor="ctr"/>
          <a:lstStyle/>
          <a:p>
            <a:pPr algn="ctr" indent="0" marL="0">
              <a:buNone/>
            </a:pPr>
            <a:r>
              <a:rPr lang="en-US" sz="2200" dirty="0">
                <a:solidFill>
                  <a:schemeClr val="tx1"/>
                </a:solidFill>
              </a:rPr>
              <a:t>vanavond een film</a:t>
            </a:r>
            <a:endParaRPr lang="en-US" sz="2200" dirty="0"/>
          </a:p>
        </p:txBody>
      </p:sp>
      <p:sp>
        <p:nvSpPr>
          <p:cNvPr id="45" name="Shape 42"/>
          <p:cNvSpPr/>
          <p:nvPr/>
        </p:nvSpPr>
        <p:spPr>
          <a:xfrm>
            <a:off x="8915400" y="5120640"/>
            <a:ext cx="1463040" cy="548640"/>
          </a:xfrm>
          <a:prstGeom prst="roundRect">
            <a:avLst>
              <a:gd name="adj" fmla="val 13333"/>
            </a:avLst>
          </a:prstGeom>
          <a:solidFill>
            <a:srgbClr val="FFFFFF"/>
          </a:solidFill>
          <a:ln w="22225">
            <a:solidFill>
              <a:srgbClr val="B83227"/>
            </a:solidFill>
            <a:prstDash val="dash"/>
          </a:ln>
        </p:spPr>
      </p:sp>
      <p:sp>
        <p:nvSpPr>
          <p:cNvPr id="46" name="Text 43"/>
          <p:cNvSpPr txBox="1"/>
          <p:nvPr/>
        </p:nvSpPr>
        <p:spPr>
          <a:xfrm>
            <a:off x="8915400" y="5120640"/>
            <a:ext cx="1463040" cy="548640"/>
          </a:xfrm>
          <a:prstGeom prst="rect">
            <a:avLst/>
          </a:prstGeom>
          <a:noFill/>
          <a:ln/>
        </p:spPr>
        <p:txBody>
          <a:bodyPr wrap="square" lIns="0" tIns="0" rIns="0" bIns="0" rtlCol="0" anchor="ctr"/>
          <a:lstStyle/>
          <a:p>
            <a:pPr algn="ctr" indent="0" marL="0">
              <a:buNone/>
            </a:pPr>
            <a:r>
              <a:rPr lang="en-US" sz="2400" b="1" dirty="0">
                <a:solidFill>
                  <a:schemeClr val="accent6"/>
                </a:solidFill>
              </a:rPr>
              <a:t>kijken.</a:t>
            </a:r>
            <a:endParaRPr lang="en-US" sz="2400" dirty="0"/>
          </a:p>
        </p:txBody>
      </p:sp>
      <p:sp>
        <p:nvSpPr>
          <p:cNvPr id="47" name="Text 44"/>
          <p:cNvSpPr txBox="1"/>
          <p:nvPr/>
        </p:nvSpPr>
        <p:spPr>
          <a:xfrm>
            <a:off x="2697480" y="5724144"/>
            <a:ext cx="5394960" cy="329184"/>
          </a:xfrm>
          <a:prstGeom prst="rect">
            <a:avLst/>
          </a:prstGeom>
          <a:noFill/>
          <a:ln/>
        </p:spPr>
        <p:txBody>
          <a:bodyPr wrap="square" lIns="0" tIns="0" rIns="0" bIns="0" rtlCol="0" anchor="ctr"/>
          <a:lstStyle/>
          <a:p>
            <a:pPr algn="l" indent="0" marL="0">
              <a:buNone/>
            </a:pPr>
            <a:r>
              <a:rPr lang="en-US" sz="1600" i="1" dirty="0">
                <a:solidFill>
                  <a:schemeClr val="accent5"/>
                </a:solidFill>
              </a:rPr>
              <a:t>Je </a:t>
            </a:r>
            <a:r>
              <a:rPr lang="en-US" sz="1600" i="1" u="sng" dirty="0">
                <a:solidFill>
                  <a:schemeClr val="accent5"/>
                </a:solidFill>
              </a:rPr>
              <a:t>vais regarder</a:t>
            </a:r>
            <a:r>
              <a:rPr lang="en-US" sz="1600" i="1" dirty="0">
                <a:solidFill>
                  <a:schemeClr val="accent5"/>
                </a:solidFill>
              </a:rPr>
              <a:t> un film ce soir.</a:t>
            </a:r>
            <a:endParaRPr lang="en-US" sz="1600" dirty="0"/>
          </a:p>
        </p:txBody>
      </p:sp>
      <p:sp>
        <p:nvSpPr>
          <p:cNvPr id="48" name="tag"/>
          <p:cNvSpPr/>
          <p:nvPr/>
        </p:nvSpPr>
        <p:spPr>
          <a:xfrm>
            <a:off x="8458200" y="5751576"/>
            <a:ext cx="3047086" cy="274320"/>
          </a:xfrm>
          <a:prstGeom prst="roundRect">
            <a:avLst>
              <a:gd name="adj" fmla="val 16667"/>
            </a:avLst>
          </a:prstGeom>
          <a:solidFill>
            <a:schemeClr val="accent5"/>
          </a:solidFill>
          <a:ln/>
        </p:spPr>
        <p:txBody>
          <a:bodyPr wrap="square" lIns="0" tIns="0" rIns="0" bIns="0" rtlCol="0" anchor="ctr"/>
          <a:lstStyle/>
          <a:p>
            <a:pPr algn="ctr" indent="0" marL="0">
              <a:buNone/>
            </a:pPr>
            <a:r>
              <a:rPr lang="en-US" sz="1100" b="1" spc="100" kern="0" dirty="0">
                <a:solidFill>
                  <a:srgbClr val="FFFFFF"/>
                </a:solidFill>
              </a:rPr>
              <a:t>FR : collés · NL : séparés</a:t>
            </a:r>
            <a:endParaRPr lang="en-US" sz="11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À retenir — la carte du module</a:t>
            </a:r>
            <a:endParaRPr lang="en-US" sz="3000" dirty="0"/>
          </a:p>
        </p:txBody>
      </p:sp>
      <p:sp>
        <p:nvSpPr>
          <p:cNvPr id="3" name="tag"/>
          <p:cNvSpPr/>
          <p:nvPr/>
        </p:nvSpPr>
        <p:spPr>
          <a:xfrm>
            <a:off x="548640" y="237744"/>
            <a:ext cx="1446581"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À RETENIR</a:t>
            </a:r>
            <a:endParaRPr lang="en-US" sz="1200" dirty="0"/>
          </a:p>
        </p:txBody>
      </p:sp>
      <p:sp>
        <p:nvSpPr>
          <p:cNvPr id="5" name="Shape 2"/>
          <p:cNvSpPr/>
          <p:nvPr/>
        </p:nvSpPr>
        <p:spPr>
          <a:xfrm>
            <a:off x="548640" y="1572768"/>
            <a:ext cx="3429000" cy="4690872"/>
          </a:xfrm>
          <a:prstGeom prst="roundRect">
            <a:avLst>
              <a:gd name="adj" fmla="val 2133"/>
            </a:avLst>
          </a:prstGeom>
          <a:solidFill>
            <a:srgbClr val="FFFFFF"/>
          </a:solidFill>
          <a:ln w="19050">
            <a:solidFill>
              <a:srgbClr val="D9700F"/>
            </a:solidFill>
            <a:prstDash val="solid"/>
          </a:ln>
          <a:effectLst>
            <a:outerShdw sx="100000" sy="100000" kx="0" ky="0" algn="bl" rotWithShape="0" blurRad="101600" dist="25400" dir="3600000">
              <a:srgbClr val="000000">
                <a:alpha val="16000"/>
              </a:srgbClr>
            </a:outerShdw>
          </a:effectLst>
        </p:spPr>
      </p:sp>
      <p:sp>
        <p:nvSpPr>
          <p:cNvPr id="6" name="Shape 3"/>
          <p:cNvSpPr/>
          <p:nvPr/>
        </p:nvSpPr>
        <p:spPr>
          <a:xfrm>
            <a:off x="548640" y="1572768"/>
            <a:ext cx="3429000" cy="566928"/>
          </a:xfrm>
          <a:prstGeom prst="roundRect">
            <a:avLst>
              <a:gd name="adj" fmla="val 12903"/>
            </a:avLst>
          </a:prstGeom>
          <a:solidFill>
            <a:schemeClr val="accent1"/>
          </a:solidFill>
          <a:ln w="12700">
            <a:solidFill>
              <a:srgbClr val="FFFFFF">
                <a:alpha val="0"/>
              </a:srgbClr>
            </a:solidFill>
            <a:prstDash val="solid"/>
          </a:ln>
        </p:spPr>
      </p:sp>
      <p:sp>
        <p:nvSpPr>
          <p:cNvPr id="7" name="Shape 4"/>
          <p:cNvSpPr/>
          <p:nvPr/>
        </p:nvSpPr>
        <p:spPr>
          <a:xfrm>
            <a:off x="548640" y="1920240"/>
            <a:ext cx="3429000" cy="219456"/>
          </a:xfrm>
          <a:prstGeom prst="rect">
            <a:avLst/>
          </a:prstGeom>
          <a:solidFill>
            <a:schemeClr val="accent1"/>
          </a:solidFill>
          <a:ln w="12700">
            <a:solidFill>
              <a:srgbClr val="FFFFFF">
                <a:alpha val="0"/>
              </a:srgbClr>
            </a:solidFill>
            <a:prstDash val="solid"/>
          </a:ln>
        </p:spPr>
      </p:sp>
      <p:sp>
        <p:nvSpPr>
          <p:cNvPr id="8" name="Shape 5"/>
          <p:cNvSpPr/>
          <p:nvPr/>
        </p:nvSpPr>
        <p:spPr>
          <a:xfrm>
            <a:off x="685800" y="1645920"/>
            <a:ext cx="420624" cy="420624"/>
          </a:xfrm>
          <a:prstGeom prst="ellipse">
            <a:avLst/>
          </a:prstGeom>
          <a:solidFill>
            <a:srgbClr val="FFFFFF"/>
          </a:solidFill>
          <a:ln w="12700">
            <a:solidFill>
              <a:srgbClr val="FFFFFF">
                <a:alpha val="0"/>
              </a:srgbClr>
            </a:solidFill>
            <a:prstDash val="solid"/>
          </a:ln>
        </p:spPr>
      </p:sp>
      <p:sp>
        <p:nvSpPr>
          <p:cNvPr id="9" name="Text 6"/>
          <p:cNvSpPr txBox="1"/>
          <p:nvPr/>
        </p:nvSpPr>
        <p:spPr>
          <a:xfrm>
            <a:off x="685800" y="1645920"/>
            <a:ext cx="420624" cy="420624"/>
          </a:xfrm>
          <a:prstGeom prst="rect">
            <a:avLst/>
          </a:prstGeom>
          <a:noFill/>
          <a:ln/>
        </p:spPr>
        <p:txBody>
          <a:bodyPr wrap="square" lIns="0" tIns="0" rIns="0" bIns="0" rtlCol="0" anchor="ctr"/>
          <a:lstStyle/>
          <a:p>
            <a:pPr algn="ctr" indent="0" marL="0">
              <a:buNone/>
            </a:pPr>
            <a:r>
              <a:rPr lang="en-US" sz="1600" b="1" dirty="0">
                <a:solidFill>
                  <a:schemeClr val="accent1"/>
                </a:solidFill>
              </a:rPr>
              <a:t>1</a:t>
            </a:r>
            <a:endParaRPr lang="en-US" sz="1600" dirty="0"/>
          </a:p>
        </p:txBody>
      </p:sp>
      <p:sp>
        <p:nvSpPr>
          <p:cNvPr id="10" name="Text 7"/>
          <p:cNvSpPr txBox="1"/>
          <p:nvPr/>
        </p:nvSpPr>
        <p:spPr>
          <a:xfrm>
            <a:off x="1234440" y="1572768"/>
            <a:ext cx="2606040" cy="566928"/>
          </a:xfrm>
          <a:prstGeom prst="rect">
            <a:avLst/>
          </a:prstGeom>
          <a:noFill/>
          <a:ln/>
        </p:spPr>
        <p:txBody>
          <a:bodyPr wrap="square" lIns="0" tIns="0" rIns="0" bIns="0" rtlCol="0" anchor="ctr"/>
          <a:lstStyle/>
          <a:p>
            <a:pPr algn="l" indent="0" marL="0">
              <a:buNone/>
            </a:pPr>
            <a:r>
              <a:rPr lang="en-US" sz="2000" b="1" dirty="0">
                <a:solidFill>
                  <a:schemeClr val="bg1"/>
                </a:solidFill>
                <a:latin typeface="+mj-lt" pitchFamily="34" charset="0"/>
                <a:ea typeface="+mj-lt" pitchFamily="34" charset="-122"/>
                <a:cs typeface="+mj-lt" pitchFamily="34" charset="-120"/>
              </a:rPr>
              <a:t>Je conjugue</a:t>
            </a:r>
            <a:endParaRPr lang="en-US" sz="2000" dirty="0"/>
          </a:p>
        </p:txBody>
      </p:sp>
      <p:pic>
        <p:nvPicPr>
          <p:cNvPr id="11" name="Image 0" descr="ArrowRight">    </p:cNvPr>
          <p:cNvPicPr>
            <a:picLocks noChangeAspect="1"/>
          </p:cNvPicPr>
          <p:nvPr/>
        </p:nvPicPr>
        <p:blipFill>
          <a:blip r:embed="rId1"/>
          <a:stretch>
            <a:fillRect/>
          </a:stretch>
        </p:blipFill>
        <p:spPr>
          <a:xfrm>
            <a:off x="4032504" y="3017520"/>
            <a:ext cx="292608" cy="292608"/>
          </a:xfrm>
          <a:prstGeom prst="rect">
            <a:avLst/>
          </a:prstGeom>
        </p:spPr>
      </p:pic>
      <p:sp>
        <p:nvSpPr>
          <p:cNvPr id="12" name="Shape 8"/>
          <p:cNvSpPr/>
          <p:nvPr/>
        </p:nvSpPr>
        <p:spPr>
          <a:xfrm>
            <a:off x="731520" y="4069080"/>
            <a:ext cx="3063240" cy="914"/>
          </a:xfrm>
          <a:prstGeom prst="line">
            <a:avLst/>
          </a:prstGeom>
          <a:noFill/>
          <a:ln w="12700">
            <a:solidFill>
              <a:srgbClr val="D5DCE6"/>
            </a:solidFill>
            <a:prstDash val="solid"/>
          </a:ln>
        </p:spPr>
      </p:sp>
      <p:sp>
        <p:nvSpPr>
          <p:cNvPr id="13" name="Text 9"/>
          <p:cNvSpPr txBox="1"/>
          <p:nvPr/>
        </p:nvSpPr>
        <p:spPr>
          <a:xfrm>
            <a:off x="731520" y="4160520"/>
            <a:ext cx="3063240" cy="2011680"/>
          </a:xfrm>
          <a:prstGeom prst="rect">
            <a:avLst/>
          </a:prstGeom>
          <a:noFill/>
          <a:ln/>
        </p:spPr>
        <p:txBody>
          <a:bodyPr wrap="square" lIns="0" tIns="0" rIns="0" bIns="0" rtlCol="0" anchor="t"/>
          <a:lstStyle/>
          <a:p>
            <a:pPr algn="l" marL="177800" indent="-177800">
              <a:spcAft>
                <a:spcPts val="800"/>
              </a:spcAft>
              <a:buSzPct val="100000"/>
              <a:buChar char="•"/>
            </a:pPr>
            <a:r>
              <a:rPr lang="en-US" sz="1600" b="1" dirty="0">
                <a:solidFill>
                  <a:schemeClr val="tx1"/>
                </a:solidFill>
              </a:rPr>
              <a:t>radical</a:t>
            </a:r>
            <a:r>
              <a:rPr lang="en-US" sz="1600" dirty="0">
                <a:solidFill>
                  <a:schemeClr val="tx1"/>
                </a:solidFill>
              </a:rPr>
              <a:t> (− en, doubler / simplifier)</a:t>
            </a:r>
            <a:endParaRPr lang="en-US" sz="1600" dirty="0"/>
          </a:p>
          <a:p>
            <a:pPr algn="l" marL="177800" indent="-177800">
              <a:spcAft>
                <a:spcPts val="800"/>
              </a:spcAft>
              <a:buSzPct val="100000"/>
              <a:buChar char="•"/>
            </a:pPr>
            <a:r>
              <a:rPr lang="en-US" sz="1600" b="1" dirty="0">
                <a:solidFill>
                  <a:schemeClr val="tx1"/>
                </a:solidFill>
              </a:rPr>
              <a:t>+ t</a:t>
            </a:r>
            <a:endParaRPr lang="en-US" sz="1600" dirty="0"/>
          </a:p>
          <a:p>
            <a:pPr algn="l" marL="177800" indent="-177800">
              <a:spcAft>
                <a:spcPts val="800"/>
              </a:spcAft>
              <a:buSzPct val="100000"/>
              <a:buChar char="•"/>
            </a:pPr>
            <a:r>
              <a:rPr lang="en-US" sz="1600" b="1" dirty="0">
                <a:solidFill>
                  <a:schemeClr val="tx1"/>
                </a:solidFill>
              </a:rPr>
              <a:t>infinitif</a:t>
            </a:r>
            <a:r>
              <a:rPr lang="en-US" sz="1600" dirty="0">
                <a:solidFill>
                  <a:schemeClr val="tx1"/>
                </a:solidFill>
              </a:rPr>
              <a:t> au pluriel</a:t>
            </a:r>
            <a:endParaRPr lang="en-US" sz="1600" dirty="0"/>
          </a:p>
        </p:txBody>
      </p:sp>
      <p:sp>
        <p:nvSpPr>
          <p:cNvPr id="14" name="Shape 10"/>
          <p:cNvSpPr/>
          <p:nvPr/>
        </p:nvSpPr>
        <p:spPr>
          <a:xfrm>
            <a:off x="4379976" y="1572768"/>
            <a:ext cx="3429000" cy="4690872"/>
          </a:xfrm>
          <a:prstGeom prst="roundRect">
            <a:avLst>
              <a:gd name="adj" fmla="val 2133"/>
            </a:avLst>
          </a:prstGeom>
          <a:solidFill>
            <a:srgbClr val="FFFFFF"/>
          </a:solidFill>
          <a:ln w="19050">
            <a:solidFill>
              <a:srgbClr val="2A6FB0"/>
            </a:solidFill>
            <a:prstDash val="solid"/>
          </a:ln>
          <a:effectLst>
            <a:outerShdw sx="100000" sy="100000" kx="0" ky="0" algn="bl" rotWithShape="0" blurRad="101600" dist="25400" dir="3600000">
              <a:srgbClr val="000000">
                <a:alpha val="16000"/>
              </a:srgbClr>
            </a:outerShdw>
          </a:effectLst>
        </p:spPr>
      </p:sp>
      <p:sp>
        <p:nvSpPr>
          <p:cNvPr id="15" name="Shape 11"/>
          <p:cNvSpPr/>
          <p:nvPr/>
        </p:nvSpPr>
        <p:spPr>
          <a:xfrm>
            <a:off x="4379976" y="1572768"/>
            <a:ext cx="3429000" cy="566928"/>
          </a:xfrm>
          <a:prstGeom prst="roundRect">
            <a:avLst>
              <a:gd name="adj" fmla="val 12903"/>
            </a:avLst>
          </a:prstGeom>
          <a:solidFill>
            <a:schemeClr val="accent2"/>
          </a:solidFill>
          <a:ln w="12700">
            <a:solidFill>
              <a:srgbClr val="FFFFFF">
                <a:alpha val="0"/>
              </a:srgbClr>
            </a:solidFill>
            <a:prstDash val="solid"/>
          </a:ln>
        </p:spPr>
      </p:sp>
      <p:sp>
        <p:nvSpPr>
          <p:cNvPr id="16" name="Shape 12"/>
          <p:cNvSpPr/>
          <p:nvPr/>
        </p:nvSpPr>
        <p:spPr>
          <a:xfrm>
            <a:off x="4379976" y="1920240"/>
            <a:ext cx="3429000" cy="219456"/>
          </a:xfrm>
          <a:prstGeom prst="rect">
            <a:avLst/>
          </a:prstGeom>
          <a:solidFill>
            <a:schemeClr val="accent2"/>
          </a:solidFill>
          <a:ln w="12700">
            <a:solidFill>
              <a:srgbClr val="FFFFFF">
                <a:alpha val="0"/>
              </a:srgbClr>
            </a:solidFill>
            <a:prstDash val="solid"/>
          </a:ln>
        </p:spPr>
      </p:sp>
      <p:sp>
        <p:nvSpPr>
          <p:cNvPr id="17" name="Shape 13"/>
          <p:cNvSpPr/>
          <p:nvPr/>
        </p:nvSpPr>
        <p:spPr>
          <a:xfrm>
            <a:off x="4517136" y="1645920"/>
            <a:ext cx="420624" cy="420624"/>
          </a:xfrm>
          <a:prstGeom prst="ellipse">
            <a:avLst/>
          </a:prstGeom>
          <a:solidFill>
            <a:srgbClr val="FFFFFF"/>
          </a:solidFill>
          <a:ln w="12700">
            <a:solidFill>
              <a:srgbClr val="FFFFFF">
                <a:alpha val="0"/>
              </a:srgbClr>
            </a:solidFill>
            <a:prstDash val="solid"/>
          </a:ln>
        </p:spPr>
      </p:sp>
      <p:sp>
        <p:nvSpPr>
          <p:cNvPr id="18" name="Text 14"/>
          <p:cNvSpPr txBox="1"/>
          <p:nvPr/>
        </p:nvSpPr>
        <p:spPr>
          <a:xfrm>
            <a:off x="4517136" y="1645920"/>
            <a:ext cx="420624" cy="420624"/>
          </a:xfrm>
          <a:prstGeom prst="rect">
            <a:avLst/>
          </a:prstGeom>
          <a:noFill/>
          <a:ln/>
        </p:spPr>
        <p:txBody>
          <a:bodyPr wrap="square" lIns="0" tIns="0" rIns="0" bIns="0" rtlCol="0" anchor="ctr"/>
          <a:lstStyle/>
          <a:p>
            <a:pPr algn="ctr" indent="0" marL="0">
              <a:buNone/>
            </a:pPr>
            <a:r>
              <a:rPr lang="en-US" sz="1600" b="1" dirty="0">
                <a:solidFill>
                  <a:schemeClr val="accent2"/>
                </a:solidFill>
              </a:rPr>
              <a:t>2</a:t>
            </a:r>
            <a:endParaRPr lang="en-US" sz="1600" dirty="0"/>
          </a:p>
        </p:txBody>
      </p:sp>
      <p:sp>
        <p:nvSpPr>
          <p:cNvPr id="19" name="Text 15"/>
          <p:cNvSpPr txBox="1"/>
          <p:nvPr/>
        </p:nvSpPr>
        <p:spPr>
          <a:xfrm>
            <a:off x="5065776" y="1572768"/>
            <a:ext cx="2606040" cy="566928"/>
          </a:xfrm>
          <a:prstGeom prst="rect">
            <a:avLst/>
          </a:prstGeom>
          <a:noFill/>
          <a:ln/>
        </p:spPr>
        <p:txBody>
          <a:bodyPr wrap="square" lIns="0" tIns="0" rIns="0" bIns="0" rtlCol="0" anchor="ctr"/>
          <a:lstStyle/>
          <a:p>
            <a:pPr algn="l" indent="0" marL="0">
              <a:buNone/>
            </a:pPr>
            <a:r>
              <a:rPr lang="en-US" sz="2000" b="1" dirty="0">
                <a:solidFill>
                  <a:schemeClr val="bg1"/>
                </a:solidFill>
                <a:latin typeface="+mj-lt" pitchFamily="34" charset="0"/>
                <a:ea typeface="+mj-lt" pitchFamily="34" charset="-122"/>
                <a:cs typeface="+mj-lt" pitchFamily="34" charset="-120"/>
              </a:rPr>
              <a:t>Je questionne</a:t>
            </a:r>
            <a:endParaRPr lang="en-US" sz="2000" dirty="0"/>
          </a:p>
        </p:txBody>
      </p:sp>
      <p:pic>
        <p:nvPicPr>
          <p:cNvPr id="20" name="Image 1" descr="ArrowRight">    </p:cNvPr>
          <p:cNvPicPr>
            <a:picLocks noChangeAspect="1"/>
          </p:cNvPicPr>
          <p:nvPr/>
        </p:nvPicPr>
        <p:blipFill>
          <a:blip r:embed="rId2"/>
          <a:stretch>
            <a:fillRect/>
          </a:stretch>
        </p:blipFill>
        <p:spPr>
          <a:xfrm>
            <a:off x="7863840" y="3017520"/>
            <a:ext cx="292608" cy="292608"/>
          </a:xfrm>
          <a:prstGeom prst="rect">
            <a:avLst/>
          </a:prstGeom>
        </p:spPr>
      </p:pic>
      <p:sp>
        <p:nvSpPr>
          <p:cNvPr id="21" name="Shape 16"/>
          <p:cNvSpPr/>
          <p:nvPr/>
        </p:nvSpPr>
        <p:spPr>
          <a:xfrm>
            <a:off x="4562856" y="4069080"/>
            <a:ext cx="3063240" cy="914"/>
          </a:xfrm>
          <a:prstGeom prst="line">
            <a:avLst/>
          </a:prstGeom>
          <a:noFill/>
          <a:ln w="12700">
            <a:solidFill>
              <a:srgbClr val="D5DCE6"/>
            </a:solidFill>
            <a:prstDash val="solid"/>
          </a:ln>
        </p:spPr>
      </p:sp>
      <p:sp>
        <p:nvSpPr>
          <p:cNvPr id="22" name="Text 17"/>
          <p:cNvSpPr txBox="1"/>
          <p:nvPr/>
        </p:nvSpPr>
        <p:spPr>
          <a:xfrm>
            <a:off x="4562856" y="4160520"/>
            <a:ext cx="3063240" cy="2011680"/>
          </a:xfrm>
          <a:prstGeom prst="rect">
            <a:avLst/>
          </a:prstGeom>
          <a:noFill/>
          <a:ln/>
        </p:spPr>
        <p:txBody>
          <a:bodyPr wrap="square" lIns="0" tIns="0" rIns="0" bIns="0" rtlCol="0" anchor="t"/>
          <a:lstStyle/>
          <a:p>
            <a:pPr algn="l" marL="177800" indent="-177800">
              <a:spcAft>
                <a:spcPts val="800"/>
              </a:spcAft>
              <a:buSzPct val="100000"/>
              <a:buChar char="•"/>
            </a:pPr>
            <a:r>
              <a:rPr lang="en-US" sz="1600" b="1" dirty="0">
                <a:solidFill>
                  <a:schemeClr val="tx1"/>
                </a:solidFill>
              </a:rPr>
              <a:t>verbe en tête</a:t>
            </a:r>
            <a:r>
              <a:rPr lang="en-US" sz="1600" dirty="0">
                <a:solidFill>
                  <a:schemeClr val="tx1"/>
                </a:solidFill>
              </a:rPr>
              <a:t> (oui/non)</a:t>
            </a:r>
            <a:endParaRPr lang="en-US" sz="1600" dirty="0"/>
          </a:p>
          <a:p>
            <a:pPr algn="l" marL="177800" indent="-177800">
              <a:spcAft>
                <a:spcPts val="800"/>
              </a:spcAft>
              <a:buSzPct val="100000"/>
              <a:buChar char="•"/>
            </a:pPr>
            <a:r>
              <a:rPr lang="en-US" sz="1600" dirty="0">
                <a:solidFill>
                  <a:schemeClr val="tx1"/>
                </a:solidFill>
              </a:rPr>
              <a:t>ou </a:t>
            </a:r>
            <a:r>
              <a:rPr lang="en-US" sz="1600" b="1" dirty="0">
                <a:solidFill>
                  <a:schemeClr val="tx1"/>
                </a:solidFill>
              </a:rPr>
              <a:t>mot interrogatif + verbe</a:t>
            </a:r>
            <a:endParaRPr lang="en-US" sz="1600" dirty="0"/>
          </a:p>
          <a:p>
            <a:pPr algn="l" marL="177800" indent="-177800">
              <a:spcAft>
                <a:spcPts val="800"/>
              </a:spcAft>
              <a:buSzPct val="100000"/>
              <a:buChar char="•"/>
            </a:pPr>
            <a:r>
              <a:rPr lang="en-US" sz="1600" i="1" dirty="0">
                <a:solidFill>
                  <a:schemeClr val="tx1"/>
                </a:solidFill>
              </a:rPr>
              <a:t>je / jij</a:t>
            </a:r>
            <a:r>
              <a:rPr lang="en-US" sz="1600" dirty="0">
                <a:solidFill>
                  <a:schemeClr val="tx1"/>
                </a:solidFill>
              </a:rPr>
              <a:t> après le verbe = </a:t>
            </a:r>
            <a:r>
              <a:rPr lang="en-US" sz="1600" b="1" dirty="0">
                <a:solidFill>
                  <a:schemeClr val="tx1"/>
                </a:solidFill>
              </a:rPr>
              <a:t>pas de t</a:t>
            </a:r>
            <a:endParaRPr lang="en-US" sz="1600" dirty="0"/>
          </a:p>
        </p:txBody>
      </p:sp>
      <p:sp>
        <p:nvSpPr>
          <p:cNvPr id="23" name="Shape 18"/>
          <p:cNvSpPr/>
          <p:nvPr/>
        </p:nvSpPr>
        <p:spPr>
          <a:xfrm>
            <a:off x="8211312" y="1572768"/>
            <a:ext cx="3429000" cy="4690872"/>
          </a:xfrm>
          <a:prstGeom prst="roundRect">
            <a:avLst>
              <a:gd name="adj" fmla="val 2133"/>
            </a:avLst>
          </a:prstGeom>
          <a:solidFill>
            <a:srgbClr val="FFFFFF"/>
          </a:solidFill>
          <a:ln w="19050">
            <a:solidFill>
              <a:srgbClr val="B83227"/>
            </a:solidFill>
            <a:prstDash val="solid"/>
          </a:ln>
          <a:effectLst>
            <a:outerShdw sx="100000" sy="100000" kx="0" ky="0" algn="bl" rotWithShape="0" blurRad="101600" dist="25400" dir="3600000">
              <a:srgbClr val="000000">
                <a:alpha val="16000"/>
              </a:srgbClr>
            </a:outerShdw>
          </a:effectLst>
        </p:spPr>
      </p:sp>
      <p:sp>
        <p:nvSpPr>
          <p:cNvPr id="24" name="Shape 19"/>
          <p:cNvSpPr/>
          <p:nvPr/>
        </p:nvSpPr>
        <p:spPr>
          <a:xfrm>
            <a:off x="8211312" y="1572768"/>
            <a:ext cx="3429000" cy="566928"/>
          </a:xfrm>
          <a:prstGeom prst="roundRect">
            <a:avLst>
              <a:gd name="adj" fmla="val 12903"/>
            </a:avLst>
          </a:prstGeom>
          <a:solidFill>
            <a:schemeClr val="accent6"/>
          </a:solidFill>
          <a:ln w="12700">
            <a:solidFill>
              <a:srgbClr val="FFFFFF">
                <a:alpha val="0"/>
              </a:srgbClr>
            </a:solidFill>
            <a:prstDash val="solid"/>
          </a:ln>
        </p:spPr>
      </p:sp>
      <p:sp>
        <p:nvSpPr>
          <p:cNvPr id="25" name="Shape 20"/>
          <p:cNvSpPr/>
          <p:nvPr/>
        </p:nvSpPr>
        <p:spPr>
          <a:xfrm>
            <a:off x="8211312" y="1920240"/>
            <a:ext cx="3429000" cy="219456"/>
          </a:xfrm>
          <a:prstGeom prst="rect">
            <a:avLst/>
          </a:prstGeom>
          <a:solidFill>
            <a:schemeClr val="accent6"/>
          </a:solidFill>
          <a:ln w="12700">
            <a:solidFill>
              <a:srgbClr val="FFFFFF">
                <a:alpha val="0"/>
              </a:srgbClr>
            </a:solidFill>
            <a:prstDash val="solid"/>
          </a:ln>
        </p:spPr>
      </p:sp>
      <p:sp>
        <p:nvSpPr>
          <p:cNvPr id="26" name="Shape 21"/>
          <p:cNvSpPr/>
          <p:nvPr/>
        </p:nvSpPr>
        <p:spPr>
          <a:xfrm>
            <a:off x="8348472" y="1645920"/>
            <a:ext cx="420624" cy="420624"/>
          </a:xfrm>
          <a:prstGeom prst="ellipse">
            <a:avLst/>
          </a:prstGeom>
          <a:solidFill>
            <a:srgbClr val="FFFFFF"/>
          </a:solidFill>
          <a:ln w="12700">
            <a:solidFill>
              <a:srgbClr val="FFFFFF">
                <a:alpha val="0"/>
              </a:srgbClr>
            </a:solidFill>
            <a:prstDash val="solid"/>
          </a:ln>
        </p:spPr>
      </p:sp>
      <p:sp>
        <p:nvSpPr>
          <p:cNvPr id="27" name="Text 22"/>
          <p:cNvSpPr txBox="1"/>
          <p:nvPr/>
        </p:nvSpPr>
        <p:spPr>
          <a:xfrm>
            <a:off x="8348472" y="1645920"/>
            <a:ext cx="420624" cy="420624"/>
          </a:xfrm>
          <a:prstGeom prst="rect">
            <a:avLst/>
          </a:prstGeom>
          <a:noFill/>
          <a:ln/>
        </p:spPr>
        <p:txBody>
          <a:bodyPr wrap="square" lIns="0" tIns="0" rIns="0" bIns="0" rtlCol="0" anchor="ctr"/>
          <a:lstStyle/>
          <a:p>
            <a:pPr algn="ctr" indent="0" marL="0">
              <a:buNone/>
            </a:pPr>
            <a:r>
              <a:rPr lang="en-US" sz="1600" b="1" dirty="0">
                <a:solidFill>
                  <a:schemeClr val="accent6"/>
                </a:solidFill>
              </a:rPr>
              <a:t>3</a:t>
            </a:r>
            <a:endParaRPr lang="en-US" sz="1600" dirty="0"/>
          </a:p>
        </p:txBody>
      </p:sp>
      <p:sp>
        <p:nvSpPr>
          <p:cNvPr id="28" name="Text 23"/>
          <p:cNvSpPr txBox="1"/>
          <p:nvPr/>
        </p:nvSpPr>
        <p:spPr>
          <a:xfrm>
            <a:off x="8897112" y="1572768"/>
            <a:ext cx="2606040" cy="566928"/>
          </a:xfrm>
          <a:prstGeom prst="rect">
            <a:avLst/>
          </a:prstGeom>
          <a:noFill/>
          <a:ln/>
        </p:spPr>
        <p:txBody>
          <a:bodyPr wrap="square" lIns="0" tIns="0" rIns="0" bIns="0" rtlCol="0" anchor="ctr"/>
          <a:lstStyle/>
          <a:p>
            <a:pPr algn="l" indent="0" marL="0">
              <a:buNone/>
            </a:pPr>
            <a:r>
              <a:rPr lang="en-US" sz="2000" b="1" dirty="0">
                <a:solidFill>
                  <a:schemeClr val="bg1"/>
                </a:solidFill>
                <a:latin typeface="+mj-lt" pitchFamily="34" charset="0"/>
                <a:ea typeface="+mj-lt" pitchFamily="34" charset="-122"/>
                <a:cs typeface="+mj-lt" pitchFamily="34" charset="-120"/>
              </a:rPr>
              <a:t>Je place</a:t>
            </a:r>
            <a:endParaRPr lang="en-US" sz="2000" dirty="0"/>
          </a:p>
        </p:txBody>
      </p:sp>
      <p:sp>
        <p:nvSpPr>
          <p:cNvPr id="29" name="Shape 24"/>
          <p:cNvSpPr/>
          <p:nvPr/>
        </p:nvSpPr>
        <p:spPr>
          <a:xfrm>
            <a:off x="8394192" y="4069080"/>
            <a:ext cx="3063240" cy="914"/>
          </a:xfrm>
          <a:prstGeom prst="line">
            <a:avLst/>
          </a:prstGeom>
          <a:noFill/>
          <a:ln w="12700">
            <a:solidFill>
              <a:srgbClr val="D5DCE6"/>
            </a:solidFill>
            <a:prstDash val="solid"/>
          </a:ln>
        </p:spPr>
      </p:sp>
      <p:sp>
        <p:nvSpPr>
          <p:cNvPr id="30" name="Text 25"/>
          <p:cNvSpPr txBox="1"/>
          <p:nvPr/>
        </p:nvSpPr>
        <p:spPr>
          <a:xfrm>
            <a:off x="8394192" y="4160520"/>
            <a:ext cx="3063240" cy="2011680"/>
          </a:xfrm>
          <a:prstGeom prst="rect">
            <a:avLst/>
          </a:prstGeom>
          <a:noFill/>
          <a:ln/>
        </p:spPr>
        <p:txBody>
          <a:bodyPr wrap="square" lIns="0" tIns="0" rIns="0" bIns="0" rtlCol="0" anchor="t"/>
          <a:lstStyle/>
          <a:p>
            <a:pPr algn="l" marL="177800" indent="-177800">
              <a:spcAft>
                <a:spcPts val="800"/>
              </a:spcAft>
              <a:buSzPct val="100000"/>
              <a:buChar char="•"/>
            </a:pPr>
            <a:r>
              <a:rPr lang="en-US" sz="1600" dirty="0">
                <a:solidFill>
                  <a:schemeClr val="tx1"/>
                </a:solidFill>
              </a:rPr>
              <a:t>verbe conjugué </a:t>
            </a:r>
            <a:r>
              <a:rPr lang="en-US" sz="1600" b="1" dirty="0">
                <a:solidFill>
                  <a:schemeClr val="tx1"/>
                </a:solidFill>
              </a:rPr>
              <a:t>toujours en 2e</a:t>
            </a:r>
            <a:endParaRPr lang="en-US" sz="1600" dirty="0"/>
          </a:p>
          <a:p>
            <a:pPr algn="l" marL="177800" indent="-177800">
              <a:spcAft>
                <a:spcPts val="800"/>
              </a:spcAft>
              <a:buSzPct val="100000"/>
              <a:buChar char="•"/>
            </a:pPr>
            <a:r>
              <a:rPr lang="en-US" sz="1600" dirty="0">
                <a:solidFill>
                  <a:schemeClr val="tx1"/>
                </a:solidFill>
              </a:rPr>
              <a:t>sujet </a:t>
            </a:r>
            <a:r>
              <a:rPr lang="en-US" sz="1600" b="1" dirty="0">
                <a:solidFill>
                  <a:schemeClr val="tx1"/>
                </a:solidFill>
              </a:rPr>
              <a:t>après le verbe</a:t>
            </a:r>
            <a:r>
              <a:rPr lang="en-US" sz="1600" dirty="0">
                <a:solidFill>
                  <a:schemeClr val="tx1"/>
                </a:solidFill>
              </a:rPr>
              <a:t> si ① est pris</a:t>
            </a:r>
            <a:endParaRPr lang="en-US" sz="1600" dirty="0"/>
          </a:p>
          <a:p>
            <a:pPr algn="l" marL="177800" indent="-177800">
              <a:spcAft>
                <a:spcPts val="800"/>
              </a:spcAft>
              <a:buSzPct val="100000"/>
              <a:buChar char="•"/>
            </a:pPr>
            <a:r>
              <a:rPr lang="en-US" sz="1600" dirty="0">
                <a:solidFill>
                  <a:schemeClr val="tx1"/>
                </a:solidFill>
              </a:rPr>
              <a:t>2e verbe </a:t>
            </a:r>
            <a:r>
              <a:rPr lang="en-US" sz="1600" b="1" dirty="0">
                <a:solidFill>
                  <a:schemeClr val="tx1"/>
                </a:solidFill>
              </a:rPr>
              <a:t>à la fin</a:t>
            </a:r>
            <a:endParaRPr lang="en-US" sz="1600" dirty="0"/>
          </a:p>
        </p:txBody>
      </p:sp>
      <p:sp>
        <p:nvSpPr>
          <p:cNvPr id="31" name="Shape 26"/>
          <p:cNvSpPr/>
          <p:nvPr/>
        </p:nvSpPr>
        <p:spPr>
          <a:xfrm>
            <a:off x="777240" y="2331720"/>
            <a:ext cx="731520" cy="411480"/>
          </a:xfrm>
          <a:prstGeom prst="roundRect">
            <a:avLst>
              <a:gd name="adj" fmla="val 17778"/>
            </a:avLst>
          </a:prstGeom>
          <a:solidFill>
            <a:schemeClr val="accent1">
              <a:alpha val="15000"/>
            </a:schemeClr>
          </a:solidFill>
          <a:ln w="15875">
            <a:solidFill>
              <a:srgbClr val="D9700F"/>
            </a:solidFill>
            <a:prstDash val="solid"/>
          </a:ln>
        </p:spPr>
      </p:sp>
      <p:sp>
        <p:nvSpPr>
          <p:cNvPr id="32" name="Text 27"/>
          <p:cNvSpPr txBox="1"/>
          <p:nvPr/>
        </p:nvSpPr>
        <p:spPr>
          <a:xfrm>
            <a:off x="777240" y="2331720"/>
            <a:ext cx="731520" cy="411480"/>
          </a:xfrm>
          <a:prstGeom prst="rect">
            <a:avLst/>
          </a:prstGeom>
          <a:noFill/>
          <a:ln/>
        </p:spPr>
        <p:txBody>
          <a:bodyPr wrap="square" lIns="0" tIns="0" rIns="0" bIns="0" rtlCol="0" anchor="ctr"/>
          <a:lstStyle/>
          <a:p>
            <a:pPr algn="ctr" indent="0" marL="0">
              <a:buNone/>
            </a:pPr>
            <a:r>
              <a:rPr lang="en-US" sz="1500" b="1" dirty="0">
                <a:solidFill>
                  <a:schemeClr val="accent1"/>
                </a:solidFill>
              </a:rPr>
              <a:t>− en</a:t>
            </a:r>
            <a:endParaRPr lang="en-US" sz="1500" dirty="0"/>
          </a:p>
        </p:txBody>
      </p:sp>
      <p:sp>
        <p:nvSpPr>
          <p:cNvPr id="33" name="Shape 28"/>
          <p:cNvSpPr/>
          <p:nvPr/>
        </p:nvSpPr>
        <p:spPr>
          <a:xfrm>
            <a:off x="1527048" y="2532888"/>
            <a:ext cx="219456" cy="914"/>
          </a:xfrm>
          <a:prstGeom prst="line">
            <a:avLst/>
          </a:prstGeom>
          <a:noFill/>
          <a:ln w="19050">
            <a:solidFill>
              <a:srgbClr val="4A5A70"/>
            </a:solidFill>
            <a:prstDash val="solid"/>
            <a:tailEnd type="triangle"/>
          </a:ln>
        </p:spPr>
      </p:sp>
      <p:sp>
        <p:nvSpPr>
          <p:cNvPr id="34" name="Shape 29"/>
          <p:cNvSpPr/>
          <p:nvPr/>
        </p:nvSpPr>
        <p:spPr>
          <a:xfrm>
            <a:off x="1783080" y="2331720"/>
            <a:ext cx="1051560" cy="411480"/>
          </a:xfrm>
          <a:prstGeom prst="roundRect">
            <a:avLst>
              <a:gd name="adj" fmla="val 17778"/>
            </a:avLst>
          </a:prstGeom>
          <a:solidFill>
            <a:schemeClr val="accent3">
              <a:alpha val="15000"/>
            </a:schemeClr>
          </a:solidFill>
          <a:ln w="15875">
            <a:solidFill>
              <a:srgbClr val="2E7D4F"/>
            </a:solidFill>
            <a:prstDash val="solid"/>
          </a:ln>
        </p:spPr>
      </p:sp>
      <p:sp>
        <p:nvSpPr>
          <p:cNvPr id="35" name="Text 30"/>
          <p:cNvSpPr txBox="1"/>
          <p:nvPr/>
        </p:nvSpPr>
        <p:spPr>
          <a:xfrm>
            <a:off x="1783080" y="2331720"/>
            <a:ext cx="1051560" cy="411480"/>
          </a:xfrm>
          <a:prstGeom prst="rect">
            <a:avLst/>
          </a:prstGeom>
          <a:noFill/>
          <a:ln/>
        </p:spPr>
        <p:txBody>
          <a:bodyPr wrap="square" lIns="0" tIns="0" rIns="0" bIns="0" rtlCol="0" anchor="ctr"/>
          <a:lstStyle/>
          <a:p>
            <a:pPr algn="ctr" indent="0" marL="0">
              <a:buNone/>
            </a:pPr>
            <a:r>
              <a:rPr lang="en-US" sz="1500" b="1" dirty="0">
                <a:solidFill>
                  <a:schemeClr val="accent3"/>
                </a:solidFill>
              </a:rPr>
              <a:t>ajuster</a:t>
            </a:r>
            <a:endParaRPr lang="en-US" sz="1500" dirty="0"/>
          </a:p>
        </p:txBody>
      </p:sp>
      <p:sp>
        <p:nvSpPr>
          <p:cNvPr id="36" name="Shape 31"/>
          <p:cNvSpPr/>
          <p:nvPr/>
        </p:nvSpPr>
        <p:spPr>
          <a:xfrm>
            <a:off x="2852928" y="2532888"/>
            <a:ext cx="219456" cy="914"/>
          </a:xfrm>
          <a:prstGeom prst="line">
            <a:avLst/>
          </a:prstGeom>
          <a:noFill/>
          <a:ln w="19050">
            <a:solidFill>
              <a:srgbClr val="4A5A70"/>
            </a:solidFill>
            <a:prstDash val="solid"/>
            <a:tailEnd type="triangle"/>
          </a:ln>
        </p:spPr>
      </p:sp>
      <p:sp>
        <p:nvSpPr>
          <p:cNvPr id="37" name="Shape 32"/>
          <p:cNvSpPr/>
          <p:nvPr/>
        </p:nvSpPr>
        <p:spPr>
          <a:xfrm>
            <a:off x="3108960" y="2331720"/>
            <a:ext cx="640080" cy="411480"/>
          </a:xfrm>
          <a:prstGeom prst="roundRect">
            <a:avLst>
              <a:gd name="adj" fmla="val 17778"/>
            </a:avLst>
          </a:prstGeom>
          <a:solidFill>
            <a:schemeClr val="accent1">
              <a:alpha val="15000"/>
            </a:schemeClr>
          </a:solidFill>
          <a:ln w="15875">
            <a:solidFill>
              <a:srgbClr val="D9700F"/>
            </a:solidFill>
            <a:prstDash val="solid"/>
          </a:ln>
        </p:spPr>
      </p:sp>
      <p:sp>
        <p:nvSpPr>
          <p:cNvPr id="38" name="Text 33"/>
          <p:cNvSpPr txBox="1"/>
          <p:nvPr/>
        </p:nvSpPr>
        <p:spPr>
          <a:xfrm>
            <a:off x="3108960" y="2331720"/>
            <a:ext cx="640080" cy="411480"/>
          </a:xfrm>
          <a:prstGeom prst="rect">
            <a:avLst/>
          </a:prstGeom>
          <a:noFill/>
          <a:ln/>
        </p:spPr>
        <p:txBody>
          <a:bodyPr wrap="square" lIns="0" tIns="0" rIns="0" bIns="0" rtlCol="0" anchor="ctr"/>
          <a:lstStyle/>
          <a:p>
            <a:pPr algn="ctr" indent="0" marL="0">
              <a:buNone/>
            </a:pPr>
            <a:r>
              <a:rPr lang="en-US" sz="1500" b="1" dirty="0">
                <a:solidFill>
                  <a:schemeClr val="accent1"/>
                </a:solidFill>
              </a:rPr>
              <a:t>+ t</a:t>
            </a:r>
            <a:endParaRPr lang="en-US" sz="1500" dirty="0"/>
          </a:p>
        </p:txBody>
      </p:sp>
      <p:sp>
        <p:nvSpPr>
          <p:cNvPr id="39" name="Shape 34"/>
          <p:cNvSpPr/>
          <p:nvPr/>
        </p:nvSpPr>
        <p:spPr>
          <a:xfrm>
            <a:off x="777240" y="2926080"/>
            <a:ext cx="2971800" cy="329184"/>
          </a:xfrm>
          <a:prstGeom prst="roundRect">
            <a:avLst>
              <a:gd name="adj" fmla="val 8333"/>
            </a:avLst>
          </a:prstGeom>
          <a:solidFill>
            <a:srgbClr val="FFFFFF"/>
          </a:solidFill>
          <a:ln w="9525">
            <a:solidFill>
              <a:srgbClr val="D5DCE6"/>
            </a:solidFill>
            <a:prstDash val="solid"/>
          </a:ln>
        </p:spPr>
      </p:sp>
      <p:sp>
        <p:nvSpPr>
          <p:cNvPr id="40" name="Text 35"/>
          <p:cNvSpPr txBox="1"/>
          <p:nvPr/>
        </p:nvSpPr>
        <p:spPr>
          <a:xfrm>
            <a:off x="960120" y="2926080"/>
            <a:ext cx="2606040" cy="329184"/>
          </a:xfrm>
          <a:prstGeom prst="rect">
            <a:avLst/>
          </a:prstGeom>
          <a:noFill/>
          <a:ln/>
        </p:spPr>
        <p:txBody>
          <a:bodyPr wrap="square" lIns="0" tIns="0" rIns="0" bIns="0" rtlCol="0" anchor="ctr"/>
          <a:lstStyle/>
          <a:p>
            <a:pPr algn="l" indent="0" marL="0">
              <a:buNone/>
            </a:pPr>
            <a:r>
              <a:rPr lang="en-US" sz="1500" b="1" dirty="0">
                <a:solidFill>
                  <a:schemeClr val="accent2"/>
                </a:solidFill>
              </a:rPr>
              <a:t>ik</a:t>
            </a:r>
            <a:r>
              <a:rPr lang="en-US" sz="1500" dirty="0">
                <a:solidFill>
                  <a:schemeClr val="tx1"/>
                </a:solidFill>
              </a:rPr>
              <a:t> werk</a:t>
            </a:r>
            <a:endParaRPr lang="en-US" sz="1500" dirty="0"/>
          </a:p>
        </p:txBody>
      </p:sp>
      <p:sp>
        <p:nvSpPr>
          <p:cNvPr id="41" name="Shape 36"/>
          <p:cNvSpPr/>
          <p:nvPr/>
        </p:nvSpPr>
        <p:spPr>
          <a:xfrm>
            <a:off x="777240" y="3273552"/>
            <a:ext cx="2971800" cy="329184"/>
          </a:xfrm>
          <a:prstGeom prst="roundRect">
            <a:avLst>
              <a:gd name="adj" fmla="val 8333"/>
            </a:avLst>
          </a:prstGeom>
          <a:solidFill>
            <a:schemeClr val="bg2"/>
          </a:solidFill>
          <a:ln w="9525">
            <a:solidFill>
              <a:srgbClr val="D5DCE6"/>
            </a:solidFill>
            <a:prstDash val="solid"/>
          </a:ln>
        </p:spPr>
      </p:sp>
      <p:sp>
        <p:nvSpPr>
          <p:cNvPr id="42" name="Text 37"/>
          <p:cNvSpPr txBox="1"/>
          <p:nvPr/>
        </p:nvSpPr>
        <p:spPr>
          <a:xfrm>
            <a:off x="960120" y="3273552"/>
            <a:ext cx="2606040" cy="329184"/>
          </a:xfrm>
          <a:prstGeom prst="rect">
            <a:avLst/>
          </a:prstGeom>
          <a:noFill/>
          <a:ln/>
        </p:spPr>
        <p:txBody>
          <a:bodyPr wrap="square" lIns="0" tIns="0" rIns="0" bIns="0" rtlCol="0" anchor="ctr"/>
          <a:lstStyle/>
          <a:p>
            <a:pPr algn="l" indent="0" marL="0">
              <a:buNone/>
            </a:pPr>
            <a:r>
              <a:rPr lang="en-US" sz="1500" b="1" dirty="0">
                <a:solidFill>
                  <a:schemeClr val="accent2"/>
                </a:solidFill>
              </a:rPr>
              <a:t>hij</a:t>
            </a:r>
            <a:r>
              <a:rPr lang="en-US" sz="1500" dirty="0">
                <a:solidFill>
                  <a:schemeClr val="tx1"/>
                </a:solidFill>
              </a:rPr>
              <a:t> werk</a:t>
            </a:r>
            <a:r>
              <a:rPr lang="en-US" sz="1500" b="1" dirty="0">
                <a:solidFill>
                  <a:schemeClr val="accent1"/>
                </a:solidFill>
              </a:rPr>
              <a:t>t</a:t>
            </a:r>
            <a:endParaRPr lang="en-US" sz="1500" dirty="0"/>
          </a:p>
        </p:txBody>
      </p:sp>
      <p:sp>
        <p:nvSpPr>
          <p:cNvPr id="43" name="Shape 38"/>
          <p:cNvSpPr/>
          <p:nvPr/>
        </p:nvSpPr>
        <p:spPr>
          <a:xfrm>
            <a:off x="777240" y="3621024"/>
            <a:ext cx="2971800" cy="329184"/>
          </a:xfrm>
          <a:prstGeom prst="roundRect">
            <a:avLst>
              <a:gd name="adj" fmla="val 8333"/>
            </a:avLst>
          </a:prstGeom>
          <a:solidFill>
            <a:srgbClr val="DDE3EA"/>
          </a:solidFill>
          <a:ln w="9525">
            <a:solidFill>
              <a:srgbClr val="D5DCE6"/>
            </a:solidFill>
            <a:prstDash val="solid"/>
          </a:ln>
        </p:spPr>
      </p:sp>
      <p:sp>
        <p:nvSpPr>
          <p:cNvPr id="44" name="Text 39"/>
          <p:cNvSpPr txBox="1"/>
          <p:nvPr/>
        </p:nvSpPr>
        <p:spPr>
          <a:xfrm>
            <a:off x="960120" y="3621024"/>
            <a:ext cx="2606040" cy="329184"/>
          </a:xfrm>
          <a:prstGeom prst="rect">
            <a:avLst/>
          </a:prstGeom>
          <a:noFill/>
          <a:ln/>
        </p:spPr>
        <p:txBody>
          <a:bodyPr wrap="square" lIns="0" tIns="0" rIns="0" bIns="0" rtlCol="0" anchor="ctr"/>
          <a:lstStyle/>
          <a:p>
            <a:pPr algn="l" indent="0" marL="0">
              <a:buNone/>
            </a:pPr>
            <a:r>
              <a:rPr lang="en-US" sz="1500" b="1" dirty="0">
                <a:solidFill>
                  <a:schemeClr val="accent2"/>
                </a:solidFill>
              </a:rPr>
              <a:t>wij</a:t>
            </a:r>
            <a:r>
              <a:rPr lang="en-US" sz="1500" dirty="0">
                <a:solidFill>
                  <a:schemeClr val="tx1"/>
                </a:solidFill>
              </a:rPr>
              <a:t> werk</a:t>
            </a:r>
            <a:r>
              <a:rPr lang="en-US" sz="1500" b="1" dirty="0">
                <a:solidFill>
                  <a:schemeClr val="accent1"/>
                </a:solidFill>
              </a:rPr>
              <a:t>en</a:t>
            </a:r>
            <a:endParaRPr lang="en-US" sz="1500" dirty="0"/>
          </a:p>
        </p:txBody>
      </p:sp>
      <p:sp>
        <p:nvSpPr>
          <p:cNvPr id="45" name="Text 40"/>
          <p:cNvSpPr txBox="1"/>
          <p:nvPr/>
        </p:nvSpPr>
        <p:spPr>
          <a:xfrm>
            <a:off x="4739894" y="2377440"/>
            <a:ext cx="1427988" cy="594360"/>
          </a:xfrm>
          <a:prstGeom prst="rect">
            <a:avLst/>
          </a:prstGeom>
          <a:noFill/>
          <a:ln/>
        </p:spPr>
        <p:txBody>
          <a:bodyPr wrap="square" lIns="0" tIns="0" rIns="0" bIns="0" rtlCol="0" anchor="ctr"/>
          <a:lstStyle/>
          <a:p>
            <a:pPr algn="r" indent="0" marL="0">
              <a:buNone/>
            </a:pPr>
            <a:r>
              <a:rPr lang="en-US" sz="2600" b="1" dirty="0">
                <a:solidFill>
                  <a:schemeClr val="accent6"/>
                </a:solidFill>
              </a:rPr>
              <a:t>Werk</a:t>
            </a:r>
            <a:endParaRPr lang="en-US" sz="2600" dirty="0"/>
          </a:p>
        </p:txBody>
      </p:sp>
      <p:sp>
        <p:nvSpPr>
          <p:cNvPr id="46" name="Text 41"/>
          <p:cNvSpPr txBox="1"/>
          <p:nvPr/>
        </p:nvSpPr>
        <p:spPr>
          <a:xfrm>
            <a:off x="6167882" y="2377440"/>
            <a:ext cx="341376" cy="594360"/>
          </a:xfrm>
          <a:prstGeom prst="rect">
            <a:avLst/>
          </a:prstGeom>
          <a:noFill/>
          <a:ln/>
        </p:spPr>
        <p:txBody>
          <a:bodyPr wrap="square" lIns="0" tIns="0" rIns="0" bIns="0" rtlCol="0" anchor="ctr"/>
          <a:lstStyle/>
          <a:p>
            <a:pPr algn="l" indent="0" marL="0">
              <a:buNone/>
            </a:pPr>
            <a:r>
              <a:rPr lang="en-US" sz="2600" b="1" strike="sngStrike" dirty="0">
                <a:solidFill>
                  <a:schemeClr val="accent1"/>
                </a:solidFill>
              </a:rPr>
              <a:t>t</a:t>
            </a:r>
            <a:endParaRPr lang="en-US" sz="2600" dirty="0"/>
          </a:p>
        </p:txBody>
      </p:sp>
      <p:sp>
        <p:nvSpPr>
          <p:cNvPr id="47" name="Text 42"/>
          <p:cNvSpPr txBox="1"/>
          <p:nvPr/>
        </p:nvSpPr>
        <p:spPr>
          <a:xfrm>
            <a:off x="6463538" y="2377440"/>
            <a:ext cx="894080" cy="594360"/>
          </a:xfrm>
          <a:prstGeom prst="rect">
            <a:avLst/>
          </a:prstGeom>
          <a:noFill/>
          <a:ln/>
        </p:spPr>
        <p:txBody>
          <a:bodyPr wrap="square" lIns="0" tIns="0" rIns="0" bIns="0" rtlCol="0" anchor="ctr"/>
          <a:lstStyle/>
          <a:p>
            <a:pPr algn="l" indent="0" marL="0">
              <a:buNone/>
            </a:pPr>
            <a:r>
              <a:rPr lang="en-US" sz="2600" b="1" dirty="0">
                <a:solidFill>
                  <a:schemeClr val="accent2"/>
                </a:solidFill>
              </a:rPr>
              <a:t>jij?</a:t>
            </a:r>
            <a:endParaRPr lang="en-US" sz="2600" dirty="0"/>
          </a:p>
        </p:txBody>
      </p:sp>
      <p:sp>
        <p:nvSpPr>
          <p:cNvPr id="48" name="Text 43"/>
          <p:cNvSpPr txBox="1"/>
          <p:nvPr/>
        </p:nvSpPr>
        <p:spPr>
          <a:xfrm>
            <a:off x="4379976" y="3154680"/>
            <a:ext cx="3429000" cy="594360"/>
          </a:xfrm>
          <a:prstGeom prst="rect">
            <a:avLst/>
          </a:prstGeom>
          <a:noFill/>
          <a:ln/>
        </p:spPr>
        <p:txBody>
          <a:bodyPr wrap="square" lIns="0" tIns="0" rIns="0" bIns="0" rtlCol="0" anchor="ctr"/>
          <a:lstStyle/>
          <a:p>
            <a:pPr algn="ctr" indent="0" marL="0">
              <a:buNone/>
            </a:pPr>
            <a:r>
              <a:rPr lang="en-US" sz="2600" b="1" dirty="0">
                <a:solidFill>
                  <a:schemeClr val="accent1"/>
                </a:solidFill>
              </a:rPr>
              <a:t>Waar</a:t>
            </a:r>
            <a:r>
              <a:rPr lang="en-US" sz="2600" dirty="0">
                <a:solidFill>
                  <a:schemeClr val="tx1"/>
                </a:solidFill>
              </a:rPr>
              <a:t> </a:t>
            </a:r>
            <a:r>
              <a:rPr lang="en-US" sz="2600" b="1" dirty="0">
                <a:solidFill>
                  <a:schemeClr val="accent6"/>
                </a:solidFill>
              </a:rPr>
              <a:t>werk</a:t>
            </a:r>
            <a:r>
              <a:rPr lang="en-US" sz="2600" dirty="0">
                <a:solidFill>
                  <a:schemeClr val="tx1"/>
                </a:solidFill>
              </a:rPr>
              <a:t> </a:t>
            </a:r>
            <a:r>
              <a:rPr lang="en-US" sz="2600" b="1" dirty="0">
                <a:solidFill>
                  <a:schemeClr val="accent2"/>
                </a:solidFill>
              </a:rPr>
              <a:t>je</a:t>
            </a:r>
            <a:r>
              <a:rPr lang="en-US" sz="2600" dirty="0">
                <a:solidFill>
                  <a:schemeClr val="tx1"/>
                </a:solidFill>
              </a:rPr>
              <a:t>?</a:t>
            </a:r>
            <a:endParaRPr lang="en-US" sz="2600" dirty="0"/>
          </a:p>
        </p:txBody>
      </p:sp>
      <p:sp>
        <p:nvSpPr>
          <p:cNvPr id="49" name="Shape 44"/>
          <p:cNvSpPr/>
          <p:nvPr/>
        </p:nvSpPr>
        <p:spPr>
          <a:xfrm>
            <a:off x="8412480" y="2743200"/>
            <a:ext cx="457200" cy="502920"/>
          </a:xfrm>
          <a:prstGeom prst="roundRect">
            <a:avLst>
              <a:gd name="adj" fmla="val 16000"/>
            </a:avLst>
          </a:prstGeom>
          <a:solidFill>
            <a:srgbClr val="FFFFFF"/>
          </a:solidFill>
          <a:ln w="12700">
            <a:solidFill>
              <a:srgbClr val="4A5A70"/>
            </a:solidFill>
            <a:prstDash val="solid"/>
          </a:ln>
        </p:spPr>
      </p:sp>
      <p:sp>
        <p:nvSpPr>
          <p:cNvPr id="50" name="Text 45"/>
          <p:cNvSpPr txBox="1"/>
          <p:nvPr/>
        </p:nvSpPr>
        <p:spPr>
          <a:xfrm>
            <a:off x="8412480" y="2743200"/>
            <a:ext cx="457200" cy="502920"/>
          </a:xfrm>
          <a:prstGeom prst="rect">
            <a:avLst/>
          </a:prstGeom>
          <a:noFill/>
          <a:ln/>
        </p:spPr>
        <p:txBody>
          <a:bodyPr wrap="square" lIns="0" tIns="0" rIns="0" bIns="0" rtlCol="0" anchor="ctr"/>
          <a:lstStyle/>
          <a:p>
            <a:pPr algn="ctr" indent="0" marL="0">
              <a:buNone/>
            </a:pPr>
            <a:r>
              <a:rPr lang="en-US" sz="1400" b="1" dirty="0">
                <a:solidFill>
                  <a:schemeClr val="accent5"/>
                </a:solidFill>
              </a:rPr>
              <a:t>1</a:t>
            </a:r>
            <a:endParaRPr lang="en-US" sz="1400" dirty="0"/>
          </a:p>
        </p:txBody>
      </p:sp>
      <p:sp>
        <p:nvSpPr>
          <p:cNvPr id="51" name="Shape 46"/>
          <p:cNvSpPr/>
          <p:nvPr/>
        </p:nvSpPr>
        <p:spPr>
          <a:xfrm>
            <a:off x="8933688" y="2743200"/>
            <a:ext cx="457200" cy="502920"/>
          </a:xfrm>
          <a:prstGeom prst="roundRect">
            <a:avLst>
              <a:gd name="adj" fmla="val 16000"/>
            </a:avLst>
          </a:prstGeom>
          <a:solidFill>
            <a:srgbClr val="FFFFFF"/>
          </a:solidFill>
          <a:ln w="31750">
            <a:solidFill>
              <a:srgbClr val="B83227"/>
            </a:solidFill>
            <a:prstDash val="solid"/>
          </a:ln>
        </p:spPr>
      </p:sp>
      <p:sp>
        <p:nvSpPr>
          <p:cNvPr id="52" name="Text 47"/>
          <p:cNvSpPr txBox="1"/>
          <p:nvPr/>
        </p:nvSpPr>
        <p:spPr>
          <a:xfrm>
            <a:off x="8933688" y="2743200"/>
            <a:ext cx="457200" cy="502920"/>
          </a:xfrm>
          <a:prstGeom prst="rect">
            <a:avLst/>
          </a:prstGeom>
          <a:noFill/>
          <a:ln/>
        </p:spPr>
        <p:txBody>
          <a:bodyPr wrap="square" lIns="0" tIns="0" rIns="0" bIns="0" rtlCol="0" anchor="ctr"/>
          <a:lstStyle/>
          <a:p>
            <a:pPr algn="ctr" indent="0" marL="0">
              <a:buNone/>
            </a:pPr>
            <a:r>
              <a:rPr lang="en-US" sz="1400" b="1" dirty="0">
                <a:solidFill>
                  <a:schemeClr val="accent6"/>
                </a:solidFill>
              </a:rPr>
              <a:t>2</a:t>
            </a:r>
            <a:endParaRPr lang="en-US" sz="1400" dirty="0"/>
          </a:p>
        </p:txBody>
      </p:sp>
      <p:sp>
        <p:nvSpPr>
          <p:cNvPr id="53" name="Shape 48"/>
          <p:cNvSpPr/>
          <p:nvPr/>
        </p:nvSpPr>
        <p:spPr>
          <a:xfrm>
            <a:off x="9454896" y="2743200"/>
            <a:ext cx="457200" cy="502920"/>
          </a:xfrm>
          <a:prstGeom prst="roundRect">
            <a:avLst>
              <a:gd name="adj" fmla="val 16000"/>
            </a:avLst>
          </a:prstGeom>
          <a:solidFill>
            <a:srgbClr val="FFFFFF"/>
          </a:solidFill>
          <a:ln w="12700">
            <a:solidFill>
              <a:srgbClr val="4A5A70"/>
            </a:solidFill>
            <a:prstDash val="solid"/>
          </a:ln>
        </p:spPr>
      </p:sp>
      <p:sp>
        <p:nvSpPr>
          <p:cNvPr id="54" name="Text 49"/>
          <p:cNvSpPr txBox="1"/>
          <p:nvPr/>
        </p:nvSpPr>
        <p:spPr>
          <a:xfrm>
            <a:off x="9454896" y="2743200"/>
            <a:ext cx="457200" cy="502920"/>
          </a:xfrm>
          <a:prstGeom prst="rect">
            <a:avLst/>
          </a:prstGeom>
          <a:noFill/>
          <a:ln/>
        </p:spPr>
        <p:txBody>
          <a:bodyPr wrap="square" lIns="0" tIns="0" rIns="0" bIns="0" rtlCol="0" anchor="ctr"/>
          <a:lstStyle/>
          <a:p>
            <a:pPr algn="ctr" indent="0" marL="0">
              <a:buNone/>
            </a:pPr>
            <a:r>
              <a:rPr lang="en-US" sz="1400" b="1" dirty="0">
                <a:solidFill>
                  <a:schemeClr val="accent5"/>
                </a:solidFill>
              </a:rPr>
              <a:t>3</a:t>
            </a:r>
            <a:endParaRPr lang="en-US" sz="1400" dirty="0"/>
          </a:p>
        </p:txBody>
      </p:sp>
      <p:sp>
        <p:nvSpPr>
          <p:cNvPr id="55" name="Shape 50"/>
          <p:cNvSpPr/>
          <p:nvPr/>
        </p:nvSpPr>
        <p:spPr>
          <a:xfrm>
            <a:off x="9976104" y="2743200"/>
            <a:ext cx="457200" cy="502920"/>
          </a:xfrm>
          <a:prstGeom prst="roundRect">
            <a:avLst>
              <a:gd name="adj" fmla="val 16000"/>
            </a:avLst>
          </a:prstGeom>
          <a:solidFill>
            <a:srgbClr val="FFFFFF"/>
          </a:solidFill>
          <a:ln w="12700">
            <a:solidFill>
              <a:srgbClr val="4A5A70"/>
            </a:solidFill>
            <a:prstDash val="solid"/>
          </a:ln>
        </p:spPr>
      </p:sp>
      <p:sp>
        <p:nvSpPr>
          <p:cNvPr id="56" name="Text 51"/>
          <p:cNvSpPr txBox="1"/>
          <p:nvPr/>
        </p:nvSpPr>
        <p:spPr>
          <a:xfrm>
            <a:off x="9976104" y="2743200"/>
            <a:ext cx="457200" cy="502920"/>
          </a:xfrm>
          <a:prstGeom prst="rect">
            <a:avLst/>
          </a:prstGeom>
          <a:noFill/>
          <a:ln/>
        </p:spPr>
        <p:txBody>
          <a:bodyPr wrap="square" lIns="0" tIns="0" rIns="0" bIns="0" rtlCol="0" anchor="ctr"/>
          <a:lstStyle/>
          <a:p>
            <a:pPr algn="ctr" indent="0" marL="0">
              <a:buNone/>
            </a:pPr>
            <a:r>
              <a:rPr lang="en-US" sz="1400" b="1" dirty="0">
                <a:solidFill>
                  <a:schemeClr val="accent5"/>
                </a:solidFill>
              </a:rPr>
              <a:t>4</a:t>
            </a:r>
            <a:endParaRPr lang="en-US" sz="1400" dirty="0"/>
          </a:p>
        </p:txBody>
      </p:sp>
      <p:sp>
        <p:nvSpPr>
          <p:cNvPr id="57" name="Shape 52"/>
          <p:cNvSpPr/>
          <p:nvPr/>
        </p:nvSpPr>
        <p:spPr>
          <a:xfrm>
            <a:off x="10497312" y="2743200"/>
            <a:ext cx="457200" cy="502920"/>
          </a:xfrm>
          <a:prstGeom prst="roundRect">
            <a:avLst>
              <a:gd name="adj" fmla="val 16000"/>
            </a:avLst>
          </a:prstGeom>
          <a:solidFill>
            <a:srgbClr val="FFFFFF"/>
          </a:solidFill>
          <a:ln w="12700">
            <a:solidFill>
              <a:srgbClr val="4A5A70"/>
            </a:solidFill>
            <a:prstDash val="solid"/>
          </a:ln>
        </p:spPr>
      </p:sp>
      <p:sp>
        <p:nvSpPr>
          <p:cNvPr id="58" name="Text 53"/>
          <p:cNvSpPr txBox="1"/>
          <p:nvPr/>
        </p:nvSpPr>
        <p:spPr>
          <a:xfrm>
            <a:off x="10497312" y="2743200"/>
            <a:ext cx="457200" cy="502920"/>
          </a:xfrm>
          <a:prstGeom prst="rect">
            <a:avLst/>
          </a:prstGeom>
          <a:noFill/>
          <a:ln/>
        </p:spPr>
        <p:txBody>
          <a:bodyPr wrap="square" lIns="0" tIns="0" rIns="0" bIns="0" rtlCol="0" anchor="ctr"/>
          <a:lstStyle/>
          <a:p>
            <a:pPr algn="ctr" indent="0" marL="0">
              <a:buNone/>
            </a:pPr>
            <a:r>
              <a:rPr lang="en-US" sz="1400" b="1" dirty="0">
                <a:solidFill>
                  <a:schemeClr val="accent5"/>
                </a:solidFill>
              </a:rPr>
              <a:t>5</a:t>
            </a:r>
            <a:endParaRPr lang="en-US" sz="1400" dirty="0"/>
          </a:p>
        </p:txBody>
      </p:sp>
      <p:sp>
        <p:nvSpPr>
          <p:cNvPr id="59" name="Shape 54"/>
          <p:cNvSpPr/>
          <p:nvPr/>
        </p:nvSpPr>
        <p:spPr>
          <a:xfrm>
            <a:off x="11018520" y="2743200"/>
            <a:ext cx="457200" cy="502920"/>
          </a:xfrm>
          <a:prstGeom prst="roundRect">
            <a:avLst>
              <a:gd name="adj" fmla="val 16000"/>
            </a:avLst>
          </a:prstGeom>
          <a:solidFill>
            <a:srgbClr val="FFFFFF"/>
          </a:solidFill>
          <a:ln w="31750">
            <a:solidFill>
              <a:srgbClr val="B83227"/>
            </a:solidFill>
            <a:prstDash val="solid"/>
          </a:ln>
        </p:spPr>
      </p:sp>
      <p:sp>
        <p:nvSpPr>
          <p:cNvPr id="60" name="Text 55"/>
          <p:cNvSpPr txBox="1"/>
          <p:nvPr/>
        </p:nvSpPr>
        <p:spPr>
          <a:xfrm>
            <a:off x="11018520" y="2743200"/>
            <a:ext cx="457200" cy="502920"/>
          </a:xfrm>
          <a:prstGeom prst="rect">
            <a:avLst/>
          </a:prstGeom>
          <a:noFill/>
          <a:ln/>
        </p:spPr>
        <p:txBody>
          <a:bodyPr wrap="square" lIns="0" tIns="0" rIns="0" bIns="0" rtlCol="0" anchor="ctr"/>
          <a:lstStyle/>
          <a:p>
            <a:pPr algn="ctr" indent="0" marL="0">
              <a:buNone/>
            </a:pPr>
            <a:r>
              <a:rPr lang="en-US" sz="1400" b="1" dirty="0">
                <a:solidFill>
                  <a:schemeClr val="accent6"/>
                </a:solidFill>
              </a:rPr>
              <a:t>6</a:t>
            </a:r>
            <a:endParaRPr lang="en-US" sz="1400" dirty="0"/>
          </a:p>
        </p:txBody>
      </p:sp>
      <p:pic>
        <p:nvPicPr>
          <p:cNvPr id="61" name="Image 2" descr="SyncAlt">    </p:cNvPr>
          <p:cNvPicPr>
            <a:picLocks noChangeAspect="1"/>
          </p:cNvPicPr>
          <p:nvPr/>
        </p:nvPicPr>
        <p:blipFill>
          <a:blip r:embed="rId3"/>
          <a:stretch>
            <a:fillRect/>
          </a:stretch>
        </p:blipFill>
        <p:spPr>
          <a:xfrm>
            <a:off x="8503920" y="2359152"/>
            <a:ext cx="274320" cy="274320"/>
          </a:xfrm>
          <a:prstGeom prst="rect">
            <a:avLst/>
          </a:prstGeom>
        </p:spPr>
      </p:pic>
      <p:pic>
        <p:nvPicPr>
          <p:cNvPr id="62" name="Image 3" descr="Lock">    </p:cNvPr>
          <p:cNvPicPr>
            <a:picLocks noChangeAspect="1"/>
          </p:cNvPicPr>
          <p:nvPr/>
        </p:nvPicPr>
        <p:blipFill>
          <a:blip r:embed="rId4"/>
          <a:stretch>
            <a:fillRect/>
          </a:stretch>
        </p:blipFill>
        <p:spPr>
          <a:xfrm>
            <a:off x="9025128" y="2359152"/>
            <a:ext cx="274320" cy="274320"/>
          </a:xfrm>
          <a:prstGeom prst="rect">
            <a:avLst/>
          </a:prstGeom>
        </p:spPr>
      </p:pic>
      <p:sp>
        <p:nvSpPr>
          <p:cNvPr id="63" name="Shape 56"/>
          <p:cNvSpPr/>
          <p:nvPr/>
        </p:nvSpPr>
        <p:spPr>
          <a:xfrm>
            <a:off x="9162288" y="3273552"/>
            <a:ext cx="914" cy="274320"/>
          </a:xfrm>
          <a:prstGeom prst="line">
            <a:avLst/>
          </a:prstGeom>
          <a:noFill/>
          <a:ln w="44450">
            <a:solidFill>
              <a:srgbClr val="B83227"/>
            </a:solidFill>
            <a:prstDash val="solid"/>
          </a:ln>
        </p:spPr>
      </p:sp>
      <p:sp>
        <p:nvSpPr>
          <p:cNvPr id="64" name="Shape 57"/>
          <p:cNvSpPr/>
          <p:nvPr/>
        </p:nvSpPr>
        <p:spPr>
          <a:xfrm>
            <a:off x="11247120" y="3273552"/>
            <a:ext cx="914" cy="274320"/>
          </a:xfrm>
          <a:prstGeom prst="line">
            <a:avLst/>
          </a:prstGeom>
          <a:noFill/>
          <a:ln w="44450">
            <a:solidFill>
              <a:srgbClr val="B83227"/>
            </a:solidFill>
            <a:prstDash val="solid"/>
          </a:ln>
        </p:spPr>
      </p:sp>
      <p:sp>
        <p:nvSpPr>
          <p:cNvPr id="65" name="Shape 58"/>
          <p:cNvSpPr/>
          <p:nvPr/>
        </p:nvSpPr>
        <p:spPr>
          <a:xfrm>
            <a:off x="9144000" y="3547872"/>
            <a:ext cx="2121408" cy="914"/>
          </a:xfrm>
          <a:prstGeom prst="line">
            <a:avLst/>
          </a:prstGeom>
          <a:noFill/>
          <a:ln w="44450">
            <a:solidFill>
              <a:srgbClr val="B83227"/>
            </a:solidFill>
            <a:prstDash val="solid"/>
          </a:ln>
        </p:spPr>
      </p:sp>
      <p:sp>
        <p:nvSpPr>
          <p:cNvPr id="66" name="Text 59"/>
          <p:cNvSpPr txBox="1"/>
          <p:nvPr/>
        </p:nvSpPr>
        <p:spPr>
          <a:xfrm>
            <a:off x="9454896" y="3584448"/>
            <a:ext cx="1499616" cy="274320"/>
          </a:xfrm>
          <a:prstGeom prst="rect">
            <a:avLst/>
          </a:prstGeom>
          <a:noFill/>
          <a:ln/>
        </p:spPr>
        <p:txBody>
          <a:bodyPr wrap="square" lIns="0" tIns="0" rIns="0" bIns="0" rtlCol="0" anchor="t"/>
          <a:lstStyle/>
          <a:p>
            <a:pPr algn="ctr" indent="0" marL="0">
              <a:buNone/>
            </a:pPr>
            <a:r>
              <a:rPr lang="en-US" sz="1200" i="1" dirty="0">
                <a:solidFill>
                  <a:schemeClr val="accent6"/>
                </a:solidFill>
              </a:rPr>
              <a:t>la pince</a:t>
            </a:r>
            <a:endParaRPr lang="en-US" sz="1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bg1"/>
                </a:solidFill>
              </a:rPr>
              <a:t>Oefeningen</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5" name="Text 2"/>
          <p:cNvSpPr txBox="1"/>
          <p:nvPr/>
        </p:nvSpPr>
        <p:spPr>
          <a:xfrm>
            <a:off x="548640" y="1417320"/>
            <a:ext cx="7315200" cy="914400"/>
          </a:xfrm>
          <a:prstGeom prst="rect">
            <a:avLst/>
          </a:prstGeom>
          <a:noFill/>
          <a:ln/>
        </p:spPr>
        <p:txBody>
          <a:bodyPr wrap="square" lIns="0" tIns="0" rIns="0" bIns="0" rtlCol="0" anchor="ctr"/>
          <a:lstStyle/>
          <a:p>
            <a:pPr algn="l" indent="0" marL="0">
              <a:buNone/>
            </a:pPr>
            <a:r>
              <a:rPr lang="en-US" sz="5400" b="1" dirty="0">
                <a:solidFill>
                  <a:schemeClr val="accent1"/>
                </a:solidFill>
                <a:latin typeface="+mj-lt" pitchFamily="34" charset="0"/>
                <a:ea typeface="+mj-lt" pitchFamily="34" charset="-122"/>
                <a:cs typeface="+mj-lt" pitchFamily="34" charset="-120"/>
              </a:rPr>
              <a:t>JIJ NU !</a:t>
            </a:r>
            <a:endParaRPr lang="en-US" sz="5400" dirty="0"/>
          </a:p>
        </p:txBody>
      </p:sp>
      <p:sp>
        <p:nvSpPr>
          <p:cNvPr id="6" name="Shape 3"/>
          <p:cNvSpPr/>
          <p:nvPr/>
        </p:nvSpPr>
        <p:spPr>
          <a:xfrm>
            <a:off x="54864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7" name="Shape 4"/>
          <p:cNvSpPr/>
          <p:nvPr/>
        </p:nvSpPr>
        <p:spPr>
          <a:xfrm>
            <a:off x="685800" y="2743200"/>
            <a:ext cx="438912" cy="438912"/>
          </a:xfrm>
          <a:prstGeom prst="ellipse">
            <a:avLst/>
          </a:prstGeom>
          <a:solidFill>
            <a:schemeClr val="accent1"/>
          </a:solidFill>
          <a:ln w="12700">
            <a:solidFill>
              <a:srgbClr val="FFFFFF">
                <a:alpha val="0"/>
              </a:srgbClr>
            </a:solidFill>
            <a:prstDash val="solid"/>
          </a:ln>
        </p:spPr>
      </p:sp>
      <p:sp>
        <p:nvSpPr>
          <p:cNvPr id="8" name="Text 5"/>
          <p:cNvSpPr txBox="1"/>
          <p:nvPr/>
        </p:nvSpPr>
        <p:spPr>
          <a:xfrm>
            <a:off x="68580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pic>
        <p:nvPicPr>
          <p:cNvPr id="9" name="Image 0" descr="Cog">    </p:cNvPr>
          <p:cNvPicPr>
            <a:picLocks noChangeAspect="1"/>
          </p:cNvPicPr>
          <p:nvPr/>
        </p:nvPicPr>
        <p:blipFill>
          <a:blip r:embed="rId1"/>
          <a:stretch>
            <a:fillRect/>
          </a:stretch>
        </p:blipFill>
        <p:spPr>
          <a:xfrm>
            <a:off x="2183130" y="2770632"/>
            <a:ext cx="384048" cy="384048"/>
          </a:xfrm>
          <a:prstGeom prst="rect">
            <a:avLst/>
          </a:prstGeom>
        </p:spPr>
      </p:pic>
      <p:sp>
        <p:nvSpPr>
          <p:cNvPr id="10" name="Text 6"/>
          <p:cNvSpPr txBox="1"/>
          <p:nvPr/>
        </p:nvSpPr>
        <p:spPr>
          <a:xfrm>
            <a:off x="68580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Conjugue !</a:t>
            </a:r>
            <a:endParaRPr lang="en-US" sz="1600" dirty="0"/>
          </a:p>
        </p:txBody>
      </p:sp>
      <p:sp>
        <p:nvSpPr>
          <p:cNvPr id="11" name="Text 7"/>
          <p:cNvSpPr txBox="1"/>
          <p:nvPr/>
        </p:nvSpPr>
        <p:spPr>
          <a:xfrm>
            <a:off x="68580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 → ★★★</a:t>
            </a:r>
            <a:endParaRPr lang="en-US" sz="1400" dirty="0"/>
          </a:p>
        </p:txBody>
      </p:sp>
      <p:sp>
        <p:nvSpPr>
          <p:cNvPr id="12" name="Shape 8"/>
          <p:cNvSpPr/>
          <p:nvPr/>
        </p:nvSpPr>
        <p:spPr>
          <a:xfrm>
            <a:off x="296037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13" name="Shape 9"/>
          <p:cNvSpPr/>
          <p:nvPr/>
        </p:nvSpPr>
        <p:spPr>
          <a:xfrm>
            <a:off x="3097530" y="2743200"/>
            <a:ext cx="438912" cy="438912"/>
          </a:xfrm>
          <a:prstGeom prst="ellipse">
            <a:avLst/>
          </a:prstGeom>
          <a:solidFill>
            <a:schemeClr val="accent1"/>
          </a:solidFill>
          <a:ln w="12700">
            <a:solidFill>
              <a:srgbClr val="FFFFFF">
                <a:alpha val="0"/>
              </a:srgbClr>
            </a:solidFill>
            <a:prstDash val="solid"/>
          </a:ln>
        </p:spPr>
      </p:sp>
      <p:sp>
        <p:nvSpPr>
          <p:cNvPr id="14" name="Text 10"/>
          <p:cNvSpPr txBox="1"/>
          <p:nvPr/>
        </p:nvSpPr>
        <p:spPr>
          <a:xfrm>
            <a:off x="309753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pic>
        <p:nvPicPr>
          <p:cNvPr id="15" name="Image 1" descr="SyncAlt">    </p:cNvPr>
          <p:cNvPicPr>
            <a:picLocks noChangeAspect="1"/>
          </p:cNvPicPr>
          <p:nvPr/>
        </p:nvPicPr>
        <p:blipFill>
          <a:blip r:embed="rId2"/>
          <a:stretch>
            <a:fillRect/>
          </a:stretch>
        </p:blipFill>
        <p:spPr>
          <a:xfrm>
            <a:off x="4594860" y="2770632"/>
            <a:ext cx="384048" cy="384048"/>
          </a:xfrm>
          <a:prstGeom prst="rect">
            <a:avLst/>
          </a:prstGeom>
        </p:spPr>
      </p:pic>
      <p:sp>
        <p:nvSpPr>
          <p:cNvPr id="16" name="Text 11"/>
          <p:cNvSpPr txBox="1"/>
          <p:nvPr/>
        </p:nvSpPr>
        <p:spPr>
          <a:xfrm>
            <a:off x="309753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Le tourniquet</a:t>
            </a:r>
            <a:endParaRPr lang="en-US" sz="1600" dirty="0"/>
          </a:p>
        </p:txBody>
      </p:sp>
      <p:sp>
        <p:nvSpPr>
          <p:cNvPr id="17" name="Text 12"/>
          <p:cNvSpPr txBox="1"/>
          <p:nvPr/>
        </p:nvSpPr>
        <p:spPr>
          <a:xfrm>
            <a:off x="309753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18" name="Shape 13"/>
          <p:cNvSpPr/>
          <p:nvPr/>
        </p:nvSpPr>
        <p:spPr>
          <a:xfrm>
            <a:off x="537210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19" name="Shape 14"/>
          <p:cNvSpPr/>
          <p:nvPr/>
        </p:nvSpPr>
        <p:spPr>
          <a:xfrm>
            <a:off x="5509260" y="2743200"/>
            <a:ext cx="438912" cy="438912"/>
          </a:xfrm>
          <a:prstGeom prst="ellipse">
            <a:avLst/>
          </a:prstGeom>
          <a:solidFill>
            <a:schemeClr val="accent1"/>
          </a:solidFill>
          <a:ln w="12700">
            <a:solidFill>
              <a:srgbClr val="FFFFFF">
                <a:alpha val="0"/>
              </a:srgbClr>
            </a:solidFill>
            <a:prstDash val="solid"/>
          </a:ln>
        </p:spPr>
      </p:sp>
      <p:sp>
        <p:nvSpPr>
          <p:cNvPr id="20" name="Text 15"/>
          <p:cNvSpPr txBox="1"/>
          <p:nvPr/>
        </p:nvSpPr>
        <p:spPr>
          <a:xfrm>
            <a:off x="550926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pic>
        <p:nvPicPr>
          <p:cNvPr id="21" name="Image 2" descr="Random">    </p:cNvPr>
          <p:cNvPicPr>
            <a:picLocks noChangeAspect="1"/>
          </p:cNvPicPr>
          <p:nvPr/>
        </p:nvPicPr>
        <p:blipFill>
          <a:blip r:embed="rId3"/>
          <a:stretch>
            <a:fillRect/>
          </a:stretch>
        </p:blipFill>
        <p:spPr>
          <a:xfrm>
            <a:off x="7006590" y="2770632"/>
            <a:ext cx="384048" cy="384048"/>
          </a:xfrm>
          <a:prstGeom prst="rect">
            <a:avLst/>
          </a:prstGeom>
        </p:spPr>
      </p:pic>
      <p:sp>
        <p:nvSpPr>
          <p:cNvPr id="22" name="Text 16"/>
          <p:cNvSpPr txBox="1"/>
          <p:nvPr/>
        </p:nvSpPr>
        <p:spPr>
          <a:xfrm>
            <a:off x="550926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Remets dans l’ordre</a:t>
            </a:r>
            <a:endParaRPr lang="en-US" sz="1600" dirty="0"/>
          </a:p>
        </p:txBody>
      </p:sp>
      <p:sp>
        <p:nvSpPr>
          <p:cNvPr id="23" name="Text 17"/>
          <p:cNvSpPr txBox="1"/>
          <p:nvPr/>
        </p:nvSpPr>
        <p:spPr>
          <a:xfrm>
            <a:off x="550926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24" name="Shape 18"/>
          <p:cNvSpPr/>
          <p:nvPr/>
        </p:nvSpPr>
        <p:spPr>
          <a:xfrm>
            <a:off x="7783830" y="26060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25" name="Shape 19"/>
          <p:cNvSpPr/>
          <p:nvPr/>
        </p:nvSpPr>
        <p:spPr>
          <a:xfrm>
            <a:off x="7920990" y="2743200"/>
            <a:ext cx="438912" cy="438912"/>
          </a:xfrm>
          <a:prstGeom prst="ellipse">
            <a:avLst/>
          </a:prstGeom>
          <a:solidFill>
            <a:schemeClr val="accent1"/>
          </a:solidFill>
          <a:ln w="12700">
            <a:solidFill>
              <a:srgbClr val="FFFFFF">
                <a:alpha val="0"/>
              </a:srgbClr>
            </a:solidFill>
            <a:prstDash val="solid"/>
          </a:ln>
        </p:spPr>
      </p:sp>
      <p:sp>
        <p:nvSpPr>
          <p:cNvPr id="26" name="Text 20"/>
          <p:cNvSpPr txBox="1"/>
          <p:nvPr/>
        </p:nvSpPr>
        <p:spPr>
          <a:xfrm>
            <a:off x="792099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pic>
        <p:nvPicPr>
          <p:cNvPr id="27" name="Image 3" descr="Question">    </p:cNvPr>
          <p:cNvPicPr>
            <a:picLocks noChangeAspect="1"/>
          </p:cNvPicPr>
          <p:nvPr/>
        </p:nvPicPr>
        <p:blipFill>
          <a:blip r:embed="rId4"/>
          <a:stretch>
            <a:fillRect/>
          </a:stretch>
        </p:blipFill>
        <p:spPr>
          <a:xfrm>
            <a:off x="9418320" y="2770632"/>
            <a:ext cx="384048" cy="384048"/>
          </a:xfrm>
          <a:prstGeom prst="rect">
            <a:avLst/>
          </a:prstGeom>
        </p:spPr>
      </p:pic>
      <p:sp>
        <p:nvSpPr>
          <p:cNvPr id="28" name="Text 21"/>
          <p:cNvSpPr txBox="1"/>
          <p:nvPr/>
        </p:nvSpPr>
        <p:spPr>
          <a:xfrm>
            <a:off x="7920990" y="32644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Pose la question</a:t>
            </a:r>
            <a:endParaRPr lang="en-US" sz="1600" dirty="0"/>
          </a:p>
        </p:txBody>
      </p:sp>
      <p:sp>
        <p:nvSpPr>
          <p:cNvPr id="29" name="Text 22"/>
          <p:cNvSpPr txBox="1"/>
          <p:nvPr/>
        </p:nvSpPr>
        <p:spPr>
          <a:xfrm>
            <a:off x="7920990" y="38404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30" name="Shape 23"/>
          <p:cNvSpPr/>
          <p:nvPr/>
        </p:nvSpPr>
        <p:spPr>
          <a:xfrm>
            <a:off x="548640" y="44348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31" name="Shape 24"/>
          <p:cNvSpPr/>
          <p:nvPr/>
        </p:nvSpPr>
        <p:spPr>
          <a:xfrm>
            <a:off x="685800" y="4572000"/>
            <a:ext cx="438912" cy="438912"/>
          </a:xfrm>
          <a:prstGeom prst="ellipse">
            <a:avLst/>
          </a:prstGeom>
          <a:solidFill>
            <a:schemeClr val="accent1"/>
          </a:solidFill>
          <a:ln w="12700">
            <a:solidFill>
              <a:srgbClr val="FFFFFF">
                <a:alpha val="0"/>
              </a:srgbClr>
            </a:solidFill>
            <a:prstDash val="solid"/>
          </a:ln>
        </p:spPr>
      </p:sp>
      <p:sp>
        <p:nvSpPr>
          <p:cNvPr id="32" name="Text 25"/>
          <p:cNvSpPr txBox="1"/>
          <p:nvPr/>
        </p:nvSpPr>
        <p:spPr>
          <a:xfrm>
            <a:off x="68580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pic>
        <p:nvPicPr>
          <p:cNvPr id="33" name="Image 4" descr="Dice">    </p:cNvPr>
          <p:cNvPicPr>
            <a:picLocks noChangeAspect="1"/>
          </p:cNvPicPr>
          <p:nvPr/>
        </p:nvPicPr>
        <p:blipFill>
          <a:blip r:embed="rId5"/>
          <a:stretch>
            <a:fillRect/>
          </a:stretch>
        </p:blipFill>
        <p:spPr>
          <a:xfrm>
            <a:off x="2183130" y="4599432"/>
            <a:ext cx="384048" cy="384048"/>
          </a:xfrm>
          <a:prstGeom prst="rect">
            <a:avLst/>
          </a:prstGeom>
        </p:spPr>
      </p:pic>
      <p:sp>
        <p:nvSpPr>
          <p:cNvPr id="34" name="Text 26"/>
          <p:cNvSpPr txBox="1"/>
          <p:nvPr/>
        </p:nvSpPr>
        <p:spPr>
          <a:xfrm>
            <a:off x="685800" y="50932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Dobbelspel</a:t>
            </a:r>
            <a:endParaRPr lang="en-US" sz="1600" dirty="0"/>
          </a:p>
        </p:txBody>
      </p:sp>
      <p:sp>
        <p:nvSpPr>
          <p:cNvPr id="35" name="Text 27"/>
          <p:cNvSpPr txBox="1"/>
          <p:nvPr/>
        </p:nvSpPr>
        <p:spPr>
          <a:xfrm>
            <a:off x="685800" y="56692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36" name="Shape 28"/>
          <p:cNvSpPr/>
          <p:nvPr/>
        </p:nvSpPr>
        <p:spPr>
          <a:xfrm>
            <a:off x="2960370" y="44348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37" name="Shape 29"/>
          <p:cNvSpPr/>
          <p:nvPr/>
        </p:nvSpPr>
        <p:spPr>
          <a:xfrm>
            <a:off x="3097530" y="4572000"/>
            <a:ext cx="438912" cy="438912"/>
          </a:xfrm>
          <a:prstGeom prst="ellipse">
            <a:avLst/>
          </a:prstGeom>
          <a:solidFill>
            <a:schemeClr val="accent1"/>
          </a:solidFill>
          <a:ln w="12700">
            <a:solidFill>
              <a:srgbClr val="FFFFFF">
                <a:alpha val="0"/>
              </a:srgbClr>
            </a:solidFill>
            <a:prstDash val="solid"/>
          </a:ln>
        </p:spPr>
      </p:sp>
      <p:sp>
        <p:nvSpPr>
          <p:cNvPr id="38" name="Text 30"/>
          <p:cNvSpPr txBox="1"/>
          <p:nvPr/>
        </p:nvSpPr>
        <p:spPr>
          <a:xfrm>
            <a:off x="309753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pic>
        <p:nvPicPr>
          <p:cNvPr id="39" name="Image 5" descr="MobileAlt">    </p:cNvPr>
          <p:cNvPicPr>
            <a:picLocks noChangeAspect="1"/>
          </p:cNvPicPr>
          <p:nvPr/>
        </p:nvPicPr>
        <p:blipFill>
          <a:blip r:embed="rId6"/>
          <a:stretch>
            <a:fillRect/>
          </a:stretch>
        </p:blipFill>
        <p:spPr>
          <a:xfrm>
            <a:off x="4594860" y="4599432"/>
            <a:ext cx="384048" cy="384048"/>
          </a:xfrm>
          <a:prstGeom prst="rect">
            <a:avLst/>
          </a:prstGeom>
        </p:spPr>
      </p:pic>
      <p:sp>
        <p:nvSpPr>
          <p:cNvPr id="40" name="Text 31"/>
          <p:cNvSpPr txBox="1"/>
          <p:nvPr/>
        </p:nvSpPr>
        <p:spPr>
          <a:xfrm>
            <a:off x="3097530" y="50932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Le message de Karim</a:t>
            </a:r>
            <a:endParaRPr lang="en-US" sz="1600" dirty="0"/>
          </a:p>
        </p:txBody>
      </p:sp>
      <p:sp>
        <p:nvSpPr>
          <p:cNvPr id="41" name="Text 32"/>
          <p:cNvSpPr txBox="1"/>
          <p:nvPr/>
        </p:nvSpPr>
        <p:spPr>
          <a:xfrm>
            <a:off x="3097530" y="56692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42" name="Shape 33"/>
          <p:cNvSpPr/>
          <p:nvPr/>
        </p:nvSpPr>
        <p:spPr>
          <a:xfrm>
            <a:off x="5372100" y="4434840"/>
            <a:ext cx="2183130"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43" name="Shape 34"/>
          <p:cNvSpPr/>
          <p:nvPr/>
        </p:nvSpPr>
        <p:spPr>
          <a:xfrm>
            <a:off x="5509260" y="4572000"/>
            <a:ext cx="438912" cy="438912"/>
          </a:xfrm>
          <a:prstGeom prst="ellipse">
            <a:avLst/>
          </a:prstGeom>
          <a:solidFill>
            <a:schemeClr val="accent1"/>
          </a:solidFill>
          <a:ln w="12700">
            <a:solidFill>
              <a:srgbClr val="FFFFFF">
                <a:alpha val="0"/>
              </a:srgbClr>
            </a:solidFill>
            <a:prstDash val="solid"/>
          </a:ln>
        </p:spPr>
      </p:sp>
      <p:sp>
        <p:nvSpPr>
          <p:cNvPr id="44" name="Text 35"/>
          <p:cNvSpPr txBox="1"/>
          <p:nvPr/>
        </p:nvSpPr>
        <p:spPr>
          <a:xfrm>
            <a:off x="550926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pic>
        <p:nvPicPr>
          <p:cNvPr id="45" name="Image 6" descr="CalendarAlt">    </p:cNvPr>
          <p:cNvPicPr>
            <a:picLocks noChangeAspect="1"/>
          </p:cNvPicPr>
          <p:nvPr/>
        </p:nvPicPr>
        <p:blipFill>
          <a:blip r:embed="rId7"/>
          <a:stretch>
            <a:fillRect/>
          </a:stretch>
        </p:blipFill>
        <p:spPr>
          <a:xfrm>
            <a:off x="7006590" y="4599432"/>
            <a:ext cx="384048" cy="384048"/>
          </a:xfrm>
          <a:prstGeom prst="rect">
            <a:avLst/>
          </a:prstGeom>
        </p:spPr>
      </p:pic>
      <p:sp>
        <p:nvSpPr>
          <p:cNvPr id="46" name="Text 36"/>
          <p:cNvSpPr txBox="1"/>
          <p:nvPr/>
        </p:nvSpPr>
        <p:spPr>
          <a:xfrm>
            <a:off x="5509260" y="5093208"/>
            <a:ext cx="1908810" cy="621792"/>
          </a:xfrm>
          <a:prstGeom prst="rect">
            <a:avLst/>
          </a:prstGeom>
          <a:noFill/>
          <a:ln/>
        </p:spPr>
        <p:txBody>
          <a:bodyPr wrap="square" lIns="0" tIns="0" rIns="0" bIns="0" rtlCol="0" anchor="t"/>
          <a:lstStyle/>
          <a:p>
            <a:pPr algn="l" indent="0" marL="0">
              <a:buNone/>
            </a:pPr>
            <a:r>
              <a:rPr lang="en-US" sz="1600" b="1" dirty="0">
                <a:solidFill>
                  <a:schemeClr val="bg1"/>
                </a:solidFill>
              </a:rPr>
              <a:t>Ma semaine</a:t>
            </a:r>
            <a:endParaRPr lang="en-US" sz="1600" dirty="0"/>
          </a:p>
        </p:txBody>
      </p:sp>
      <p:sp>
        <p:nvSpPr>
          <p:cNvPr id="47" name="Text 37"/>
          <p:cNvSpPr txBox="1"/>
          <p:nvPr/>
        </p:nvSpPr>
        <p:spPr>
          <a:xfrm>
            <a:off x="5509260" y="5669280"/>
            <a:ext cx="1908810"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pic>
        <p:nvPicPr>
          <p:cNvPr id="48" name="Image 7" descr="man teacher">    </p:cNvPr>
          <p:cNvPicPr>
            <a:picLocks noChangeAspect="1"/>
          </p:cNvPicPr>
          <p:nvPr/>
        </p:nvPicPr>
        <p:blipFill>
          <a:blip r:embed="rId8"/>
          <a:stretch>
            <a:fillRect/>
          </a:stretch>
        </p:blipFill>
        <p:spPr>
          <a:xfrm>
            <a:off x="10058400" y="3657600"/>
            <a:ext cx="1645920" cy="1645920"/>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1 — Conjugue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 → ★★★</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Conjuguez le verbe entre parenthèses au présent.</a:t>
            </a:r>
            <a:endParaRPr lang="en-US" sz="1700" dirty="0"/>
          </a:p>
        </p:txBody>
      </p:sp>
      <p:sp>
        <p:nvSpPr>
          <p:cNvPr id="8" name="Shape 4"/>
          <p:cNvSpPr/>
          <p:nvPr/>
        </p:nvSpPr>
        <p:spPr>
          <a:xfrm>
            <a:off x="548640" y="1932432"/>
            <a:ext cx="11091672" cy="1355344"/>
          </a:xfrm>
          <a:prstGeom prst="roundRect">
            <a:avLst>
              <a:gd name="adj" fmla="val 5397"/>
            </a:avLst>
          </a:prstGeom>
          <a:solidFill>
            <a:schemeClr val="accent3">
              <a:alpha val="8000"/>
            </a:schemeClr>
          </a:solidFill>
          <a:ln w="15875">
            <a:solidFill>
              <a:srgbClr val="2E7D4F"/>
            </a:solidFill>
            <a:prstDash val="solid"/>
          </a:ln>
        </p:spPr>
      </p:sp>
      <p:sp>
        <p:nvSpPr>
          <p:cNvPr id="9" name="Shape 5"/>
          <p:cNvSpPr/>
          <p:nvPr/>
        </p:nvSpPr>
        <p:spPr>
          <a:xfrm>
            <a:off x="548640" y="1932432"/>
            <a:ext cx="1920240" cy="1355344"/>
          </a:xfrm>
          <a:prstGeom prst="roundRect">
            <a:avLst>
              <a:gd name="adj" fmla="val 5397"/>
            </a:avLst>
          </a:prstGeom>
          <a:solidFill>
            <a:schemeClr val="accent3"/>
          </a:solidFill>
          <a:ln w="12700">
            <a:solidFill>
              <a:srgbClr val="FFFFFF">
                <a:alpha val="0"/>
              </a:srgbClr>
            </a:solidFill>
            <a:prstDash val="solid"/>
          </a:ln>
        </p:spPr>
      </p:sp>
      <p:sp>
        <p:nvSpPr>
          <p:cNvPr id="10" name="Text 6"/>
          <p:cNvSpPr txBox="1"/>
          <p:nvPr/>
        </p:nvSpPr>
        <p:spPr>
          <a:xfrm>
            <a:off x="548640" y="2042160"/>
            <a:ext cx="1920240" cy="457200"/>
          </a:xfrm>
          <a:prstGeom prst="rect">
            <a:avLst/>
          </a:prstGeom>
          <a:noFill/>
          <a:ln/>
        </p:spPr>
        <p:txBody>
          <a:bodyPr wrap="square" lIns="0" tIns="0" rIns="0" bIns="0" rtlCol="0" anchor="ctr"/>
          <a:lstStyle/>
          <a:p>
            <a:pPr algn="ctr" indent="0" marL="0">
              <a:buNone/>
            </a:pPr>
            <a:r>
              <a:rPr lang="en-US" sz="2200" b="1" dirty="0">
                <a:solidFill>
                  <a:schemeClr val="bg1"/>
                </a:solidFill>
              </a:rPr>
              <a:t>★</a:t>
            </a:r>
            <a:endParaRPr lang="en-US" sz="2200" dirty="0"/>
          </a:p>
        </p:txBody>
      </p:sp>
      <p:sp>
        <p:nvSpPr>
          <p:cNvPr id="11" name="Text 7"/>
          <p:cNvSpPr txBox="1"/>
          <p:nvPr/>
        </p:nvSpPr>
        <p:spPr>
          <a:xfrm>
            <a:off x="640080" y="2499360"/>
            <a:ext cx="1737360" cy="715264"/>
          </a:xfrm>
          <a:prstGeom prst="rect">
            <a:avLst/>
          </a:prstGeom>
          <a:noFill/>
          <a:ln/>
        </p:spPr>
        <p:txBody>
          <a:bodyPr wrap="square" lIns="0" tIns="0" rIns="0" bIns="0" rtlCol="0" anchor="t"/>
          <a:lstStyle/>
          <a:p>
            <a:pPr algn="ctr" indent="0" marL="0">
              <a:buNone/>
            </a:pPr>
            <a:r>
              <a:rPr lang="en-US" sz="1600" b="1" dirty="0">
                <a:solidFill>
                  <a:schemeClr val="bg1"/>
                </a:solidFill>
              </a:rPr>
              <a:t>forme simple</a:t>
            </a:r>
            <a:endParaRPr lang="en-US" sz="1600" dirty="0"/>
          </a:p>
        </p:txBody>
      </p:sp>
      <p:sp>
        <p:nvSpPr>
          <p:cNvPr id="12" name="Text 8"/>
          <p:cNvSpPr txBox="1"/>
          <p:nvPr/>
        </p:nvSpPr>
        <p:spPr>
          <a:xfrm>
            <a:off x="2697480" y="2060448"/>
            <a:ext cx="4183380" cy="1172464"/>
          </a:xfrm>
          <a:prstGeom prst="rect">
            <a:avLst/>
          </a:prstGeom>
          <a:noFill/>
          <a:ln/>
        </p:spPr>
        <p:txBody>
          <a:bodyPr wrap="square" lIns="0" tIns="0" rIns="0" bIns="0" rtlCol="0" anchor="t"/>
          <a:lstStyle/>
          <a:p>
            <a:pPr indent="0" marL="0">
              <a:spcAft>
                <a:spcPts val="1000"/>
              </a:spcAft>
              <a:buNone/>
            </a:pPr>
            <a:r>
              <a:rPr lang="en-US" sz="1800" b="1" dirty="0">
                <a:solidFill>
                  <a:schemeClr val="tx2"/>
                </a:solidFill>
              </a:rPr>
              <a:t>1  </a:t>
            </a:r>
            <a:r>
              <a:rPr lang="en-US" sz="1800" dirty="0">
                <a:solidFill>
                  <a:schemeClr val="tx1"/>
                </a:solidFill>
              </a:rPr>
              <a:t>Jij </a:t>
            </a:r>
            <a:r>
              <a:rPr lang="en-US" sz="1800" b="1" dirty="0">
                <a:solidFill>
                  <a:schemeClr val="tx1"/>
                </a:solidFill>
              </a:rPr>
              <a:t>(luisteren)</a:t>
            </a:r>
            <a:r>
              <a:rPr lang="en-US" sz="1800" dirty="0">
                <a:solidFill>
                  <a:schemeClr val="tx1"/>
                </a:solidFill>
              </a:rPr>
              <a:t> naar muziek.</a:t>
            </a:r>
            <a:endParaRPr lang="en-US" sz="1800" dirty="0"/>
          </a:p>
          <a:p>
            <a:pPr indent="0" marL="0">
              <a:spcAft>
                <a:spcPts val="1000"/>
              </a:spcAft>
              <a:buNone/>
            </a:pPr>
            <a:r>
              <a:rPr lang="en-US" sz="1800" b="1" dirty="0">
                <a:solidFill>
                  <a:schemeClr val="tx2"/>
                </a:solidFill>
              </a:rPr>
              <a:t>2  </a:t>
            </a:r>
            <a:r>
              <a:rPr lang="en-US" sz="1800" dirty="0">
                <a:solidFill>
                  <a:schemeClr val="tx1"/>
                </a:solidFill>
              </a:rPr>
              <a:t>Dorien </a:t>
            </a:r>
            <a:r>
              <a:rPr lang="en-US" sz="1800" b="1" dirty="0">
                <a:solidFill>
                  <a:schemeClr val="tx1"/>
                </a:solidFill>
              </a:rPr>
              <a:t>(roepen)</a:t>
            </a:r>
            <a:r>
              <a:rPr lang="en-US" sz="1800" dirty="0">
                <a:solidFill>
                  <a:schemeClr val="tx1"/>
                </a:solidFill>
              </a:rPr>
              <a:t> jouw naam.</a:t>
            </a:r>
            <a:endParaRPr lang="en-US" sz="1800" dirty="0"/>
          </a:p>
        </p:txBody>
      </p:sp>
      <p:sp>
        <p:nvSpPr>
          <p:cNvPr id="13" name="Text 9"/>
          <p:cNvSpPr txBox="1"/>
          <p:nvPr/>
        </p:nvSpPr>
        <p:spPr>
          <a:xfrm>
            <a:off x="7292340" y="2060448"/>
            <a:ext cx="4183380" cy="1172464"/>
          </a:xfrm>
          <a:prstGeom prst="rect">
            <a:avLst/>
          </a:prstGeom>
          <a:noFill/>
          <a:ln/>
        </p:spPr>
        <p:txBody>
          <a:bodyPr wrap="square" lIns="0" tIns="0" rIns="0" bIns="0" rtlCol="0" anchor="t"/>
          <a:lstStyle/>
          <a:p>
            <a:pPr indent="0" marL="0">
              <a:spcAft>
                <a:spcPts val="1000"/>
              </a:spcAft>
              <a:buNone/>
            </a:pPr>
            <a:r>
              <a:rPr lang="en-US" sz="1800" b="1" dirty="0">
                <a:solidFill>
                  <a:schemeClr val="tx2"/>
                </a:solidFill>
              </a:rPr>
              <a:t>3  </a:t>
            </a:r>
            <a:r>
              <a:rPr lang="en-US" sz="1800" dirty="0">
                <a:solidFill>
                  <a:schemeClr val="tx1"/>
                </a:solidFill>
              </a:rPr>
              <a:t>Hij </a:t>
            </a:r>
            <a:r>
              <a:rPr lang="en-US" sz="1800" b="1" dirty="0">
                <a:solidFill>
                  <a:schemeClr val="tx1"/>
                </a:solidFill>
              </a:rPr>
              <a:t>(zingen)</a:t>
            </a:r>
            <a:r>
              <a:rPr lang="en-US" sz="1800" dirty="0">
                <a:solidFill>
                  <a:schemeClr val="tx1"/>
                </a:solidFill>
              </a:rPr>
              <a:t> heel mooi.</a:t>
            </a:r>
            <a:endParaRPr lang="en-US" sz="1800" dirty="0"/>
          </a:p>
          <a:p>
            <a:pPr indent="0" marL="0">
              <a:spcAft>
                <a:spcPts val="1000"/>
              </a:spcAft>
              <a:buNone/>
            </a:pPr>
            <a:r>
              <a:rPr lang="en-US" sz="1800" b="1" dirty="0">
                <a:solidFill>
                  <a:schemeClr val="tx2"/>
                </a:solidFill>
              </a:rPr>
              <a:t>4  </a:t>
            </a:r>
            <a:r>
              <a:rPr lang="en-US" sz="1800" dirty="0">
                <a:solidFill>
                  <a:schemeClr val="tx1"/>
                </a:solidFill>
              </a:rPr>
              <a:t>We </a:t>
            </a:r>
            <a:r>
              <a:rPr lang="en-US" sz="1800" b="1" dirty="0">
                <a:solidFill>
                  <a:schemeClr val="tx1"/>
                </a:solidFill>
              </a:rPr>
              <a:t>(begrijpen)</a:t>
            </a:r>
            <a:r>
              <a:rPr lang="en-US" sz="1800" dirty="0">
                <a:solidFill>
                  <a:schemeClr val="tx1"/>
                </a:solidFill>
              </a:rPr>
              <a:t> de les niet.</a:t>
            </a:r>
            <a:endParaRPr lang="en-US" sz="1800" dirty="0"/>
          </a:p>
        </p:txBody>
      </p:sp>
      <p:sp>
        <p:nvSpPr>
          <p:cNvPr id="14" name="Shape 10"/>
          <p:cNvSpPr/>
          <p:nvPr/>
        </p:nvSpPr>
        <p:spPr>
          <a:xfrm>
            <a:off x="548640" y="3424936"/>
            <a:ext cx="11091672" cy="1355344"/>
          </a:xfrm>
          <a:prstGeom prst="roundRect">
            <a:avLst>
              <a:gd name="adj" fmla="val 5397"/>
            </a:avLst>
          </a:prstGeom>
          <a:solidFill>
            <a:schemeClr val="accent2">
              <a:alpha val="8000"/>
            </a:schemeClr>
          </a:solidFill>
          <a:ln w="15875">
            <a:solidFill>
              <a:srgbClr val="2A6FB0"/>
            </a:solidFill>
            <a:prstDash val="solid"/>
          </a:ln>
        </p:spPr>
      </p:sp>
      <p:sp>
        <p:nvSpPr>
          <p:cNvPr id="15" name="Shape 11"/>
          <p:cNvSpPr/>
          <p:nvPr/>
        </p:nvSpPr>
        <p:spPr>
          <a:xfrm>
            <a:off x="548640" y="3424936"/>
            <a:ext cx="1920240" cy="1355344"/>
          </a:xfrm>
          <a:prstGeom prst="roundRect">
            <a:avLst>
              <a:gd name="adj" fmla="val 5397"/>
            </a:avLst>
          </a:prstGeom>
          <a:solidFill>
            <a:schemeClr val="accent2"/>
          </a:solidFill>
          <a:ln w="12700">
            <a:solidFill>
              <a:srgbClr val="FFFFFF">
                <a:alpha val="0"/>
              </a:srgbClr>
            </a:solidFill>
            <a:prstDash val="solid"/>
          </a:ln>
        </p:spPr>
      </p:sp>
      <p:sp>
        <p:nvSpPr>
          <p:cNvPr id="16" name="Text 12"/>
          <p:cNvSpPr txBox="1"/>
          <p:nvPr/>
        </p:nvSpPr>
        <p:spPr>
          <a:xfrm>
            <a:off x="548640" y="3534664"/>
            <a:ext cx="1920240" cy="457200"/>
          </a:xfrm>
          <a:prstGeom prst="rect">
            <a:avLst/>
          </a:prstGeom>
          <a:noFill/>
          <a:ln/>
        </p:spPr>
        <p:txBody>
          <a:bodyPr wrap="square" lIns="0" tIns="0" rIns="0" bIns="0" rtlCol="0" anchor="ctr"/>
          <a:lstStyle/>
          <a:p>
            <a:pPr algn="ctr" indent="0" marL="0">
              <a:buNone/>
            </a:pPr>
            <a:r>
              <a:rPr lang="en-US" sz="2200" b="1" dirty="0">
                <a:solidFill>
                  <a:schemeClr val="bg1"/>
                </a:solidFill>
              </a:rPr>
              <a:t>★★</a:t>
            </a:r>
            <a:endParaRPr lang="en-US" sz="2200" dirty="0"/>
          </a:p>
        </p:txBody>
      </p:sp>
      <p:sp>
        <p:nvSpPr>
          <p:cNvPr id="17" name="Text 13"/>
          <p:cNvSpPr txBox="1"/>
          <p:nvPr/>
        </p:nvSpPr>
        <p:spPr>
          <a:xfrm>
            <a:off x="640080" y="3991864"/>
            <a:ext cx="1737360" cy="715264"/>
          </a:xfrm>
          <a:prstGeom prst="rect">
            <a:avLst/>
          </a:prstGeom>
          <a:noFill/>
          <a:ln/>
        </p:spPr>
        <p:txBody>
          <a:bodyPr wrap="square" lIns="0" tIns="0" rIns="0" bIns="0" rtlCol="0" anchor="t"/>
          <a:lstStyle/>
          <a:p>
            <a:pPr algn="ctr" indent="0" marL="0">
              <a:buNone/>
            </a:pPr>
            <a:r>
              <a:rPr lang="en-US" sz="1600" b="1" dirty="0">
                <a:solidFill>
                  <a:schemeClr val="bg1"/>
                </a:solidFill>
              </a:rPr>
              <a:t>avec ajustement</a:t>
            </a:r>
            <a:endParaRPr lang="en-US" sz="1600" dirty="0"/>
          </a:p>
        </p:txBody>
      </p:sp>
      <p:sp>
        <p:nvSpPr>
          <p:cNvPr id="18" name="Text 14"/>
          <p:cNvSpPr txBox="1"/>
          <p:nvPr/>
        </p:nvSpPr>
        <p:spPr>
          <a:xfrm>
            <a:off x="2697480" y="3552952"/>
            <a:ext cx="4183380" cy="1172464"/>
          </a:xfrm>
          <a:prstGeom prst="rect">
            <a:avLst/>
          </a:prstGeom>
          <a:noFill/>
          <a:ln/>
        </p:spPr>
        <p:txBody>
          <a:bodyPr wrap="square" lIns="0" tIns="0" rIns="0" bIns="0" rtlCol="0" anchor="t"/>
          <a:lstStyle/>
          <a:p>
            <a:pPr indent="0" marL="0">
              <a:spcAft>
                <a:spcPts val="1000"/>
              </a:spcAft>
              <a:buNone/>
            </a:pPr>
            <a:r>
              <a:rPr lang="en-US" sz="1800" b="1" dirty="0">
                <a:solidFill>
                  <a:schemeClr val="tx2"/>
                </a:solidFill>
              </a:rPr>
              <a:t>5  </a:t>
            </a:r>
            <a:r>
              <a:rPr lang="en-US" sz="1800" dirty="0">
                <a:solidFill>
                  <a:schemeClr val="tx1"/>
                </a:solidFill>
              </a:rPr>
              <a:t>Hij </a:t>
            </a:r>
            <a:r>
              <a:rPr lang="en-US" sz="1800" b="1" dirty="0">
                <a:solidFill>
                  <a:schemeClr val="tx1"/>
                </a:solidFill>
              </a:rPr>
              <a:t>(stoppen)</a:t>
            </a:r>
            <a:r>
              <a:rPr lang="en-US" sz="1800" dirty="0">
                <a:solidFill>
                  <a:schemeClr val="tx1"/>
                </a:solidFill>
              </a:rPr>
              <a:t> voor een rood licht.</a:t>
            </a:r>
            <a:endParaRPr lang="en-US" sz="1800" dirty="0"/>
          </a:p>
          <a:p>
            <a:pPr indent="0" marL="0">
              <a:spcAft>
                <a:spcPts val="1000"/>
              </a:spcAft>
              <a:buNone/>
            </a:pPr>
            <a:r>
              <a:rPr lang="en-US" sz="1800" b="1" dirty="0">
                <a:solidFill>
                  <a:schemeClr val="tx2"/>
                </a:solidFill>
              </a:rPr>
              <a:t>6  </a:t>
            </a:r>
            <a:r>
              <a:rPr lang="en-US" sz="1800" dirty="0">
                <a:solidFill>
                  <a:schemeClr val="tx1"/>
                </a:solidFill>
              </a:rPr>
              <a:t>Fatima </a:t>
            </a:r>
            <a:r>
              <a:rPr lang="en-US" sz="1800" b="1" dirty="0">
                <a:solidFill>
                  <a:schemeClr val="tx1"/>
                </a:solidFill>
              </a:rPr>
              <a:t>(koken)</a:t>
            </a:r>
            <a:r>
              <a:rPr lang="en-US" sz="1800" dirty="0">
                <a:solidFill>
                  <a:schemeClr val="tx1"/>
                </a:solidFill>
              </a:rPr>
              <a:t> lekker Libanees.</a:t>
            </a:r>
            <a:endParaRPr lang="en-US" sz="1800" dirty="0"/>
          </a:p>
        </p:txBody>
      </p:sp>
      <p:sp>
        <p:nvSpPr>
          <p:cNvPr id="19" name="Text 15"/>
          <p:cNvSpPr txBox="1"/>
          <p:nvPr/>
        </p:nvSpPr>
        <p:spPr>
          <a:xfrm>
            <a:off x="7292340" y="3552952"/>
            <a:ext cx="4183380" cy="1172464"/>
          </a:xfrm>
          <a:prstGeom prst="rect">
            <a:avLst/>
          </a:prstGeom>
          <a:noFill/>
          <a:ln/>
        </p:spPr>
        <p:txBody>
          <a:bodyPr wrap="square" lIns="0" tIns="0" rIns="0" bIns="0" rtlCol="0" anchor="t"/>
          <a:lstStyle/>
          <a:p>
            <a:pPr indent="0" marL="0">
              <a:spcAft>
                <a:spcPts val="1000"/>
              </a:spcAft>
              <a:buNone/>
            </a:pPr>
            <a:r>
              <a:rPr lang="en-US" sz="1800" b="1" dirty="0">
                <a:solidFill>
                  <a:schemeClr val="tx2"/>
                </a:solidFill>
              </a:rPr>
              <a:t>7  </a:t>
            </a:r>
            <a:r>
              <a:rPr lang="en-US" sz="1800" dirty="0">
                <a:solidFill>
                  <a:schemeClr val="tx1"/>
                </a:solidFill>
              </a:rPr>
              <a:t>Ik </a:t>
            </a:r>
            <a:r>
              <a:rPr lang="en-US" sz="1800" b="1" dirty="0">
                <a:solidFill>
                  <a:schemeClr val="tx1"/>
                </a:solidFill>
              </a:rPr>
              <a:t>(betalen)</a:t>
            </a:r>
            <a:r>
              <a:rPr lang="en-US" sz="1800" dirty="0">
                <a:solidFill>
                  <a:schemeClr val="tx1"/>
                </a:solidFill>
              </a:rPr>
              <a:t> met de bankkaart.</a:t>
            </a:r>
            <a:endParaRPr lang="en-US" sz="1800" dirty="0"/>
          </a:p>
          <a:p>
            <a:pPr indent="0" marL="0">
              <a:spcAft>
                <a:spcPts val="1000"/>
              </a:spcAft>
              <a:buNone/>
            </a:pPr>
            <a:r>
              <a:rPr lang="en-US" sz="1800" b="1" dirty="0">
                <a:solidFill>
                  <a:schemeClr val="tx2"/>
                </a:solidFill>
              </a:rPr>
              <a:t>8  </a:t>
            </a:r>
            <a:r>
              <a:rPr lang="en-US" sz="1800" dirty="0">
                <a:solidFill>
                  <a:schemeClr val="tx1"/>
                </a:solidFill>
              </a:rPr>
              <a:t>De vergadering </a:t>
            </a:r>
            <a:r>
              <a:rPr lang="en-US" sz="1800" b="1" dirty="0">
                <a:solidFill>
                  <a:schemeClr val="tx1"/>
                </a:solidFill>
              </a:rPr>
              <a:t>(beginnen)</a:t>
            </a:r>
            <a:r>
              <a:rPr lang="en-US" sz="1800" dirty="0">
                <a:solidFill>
                  <a:schemeClr val="tx1"/>
                </a:solidFill>
              </a:rPr>
              <a:t> om 9 uur.</a:t>
            </a:r>
            <a:endParaRPr lang="en-US" sz="1800" dirty="0"/>
          </a:p>
        </p:txBody>
      </p:sp>
      <p:sp>
        <p:nvSpPr>
          <p:cNvPr id="20" name="Shape 16"/>
          <p:cNvSpPr/>
          <p:nvPr/>
        </p:nvSpPr>
        <p:spPr>
          <a:xfrm>
            <a:off x="548640" y="4917440"/>
            <a:ext cx="11091672" cy="1355344"/>
          </a:xfrm>
          <a:prstGeom prst="roundRect">
            <a:avLst>
              <a:gd name="adj" fmla="val 5397"/>
            </a:avLst>
          </a:prstGeom>
          <a:solidFill>
            <a:schemeClr val="accent1">
              <a:alpha val="8000"/>
            </a:schemeClr>
          </a:solidFill>
          <a:ln w="15875">
            <a:solidFill>
              <a:srgbClr val="D9700F"/>
            </a:solidFill>
            <a:prstDash val="solid"/>
          </a:ln>
        </p:spPr>
      </p:sp>
      <p:sp>
        <p:nvSpPr>
          <p:cNvPr id="21" name="Shape 17"/>
          <p:cNvSpPr/>
          <p:nvPr/>
        </p:nvSpPr>
        <p:spPr>
          <a:xfrm>
            <a:off x="548640" y="4917440"/>
            <a:ext cx="1920240" cy="1355344"/>
          </a:xfrm>
          <a:prstGeom prst="roundRect">
            <a:avLst>
              <a:gd name="adj" fmla="val 5397"/>
            </a:avLst>
          </a:prstGeom>
          <a:solidFill>
            <a:schemeClr val="accent1"/>
          </a:solidFill>
          <a:ln w="12700">
            <a:solidFill>
              <a:srgbClr val="FFFFFF">
                <a:alpha val="0"/>
              </a:srgbClr>
            </a:solidFill>
            <a:prstDash val="solid"/>
          </a:ln>
        </p:spPr>
      </p:sp>
      <p:sp>
        <p:nvSpPr>
          <p:cNvPr id="22" name="Text 18"/>
          <p:cNvSpPr txBox="1"/>
          <p:nvPr/>
        </p:nvSpPr>
        <p:spPr>
          <a:xfrm>
            <a:off x="548640" y="5027168"/>
            <a:ext cx="1920240" cy="457200"/>
          </a:xfrm>
          <a:prstGeom prst="rect">
            <a:avLst/>
          </a:prstGeom>
          <a:noFill/>
          <a:ln/>
        </p:spPr>
        <p:txBody>
          <a:bodyPr wrap="square" lIns="0" tIns="0" rIns="0" bIns="0" rtlCol="0" anchor="ctr"/>
          <a:lstStyle/>
          <a:p>
            <a:pPr algn="ctr" indent="0" marL="0">
              <a:buNone/>
            </a:pPr>
            <a:r>
              <a:rPr lang="en-US" sz="2200" b="1" dirty="0">
                <a:solidFill>
                  <a:schemeClr val="bg1"/>
                </a:solidFill>
              </a:rPr>
              <a:t>★★★</a:t>
            </a:r>
            <a:endParaRPr lang="en-US" sz="2200" dirty="0"/>
          </a:p>
        </p:txBody>
      </p:sp>
      <p:sp>
        <p:nvSpPr>
          <p:cNvPr id="23" name="Text 19"/>
          <p:cNvSpPr txBox="1"/>
          <p:nvPr/>
        </p:nvSpPr>
        <p:spPr>
          <a:xfrm>
            <a:off x="640080" y="5484368"/>
            <a:ext cx="1737360" cy="715264"/>
          </a:xfrm>
          <a:prstGeom prst="rect">
            <a:avLst/>
          </a:prstGeom>
          <a:noFill/>
          <a:ln/>
        </p:spPr>
        <p:txBody>
          <a:bodyPr wrap="square" lIns="0" tIns="0" rIns="0" bIns="0" rtlCol="0" anchor="t"/>
          <a:lstStyle/>
          <a:p>
            <a:pPr algn="ctr" indent="0" marL="0">
              <a:buNone/>
            </a:pPr>
            <a:r>
              <a:rPr lang="en-US" sz="1600" b="1" dirty="0">
                <a:solidFill>
                  <a:schemeClr val="bg1"/>
                </a:solidFill>
              </a:rPr>
              <a:t>questions</a:t>
            </a:r>
            <a:endParaRPr lang="en-US" sz="1600" dirty="0"/>
          </a:p>
        </p:txBody>
      </p:sp>
      <p:sp>
        <p:nvSpPr>
          <p:cNvPr id="24" name="Text 20"/>
          <p:cNvSpPr txBox="1"/>
          <p:nvPr/>
        </p:nvSpPr>
        <p:spPr>
          <a:xfrm>
            <a:off x="2697480" y="5045456"/>
            <a:ext cx="4183380" cy="1172464"/>
          </a:xfrm>
          <a:prstGeom prst="rect">
            <a:avLst/>
          </a:prstGeom>
          <a:noFill/>
          <a:ln/>
        </p:spPr>
        <p:txBody>
          <a:bodyPr wrap="square" lIns="0" tIns="0" rIns="0" bIns="0" rtlCol="0" anchor="t"/>
          <a:lstStyle/>
          <a:p>
            <a:pPr indent="0" marL="0">
              <a:spcAft>
                <a:spcPts val="1000"/>
              </a:spcAft>
              <a:buNone/>
            </a:pPr>
            <a:r>
              <a:rPr lang="en-US" sz="1800" b="1" dirty="0">
                <a:solidFill>
                  <a:schemeClr val="tx2"/>
                </a:solidFill>
              </a:rPr>
              <a:t>9  </a:t>
            </a:r>
            <a:r>
              <a:rPr lang="en-US" sz="1800" b="1" dirty="0">
                <a:solidFill>
                  <a:schemeClr val="tx1"/>
                </a:solidFill>
              </a:rPr>
              <a:t>(Slapen)</a:t>
            </a:r>
            <a:r>
              <a:rPr lang="en-US" sz="1800" dirty="0">
                <a:solidFill>
                  <a:schemeClr val="tx1"/>
                </a:solidFill>
              </a:rPr>
              <a:t> jullie al?</a:t>
            </a:r>
            <a:endParaRPr lang="en-US" sz="1800" dirty="0"/>
          </a:p>
          <a:p>
            <a:pPr indent="0" marL="0">
              <a:spcAft>
                <a:spcPts val="1000"/>
              </a:spcAft>
              <a:buNone/>
            </a:pPr>
            <a:r>
              <a:rPr lang="en-US" sz="1800" b="1" dirty="0">
                <a:solidFill>
                  <a:schemeClr val="tx2"/>
                </a:solidFill>
              </a:rPr>
              <a:t>10  </a:t>
            </a:r>
            <a:r>
              <a:rPr lang="en-US" sz="1800" b="1" dirty="0">
                <a:solidFill>
                  <a:schemeClr val="tx1"/>
                </a:solidFill>
              </a:rPr>
              <a:t>(Nemen)</a:t>
            </a:r>
            <a:r>
              <a:rPr lang="en-US" sz="1800" dirty="0">
                <a:solidFill>
                  <a:schemeClr val="tx1"/>
                </a:solidFill>
              </a:rPr>
              <a:t> ik je mee?</a:t>
            </a:r>
            <a:endParaRPr lang="en-US" sz="1800" dirty="0"/>
          </a:p>
        </p:txBody>
      </p:sp>
      <p:sp>
        <p:nvSpPr>
          <p:cNvPr id="25" name="Text 21"/>
          <p:cNvSpPr txBox="1"/>
          <p:nvPr/>
        </p:nvSpPr>
        <p:spPr>
          <a:xfrm>
            <a:off x="7292340" y="5045456"/>
            <a:ext cx="4183380" cy="1172464"/>
          </a:xfrm>
          <a:prstGeom prst="rect">
            <a:avLst/>
          </a:prstGeom>
          <a:noFill/>
          <a:ln/>
        </p:spPr>
        <p:txBody>
          <a:bodyPr wrap="square" lIns="0" tIns="0" rIns="0" bIns="0" rtlCol="0" anchor="t"/>
          <a:lstStyle/>
          <a:p>
            <a:pPr indent="0" marL="0">
              <a:spcAft>
                <a:spcPts val="1000"/>
              </a:spcAft>
              <a:buNone/>
            </a:pPr>
            <a:r>
              <a:rPr lang="en-US" sz="1800" b="1" dirty="0">
                <a:solidFill>
                  <a:schemeClr val="tx2"/>
                </a:solidFill>
              </a:rPr>
              <a:t>11  </a:t>
            </a:r>
            <a:r>
              <a:rPr lang="en-US" sz="1800" b="1" dirty="0">
                <a:solidFill>
                  <a:schemeClr val="tx1"/>
                </a:solidFill>
              </a:rPr>
              <a:t>(Bellen)</a:t>
            </a:r>
            <a:r>
              <a:rPr lang="en-US" sz="1800" dirty="0">
                <a:solidFill>
                  <a:schemeClr val="tx1"/>
                </a:solidFill>
              </a:rPr>
              <a:t> jij de klant?</a:t>
            </a:r>
            <a:endParaRPr lang="en-US" sz="1800" dirty="0"/>
          </a:p>
          <a:p>
            <a:pPr indent="0" marL="0">
              <a:spcAft>
                <a:spcPts val="1000"/>
              </a:spcAft>
              <a:buNone/>
            </a:pPr>
            <a:r>
              <a:rPr lang="en-US" sz="1800" b="1" dirty="0">
                <a:solidFill>
                  <a:schemeClr val="tx2"/>
                </a:solidFill>
              </a:rPr>
              <a:t>12  </a:t>
            </a:r>
            <a:r>
              <a:rPr lang="en-US" sz="1800" b="1" dirty="0">
                <a:solidFill>
                  <a:schemeClr val="tx1"/>
                </a:solidFill>
              </a:rPr>
              <a:t>(Drinken)</a:t>
            </a:r>
            <a:r>
              <a:rPr lang="en-US" sz="1800" dirty="0">
                <a:solidFill>
                  <a:schemeClr val="tx1"/>
                </a:solidFill>
              </a:rPr>
              <a:t> u koffie of thee?</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1 — Conjugue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 → ★★★</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Conjuguez le verbe entre parenthèses au présent.</a:t>
            </a:r>
            <a:endParaRPr lang="en-US" sz="1700" dirty="0"/>
          </a:p>
        </p:txBody>
      </p:sp>
      <p:sp>
        <p:nvSpPr>
          <p:cNvPr id="9" name="Shape 5"/>
          <p:cNvSpPr/>
          <p:nvPr/>
        </p:nvSpPr>
        <p:spPr>
          <a:xfrm>
            <a:off x="548640" y="1932432"/>
            <a:ext cx="11091672" cy="1355344"/>
          </a:xfrm>
          <a:prstGeom prst="roundRect">
            <a:avLst>
              <a:gd name="adj" fmla="val 5397"/>
            </a:avLst>
          </a:prstGeom>
          <a:solidFill>
            <a:schemeClr val="accent3">
              <a:alpha val="8000"/>
            </a:schemeClr>
          </a:solidFill>
          <a:ln w="15875">
            <a:solidFill>
              <a:srgbClr val="2E7D4F"/>
            </a:solidFill>
            <a:prstDash val="solid"/>
          </a:ln>
        </p:spPr>
      </p:sp>
      <p:sp>
        <p:nvSpPr>
          <p:cNvPr id="10" name="Shape 6"/>
          <p:cNvSpPr/>
          <p:nvPr/>
        </p:nvSpPr>
        <p:spPr>
          <a:xfrm>
            <a:off x="548640" y="1932432"/>
            <a:ext cx="1920240" cy="1355344"/>
          </a:xfrm>
          <a:prstGeom prst="roundRect">
            <a:avLst>
              <a:gd name="adj" fmla="val 5397"/>
            </a:avLst>
          </a:prstGeom>
          <a:solidFill>
            <a:schemeClr val="accent3"/>
          </a:solidFill>
          <a:ln w="12700">
            <a:solidFill>
              <a:srgbClr val="FFFFFF">
                <a:alpha val="0"/>
              </a:srgbClr>
            </a:solidFill>
            <a:prstDash val="solid"/>
          </a:ln>
        </p:spPr>
      </p:sp>
      <p:sp>
        <p:nvSpPr>
          <p:cNvPr id="11" name="Text 7"/>
          <p:cNvSpPr txBox="1"/>
          <p:nvPr/>
        </p:nvSpPr>
        <p:spPr>
          <a:xfrm>
            <a:off x="548640" y="2042160"/>
            <a:ext cx="1920240" cy="457200"/>
          </a:xfrm>
          <a:prstGeom prst="rect">
            <a:avLst/>
          </a:prstGeom>
          <a:noFill/>
          <a:ln/>
        </p:spPr>
        <p:txBody>
          <a:bodyPr wrap="square" lIns="0" tIns="0" rIns="0" bIns="0" rtlCol="0" anchor="ctr"/>
          <a:lstStyle/>
          <a:p>
            <a:pPr algn="ctr" indent="0" marL="0">
              <a:buNone/>
            </a:pPr>
            <a:r>
              <a:rPr lang="en-US" sz="2200" b="1" dirty="0">
                <a:solidFill>
                  <a:schemeClr val="bg1"/>
                </a:solidFill>
              </a:rPr>
              <a:t>★</a:t>
            </a:r>
            <a:endParaRPr lang="en-US" sz="2200" dirty="0"/>
          </a:p>
        </p:txBody>
      </p:sp>
      <p:sp>
        <p:nvSpPr>
          <p:cNvPr id="12" name="Text 8"/>
          <p:cNvSpPr txBox="1"/>
          <p:nvPr/>
        </p:nvSpPr>
        <p:spPr>
          <a:xfrm>
            <a:off x="640080" y="2499360"/>
            <a:ext cx="1737360" cy="715264"/>
          </a:xfrm>
          <a:prstGeom prst="rect">
            <a:avLst/>
          </a:prstGeom>
          <a:noFill/>
          <a:ln/>
        </p:spPr>
        <p:txBody>
          <a:bodyPr wrap="square" lIns="0" tIns="0" rIns="0" bIns="0" rtlCol="0" anchor="t"/>
          <a:lstStyle/>
          <a:p>
            <a:pPr algn="ctr" indent="0" marL="0">
              <a:buNone/>
            </a:pPr>
            <a:r>
              <a:rPr lang="en-US" sz="1600" b="1" dirty="0">
                <a:solidFill>
                  <a:schemeClr val="bg1"/>
                </a:solidFill>
              </a:rPr>
              <a:t>forme simple</a:t>
            </a:r>
            <a:endParaRPr lang="en-US" sz="1600" dirty="0"/>
          </a:p>
        </p:txBody>
      </p:sp>
      <p:sp>
        <p:nvSpPr>
          <p:cNvPr id="13" name="Text 9"/>
          <p:cNvSpPr txBox="1"/>
          <p:nvPr/>
        </p:nvSpPr>
        <p:spPr>
          <a:xfrm>
            <a:off x="2697480" y="2060448"/>
            <a:ext cx="4183380" cy="1172464"/>
          </a:xfrm>
          <a:prstGeom prst="rect">
            <a:avLst/>
          </a:prstGeom>
          <a:noFill/>
          <a:ln/>
        </p:spPr>
        <p:txBody>
          <a:bodyPr wrap="square" lIns="0" tIns="0" rIns="0" bIns="0" rtlCol="0" anchor="t"/>
          <a:lstStyle/>
          <a:p>
            <a:pPr indent="0" marL="0">
              <a:spcAft>
                <a:spcPts val="1000"/>
              </a:spcAft>
              <a:buNone/>
            </a:pPr>
            <a:r>
              <a:rPr lang="en-US" sz="1800" b="1" dirty="0">
                <a:solidFill>
                  <a:schemeClr val="tx2"/>
                </a:solidFill>
              </a:rPr>
              <a:t>1  </a:t>
            </a:r>
            <a:r>
              <a:rPr lang="en-US" sz="1800" dirty="0">
                <a:solidFill>
                  <a:schemeClr val="tx1"/>
                </a:solidFill>
              </a:rPr>
              <a:t>Jij </a:t>
            </a:r>
            <a:r>
              <a:rPr lang="en-US" sz="1800" b="1" dirty="0">
                <a:solidFill>
                  <a:schemeClr val="accent3"/>
                </a:solidFill>
              </a:rPr>
              <a:t>luister</a:t>
            </a:r>
            <a:r>
              <a:rPr lang="en-US" sz="1800" b="1" dirty="0">
                <a:solidFill>
                  <a:schemeClr val="accent1"/>
                </a:solidFill>
              </a:rPr>
              <a:t>t</a:t>
            </a:r>
            <a:r>
              <a:rPr lang="en-US" sz="1800" dirty="0">
                <a:solidFill>
                  <a:schemeClr val="tx1"/>
                </a:solidFill>
              </a:rPr>
              <a:t> naar muziek.</a:t>
            </a:r>
            <a:endParaRPr lang="en-US" sz="1800" dirty="0"/>
          </a:p>
          <a:p>
            <a:pPr indent="0" marL="0">
              <a:spcAft>
                <a:spcPts val="1000"/>
              </a:spcAft>
              <a:buNone/>
            </a:pPr>
            <a:r>
              <a:rPr lang="en-US" sz="1800" b="1" dirty="0">
                <a:solidFill>
                  <a:schemeClr val="tx2"/>
                </a:solidFill>
              </a:rPr>
              <a:t>2  </a:t>
            </a:r>
            <a:r>
              <a:rPr lang="en-US" sz="1800" dirty="0">
                <a:solidFill>
                  <a:schemeClr val="tx1"/>
                </a:solidFill>
              </a:rPr>
              <a:t>Dorien </a:t>
            </a:r>
            <a:r>
              <a:rPr lang="en-US" sz="1800" b="1" dirty="0">
                <a:solidFill>
                  <a:schemeClr val="accent3"/>
                </a:solidFill>
              </a:rPr>
              <a:t>roep</a:t>
            </a:r>
            <a:r>
              <a:rPr lang="en-US" sz="1800" b="1" dirty="0">
                <a:solidFill>
                  <a:schemeClr val="accent1"/>
                </a:solidFill>
              </a:rPr>
              <a:t>t</a:t>
            </a:r>
            <a:r>
              <a:rPr lang="en-US" sz="1800" dirty="0">
                <a:solidFill>
                  <a:schemeClr val="tx1"/>
                </a:solidFill>
              </a:rPr>
              <a:t> jouw naam.</a:t>
            </a:r>
            <a:endParaRPr lang="en-US" sz="1800" dirty="0"/>
          </a:p>
        </p:txBody>
      </p:sp>
      <p:sp>
        <p:nvSpPr>
          <p:cNvPr id="14" name="Text 10"/>
          <p:cNvSpPr txBox="1"/>
          <p:nvPr/>
        </p:nvSpPr>
        <p:spPr>
          <a:xfrm>
            <a:off x="7292340" y="2060448"/>
            <a:ext cx="4183380" cy="1172464"/>
          </a:xfrm>
          <a:prstGeom prst="rect">
            <a:avLst/>
          </a:prstGeom>
          <a:noFill/>
          <a:ln/>
        </p:spPr>
        <p:txBody>
          <a:bodyPr wrap="square" lIns="0" tIns="0" rIns="0" bIns="0" rtlCol="0" anchor="t"/>
          <a:lstStyle/>
          <a:p>
            <a:pPr indent="0" marL="0">
              <a:spcAft>
                <a:spcPts val="1000"/>
              </a:spcAft>
              <a:buNone/>
            </a:pPr>
            <a:r>
              <a:rPr lang="en-US" sz="1800" b="1" dirty="0">
                <a:solidFill>
                  <a:schemeClr val="tx2"/>
                </a:solidFill>
              </a:rPr>
              <a:t>3  </a:t>
            </a:r>
            <a:r>
              <a:rPr lang="en-US" sz="1800" dirty="0">
                <a:solidFill>
                  <a:schemeClr val="tx1"/>
                </a:solidFill>
              </a:rPr>
              <a:t>Hij </a:t>
            </a:r>
            <a:r>
              <a:rPr lang="en-US" sz="1800" b="1" dirty="0">
                <a:solidFill>
                  <a:schemeClr val="accent3"/>
                </a:solidFill>
              </a:rPr>
              <a:t>zing</a:t>
            </a:r>
            <a:r>
              <a:rPr lang="en-US" sz="1800" b="1" dirty="0">
                <a:solidFill>
                  <a:schemeClr val="accent1"/>
                </a:solidFill>
              </a:rPr>
              <a:t>t</a:t>
            </a:r>
            <a:r>
              <a:rPr lang="en-US" sz="1800" dirty="0">
                <a:solidFill>
                  <a:schemeClr val="tx1"/>
                </a:solidFill>
              </a:rPr>
              <a:t> heel mooi.</a:t>
            </a:r>
            <a:endParaRPr lang="en-US" sz="1800" dirty="0"/>
          </a:p>
          <a:p>
            <a:pPr indent="0" marL="0">
              <a:spcAft>
                <a:spcPts val="1000"/>
              </a:spcAft>
              <a:buNone/>
            </a:pPr>
            <a:r>
              <a:rPr lang="en-US" sz="1800" b="1" dirty="0">
                <a:solidFill>
                  <a:schemeClr val="tx2"/>
                </a:solidFill>
              </a:rPr>
              <a:t>4  </a:t>
            </a:r>
            <a:r>
              <a:rPr lang="en-US" sz="1800" dirty="0">
                <a:solidFill>
                  <a:schemeClr val="tx1"/>
                </a:solidFill>
              </a:rPr>
              <a:t>We </a:t>
            </a:r>
            <a:r>
              <a:rPr lang="en-US" sz="1800" b="1" dirty="0">
                <a:solidFill>
                  <a:schemeClr val="accent3"/>
                </a:solidFill>
              </a:rPr>
              <a:t>begrijp</a:t>
            </a:r>
            <a:r>
              <a:rPr lang="en-US" sz="1800" b="1" dirty="0">
                <a:solidFill>
                  <a:schemeClr val="accent1"/>
                </a:solidFill>
              </a:rPr>
              <a:t>en</a:t>
            </a:r>
            <a:r>
              <a:rPr lang="en-US" sz="1800" dirty="0">
                <a:solidFill>
                  <a:schemeClr val="tx1"/>
                </a:solidFill>
              </a:rPr>
              <a:t> de les niet.</a:t>
            </a:r>
            <a:endParaRPr lang="en-US" sz="1800" dirty="0"/>
          </a:p>
        </p:txBody>
      </p:sp>
      <p:sp>
        <p:nvSpPr>
          <p:cNvPr id="15" name="Shape 11"/>
          <p:cNvSpPr/>
          <p:nvPr/>
        </p:nvSpPr>
        <p:spPr>
          <a:xfrm>
            <a:off x="548640" y="3424936"/>
            <a:ext cx="11091672" cy="1355344"/>
          </a:xfrm>
          <a:prstGeom prst="roundRect">
            <a:avLst>
              <a:gd name="adj" fmla="val 5397"/>
            </a:avLst>
          </a:prstGeom>
          <a:solidFill>
            <a:schemeClr val="accent2">
              <a:alpha val="8000"/>
            </a:schemeClr>
          </a:solidFill>
          <a:ln w="15875">
            <a:solidFill>
              <a:srgbClr val="2A6FB0"/>
            </a:solidFill>
            <a:prstDash val="solid"/>
          </a:ln>
        </p:spPr>
      </p:sp>
      <p:sp>
        <p:nvSpPr>
          <p:cNvPr id="16" name="Shape 12"/>
          <p:cNvSpPr/>
          <p:nvPr/>
        </p:nvSpPr>
        <p:spPr>
          <a:xfrm>
            <a:off x="548640" y="3424936"/>
            <a:ext cx="1920240" cy="1355344"/>
          </a:xfrm>
          <a:prstGeom prst="roundRect">
            <a:avLst>
              <a:gd name="adj" fmla="val 5397"/>
            </a:avLst>
          </a:prstGeom>
          <a:solidFill>
            <a:schemeClr val="accent2"/>
          </a:solidFill>
          <a:ln w="12700">
            <a:solidFill>
              <a:srgbClr val="FFFFFF">
                <a:alpha val="0"/>
              </a:srgbClr>
            </a:solidFill>
            <a:prstDash val="solid"/>
          </a:ln>
        </p:spPr>
      </p:sp>
      <p:sp>
        <p:nvSpPr>
          <p:cNvPr id="17" name="Text 13"/>
          <p:cNvSpPr txBox="1"/>
          <p:nvPr/>
        </p:nvSpPr>
        <p:spPr>
          <a:xfrm>
            <a:off x="548640" y="3534664"/>
            <a:ext cx="1920240" cy="457200"/>
          </a:xfrm>
          <a:prstGeom prst="rect">
            <a:avLst/>
          </a:prstGeom>
          <a:noFill/>
          <a:ln/>
        </p:spPr>
        <p:txBody>
          <a:bodyPr wrap="square" lIns="0" tIns="0" rIns="0" bIns="0" rtlCol="0" anchor="ctr"/>
          <a:lstStyle/>
          <a:p>
            <a:pPr algn="ctr" indent="0" marL="0">
              <a:buNone/>
            </a:pPr>
            <a:r>
              <a:rPr lang="en-US" sz="2200" b="1" dirty="0">
                <a:solidFill>
                  <a:schemeClr val="bg1"/>
                </a:solidFill>
              </a:rPr>
              <a:t>★★</a:t>
            </a:r>
            <a:endParaRPr lang="en-US" sz="2200" dirty="0"/>
          </a:p>
        </p:txBody>
      </p:sp>
      <p:sp>
        <p:nvSpPr>
          <p:cNvPr id="18" name="Text 14"/>
          <p:cNvSpPr txBox="1"/>
          <p:nvPr/>
        </p:nvSpPr>
        <p:spPr>
          <a:xfrm>
            <a:off x="640080" y="3991864"/>
            <a:ext cx="1737360" cy="715264"/>
          </a:xfrm>
          <a:prstGeom prst="rect">
            <a:avLst/>
          </a:prstGeom>
          <a:noFill/>
          <a:ln/>
        </p:spPr>
        <p:txBody>
          <a:bodyPr wrap="square" lIns="0" tIns="0" rIns="0" bIns="0" rtlCol="0" anchor="t"/>
          <a:lstStyle/>
          <a:p>
            <a:pPr algn="ctr" indent="0" marL="0">
              <a:buNone/>
            </a:pPr>
            <a:r>
              <a:rPr lang="en-US" sz="1600" b="1" dirty="0">
                <a:solidFill>
                  <a:schemeClr val="bg1"/>
                </a:solidFill>
              </a:rPr>
              <a:t>avec ajustement</a:t>
            </a:r>
            <a:endParaRPr lang="en-US" sz="1600" dirty="0"/>
          </a:p>
        </p:txBody>
      </p:sp>
      <p:sp>
        <p:nvSpPr>
          <p:cNvPr id="19" name="Text 15"/>
          <p:cNvSpPr txBox="1"/>
          <p:nvPr/>
        </p:nvSpPr>
        <p:spPr>
          <a:xfrm>
            <a:off x="2697480" y="3552952"/>
            <a:ext cx="4183380" cy="1172464"/>
          </a:xfrm>
          <a:prstGeom prst="rect">
            <a:avLst/>
          </a:prstGeom>
          <a:noFill/>
          <a:ln/>
        </p:spPr>
        <p:txBody>
          <a:bodyPr wrap="square" lIns="0" tIns="0" rIns="0" bIns="0" rtlCol="0" anchor="t"/>
          <a:lstStyle/>
          <a:p>
            <a:pPr indent="0" marL="0">
              <a:spcAft>
                <a:spcPts val="1000"/>
              </a:spcAft>
              <a:buNone/>
            </a:pPr>
            <a:r>
              <a:rPr lang="en-US" sz="1800" b="1" dirty="0">
                <a:solidFill>
                  <a:schemeClr val="tx2"/>
                </a:solidFill>
              </a:rPr>
              <a:t>5  </a:t>
            </a:r>
            <a:r>
              <a:rPr lang="en-US" sz="1800" dirty="0">
                <a:solidFill>
                  <a:schemeClr val="tx1"/>
                </a:solidFill>
              </a:rPr>
              <a:t>Hij </a:t>
            </a:r>
            <a:r>
              <a:rPr lang="en-US" sz="1800" b="1" dirty="0">
                <a:solidFill>
                  <a:schemeClr val="accent3"/>
                </a:solidFill>
              </a:rPr>
              <a:t>sto</a:t>
            </a:r>
            <a:r>
              <a:rPr lang="en-US" sz="1800" b="1" u="sng" dirty="0">
                <a:solidFill>
                  <a:schemeClr val="accent3"/>
                </a:solidFill>
              </a:rPr>
              <a:t>p</a:t>
            </a:r>
            <a:r>
              <a:rPr lang="en-US" sz="1800" b="1" dirty="0">
                <a:solidFill>
                  <a:schemeClr val="accent1"/>
                </a:solidFill>
              </a:rPr>
              <a:t>t</a:t>
            </a:r>
            <a:r>
              <a:rPr lang="en-US" sz="1800" dirty="0">
                <a:solidFill>
                  <a:schemeClr val="tx1"/>
                </a:solidFill>
              </a:rPr>
              <a:t> voor een rood licht.</a:t>
            </a:r>
            <a:endParaRPr lang="en-US" sz="1800" dirty="0"/>
          </a:p>
          <a:p>
            <a:pPr indent="0" marL="0">
              <a:spcAft>
                <a:spcPts val="1000"/>
              </a:spcAft>
              <a:buNone/>
            </a:pPr>
            <a:r>
              <a:rPr lang="en-US" sz="1800" b="1" dirty="0">
                <a:solidFill>
                  <a:schemeClr val="tx2"/>
                </a:solidFill>
              </a:rPr>
              <a:t>6  </a:t>
            </a:r>
            <a:r>
              <a:rPr lang="en-US" sz="1800" dirty="0">
                <a:solidFill>
                  <a:schemeClr val="tx1"/>
                </a:solidFill>
              </a:rPr>
              <a:t>Fatima </a:t>
            </a:r>
            <a:r>
              <a:rPr lang="en-US" sz="1800" b="1" dirty="0">
                <a:solidFill>
                  <a:schemeClr val="accent3"/>
                </a:solidFill>
              </a:rPr>
              <a:t>k</a:t>
            </a:r>
            <a:r>
              <a:rPr lang="en-US" sz="1800" b="1" u="sng" dirty="0">
                <a:solidFill>
                  <a:schemeClr val="accent3"/>
                </a:solidFill>
              </a:rPr>
              <a:t>oo</a:t>
            </a:r>
            <a:r>
              <a:rPr lang="en-US" sz="1800" b="1" dirty="0">
                <a:solidFill>
                  <a:schemeClr val="accent3"/>
                </a:solidFill>
              </a:rPr>
              <a:t>k</a:t>
            </a:r>
            <a:r>
              <a:rPr lang="en-US" sz="1800" b="1" dirty="0">
                <a:solidFill>
                  <a:schemeClr val="accent1"/>
                </a:solidFill>
              </a:rPr>
              <a:t>t</a:t>
            </a:r>
            <a:r>
              <a:rPr lang="en-US" sz="1800" dirty="0">
                <a:solidFill>
                  <a:schemeClr val="tx1"/>
                </a:solidFill>
              </a:rPr>
              <a:t> lekker Libanees.</a:t>
            </a:r>
            <a:endParaRPr lang="en-US" sz="1800" dirty="0"/>
          </a:p>
        </p:txBody>
      </p:sp>
      <p:sp>
        <p:nvSpPr>
          <p:cNvPr id="20" name="Text 16"/>
          <p:cNvSpPr txBox="1"/>
          <p:nvPr/>
        </p:nvSpPr>
        <p:spPr>
          <a:xfrm>
            <a:off x="7292340" y="3552952"/>
            <a:ext cx="4183380" cy="1172464"/>
          </a:xfrm>
          <a:prstGeom prst="rect">
            <a:avLst/>
          </a:prstGeom>
          <a:noFill/>
          <a:ln/>
        </p:spPr>
        <p:txBody>
          <a:bodyPr wrap="square" lIns="0" tIns="0" rIns="0" bIns="0" rtlCol="0" anchor="t"/>
          <a:lstStyle/>
          <a:p>
            <a:pPr indent="0" marL="0">
              <a:spcAft>
                <a:spcPts val="1000"/>
              </a:spcAft>
              <a:buNone/>
            </a:pPr>
            <a:r>
              <a:rPr lang="en-US" sz="1800" b="1" dirty="0">
                <a:solidFill>
                  <a:schemeClr val="tx2"/>
                </a:solidFill>
              </a:rPr>
              <a:t>7  </a:t>
            </a:r>
            <a:r>
              <a:rPr lang="en-US" sz="1800" dirty="0">
                <a:solidFill>
                  <a:schemeClr val="tx1"/>
                </a:solidFill>
              </a:rPr>
              <a:t>Ik </a:t>
            </a:r>
            <a:r>
              <a:rPr lang="en-US" sz="1800" b="1" dirty="0">
                <a:solidFill>
                  <a:schemeClr val="accent3"/>
                </a:solidFill>
              </a:rPr>
              <a:t>bet</a:t>
            </a:r>
            <a:r>
              <a:rPr lang="en-US" sz="1800" b="1" u="sng" dirty="0">
                <a:solidFill>
                  <a:schemeClr val="accent3"/>
                </a:solidFill>
              </a:rPr>
              <a:t>aa</a:t>
            </a:r>
            <a:r>
              <a:rPr lang="en-US" sz="1800" b="1" dirty="0">
                <a:solidFill>
                  <a:schemeClr val="accent3"/>
                </a:solidFill>
              </a:rPr>
              <a:t>l</a:t>
            </a:r>
            <a:r>
              <a:rPr lang="en-US" sz="1800" dirty="0">
                <a:solidFill>
                  <a:schemeClr val="tx1"/>
                </a:solidFill>
              </a:rPr>
              <a:t> met de bankkaart.</a:t>
            </a:r>
            <a:endParaRPr lang="en-US" sz="1800" dirty="0"/>
          </a:p>
          <a:p>
            <a:pPr indent="0" marL="0">
              <a:spcAft>
                <a:spcPts val="1000"/>
              </a:spcAft>
              <a:buNone/>
            </a:pPr>
            <a:r>
              <a:rPr lang="en-US" sz="1800" b="1" dirty="0">
                <a:solidFill>
                  <a:schemeClr val="tx2"/>
                </a:solidFill>
              </a:rPr>
              <a:t>8  </a:t>
            </a:r>
            <a:r>
              <a:rPr lang="en-US" sz="1800" dirty="0">
                <a:solidFill>
                  <a:schemeClr val="tx1"/>
                </a:solidFill>
              </a:rPr>
              <a:t>De vergadering </a:t>
            </a:r>
            <a:r>
              <a:rPr lang="en-US" sz="1800" b="1" dirty="0">
                <a:solidFill>
                  <a:schemeClr val="accent3"/>
                </a:solidFill>
              </a:rPr>
              <a:t>begi</a:t>
            </a:r>
            <a:r>
              <a:rPr lang="en-US" sz="1800" b="1" u="sng" dirty="0">
                <a:solidFill>
                  <a:schemeClr val="accent3"/>
                </a:solidFill>
              </a:rPr>
              <a:t>n</a:t>
            </a:r>
            <a:r>
              <a:rPr lang="en-US" sz="1800" b="1" dirty="0">
                <a:solidFill>
                  <a:schemeClr val="accent1"/>
                </a:solidFill>
              </a:rPr>
              <a:t>t</a:t>
            </a:r>
            <a:r>
              <a:rPr lang="en-US" sz="1800" dirty="0">
                <a:solidFill>
                  <a:schemeClr val="tx1"/>
                </a:solidFill>
              </a:rPr>
              <a:t> om 9 uur.</a:t>
            </a:r>
            <a:endParaRPr lang="en-US" sz="1800" dirty="0"/>
          </a:p>
        </p:txBody>
      </p:sp>
      <p:sp>
        <p:nvSpPr>
          <p:cNvPr id="21" name="Shape 17"/>
          <p:cNvSpPr/>
          <p:nvPr/>
        </p:nvSpPr>
        <p:spPr>
          <a:xfrm>
            <a:off x="548640" y="4917440"/>
            <a:ext cx="11091672" cy="1355344"/>
          </a:xfrm>
          <a:prstGeom prst="roundRect">
            <a:avLst>
              <a:gd name="adj" fmla="val 5397"/>
            </a:avLst>
          </a:prstGeom>
          <a:solidFill>
            <a:schemeClr val="accent1">
              <a:alpha val="8000"/>
            </a:schemeClr>
          </a:solidFill>
          <a:ln w="15875">
            <a:solidFill>
              <a:srgbClr val="D9700F"/>
            </a:solidFill>
            <a:prstDash val="solid"/>
          </a:ln>
        </p:spPr>
      </p:sp>
      <p:sp>
        <p:nvSpPr>
          <p:cNvPr id="22" name="Shape 18"/>
          <p:cNvSpPr/>
          <p:nvPr/>
        </p:nvSpPr>
        <p:spPr>
          <a:xfrm>
            <a:off x="548640" y="4917440"/>
            <a:ext cx="1920240" cy="1355344"/>
          </a:xfrm>
          <a:prstGeom prst="roundRect">
            <a:avLst>
              <a:gd name="adj" fmla="val 5397"/>
            </a:avLst>
          </a:prstGeom>
          <a:solidFill>
            <a:schemeClr val="accent1"/>
          </a:solidFill>
          <a:ln w="12700">
            <a:solidFill>
              <a:srgbClr val="FFFFFF">
                <a:alpha val="0"/>
              </a:srgbClr>
            </a:solidFill>
            <a:prstDash val="solid"/>
          </a:ln>
        </p:spPr>
      </p:sp>
      <p:sp>
        <p:nvSpPr>
          <p:cNvPr id="23" name="Text 19"/>
          <p:cNvSpPr txBox="1"/>
          <p:nvPr/>
        </p:nvSpPr>
        <p:spPr>
          <a:xfrm>
            <a:off x="548640" y="5027168"/>
            <a:ext cx="1920240" cy="457200"/>
          </a:xfrm>
          <a:prstGeom prst="rect">
            <a:avLst/>
          </a:prstGeom>
          <a:noFill/>
          <a:ln/>
        </p:spPr>
        <p:txBody>
          <a:bodyPr wrap="square" lIns="0" tIns="0" rIns="0" bIns="0" rtlCol="0" anchor="ctr"/>
          <a:lstStyle/>
          <a:p>
            <a:pPr algn="ctr" indent="0" marL="0">
              <a:buNone/>
            </a:pPr>
            <a:r>
              <a:rPr lang="en-US" sz="2200" b="1" dirty="0">
                <a:solidFill>
                  <a:schemeClr val="bg1"/>
                </a:solidFill>
              </a:rPr>
              <a:t>★★★</a:t>
            </a:r>
            <a:endParaRPr lang="en-US" sz="2200" dirty="0"/>
          </a:p>
        </p:txBody>
      </p:sp>
      <p:sp>
        <p:nvSpPr>
          <p:cNvPr id="24" name="Text 20"/>
          <p:cNvSpPr txBox="1"/>
          <p:nvPr/>
        </p:nvSpPr>
        <p:spPr>
          <a:xfrm>
            <a:off x="640080" y="5484368"/>
            <a:ext cx="1737360" cy="715264"/>
          </a:xfrm>
          <a:prstGeom prst="rect">
            <a:avLst/>
          </a:prstGeom>
          <a:noFill/>
          <a:ln/>
        </p:spPr>
        <p:txBody>
          <a:bodyPr wrap="square" lIns="0" tIns="0" rIns="0" bIns="0" rtlCol="0" anchor="t"/>
          <a:lstStyle/>
          <a:p>
            <a:pPr algn="ctr" indent="0" marL="0">
              <a:buNone/>
            </a:pPr>
            <a:r>
              <a:rPr lang="en-US" sz="1600" b="1" dirty="0">
                <a:solidFill>
                  <a:schemeClr val="bg1"/>
                </a:solidFill>
              </a:rPr>
              <a:t>questions</a:t>
            </a:r>
            <a:endParaRPr lang="en-US" sz="1600" dirty="0"/>
          </a:p>
        </p:txBody>
      </p:sp>
      <p:sp>
        <p:nvSpPr>
          <p:cNvPr id="25" name="Text 21"/>
          <p:cNvSpPr txBox="1"/>
          <p:nvPr/>
        </p:nvSpPr>
        <p:spPr>
          <a:xfrm>
            <a:off x="2697480" y="5045456"/>
            <a:ext cx="4183380" cy="1172464"/>
          </a:xfrm>
          <a:prstGeom prst="rect">
            <a:avLst/>
          </a:prstGeom>
          <a:noFill/>
          <a:ln/>
        </p:spPr>
        <p:txBody>
          <a:bodyPr wrap="square" lIns="0" tIns="0" rIns="0" bIns="0" rtlCol="0" anchor="t"/>
          <a:lstStyle/>
          <a:p>
            <a:pPr indent="0" marL="0">
              <a:spcAft>
                <a:spcPts val="1000"/>
              </a:spcAft>
              <a:buNone/>
            </a:pPr>
            <a:r>
              <a:rPr lang="en-US" sz="1800" b="1" dirty="0">
                <a:solidFill>
                  <a:schemeClr val="tx2"/>
                </a:solidFill>
              </a:rPr>
              <a:t>9  </a:t>
            </a:r>
            <a:r>
              <a:rPr lang="en-US" sz="1800" b="1" dirty="0">
                <a:solidFill>
                  <a:schemeClr val="accent3"/>
                </a:solidFill>
              </a:rPr>
              <a:t>Slap</a:t>
            </a:r>
            <a:r>
              <a:rPr lang="en-US" sz="1800" b="1" dirty="0">
                <a:solidFill>
                  <a:schemeClr val="accent1"/>
                </a:solidFill>
              </a:rPr>
              <a:t>en</a:t>
            </a:r>
            <a:r>
              <a:rPr lang="en-US" sz="1800" dirty="0">
                <a:solidFill>
                  <a:schemeClr val="tx1"/>
                </a:solidFill>
              </a:rPr>
              <a:t> jullie al?</a:t>
            </a:r>
            <a:endParaRPr lang="en-US" sz="1800" dirty="0"/>
          </a:p>
          <a:p>
            <a:pPr indent="0" marL="0">
              <a:spcAft>
                <a:spcPts val="1000"/>
              </a:spcAft>
              <a:buNone/>
            </a:pPr>
            <a:r>
              <a:rPr lang="en-US" sz="1800" b="1" dirty="0">
                <a:solidFill>
                  <a:schemeClr val="tx2"/>
                </a:solidFill>
              </a:rPr>
              <a:t>10  </a:t>
            </a:r>
            <a:r>
              <a:rPr lang="en-US" sz="1800" b="1" dirty="0">
                <a:solidFill>
                  <a:schemeClr val="accent3"/>
                </a:solidFill>
              </a:rPr>
              <a:t>N</a:t>
            </a:r>
            <a:r>
              <a:rPr lang="en-US" sz="1800" b="1" u="sng" dirty="0">
                <a:solidFill>
                  <a:schemeClr val="accent3"/>
                </a:solidFill>
              </a:rPr>
              <a:t>ee</a:t>
            </a:r>
            <a:r>
              <a:rPr lang="en-US" sz="1800" b="1" dirty="0">
                <a:solidFill>
                  <a:schemeClr val="accent3"/>
                </a:solidFill>
              </a:rPr>
              <a:t>m</a:t>
            </a:r>
            <a:r>
              <a:rPr lang="en-US" sz="1800" dirty="0">
                <a:solidFill>
                  <a:schemeClr val="tx1"/>
                </a:solidFill>
              </a:rPr>
              <a:t> ik je mee?</a:t>
            </a:r>
            <a:endParaRPr lang="en-US" sz="1800" dirty="0"/>
          </a:p>
        </p:txBody>
      </p:sp>
      <p:sp>
        <p:nvSpPr>
          <p:cNvPr id="26" name="Text 22"/>
          <p:cNvSpPr txBox="1"/>
          <p:nvPr/>
        </p:nvSpPr>
        <p:spPr>
          <a:xfrm>
            <a:off x="7292340" y="5045456"/>
            <a:ext cx="4183380" cy="1172464"/>
          </a:xfrm>
          <a:prstGeom prst="rect">
            <a:avLst/>
          </a:prstGeom>
          <a:noFill/>
          <a:ln/>
        </p:spPr>
        <p:txBody>
          <a:bodyPr wrap="square" lIns="0" tIns="0" rIns="0" bIns="0" rtlCol="0" anchor="t"/>
          <a:lstStyle/>
          <a:p>
            <a:pPr indent="0" marL="0">
              <a:spcAft>
                <a:spcPts val="1000"/>
              </a:spcAft>
              <a:buNone/>
            </a:pPr>
            <a:r>
              <a:rPr lang="en-US" sz="1800" b="1" dirty="0">
                <a:solidFill>
                  <a:schemeClr val="tx2"/>
                </a:solidFill>
              </a:rPr>
              <a:t>11  </a:t>
            </a:r>
            <a:r>
              <a:rPr lang="en-US" sz="1800" b="1" dirty="0">
                <a:solidFill>
                  <a:schemeClr val="accent3"/>
                </a:solidFill>
              </a:rPr>
              <a:t>Be</a:t>
            </a:r>
            <a:r>
              <a:rPr lang="en-US" sz="1800" b="1" u="sng" dirty="0">
                <a:solidFill>
                  <a:schemeClr val="accent3"/>
                </a:solidFill>
              </a:rPr>
              <a:t>l</a:t>
            </a:r>
            <a:r>
              <a:rPr lang="en-US" sz="1800" dirty="0">
                <a:solidFill>
                  <a:schemeClr val="tx1"/>
                </a:solidFill>
              </a:rPr>
              <a:t> jij de klant?</a:t>
            </a:r>
            <a:endParaRPr lang="en-US" sz="1800" dirty="0"/>
          </a:p>
          <a:p>
            <a:pPr indent="0" marL="0">
              <a:spcAft>
                <a:spcPts val="1000"/>
              </a:spcAft>
              <a:buNone/>
            </a:pPr>
            <a:r>
              <a:rPr lang="en-US" sz="1800" b="1" dirty="0">
                <a:solidFill>
                  <a:schemeClr val="tx2"/>
                </a:solidFill>
              </a:rPr>
              <a:t>12  </a:t>
            </a:r>
            <a:r>
              <a:rPr lang="en-US" sz="1800" b="1" dirty="0">
                <a:solidFill>
                  <a:schemeClr val="accent3"/>
                </a:solidFill>
              </a:rPr>
              <a:t>Drink</a:t>
            </a:r>
            <a:r>
              <a:rPr lang="en-US" sz="1800" b="1" dirty="0">
                <a:solidFill>
                  <a:schemeClr val="accent1"/>
                </a:solidFill>
              </a:rPr>
              <a:t>t</a:t>
            </a:r>
            <a:r>
              <a:rPr lang="en-US" sz="1800" dirty="0">
                <a:solidFill>
                  <a:schemeClr val="tx1"/>
                </a:solidFill>
              </a:rPr>
              <a:t> u koffie of thee?</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2 — Le tourniquet</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Placez l’élément orange en tête de phrase. Attention au tourniquet !</a:t>
            </a:r>
            <a:endParaRPr lang="en-US" sz="1700" dirty="0"/>
          </a:p>
        </p:txBody>
      </p:sp>
      <p:sp>
        <p:nvSpPr>
          <p:cNvPr id="8" name="Shape 4"/>
          <p:cNvSpPr/>
          <p:nvPr/>
        </p:nvSpPr>
        <p:spPr>
          <a:xfrm>
            <a:off x="548640" y="1932432"/>
            <a:ext cx="3337560" cy="613664"/>
          </a:xfrm>
          <a:prstGeom prst="roundRect">
            <a:avLst>
              <a:gd name="adj" fmla="val 11921"/>
            </a:avLst>
          </a:prstGeom>
          <a:solidFill>
            <a:schemeClr val="bg2"/>
          </a:solidFill>
          <a:ln w="12700">
            <a:solidFill>
              <a:srgbClr val="D5DCE6"/>
            </a:solidFill>
            <a:prstDash val="solid"/>
          </a:ln>
        </p:spPr>
      </p:sp>
      <p:sp>
        <p:nvSpPr>
          <p:cNvPr id="9" name="Shape 5"/>
          <p:cNvSpPr/>
          <p:nvPr/>
        </p:nvSpPr>
        <p:spPr>
          <a:xfrm>
            <a:off x="658368" y="2074672"/>
            <a:ext cx="329184" cy="329184"/>
          </a:xfrm>
          <a:prstGeom prst="ellipse">
            <a:avLst/>
          </a:prstGeom>
          <a:solidFill>
            <a:schemeClr val="tx2"/>
          </a:solidFill>
          <a:ln w="12700">
            <a:solidFill>
              <a:srgbClr val="FFFFFF">
                <a:alpha val="0"/>
              </a:srgbClr>
            </a:solidFill>
            <a:prstDash val="solid"/>
          </a:ln>
        </p:spPr>
      </p:sp>
      <p:sp>
        <p:nvSpPr>
          <p:cNvPr id="10" name="Text 6"/>
          <p:cNvSpPr txBox="1"/>
          <p:nvPr/>
        </p:nvSpPr>
        <p:spPr>
          <a:xfrm>
            <a:off x="658368" y="207467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1" name="Text 7"/>
          <p:cNvSpPr txBox="1"/>
          <p:nvPr/>
        </p:nvSpPr>
        <p:spPr>
          <a:xfrm>
            <a:off x="1078992" y="1932432"/>
            <a:ext cx="2743200" cy="613664"/>
          </a:xfrm>
          <a:prstGeom prst="rect">
            <a:avLst/>
          </a:prstGeom>
          <a:noFill/>
          <a:ln/>
        </p:spPr>
        <p:txBody>
          <a:bodyPr wrap="square" lIns="0" tIns="0" rIns="0" bIns="0" rtlCol="0" anchor="ctr"/>
          <a:lstStyle/>
          <a:p>
            <a:pPr algn="l" indent="0" marL="0">
              <a:buNone/>
            </a:pPr>
            <a:r>
              <a:rPr lang="en-US" sz="1700" dirty="0">
                <a:solidFill>
                  <a:schemeClr val="tx1"/>
                </a:solidFill>
              </a:rPr>
              <a:t>Ik werk thuis.</a:t>
            </a:r>
            <a:endParaRPr lang="en-US" sz="1700" dirty="0"/>
          </a:p>
        </p:txBody>
      </p:sp>
      <p:sp>
        <p:nvSpPr>
          <p:cNvPr id="12" name="Shape 8"/>
          <p:cNvSpPr/>
          <p:nvPr/>
        </p:nvSpPr>
        <p:spPr>
          <a:xfrm>
            <a:off x="4023360" y="1969008"/>
            <a:ext cx="1874520" cy="540512"/>
          </a:xfrm>
          <a:prstGeom prst="roundRect">
            <a:avLst>
              <a:gd name="adj" fmla="val 42293"/>
            </a:avLst>
          </a:prstGeom>
          <a:solidFill>
            <a:schemeClr val="accent1"/>
          </a:solidFill>
          <a:ln w="12700">
            <a:solidFill>
              <a:srgbClr val="FFFFFF">
                <a:alpha val="0"/>
              </a:srgbClr>
            </a:solidFill>
            <a:prstDash val="solid"/>
          </a:ln>
        </p:spPr>
      </p:sp>
      <p:pic>
        <p:nvPicPr>
          <p:cNvPr id="13" name="Image 1" descr="Redo">    </p:cNvPr>
          <p:cNvPicPr>
            <a:picLocks noChangeAspect="1"/>
          </p:cNvPicPr>
          <p:nvPr/>
        </p:nvPicPr>
        <p:blipFill>
          <a:blip r:embed="rId2"/>
          <a:stretch>
            <a:fillRect/>
          </a:stretch>
        </p:blipFill>
        <p:spPr>
          <a:xfrm>
            <a:off x="4133088" y="2111248"/>
            <a:ext cx="256032" cy="256032"/>
          </a:xfrm>
          <a:prstGeom prst="rect">
            <a:avLst/>
          </a:prstGeom>
        </p:spPr>
      </p:pic>
      <p:sp>
        <p:nvSpPr>
          <p:cNvPr id="14" name="Text 9"/>
          <p:cNvSpPr txBox="1"/>
          <p:nvPr/>
        </p:nvSpPr>
        <p:spPr>
          <a:xfrm>
            <a:off x="4443984" y="1969008"/>
            <a:ext cx="1417320" cy="540512"/>
          </a:xfrm>
          <a:prstGeom prst="rect">
            <a:avLst/>
          </a:prstGeom>
          <a:noFill/>
          <a:ln/>
        </p:spPr>
        <p:txBody>
          <a:bodyPr wrap="square" lIns="0" tIns="0" rIns="0" bIns="0" rtlCol="0" anchor="ctr"/>
          <a:lstStyle/>
          <a:p>
            <a:pPr algn="ctr" indent="0" marL="0">
              <a:buNone/>
            </a:pPr>
            <a:r>
              <a:rPr lang="en-US" sz="1600" b="1" dirty="0">
                <a:solidFill>
                  <a:schemeClr val="bg1"/>
                </a:solidFill>
              </a:rPr>
              <a:t>Vandaag</a:t>
            </a:r>
            <a:endParaRPr lang="en-US" sz="1600" dirty="0"/>
          </a:p>
        </p:txBody>
      </p:sp>
      <p:sp>
        <p:nvSpPr>
          <p:cNvPr id="15" name="Shape 10"/>
          <p:cNvSpPr/>
          <p:nvPr/>
        </p:nvSpPr>
        <p:spPr>
          <a:xfrm>
            <a:off x="5916168" y="2239264"/>
            <a:ext cx="137160" cy="914"/>
          </a:xfrm>
          <a:prstGeom prst="line">
            <a:avLst/>
          </a:prstGeom>
          <a:noFill/>
          <a:ln w="31750">
            <a:solidFill>
              <a:srgbClr val="D9700F"/>
            </a:solidFill>
            <a:prstDash val="solid"/>
            <a:tailEnd type="triangle"/>
          </a:ln>
        </p:spPr>
      </p:sp>
      <p:sp>
        <p:nvSpPr>
          <p:cNvPr id="16" name="Shape 11"/>
          <p:cNvSpPr/>
          <p:nvPr/>
        </p:nvSpPr>
        <p:spPr>
          <a:xfrm>
            <a:off x="6080760" y="1932432"/>
            <a:ext cx="5559552" cy="613664"/>
          </a:xfrm>
          <a:prstGeom prst="roundRect">
            <a:avLst>
              <a:gd name="adj" fmla="val 11921"/>
            </a:avLst>
          </a:prstGeom>
          <a:solidFill>
            <a:srgbClr val="FFFFFF"/>
          </a:solidFill>
          <a:ln w="12700">
            <a:solidFill>
              <a:srgbClr val="4A5A70"/>
            </a:solidFill>
            <a:prstDash val="dash"/>
          </a:ln>
        </p:spPr>
      </p:sp>
      <p:sp>
        <p:nvSpPr>
          <p:cNvPr id="17" name="Text 12"/>
          <p:cNvSpPr txBox="1"/>
          <p:nvPr/>
        </p:nvSpPr>
        <p:spPr>
          <a:xfrm>
            <a:off x="6263640" y="1932432"/>
            <a:ext cx="5212080" cy="613664"/>
          </a:xfrm>
          <a:prstGeom prst="rect">
            <a:avLst/>
          </a:prstGeom>
          <a:noFill/>
          <a:ln/>
        </p:spPr>
        <p:txBody>
          <a:bodyPr wrap="square" lIns="0" tIns="0" rIns="0" bIns="0" rtlCol="0" anchor="ctr"/>
          <a:lstStyle/>
          <a:p>
            <a:pPr algn="l" indent="0" marL="0">
              <a:buNone/>
            </a:pPr>
            <a:r>
              <a:rPr lang="en-US" sz="1600" dirty="0">
                <a:solidFill>
                  <a:schemeClr val="accent5"/>
                </a:solidFill>
              </a:rPr>
              <a:t>……………………………</a:t>
            </a:r>
            <a:endParaRPr lang="en-US" sz="1600" dirty="0"/>
          </a:p>
        </p:txBody>
      </p:sp>
      <p:sp>
        <p:nvSpPr>
          <p:cNvPr id="18" name="Shape 13"/>
          <p:cNvSpPr/>
          <p:nvPr/>
        </p:nvSpPr>
        <p:spPr>
          <a:xfrm>
            <a:off x="548640" y="2655824"/>
            <a:ext cx="3337560" cy="613664"/>
          </a:xfrm>
          <a:prstGeom prst="roundRect">
            <a:avLst>
              <a:gd name="adj" fmla="val 11921"/>
            </a:avLst>
          </a:prstGeom>
          <a:solidFill>
            <a:schemeClr val="bg2"/>
          </a:solidFill>
          <a:ln w="12700">
            <a:solidFill>
              <a:srgbClr val="D5DCE6"/>
            </a:solidFill>
            <a:prstDash val="solid"/>
          </a:ln>
        </p:spPr>
      </p:sp>
      <p:sp>
        <p:nvSpPr>
          <p:cNvPr id="19" name="Shape 14"/>
          <p:cNvSpPr/>
          <p:nvPr/>
        </p:nvSpPr>
        <p:spPr>
          <a:xfrm>
            <a:off x="658368" y="2798064"/>
            <a:ext cx="329184" cy="329184"/>
          </a:xfrm>
          <a:prstGeom prst="ellipse">
            <a:avLst/>
          </a:prstGeom>
          <a:solidFill>
            <a:schemeClr val="tx2"/>
          </a:solidFill>
          <a:ln w="12700">
            <a:solidFill>
              <a:srgbClr val="FFFFFF">
                <a:alpha val="0"/>
              </a:srgbClr>
            </a:solidFill>
            <a:prstDash val="solid"/>
          </a:ln>
        </p:spPr>
      </p:sp>
      <p:sp>
        <p:nvSpPr>
          <p:cNvPr id="20" name="Text 15"/>
          <p:cNvSpPr txBox="1"/>
          <p:nvPr/>
        </p:nvSpPr>
        <p:spPr>
          <a:xfrm>
            <a:off x="658368" y="2798064"/>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1" name="Text 16"/>
          <p:cNvSpPr txBox="1"/>
          <p:nvPr/>
        </p:nvSpPr>
        <p:spPr>
          <a:xfrm>
            <a:off x="1078992" y="2655824"/>
            <a:ext cx="2743200" cy="613664"/>
          </a:xfrm>
          <a:prstGeom prst="rect">
            <a:avLst/>
          </a:prstGeom>
          <a:noFill/>
          <a:ln/>
        </p:spPr>
        <p:txBody>
          <a:bodyPr wrap="square" lIns="0" tIns="0" rIns="0" bIns="0" rtlCol="0" anchor="ctr"/>
          <a:lstStyle/>
          <a:p>
            <a:pPr algn="l" indent="0" marL="0">
              <a:buNone/>
            </a:pPr>
            <a:r>
              <a:rPr lang="en-US" sz="1400" dirty="0">
                <a:solidFill>
                  <a:schemeClr val="tx1"/>
                </a:solidFill>
              </a:rPr>
              <a:t>We hebben een vergadering.</a:t>
            </a:r>
            <a:endParaRPr lang="en-US" sz="1400" dirty="0"/>
          </a:p>
        </p:txBody>
      </p:sp>
      <p:sp>
        <p:nvSpPr>
          <p:cNvPr id="22" name="Shape 17"/>
          <p:cNvSpPr/>
          <p:nvPr/>
        </p:nvSpPr>
        <p:spPr>
          <a:xfrm>
            <a:off x="4023360" y="2692400"/>
            <a:ext cx="1874520" cy="540512"/>
          </a:xfrm>
          <a:prstGeom prst="roundRect">
            <a:avLst>
              <a:gd name="adj" fmla="val 42293"/>
            </a:avLst>
          </a:prstGeom>
          <a:solidFill>
            <a:schemeClr val="accent1"/>
          </a:solidFill>
          <a:ln w="12700">
            <a:solidFill>
              <a:srgbClr val="FFFFFF">
                <a:alpha val="0"/>
              </a:srgbClr>
            </a:solidFill>
            <a:prstDash val="solid"/>
          </a:ln>
        </p:spPr>
      </p:sp>
      <p:pic>
        <p:nvPicPr>
          <p:cNvPr id="23" name="Image 2" descr="Redo">    </p:cNvPr>
          <p:cNvPicPr>
            <a:picLocks noChangeAspect="1"/>
          </p:cNvPicPr>
          <p:nvPr/>
        </p:nvPicPr>
        <p:blipFill>
          <a:blip r:embed="rId3"/>
          <a:stretch>
            <a:fillRect/>
          </a:stretch>
        </p:blipFill>
        <p:spPr>
          <a:xfrm>
            <a:off x="4133088" y="2834640"/>
            <a:ext cx="256032" cy="256032"/>
          </a:xfrm>
          <a:prstGeom prst="rect">
            <a:avLst/>
          </a:prstGeom>
        </p:spPr>
      </p:pic>
      <p:sp>
        <p:nvSpPr>
          <p:cNvPr id="24" name="Text 18"/>
          <p:cNvSpPr txBox="1"/>
          <p:nvPr/>
        </p:nvSpPr>
        <p:spPr>
          <a:xfrm>
            <a:off x="4443984" y="2692400"/>
            <a:ext cx="1417320" cy="540512"/>
          </a:xfrm>
          <a:prstGeom prst="rect">
            <a:avLst/>
          </a:prstGeom>
          <a:noFill/>
          <a:ln/>
        </p:spPr>
        <p:txBody>
          <a:bodyPr wrap="square" lIns="0" tIns="0" rIns="0" bIns="0" rtlCol="0" anchor="ctr"/>
          <a:lstStyle/>
          <a:p>
            <a:pPr algn="ctr" indent="0" marL="0">
              <a:buNone/>
            </a:pPr>
            <a:r>
              <a:rPr lang="en-US" sz="1600" b="1" dirty="0">
                <a:solidFill>
                  <a:schemeClr val="bg1"/>
                </a:solidFill>
              </a:rPr>
              <a:t>Om 10 uur</a:t>
            </a:r>
            <a:endParaRPr lang="en-US" sz="1600" dirty="0"/>
          </a:p>
        </p:txBody>
      </p:sp>
      <p:sp>
        <p:nvSpPr>
          <p:cNvPr id="25" name="Shape 19"/>
          <p:cNvSpPr/>
          <p:nvPr/>
        </p:nvSpPr>
        <p:spPr>
          <a:xfrm>
            <a:off x="5916168" y="2962656"/>
            <a:ext cx="137160" cy="914"/>
          </a:xfrm>
          <a:prstGeom prst="line">
            <a:avLst/>
          </a:prstGeom>
          <a:noFill/>
          <a:ln w="31750">
            <a:solidFill>
              <a:srgbClr val="D9700F"/>
            </a:solidFill>
            <a:prstDash val="solid"/>
            <a:tailEnd type="triangle"/>
          </a:ln>
        </p:spPr>
      </p:sp>
      <p:sp>
        <p:nvSpPr>
          <p:cNvPr id="26" name="Shape 20"/>
          <p:cNvSpPr/>
          <p:nvPr/>
        </p:nvSpPr>
        <p:spPr>
          <a:xfrm>
            <a:off x="6080760" y="2655824"/>
            <a:ext cx="5559552" cy="613664"/>
          </a:xfrm>
          <a:prstGeom prst="roundRect">
            <a:avLst>
              <a:gd name="adj" fmla="val 11921"/>
            </a:avLst>
          </a:prstGeom>
          <a:solidFill>
            <a:srgbClr val="FFFFFF"/>
          </a:solidFill>
          <a:ln w="12700">
            <a:solidFill>
              <a:srgbClr val="4A5A70"/>
            </a:solidFill>
            <a:prstDash val="dash"/>
          </a:ln>
        </p:spPr>
      </p:sp>
      <p:sp>
        <p:nvSpPr>
          <p:cNvPr id="27" name="Text 21"/>
          <p:cNvSpPr txBox="1"/>
          <p:nvPr/>
        </p:nvSpPr>
        <p:spPr>
          <a:xfrm>
            <a:off x="6263640" y="2655824"/>
            <a:ext cx="5212080" cy="613664"/>
          </a:xfrm>
          <a:prstGeom prst="rect">
            <a:avLst/>
          </a:prstGeom>
          <a:noFill/>
          <a:ln/>
        </p:spPr>
        <p:txBody>
          <a:bodyPr wrap="square" lIns="0" tIns="0" rIns="0" bIns="0" rtlCol="0" anchor="ctr"/>
          <a:lstStyle/>
          <a:p>
            <a:pPr algn="l" indent="0" marL="0">
              <a:buNone/>
            </a:pPr>
            <a:r>
              <a:rPr lang="en-US" sz="1600" dirty="0">
                <a:solidFill>
                  <a:schemeClr val="accent5"/>
                </a:solidFill>
              </a:rPr>
              <a:t>……………………………</a:t>
            </a:r>
            <a:endParaRPr lang="en-US" sz="1600" dirty="0"/>
          </a:p>
        </p:txBody>
      </p:sp>
      <p:sp>
        <p:nvSpPr>
          <p:cNvPr id="28" name="Shape 22"/>
          <p:cNvSpPr/>
          <p:nvPr/>
        </p:nvSpPr>
        <p:spPr>
          <a:xfrm>
            <a:off x="548640" y="3379216"/>
            <a:ext cx="3337560" cy="613664"/>
          </a:xfrm>
          <a:prstGeom prst="roundRect">
            <a:avLst>
              <a:gd name="adj" fmla="val 11921"/>
            </a:avLst>
          </a:prstGeom>
          <a:solidFill>
            <a:schemeClr val="bg2"/>
          </a:solidFill>
          <a:ln w="12700">
            <a:solidFill>
              <a:srgbClr val="D5DCE6"/>
            </a:solidFill>
            <a:prstDash val="solid"/>
          </a:ln>
        </p:spPr>
      </p:sp>
      <p:sp>
        <p:nvSpPr>
          <p:cNvPr id="29" name="Shape 23"/>
          <p:cNvSpPr/>
          <p:nvPr/>
        </p:nvSpPr>
        <p:spPr>
          <a:xfrm>
            <a:off x="658368" y="3521456"/>
            <a:ext cx="329184" cy="329184"/>
          </a:xfrm>
          <a:prstGeom prst="ellipse">
            <a:avLst/>
          </a:prstGeom>
          <a:solidFill>
            <a:schemeClr val="tx2"/>
          </a:solidFill>
          <a:ln w="12700">
            <a:solidFill>
              <a:srgbClr val="FFFFFF">
                <a:alpha val="0"/>
              </a:srgbClr>
            </a:solidFill>
            <a:prstDash val="solid"/>
          </a:ln>
        </p:spPr>
      </p:sp>
      <p:sp>
        <p:nvSpPr>
          <p:cNvPr id="30" name="Text 24"/>
          <p:cNvSpPr txBox="1"/>
          <p:nvPr/>
        </p:nvSpPr>
        <p:spPr>
          <a:xfrm>
            <a:off x="658368" y="3521456"/>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1" name="Text 25"/>
          <p:cNvSpPr txBox="1"/>
          <p:nvPr/>
        </p:nvSpPr>
        <p:spPr>
          <a:xfrm>
            <a:off x="1078992" y="3379216"/>
            <a:ext cx="2743200" cy="613664"/>
          </a:xfrm>
          <a:prstGeom prst="rect">
            <a:avLst/>
          </a:prstGeom>
          <a:noFill/>
          <a:ln/>
        </p:spPr>
        <p:txBody>
          <a:bodyPr wrap="square" lIns="0" tIns="0" rIns="0" bIns="0" rtlCol="0" anchor="ctr"/>
          <a:lstStyle/>
          <a:p>
            <a:pPr algn="l" indent="0" marL="0">
              <a:buNone/>
            </a:pPr>
            <a:r>
              <a:rPr lang="en-US" sz="1700" dirty="0">
                <a:solidFill>
                  <a:schemeClr val="tx1"/>
                </a:solidFill>
              </a:rPr>
              <a:t>Hij speelt voetbal.</a:t>
            </a:r>
            <a:endParaRPr lang="en-US" sz="1700" dirty="0"/>
          </a:p>
        </p:txBody>
      </p:sp>
      <p:sp>
        <p:nvSpPr>
          <p:cNvPr id="32" name="Shape 26"/>
          <p:cNvSpPr/>
          <p:nvPr/>
        </p:nvSpPr>
        <p:spPr>
          <a:xfrm>
            <a:off x="4023360" y="3415792"/>
            <a:ext cx="1874520" cy="540512"/>
          </a:xfrm>
          <a:prstGeom prst="roundRect">
            <a:avLst>
              <a:gd name="adj" fmla="val 42293"/>
            </a:avLst>
          </a:prstGeom>
          <a:solidFill>
            <a:schemeClr val="accent1"/>
          </a:solidFill>
          <a:ln w="12700">
            <a:solidFill>
              <a:srgbClr val="FFFFFF">
                <a:alpha val="0"/>
              </a:srgbClr>
            </a:solidFill>
            <a:prstDash val="solid"/>
          </a:ln>
        </p:spPr>
      </p:sp>
      <p:pic>
        <p:nvPicPr>
          <p:cNvPr id="33" name="Image 3" descr="Redo">    </p:cNvPr>
          <p:cNvPicPr>
            <a:picLocks noChangeAspect="1"/>
          </p:cNvPicPr>
          <p:nvPr/>
        </p:nvPicPr>
        <p:blipFill>
          <a:blip r:embed="rId4"/>
          <a:stretch>
            <a:fillRect/>
          </a:stretch>
        </p:blipFill>
        <p:spPr>
          <a:xfrm>
            <a:off x="4133088" y="3558032"/>
            <a:ext cx="256032" cy="256032"/>
          </a:xfrm>
          <a:prstGeom prst="rect">
            <a:avLst/>
          </a:prstGeom>
        </p:spPr>
      </p:pic>
      <p:sp>
        <p:nvSpPr>
          <p:cNvPr id="34" name="Text 27"/>
          <p:cNvSpPr txBox="1"/>
          <p:nvPr/>
        </p:nvSpPr>
        <p:spPr>
          <a:xfrm>
            <a:off x="4443984" y="3415792"/>
            <a:ext cx="1417320" cy="540512"/>
          </a:xfrm>
          <a:prstGeom prst="rect">
            <a:avLst/>
          </a:prstGeom>
          <a:noFill/>
          <a:ln/>
        </p:spPr>
        <p:txBody>
          <a:bodyPr wrap="square" lIns="0" tIns="0" rIns="0" bIns="0" rtlCol="0" anchor="ctr"/>
          <a:lstStyle/>
          <a:p>
            <a:pPr algn="ctr" indent="0" marL="0">
              <a:buNone/>
            </a:pPr>
            <a:r>
              <a:rPr lang="en-US" sz="1500" b="1" dirty="0">
                <a:solidFill>
                  <a:schemeClr val="bg1"/>
                </a:solidFill>
              </a:rPr>
              <a:t>Op zaterdag</a:t>
            </a:r>
            <a:endParaRPr lang="en-US" sz="1500" dirty="0"/>
          </a:p>
        </p:txBody>
      </p:sp>
      <p:sp>
        <p:nvSpPr>
          <p:cNvPr id="35" name="Shape 28"/>
          <p:cNvSpPr/>
          <p:nvPr/>
        </p:nvSpPr>
        <p:spPr>
          <a:xfrm>
            <a:off x="5916168" y="3686048"/>
            <a:ext cx="137160" cy="914"/>
          </a:xfrm>
          <a:prstGeom prst="line">
            <a:avLst/>
          </a:prstGeom>
          <a:noFill/>
          <a:ln w="31750">
            <a:solidFill>
              <a:srgbClr val="D9700F"/>
            </a:solidFill>
            <a:prstDash val="solid"/>
            <a:tailEnd type="triangle"/>
          </a:ln>
        </p:spPr>
      </p:sp>
      <p:sp>
        <p:nvSpPr>
          <p:cNvPr id="36" name="Shape 29"/>
          <p:cNvSpPr/>
          <p:nvPr/>
        </p:nvSpPr>
        <p:spPr>
          <a:xfrm>
            <a:off x="6080760" y="3379216"/>
            <a:ext cx="5559552" cy="613664"/>
          </a:xfrm>
          <a:prstGeom prst="roundRect">
            <a:avLst>
              <a:gd name="adj" fmla="val 11921"/>
            </a:avLst>
          </a:prstGeom>
          <a:solidFill>
            <a:srgbClr val="FFFFFF"/>
          </a:solidFill>
          <a:ln w="12700">
            <a:solidFill>
              <a:srgbClr val="4A5A70"/>
            </a:solidFill>
            <a:prstDash val="dash"/>
          </a:ln>
        </p:spPr>
      </p:sp>
      <p:sp>
        <p:nvSpPr>
          <p:cNvPr id="37" name="Text 30"/>
          <p:cNvSpPr txBox="1"/>
          <p:nvPr/>
        </p:nvSpPr>
        <p:spPr>
          <a:xfrm>
            <a:off x="6263640" y="3379216"/>
            <a:ext cx="5212080" cy="613664"/>
          </a:xfrm>
          <a:prstGeom prst="rect">
            <a:avLst/>
          </a:prstGeom>
          <a:noFill/>
          <a:ln/>
        </p:spPr>
        <p:txBody>
          <a:bodyPr wrap="square" lIns="0" tIns="0" rIns="0" bIns="0" rtlCol="0" anchor="ctr"/>
          <a:lstStyle/>
          <a:p>
            <a:pPr algn="l" indent="0" marL="0">
              <a:buNone/>
            </a:pPr>
            <a:r>
              <a:rPr lang="en-US" sz="1600" dirty="0">
                <a:solidFill>
                  <a:schemeClr val="accent5"/>
                </a:solidFill>
              </a:rPr>
              <a:t>……………………………</a:t>
            </a:r>
            <a:endParaRPr lang="en-US" sz="1600" dirty="0"/>
          </a:p>
        </p:txBody>
      </p:sp>
      <p:sp>
        <p:nvSpPr>
          <p:cNvPr id="38" name="Shape 31"/>
          <p:cNvSpPr/>
          <p:nvPr/>
        </p:nvSpPr>
        <p:spPr>
          <a:xfrm>
            <a:off x="548640" y="4102608"/>
            <a:ext cx="3337560" cy="613664"/>
          </a:xfrm>
          <a:prstGeom prst="roundRect">
            <a:avLst>
              <a:gd name="adj" fmla="val 11921"/>
            </a:avLst>
          </a:prstGeom>
          <a:solidFill>
            <a:schemeClr val="bg2"/>
          </a:solidFill>
          <a:ln w="12700">
            <a:solidFill>
              <a:srgbClr val="D5DCE6"/>
            </a:solidFill>
            <a:prstDash val="solid"/>
          </a:ln>
        </p:spPr>
      </p:sp>
      <p:sp>
        <p:nvSpPr>
          <p:cNvPr id="39" name="Shape 32"/>
          <p:cNvSpPr/>
          <p:nvPr/>
        </p:nvSpPr>
        <p:spPr>
          <a:xfrm>
            <a:off x="658368" y="4244848"/>
            <a:ext cx="329184" cy="329184"/>
          </a:xfrm>
          <a:prstGeom prst="ellipse">
            <a:avLst/>
          </a:prstGeom>
          <a:solidFill>
            <a:schemeClr val="tx2"/>
          </a:solidFill>
          <a:ln w="12700">
            <a:solidFill>
              <a:srgbClr val="FFFFFF">
                <a:alpha val="0"/>
              </a:srgbClr>
            </a:solidFill>
            <a:prstDash val="solid"/>
          </a:ln>
        </p:spPr>
      </p:sp>
      <p:sp>
        <p:nvSpPr>
          <p:cNvPr id="40" name="Text 33"/>
          <p:cNvSpPr txBox="1"/>
          <p:nvPr/>
        </p:nvSpPr>
        <p:spPr>
          <a:xfrm>
            <a:off x="658368" y="424484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41" name="Text 34"/>
          <p:cNvSpPr txBox="1"/>
          <p:nvPr/>
        </p:nvSpPr>
        <p:spPr>
          <a:xfrm>
            <a:off x="1078992" y="4102608"/>
            <a:ext cx="2743200" cy="613664"/>
          </a:xfrm>
          <a:prstGeom prst="rect">
            <a:avLst/>
          </a:prstGeom>
          <a:noFill/>
          <a:ln/>
        </p:spPr>
        <p:txBody>
          <a:bodyPr wrap="square" lIns="0" tIns="0" rIns="0" bIns="0" rtlCol="0" anchor="ctr"/>
          <a:lstStyle/>
          <a:p>
            <a:pPr algn="l" indent="0" marL="0">
              <a:buNone/>
            </a:pPr>
            <a:r>
              <a:rPr lang="en-US" sz="1700" dirty="0">
                <a:solidFill>
                  <a:schemeClr val="tx1"/>
                </a:solidFill>
              </a:rPr>
              <a:t>Ik neem de trein.</a:t>
            </a:r>
            <a:endParaRPr lang="en-US" sz="1700" dirty="0"/>
          </a:p>
        </p:txBody>
      </p:sp>
      <p:sp>
        <p:nvSpPr>
          <p:cNvPr id="42" name="Shape 35"/>
          <p:cNvSpPr/>
          <p:nvPr/>
        </p:nvSpPr>
        <p:spPr>
          <a:xfrm>
            <a:off x="4023360" y="4139184"/>
            <a:ext cx="1874520" cy="540512"/>
          </a:xfrm>
          <a:prstGeom prst="roundRect">
            <a:avLst>
              <a:gd name="adj" fmla="val 42293"/>
            </a:avLst>
          </a:prstGeom>
          <a:solidFill>
            <a:schemeClr val="accent1"/>
          </a:solidFill>
          <a:ln w="12700">
            <a:solidFill>
              <a:srgbClr val="FFFFFF">
                <a:alpha val="0"/>
              </a:srgbClr>
            </a:solidFill>
            <a:prstDash val="solid"/>
          </a:ln>
        </p:spPr>
      </p:sp>
      <p:pic>
        <p:nvPicPr>
          <p:cNvPr id="43" name="Image 4" descr="Redo">    </p:cNvPr>
          <p:cNvPicPr>
            <a:picLocks noChangeAspect="1"/>
          </p:cNvPicPr>
          <p:nvPr/>
        </p:nvPicPr>
        <p:blipFill>
          <a:blip r:embed="rId5"/>
          <a:stretch>
            <a:fillRect/>
          </a:stretch>
        </p:blipFill>
        <p:spPr>
          <a:xfrm>
            <a:off x="4133088" y="4281424"/>
            <a:ext cx="256032" cy="256032"/>
          </a:xfrm>
          <a:prstGeom prst="rect">
            <a:avLst/>
          </a:prstGeom>
        </p:spPr>
      </p:pic>
      <p:sp>
        <p:nvSpPr>
          <p:cNvPr id="44" name="Text 36"/>
          <p:cNvSpPr txBox="1"/>
          <p:nvPr/>
        </p:nvSpPr>
        <p:spPr>
          <a:xfrm>
            <a:off x="4443984" y="4139184"/>
            <a:ext cx="1417320" cy="540512"/>
          </a:xfrm>
          <a:prstGeom prst="rect">
            <a:avLst/>
          </a:prstGeom>
          <a:noFill/>
          <a:ln/>
        </p:spPr>
        <p:txBody>
          <a:bodyPr wrap="square" lIns="0" tIns="0" rIns="0" bIns="0" rtlCol="0" anchor="ctr"/>
          <a:lstStyle/>
          <a:p>
            <a:pPr algn="ctr" indent="0" marL="0">
              <a:buNone/>
            </a:pPr>
            <a:r>
              <a:rPr lang="en-US" sz="1600" b="1" dirty="0">
                <a:solidFill>
                  <a:schemeClr val="bg1"/>
                </a:solidFill>
              </a:rPr>
              <a:t>Elke dag</a:t>
            </a:r>
            <a:endParaRPr lang="en-US" sz="1600" dirty="0"/>
          </a:p>
        </p:txBody>
      </p:sp>
      <p:sp>
        <p:nvSpPr>
          <p:cNvPr id="45" name="Shape 37"/>
          <p:cNvSpPr/>
          <p:nvPr/>
        </p:nvSpPr>
        <p:spPr>
          <a:xfrm>
            <a:off x="5916168" y="4409440"/>
            <a:ext cx="137160" cy="914"/>
          </a:xfrm>
          <a:prstGeom prst="line">
            <a:avLst/>
          </a:prstGeom>
          <a:noFill/>
          <a:ln w="31750">
            <a:solidFill>
              <a:srgbClr val="D9700F"/>
            </a:solidFill>
            <a:prstDash val="solid"/>
            <a:tailEnd type="triangle"/>
          </a:ln>
        </p:spPr>
      </p:sp>
      <p:sp>
        <p:nvSpPr>
          <p:cNvPr id="46" name="Shape 38"/>
          <p:cNvSpPr/>
          <p:nvPr/>
        </p:nvSpPr>
        <p:spPr>
          <a:xfrm>
            <a:off x="6080760" y="4102608"/>
            <a:ext cx="5559552" cy="613664"/>
          </a:xfrm>
          <a:prstGeom prst="roundRect">
            <a:avLst>
              <a:gd name="adj" fmla="val 11921"/>
            </a:avLst>
          </a:prstGeom>
          <a:solidFill>
            <a:srgbClr val="FFFFFF"/>
          </a:solidFill>
          <a:ln w="12700">
            <a:solidFill>
              <a:srgbClr val="4A5A70"/>
            </a:solidFill>
            <a:prstDash val="dash"/>
          </a:ln>
        </p:spPr>
      </p:sp>
      <p:sp>
        <p:nvSpPr>
          <p:cNvPr id="47" name="Text 39"/>
          <p:cNvSpPr txBox="1"/>
          <p:nvPr/>
        </p:nvSpPr>
        <p:spPr>
          <a:xfrm>
            <a:off x="6263640" y="4102608"/>
            <a:ext cx="5212080" cy="613664"/>
          </a:xfrm>
          <a:prstGeom prst="rect">
            <a:avLst/>
          </a:prstGeom>
          <a:noFill/>
          <a:ln/>
        </p:spPr>
        <p:txBody>
          <a:bodyPr wrap="square" lIns="0" tIns="0" rIns="0" bIns="0" rtlCol="0" anchor="ctr"/>
          <a:lstStyle/>
          <a:p>
            <a:pPr algn="l" indent="0" marL="0">
              <a:buNone/>
            </a:pPr>
            <a:r>
              <a:rPr lang="en-US" sz="1600" dirty="0">
                <a:solidFill>
                  <a:schemeClr val="accent5"/>
                </a:solidFill>
              </a:rPr>
              <a:t>……………………………</a:t>
            </a:r>
            <a:endParaRPr lang="en-US" sz="1600" dirty="0"/>
          </a:p>
        </p:txBody>
      </p:sp>
      <p:sp>
        <p:nvSpPr>
          <p:cNvPr id="48" name="Shape 40"/>
          <p:cNvSpPr/>
          <p:nvPr/>
        </p:nvSpPr>
        <p:spPr>
          <a:xfrm>
            <a:off x="548640" y="4826000"/>
            <a:ext cx="3337560" cy="613664"/>
          </a:xfrm>
          <a:prstGeom prst="roundRect">
            <a:avLst>
              <a:gd name="adj" fmla="val 11921"/>
            </a:avLst>
          </a:prstGeom>
          <a:solidFill>
            <a:schemeClr val="bg2"/>
          </a:solidFill>
          <a:ln w="12700">
            <a:solidFill>
              <a:srgbClr val="D5DCE6"/>
            </a:solidFill>
            <a:prstDash val="solid"/>
          </a:ln>
        </p:spPr>
      </p:sp>
      <p:sp>
        <p:nvSpPr>
          <p:cNvPr id="49" name="Shape 41"/>
          <p:cNvSpPr/>
          <p:nvPr/>
        </p:nvSpPr>
        <p:spPr>
          <a:xfrm>
            <a:off x="658368" y="4968240"/>
            <a:ext cx="329184" cy="329184"/>
          </a:xfrm>
          <a:prstGeom prst="ellipse">
            <a:avLst/>
          </a:prstGeom>
          <a:solidFill>
            <a:schemeClr val="tx2"/>
          </a:solidFill>
          <a:ln w="12700">
            <a:solidFill>
              <a:srgbClr val="FFFFFF">
                <a:alpha val="0"/>
              </a:srgbClr>
            </a:solidFill>
            <a:prstDash val="solid"/>
          </a:ln>
        </p:spPr>
      </p:sp>
      <p:sp>
        <p:nvSpPr>
          <p:cNvPr id="50" name="Text 42"/>
          <p:cNvSpPr txBox="1"/>
          <p:nvPr/>
        </p:nvSpPr>
        <p:spPr>
          <a:xfrm>
            <a:off x="658368" y="496824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51" name="Text 43"/>
          <p:cNvSpPr txBox="1"/>
          <p:nvPr/>
        </p:nvSpPr>
        <p:spPr>
          <a:xfrm>
            <a:off x="1078992" y="4826000"/>
            <a:ext cx="2743200" cy="613664"/>
          </a:xfrm>
          <a:prstGeom prst="rect">
            <a:avLst/>
          </a:prstGeom>
          <a:noFill/>
          <a:ln/>
        </p:spPr>
        <p:txBody>
          <a:bodyPr wrap="square" lIns="0" tIns="0" rIns="0" bIns="0" rtlCol="0" anchor="ctr"/>
          <a:lstStyle/>
          <a:p>
            <a:pPr algn="l" indent="0" marL="0">
              <a:buNone/>
            </a:pPr>
            <a:r>
              <a:rPr lang="en-US" sz="1700" dirty="0">
                <a:solidFill>
                  <a:schemeClr val="tx1"/>
                </a:solidFill>
              </a:rPr>
              <a:t>Ze leert Nederlands.</a:t>
            </a:r>
            <a:endParaRPr lang="en-US" sz="1700" dirty="0"/>
          </a:p>
        </p:txBody>
      </p:sp>
      <p:sp>
        <p:nvSpPr>
          <p:cNvPr id="52" name="Shape 44"/>
          <p:cNvSpPr/>
          <p:nvPr/>
        </p:nvSpPr>
        <p:spPr>
          <a:xfrm>
            <a:off x="4023360" y="4862576"/>
            <a:ext cx="1874520" cy="540512"/>
          </a:xfrm>
          <a:prstGeom prst="roundRect">
            <a:avLst>
              <a:gd name="adj" fmla="val 42293"/>
            </a:avLst>
          </a:prstGeom>
          <a:solidFill>
            <a:schemeClr val="accent1"/>
          </a:solidFill>
          <a:ln w="12700">
            <a:solidFill>
              <a:srgbClr val="FFFFFF">
                <a:alpha val="0"/>
              </a:srgbClr>
            </a:solidFill>
            <a:prstDash val="solid"/>
          </a:ln>
        </p:spPr>
      </p:sp>
      <p:pic>
        <p:nvPicPr>
          <p:cNvPr id="53" name="Image 5" descr="Redo">    </p:cNvPr>
          <p:cNvPicPr>
            <a:picLocks noChangeAspect="1"/>
          </p:cNvPicPr>
          <p:nvPr/>
        </p:nvPicPr>
        <p:blipFill>
          <a:blip r:embed="rId6"/>
          <a:stretch>
            <a:fillRect/>
          </a:stretch>
        </p:blipFill>
        <p:spPr>
          <a:xfrm>
            <a:off x="4133088" y="5004816"/>
            <a:ext cx="256032" cy="256032"/>
          </a:xfrm>
          <a:prstGeom prst="rect">
            <a:avLst/>
          </a:prstGeom>
        </p:spPr>
      </p:pic>
      <p:sp>
        <p:nvSpPr>
          <p:cNvPr id="54" name="Text 45"/>
          <p:cNvSpPr txBox="1"/>
          <p:nvPr/>
        </p:nvSpPr>
        <p:spPr>
          <a:xfrm>
            <a:off x="4443984" y="4862576"/>
            <a:ext cx="1417320" cy="540512"/>
          </a:xfrm>
          <a:prstGeom prst="rect">
            <a:avLst/>
          </a:prstGeom>
          <a:noFill/>
          <a:ln/>
        </p:spPr>
        <p:txBody>
          <a:bodyPr wrap="square" lIns="0" tIns="0" rIns="0" bIns="0" rtlCol="0" anchor="ctr"/>
          <a:lstStyle/>
          <a:p>
            <a:pPr algn="ctr" indent="0" marL="0">
              <a:buNone/>
            </a:pPr>
            <a:r>
              <a:rPr lang="en-US" sz="1600" b="1" dirty="0">
                <a:solidFill>
                  <a:schemeClr val="bg1"/>
                </a:solidFill>
              </a:rPr>
              <a:t>In Namen</a:t>
            </a:r>
            <a:endParaRPr lang="en-US" sz="1600" dirty="0"/>
          </a:p>
        </p:txBody>
      </p:sp>
      <p:sp>
        <p:nvSpPr>
          <p:cNvPr id="55" name="Shape 46"/>
          <p:cNvSpPr/>
          <p:nvPr/>
        </p:nvSpPr>
        <p:spPr>
          <a:xfrm>
            <a:off x="5916168" y="5132832"/>
            <a:ext cx="137160" cy="914"/>
          </a:xfrm>
          <a:prstGeom prst="line">
            <a:avLst/>
          </a:prstGeom>
          <a:noFill/>
          <a:ln w="31750">
            <a:solidFill>
              <a:srgbClr val="D9700F"/>
            </a:solidFill>
            <a:prstDash val="solid"/>
            <a:tailEnd type="triangle"/>
          </a:ln>
        </p:spPr>
      </p:sp>
      <p:sp>
        <p:nvSpPr>
          <p:cNvPr id="56" name="Shape 47"/>
          <p:cNvSpPr/>
          <p:nvPr/>
        </p:nvSpPr>
        <p:spPr>
          <a:xfrm>
            <a:off x="6080760" y="4826000"/>
            <a:ext cx="5559552" cy="613664"/>
          </a:xfrm>
          <a:prstGeom prst="roundRect">
            <a:avLst>
              <a:gd name="adj" fmla="val 11921"/>
            </a:avLst>
          </a:prstGeom>
          <a:solidFill>
            <a:srgbClr val="FFFFFF"/>
          </a:solidFill>
          <a:ln w="12700">
            <a:solidFill>
              <a:srgbClr val="4A5A70"/>
            </a:solidFill>
            <a:prstDash val="dash"/>
          </a:ln>
        </p:spPr>
      </p:sp>
      <p:sp>
        <p:nvSpPr>
          <p:cNvPr id="57" name="Text 48"/>
          <p:cNvSpPr txBox="1"/>
          <p:nvPr/>
        </p:nvSpPr>
        <p:spPr>
          <a:xfrm>
            <a:off x="6263640" y="4826000"/>
            <a:ext cx="5212080" cy="613664"/>
          </a:xfrm>
          <a:prstGeom prst="rect">
            <a:avLst/>
          </a:prstGeom>
          <a:noFill/>
          <a:ln/>
        </p:spPr>
        <p:txBody>
          <a:bodyPr wrap="square" lIns="0" tIns="0" rIns="0" bIns="0" rtlCol="0" anchor="ctr"/>
          <a:lstStyle/>
          <a:p>
            <a:pPr algn="l" indent="0" marL="0">
              <a:buNone/>
            </a:pPr>
            <a:r>
              <a:rPr lang="en-US" sz="1600" dirty="0">
                <a:solidFill>
                  <a:schemeClr val="accent5"/>
                </a:solidFill>
              </a:rPr>
              <a:t>……………………………</a:t>
            </a:r>
            <a:endParaRPr lang="en-US" sz="1600" dirty="0"/>
          </a:p>
        </p:txBody>
      </p:sp>
      <p:sp>
        <p:nvSpPr>
          <p:cNvPr id="58" name="Shape 49"/>
          <p:cNvSpPr/>
          <p:nvPr/>
        </p:nvSpPr>
        <p:spPr>
          <a:xfrm>
            <a:off x="548640" y="5549392"/>
            <a:ext cx="3337560" cy="613664"/>
          </a:xfrm>
          <a:prstGeom prst="roundRect">
            <a:avLst>
              <a:gd name="adj" fmla="val 11921"/>
            </a:avLst>
          </a:prstGeom>
          <a:solidFill>
            <a:schemeClr val="bg2"/>
          </a:solidFill>
          <a:ln w="12700">
            <a:solidFill>
              <a:srgbClr val="D5DCE6"/>
            </a:solidFill>
            <a:prstDash val="solid"/>
          </a:ln>
        </p:spPr>
      </p:sp>
      <p:sp>
        <p:nvSpPr>
          <p:cNvPr id="59" name="Shape 50"/>
          <p:cNvSpPr/>
          <p:nvPr/>
        </p:nvSpPr>
        <p:spPr>
          <a:xfrm>
            <a:off x="658368" y="5691632"/>
            <a:ext cx="329184" cy="329184"/>
          </a:xfrm>
          <a:prstGeom prst="ellipse">
            <a:avLst/>
          </a:prstGeom>
          <a:solidFill>
            <a:schemeClr val="tx2"/>
          </a:solidFill>
          <a:ln w="12700">
            <a:solidFill>
              <a:srgbClr val="FFFFFF">
                <a:alpha val="0"/>
              </a:srgbClr>
            </a:solidFill>
            <a:prstDash val="solid"/>
          </a:ln>
        </p:spPr>
      </p:sp>
      <p:sp>
        <p:nvSpPr>
          <p:cNvPr id="60" name="Text 51"/>
          <p:cNvSpPr txBox="1"/>
          <p:nvPr/>
        </p:nvSpPr>
        <p:spPr>
          <a:xfrm>
            <a:off x="658368" y="569163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61" name="Text 52"/>
          <p:cNvSpPr txBox="1"/>
          <p:nvPr/>
        </p:nvSpPr>
        <p:spPr>
          <a:xfrm>
            <a:off x="1078992" y="5549392"/>
            <a:ext cx="2743200" cy="613664"/>
          </a:xfrm>
          <a:prstGeom prst="rect">
            <a:avLst/>
          </a:prstGeom>
          <a:noFill/>
          <a:ln/>
        </p:spPr>
        <p:txBody>
          <a:bodyPr wrap="square" lIns="0" tIns="0" rIns="0" bIns="0" rtlCol="0" anchor="ctr"/>
          <a:lstStyle/>
          <a:p>
            <a:pPr algn="l" indent="0" marL="0">
              <a:buNone/>
            </a:pPr>
            <a:r>
              <a:rPr lang="en-US" sz="1700" dirty="0">
                <a:solidFill>
                  <a:schemeClr val="tx1"/>
                </a:solidFill>
              </a:rPr>
              <a:t>Jullie bellen de klant op.</a:t>
            </a:r>
            <a:endParaRPr lang="en-US" sz="1700" dirty="0"/>
          </a:p>
        </p:txBody>
      </p:sp>
      <p:sp>
        <p:nvSpPr>
          <p:cNvPr id="62" name="Shape 53"/>
          <p:cNvSpPr/>
          <p:nvPr/>
        </p:nvSpPr>
        <p:spPr>
          <a:xfrm>
            <a:off x="4023360" y="5585968"/>
            <a:ext cx="1874520" cy="540512"/>
          </a:xfrm>
          <a:prstGeom prst="roundRect">
            <a:avLst>
              <a:gd name="adj" fmla="val 42293"/>
            </a:avLst>
          </a:prstGeom>
          <a:solidFill>
            <a:schemeClr val="accent1"/>
          </a:solidFill>
          <a:ln w="12700">
            <a:solidFill>
              <a:srgbClr val="FFFFFF">
                <a:alpha val="0"/>
              </a:srgbClr>
            </a:solidFill>
            <a:prstDash val="solid"/>
          </a:ln>
        </p:spPr>
      </p:sp>
      <p:pic>
        <p:nvPicPr>
          <p:cNvPr id="63" name="Image 6" descr="Redo">    </p:cNvPr>
          <p:cNvPicPr>
            <a:picLocks noChangeAspect="1"/>
          </p:cNvPicPr>
          <p:nvPr/>
        </p:nvPicPr>
        <p:blipFill>
          <a:blip r:embed="rId7"/>
          <a:stretch>
            <a:fillRect/>
          </a:stretch>
        </p:blipFill>
        <p:spPr>
          <a:xfrm>
            <a:off x="4133088" y="5728208"/>
            <a:ext cx="256032" cy="256032"/>
          </a:xfrm>
          <a:prstGeom prst="rect">
            <a:avLst/>
          </a:prstGeom>
        </p:spPr>
      </p:pic>
      <p:sp>
        <p:nvSpPr>
          <p:cNvPr id="64" name="Text 54"/>
          <p:cNvSpPr txBox="1"/>
          <p:nvPr/>
        </p:nvSpPr>
        <p:spPr>
          <a:xfrm>
            <a:off x="4443984" y="5585968"/>
            <a:ext cx="1417320" cy="540512"/>
          </a:xfrm>
          <a:prstGeom prst="rect">
            <a:avLst/>
          </a:prstGeom>
          <a:noFill/>
          <a:ln/>
        </p:spPr>
        <p:txBody>
          <a:bodyPr wrap="square" lIns="0" tIns="0" rIns="0" bIns="0" rtlCol="0" anchor="ctr"/>
          <a:lstStyle/>
          <a:p>
            <a:pPr algn="ctr" indent="0" marL="0">
              <a:buNone/>
            </a:pPr>
            <a:r>
              <a:rPr lang="en-US" sz="1600" b="1" dirty="0">
                <a:solidFill>
                  <a:schemeClr val="bg1"/>
                </a:solidFill>
              </a:rPr>
              <a:t>Morgen</a:t>
            </a:r>
            <a:endParaRPr lang="en-US" sz="1600" dirty="0"/>
          </a:p>
        </p:txBody>
      </p:sp>
      <p:sp>
        <p:nvSpPr>
          <p:cNvPr id="65" name="Shape 55"/>
          <p:cNvSpPr/>
          <p:nvPr/>
        </p:nvSpPr>
        <p:spPr>
          <a:xfrm>
            <a:off x="5916168" y="5856224"/>
            <a:ext cx="137160" cy="914"/>
          </a:xfrm>
          <a:prstGeom prst="line">
            <a:avLst/>
          </a:prstGeom>
          <a:noFill/>
          <a:ln w="31750">
            <a:solidFill>
              <a:srgbClr val="D9700F"/>
            </a:solidFill>
            <a:prstDash val="solid"/>
            <a:tailEnd type="triangle"/>
          </a:ln>
        </p:spPr>
      </p:sp>
      <p:sp>
        <p:nvSpPr>
          <p:cNvPr id="66" name="Shape 56"/>
          <p:cNvSpPr/>
          <p:nvPr/>
        </p:nvSpPr>
        <p:spPr>
          <a:xfrm>
            <a:off x="6080760" y="5549392"/>
            <a:ext cx="5559552" cy="613664"/>
          </a:xfrm>
          <a:prstGeom prst="roundRect">
            <a:avLst>
              <a:gd name="adj" fmla="val 11921"/>
            </a:avLst>
          </a:prstGeom>
          <a:solidFill>
            <a:srgbClr val="FFFFFF"/>
          </a:solidFill>
          <a:ln w="12700">
            <a:solidFill>
              <a:srgbClr val="4A5A70"/>
            </a:solidFill>
            <a:prstDash val="dash"/>
          </a:ln>
        </p:spPr>
      </p:sp>
      <p:sp>
        <p:nvSpPr>
          <p:cNvPr id="67" name="Text 57"/>
          <p:cNvSpPr txBox="1"/>
          <p:nvPr/>
        </p:nvSpPr>
        <p:spPr>
          <a:xfrm>
            <a:off x="6263640" y="5549392"/>
            <a:ext cx="5212080" cy="613664"/>
          </a:xfrm>
          <a:prstGeom prst="rect">
            <a:avLst/>
          </a:prstGeom>
          <a:noFill/>
          <a:ln/>
        </p:spPr>
        <p:txBody>
          <a:bodyPr wrap="square" lIns="0" tIns="0" rIns="0" bIns="0" rtlCol="0" anchor="ctr"/>
          <a:lstStyle/>
          <a:p>
            <a:pPr algn="l" indent="0" marL="0">
              <a:buNone/>
            </a:pPr>
            <a:r>
              <a:rPr lang="en-US" sz="1600" dirty="0">
                <a:solidFill>
                  <a:schemeClr val="accent5"/>
                </a:solidFill>
              </a:rPr>
              <a:t>……………………………</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2 — Le tourniquet</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Placez l’élément orange en tête de phrase. Attention au tourniquet !</a:t>
            </a:r>
            <a:endParaRPr lang="en-US" sz="1700" dirty="0"/>
          </a:p>
        </p:txBody>
      </p:sp>
      <p:sp>
        <p:nvSpPr>
          <p:cNvPr id="9" name="Shape 5"/>
          <p:cNvSpPr/>
          <p:nvPr/>
        </p:nvSpPr>
        <p:spPr>
          <a:xfrm>
            <a:off x="548640" y="1932432"/>
            <a:ext cx="3337560" cy="613664"/>
          </a:xfrm>
          <a:prstGeom prst="roundRect">
            <a:avLst>
              <a:gd name="adj" fmla="val 11921"/>
            </a:avLst>
          </a:prstGeom>
          <a:solidFill>
            <a:schemeClr val="bg2"/>
          </a:solidFill>
          <a:ln w="12700">
            <a:solidFill>
              <a:srgbClr val="D5DCE6"/>
            </a:solidFill>
            <a:prstDash val="solid"/>
          </a:ln>
        </p:spPr>
      </p:sp>
      <p:sp>
        <p:nvSpPr>
          <p:cNvPr id="10" name="Shape 6"/>
          <p:cNvSpPr/>
          <p:nvPr/>
        </p:nvSpPr>
        <p:spPr>
          <a:xfrm>
            <a:off x="658368" y="2074672"/>
            <a:ext cx="329184" cy="329184"/>
          </a:xfrm>
          <a:prstGeom prst="ellipse">
            <a:avLst/>
          </a:prstGeom>
          <a:solidFill>
            <a:schemeClr val="tx2"/>
          </a:solidFill>
          <a:ln w="12700">
            <a:solidFill>
              <a:srgbClr val="FFFFFF">
                <a:alpha val="0"/>
              </a:srgbClr>
            </a:solidFill>
            <a:prstDash val="solid"/>
          </a:ln>
        </p:spPr>
      </p:sp>
      <p:sp>
        <p:nvSpPr>
          <p:cNvPr id="11" name="Text 7"/>
          <p:cNvSpPr txBox="1"/>
          <p:nvPr/>
        </p:nvSpPr>
        <p:spPr>
          <a:xfrm>
            <a:off x="658368" y="207467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2" name="Text 8"/>
          <p:cNvSpPr txBox="1"/>
          <p:nvPr/>
        </p:nvSpPr>
        <p:spPr>
          <a:xfrm>
            <a:off x="1078992" y="1932432"/>
            <a:ext cx="2743200" cy="613664"/>
          </a:xfrm>
          <a:prstGeom prst="rect">
            <a:avLst/>
          </a:prstGeom>
          <a:noFill/>
          <a:ln/>
        </p:spPr>
        <p:txBody>
          <a:bodyPr wrap="square" lIns="0" tIns="0" rIns="0" bIns="0" rtlCol="0" anchor="ctr"/>
          <a:lstStyle/>
          <a:p>
            <a:pPr algn="l" indent="0" marL="0">
              <a:buNone/>
            </a:pPr>
            <a:r>
              <a:rPr lang="en-US" sz="1700" dirty="0">
                <a:solidFill>
                  <a:schemeClr val="tx1"/>
                </a:solidFill>
              </a:rPr>
              <a:t>Ik werk thuis.</a:t>
            </a:r>
            <a:endParaRPr lang="en-US" sz="1700" dirty="0"/>
          </a:p>
        </p:txBody>
      </p:sp>
      <p:sp>
        <p:nvSpPr>
          <p:cNvPr id="13" name="Shape 9"/>
          <p:cNvSpPr/>
          <p:nvPr/>
        </p:nvSpPr>
        <p:spPr>
          <a:xfrm>
            <a:off x="4023360" y="1969008"/>
            <a:ext cx="1874520" cy="540512"/>
          </a:xfrm>
          <a:prstGeom prst="roundRect">
            <a:avLst>
              <a:gd name="adj" fmla="val 42293"/>
            </a:avLst>
          </a:prstGeom>
          <a:solidFill>
            <a:schemeClr val="accent1"/>
          </a:solidFill>
          <a:ln w="12700">
            <a:solidFill>
              <a:srgbClr val="FFFFFF">
                <a:alpha val="0"/>
              </a:srgbClr>
            </a:solidFill>
            <a:prstDash val="solid"/>
          </a:ln>
        </p:spPr>
      </p:sp>
      <p:pic>
        <p:nvPicPr>
          <p:cNvPr id="14" name="Image 1" descr="Redo">    </p:cNvPr>
          <p:cNvPicPr>
            <a:picLocks noChangeAspect="1"/>
          </p:cNvPicPr>
          <p:nvPr/>
        </p:nvPicPr>
        <p:blipFill>
          <a:blip r:embed="rId2"/>
          <a:stretch>
            <a:fillRect/>
          </a:stretch>
        </p:blipFill>
        <p:spPr>
          <a:xfrm>
            <a:off x="4133088" y="2111248"/>
            <a:ext cx="256032" cy="256032"/>
          </a:xfrm>
          <a:prstGeom prst="rect">
            <a:avLst/>
          </a:prstGeom>
        </p:spPr>
      </p:pic>
      <p:sp>
        <p:nvSpPr>
          <p:cNvPr id="15" name="Text 10"/>
          <p:cNvSpPr txBox="1"/>
          <p:nvPr/>
        </p:nvSpPr>
        <p:spPr>
          <a:xfrm>
            <a:off x="4443984" y="1969008"/>
            <a:ext cx="1417320" cy="540512"/>
          </a:xfrm>
          <a:prstGeom prst="rect">
            <a:avLst/>
          </a:prstGeom>
          <a:noFill/>
          <a:ln/>
        </p:spPr>
        <p:txBody>
          <a:bodyPr wrap="square" lIns="0" tIns="0" rIns="0" bIns="0" rtlCol="0" anchor="ctr"/>
          <a:lstStyle/>
          <a:p>
            <a:pPr algn="ctr" indent="0" marL="0">
              <a:buNone/>
            </a:pPr>
            <a:r>
              <a:rPr lang="en-US" sz="1600" b="1" dirty="0">
                <a:solidFill>
                  <a:schemeClr val="bg1"/>
                </a:solidFill>
              </a:rPr>
              <a:t>Vandaag</a:t>
            </a:r>
            <a:endParaRPr lang="en-US" sz="1600" dirty="0"/>
          </a:p>
        </p:txBody>
      </p:sp>
      <p:sp>
        <p:nvSpPr>
          <p:cNvPr id="16" name="Shape 11"/>
          <p:cNvSpPr/>
          <p:nvPr/>
        </p:nvSpPr>
        <p:spPr>
          <a:xfrm>
            <a:off x="5916168" y="2239264"/>
            <a:ext cx="137160" cy="914"/>
          </a:xfrm>
          <a:prstGeom prst="line">
            <a:avLst/>
          </a:prstGeom>
          <a:noFill/>
          <a:ln w="31750">
            <a:solidFill>
              <a:srgbClr val="D9700F"/>
            </a:solidFill>
            <a:prstDash val="solid"/>
            <a:tailEnd type="triangle"/>
          </a:ln>
        </p:spPr>
      </p:sp>
      <p:sp>
        <p:nvSpPr>
          <p:cNvPr id="17" name="Shape 12"/>
          <p:cNvSpPr/>
          <p:nvPr/>
        </p:nvSpPr>
        <p:spPr>
          <a:xfrm>
            <a:off x="6080760" y="1932432"/>
            <a:ext cx="5559552" cy="613664"/>
          </a:xfrm>
          <a:prstGeom prst="roundRect">
            <a:avLst>
              <a:gd name="adj" fmla="val 11921"/>
            </a:avLst>
          </a:prstGeom>
          <a:solidFill>
            <a:srgbClr val="FFFFFF"/>
          </a:solidFill>
          <a:ln w="19050">
            <a:solidFill>
              <a:srgbClr val="2E7D4F"/>
            </a:solidFill>
            <a:prstDash val="solid"/>
          </a:ln>
        </p:spPr>
      </p:sp>
      <p:pic>
        <p:nvPicPr>
          <p:cNvPr id="18" name="Image 2" descr="Random">    </p:cNvPr>
          <p:cNvPicPr>
            <a:picLocks noChangeAspect="1"/>
          </p:cNvPicPr>
          <p:nvPr/>
        </p:nvPicPr>
        <p:blipFill>
          <a:blip r:embed="rId3"/>
          <a:stretch>
            <a:fillRect/>
          </a:stretch>
        </p:blipFill>
        <p:spPr>
          <a:xfrm>
            <a:off x="6199632" y="2111248"/>
            <a:ext cx="256032" cy="256032"/>
          </a:xfrm>
          <a:prstGeom prst="rect">
            <a:avLst/>
          </a:prstGeom>
        </p:spPr>
      </p:pic>
      <p:sp>
        <p:nvSpPr>
          <p:cNvPr id="19" name="Shape 13"/>
          <p:cNvSpPr/>
          <p:nvPr/>
        </p:nvSpPr>
        <p:spPr>
          <a:xfrm>
            <a:off x="6583680" y="1996440"/>
            <a:ext cx="1166368" cy="485648"/>
          </a:xfrm>
          <a:prstGeom prst="roundRect">
            <a:avLst>
              <a:gd name="adj" fmla="val 15063"/>
            </a:avLst>
          </a:prstGeom>
          <a:solidFill>
            <a:schemeClr val="accent1">
              <a:alpha val="24000"/>
            </a:schemeClr>
          </a:solidFill>
          <a:ln w="15875">
            <a:solidFill>
              <a:srgbClr val="D9700F"/>
            </a:solidFill>
            <a:prstDash val="solid"/>
          </a:ln>
        </p:spPr>
      </p:sp>
      <p:sp>
        <p:nvSpPr>
          <p:cNvPr id="20" name="Text 14"/>
          <p:cNvSpPr txBox="1"/>
          <p:nvPr/>
        </p:nvSpPr>
        <p:spPr>
          <a:xfrm>
            <a:off x="6583680" y="1996440"/>
            <a:ext cx="1166368" cy="485648"/>
          </a:xfrm>
          <a:prstGeom prst="rect">
            <a:avLst/>
          </a:prstGeom>
          <a:noFill/>
          <a:ln/>
        </p:spPr>
        <p:txBody>
          <a:bodyPr wrap="square" lIns="0" tIns="0" rIns="0" bIns="0" rtlCol="0" anchor="ctr"/>
          <a:lstStyle/>
          <a:p>
            <a:pPr algn="ctr" indent="0" marL="0">
              <a:buNone/>
            </a:pPr>
            <a:r>
              <a:rPr lang="en-US" sz="1600" b="1" dirty="0">
                <a:solidFill>
                  <a:schemeClr val="tx1"/>
                </a:solidFill>
              </a:rPr>
              <a:t>Vandaag</a:t>
            </a:r>
            <a:endParaRPr lang="en-US" sz="1600" dirty="0"/>
          </a:p>
        </p:txBody>
      </p:sp>
      <p:sp>
        <p:nvSpPr>
          <p:cNvPr id="21" name="Shape 15"/>
          <p:cNvSpPr/>
          <p:nvPr/>
        </p:nvSpPr>
        <p:spPr>
          <a:xfrm>
            <a:off x="7823200" y="1996440"/>
            <a:ext cx="934883" cy="485648"/>
          </a:xfrm>
          <a:prstGeom prst="ellipse">
            <a:avLst/>
          </a:prstGeom>
          <a:noFill/>
          <a:ln w="28575">
            <a:solidFill>
              <a:srgbClr val="B83227"/>
            </a:solidFill>
            <a:prstDash val="solid"/>
          </a:ln>
        </p:spPr>
      </p:sp>
      <p:sp>
        <p:nvSpPr>
          <p:cNvPr id="22" name="Text 16"/>
          <p:cNvSpPr txBox="1"/>
          <p:nvPr/>
        </p:nvSpPr>
        <p:spPr>
          <a:xfrm>
            <a:off x="7823200" y="1996440"/>
            <a:ext cx="934883" cy="485648"/>
          </a:xfrm>
          <a:prstGeom prst="rect">
            <a:avLst/>
          </a:prstGeom>
          <a:noFill/>
          <a:ln/>
        </p:spPr>
        <p:txBody>
          <a:bodyPr wrap="square" lIns="0" tIns="0" rIns="0" bIns="0" rtlCol="0" anchor="ctr"/>
          <a:lstStyle/>
          <a:p>
            <a:pPr algn="ctr" indent="0" marL="0">
              <a:buNone/>
            </a:pPr>
            <a:r>
              <a:rPr lang="en-US" sz="1600" b="1" dirty="0">
                <a:solidFill>
                  <a:schemeClr val="accent6"/>
                </a:solidFill>
              </a:rPr>
              <a:t>werk</a:t>
            </a:r>
            <a:endParaRPr lang="en-US" sz="1600" dirty="0"/>
          </a:p>
        </p:txBody>
      </p:sp>
      <p:sp>
        <p:nvSpPr>
          <p:cNvPr id="23" name="Shape 17"/>
          <p:cNvSpPr/>
          <p:nvPr/>
        </p:nvSpPr>
        <p:spPr>
          <a:xfrm>
            <a:off x="8831235" y="1996440"/>
            <a:ext cx="369824" cy="485648"/>
          </a:xfrm>
          <a:prstGeom prst="roundRect">
            <a:avLst>
              <a:gd name="adj" fmla="val 19780"/>
            </a:avLst>
          </a:prstGeom>
          <a:solidFill>
            <a:schemeClr val="accent2">
              <a:alpha val="14000"/>
            </a:schemeClr>
          </a:solidFill>
          <a:ln w="15875">
            <a:solidFill>
              <a:srgbClr val="2A6FB0"/>
            </a:solidFill>
            <a:prstDash val="solid"/>
          </a:ln>
        </p:spPr>
      </p:sp>
      <p:sp>
        <p:nvSpPr>
          <p:cNvPr id="24" name="Text 18"/>
          <p:cNvSpPr txBox="1"/>
          <p:nvPr/>
        </p:nvSpPr>
        <p:spPr>
          <a:xfrm>
            <a:off x="8831235" y="1996440"/>
            <a:ext cx="369824" cy="485648"/>
          </a:xfrm>
          <a:prstGeom prst="rect">
            <a:avLst/>
          </a:prstGeom>
          <a:noFill/>
          <a:ln/>
        </p:spPr>
        <p:txBody>
          <a:bodyPr wrap="square" lIns="0" tIns="0" rIns="0" bIns="0" rtlCol="0" anchor="ctr"/>
          <a:lstStyle/>
          <a:p>
            <a:pPr algn="ctr" indent="0" marL="0">
              <a:buNone/>
            </a:pPr>
            <a:r>
              <a:rPr lang="en-US" sz="1600" b="1" dirty="0">
                <a:solidFill>
                  <a:schemeClr val="accent2"/>
                </a:solidFill>
              </a:rPr>
              <a:t>ik</a:t>
            </a:r>
            <a:endParaRPr lang="en-US" sz="1600" dirty="0"/>
          </a:p>
        </p:txBody>
      </p:sp>
      <p:sp>
        <p:nvSpPr>
          <p:cNvPr id="25" name="Text 19"/>
          <p:cNvSpPr txBox="1"/>
          <p:nvPr/>
        </p:nvSpPr>
        <p:spPr>
          <a:xfrm>
            <a:off x="9274211" y="1996440"/>
            <a:ext cx="686857" cy="485648"/>
          </a:xfrm>
          <a:prstGeom prst="rect">
            <a:avLst/>
          </a:prstGeom>
          <a:noFill/>
          <a:ln/>
        </p:spPr>
        <p:txBody>
          <a:bodyPr wrap="square" lIns="0" tIns="0" rIns="0" bIns="0" rtlCol="0" anchor="ctr"/>
          <a:lstStyle/>
          <a:p>
            <a:pPr algn="ctr" indent="0" marL="0">
              <a:buNone/>
            </a:pPr>
            <a:r>
              <a:rPr lang="en-US" sz="1600" dirty="0">
                <a:solidFill>
                  <a:schemeClr val="tx1"/>
                </a:solidFill>
              </a:rPr>
              <a:t>thuis.</a:t>
            </a:r>
            <a:endParaRPr lang="en-US" sz="1600" dirty="0"/>
          </a:p>
        </p:txBody>
      </p:sp>
      <p:sp>
        <p:nvSpPr>
          <p:cNvPr id="26" name="Shape 20"/>
          <p:cNvSpPr/>
          <p:nvPr/>
        </p:nvSpPr>
        <p:spPr>
          <a:xfrm>
            <a:off x="548640" y="2655824"/>
            <a:ext cx="3337560" cy="613664"/>
          </a:xfrm>
          <a:prstGeom prst="roundRect">
            <a:avLst>
              <a:gd name="adj" fmla="val 11921"/>
            </a:avLst>
          </a:prstGeom>
          <a:solidFill>
            <a:schemeClr val="bg2"/>
          </a:solidFill>
          <a:ln w="12700">
            <a:solidFill>
              <a:srgbClr val="D5DCE6"/>
            </a:solidFill>
            <a:prstDash val="solid"/>
          </a:ln>
        </p:spPr>
      </p:sp>
      <p:sp>
        <p:nvSpPr>
          <p:cNvPr id="27" name="Shape 21"/>
          <p:cNvSpPr/>
          <p:nvPr/>
        </p:nvSpPr>
        <p:spPr>
          <a:xfrm>
            <a:off x="658368" y="2798064"/>
            <a:ext cx="329184" cy="329184"/>
          </a:xfrm>
          <a:prstGeom prst="ellipse">
            <a:avLst/>
          </a:prstGeom>
          <a:solidFill>
            <a:schemeClr val="tx2"/>
          </a:solidFill>
          <a:ln w="12700">
            <a:solidFill>
              <a:srgbClr val="FFFFFF">
                <a:alpha val="0"/>
              </a:srgbClr>
            </a:solidFill>
            <a:prstDash val="solid"/>
          </a:ln>
        </p:spPr>
      </p:sp>
      <p:sp>
        <p:nvSpPr>
          <p:cNvPr id="28" name="Text 22"/>
          <p:cNvSpPr txBox="1"/>
          <p:nvPr/>
        </p:nvSpPr>
        <p:spPr>
          <a:xfrm>
            <a:off x="658368" y="2798064"/>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9" name="Text 23"/>
          <p:cNvSpPr txBox="1"/>
          <p:nvPr/>
        </p:nvSpPr>
        <p:spPr>
          <a:xfrm>
            <a:off x="1078992" y="2655824"/>
            <a:ext cx="2743200" cy="613664"/>
          </a:xfrm>
          <a:prstGeom prst="rect">
            <a:avLst/>
          </a:prstGeom>
          <a:noFill/>
          <a:ln/>
        </p:spPr>
        <p:txBody>
          <a:bodyPr wrap="square" lIns="0" tIns="0" rIns="0" bIns="0" rtlCol="0" anchor="ctr"/>
          <a:lstStyle/>
          <a:p>
            <a:pPr algn="l" indent="0" marL="0">
              <a:buNone/>
            </a:pPr>
            <a:r>
              <a:rPr lang="en-US" sz="1400" dirty="0">
                <a:solidFill>
                  <a:schemeClr val="tx1"/>
                </a:solidFill>
              </a:rPr>
              <a:t>We hebben een vergadering.</a:t>
            </a:r>
            <a:endParaRPr lang="en-US" sz="1400" dirty="0"/>
          </a:p>
        </p:txBody>
      </p:sp>
      <p:sp>
        <p:nvSpPr>
          <p:cNvPr id="30" name="Shape 24"/>
          <p:cNvSpPr/>
          <p:nvPr/>
        </p:nvSpPr>
        <p:spPr>
          <a:xfrm>
            <a:off x="4023360" y="2692400"/>
            <a:ext cx="1874520" cy="540512"/>
          </a:xfrm>
          <a:prstGeom prst="roundRect">
            <a:avLst>
              <a:gd name="adj" fmla="val 42293"/>
            </a:avLst>
          </a:prstGeom>
          <a:solidFill>
            <a:schemeClr val="accent1"/>
          </a:solidFill>
          <a:ln w="12700">
            <a:solidFill>
              <a:srgbClr val="FFFFFF">
                <a:alpha val="0"/>
              </a:srgbClr>
            </a:solidFill>
            <a:prstDash val="solid"/>
          </a:ln>
        </p:spPr>
      </p:sp>
      <p:pic>
        <p:nvPicPr>
          <p:cNvPr id="31" name="Image 3" descr="Redo">    </p:cNvPr>
          <p:cNvPicPr>
            <a:picLocks noChangeAspect="1"/>
          </p:cNvPicPr>
          <p:nvPr/>
        </p:nvPicPr>
        <p:blipFill>
          <a:blip r:embed="rId4"/>
          <a:stretch>
            <a:fillRect/>
          </a:stretch>
        </p:blipFill>
        <p:spPr>
          <a:xfrm>
            <a:off x="4133088" y="2834640"/>
            <a:ext cx="256032" cy="256032"/>
          </a:xfrm>
          <a:prstGeom prst="rect">
            <a:avLst/>
          </a:prstGeom>
        </p:spPr>
      </p:pic>
      <p:sp>
        <p:nvSpPr>
          <p:cNvPr id="32" name="Text 25"/>
          <p:cNvSpPr txBox="1"/>
          <p:nvPr/>
        </p:nvSpPr>
        <p:spPr>
          <a:xfrm>
            <a:off x="4443984" y="2692400"/>
            <a:ext cx="1417320" cy="540512"/>
          </a:xfrm>
          <a:prstGeom prst="rect">
            <a:avLst/>
          </a:prstGeom>
          <a:noFill/>
          <a:ln/>
        </p:spPr>
        <p:txBody>
          <a:bodyPr wrap="square" lIns="0" tIns="0" rIns="0" bIns="0" rtlCol="0" anchor="ctr"/>
          <a:lstStyle/>
          <a:p>
            <a:pPr algn="ctr" indent="0" marL="0">
              <a:buNone/>
            </a:pPr>
            <a:r>
              <a:rPr lang="en-US" sz="1600" b="1" dirty="0">
                <a:solidFill>
                  <a:schemeClr val="bg1"/>
                </a:solidFill>
              </a:rPr>
              <a:t>Om 10 uur</a:t>
            </a:r>
            <a:endParaRPr lang="en-US" sz="1600" dirty="0"/>
          </a:p>
        </p:txBody>
      </p:sp>
      <p:sp>
        <p:nvSpPr>
          <p:cNvPr id="33" name="Shape 26"/>
          <p:cNvSpPr/>
          <p:nvPr/>
        </p:nvSpPr>
        <p:spPr>
          <a:xfrm>
            <a:off x="5916168" y="2962656"/>
            <a:ext cx="137160" cy="914"/>
          </a:xfrm>
          <a:prstGeom prst="line">
            <a:avLst/>
          </a:prstGeom>
          <a:noFill/>
          <a:ln w="31750">
            <a:solidFill>
              <a:srgbClr val="D9700F"/>
            </a:solidFill>
            <a:prstDash val="solid"/>
            <a:tailEnd type="triangle"/>
          </a:ln>
        </p:spPr>
      </p:sp>
      <p:sp>
        <p:nvSpPr>
          <p:cNvPr id="34" name="Shape 27"/>
          <p:cNvSpPr/>
          <p:nvPr/>
        </p:nvSpPr>
        <p:spPr>
          <a:xfrm>
            <a:off x="6080760" y="2655824"/>
            <a:ext cx="5559552" cy="613664"/>
          </a:xfrm>
          <a:prstGeom prst="roundRect">
            <a:avLst>
              <a:gd name="adj" fmla="val 11921"/>
            </a:avLst>
          </a:prstGeom>
          <a:solidFill>
            <a:srgbClr val="FFFFFF"/>
          </a:solidFill>
          <a:ln w="19050">
            <a:solidFill>
              <a:srgbClr val="2E7D4F"/>
            </a:solidFill>
            <a:prstDash val="solid"/>
          </a:ln>
        </p:spPr>
      </p:sp>
      <p:pic>
        <p:nvPicPr>
          <p:cNvPr id="35" name="Image 4" descr="Random">    </p:cNvPr>
          <p:cNvPicPr>
            <a:picLocks noChangeAspect="1"/>
          </p:cNvPicPr>
          <p:nvPr/>
        </p:nvPicPr>
        <p:blipFill>
          <a:blip r:embed="rId5"/>
          <a:stretch>
            <a:fillRect/>
          </a:stretch>
        </p:blipFill>
        <p:spPr>
          <a:xfrm>
            <a:off x="6199632" y="2834640"/>
            <a:ext cx="256032" cy="256032"/>
          </a:xfrm>
          <a:prstGeom prst="rect">
            <a:avLst/>
          </a:prstGeom>
        </p:spPr>
      </p:pic>
      <p:sp>
        <p:nvSpPr>
          <p:cNvPr id="36" name="Shape 28"/>
          <p:cNvSpPr/>
          <p:nvPr/>
        </p:nvSpPr>
        <p:spPr>
          <a:xfrm>
            <a:off x="6583680" y="2719832"/>
            <a:ext cx="1288542" cy="485648"/>
          </a:xfrm>
          <a:prstGeom prst="roundRect">
            <a:avLst>
              <a:gd name="adj" fmla="val 15063"/>
            </a:avLst>
          </a:prstGeom>
          <a:solidFill>
            <a:schemeClr val="accent1">
              <a:alpha val="24000"/>
            </a:schemeClr>
          </a:solidFill>
          <a:ln w="15875">
            <a:solidFill>
              <a:srgbClr val="D9700F"/>
            </a:solidFill>
            <a:prstDash val="solid"/>
          </a:ln>
        </p:spPr>
      </p:sp>
      <p:sp>
        <p:nvSpPr>
          <p:cNvPr id="37" name="Text 29"/>
          <p:cNvSpPr txBox="1"/>
          <p:nvPr/>
        </p:nvSpPr>
        <p:spPr>
          <a:xfrm>
            <a:off x="6583680" y="2719832"/>
            <a:ext cx="1288542" cy="485648"/>
          </a:xfrm>
          <a:prstGeom prst="rect">
            <a:avLst/>
          </a:prstGeom>
          <a:noFill/>
          <a:ln/>
        </p:spPr>
        <p:txBody>
          <a:bodyPr wrap="square" lIns="0" tIns="0" rIns="0" bIns="0" rtlCol="0" anchor="ctr"/>
          <a:lstStyle/>
          <a:p>
            <a:pPr algn="ctr" indent="0" marL="0">
              <a:buNone/>
            </a:pPr>
            <a:r>
              <a:rPr lang="en-US" sz="1500" b="1" dirty="0">
                <a:solidFill>
                  <a:schemeClr val="tx1"/>
                </a:solidFill>
              </a:rPr>
              <a:t>Om 10 uur</a:t>
            </a:r>
            <a:endParaRPr lang="en-US" sz="1500" dirty="0"/>
          </a:p>
        </p:txBody>
      </p:sp>
      <p:sp>
        <p:nvSpPr>
          <p:cNvPr id="38" name="Shape 30"/>
          <p:cNvSpPr/>
          <p:nvPr/>
        </p:nvSpPr>
        <p:spPr>
          <a:xfrm>
            <a:off x="7945374" y="2719832"/>
            <a:ext cx="1197407" cy="485648"/>
          </a:xfrm>
          <a:prstGeom prst="ellipse">
            <a:avLst/>
          </a:prstGeom>
          <a:noFill/>
          <a:ln w="28575">
            <a:solidFill>
              <a:srgbClr val="B83227"/>
            </a:solidFill>
            <a:prstDash val="solid"/>
          </a:ln>
        </p:spPr>
      </p:sp>
      <p:sp>
        <p:nvSpPr>
          <p:cNvPr id="39" name="Text 31"/>
          <p:cNvSpPr txBox="1"/>
          <p:nvPr/>
        </p:nvSpPr>
        <p:spPr>
          <a:xfrm>
            <a:off x="7945374" y="2719832"/>
            <a:ext cx="1197407" cy="485648"/>
          </a:xfrm>
          <a:prstGeom prst="rect">
            <a:avLst/>
          </a:prstGeom>
          <a:noFill/>
          <a:ln/>
        </p:spPr>
        <p:txBody>
          <a:bodyPr wrap="square" lIns="0" tIns="0" rIns="0" bIns="0" rtlCol="0" anchor="ctr"/>
          <a:lstStyle/>
          <a:p>
            <a:pPr algn="ctr" indent="0" marL="0">
              <a:buNone/>
            </a:pPr>
            <a:r>
              <a:rPr lang="en-US" sz="1500" b="1" dirty="0">
                <a:solidFill>
                  <a:schemeClr val="accent6"/>
                </a:solidFill>
              </a:rPr>
              <a:t>hebben</a:t>
            </a:r>
            <a:endParaRPr lang="en-US" sz="1500" dirty="0"/>
          </a:p>
        </p:txBody>
      </p:sp>
      <p:sp>
        <p:nvSpPr>
          <p:cNvPr id="40" name="Shape 32"/>
          <p:cNvSpPr/>
          <p:nvPr/>
        </p:nvSpPr>
        <p:spPr>
          <a:xfrm>
            <a:off x="9215933" y="2719832"/>
            <a:ext cx="469392" cy="485648"/>
          </a:xfrm>
          <a:prstGeom prst="roundRect">
            <a:avLst>
              <a:gd name="adj" fmla="val 15584"/>
            </a:avLst>
          </a:prstGeom>
          <a:solidFill>
            <a:schemeClr val="accent2">
              <a:alpha val="14000"/>
            </a:schemeClr>
          </a:solidFill>
          <a:ln w="15875">
            <a:solidFill>
              <a:srgbClr val="2A6FB0"/>
            </a:solidFill>
            <a:prstDash val="solid"/>
          </a:ln>
        </p:spPr>
      </p:sp>
      <p:sp>
        <p:nvSpPr>
          <p:cNvPr id="41" name="Text 33"/>
          <p:cNvSpPr txBox="1"/>
          <p:nvPr/>
        </p:nvSpPr>
        <p:spPr>
          <a:xfrm>
            <a:off x="9215933" y="2719832"/>
            <a:ext cx="469392" cy="485648"/>
          </a:xfrm>
          <a:prstGeom prst="rect">
            <a:avLst/>
          </a:prstGeom>
          <a:noFill/>
          <a:ln/>
        </p:spPr>
        <p:txBody>
          <a:bodyPr wrap="square" lIns="0" tIns="0" rIns="0" bIns="0" rtlCol="0" anchor="ctr"/>
          <a:lstStyle/>
          <a:p>
            <a:pPr algn="ctr" indent="0" marL="0">
              <a:buNone/>
            </a:pPr>
            <a:r>
              <a:rPr lang="en-US" sz="1500" b="1" dirty="0">
                <a:solidFill>
                  <a:schemeClr val="accent2"/>
                </a:solidFill>
              </a:rPr>
              <a:t>we</a:t>
            </a:r>
            <a:endParaRPr lang="en-US" sz="1500" dirty="0"/>
          </a:p>
        </p:txBody>
      </p:sp>
      <p:sp>
        <p:nvSpPr>
          <p:cNvPr id="42" name="Text 34"/>
          <p:cNvSpPr txBox="1"/>
          <p:nvPr/>
        </p:nvSpPr>
        <p:spPr>
          <a:xfrm>
            <a:off x="9758477" y="2719832"/>
            <a:ext cx="1767783" cy="485648"/>
          </a:xfrm>
          <a:prstGeom prst="rect">
            <a:avLst/>
          </a:prstGeom>
          <a:noFill/>
          <a:ln/>
        </p:spPr>
        <p:txBody>
          <a:bodyPr wrap="square" lIns="0" tIns="0" rIns="0" bIns="0" rtlCol="0" anchor="ctr"/>
          <a:lstStyle/>
          <a:p>
            <a:pPr algn="ctr" indent="0" marL="0">
              <a:buNone/>
            </a:pPr>
            <a:r>
              <a:rPr lang="en-US" sz="1500" dirty="0">
                <a:solidFill>
                  <a:schemeClr val="tx1"/>
                </a:solidFill>
              </a:rPr>
              <a:t>een vergadering.</a:t>
            </a:r>
            <a:endParaRPr lang="en-US" sz="1500" dirty="0"/>
          </a:p>
        </p:txBody>
      </p:sp>
      <p:sp>
        <p:nvSpPr>
          <p:cNvPr id="43" name="Shape 35"/>
          <p:cNvSpPr/>
          <p:nvPr/>
        </p:nvSpPr>
        <p:spPr>
          <a:xfrm>
            <a:off x="548640" y="3379216"/>
            <a:ext cx="3337560" cy="613664"/>
          </a:xfrm>
          <a:prstGeom prst="roundRect">
            <a:avLst>
              <a:gd name="adj" fmla="val 11921"/>
            </a:avLst>
          </a:prstGeom>
          <a:solidFill>
            <a:schemeClr val="bg2"/>
          </a:solidFill>
          <a:ln w="12700">
            <a:solidFill>
              <a:srgbClr val="D5DCE6"/>
            </a:solidFill>
            <a:prstDash val="solid"/>
          </a:ln>
        </p:spPr>
      </p:sp>
      <p:sp>
        <p:nvSpPr>
          <p:cNvPr id="44" name="Shape 36"/>
          <p:cNvSpPr/>
          <p:nvPr/>
        </p:nvSpPr>
        <p:spPr>
          <a:xfrm>
            <a:off x="658368" y="3521456"/>
            <a:ext cx="329184" cy="329184"/>
          </a:xfrm>
          <a:prstGeom prst="ellipse">
            <a:avLst/>
          </a:prstGeom>
          <a:solidFill>
            <a:schemeClr val="tx2"/>
          </a:solidFill>
          <a:ln w="12700">
            <a:solidFill>
              <a:srgbClr val="FFFFFF">
                <a:alpha val="0"/>
              </a:srgbClr>
            </a:solidFill>
            <a:prstDash val="solid"/>
          </a:ln>
        </p:spPr>
      </p:sp>
      <p:sp>
        <p:nvSpPr>
          <p:cNvPr id="45" name="Text 37"/>
          <p:cNvSpPr txBox="1"/>
          <p:nvPr/>
        </p:nvSpPr>
        <p:spPr>
          <a:xfrm>
            <a:off x="658368" y="3521456"/>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46" name="Text 38"/>
          <p:cNvSpPr txBox="1"/>
          <p:nvPr/>
        </p:nvSpPr>
        <p:spPr>
          <a:xfrm>
            <a:off x="1078992" y="3379216"/>
            <a:ext cx="2743200" cy="613664"/>
          </a:xfrm>
          <a:prstGeom prst="rect">
            <a:avLst/>
          </a:prstGeom>
          <a:noFill/>
          <a:ln/>
        </p:spPr>
        <p:txBody>
          <a:bodyPr wrap="square" lIns="0" tIns="0" rIns="0" bIns="0" rtlCol="0" anchor="ctr"/>
          <a:lstStyle/>
          <a:p>
            <a:pPr algn="l" indent="0" marL="0">
              <a:buNone/>
            </a:pPr>
            <a:r>
              <a:rPr lang="en-US" sz="1700" dirty="0">
                <a:solidFill>
                  <a:schemeClr val="tx1"/>
                </a:solidFill>
              </a:rPr>
              <a:t>Hij speelt voetbal.</a:t>
            </a:r>
            <a:endParaRPr lang="en-US" sz="1700" dirty="0"/>
          </a:p>
        </p:txBody>
      </p:sp>
      <p:sp>
        <p:nvSpPr>
          <p:cNvPr id="47" name="Shape 39"/>
          <p:cNvSpPr/>
          <p:nvPr/>
        </p:nvSpPr>
        <p:spPr>
          <a:xfrm>
            <a:off x="4023360" y="3415792"/>
            <a:ext cx="1874520" cy="540512"/>
          </a:xfrm>
          <a:prstGeom prst="roundRect">
            <a:avLst>
              <a:gd name="adj" fmla="val 42293"/>
            </a:avLst>
          </a:prstGeom>
          <a:solidFill>
            <a:schemeClr val="accent1"/>
          </a:solidFill>
          <a:ln w="12700">
            <a:solidFill>
              <a:srgbClr val="FFFFFF">
                <a:alpha val="0"/>
              </a:srgbClr>
            </a:solidFill>
            <a:prstDash val="solid"/>
          </a:ln>
        </p:spPr>
      </p:sp>
      <p:pic>
        <p:nvPicPr>
          <p:cNvPr id="48" name="Image 5" descr="Redo">    </p:cNvPr>
          <p:cNvPicPr>
            <a:picLocks noChangeAspect="1"/>
          </p:cNvPicPr>
          <p:nvPr/>
        </p:nvPicPr>
        <p:blipFill>
          <a:blip r:embed="rId6"/>
          <a:stretch>
            <a:fillRect/>
          </a:stretch>
        </p:blipFill>
        <p:spPr>
          <a:xfrm>
            <a:off x="4133088" y="3558032"/>
            <a:ext cx="256032" cy="256032"/>
          </a:xfrm>
          <a:prstGeom prst="rect">
            <a:avLst/>
          </a:prstGeom>
        </p:spPr>
      </p:pic>
      <p:sp>
        <p:nvSpPr>
          <p:cNvPr id="49" name="Text 40"/>
          <p:cNvSpPr txBox="1"/>
          <p:nvPr/>
        </p:nvSpPr>
        <p:spPr>
          <a:xfrm>
            <a:off x="4443984" y="3415792"/>
            <a:ext cx="1417320" cy="540512"/>
          </a:xfrm>
          <a:prstGeom prst="rect">
            <a:avLst/>
          </a:prstGeom>
          <a:noFill/>
          <a:ln/>
        </p:spPr>
        <p:txBody>
          <a:bodyPr wrap="square" lIns="0" tIns="0" rIns="0" bIns="0" rtlCol="0" anchor="ctr"/>
          <a:lstStyle/>
          <a:p>
            <a:pPr algn="ctr" indent="0" marL="0">
              <a:buNone/>
            </a:pPr>
            <a:r>
              <a:rPr lang="en-US" sz="1500" b="1" dirty="0">
                <a:solidFill>
                  <a:schemeClr val="bg1"/>
                </a:solidFill>
              </a:rPr>
              <a:t>Op zaterdag</a:t>
            </a:r>
            <a:endParaRPr lang="en-US" sz="1500" dirty="0"/>
          </a:p>
        </p:txBody>
      </p:sp>
      <p:sp>
        <p:nvSpPr>
          <p:cNvPr id="50" name="Shape 41"/>
          <p:cNvSpPr/>
          <p:nvPr/>
        </p:nvSpPr>
        <p:spPr>
          <a:xfrm>
            <a:off x="5916168" y="3686048"/>
            <a:ext cx="137160" cy="914"/>
          </a:xfrm>
          <a:prstGeom prst="line">
            <a:avLst/>
          </a:prstGeom>
          <a:noFill/>
          <a:ln w="31750">
            <a:solidFill>
              <a:srgbClr val="D9700F"/>
            </a:solidFill>
            <a:prstDash val="solid"/>
            <a:tailEnd type="triangle"/>
          </a:ln>
        </p:spPr>
      </p:sp>
      <p:sp>
        <p:nvSpPr>
          <p:cNvPr id="51" name="Shape 42"/>
          <p:cNvSpPr/>
          <p:nvPr/>
        </p:nvSpPr>
        <p:spPr>
          <a:xfrm>
            <a:off x="6080760" y="3379216"/>
            <a:ext cx="5559552" cy="613664"/>
          </a:xfrm>
          <a:prstGeom prst="roundRect">
            <a:avLst>
              <a:gd name="adj" fmla="val 11921"/>
            </a:avLst>
          </a:prstGeom>
          <a:solidFill>
            <a:srgbClr val="FFFFFF"/>
          </a:solidFill>
          <a:ln w="19050">
            <a:solidFill>
              <a:srgbClr val="2E7D4F"/>
            </a:solidFill>
            <a:prstDash val="solid"/>
          </a:ln>
        </p:spPr>
      </p:sp>
      <p:pic>
        <p:nvPicPr>
          <p:cNvPr id="52" name="Image 6" descr="Random">    </p:cNvPr>
          <p:cNvPicPr>
            <a:picLocks noChangeAspect="1"/>
          </p:cNvPicPr>
          <p:nvPr/>
        </p:nvPicPr>
        <p:blipFill>
          <a:blip r:embed="rId7"/>
          <a:stretch>
            <a:fillRect/>
          </a:stretch>
        </p:blipFill>
        <p:spPr>
          <a:xfrm>
            <a:off x="6199632" y="3558032"/>
            <a:ext cx="256032" cy="256032"/>
          </a:xfrm>
          <a:prstGeom prst="rect">
            <a:avLst/>
          </a:prstGeom>
        </p:spPr>
      </p:pic>
      <p:sp>
        <p:nvSpPr>
          <p:cNvPr id="53" name="Shape 43"/>
          <p:cNvSpPr/>
          <p:nvPr/>
        </p:nvSpPr>
        <p:spPr>
          <a:xfrm>
            <a:off x="6583680" y="3443224"/>
            <a:ext cx="1572768" cy="485648"/>
          </a:xfrm>
          <a:prstGeom prst="roundRect">
            <a:avLst>
              <a:gd name="adj" fmla="val 15063"/>
            </a:avLst>
          </a:prstGeom>
          <a:solidFill>
            <a:schemeClr val="accent1">
              <a:alpha val="24000"/>
            </a:schemeClr>
          </a:solidFill>
          <a:ln w="15875">
            <a:solidFill>
              <a:srgbClr val="D9700F"/>
            </a:solidFill>
            <a:prstDash val="solid"/>
          </a:ln>
        </p:spPr>
      </p:sp>
      <p:sp>
        <p:nvSpPr>
          <p:cNvPr id="54" name="Text 44"/>
          <p:cNvSpPr txBox="1"/>
          <p:nvPr/>
        </p:nvSpPr>
        <p:spPr>
          <a:xfrm>
            <a:off x="6583680" y="3443224"/>
            <a:ext cx="1572768" cy="485648"/>
          </a:xfrm>
          <a:prstGeom prst="rect">
            <a:avLst/>
          </a:prstGeom>
          <a:noFill/>
          <a:ln/>
        </p:spPr>
        <p:txBody>
          <a:bodyPr wrap="square" lIns="0" tIns="0" rIns="0" bIns="0" rtlCol="0" anchor="ctr"/>
          <a:lstStyle/>
          <a:p>
            <a:pPr algn="ctr" indent="0" marL="0">
              <a:buNone/>
            </a:pPr>
            <a:r>
              <a:rPr lang="en-US" sz="1600" b="1" dirty="0">
                <a:solidFill>
                  <a:schemeClr val="tx1"/>
                </a:solidFill>
              </a:rPr>
              <a:t>Op zaterdag</a:t>
            </a:r>
            <a:endParaRPr lang="en-US" sz="1600" dirty="0"/>
          </a:p>
        </p:txBody>
      </p:sp>
      <p:sp>
        <p:nvSpPr>
          <p:cNvPr id="55" name="Shape 45"/>
          <p:cNvSpPr/>
          <p:nvPr/>
        </p:nvSpPr>
        <p:spPr>
          <a:xfrm>
            <a:off x="8229600" y="3443224"/>
            <a:ext cx="1097280" cy="485648"/>
          </a:xfrm>
          <a:prstGeom prst="ellipse">
            <a:avLst/>
          </a:prstGeom>
          <a:noFill/>
          <a:ln w="28575">
            <a:solidFill>
              <a:srgbClr val="B83227"/>
            </a:solidFill>
            <a:prstDash val="solid"/>
          </a:ln>
        </p:spPr>
      </p:sp>
      <p:sp>
        <p:nvSpPr>
          <p:cNvPr id="56" name="Text 46"/>
          <p:cNvSpPr txBox="1"/>
          <p:nvPr/>
        </p:nvSpPr>
        <p:spPr>
          <a:xfrm>
            <a:off x="8229600" y="3443224"/>
            <a:ext cx="1097280" cy="485648"/>
          </a:xfrm>
          <a:prstGeom prst="rect">
            <a:avLst/>
          </a:prstGeom>
          <a:noFill/>
          <a:ln/>
        </p:spPr>
        <p:txBody>
          <a:bodyPr wrap="square" lIns="0" tIns="0" rIns="0" bIns="0" rtlCol="0" anchor="ctr"/>
          <a:lstStyle/>
          <a:p>
            <a:pPr algn="ctr" indent="0" marL="0">
              <a:buNone/>
            </a:pPr>
            <a:r>
              <a:rPr lang="en-US" sz="1600" b="1" dirty="0">
                <a:solidFill>
                  <a:schemeClr val="accent6"/>
                </a:solidFill>
              </a:rPr>
              <a:t>speelt</a:t>
            </a:r>
            <a:endParaRPr lang="en-US" sz="1600" dirty="0"/>
          </a:p>
        </p:txBody>
      </p:sp>
      <p:sp>
        <p:nvSpPr>
          <p:cNvPr id="57" name="Shape 47"/>
          <p:cNvSpPr/>
          <p:nvPr/>
        </p:nvSpPr>
        <p:spPr>
          <a:xfrm>
            <a:off x="9400032" y="3443224"/>
            <a:ext cx="447040" cy="485648"/>
          </a:xfrm>
          <a:prstGeom prst="roundRect">
            <a:avLst>
              <a:gd name="adj" fmla="val 16364"/>
            </a:avLst>
          </a:prstGeom>
          <a:solidFill>
            <a:schemeClr val="accent2">
              <a:alpha val="14000"/>
            </a:schemeClr>
          </a:solidFill>
          <a:ln w="15875">
            <a:solidFill>
              <a:srgbClr val="2A6FB0"/>
            </a:solidFill>
            <a:prstDash val="solid"/>
          </a:ln>
        </p:spPr>
      </p:sp>
      <p:sp>
        <p:nvSpPr>
          <p:cNvPr id="58" name="Text 48"/>
          <p:cNvSpPr txBox="1"/>
          <p:nvPr/>
        </p:nvSpPr>
        <p:spPr>
          <a:xfrm>
            <a:off x="9400032" y="3443224"/>
            <a:ext cx="447040" cy="485648"/>
          </a:xfrm>
          <a:prstGeom prst="rect">
            <a:avLst/>
          </a:prstGeom>
          <a:noFill/>
          <a:ln/>
        </p:spPr>
        <p:txBody>
          <a:bodyPr wrap="square" lIns="0" tIns="0" rIns="0" bIns="0" rtlCol="0" anchor="ctr"/>
          <a:lstStyle/>
          <a:p>
            <a:pPr algn="ctr" indent="0" marL="0">
              <a:buNone/>
            </a:pPr>
            <a:r>
              <a:rPr lang="en-US" sz="1600" b="1" dirty="0">
                <a:solidFill>
                  <a:schemeClr val="accent2"/>
                </a:solidFill>
              </a:rPr>
              <a:t>hij</a:t>
            </a:r>
            <a:endParaRPr lang="en-US" sz="1600" dirty="0"/>
          </a:p>
        </p:txBody>
      </p:sp>
      <p:sp>
        <p:nvSpPr>
          <p:cNvPr id="59" name="Text 49"/>
          <p:cNvSpPr txBox="1"/>
          <p:nvPr/>
        </p:nvSpPr>
        <p:spPr>
          <a:xfrm>
            <a:off x="9920224" y="3443224"/>
            <a:ext cx="943884" cy="485648"/>
          </a:xfrm>
          <a:prstGeom prst="rect">
            <a:avLst/>
          </a:prstGeom>
          <a:noFill/>
          <a:ln/>
        </p:spPr>
        <p:txBody>
          <a:bodyPr wrap="square" lIns="0" tIns="0" rIns="0" bIns="0" rtlCol="0" anchor="ctr"/>
          <a:lstStyle/>
          <a:p>
            <a:pPr algn="ctr" indent="0" marL="0">
              <a:buNone/>
            </a:pPr>
            <a:r>
              <a:rPr lang="en-US" sz="1600" dirty="0">
                <a:solidFill>
                  <a:schemeClr val="tx1"/>
                </a:solidFill>
              </a:rPr>
              <a:t>voetbal.</a:t>
            </a:r>
            <a:endParaRPr lang="en-US" sz="1600" dirty="0"/>
          </a:p>
        </p:txBody>
      </p:sp>
      <p:sp>
        <p:nvSpPr>
          <p:cNvPr id="60" name="Shape 50"/>
          <p:cNvSpPr/>
          <p:nvPr/>
        </p:nvSpPr>
        <p:spPr>
          <a:xfrm>
            <a:off x="548640" y="4102608"/>
            <a:ext cx="3337560" cy="613664"/>
          </a:xfrm>
          <a:prstGeom prst="roundRect">
            <a:avLst>
              <a:gd name="adj" fmla="val 11921"/>
            </a:avLst>
          </a:prstGeom>
          <a:solidFill>
            <a:schemeClr val="bg2"/>
          </a:solidFill>
          <a:ln w="12700">
            <a:solidFill>
              <a:srgbClr val="D5DCE6"/>
            </a:solidFill>
            <a:prstDash val="solid"/>
          </a:ln>
        </p:spPr>
      </p:sp>
      <p:sp>
        <p:nvSpPr>
          <p:cNvPr id="61" name="Shape 51"/>
          <p:cNvSpPr/>
          <p:nvPr/>
        </p:nvSpPr>
        <p:spPr>
          <a:xfrm>
            <a:off x="658368" y="4244848"/>
            <a:ext cx="329184" cy="329184"/>
          </a:xfrm>
          <a:prstGeom prst="ellipse">
            <a:avLst/>
          </a:prstGeom>
          <a:solidFill>
            <a:schemeClr val="tx2"/>
          </a:solidFill>
          <a:ln w="12700">
            <a:solidFill>
              <a:srgbClr val="FFFFFF">
                <a:alpha val="0"/>
              </a:srgbClr>
            </a:solidFill>
            <a:prstDash val="solid"/>
          </a:ln>
        </p:spPr>
      </p:sp>
      <p:sp>
        <p:nvSpPr>
          <p:cNvPr id="62" name="Text 52"/>
          <p:cNvSpPr txBox="1"/>
          <p:nvPr/>
        </p:nvSpPr>
        <p:spPr>
          <a:xfrm>
            <a:off x="658368" y="424484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63" name="Text 53"/>
          <p:cNvSpPr txBox="1"/>
          <p:nvPr/>
        </p:nvSpPr>
        <p:spPr>
          <a:xfrm>
            <a:off x="1078992" y="4102608"/>
            <a:ext cx="2743200" cy="613664"/>
          </a:xfrm>
          <a:prstGeom prst="rect">
            <a:avLst/>
          </a:prstGeom>
          <a:noFill/>
          <a:ln/>
        </p:spPr>
        <p:txBody>
          <a:bodyPr wrap="square" lIns="0" tIns="0" rIns="0" bIns="0" rtlCol="0" anchor="ctr"/>
          <a:lstStyle/>
          <a:p>
            <a:pPr algn="l" indent="0" marL="0">
              <a:buNone/>
            </a:pPr>
            <a:r>
              <a:rPr lang="en-US" sz="1700" dirty="0">
                <a:solidFill>
                  <a:schemeClr val="tx1"/>
                </a:solidFill>
              </a:rPr>
              <a:t>Ik neem de trein.</a:t>
            </a:r>
            <a:endParaRPr lang="en-US" sz="1700" dirty="0"/>
          </a:p>
        </p:txBody>
      </p:sp>
      <p:sp>
        <p:nvSpPr>
          <p:cNvPr id="64" name="Shape 54"/>
          <p:cNvSpPr/>
          <p:nvPr/>
        </p:nvSpPr>
        <p:spPr>
          <a:xfrm>
            <a:off x="4023360" y="4139184"/>
            <a:ext cx="1874520" cy="540512"/>
          </a:xfrm>
          <a:prstGeom prst="roundRect">
            <a:avLst>
              <a:gd name="adj" fmla="val 42293"/>
            </a:avLst>
          </a:prstGeom>
          <a:solidFill>
            <a:schemeClr val="accent1"/>
          </a:solidFill>
          <a:ln w="12700">
            <a:solidFill>
              <a:srgbClr val="FFFFFF">
                <a:alpha val="0"/>
              </a:srgbClr>
            </a:solidFill>
            <a:prstDash val="solid"/>
          </a:ln>
        </p:spPr>
      </p:sp>
      <p:pic>
        <p:nvPicPr>
          <p:cNvPr id="65" name="Image 7" descr="Redo">    </p:cNvPr>
          <p:cNvPicPr>
            <a:picLocks noChangeAspect="1"/>
          </p:cNvPicPr>
          <p:nvPr/>
        </p:nvPicPr>
        <p:blipFill>
          <a:blip r:embed="rId8"/>
          <a:stretch>
            <a:fillRect/>
          </a:stretch>
        </p:blipFill>
        <p:spPr>
          <a:xfrm>
            <a:off x="4133088" y="4281424"/>
            <a:ext cx="256032" cy="256032"/>
          </a:xfrm>
          <a:prstGeom prst="rect">
            <a:avLst/>
          </a:prstGeom>
        </p:spPr>
      </p:pic>
      <p:sp>
        <p:nvSpPr>
          <p:cNvPr id="66" name="Text 55"/>
          <p:cNvSpPr txBox="1"/>
          <p:nvPr/>
        </p:nvSpPr>
        <p:spPr>
          <a:xfrm>
            <a:off x="4443984" y="4139184"/>
            <a:ext cx="1417320" cy="540512"/>
          </a:xfrm>
          <a:prstGeom prst="rect">
            <a:avLst/>
          </a:prstGeom>
          <a:noFill/>
          <a:ln/>
        </p:spPr>
        <p:txBody>
          <a:bodyPr wrap="square" lIns="0" tIns="0" rIns="0" bIns="0" rtlCol="0" anchor="ctr"/>
          <a:lstStyle/>
          <a:p>
            <a:pPr algn="ctr" indent="0" marL="0">
              <a:buNone/>
            </a:pPr>
            <a:r>
              <a:rPr lang="en-US" sz="1600" b="1" dirty="0">
                <a:solidFill>
                  <a:schemeClr val="bg1"/>
                </a:solidFill>
              </a:rPr>
              <a:t>Elke dag</a:t>
            </a:r>
            <a:endParaRPr lang="en-US" sz="1600" dirty="0"/>
          </a:p>
        </p:txBody>
      </p:sp>
      <p:sp>
        <p:nvSpPr>
          <p:cNvPr id="67" name="Shape 56"/>
          <p:cNvSpPr/>
          <p:nvPr/>
        </p:nvSpPr>
        <p:spPr>
          <a:xfrm>
            <a:off x="5916168" y="4409440"/>
            <a:ext cx="137160" cy="914"/>
          </a:xfrm>
          <a:prstGeom prst="line">
            <a:avLst/>
          </a:prstGeom>
          <a:noFill/>
          <a:ln w="31750">
            <a:solidFill>
              <a:srgbClr val="D9700F"/>
            </a:solidFill>
            <a:prstDash val="solid"/>
            <a:tailEnd type="triangle"/>
          </a:ln>
        </p:spPr>
      </p:sp>
      <p:sp>
        <p:nvSpPr>
          <p:cNvPr id="68" name="Shape 57"/>
          <p:cNvSpPr/>
          <p:nvPr/>
        </p:nvSpPr>
        <p:spPr>
          <a:xfrm>
            <a:off x="6080760" y="4102608"/>
            <a:ext cx="5559552" cy="613664"/>
          </a:xfrm>
          <a:prstGeom prst="roundRect">
            <a:avLst>
              <a:gd name="adj" fmla="val 11921"/>
            </a:avLst>
          </a:prstGeom>
          <a:solidFill>
            <a:srgbClr val="FFFFFF"/>
          </a:solidFill>
          <a:ln w="19050">
            <a:solidFill>
              <a:srgbClr val="2E7D4F"/>
            </a:solidFill>
            <a:prstDash val="solid"/>
          </a:ln>
        </p:spPr>
      </p:sp>
      <p:pic>
        <p:nvPicPr>
          <p:cNvPr id="69" name="Image 8" descr="Random">    </p:cNvPr>
          <p:cNvPicPr>
            <a:picLocks noChangeAspect="1"/>
          </p:cNvPicPr>
          <p:nvPr/>
        </p:nvPicPr>
        <p:blipFill>
          <a:blip r:embed="rId9"/>
          <a:stretch>
            <a:fillRect/>
          </a:stretch>
        </p:blipFill>
        <p:spPr>
          <a:xfrm>
            <a:off x="6199632" y="4281424"/>
            <a:ext cx="256032" cy="256032"/>
          </a:xfrm>
          <a:prstGeom prst="rect">
            <a:avLst/>
          </a:prstGeom>
        </p:spPr>
      </p:pic>
      <p:sp>
        <p:nvSpPr>
          <p:cNvPr id="70" name="Shape 58"/>
          <p:cNvSpPr/>
          <p:nvPr/>
        </p:nvSpPr>
        <p:spPr>
          <a:xfrm>
            <a:off x="6583680" y="4166616"/>
            <a:ext cx="1146048" cy="485648"/>
          </a:xfrm>
          <a:prstGeom prst="roundRect">
            <a:avLst>
              <a:gd name="adj" fmla="val 15063"/>
            </a:avLst>
          </a:prstGeom>
          <a:solidFill>
            <a:schemeClr val="accent1">
              <a:alpha val="24000"/>
            </a:schemeClr>
          </a:solidFill>
          <a:ln w="15875">
            <a:solidFill>
              <a:srgbClr val="D9700F"/>
            </a:solidFill>
            <a:prstDash val="solid"/>
          </a:ln>
        </p:spPr>
      </p:sp>
      <p:sp>
        <p:nvSpPr>
          <p:cNvPr id="71" name="Text 59"/>
          <p:cNvSpPr txBox="1"/>
          <p:nvPr/>
        </p:nvSpPr>
        <p:spPr>
          <a:xfrm>
            <a:off x="6583680" y="4166616"/>
            <a:ext cx="1146048" cy="485648"/>
          </a:xfrm>
          <a:prstGeom prst="rect">
            <a:avLst/>
          </a:prstGeom>
          <a:noFill/>
          <a:ln/>
        </p:spPr>
        <p:txBody>
          <a:bodyPr wrap="square" lIns="0" tIns="0" rIns="0" bIns="0" rtlCol="0" anchor="ctr"/>
          <a:lstStyle/>
          <a:p>
            <a:pPr algn="ctr" indent="0" marL="0">
              <a:buNone/>
            </a:pPr>
            <a:r>
              <a:rPr lang="en-US" sz="1600" b="1" dirty="0">
                <a:solidFill>
                  <a:schemeClr val="tx1"/>
                </a:solidFill>
              </a:rPr>
              <a:t>Elke dag</a:t>
            </a:r>
            <a:endParaRPr lang="en-US" sz="1600" dirty="0"/>
          </a:p>
        </p:txBody>
      </p:sp>
      <p:sp>
        <p:nvSpPr>
          <p:cNvPr id="72" name="Shape 60"/>
          <p:cNvSpPr/>
          <p:nvPr/>
        </p:nvSpPr>
        <p:spPr>
          <a:xfrm>
            <a:off x="7802880" y="4166616"/>
            <a:ext cx="1011692" cy="485648"/>
          </a:xfrm>
          <a:prstGeom prst="ellipse">
            <a:avLst/>
          </a:prstGeom>
          <a:noFill/>
          <a:ln w="28575">
            <a:solidFill>
              <a:srgbClr val="B83227"/>
            </a:solidFill>
            <a:prstDash val="solid"/>
          </a:ln>
        </p:spPr>
      </p:sp>
      <p:sp>
        <p:nvSpPr>
          <p:cNvPr id="73" name="Text 61"/>
          <p:cNvSpPr txBox="1"/>
          <p:nvPr/>
        </p:nvSpPr>
        <p:spPr>
          <a:xfrm>
            <a:off x="7802880" y="4166616"/>
            <a:ext cx="1011692" cy="485648"/>
          </a:xfrm>
          <a:prstGeom prst="rect">
            <a:avLst/>
          </a:prstGeom>
          <a:noFill/>
          <a:ln/>
        </p:spPr>
        <p:txBody>
          <a:bodyPr wrap="square" lIns="0" tIns="0" rIns="0" bIns="0" rtlCol="0" anchor="ctr"/>
          <a:lstStyle/>
          <a:p>
            <a:pPr algn="ctr" indent="0" marL="0">
              <a:buNone/>
            </a:pPr>
            <a:r>
              <a:rPr lang="en-US" sz="1600" b="1" dirty="0">
                <a:solidFill>
                  <a:schemeClr val="accent6"/>
                </a:solidFill>
              </a:rPr>
              <a:t>neem</a:t>
            </a:r>
            <a:endParaRPr lang="en-US" sz="1600" dirty="0"/>
          </a:p>
        </p:txBody>
      </p:sp>
      <p:sp>
        <p:nvSpPr>
          <p:cNvPr id="74" name="Shape 62"/>
          <p:cNvSpPr/>
          <p:nvPr/>
        </p:nvSpPr>
        <p:spPr>
          <a:xfrm>
            <a:off x="8887724" y="4166616"/>
            <a:ext cx="369824" cy="485648"/>
          </a:xfrm>
          <a:prstGeom prst="roundRect">
            <a:avLst>
              <a:gd name="adj" fmla="val 19780"/>
            </a:avLst>
          </a:prstGeom>
          <a:solidFill>
            <a:schemeClr val="accent2">
              <a:alpha val="14000"/>
            </a:schemeClr>
          </a:solidFill>
          <a:ln w="15875">
            <a:solidFill>
              <a:srgbClr val="2A6FB0"/>
            </a:solidFill>
            <a:prstDash val="solid"/>
          </a:ln>
        </p:spPr>
      </p:sp>
      <p:sp>
        <p:nvSpPr>
          <p:cNvPr id="75" name="Text 63"/>
          <p:cNvSpPr txBox="1"/>
          <p:nvPr/>
        </p:nvSpPr>
        <p:spPr>
          <a:xfrm>
            <a:off x="8887724" y="4166616"/>
            <a:ext cx="369824" cy="485648"/>
          </a:xfrm>
          <a:prstGeom prst="rect">
            <a:avLst/>
          </a:prstGeom>
          <a:noFill/>
          <a:ln/>
        </p:spPr>
        <p:txBody>
          <a:bodyPr wrap="square" lIns="0" tIns="0" rIns="0" bIns="0" rtlCol="0" anchor="ctr"/>
          <a:lstStyle/>
          <a:p>
            <a:pPr algn="ctr" indent="0" marL="0">
              <a:buNone/>
            </a:pPr>
            <a:r>
              <a:rPr lang="en-US" sz="1600" b="1" dirty="0">
                <a:solidFill>
                  <a:schemeClr val="accent2"/>
                </a:solidFill>
              </a:rPr>
              <a:t>ik</a:t>
            </a:r>
            <a:endParaRPr lang="en-US" sz="1600" dirty="0"/>
          </a:p>
        </p:txBody>
      </p:sp>
      <p:sp>
        <p:nvSpPr>
          <p:cNvPr id="76" name="Text 64"/>
          <p:cNvSpPr txBox="1"/>
          <p:nvPr/>
        </p:nvSpPr>
        <p:spPr>
          <a:xfrm>
            <a:off x="9330700" y="4166616"/>
            <a:ext cx="984565" cy="485648"/>
          </a:xfrm>
          <a:prstGeom prst="rect">
            <a:avLst/>
          </a:prstGeom>
          <a:noFill/>
          <a:ln/>
        </p:spPr>
        <p:txBody>
          <a:bodyPr wrap="square" lIns="0" tIns="0" rIns="0" bIns="0" rtlCol="0" anchor="ctr"/>
          <a:lstStyle/>
          <a:p>
            <a:pPr algn="ctr" indent="0" marL="0">
              <a:buNone/>
            </a:pPr>
            <a:r>
              <a:rPr lang="en-US" sz="1600" dirty="0">
                <a:solidFill>
                  <a:schemeClr val="tx1"/>
                </a:solidFill>
              </a:rPr>
              <a:t>de trein.</a:t>
            </a:r>
            <a:endParaRPr lang="en-US" sz="1600" dirty="0"/>
          </a:p>
        </p:txBody>
      </p:sp>
      <p:sp>
        <p:nvSpPr>
          <p:cNvPr id="77" name="Shape 65"/>
          <p:cNvSpPr/>
          <p:nvPr/>
        </p:nvSpPr>
        <p:spPr>
          <a:xfrm>
            <a:off x="548640" y="4826000"/>
            <a:ext cx="3337560" cy="613664"/>
          </a:xfrm>
          <a:prstGeom prst="roundRect">
            <a:avLst>
              <a:gd name="adj" fmla="val 11921"/>
            </a:avLst>
          </a:prstGeom>
          <a:solidFill>
            <a:schemeClr val="bg2"/>
          </a:solidFill>
          <a:ln w="12700">
            <a:solidFill>
              <a:srgbClr val="D5DCE6"/>
            </a:solidFill>
            <a:prstDash val="solid"/>
          </a:ln>
        </p:spPr>
      </p:sp>
      <p:sp>
        <p:nvSpPr>
          <p:cNvPr id="78" name="Shape 66"/>
          <p:cNvSpPr/>
          <p:nvPr/>
        </p:nvSpPr>
        <p:spPr>
          <a:xfrm>
            <a:off x="658368" y="4968240"/>
            <a:ext cx="329184" cy="329184"/>
          </a:xfrm>
          <a:prstGeom prst="ellipse">
            <a:avLst/>
          </a:prstGeom>
          <a:solidFill>
            <a:schemeClr val="tx2"/>
          </a:solidFill>
          <a:ln w="12700">
            <a:solidFill>
              <a:srgbClr val="FFFFFF">
                <a:alpha val="0"/>
              </a:srgbClr>
            </a:solidFill>
            <a:prstDash val="solid"/>
          </a:ln>
        </p:spPr>
      </p:sp>
      <p:sp>
        <p:nvSpPr>
          <p:cNvPr id="79" name="Text 67"/>
          <p:cNvSpPr txBox="1"/>
          <p:nvPr/>
        </p:nvSpPr>
        <p:spPr>
          <a:xfrm>
            <a:off x="658368" y="496824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80" name="Text 68"/>
          <p:cNvSpPr txBox="1"/>
          <p:nvPr/>
        </p:nvSpPr>
        <p:spPr>
          <a:xfrm>
            <a:off x="1078992" y="4826000"/>
            <a:ext cx="2743200" cy="613664"/>
          </a:xfrm>
          <a:prstGeom prst="rect">
            <a:avLst/>
          </a:prstGeom>
          <a:noFill/>
          <a:ln/>
        </p:spPr>
        <p:txBody>
          <a:bodyPr wrap="square" lIns="0" tIns="0" rIns="0" bIns="0" rtlCol="0" anchor="ctr"/>
          <a:lstStyle/>
          <a:p>
            <a:pPr algn="l" indent="0" marL="0">
              <a:buNone/>
            </a:pPr>
            <a:r>
              <a:rPr lang="en-US" sz="1700" dirty="0">
                <a:solidFill>
                  <a:schemeClr val="tx1"/>
                </a:solidFill>
              </a:rPr>
              <a:t>Ze leert Nederlands.</a:t>
            </a:r>
            <a:endParaRPr lang="en-US" sz="1700" dirty="0"/>
          </a:p>
        </p:txBody>
      </p:sp>
      <p:sp>
        <p:nvSpPr>
          <p:cNvPr id="81" name="Shape 69"/>
          <p:cNvSpPr/>
          <p:nvPr/>
        </p:nvSpPr>
        <p:spPr>
          <a:xfrm>
            <a:off x="4023360" y="4862576"/>
            <a:ext cx="1874520" cy="540512"/>
          </a:xfrm>
          <a:prstGeom prst="roundRect">
            <a:avLst>
              <a:gd name="adj" fmla="val 42293"/>
            </a:avLst>
          </a:prstGeom>
          <a:solidFill>
            <a:schemeClr val="accent1"/>
          </a:solidFill>
          <a:ln w="12700">
            <a:solidFill>
              <a:srgbClr val="FFFFFF">
                <a:alpha val="0"/>
              </a:srgbClr>
            </a:solidFill>
            <a:prstDash val="solid"/>
          </a:ln>
        </p:spPr>
      </p:sp>
      <p:pic>
        <p:nvPicPr>
          <p:cNvPr id="82" name="Image 9" descr="Redo">    </p:cNvPr>
          <p:cNvPicPr>
            <a:picLocks noChangeAspect="1"/>
          </p:cNvPicPr>
          <p:nvPr/>
        </p:nvPicPr>
        <p:blipFill>
          <a:blip r:embed="rId10"/>
          <a:stretch>
            <a:fillRect/>
          </a:stretch>
        </p:blipFill>
        <p:spPr>
          <a:xfrm>
            <a:off x="4133088" y="5004816"/>
            <a:ext cx="256032" cy="256032"/>
          </a:xfrm>
          <a:prstGeom prst="rect">
            <a:avLst/>
          </a:prstGeom>
        </p:spPr>
      </p:pic>
      <p:sp>
        <p:nvSpPr>
          <p:cNvPr id="83" name="Text 70"/>
          <p:cNvSpPr txBox="1"/>
          <p:nvPr/>
        </p:nvSpPr>
        <p:spPr>
          <a:xfrm>
            <a:off x="4443984" y="4862576"/>
            <a:ext cx="1417320" cy="540512"/>
          </a:xfrm>
          <a:prstGeom prst="rect">
            <a:avLst/>
          </a:prstGeom>
          <a:noFill/>
          <a:ln/>
        </p:spPr>
        <p:txBody>
          <a:bodyPr wrap="square" lIns="0" tIns="0" rIns="0" bIns="0" rtlCol="0" anchor="ctr"/>
          <a:lstStyle/>
          <a:p>
            <a:pPr algn="ctr" indent="0" marL="0">
              <a:buNone/>
            </a:pPr>
            <a:r>
              <a:rPr lang="en-US" sz="1600" b="1" dirty="0">
                <a:solidFill>
                  <a:schemeClr val="bg1"/>
                </a:solidFill>
              </a:rPr>
              <a:t>In Namen</a:t>
            </a:r>
            <a:endParaRPr lang="en-US" sz="1600" dirty="0"/>
          </a:p>
        </p:txBody>
      </p:sp>
      <p:sp>
        <p:nvSpPr>
          <p:cNvPr id="84" name="Shape 71"/>
          <p:cNvSpPr/>
          <p:nvPr/>
        </p:nvSpPr>
        <p:spPr>
          <a:xfrm>
            <a:off x="5916168" y="5132832"/>
            <a:ext cx="137160" cy="914"/>
          </a:xfrm>
          <a:prstGeom prst="line">
            <a:avLst/>
          </a:prstGeom>
          <a:noFill/>
          <a:ln w="31750">
            <a:solidFill>
              <a:srgbClr val="D9700F"/>
            </a:solidFill>
            <a:prstDash val="solid"/>
            <a:tailEnd type="triangle"/>
          </a:ln>
        </p:spPr>
      </p:sp>
      <p:sp>
        <p:nvSpPr>
          <p:cNvPr id="85" name="Shape 72"/>
          <p:cNvSpPr/>
          <p:nvPr/>
        </p:nvSpPr>
        <p:spPr>
          <a:xfrm>
            <a:off x="6080760" y="4826000"/>
            <a:ext cx="5559552" cy="613664"/>
          </a:xfrm>
          <a:prstGeom prst="roundRect">
            <a:avLst>
              <a:gd name="adj" fmla="val 11921"/>
            </a:avLst>
          </a:prstGeom>
          <a:solidFill>
            <a:srgbClr val="FFFFFF"/>
          </a:solidFill>
          <a:ln w="19050">
            <a:solidFill>
              <a:srgbClr val="2E7D4F"/>
            </a:solidFill>
            <a:prstDash val="solid"/>
          </a:ln>
        </p:spPr>
      </p:sp>
      <p:pic>
        <p:nvPicPr>
          <p:cNvPr id="86" name="Image 10" descr="Random">    </p:cNvPr>
          <p:cNvPicPr>
            <a:picLocks noChangeAspect="1"/>
          </p:cNvPicPr>
          <p:nvPr/>
        </p:nvPicPr>
        <p:blipFill>
          <a:blip r:embed="rId11"/>
          <a:stretch>
            <a:fillRect/>
          </a:stretch>
        </p:blipFill>
        <p:spPr>
          <a:xfrm>
            <a:off x="6199632" y="5004816"/>
            <a:ext cx="256032" cy="256032"/>
          </a:xfrm>
          <a:prstGeom prst="rect">
            <a:avLst/>
          </a:prstGeom>
        </p:spPr>
      </p:pic>
      <p:sp>
        <p:nvSpPr>
          <p:cNvPr id="87" name="Shape 73"/>
          <p:cNvSpPr/>
          <p:nvPr/>
        </p:nvSpPr>
        <p:spPr>
          <a:xfrm>
            <a:off x="6583680" y="4890008"/>
            <a:ext cx="1255776" cy="485648"/>
          </a:xfrm>
          <a:prstGeom prst="roundRect">
            <a:avLst>
              <a:gd name="adj" fmla="val 15063"/>
            </a:avLst>
          </a:prstGeom>
          <a:solidFill>
            <a:schemeClr val="accent1">
              <a:alpha val="24000"/>
            </a:schemeClr>
          </a:solidFill>
          <a:ln w="15875">
            <a:solidFill>
              <a:srgbClr val="D9700F"/>
            </a:solidFill>
            <a:prstDash val="solid"/>
          </a:ln>
        </p:spPr>
      </p:sp>
      <p:sp>
        <p:nvSpPr>
          <p:cNvPr id="88" name="Text 74"/>
          <p:cNvSpPr txBox="1"/>
          <p:nvPr/>
        </p:nvSpPr>
        <p:spPr>
          <a:xfrm>
            <a:off x="6583680" y="4890008"/>
            <a:ext cx="1255776" cy="485648"/>
          </a:xfrm>
          <a:prstGeom prst="rect">
            <a:avLst/>
          </a:prstGeom>
          <a:noFill/>
          <a:ln/>
        </p:spPr>
        <p:txBody>
          <a:bodyPr wrap="square" lIns="0" tIns="0" rIns="0" bIns="0" rtlCol="0" anchor="ctr"/>
          <a:lstStyle/>
          <a:p>
            <a:pPr algn="ctr" indent="0" marL="0">
              <a:buNone/>
            </a:pPr>
            <a:r>
              <a:rPr lang="en-US" sz="1600" b="1" dirty="0">
                <a:solidFill>
                  <a:schemeClr val="tx1"/>
                </a:solidFill>
              </a:rPr>
              <a:t>In Namen</a:t>
            </a:r>
            <a:endParaRPr lang="en-US" sz="1600" dirty="0"/>
          </a:p>
        </p:txBody>
      </p:sp>
      <p:sp>
        <p:nvSpPr>
          <p:cNvPr id="89" name="Shape 75"/>
          <p:cNvSpPr/>
          <p:nvPr/>
        </p:nvSpPr>
        <p:spPr>
          <a:xfrm>
            <a:off x="7912608" y="4890008"/>
            <a:ext cx="915132" cy="485648"/>
          </a:xfrm>
          <a:prstGeom prst="ellipse">
            <a:avLst/>
          </a:prstGeom>
          <a:noFill/>
          <a:ln w="28575">
            <a:solidFill>
              <a:srgbClr val="B83227"/>
            </a:solidFill>
            <a:prstDash val="solid"/>
          </a:ln>
        </p:spPr>
      </p:sp>
      <p:sp>
        <p:nvSpPr>
          <p:cNvPr id="90" name="Text 76"/>
          <p:cNvSpPr txBox="1"/>
          <p:nvPr/>
        </p:nvSpPr>
        <p:spPr>
          <a:xfrm>
            <a:off x="7912608" y="4890008"/>
            <a:ext cx="915132" cy="485648"/>
          </a:xfrm>
          <a:prstGeom prst="rect">
            <a:avLst/>
          </a:prstGeom>
          <a:noFill/>
          <a:ln/>
        </p:spPr>
        <p:txBody>
          <a:bodyPr wrap="square" lIns="0" tIns="0" rIns="0" bIns="0" rtlCol="0" anchor="ctr"/>
          <a:lstStyle/>
          <a:p>
            <a:pPr algn="ctr" indent="0" marL="0">
              <a:buNone/>
            </a:pPr>
            <a:r>
              <a:rPr lang="en-US" sz="1600" b="1" dirty="0">
                <a:solidFill>
                  <a:schemeClr val="accent6"/>
                </a:solidFill>
              </a:rPr>
              <a:t>leert</a:t>
            </a:r>
            <a:endParaRPr lang="en-US" sz="1600" dirty="0"/>
          </a:p>
        </p:txBody>
      </p:sp>
      <p:sp>
        <p:nvSpPr>
          <p:cNvPr id="91" name="Shape 77"/>
          <p:cNvSpPr/>
          <p:nvPr/>
        </p:nvSpPr>
        <p:spPr>
          <a:xfrm>
            <a:off x="8900892" y="4890008"/>
            <a:ext cx="420624" cy="485648"/>
          </a:xfrm>
          <a:prstGeom prst="roundRect">
            <a:avLst>
              <a:gd name="adj" fmla="val 17391"/>
            </a:avLst>
          </a:prstGeom>
          <a:solidFill>
            <a:schemeClr val="accent2">
              <a:alpha val="14000"/>
            </a:schemeClr>
          </a:solidFill>
          <a:ln w="15875">
            <a:solidFill>
              <a:srgbClr val="2A6FB0"/>
            </a:solidFill>
            <a:prstDash val="solid"/>
          </a:ln>
        </p:spPr>
      </p:sp>
      <p:sp>
        <p:nvSpPr>
          <p:cNvPr id="92" name="Text 78"/>
          <p:cNvSpPr txBox="1"/>
          <p:nvPr/>
        </p:nvSpPr>
        <p:spPr>
          <a:xfrm>
            <a:off x="8900892" y="4890008"/>
            <a:ext cx="420624" cy="485648"/>
          </a:xfrm>
          <a:prstGeom prst="rect">
            <a:avLst/>
          </a:prstGeom>
          <a:noFill/>
          <a:ln/>
        </p:spPr>
        <p:txBody>
          <a:bodyPr wrap="square" lIns="0" tIns="0" rIns="0" bIns="0" rtlCol="0" anchor="ctr"/>
          <a:lstStyle/>
          <a:p>
            <a:pPr algn="ctr" indent="0" marL="0">
              <a:buNone/>
            </a:pPr>
            <a:r>
              <a:rPr lang="en-US" sz="1600" b="1" dirty="0">
                <a:solidFill>
                  <a:schemeClr val="accent2"/>
                </a:solidFill>
              </a:rPr>
              <a:t>ze</a:t>
            </a:r>
            <a:endParaRPr lang="en-US" sz="1600" dirty="0"/>
          </a:p>
        </p:txBody>
      </p:sp>
      <p:sp>
        <p:nvSpPr>
          <p:cNvPr id="93" name="Text 79"/>
          <p:cNvSpPr txBox="1"/>
          <p:nvPr/>
        </p:nvSpPr>
        <p:spPr>
          <a:xfrm>
            <a:off x="9394668" y="4890008"/>
            <a:ext cx="1354389" cy="485648"/>
          </a:xfrm>
          <a:prstGeom prst="rect">
            <a:avLst/>
          </a:prstGeom>
          <a:noFill/>
          <a:ln/>
        </p:spPr>
        <p:txBody>
          <a:bodyPr wrap="square" lIns="0" tIns="0" rIns="0" bIns="0" rtlCol="0" anchor="ctr"/>
          <a:lstStyle/>
          <a:p>
            <a:pPr algn="ctr" indent="0" marL="0">
              <a:buNone/>
            </a:pPr>
            <a:r>
              <a:rPr lang="en-US" sz="1600" dirty="0">
                <a:solidFill>
                  <a:schemeClr val="tx1"/>
                </a:solidFill>
              </a:rPr>
              <a:t>Nederlands.</a:t>
            </a:r>
            <a:endParaRPr lang="en-US" sz="1600" dirty="0"/>
          </a:p>
        </p:txBody>
      </p:sp>
      <p:sp>
        <p:nvSpPr>
          <p:cNvPr id="94" name="Shape 80"/>
          <p:cNvSpPr/>
          <p:nvPr/>
        </p:nvSpPr>
        <p:spPr>
          <a:xfrm>
            <a:off x="548640" y="5549392"/>
            <a:ext cx="3337560" cy="613664"/>
          </a:xfrm>
          <a:prstGeom prst="roundRect">
            <a:avLst>
              <a:gd name="adj" fmla="val 11921"/>
            </a:avLst>
          </a:prstGeom>
          <a:solidFill>
            <a:schemeClr val="bg2"/>
          </a:solidFill>
          <a:ln w="12700">
            <a:solidFill>
              <a:srgbClr val="D5DCE6"/>
            </a:solidFill>
            <a:prstDash val="solid"/>
          </a:ln>
        </p:spPr>
      </p:sp>
      <p:sp>
        <p:nvSpPr>
          <p:cNvPr id="95" name="Shape 81"/>
          <p:cNvSpPr/>
          <p:nvPr/>
        </p:nvSpPr>
        <p:spPr>
          <a:xfrm>
            <a:off x="658368" y="5691632"/>
            <a:ext cx="329184" cy="329184"/>
          </a:xfrm>
          <a:prstGeom prst="ellipse">
            <a:avLst/>
          </a:prstGeom>
          <a:solidFill>
            <a:schemeClr val="tx2"/>
          </a:solidFill>
          <a:ln w="12700">
            <a:solidFill>
              <a:srgbClr val="FFFFFF">
                <a:alpha val="0"/>
              </a:srgbClr>
            </a:solidFill>
            <a:prstDash val="solid"/>
          </a:ln>
        </p:spPr>
      </p:sp>
      <p:sp>
        <p:nvSpPr>
          <p:cNvPr id="96" name="Text 82"/>
          <p:cNvSpPr txBox="1"/>
          <p:nvPr/>
        </p:nvSpPr>
        <p:spPr>
          <a:xfrm>
            <a:off x="658368" y="569163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97" name="Text 83"/>
          <p:cNvSpPr txBox="1"/>
          <p:nvPr/>
        </p:nvSpPr>
        <p:spPr>
          <a:xfrm>
            <a:off x="1078992" y="5549392"/>
            <a:ext cx="2743200" cy="613664"/>
          </a:xfrm>
          <a:prstGeom prst="rect">
            <a:avLst/>
          </a:prstGeom>
          <a:noFill/>
          <a:ln/>
        </p:spPr>
        <p:txBody>
          <a:bodyPr wrap="square" lIns="0" tIns="0" rIns="0" bIns="0" rtlCol="0" anchor="ctr"/>
          <a:lstStyle/>
          <a:p>
            <a:pPr algn="l" indent="0" marL="0">
              <a:buNone/>
            </a:pPr>
            <a:r>
              <a:rPr lang="en-US" sz="1700" dirty="0">
                <a:solidFill>
                  <a:schemeClr val="tx1"/>
                </a:solidFill>
              </a:rPr>
              <a:t>Jullie bellen de klant op.</a:t>
            </a:r>
            <a:endParaRPr lang="en-US" sz="1700" dirty="0"/>
          </a:p>
        </p:txBody>
      </p:sp>
      <p:sp>
        <p:nvSpPr>
          <p:cNvPr id="98" name="Shape 84"/>
          <p:cNvSpPr/>
          <p:nvPr/>
        </p:nvSpPr>
        <p:spPr>
          <a:xfrm>
            <a:off x="4023360" y="5585968"/>
            <a:ext cx="1874520" cy="540512"/>
          </a:xfrm>
          <a:prstGeom prst="roundRect">
            <a:avLst>
              <a:gd name="adj" fmla="val 42293"/>
            </a:avLst>
          </a:prstGeom>
          <a:solidFill>
            <a:schemeClr val="accent1"/>
          </a:solidFill>
          <a:ln w="12700">
            <a:solidFill>
              <a:srgbClr val="FFFFFF">
                <a:alpha val="0"/>
              </a:srgbClr>
            </a:solidFill>
            <a:prstDash val="solid"/>
          </a:ln>
        </p:spPr>
      </p:sp>
      <p:pic>
        <p:nvPicPr>
          <p:cNvPr id="99" name="Image 11" descr="Redo">    </p:cNvPr>
          <p:cNvPicPr>
            <a:picLocks noChangeAspect="1"/>
          </p:cNvPicPr>
          <p:nvPr/>
        </p:nvPicPr>
        <p:blipFill>
          <a:blip r:embed="rId12"/>
          <a:stretch>
            <a:fillRect/>
          </a:stretch>
        </p:blipFill>
        <p:spPr>
          <a:xfrm>
            <a:off x="4133088" y="5728208"/>
            <a:ext cx="256032" cy="256032"/>
          </a:xfrm>
          <a:prstGeom prst="rect">
            <a:avLst/>
          </a:prstGeom>
        </p:spPr>
      </p:pic>
      <p:sp>
        <p:nvSpPr>
          <p:cNvPr id="100" name="Text 85"/>
          <p:cNvSpPr txBox="1"/>
          <p:nvPr/>
        </p:nvSpPr>
        <p:spPr>
          <a:xfrm>
            <a:off x="4443984" y="5585968"/>
            <a:ext cx="1417320" cy="540512"/>
          </a:xfrm>
          <a:prstGeom prst="rect">
            <a:avLst/>
          </a:prstGeom>
          <a:noFill/>
          <a:ln/>
        </p:spPr>
        <p:txBody>
          <a:bodyPr wrap="square" lIns="0" tIns="0" rIns="0" bIns="0" rtlCol="0" anchor="ctr"/>
          <a:lstStyle/>
          <a:p>
            <a:pPr algn="ctr" indent="0" marL="0">
              <a:buNone/>
            </a:pPr>
            <a:r>
              <a:rPr lang="en-US" sz="1600" b="1" dirty="0">
                <a:solidFill>
                  <a:schemeClr val="bg1"/>
                </a:solidFill>
              </a:rPr>
              <a:t>Morgen</a:t>
            </a:r>
            <a:endParaRPr lang="en-US" sz="1600" dirty="0"/>
          </a:p>
        </p:txBody>
      </p:sp>
      <p:sp>
        <p:nvSpPr>
          <p:cNvPr id="101" name="Shape 86"/>
          <p:cNvSpPr/>
          <p:nvPr/>
        </p:nvSpPr>
        <p:spPr>
          <a:xfrm>
            <a:off x="5916168" y="5856224"/>
            <a:ext cx="137160" cy="914"/>
          </a:xfrm>
          <a:prstGeom prst="line">
            <a:avLst/>
          </a:prstGeom>
          <a:noFill/>
          <a:ln w="31750">
            <a:solidFill>
              <a:srgbClr val="D9700F"/>
            </a:solidFill>
            <a:prstDash val="solid"/>
            <a:tailEnd type="triangle"/>
          </a:ln>
        </p:spPr>
      </p:sp>
      <p:sp>
        <p:nvSpPr>
          <p:cNvPr id="102" name="Shape 87"/>
          <p:cNvSpPr/>
          <p:nvPr/>
        </p:nvSpPr>
        <p:spPr>
          <a:xfrm>
            <a:off x="6080760" y="5549392"/>
            <a:ext cx="5559552" cy="613664"/>
          </a:xfrm>
          <a:prstGeom prst="roundRect">
            <a:avLst>
              <a:gd name="adj" fmla="val 11921"/>
            </a:avLst>
          </a:prstGeom>
          <a:solidFill>
            <a:srgbClr val="FFFFFF"/>
          </a:solidFill>
          <a:ln w="19050">
            <a:solidFill>
              <a:srgbClr val="2E7D4F"/>
            </a:solidFill>
            <a:prstDash val="solid"/>
          </a:ln>
        </p:spPr>
      </p:sp>
      <p:pic>
        <p:nvPicPr>
          <p:cNvPr id="103" name="Image 12" descr="Random">    </p:cNvPr>
          <p:cNvPicPr>
            <a:picLocks noChangeAspect="1"/>
          </p:cNvPicPr>
          <p:nvPr/>
        </p:nvPicPr>
        <p:blipFill>
          <a:blip r:embed="rId13"/>
          <a:stretch>
            <a:fillRect/>
          </a:stretch>
        </p:blipFill>
        <p:spPr>
          <a:xfrm>
            <a:off x="6199632" y="5728208"/>
            <a:ext cx="256032" cy="256032"/>
          </a:xfrm>
          <a:prstGeom prst="rect">
            <a:avLst/>
          </a:prstGeom>
        </p:spPr>
      </p:pic>
      <p:sp>
        <p:nvSpPr>
          <p:cNvPr id="104" name="Shape 88"/>
          <p:cNvSpPr/>
          <p:nvPr/>
        </p:nvSpPr>
        <p:spPr>
          <a:xfrm>
            <a:off x="6583680" y="5613400"/>
            <a:ext cx="1036320" cy="485648"/>
          </a:xfrm>
          <a:prstGeom prst="roundRect">
            <a:avLst>
              <a:gd name="adj" fmla="val 15063"/>
            </a:avLst>
          </a:prstGeom>
          <a:solidFill>
            <a:schemeClr val="accent1">
              <a:alpha val="24000"/>
            </a:schemeClr>
          </a:solidFill>
          <a:ln w="15875">
            <a:solidFill>
              <a:srgbClr val="D9700F"/>
            </a:solidFill>
            <a:prstDash val="solid"/>
          </a:ln>
        </p:spPr>
      </p:sp>
      <p:sp>
        <p:nvSpPr>
          <p:cNvPr id="105" name="Text 89"/>
          <p:cNvSpPr txBox="1"/>
          <p:nvPr/>
        </p:nvSpPr>
        <p:spPr>
          <a:xfrm>
            <a:off x="6583680" y="5613400"/>
            <a:ext cx="1036320" cy="485648"/>
          </a:xfrm>
          <a:prstGeom prst="rect">
            <a:avLst/>
          </a:prstGeom>
          <a:noFill/>
          <a:ln/>
        </p:spPr>
        <p:txBody>
          <a:bodyPr wrap="square" lIns="0" tIns="0" rIns="0" bIns="0" rtlCol="0" anchor="ctr"/>
          <a:lstStyle/>
          <a:p>
            <a:pPr algn="ctr" indent="0" marL="0">
              <a:buNone/>
            </a:pPr>
            <a:r>
              <a:rPr lang="en-US" sz="1600" b="1" dirty="0">
                <a:solidFill>
                  <a:schemeClr val="tx1"/>
                </a:solidFill>
              </a:rPr>
              <a:t>Morgen</a:t>
            </a:r>
            <a:endParaRPr lang="en-US" sz="1600" dirty="0"/>
          </a:p>
        </p:txBody>
      </p:sp>
      <p:sp>
        <p:nvSpPr>
          <p:cNvPr id="106" name="Shape 90"/>
          <p:cNvSpPr/>
          <p:nvPr/>
        </p:nvSpPr>
        <p:spPr>
          <a:xfrm>
            <a:off x="7693152" y="5613400"/>
            <a:ext cx="1090696" cy="485648"/>
          </a:xfrm>
          <a:prstGeom prst="ellipse">
            <a:avLst/>
          </a:prstGeom>
          <a:noFill/>
          <a:ln w="28575">
            <a:solidFill>
              <a:srgbClr val="B83227"/>
            </a:solidFill>
            <a:prstDash val="solid"/>
          </a:ln>
        </p:spPr>
      </p:sp>
      <p:sp>
        <p:nvSpPr>
          <p:cNvPr id="107" name="Text 91"/>
          <p:cNvSpPr txBox="1"/>
          <p:nvPr/>
        </p:nvSpPr>
        <p:spPr>
          <a:xfrm>
            <a:off x="7693152" y="5613400"/>
            <a:ext cx="1090696" cy="485648"/>
          </a:xfrm>
          <a:prstGeom prst="rect">
            <a:avLst/>
          </a:prstGeom>
          <a:noFill/>
          <a:ln/>
        </p:spPr>
        <p:txBody>
          <a:bodyPr wrap="square" lIns="0" tIns="0" rIns="0" bIns="0" rtlCol="0" anchor="ctr"/>
          <a:lstStyle/>
          <a:p>
            <a:pPr algn="ctr" indent="0" marL="0">
              <a:buNone/>
            </a:pPr>
            <a:r>
              <a:rPr lang="en-US" sz="1600" b="1" dirty="0">
                <a:solidFill>
                  <a:schemeClr val="accent6"/>
                </a:solidFill>
              </a:rPr>
              <a:t>bellen</a:t>
            </a:r>
            <a:endParaRPr lang="en-US" sz="1600" dirty="0"/>
          </a:p>
        </p:txBody>
      </p:sp>
      <p:sp>
        <p:nvSpPr>
          <p:cNvPr id="108" name="Shape 92"/>
          <p:cNvSpPr/>
          <p:nvPr/>
        </p:nvSpPr>
        <p:spPr>
          <a:xfrm>
            <a:off x="8857000" y="5613400"/>
            <a:ext cx="723392" cy="485648"/>
          </a:xfrm>
          <a:prstGeom prst="roundRect">
            <a:avLst>
              <a:gd name="adj" fmla="val 15063"/>
            </a:avLst>
          </a:prstGeom>
          <a:solidFill>
            <a:schemeClr val="accent2">
              <a:alpha val="14000"/>
            </a:schemeClr>
          </a:solidFill>
          <a:ln w="15875">
            <a:solidFill>
              <a:srgbClr val="2A6FB0"/>
            </a:solidFill>
            <a:prstDash val="solid"/>
          </a:ln>
        </p:spPr>
      </p:sp>
      <p:sp>
        <p:nvSpPr>
          <p:cNvPr id="109" name="Text 93"/>
          <p:cNvSpPr txBox="1"/>
          <p:nvPr/>
        </p:nvSpPr>
        <p:spPr>
          <a:xfrm>
            <a:off x="8857000" y="5613400"/>
            <a:ext cx="723392" cy="485648"/>
          </a:xfrm>
          <a:prstGeom prst="rect">
            <a:avLst/>
          </a:prstGeom>
          <a:noFill/>
          <a:ln/>
        </p:spPr>
        <p:txBody>
          <a:bodyPr wrap="square" lIns="0" tIns="0" rIns="0" bIns="0" rtlCol="0" anchor="ctr"/>
          <a:lstStyle/>
          <a:p>
            <a:pPr algn="ctr" indent="0" marL="0">
              <a:buNone/>
            </a:pPr>
            <a:r>
              <a:rPr lang="en-US" sz="1600" b="1" dirty="0">
                <a:solidFill>
                  <a:schemeClr val="accent2"/>
                </a:solidFill>
              </a:rPr>
              <a:t>jullie</a:t>
            </a:r>
            <a:endParaRPr lang="en-US" sz="1600" dirty="0"/>
          </a:p>
        </p:txBody>
      </p:sp>
      <p:sp>
        <p:nvSpPr>
          <p:cNvPr id="110" name="Text 94"/>
          <p:cNvSpPr txBox="1"/>
          <p:nvPr/>
        </p:nvSpPr>
        <p:spPr>
          <a:xfrm>
            <a:off x="9653544" y="5613400"/>
            <a:ext cx="945733" cy="485648"/>
          </a:xfrm>
          <a:prstGeom prst="rect">
            <a:avLst/>
          </a:prstGeom>
          <a:noFill/>
          <a:ln/>
        </p:spPr>
        <p:txBody>
          <a:bodyPr wrap="square" lIns="0" tIns="0" rIns="0" bIns="0" rtlCol="0" anchor="ctr"/>
          <a:lstStyle/>
          <a:p>
            <a:pPr algn="ctr" indent="0" marL="0">
              <a:buNone/>
            </a:pPr>
            <a:r>
              <a:rPr lang="en-US" sz="1600" dirty="0">
                <a:solidFill>
                  <a:schemeClr val="tx1"/>
                </a:solidFill>
              </a:rPr>
              <a:t>de klant</a:t>
            </a:r>
            <a:endParaRPr lang="en-US" sz="1600" dirty="0"/>
          </a:p>
        </p:txBody>
      </p:sp>
      <p:sp>
        <p:nvSpPr>
          <p:cNvPr id="111" name="Shape 95"/>
          <p:cNvSpPr/>
          <p:nvPr/>
        </p:nvSpPr>
        <p:spPr>
          <a:xfrm>
            <a:off x="10672430" y="5613400"/>
            <a:ext cx="528320" cy="485648"/>
          </a:xfrm>
          <a:prstGeom prst="roundRect">
            <a:avLst>
              <a:gd name="adj" fmla="val 15063"/>
            </a:avLst>
          </a:prstGeom>
          <a:noFill/>
          <a:ln w="22225">
            <a:solidFill>
              <a:srgbClr val="B83227"/>
            </a:solidFill>
            <a:prstDash val="dash"/>
          </a:ln>
        </p:spPr>
      </p:sp>
      <p:sp>
        <p:nvSpPr>
          <p:cNvPr id="112" name="Text 96"/>
          <p:cNvSpPr txBox="1"/>
          <p:nvPr/>
        </p:nvSpPr>
        <p:spPr>
          <a:xfrm>
            <a:off x="10672430" y="5613400"/>
            <a:ext cx="528320" cy="485648"/>
          </a:xfrm>
          <a:prstGeom prst="rect">
            <a:avLst/>
          </a:prstGeom>
          <a:noFill/>
          <a:ln/>
        </p:spPr>
        <p:txBody>
          <a:bodyPr wrap="square" lIns="0" tIns="0" rIns="0" bIns="0" rtlCol="0" anchor="ctr"/>
          <a:lstStyle/>
          <a:p>
            <a:pPr algn="ctr" indent="0" marL="0">
              <a:buNone/>
            </a:pPr>
            <a:r>
              <a:rPr lang="en-US" sz="1600" b="1" dirty="0">
                <a:solidFill>
                  <a:schemeClr val="accent6"/>
                </a:solidFill>
              </a:rPr>
              <a:t>op.</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3 — Remets dans l’ordre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Remettez les étiquettes dans l’ordre, puis placez-les dans la grille.</a:t>
            </a:r>
            <a:endParaRPr lang="en-US" sz="1700" dirty="0"/>
          </a:p>
        </p:txBody>
      </p:sp>
      <p:sp>
        <p:nvSpPr>
          <p:cNvPr id="8" name="Shape 4"/>
          <p:cNvSpPr/>
          <p:nvPr/>
        </p:nvSpPr>
        <p:spPr>
          <a:xfrm>
            <a:off x="6195060" y="1950720"/>
            <a:ext cx="274320" cy="274320"/>
          </a:xfrm>
          <a:prstGeom prst="ellipse">
            <a:avLst/>
          </a:prstGeom>
          <a:solidFill>
            <a:schemeClr val="tx2"/>
          </a:solidFill>
          <a:ln w="12700">
            <a:solidFill>
              <a:srgbClr val="FFFFFF">
                <a:alpha val="0"/>
              </a:srgbClr>
            </a:solidFill>
            <a:prstDash val="solid"/>
          </a:ln>
        </p:spPr>
      </p:sp>
      <p:sp>
        <p:nvSpPr>
          <p:cNvPr id="9" name="Text 5"/>
          <p:cNvSpPr txBox="1"/>
          <p:nvPr/>
        </p:nvSpPr>
        <p:spPr>
          <a:xfrm>
            <a:off x="6195060" y="1950720"/>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1</a:t>
            </a:r>
            <a:endParaRPr lang="en-US" sz="1000" dirty="0"/>
          </a:p>
        </p:txBody>
      </p:sp>
      <p:sp>
        <p:nvSpPr>
          <p:cNvPr id="10" name="Shape 6"/>
          <p:cNvSpPr/>
          <p:nvPr/>
        </p:nvSpPr>
        <p:spPr>
          <a:xfrm>
            <a:off x="7170725" y="1895856"/>
            <a:ext cx="384048" cy="384048"/>
          </a:xfrm>
          <a:prstGeom prst="ellipse">
            <a:avLst/>
          </a:prstGeom>
          <a:noFill/>
          <a:ln w="25400">
            <a:solidFill>
              <a:srgbClr val="B83227"/>
            </a:solidFill>
            <a:prstDash val="solid"/>
          </a:ln>
        </p:spPr>
      </p:sp>
      <p:sp>
        <p:nvSpPr>
          <p:cNvPr id="11" name="Shape 7"/>
          <p:cNvSpPr/>
          <p:nvPr/>
        </p:nvSpPr>
        <p:spPr>
          <a:xfrm>
            <a:off x="7225589" y="1950720"/>
            <a:ext cx="274320" cy="274320"/>
          </a:xfrm>
          <a:prstGeom prst="ellipse">
            <a:avLst/>
          </a:prstGeom>
          <a:solidFill>
            <a:schemeClr val="accent6"/>
          </a:solidFill>
          <a:ln w="12700">
            <a:solidFill>
              <a:srgbClr val="FFFFFF">
                <a:alpha val="0"/>
              </a:srgbClr>
            </a:solidFill>
            <a:prstDash val="solid"/>
          </a:ln>
        </p:spPr>
      </p:sp>
      <p:sp>
        <p:nvSpPr>
          <p:cNvPr id="12" name="Text 8"/>
          <p:cNvSpPr txBox="1"/>
          <p:nvPr/>
        </p:nvSpPr>
        <p:spPr>
          <a:xfrm>
            <a:off x="7225589" y="1950720"/>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13" name="Shape 9"/>
          <p:cNvSpPr/>
          <p:nvPr/>
        </p:nvSpPr>
        <p:spPr>
          <a:xfrm>
            <a:off x="8461858" y="1950720"/>
            <a:ext cx="274320" cy="274320"/>
          </a:xfrm>
          <a:prstGeom prst="ellipse">
            <a:avLst/>
          </a:prstGeom>
          <a:solidFill>
            <a:schemeClr val="tx2"/>
          </a:solidFill>
          <a:ln w="12700">
            <a:solidFill>
              <a:srgbClr val="FFFFFF">
                <a:alpha val="0"/>
              </a:srgbClr>
            </a:solidFill>
            <a:prstDash val="solid"/>
          </a:ln>
        </p:spPr>
      </p:sp>
      <p:sp>
        <p:nvSpPr>
          <p:cNvPr id="14" name="Text 10"/>
          <p:cNvSpPr txBox="1"/>
          <p:nvPr/>
        </p:nvSpPr>
        <p:spPr>
          <a:xfrm>
            <a:off x="8461858" y="1950720"/>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15" name="Shape 11"/>
          <p:cNvSpPr/>
          <p:nvPr/>
        </p:nvSpPr>
        <p:spPr>
          <a:xfrm>
            <a:off x="9798710" y="1950720"/>
            <a:ext cx="274320" cy="274320"/>
          </a:xfrm>
          <a:prstGeom prst="ellipse">
            <a:avLst/>
          </a:prstGeom>
          <a:solidFill>
            <a:schemeClr val="tx2"/>
          </a:solidFill>
          <a:ln w="12700">
            <a:solidFill>
              <a:srgbClr val="FFFFFF">
                <a:alpha val="0"/>
              </a:srgbClr>
            </a:solidFill>
            <a:prstDash val="solid"/>
          </a:ln>
        </p:spPr>
      </p:sp>
      <p:sp>
        <p:nvSpPr>
          <p:cNvPr id="16" name="Text 12"/>
          <p:cNvSpPr txBox="1"/>
          <p:nvPr/>
        </p:nvSpPr>
        <p:spPr>
          <a:xfrm>
            <a:off x="9798710" y="1950720"/>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4</a:t>
            </a:r>
            <a:endParaRPr lang="en-US" sz="1000" dirty="0"/>
          </a:p>
        </p:txBody>
      </p:sp>
      <p:sp>
        <p:nvSpPr>
          <p:cNvPr id="17" name="Shape 13"/>
          <p:cNvSpPr/>
          <p:nvPr/>
        </p:nvSpPr>
        <p:spPr>
          <a:xfrm>
            <a:off x="10550347" y="1950720"/>
            <a:ext cx="274320" cy="274320"/>
          </a:xfrm>
          <a:prstGeom prst="ellipse">
            <a:avLst/>
          </a:prstGeom>
          <a:solidFill>
            <a:schemeClr val="tx2"/>
          </a:solidFill>
          <a:ln w="12700">
            <a:solidFill>
              <a:srgbClr val="FFFFFF">
                <a:alpha val="0"/>
              </a:srgbClr>
            </a:solidFill>
            <a:prstDash val="solid"/>
          </a:ln>
        </p:spPr>
      </p:sp>
      <p:sp>
        <p:nvSpPr>
          <p:cNvPr id="18" name="Text 14"/>
          <p:cNvSpPr txBox="1"/>
          <p:nvPr/>
        </p:nvSpPr>
        <p:spPr>
          <a:xfrm>
            <a:off x="10550347" y="1950720"/>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5</a:t>
            </a:r>
            <a:endParaRPr lang="en-US" sz="1000" dirty="0"/>
          </a:p>
        </p:txBody>
      </p:sp>
      <p:sp>
        <p:nvSpPr>
          <p:cNvPr id="19" name="Shape 15"/>
          <p:cNvSpPr/>
          <p:nvPr/>
        </p:nvSpPr>
        <p:spPr>
          <a:xfrm>
            <a:off x="11091672" y="1895856"/>
            <a:ext cx="384048" cy="384048"/>
          </a:xfrm>
          <a:prstGeom prst="ellipse">
            <a:avLst/>
          </a:prstGeom>
          <a:noFill/>
          <a:ln w="25400">
            <a:solidFill>
              <a:srgbClr val="B83227"/>
            </a:solidFill>
            <a:prstDash val="solid"/>
          </a:ln>
        </p:spPr>
      </p:sp>
      <p:sp>
        <p:nvSpPr>
          <p:cNvPr id="20" name="Shape 16"/>
          <p:cNvSpPr/>
          <p:nvPr/>
        </p:nvSpPr>
        <p:spPr>
          <a:xfrm>
            <a:off x="11146536" y="1950720"/>
            <a:ext cx="274320" cy="274320"/>
          </a:xfrm>
          <a:prstGeom prst="ellipse">
            <a:avLst/>
          </a:prstGeom>
          <a:solidFill>
            <a:schemeClr val="accent6"/>
          </a:solidFill>
          <a:ln w="12700">
            <a:solidFill>
              <a:srgbClr val="FFFFFF">
                <a:alpha val="0"/>
              </a:srgbClr>
            </a:solidFill>
            <a:prstDash val="solid"/>
          </a:ln>
        </p:spPr>
      </p:sp>
      <p:sp>
        <p:nvSpPr>
          <p:cNvPr id="21" name="Text 17"/>
          <p:cNvSpPr txBox="1"/>
          <p:nvPr/>
        </p:nvSpPr>
        <p:spPr>
          <a:xfrm>
            <a:off x="11146536" y="1950720"/>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6</a:t>
            </a:r>
            <a:endParaRPr lang="en-US" sz="1000" dirty="0"/>
          </a:p>
        </p:txBody>
      </p:sp>
      <p:sp>
        <p:nvSpPr>
          <p:cNvPr id="22" name="Shape 18"/>
          <p:cNvSpPr/>
          <p:nvPr/>
        </p:nvSpPr>
        <p:spPr>
          <a:xfrm>
            <a:off x="548640" y="2508199"/>
            <a:ext cx="365760" cy="365760"/>
          </a:xfrm>
          <a:prstGeom prst="ellipse">
            <a:avLst/>
          </a:prstGeom>
          <a:solidFill>
            <a:schemeClr val="tx2"/>
          </a:solidFill>
          <a:ln w="12700">
            <a:solidFill>
              <a:srgbClr val="FFFFFF">
                <a:alpha val="0"/>
              </a:srgbClr>
            </a:solidFill>
            <a:prstDash val="solid"/>
          </a:ln>
        </p:spPr>
      </p:sp>
      <p:sp>
        <p:nvSpPr>
          <p:cNvPr id="23" name="Text 19"/>
          <p:cNvSpPr txBox="1"/>
          <p:nvPr/>
        </p:nvSpPr>
        <p:spPr>
          <a:xfrm>
            <a:off x="548640" y="2508199"/>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4" name="Shape 20"/>
          <p:cNvSpPr/>
          <p:nvPr/>
        </p:nvSpPr>
        <p:spPr>
          <a:xfrm>
            <a:off x="1024128" y="2462479"/>
            <a:ext cx="1117600" cy="457200"/>
          </a:xfrm>
          <a:prstGeom prst="roundRect">
            <a:avLst>
              <a:gd name="adj" fmla="val 16000"/>
            </a:avLst>
          </a:prstGeom>
          <a:solidFill>
            <a:schemeClr val="bg2"/>
          </a:solidFill>
          <a:ln w="15875">
            <a:solidFill>
              <a:srgbClr val="D5DCE6"/>
            </a:solidFill>
            <a:prstDash val="solid"/>
          </a:ln>
        </p:spPr>
      </p:sp>
      <p:sp>
        <p:nvSpPr>
          <p:cNvPr id="25" name="Text 21"/>
          <p:cNvSpPr txBox="1"/>
          <p:nvPr/>
        </p:nvSpPr>
        <p:spPr>
          <a:xfrm>
            <a:off x="1024128" y="2462479"/>
            <a:ext cx="1117600" cy="457200"/>
          </a:xfrm>
          <a:prstGeom prst="rect">
            <a:avLst/>
          </a:prstGeom>
          <a:noFill/>
          <a:ln/>
        </p:spPr>
        <p:txBody>
          <a:bodyPr wrap="square" lIns="0" tIns="0" rIns="0" bIns="0" rtlCol="0" anchor="ctr"/>
          <a:lstStyle/>
          <a:p>
            <a:pPr algn="ctr" indent="0" marL="0">
              <a:buNone/>
            </a:pPr>
            <a:r>
              <a:rPr lang="en-US" sz="1600" b="1" dirty="0">
                <a:solidFill>
                  <a:schemeClr val="tx1"/>
                </a:solidFill>
              </a:rPr>
              <a:t>morgen</a:t>
            </a:r>
            <a:endParaRPr lang="en-US" sz="1600" dirty="0"/>
          </a:p>
        </p:txBody>
      </p:sp>
      <p:sp>
        <p:nvSpPr>
          <p:cNvPr id="26" name="Shape 22"/>
          <p:cNvSpPr/>
          <p:nvPr/>
        </p:nvSpPr>
        <p:spPr>
          <a:xfrm>
            <a:off x="2233168" y="2462479"/>
            <a:ext cx="591312" cy="457200"/>
          </a:xfrm>
          <a:prstGeom prst="roundRect">
            <a:avLst>
              <a:gd name="adj" fmla="val 16000"/>
            </a:avLst>
          </a:prstGeom>
          <a:solidFill>
            <a:srgbClr val="FBE9E7"/>
          </a:solidFill>
          <a:ln w="15875">
            <a:solidFill>
              <a:srgbClr val="B83227"/>
            </a:solidFill>
            <a:prstDash val="solid"/>
          </a:ln>
        </p:spPr>
      </p:sp>
      <p:sp>
        <p:nvSpPr>
          <p:cNvPr id="27" name="Text 23"/>
          <p:cNvSpPr txBox="1"/>
          <p:nvPr/>
        </p:nvSpPr>
        <p:spPr>
          <a:xfrm>
            <a:off x="2233168" y="2462479"/>
            <a:ext cx="591312" cy="457200"/>
          </a:xfrm>
          <a:prstGeom prst="rect">
            <a:avLst/>
          </a:prstGeom>
          <a:noFill/>
          <a:ln/>
        </p:spPr>
        <p:txBody>
          <a:bodyPr wrap="square" lIns="0" tIns="0" rIns="0" bIns="0" rtlCol="0" anchor="ctr"/>
          <a:lstStyle/>
          <a:p>
            <a:pPr algn="ctr" indent="0" marL="0">
              <a:buNone/>
            </a:pPr>
            <a:r>
              <a:rPr lang="en-US" sz="1600" b="1" dirty="0">
                <a:solidFill>
                  <a:schemeClr val="accent6"/>
                </a:solidFill>
              </a:rPr>
              <a:t>bel</a:t>
            </a:r>
            <a:endParaRPr lang="en-US" sz="1600" dirty="0"/>
          </a:p>
        </p:txBody>
      </p:sp>
      <p:sp>
        <p:nvSpPr>
          <p:cNvPr id="28" name="Shape 24"/>
          <p:cNvSpPr/>
          <p:nvPr/>
        </p:nvSpPr>
        <p:spPr>
          <a:xfrm>
            <a:off x="2915920" y="2462479"/>
            <a:ext cx="442976" cy="457200"/>
          </a:xfrm>
          <a:prstGeom prst="roundRect">
            <a:avLst>
              <a:gd name="adj" fmla="val 16514"/>
            </a:avLst>
          </a:prstGeom>
          <a:solidFill>
            <a:schemeClr val="bg2"/>
          </a:solidFill>
          <a:ln w="15875">
            <a:solidFill>
              <a:srgbClr val="D5DCE6"/>
            </a:solidFill>
            <a:prstDash val="solid"/>
          </a:ln>
        </p:spPr>
      </p:sp>
      <p:sp>
        <p:nvSpPr>
          <p:cNvPr id="29" name="Text 25"/>
          <p:cNvSpPr txBox="1"/>
          <p:nvPr/>
        </p:nvSpPr>
        <p:spPr>
          <a:xfrm>
            <a:off x="2915920" y="2462479"/>
            <a:ext cx="442976" cy="457200"/>
          </a:xfrm>
          <a:prstGeom prst="rect">
            <a:avLst/>
          </a:prstGeom>
          <a:noFill/>
          <a:ln/>
        </p:spPr>
        <p:txBody>
          <a:bodyPr wrap="square" lIns="0" tIns="0" rIns="0" bIns="0" rtlCol="0" anchor="ctr"/>
          <a:lstStyle/>
          <a:p>
            <a:pPr algn="ctr" indent="0" marL="0">
              <a:buNone/>
            </a:pPr>
            <a:r>
              <a:rPr lang="en-US" sz="1600" b="1" dirty="0">
                <a:solidFill>
                  <a:schemeClr val="tx1"/>
                </a:solidFill>
              </a:rPr>
              <a:t>ik</a:t>
            </a:r>
            <a:endParaRPr lang="en-US" sz="1600" dirty="0"/>
          </a:p>
        </p:txBody>
      </p:sp>
      <p:sp>
        <p:nvSpPr>
          <p:cNvPr id="30" name="Shape 26"/>
          <p:cNvSpPr/>
          <p:nvPr/>
        </p:nvSpPr>
        <p:spPr>
          <a:xfrm>
            <a:off x="3450336" y="2462479"/>
            <a:ext cx="1176528" cy="457200"/>
          </a:xfrm>
          <a:prstGeom prst="roundRect">
            <a:avLst>
              <a:gd name="adj" fmla="val 16000"/>
            </a:avLst>
          </a:prstGeom>
          <a:solidFill>
            <a:schemeClr val="bg2"/>
          </a:solidFill>
          <a:ln w="15875">
            <a:solidFill>
              <a:srgbClr val="D5DCE6"/>
            </a:solidFill>
            <a:prstDash val="solid"/>
          </a:ln>
        </p:spPr>
      </p:sp>
      <p:sp>
        <p:nvSpPr>
          <p:cNvPr id="31" name="Text 27"/>
          <p:cNvSpPr txBox="1"/>
          <p:nvPr/>
        </p:nvSpPr>
        <p:spPr>
          <a:xfrm>
            <a:off x="3450336" y="2462479"/>
            <a:ext cx="1176528" cy="457200"/>
          </a:xfrm>
          <a:prstGeom prst="rect">
            <a:avLst/>
          </a:prstGeom>
          <a:noFill/>
          <a:ln/>
        </p:spPr>
        <p:txBody>
          <a:bodyPr wrap="square" lIns="0" tIns="0" rIns="0" bIns="0" rtlCol="0" anchor="ctr"/>
          <a:lstStyle/>
          <a:p>
            <a:pPr algn="ctr" indent="0" marL="0">
              <a:buNone/>
            </a:pPr>
            <a:r>
              <a:rPr lang="en-US" sz="1600" b="1" dirty="0">
                <a:solidFill>
                  <a:schemeClr val="tx1"/>
                </a:solidFill>
              </a:rPr>
              <a:t>de klant</a:t>
            </a:r>
            <a:endParaRPr lang="en-US" sz="1600" dirty="0"/>
          </a:p>
        </p:txBody>
      </p:sp>
      <p:sp>
        <p:nvSpPr>
          <p:cNvPr id="32" name="Shape 28"/>
          <p:cNvSpPr/>
          <p:nvPr/>
        </p:nvSpPr>
        <p:spPr>
          <a:xfrm>
            <a:off x="4718304" y="2462479"/>
            <a:ext cx="524256" cy="457200"/>
          </a:xfrm>
          <a:prstGeom prst="roundRect">
            <a:avLst>
              <a:gd name="adj" fmla="val 16000"/>
            </a:avLst>
          </a:prstGeom>
          <a:solidFill>
            <a:srgbClr val="FBE9E7"/>
          </a:solidFill>
          <a:ln w="15875">
            <a:solidFill>
              <a:srgbClr val="B83227"/>
            </a:solidFill>
            <a:prstDash val="solid"/>
          </a:ln>
        </p:spPr>
      </p:sp>
      <p:sp>
        <p:nvSpPr>
          <p:cNvPr id="33" name="Text 29"/>
          <p:cNvSpPr txBox="1"/>
          <p:nvPr/>
        </p:nvSpPr>
        <p:spPr>
          <a:xfrm>
            <a:off x="4718304" y="2462479"/>
            <a:ext cx="524256" cy="457200"/>
          </a:xfrm>
          <a:prstGeom prst="rect">
            <a:avLst/>
          </a:prstGeom>
          <a:noFill/>
          <a:ln/>
        </p:spPr>
        <p:txBody>
          <a:bodyPr wrap="square" lIns="0" tIns="0" rIns="0" bIns="0" rtlCol="0" anchor="ctr"/>
          <a:lstStyle/>
          <a:p>
            <a:pPr algn="ctr" indent="0" marL="0">
              <a:buNone/>
            </a:pPr>
            <a:r>
              <a:rPr lang="en-US" sz="1600" b="1" dirty="0">
                <a:solidFill>
                  <a:schemeClr val="accent6"/>
                </a:solidFill>
              </a:rPr>
              <a:t>op</a:t>
            </a:r>
            <a:endParaRPr lang="en-US" sz="1600" dirty="0"/>
          </a:p>
        </p:txBody>
      </p:sp>
      <p:sp>
        <p:nvSpPr>
          <p:cNvPr id="34" name="Shape 30"/>
          <p:cNvSpPr/>
          <p:nvPr/>
        </p:nvSpPr>
        <p:spPr>
          <a:xfrm>
            <a:off x="5760720" y="2343912"/>
            <a:ext cx="1143000" cy="694334"/>
          </a:xfrm>
          <a:prstGeom prst="roundRect">
            <a:avLst>
              <a:gd name="adj" fmla="val 6585"/>
            </a:avLst>
          </a:prstGeom>
          <a:solidFill>
            <a:srgbClr val="FFFFFF"/>
          </a:solidFill>
          <a:ln w="12700">
            <a:solidFill>
              <a:srgbClr val="4A5A70"/>
            </a:solidFill>
            <a:prstDash val="solid"/>
          </a:ln>
        </p:spPr>
      </p:sp>
      <p:sp>
        <p:nvSpPr>
          <p:cNvPr id="35" name="Shape 31"/>
          <p:cNvSpPr/>
          <p:nvPr/>
        </p:nvSpPr>
        <p:spPr>
          <a:xfrm>
            <a:off x="6951269" y="2343912"/>
            <a:ext cx="822960" cy="694334"/>
          </a:xfrm>
          <a:prstGeom prst="roundRect">
            <a:avLst>
              <a:gd name="adj" fmla="val 6585"/>
            </a:avLst>
          </a:prstGeom>
          <a:solidFill>
            <a:srgbClr val="FFFFFF"/>
          </a:solidFill>
          <a:ln w="25400">
            <a:solidFill>
              <a:srgbClr val="B83227"/>
            </a:solidFill>
            <a:prstDash val="solid"/>
          </a:ln>
        </p:spPr>
      </p:sp>
      <p:sp>
        <p:nvSpPr>
          <p:cNvPr id="36" name="Shape 32"/>
          <p:cNvSpPr/>
          <p:nvPr/>
        </p:nvSpPr>
        <p:spPr>
          <a:xfrm>
            <a:off x="7821778" y="2343912"/>
            <a:ext cx="1554480" cy="694334"/>
          </a:xfrm>
          <a:prstGeom prst="roundRect">
            <a:avLst>
              <a:gd name="adj" fmla="val 6585"/>
            </a:avLst>
          </a:prstGeom>
          <a:solidFill>
            <a:srgbClr val="FFFFFF"/>
          </a:solidFill>
          <a:ln w="12700">
            <a:solidFill>
              <a:srgbClr val="4A5A70"/>
            </a:solidFill>
            <a:prstDash val="solid"/>
          </a:ln>
        </p:spPr>
      </p:sp>
      <p:sp>
        <p:nvSpPr>
          <p:cNvPr id="37" name="Shape 33"/>
          <p:cNvSpPr/>
          <p:nvPr/>
        </p:nvSpPr>
        <p:spPr>
          <a:xfrm>
            <a:off x="9423806" y="2343912"/>
            <a:ext cx="1024128" cy="694334"/>
          </a:xfrm>
          <a:prstGeom prst="roundRect">
            <a:avLst>
              <a:gd name="adj" fmla="val 6585"/>
            </a:avLst>
          </a:prstGeom>
          <a:solidFill>
            <a:srgbClr val="FFFFFF"/>
          </a:solidFill>
          <a:ln w="12700">
            <a:solidFill>
              <a:srgbClr val="4A5A70"/>
            </a:solidFill>
            <a:prstDash val="solid"/>
          </a:ln>
        </p:spPr>
      </p:sp>
      <p:sp>
        <p:nvSpPr>
          <p:cNvPr id="38" name="Shape 34"/>
          <p:cNvSpPr/>
          <p:nvPr/>
        </p:nvSpPr>
        <p:spPr>
          <a:xfrm>
            <a:off x="10495483" y="2343912"/>
            <a:ext cx="384048" cy="694334"/>
          </a:xfrm>
          <a:prstGeom prst="roundRect">
            <a:avLst>
              <a:gd name="adj" fmla="val 11905"/>
            </a:avLst>
          </a:prstGeom>
          <a:solidFill>
            <a:srgbClr val="FFFFFF"/>
          </a:solidFill>
          <a:ln w="12700">
            <a:solidFill>
              <a:srgbClr val="4A5A70"/>
            </a:solidFill>
            <a:prstDash val="solid"/>
          </a:ln>
        </p:spPr>
      </p:sp>
      <p:sp>
        <p:nvSpPr>
          <p:cNvPr id="39" name="Shape 35"/>
          <p:cNvSpPr/>
          <p:nvPr/>
        </p:nvSpPr>
        <p:spPr>
          <a:xfrm>
            <a:off x="10927080" y="2343912"/>
            <a:ext cx="713232" cy="694334"/>
          </a:xfrm>
          <a:prstGeom prst="roundRect">
            <a:avLst>
              <a:gd name="adj" fmla="val 6585"/>
            </a:avLst>
          </a:prstGeom>
          <a:solidFill>
            <a:srgbClr val="FFFFFF"/>
          </a:solidFill>
          <a:ln w="25400">
            <a:solidFill>
              <a:srgbClr val="B83227"/>
            </a:solidFill>
            <a:prstDash val="solid"/>
          </a:ln>
        </p:spPr>
      </p:sp>
      <p:sp>
        <p:nvSpPr>
          <p:cNvPr id="40" name="Shape 36"/>
          <p:cNvSpPr/>
          <p:nvPr/>
        </p:nvSpPr>
        <p:spPr>
          <a:xfrm>
            <a:off x="548640" y="3293974"/>
            <a:ext cx="365760" cy="365760"/>
          </a:xfrm>
          <a:prstGeom prst="ellipse">
            <a:avLst/>
          </a:prstGeom>
          <a:solidFill>
            <a:schemeClr val="tx2"/>
          </a:solidFill>
          <a:ln w="12700">
            <a:solidFill>
              <a:srgbClr val="FFFFFF">
                <a:alpha val="0"/>
              </a:srgbClr>
            </a:solidFill>
            <a:prstDash val="solid"/>
          </a:ln>
        </p:spPr>
      </p:sp>
      <p:sp>
        <p:nvSpPr>
          <p:cNvPr id="41" name="Text 37"/>
          <p:cNvSpPr txBox="1"/>
          <p:nvPr/>
        </p:nvSpPr>
        <p:spPr>
          <a:xfrm>
            <a:off x="548640" y="3293974"/>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42" name="Shape 38"/>
          <p:cNvSpPr/>
          <p:nvPr/>
        </p:nvSpPr>
        <p:spPr>
          <a:xfrm>
            <a:off x="1024128" y="3248254"/>
            <a:ext cx="772668" cy="457200"/>
          </a:xfrm>
          <a:prstGeom prst="roundRect">
            <a:avLst>
              <a:gd name="adj" fmla="val 16000"/>
            </a:avLst>
          </a:prstGeom>
          <a:solidFill>
            <a:srgbClr val="FBE9E7"/>
          </a:solidFill>
          <a:ln w="15875">
            <a:solidFill>
              <a:srgbClr val="B83227"/>
            </a:solidFill>
            <a:prstDash val="solid"/>
          </a:ln>
        </p:spPr>
      </p:sp>
      <p:sp>
        <p:nvSpPr>
          <p:cNvPr id="43" name="Text 39"/>
          <p:cNvSpPr txBox="1"/>
          <p:nvPr/>
        </p:nvSpPr>
        <p:spPr>
          <a:xfrm>
            <a:off x="1024128" y="3248254"/>
            <a:ext cx="772668" cy="457200"/>
          </a:xfrm>
          <a:prstGeom prst="rect">
            <a:avLst/>
          </a:prstGeom>
          <a:noFill/>
          <a:ln/>
        </p:spPr>
        <p:txBody>
          <a:bodyPr wrap="square" lIns="0" tIns="0" rIns="0" bIns="0" rtlCol="0" anchor="ctr"/>
          <a:lstStyle/>
          <a:p>
            <a:pPr algn="ctr" indent="0" marL="0">
              <a:buNone/>
            </a:pPr>
            <a:r>
              <a:rPr lang="en-US" sz="1300" b="1" dirty="0">
                <a:solidFill>
                  <a:schemeClr val="accent6"/>
                </a:solidFill>
              </a:rPr>
              <a:t>werkt</a:t>
            </a:r>
            <a:endParaRPr lang="en-US" sz="1300" dirty="0"/>
          </a:p>
        </p:txBody>
      </p:sp>
      <p:sp>
        <p:nvSpPr>
          <p:cNvPr id="44" name="Shape 40"/>
          <p:cNvSpPr/>
          <p:nvPr/>
        </p:nvSpPr>
        <p:spPr>
          <a:xfrm>
            <a:off x="1888236" y="3248254"/>
            <a:ext cx="913003" cy="457200"/>
          </a:xfrm>
          <a:prstGeom prst="roundRect">
            <a:avLst>
              <a:gd name="adj" fmla="val 16000"/>
            </a:avLst>
          </a:prstGeom>
          <a:solidFill>
            <a:schemeClr val="bg2"/>
          </a:solidFill>
          <a:ln w="15875">
            <a:solidFill>
              <a:srgbClr val="D5DCE6"/>
            </a:solidFill>
            <a:prstDash val="solid"/>
          </a:ln>
        </p:spPr>
      </p:sp>
      <p:sp>
        <p:nvSpPr>
          <p:cNvPr id="45" name="Text 41"/>
          <p:cNvSpPr txBox="1"/>
          <p:nvPr/>
        </p:nvSpPr>
        <p:spPr>
          <a:xfrm>
            <a:off x="1888236" y="3248254"/>
            <a:ext cx="913003" cy="457200"/>
          </a:xfrm>
          <a:prstGeom prst="rect">
            <a:avLst/>
          </a:prstGeom>
          <a:noFill/>
          <a:ln/>
        </p:spPr>
        <p:txBody>
          <a:bodyPr wrap="square" lIns="0" tIns="0" rIns="0" bIns="0" rtlCol="0" anchor="ctr"/>
          <a:lstStyle/>
          <a:p>
            <a:pPr algn="ctr" indent="0" marL="0">
              <a:buNone/>
            </a:pPr>
            <a:r>
              <a:rPr lang="en-US" sz="1300" b="1" dirty="0">
                <a:solidFill>
                  <a:schemeClr val="tx1"/>
                </a:solidFill>
              </a:rPr>
              <a:t>in Gent</a:t>
            </a:r>
            <a:endParaRPr lang="en-US" sz="1300" dirty="0"/>
          </a:p>
        </p:txBody>
      </p:sp>
      <p:sp>
        <p:nvSpPr>
          <p:cNvPr id="46" name="Shape 42"/>
          <p:cNvSpPr/>
          <p:nvPr/>
        </p:nvSpPr>
        <p:spPr>
          <a:xfrm>
            <a:off x="2892679" y="3248254"/>
            <a:ext cx="1362075" cy="457200"/>
          </a:xfrm>
          <a:prstGeom prst="roundRect">
            <a:avLst>
              <a:gd name="adj" fmla="val 16000"/>
            </a:avLst>
          </a:prstGeom>
          <a:solidFill>
            <a:schemeClr val="bg2"/>
          </a:solidFill>
          <a:ln w="15875">
            <a:solidFill>
              <a:srgbClr val="D5DCE6"/>
            </a:solidFill>
            <a:prstDash val="solid"/>
          </a:ln>
        </p:spPr>
      </p:sp>
      <p:sp>
        <p:nvSpPr>
          <p:cNvPr id="47" name="Text 43"/>
          <p:cNvSpPr txBox="1"/>
          <p:nvPr/>
        </p:nvSpPr>
        <p:spPr>
          <a:xfrm>
            <a:off x="2892679" y="3248254"/>
            <a:ext cx="1362075" cy="457200"/>
          </a:xfrm>
          <a:prstGeom prst="rect">
            <a:avLst/>
          </a:prstGeom>
          <a:noFill/>
          <a:ln/>
        </p:spPr>
        <p:txBody>
          <a:bodyPr wrap="square" lIns="0" tIns="0" rIns="0" bIns="0" rtlCol="0" anchor="ctr"/>
          <a:lstStyle/>
          <a:p>
            <a:pPr algn="ctr" indent="0" marL="0">
              <a:buNone/>
            </a:pPr>
            <a:r>
              <a:rPr lang="en-US" sz="1300" b="1" dirty="0">
                <a:solidFill>
                  <a:schemeClr val="tx1"/>
                </a:solidFill>
              </a:rPr>
              <a:t>mijn collega</a:t>
            </a:r>
            <a:endParaRPr lang="en-US" sz="1300" dirty="0"/>
          </a:p>
        </p:txBody>
      </p:sp>
      <p:sp>
        <p:nvSpPr>
          <p:cNvPr id="48" name="Shape 44"/>
          <p:cNvSpPr/>
          <p:nvPr/>
        </p:nvSpPr>
        <p:spPr>
          <a:xfrm>
            <a:off x="4346194" y="3248254"/>
            <a:ext cx="1035177" cy="457200"/>
          </a:xfrm>
          <a:prstGeom prst="roundRect">
            <a:avLst>
              <a:gd name="adj" fmla="val 16000"/>
            </a:avLst>
          </a:prstGeom>
          <a:solidFill>
            <a:schemeClr val="bg2"/>
          </a:solidFill>
          <a:ln w="15875">
            <a:solidFill>
              <a:srgbClr val="D5DCE6"/>
            </a:solidFill>
            <a:prstDash val="solid"/>
          </a:ln>
        </p:spPr>
      </p:sp>
      <p:sp>
        <p:nvSpPr>
          <p:cNvPr id="49" name="Text 45"/>
          <p:cNvSpPr txBox="1"/>
          <p:nvPr/>
        </p:nvSpPr>
        <p:spPr>
          <a:xfrm>
            <a:off x="4346194" y="3248254"/>
            <a:ext cx="1035177" cy="457200"/>
          </a:xfrm>
          <a:prstGeom prst="rect">
            <a:avLst/>
          </a:prstGeom>
          <a:noFill/>
          <a:ln/>
        </p:spPr>
        <p:txBody>
          <a:bodyPr wrap="square" lIns="0" tIns="0" rIns="0" bIns="0" rtlCol="0" anchor="ctr"/>
          <a:lstStyle/>
          <a:p>
            <a:pPr algn="ctr" indent="0" marL="0">
              <a:buNone/>
            </a:pPr>
            <a:r>
              <a:rPr lang="en-US" sz="1300" b="1" dirty="0">
                <a:solidFill>
                  <a:schemeClr val="tx1"/>
                </a:solidFill>
              </a:rPr>
              <a:t>elke dag</a:t>
            </a:r>
            <a:endParaRPr lang="en-US" sz="1300" dirty="0"/>
          </a:p>
        </p:txBody>
      </p:sp>
      <p:sp>
        <p:nvSpPr>
          <p:cNvPr id="50" name="Shape 46"/>
          <p:cNvSpPr/>
          <p:nvPr/>
        </p:nvSpPr>
        <p:spPr>
          <a:xfrm>
            <a:off x="5760720" y="3129686"/>
            <a:ext cx="1143000" cy="694334"/>
          </a:xfrm>
          <a:prstGeom prst="roundRect">
            <a:avLst>
              <a:gd name="adj" fmla="val 6585"/>
            </a:avLst>
          </a:prstGeom>
          <a:solidFill>
            <a:srgbClr val="FFFFFF"/>
          </a:solidFill>
          <a:ln w="12700">
            <a:solidFill>
              <a:srgbClr val="4A5A70"/>
            </a:solidFill>
            <a:prstDash val="solid"/>
          </a:ln>
        </p:spPr>
      </p:sp>
      <p:sp>
        <p:nvSpPr>
          <p:cNvPr id="51" name="Shape 47"/>
          <p:cNvSpPr/>
          <p:nvPr/>
        </p:nvSpPr>
        <p:spPr>
          <a:xfrm>
            <a:off x="6951269" y="3129686"/>
            <a:ext cx="822960" cy="694334"/>
          </a:xfrm>
          <a:prstGeom prst="roundRect">
            <a:avLst>
              <a:gd name="adj" fmla="val 6585"/>
            </a:avLst>
          </a:prstGeom>
          <a:solidFill>
            <a:srgbClr val="FFFFFF"/>
          </a:solidFill>
          <a:ln w="25400">
            <a:solidFill>
              <a:srgbClr val="B83227"/>
            </a:solidFill>
            <a:prstDash val="solid"/>
          </a:ln>
        </p:spPr>
      </p:sp>
      <p:sp>
        <p:nvSpPr>
          <p:cNvPr id="52" name="Shape 48"/>
          <p:cNvSpPr/>
          <p:nvPr/>
        </p:nvSpPr>
        <p:spPr>
          <a:xfrm>
            <a:off x="7821778" y="3129686"/>
            <a:ext cx="1554480" cy="694334"/>
          </a:xfrm>
          <a:prstGeom prst="roundRect">
            <a:avLst>
              <a:gd name="adj" fmla="val 6585"/>
            </a:avLst>
          </a:prstGeom>
          <a:solidFill>
            <a:srgbClr val="FFFFFF"/>
          </a:solidFill>
          <a:ln w="12700">
            <a:solidFill>
              <a:srgbClr val="4A5A70"/>
            </a:solidFill>
            <a:prstDash val="solid"/>
          </a:ln>
        </p:spPr>
      </p:sp>
      <p:sp>
        <p:nvSpPr>
          <p:cNvPr id="53" name="Shape 49"/>
          <p:cNvSpPr/>
          <p:nvPr/>
        </p:nvSpPr>
        <p:spPr>
          <a:xfrm>
            <a:off x="9423806" y="3129686"/>
            <a:ext cx="1024128" cy="694334"/>
          </a:xfrm>
          <a:prstGeom prst="roundRect">
            <a:avLst>
              <a:gd name="adj" fmla="val 6585"/>
            </a:avLst>
          </a:prstGeom>
          <a:solidFill>
            <a:srgbClr val="FFFFFF"/>
          </a:solidFill>
          <a:ln w="12700">
            <a:solidFill>
              <a:srgbClr val="4A5A70"/>
            </a:solidFill>
            <a:prstDash val="solid"/>
          </a:ln>
        </p:spPr>
      </p:sp>
      <p:sp>
        <p:nvSpPr>
          <p:cNvPr id="54" name="Shape 50"/>
          <p:cNvSpPr/>
          <p:nvPr/>
        </p:nvSpPr>
        <p:spPr>
          <a:xfrm>
            <a:off x="10495483" y="3129686"/>
            <a:ext cx="384048" cy="694334"/>
          </a:xfrm>
          <a:prstGeom prst="roundRect">
            <a:avLst>
              <a:gd name="adj" fmla="val 11905"/>
            </a:avLst>
          </a:prstGeom>
          <a:solidFill>
            <a:srgbClr val="FFFFFF"/>
          </a:solidFill>
          <a:ln w="12700">
            <a:solidFill>
              <a:srgbClr val="4A5A70"/>
            </a:solidFill>
            <a:prstDash val="solid"/>
          </a:ln>
        </p:spPr>
      </p:sp>
      <p:sp>
        <p:nvSpPr>
          <p:cNvPr id="55" name="Shape 51"/>
          <p:cNvSpPr/>
          <p:nvPr/>
        </p:nvSpPr>
        <p:spPr>
          <a:xfrm>
            <a:off x="10927080" y="3129686"/>
            <a:ext cx="713232" cy="694334"/>
          </a:xfrm>
          <a:prstGeom prst="roundRect">
            <a:avLst>
              <a:gd name="adj" fmla="val 6585"/>
            </a:avLst>
          </a:prstGeom>
          <a:solidFill>
            <a:srgbClr val="FFFFFF"/>
          </a:solidFill>
          <a:ln w="25400">
            <a:solidFill>
              <a:srgbClr val="B83227"/>
            </a:solidFill>
            <a:prstDash val="solid"/>
          </a:ln>
        </p:spPr>
      </p:sp>
      <p:sp>
        <p:nvSpPr>
          <p:cNvPr id="56" name="Shape 52"/>
          <p:cNvSpPr/>
          <p:nvPr/>
        </p:nvSpPr>
        <p:spPr>
          <a:xfrm>
            <a:off x="548640" y="4079748"/>
            <a:ext cx="365760" cy="365760"/>
          </a:xfrm>
          <a:prstGeom prst="ellipse">
            <a:avLst/>
          </a:prstGeom>
          <a:solidFill>
            <a:schemeClr val="tx2"/>
          </a:solidFill>
          <a:ln w="12700">
            <a:solidFill>
              <a:srgbClr val="FFFFFF">
                <a:alpha val="0"/>
              </a:srgbClr>
            </a:solidFill>
            <a:prstDash val="solid"/>
          </a:ln>
        </p:spPr>
      </p:sp>
      <p:sp>
        <p:nvSpPr>
          <p:cNvPr id="57" name="Text 53"/>
          <p:cNvSpPr txBox="1"/>
          <p:nvPr/>
        </p:nvSpPr>
        <p:spPr>
          <a:xfrm>
            <a:off x="548640" y="407974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58" name="Shape 54"/>
          <p:cNvSpPr/>
          <p:nvPr/>
        </p:nvSpPr>
        <p:spPr>
          <a:xfrm>
            <a:off x="1024128" y="4034028"/>
            <a:ext cx="1548384" cy="457200"/>
          </a:xfrm>
          <a:prstGeom prst="roundRect">
            <a:avLst>
              <a:gd name="adj" fmla="val 16000"/>
            </a:avLst>
          </a:prstGeom>
          <a:solidFill>
            <a:schemeClr val="bg2"/>
          </a:solidFill>
          <a:ln w="15875">
            <a:solidFill>
              <a:srgbClr val="D5DCE6"/>
            </a:solidFill>
            <a:prstDash val="solid"/>
          </a:ln>
        </p:spPr>
      </p:sp>
      <p:sp>
        <p:nvSpPr>
          <p:cNvPr id="59" name="Text 55"/>
          <p:cNvSpPr txBox="1"/>
          <p:nvPr/>
        </p:nvSpPr>
        <p:spPr>
          <a:xfrm>
            <a:off x="1024128" y="4034028"/>
            <a:ext cx="1548384" cy="457200"/>
          </a:xfrm>
          <a:prstGeom prst="rect">
            <a:avLst/>
          </a:prstGeom>
          <a:noFill/>
          <a:ln/>
        </p:spPr>
        <p:txBody>
          <a:bodyPr wrap="square" lIns="0" tIns="0" rIns="0" bIns="0" rtlCol="0" anchor="ctr"/>
          <a:lstStyle/>
          <a:p>
            <a:pPr algn="ctr" indent="0" marL="0">
              <a:buNone/>
            </a:pPr>
            <a:r>
              <a:rPr lang="en-US" sz="1600" b="1" dirty="0">
                <a:solidFill>
                  <a:schemeClr val="tx1"/>
                </a:solidFill>
              </a:rPr>
              <a:t>Nederlands</a:t>
            </a:r>
            <a:endParaRPr lang="en-US" sz="1600" dirty="0"/>
          </a:p>
        </p:txBody>
      </p:sp>
      <p:sp>
        <p:nvSpPr>
          <p:cNvPr id="60" name="Shape 56"/>
          <p:cNvSpPr/>
          <p:nvPr/>
        </p:nvSpPr>
        <p:spPr>
          <a:xfrm>
            <a:off x="2663952" y="4034028"/>
            <a:ext cx="562864" cy="457200"/>
          </a:xfrm>
          <a:prstGeom prst="roundRect">
            <a:avLst>
              <a:gd name="adj" fmla="val 16000"/>
            </a:avLst>
          </a:prstGeom>
          <a:solidFill>
            <a:schemeClr val="bg2"/>
          </a:solidFill>
          <a:ln w="15875">
            <a:solidFill>
              <a:srgbClr val="D5DCE6"/>
            </a:solidFill>
            <a:prstDash val="solid"/>
          </a:ln>
        </p:spPr>
      </p:sp>
      <p:sp>
        <p:nvSpPr>
          <p:cNvPr id="61" name="Text 57"/>
          <p:cNvSpPr txBox="1"/>
          <p:nvPr/>
        </p:nvSpPr>
        <p:spPr>
          <a:xfrm>
            <a:off x="2663952" y="4034028"/>
            <a:ext cx="562864" cy="457200"/>
          </a:xfrm>
          <a:prstGeom prst="rect">
            <a:avLst/>
          </a:prstGeom>
          <a:noFill/>
          <a:ln/>
        </p:spPr>
        <p:txBody>
          <a:bodyPr wrap="square" lIns="0" tIns="0" rIns="0" bIns="0" rtlCol="0" anchor="ctr"/>
          <a:lstStyle/>
          <a:p>
            <a:pPr algn="ctr" indent="0" marL="0">
              <a:buNone/>
            </a:pPr>
            <a:r>
              <a:rPr lang="en-US" sz="1600" b="1" dirty="0">
                <a:solidFill>
                  <a:schemeClr val="tx1"/>
                </a:solidFill>
              </a:rPr>
              <a:t>we</a:t>
            </a:r>
            <a:endParaRPr lang="en-US" sz="1600" dirty="0"/>
          </a:p>
        </p:txBody>
      </p:sp>
      <p:sp>
        <p:nvSpPr>
          <p:cNvPr id="62" name="Shape 58"/>
          <p:cNvSpPr/>
          <p:nvPr/>
        </p:nvSpPr>
        <p:spPr>
          <a:xfrm>
            <a:off x="3318256" y="4034028"/>
            <a:ext cx="1107440" cy="457200"/>
          </a:xfrm>
          <a:prstGeom prst="roundRect">
            <a:avLst>
              <a:gd name="adj" fmla="val 16000"/>
            </a:avLst>
          </a:prstGeom>
          <a:solidFill>
            <a:srgbClr val="FBE9E7"/>
          </a:solidFill>
          <a:ln w="15875">
            <a:solidFill>
              <a:srgbClr val="B83227"/>
            </a:solidFill>
            <a:prstDash val="solid"/>
          </a:ln>
        </p:spPr>
      </p:sp>
      <p:sp>
        <p:nvSpPr>
          <p:cNvPr id="63" name="Text 59"/>
          <p:cNvSpPr txBox="1"/>
          <p:nvPr/>
        </p:nvSpPr>
        <p:spPr>
          <a:xfrm>
            <a:off x="3318256" y="4034028"/>
            <a:ext cx="1107440" cy="457200"/>
          </a:xfrm>
          <a:prstGeom prst="rect">
            <a:avLst/>
          </a:prstGeom>
          <a:noFill/>
          <a:ln/>
        </p:spPr>
        <p:txBody>
          <a:bodyPr wrap="square" lIns="0" tIns="0" rIns="0" bIns="0" rtlCol="0" anchor="ctr"/>
          <a:lstStyle/>
          <a:p>
            <a:pPr algn="ctr" indent="0" marL="0">
              <a:buNone/>
            </a:pPr>
            <a:r>
              <a:rPr lang="en-US" sz="1600" b="1" dirty="0">
                <a:solidFill>
                  <a:schemeClr val="accent6"/>
                </a:solidFill>
              </a:rPr>
              <a:t>moeten</a:t>
            </a:r>
            <a:endParaRPr lang="en-US" sz="1600" dirty="0"/>
          </a:p>
        </p:txBody>
      </p:sp>
      <p:sp>
        <p:nvSpPr>
          <p:cNvPr id="64" name="Shape 60"/>
          <p:cNvSpPr/>
          <p:nvPr/>
        </p:nvSpPr>
        <p:spPr>
          <a:xfrm>
            <a:off x="4517136" y="4034028"/>
            <a:ext cx="827024" cy="457200"/>
          </a:xfrm>
          <a:prstGeom prst="roundRect">
            <a:avLst>
              <a:gd name="adj" fmla="val 16000"/>
            </a:avLst>
          </a:prstGeom>
          <a:solidFill>
            <a:srgbClr val="FBE9E7"/>
          </a:solidFill>
          <a:ln w="15875">
            <a:solidFill>
              <a:srgbClr val="B83227"/>
            </a:solidFill>
            <a:prstDash val="solid"/>
          </a:ln>
        </p:spPr>
      </p:sp>
      <p:sp>
        <p:nvSpPr>
          <p:cNvPr id="65" name="Text 61"/>
          <p:cNvSpPr txBox="1"/>
          <p:nvPr/>
        </p:nvSpPr>
        <p:spPr>
          <a:xfrm>
            <a:off x="4517136" y="4034028"/>
            <a:ext cx="827024" cy="457200"/>
          </a:xfrm>
          <a:prstGeom prst="rect">
            <a:avLst/>
          </a:prstGeom>
          <a:noFill/>
          <a:ln/>
        </p:spPr>
        <p:txBody>
          <a:bodyPr wrap="square" lIns="0" tIns="0" rIns="0" bIns="0" rtlCol="0" anchor="ctr"/>
          <a:lstStyle/>
          <a:p>
            <a:pPr algn="ctr" indent="0" marL="0">
              <a:buNone/>
            </a:pPr>
            <a:r>
              <a:rPr lang="en-US" sz="1600" b="1" dirty="0">
                <a:solidFill>
                  <a:schemeClr val="accent6"/>
                </a:solidFill>
              </a:rPr>
              <a:t>leren</a:t>
            </a:r>
            <a:endParaRPr lang="en-US" sz="1600" dirty="0"/>
          </a:p>
        </p:txBody>
      </p:sp>
      <p:sp>
        <p:nvSpPr>
          <p:cNvPr id="66" name="Shape 62"/>
          <p:cNvSpPr/>
          <p:nvPr/>
        </p:nvSpPr>
        <p:spPr>
          <a:xfrm>
            <a:off x="5760720" y="3915461"/>
            <a:ext cx="1143000" cy="694334"/>
          </a:xfrm>
          <a:prstGeom prst="roundRect">
            <a:avLst>
              <a:gd name="adj" fmla="val 6585"/>
            </a:avLst>
          </a:prstGeom>
          <a:solidFill>
            <a:srgbClr val="FFFFFF"/>
          </a:solidFill>
          <a:ln w="12700">
            <a:solidFill>
              <a:srgbClr val="4A5A70"/>
            </a:solidFill>
            <a:prstDash val="solid"/>
          </a:ln>
        </p:spPr>
      </p:sp>
      <p:sp>
        <p:nvSpPr>
          <p:cNvPr id="67" name="Shape 63"/>
          <p:cNvSpPr/>
          <p:nvPr/>
        </p:nvSpPr>
        <p:spPr>
          <a:xfrm>
            <a:off x="6951269" y="3915461"/>
            <a:ext cx="822960" cy="694334"/>
          </a:xfrm>
          <a:prstGeom prst="roundRect">
            <a:avLst>
              <a:gd name="adj" fmla="val 6585"/>
            </a:avLst>
          </a:prstGeom>
          <a:solidFill>
            <a:srgbClr val="FFFFFF"/>
          </a:solidFill>
          <a:ln w="25400">
            <a:solidFill>
              <a:srgbClr val="B83227"/>
            </a:solidFill>
            <a:prstDash val="solid"/>
          </a:ln>
        </p:spPr>
      </p:sp>
      <p:sp>
        <p:nvSpPr>
          <p:cNvPr id="68" name="Shape 64"/>
          <p:cNvSpPr/>
          <p:nvPr/>
        </p:nvSpPr>
        <p:spPr>
          <a:xfrm>
            <a:off x="7821778" y="3915461"/>
            <a:ext cx="1554480" cy="694334"/>
          </a:xfrm>
          <a:prstGeom prst="roundRect">
            <a:avLst>
              <a:gd name="adj" fmla="val 6585"/>
            </a:avLst>
          </a:prstGeom>
          <a:solidFill>
            <a:srgbClr val="FFFFFF"/>
          </a:solidFill>
          <a:ln w="12700">
            <a:solidFill>
              <a:srgbClr val="4A5A70"/>
            </a:solidFill>
            <a:prstDash val="solid"/>
          </a:ln>
        </p:spPr>
      </p:sp>
      <p:sp>
        <p:nvSpPr>
          <p:cNvPr id="69" name="Shape 65"/>
          <p:cNvSpPr/>
          <p:nvPr/>
        </p:nvSpPr>
        <p:spPr>
          <a:xfrm>
            <a:off x="9423806" y="3915461"/>
            <a:ext cx="1024128" cy="694334"/>
          </a:xfrm>
          <a:prstGeom prst="roundRect">
            <a:avLst>
              <a:gd name="adj" fmla="val 6585"/>
            </a:avLst>
          </a:prstGeom>
          <a:solidFill>
            <a:srgbClr val="FFFFFF"/>
          </a:solidFill>
          <a:ln w="12700">
            <a:solidFill>
              <a:srgbClr val="4A5A70"/>
            </a:solidFill>
            <a:prstDash val="solid"/>
          </a:ln>
        </p:spPr>
      </p:sp>
      <p:sp>
        <p:nvSpPr>
          <p:cNvPr id="70" name="Shape 66"/>
          <p:cNvSpPr/>
          <p:nvPr/>
        </p:nvSpPr>
        <p:spPr>
          <a:xfrm>
            <a:off x="10495483" y="3915461"/>
            <a:ext cx="384048" cy="694334"/>
          </a:xfrm>
          <a:prstGeom prst="roundRect">
            <a:avLst>
              <a:gd name="adj" fmla="val 11905"/>
            </a:avLst>
          </a:prstGeom>
          <a:solidFill>
            <a:srgbClr val="FFFFFF"/>
          </a:solidFill>
          <a:ln w="12700">
            <a:solidFill>
              <a:srgbClr val="4A5A70"/>
            </a:solidFill>
            <a:prstDash val="solid"/>
          </a:ln>
        </p:spPr>
      </p:sp>
      <p:sp>
        <p:nvSpPr>
          <p:cNvPr id="71" name="Shape 67"/>
          <p:cNvSpPr/>
          <p:nvPr/>
        </p:nvSpPr>
        <p:spPr>
          <a:xfrm>
            <a:off x="10927080" y="3915461"/>
            <a:ext cx="713232" cy="694334"/>
          </a:xfrm>
          <a:prstGeom prst="roundRect">
            <a:avLst>
              <a:gd name="adj" fmla="val 6585"/>
            </a:avLst>
          </a:prstGeom>
          <a:solidFill>
            <a:srgbClr val="FFFFFF"/>
          </a:solidFill>
          <a:ln w="25400">
            <a:solidFill>
              <a:srgbClr val="B83227"/>
            </a:solidFill>
            <a:prstDash val="solid"/>
          </a:ln>
        </p:spPr>
      </p:sp>
      <p:sp>
        <p:nvSpPr>
          <p:cNvPr id="72" name="Shape 68"/>
          <p:cNvSpPr/>
          <p:nvPr/>
        </p:nvSpPr>
        <p:spPr>
          <a:xfrm>
            <a:off x="548640" y="4865522"/>
            <a:ext cx="365760" cy="365760"/>
          </a:xfrm>
          <a:prstGeom prst="ellipse">
            <a:avLst/>
          </a:prstGeom>
          <a:solidFill>
            <a:schemeClr val="tx2"/>
          </a:solidFill>
          <a:ln w="12700">
            <a:solidFill>
              <a:srgbClr val="FFFFFF">
                <a:alpha val="0"/>
              </a:srgbClr>
            </a:solidFill>
            <a:prstDash val="solid"/>
          </a:ln>
        </p:spPr>
      </p:sp>
      <p:sp>
        <p:nvSpPr>
          <p:cNvPr id="73" name="Text 69"/>
          <p:cNvSpPr txBox="1"/>
          <p:nvPr/>
        </p:nvSpPr>
        <p:spPr>
          <a:xfrm>
            <a:off x="548640" y="486552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74" name="Shape 70"/>
          <p:cNvSpPr/>
          <p:nvPr/>
        </p:nvSpPr>
        <p:spPr>
          <a:xfrm>
            <a:off x="1024128" y="4819802"/>
            <a:ext cx="445008" cy="457200"/>
          </a:xfrm>
          <a:prstGeom prst="roundRect">
            <a:avLst>
              <a:gd name="adj" fmla="val 16438"/>
            </a:avLst>
          </a:prstGeom>
          <a:solidFill>
            <a:schemeClr val="bg2"/>
          </a:solidFill>
          <a:ln w="15875">
            <a:solidFill>
              <a:srgbClr val="D5DCE6"/>
            </a:solidFill>
            <a:prstDash val="solid"/>
          </a:ln>
        </p:spPr>
      </p:sp>
      <p:sp>
        <p:nvSpPr>
          <p:cNvPr id="75" name="Text 71"/>
          <p:cNvSpPr txBox="1"/>
          <p:nvPr/>
        </p:nvSpPr>
        <p:spPr>
          <a:xfrm>
            <a:off x="1024128" y="4819802"/>
            <a:ext cx="445008" cy="457200"/>
          </a:xfrm>
          <a:prstGeom prst="rect">
            <a:avLst/>
          </a:prstGeom>
          <a:noFill/>
          <a:ln/>
        </p:spPr>
        <p:txBody>
          <a:bodyPr wrap="square" lIns="0" tIns="0" rIns="0" bIns="0" rtlCol="0" anchor="ctr"/>
          <a:lstStyle/>
          <a:p>
            <a:pPr algn="ctr" indent="0" marL="0">
              <a:buNone/>
            </a:pPr>
            <a:r>
              <a:rPr lang="en-US" sz="1600" b="1" dirty="0">
                <a:solidFill>
                  <a:schemeClr val="tx1"/>
                </a:solidFill>
              </a:rPr>
              <a:t>je</a:t>
            </a:r>
            <a:endParaRPr lang="en-US" sz="1600" dirty="0"/>
          </a:p>
        </p:txBody>
      </p:sp>
      <p:sp>
        <p:nvSpPr>
          <p:cNvPr id="76" name="Shape 72"/>
          <p:cNvSpPr/>
          <p:nvPr/>
        </p:nvSpPr>
        <p:spPr>
          <a:xfrm>
            <a:off x="1560576" y="4819802"/>
            <a:ext cx="796544" cy="457200"/>
          </a:xfrm>
          <a:prstGeom prst="roundRect">
            <a:avLst>
              <a:gd name="adj" fmla="val 16000"/>
            </a:avLst>
          </a:prstGeom>
          <a:solidFill>
            <a:schemeClr val="bg2"/>
          </a:solidFill>
          <a:ln w="15875">
            <a:solidFill>
              <a:srgbClr val="D5DCE6"/>
            </a:solidFill>
            <a:prstDash val="solid"/>
          </a:ln>
        </p:spPr>
      </p:sp>
      <p:sp>
        <p:nvSpPr>
          <p:cNvPr id="77" name="Text 73"/>
          <p:cNvSpPr txBox="1"/>
          <p:nvPr/>
        </p:nvSpPr>
        <p:spPr>
          <a:xfrm>
            <a:off x="1560576" y="4819802"/>
            <a:ext cx="796544" cy="457200"/>
          </a:xfrm>
          <a:prstGeom prst="rect">
            <a:avLst/>
          </a:prstGeom>
          <a:noFill/>
          <a:ln/>
        </p:spPr>
        <p:txBody>
          <a:bodyPr wrap="square" lIns="0" tIns="0" rIns="0" bIns="0" rtlCol="0" anchor="ctr"/>
          <a:lstStyle/>
          <a:p>
            <a:pPr algn="ctr" indent="0" marL="0">
              <a:buNone/>
            </a:pPr>
            <a:r>
              <a:rPr lang="en-US" sz="1600" b="1" dirty="0">
                <a:solidFill>
                  <a:schemeClr val="tx1"/>
                </a:solidFill>
              </a:rPr>
              <a:t>waar</a:t>
            </a:r>
            <a:endParaRPr lang="en-US" sz="1600" dirty="0"/>
          </a:p>
        </p:txBody>
      </p:sp>
      <p:sp>
        <p:nvSpPr>
          <p:cNvPr id="78" name="Shape 74"/>
          <p:cNvSpPr/>
          <p:nvPr/>
        </p:nvSpPr>
        <p:spPr>
          <a:xfrm>
            <a:off x="2448560" y="4819802"/>
            <a:ext cx="849376" cy="457200"/>
          </a:xfrm>
          <a:prstGeom prst="roundRect">
            <a:avLst>
              <a:gd name="adj" fmla="val 16000"/>
            </a:avLst>
          </a:prstGeom>
          <a:solidFill>
            <a:srgbClr val="FBE9E7"/>
          </a:solidFill>
          <a:ln w="15875">
            <a:solidFill>
              <a:srgbClr val="B83227"/>
            </a:solidFill>
            <a:prstDash val="solid"/>
          </a:ln>
        </p:spPr>
      </p:sp>
      <p:sp>
        <p:nvSpPr>
          <p:cNvPr id="79" name="Text 75"/>
          <p:cNvSpPr txBox="1"/>
          <p:nvPr/>
        </p:nvSpPr>
        <p:spPr>
          <a:xfrm>
            <a:off x="2448560" y="4819802"/>
            <a:ext cx="849376" cy="457200"/>
          </a:xfrm>
          <a:prstGeom prst="rect">
            <a:avLst/>
          </a:prstGeom>
          <a:noFill/>
          <a:ln/>
        </p:spPr>
        <p:txBody>
          <a:bodyPr wrap="square" lIns="0" tIns="0" rIns="0" bIns="0" rtlCol="0" anchor="ctr"/>
          <a:lstStyle/>
          <a:p>
            <a:pPr algn="ctr" indent="0" marL="0">
              <a:buNone/>
            </a:pPr>
            <a:r>
              <a:rPr lang="en-US" sz="1600" b="1" dirty="0">
                <a:solidFill>
                  <a:schemeClr val="accent6"/>
                </a:solidFill>
              </a:rPr>
              <a:t>woon</a:t>
            </a:r>
            <a:endParaRPr lang="en-US" sz="1600" dirty="0"/>
          </a:p>
        </p:txBody>
      </p:sp>
      <p:sp>
        <p:nvSpPr>
          <p:cNvPr id="80" name="Shape 76"/>
          <p:cNvSpPr/>
          <p:nvPr/>
        </p:nvSpPr>
        <p:spPr>
          <a:xfrm>
            <a:off x="3389376" y="4819802"/>
            <a:ext cx="355600" cy="457200"/>
          </a:xfrm>
          <a:prstGeom prst="roundRect">
            <a:avLst>
              <a:gd name="adj" fmla="val 20571"/>
            </a:avLst>
          </a:prstGeom>
          <a:solidFill>
            <a:schemeClr val="bg2"/>
          </a:solidFill>
          <a:ln w="15875">
            <a:solidFill>
              <a:srgbClr val="D5DCE6"/>
            </a:solidFill>
            <a:prstDash val="solid"/>
          </a:ln>
        </p:spPr>
      </p:sp>
      <p:sp>
        <p:nvSpPr>
          <p:cNvPr id="81" name="Text 77"/>
          <p:cNvSpPr txBox="1"/>
          <p:nvPr/>
        </p:nvSpPr>
        <p:spPr>
          <a:xfrm>
            <a:off x="3389376" y="4819802"/>
            <a:ext cx="355600" cy="457200"/>
          </a:xfrm>
          <a:prstGeom prst="rect">
            <a:avLst/>
          </a:prstGeom>
          <a:noFill/>
          <a:ln/>
        </p:spPr>
        <p:txBody>
          <a:bodyPr wrap="square" lIns="0" tIns="0" rIns="0" bIns="0" rtlCol="0" anchor="ctr"/>
          <a:lstStyle/>
          <a:p>
            <a:pPr algn="ctr" indent="0" marL="0">
              <a:buNone/>
            </a:pPr>
            <a:r>
              <a:rPr lang="en-US" sz="1600" b="1" dirty="0">
                <a:solidFill>
                  <a:schemeClr val="tx1"/>
                </a:solidFill>
              </a:rPr>
              <a:t>?</a:t>
            </a:r>
            <a:endParaRPr lang="en-US" sz="1600" dirty="0"/>
          </a:p>
        </p:txBody>
      </p:sp>
      <p:sp>
        <p:nvSpPr>
          <p:cNvPr id="82" name="Shape 78"/>
          <p:cNvSpPr/>
          <p:nvPr/>
        </p:nvSpPr>
        <p:spPr>
          <a:xfrm>
            <a:off x="5760720" y="4701235"/>
            <a:ext cx="1143000" cy="694334"/>
          </a:xfrm>
          <a:prstGeom prst="roundRect">
            <a:avLst>
              <a:gd name="adj" fmla="val 6585"/>
            </a:avLst>
          </a:prstGeom>
          <a:solidFill>
            <a:srgbClr val="FFFFFF"/>
          </a:solidFill>
          <a:ln w="12700">
            <a:solidFill>
              <a:srgbClr val="4A5A70"/>
            </a:solidFill>
            <a:prstDash val="solid"/>
          </a:ln>
        </p:spPr>
      </p:sp>
      <p:sp>
        <p:nvSpPr>
          <p:cNvPr id="83" name="Shape 79"/>
          <p:cNvSpPr/>
          <p:nvPr/>
        </p:nvSpPr>
        <p:spPr>
          <a:xfrm>
            <a:off x="6951269" y="4701235"/>
            <a:ext cx="822960" cy="694334"/>
          </a:xfrm>
          <a:prstGeom prst="roundRect">
            <a:avLst>
              <a:gd name="adj" fmla="val 6585"/>
            </a:avLst>
          </a:prstGeom>
          <a:solidFill>
            <a:srgbClr val="FFFFFF"/>
          </a:solidFill>
          <a:ln w="25400">
            <a:solidFill>
              <a:srgbClr val="B83227"/>
            </a:solidFill>
            <a:prstDash val="solid"/>
          </a:ln>
        </p:spPr>
      </p:sp>
      <p:sp>
        <p:nvSpPr>
          <p:cNvPr id="84" name="Shape 80"/>
          <p:cNvSpPr/>
          <p:nvPr/>
        </p:nvSpPr>
        <p:spPr>
          <a:xfrm>
            <a:off x="7821778" y="4701235"/>
            <a:ext cx="1554480" cy="694334"/>
          </a:xfrm>
          <a:prstGeom prst="roundRect">
            <a:avLst>
              <a:gd name="adj" fmla="val 6585"/>
            </a:avLst>
          </a:prstGeom>
          <a:solidFill>
            <a:srgbClr val="FFFFFF"/>
          </a:solidFill>
          <a:ln w="12700">
            <a:solidFill>
              <a:srgbClr val="4A5A70"/>
            </a:solidFill>
            <a:prstDash val="solid"/>
          </a:ln>
        </p:spPr>
      </p:sp>
      <p:sp>
        <p:nvSpPr>
          <p:cNvPr id="85" name="Shape 81"/>
          <p:cNvSpPr/>
          <p:nvPr/>
        </p:nvSpPr>
        <p:spPr>
          <a:xfrm>
            <a:off x="9423806" y="4701235"/>
            <a:ext cx="1024128" cy="694334"/>
          </a:xfrm>
          <a:prstGeom prst="roundRect">
            <a:avLst>
              <a:gd name="adj" fmla="val 6585"/>
            </a:avLst>
          </a:prstGeom>
          <a:solidFill>
            <a:srgbClr val="FFFFFF"/>
          </a:solidFill>
          <a:ln w="12700">
            <a:solidFill>
              <a:srgbClr val="4A5A70"/>
            </a:solidFill>
            <a:prstDash val="solid"/>
          </a:ln>
        </p:spPr>
      </p:sp>
      <p:sp>
        <p:nvSpPr>
          <p:cNvPr id="86" name="Shape 82"/>
          <p:cNvSpPr/>
          <p:nvPr/>
        </p:nvSpPr>
        <p:spPr>
          <a:xfrm>
            <a:off x="10495483" y="4701235"/>
            <a:ext cx="384048" cy="694334"/>
          </a:xfrm>
          <a:prstGeom prst="roundRect">
            <a:avLst>
              <a:gd name="adj" fmla="val 11905"/>
            </a:avLst>
          </a:prstGeom>
          <a:solidFill>
            <a:srgbClr val="FFFFFF"/>
          </a:solidFill>
          <a:ln w="12700">
            <a:solidFill>
              <a:srgbClr val="4A5A70"/>
            </a:solidFill>
            <a:prstDash val="solid"/>
          </a:ln>
        </p:spPr>
      </p:sp>
      <p:sp>
        <p:nvSpPr>
          <p:cNvPr id="87" name="Shape 83"/>
          <p:cNvSpPr/>
          <p:nvPr/>
        </p:nvSpPr>
        <p:spPr>
          <a:xfrm>
            <a:off x="10927080" y="4701235"/>
            <a:ext cx="713232" cy="694334"/>
          </a:xfrm>
          <a:prstGeom prst="roundRect">
            <a:avLst>
              <a:gd name="adj" fmla="val 6585"/>
            </a:avLst>
          </a:prstGeom>
          <a:solidFill>
            <a:srgbClr val="FFFFFF"/>
          </a:solidFill>
          <a:ln w="25400">
            <a:solidFill>
              <a:srgbClr val="B83227"/>
            </a:solidFill>
            <a:prstDash val="solid"/>
          </a:ln>
        </p:spPr>
      </p:sp>
      <p:sp>
        <p:nvSpPr>
          <p:cNvPr id="88" name="Shape 84"/>
          <p:cNvSpPr/>
          <p:nvPr/>
        </p:nvSpPr>
        <p:spPr>
          <a:xfrm>
            <a:off x="548640" y="5651297"/>
            <a:ext cx="365760" cy="365760"/>
          </a:xfrm>
          <a:prstGeom prst="ellipse">
            <a:avLst/>
          </a:prstGeom>
          <a:solidFill>
            <a:schemeClr val="tx2"/>
          </a:solidFill>
          <a:ln w="12700">
            <a:solidFill>
              <a:srgbClr val="FFFFFF">
                <a:alpha val="0"/>
              </a:srgbClr>
            </a:solidFill>
            <a:prstDash val="solid"/>
          </a:ln>
        </p:spPr>
      </p:sp>
      <p:sp>
        <p:nvSpPr>
          <p:cNvPr id="89" name="Text 85"/>
          <p:cNvSpPr txBox="1"/>
          <p:nvPr/>
        </p:nvSpPr>
        <p:spPr>
          <a:xfrm>
            <a:off x="548640" y="5651297"/>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90" name="Shape 86"/>
          <p:cNvSpPr/>
          <p:nvPr/>
        </p:nvSpPr>
        <p:spPr>
          <a:xfrm>
            <a:off x="1024128" y="5605577"/>
            <a:ext cx="979424" cy="457200"/>
          </a:xfrm>
          <a:prstGeom prst="roundRect">
            <a:avLst>
              <a:gd name="adj" fmla="val 16000"/>
            </a:avLst>
          </a:prstGeom>
          <a:solidFill>
            <a:srgbClr val="FBE9E7"/>
          </a:solidFill>
          <a:ln w="15875">
            <a:solidFill>
              <a:srgbClr val="B83227"/>
            </a:solidFill>
            <a:prstDash val="solid"/>
          </a:ln>
        </p:spPr>
      </p:sp>
      <p:sp>
        <p:nvSpPr>
          <p:cNvPr id="91" name="Text 87"/>
          <p:cNvSpPr txBox="1"/>
          <p:nvPr/>
        </p:nvSpPr>
        <p:spPr>
          <a:xfrm>
            <a:off x="1024128" y="5605577"/>
            <a:ext cx="979424" cy="457200"/>
          </a:xfrm>
          <a:prstGeom prst="rect">
            <a:avLst/>
          </a:prstGeom>
          <a:noFill/>
          <a:ln/>
        </p:spPr>
        <p:txBody>
          <a:bodyPr wrap="square" lIns="0" tIns="0" rIns="0" bIns="0" rtlCol="0" anchor="ctr"/>
          <a:lstStyle/>
          <a:p>
            <a:pPr algn="ctr" indent="0" marL="0">
              <a:buNone/>
            </a:pPr>
            <a:r>
              <a:rPr lang="en-US" sz="1600" b="1" dirty="0">
                <a:solidFill>
                  <a:schemeClr val="accent6"/>
                </a:solidFill>
              </a:rPr>
              <a:t>begint</a:t>
            </a:r>
            <a:endParaRPr lang="en-US" sz="1600" dirty="0"/>
          </a:p>
        </p:txBody>
      </p:sp>
      <p:sp>
        <p:nvSpPr>
          <p:cNvPr id="92" name="Shape 88"/>
          <p:cNvSpPr/>
          <p:nvPr/>
        </p:nvSpPr>
        <p:spPr>
          <a:xfrm>
            <a:off x="2094992" y="5605577"/>
            <a:ext cx="922528" cy="457200"/>
          </a:xfrm>
          <a:prstGeom prst="roundRect">
            <a:avLst>
              <a:gd name="adj" fmla="val 16000"/>
            </a:avLst>
          </a:prstGeom>
          <a:solidFill>
            <a:schemeClr val="bg2"/>
          </a:solidFill>
          <a:ln w="15875">
            <a:solidFill>
              <a:srgbClr val="D5DCE6"/>
            </a:solidFill>
            <a:prstDash val="solid"/>
          </a:ln>
        </p:spPr>
      </p:sp>
      <p:sp>
        <p:nvSpPr>
          <p:cNvPr id="93" name="Text 89"/>
          <p:cNvSpPr txBox="1"/>
          <p:nvPr/>
        </p:nvSpPr>
        <p:spPr>
          <a:xfrm>
            <a:off x="2094992" y="5605577"/>
            <a:ext cx="922528" cy="457200"/>
          </a:xfrm>
          <a:prstGeom prst="rect">
            <a:avLst/>
          </a:prstGeom>
          <a:noFill/>
          <a:ln/>
        </p:spPr>
        <p:txBody>
          <a:bodyPr wrap="square" lIns="0" tIns="0" rIns="0" bIns="0" rtlCol="0" anchor="ctr"/>
          <a:lstStyle/>
          <a:p>
            <a:pPr algn="ctr" indent="0" marL="0">
              <a:buNone/>
            </a:pPr>
            <a:r>
              <a:rPr lang="en-US" sz="1600" b="1" dirty="0">
                <a:solidFill>
                  <a:schemeClr val="tx1"/>
                </a:solidFill>
              </a:rPr>
              <a:t>de les</a:t>
            </a:r>
            <a:endParaRPr lang="en-US" sz="1600" dirty="0"/>
          </a:p>
        </p:txBody>
      </p:sp>
      <p:sp>
        <p:nvSpPr>
          <p:cNvPr id="94" name="Shape 90"/>
          <p:cNvSpPr/>
          <p:nvPr/>
        </p:nvSpPr>
        <p:spPr>
          <a:xfrm>
            <a:off x="3108960" y="5605577"/>
            <a:ext cx="1261872" cy="457200"/>
          </a:xfrm>
          <a:prstGeom prst="roundRect">
            <a:avLst>
              <a:gd name="adj" fmla="val 16000"/>
            </a:avLst>
          </a:prstGeom>
          <a:solidFill>
            <a:schemeClr val="bg2"/>
          </a:solidFill>
          <a:ln w="15875">
            <a:solidFill>
              <a:srgbClr val="D5DCE6"/>
            </a:solidFill>
            <a:prstDash val="solid"/>
          </a:ln>
        </p:spPr>
      </p:sp>
      <p:sp>
        <p:nvSpPr>
          <p:cNvPr id="95" name="Text 91"/>
          <p:cNvSpPr txBox="1"/>
          <p:nvPr/>
        </p:nvSpPr>
        <p:spPr>
          <a:xfrm>
            <a:off x="3108960" y="5605577"/>
            <a:ext cx="1261872" cy="457200"/>
          </a:xfrm>
          <a:prstGeom prst="rect">
            <a:avLst/>
          </a:prstGeom>
          <a:noFill/>
          <a:ln/>
        </p:spPr>
        <p:txBody>
          <a:bodyPr wrap="square" lIns="0" tIns="0" rIns="0" bIns="0" rtlCol="0" anchor="ctr"/>
          <a:lstStyle/>
          <a:p>
            <a:pPr algn="ctr" indent="0" marL="0">
              <a:buNone/>
            </a:pPr>
            <a:r>
              <a:rPr lang="en-US" sz="1600" b="1" dirty="0">
                <a:solidFill>
                  <a:schemeClr val="tx1"/>
                </a:solidFill>
              </a:rPr>
              <a:t>om 9 uur</a:t>
            </a:r>
            <a:endParaRPr lang="en-US" sz="1600" dirty="0"/>
          </a:p>
        </p:txBody>
      </p:sp>
      <p:sp>
        <p:nvSpPr>
          <p:cNvPr id="96" name="Shape 92"/>
          <p:cNvSpPr/>
          <p:nvPr/>
        </p:nvSpPr>
        <p:spPr>
          <a:xfrm>
            <a:off x="4462272" y="5605577"/>
            <a:ext cx="355600" cy="457200"/>
          </a:xfrm>
          <a:prstGeom prst="roundRect">
            <a:avLst>
              <a:gd name="adj" fmla="val 20571"/>
            </a:avLst>
          </a:prstGeom>
          <a:solidFill>
            <a:schemeClr val="bg2"/>
          </a:solidFill>
          <a:ln w="15875">
            <a:solidFill>
              <a:srgbClr val="D5DCE6"/>
            </a:solidFill>
            <a:prstDash val="solid"/>
          </a:ln>
        </p:spPr>
      </p:sp>
      <p:sp>
        <p:nvSpPr>
          <p:cNvPr id="97" name="Text 93"/>
          <p:cNvSpPr txBox="1"/>
          <p:nvPr/>
        </p:nvSpPr>
        <p:spPr>
          <a:xfrm>
            <a:off x="4462272" y="5605577"/>
            <a:ext cx="355600" cy="457200"/>
          </a:xfrm>
          <a:prstGeom prst="rect">
            <a:avLst/>
          </a:prstGeom>
          <a:noFill/>
          <a:ln/>
        </p:spPr>
        <p:txBody>
          <a:bodyPr wrap="square" lIns="0" tIns="0" rIns="0" bIns="0" rtlCol="0" anchor="ctr"/>
          <a:lstStyle/>
          <a:p>
            <a:pPr algn="ctr" indent="0" marL="0">
              <a:buNone/>
            </a:pPr>
            <a:r>
              <a:rPr lang="en-US" sz="1600" b="1" dirty="0">
                <a:solidFill>
                  <a:schemeClr val="tx1"/>
                </a:solidFill>
              </a:rPr>
              <a:t>?</a:t>
            </a:r>
            <a:endParaRPr lang="en-US" sz="1600" dirty="0"/>
          </a:p>
        </p:txBody>
      </p:sp>
      <p:sp>
        <p:nvSpPr>
          <p:cNvPr id="98" name="Shape 94"/>
          <p:cNvSpPr/>
          <p:nvPr/>
        </p:nvSpPr>
        <p:spPr>
          <a:xfrm>
            <a:off x="5760720" y="5487010"/>
            <a:ext cx="1143000" cy="694334"/>
          </a:xfrm>
          <a:prstGeom prst="roundRect">
            <a:avLst>
              <a:gd name="adj" fmla="val 6585"/>
            </a:avLst>
          </a:prstGeom>
          <a:solidFill>
            <a:srgbClr val="FFFFFF"/>
          </a:solidFill>
          <a:ln w="12700">
            <a:solidFill>
              <a:srgbClr val="4A5A70"/>
            </a:solidFill>
            <a:prstDash val="solid"/>
          </a:ln>
        </p:spPr>
      </p:sp>
      <p:sp>
        <p:nvSpPr>
          <p:cNvPr id="99" name="Shape 95"/>
          <p:cNvSpPr/>
          <p:nvPr/>
        </p:nvSpPr>
        <p:spPr>
          <a:xfrm>
            <a:off x="6951269" y="5487010"/>
            <a:ext cx="822960" cy="694334"/>
          </a:xfrm>
          <a:prstGeom prst="roundRect">
            <a:avLst>
              <a:gd name="adj" fmla="val 6585"/>
            </a:avLst>
          </a:prstGeom>
          <a:solidFill>
            <a:srgbClr val="FFFFFF"/>
          </a:solidFill>
          <a:ln w="25400">
            <a:solidFill>
              <a:srgbClr val="B83227"/>
            </a:solidFill>
            <a:prstDash val="solid"/>
          </a:ln>
        </p:spPr>
      </p:sp>
      <p:sp>
        <p:nvSpPr>
          <p:cNvPr id="100" name="Shape 96"/>
          <p:cNvSpPr/>
          <p:nvPr/>
        </p:nvSpPr>
        <p:spPr>
          <a:xfrm>
            <a:off x="7821778" y="5487010"/>
            <a:ext cx="1554480" cy="694334"/>
          </a:xfrm>
          <a:prstGeom prst="roundRect">
            <a:avLst>
              <a:gd name="adj" fmla="val 6585"/>
            </a:avLst>
          </a:prstGeom>
          <a:solidFill>
            <a:srgbClr val="FFFFFF"/>
          </a:solidFill>
          <a:ln w="12700">
            <a:solidFill>
              <a:srgbClr val="4A5A70"/>
            </a:solidFill>
            <a:prstDash val="solid"/>
          </a:ln>
        </p:spPr>
      </p:sp>
      <p:sp>
        <p:nvSpPr>
          <p:cNvPr id="101" name="Shape 97"/>
          <p:cNvSpPr/>
          <p:nvPr/>
        </p:nvSpPr>
        <p:spPr>
          <a:xfrm>
            <a:off x="9423806" y="5487010"/>
            <a:ext cx="1024128" cy="694334"/>
          </a:xfrm>
          <a:prstGeom prst="roundRect">
            <a:avLst>
              <a:gd name="adj" fmla="val 6585"/>
            </a:avLst>
          </a:prstGeom>
          <a:solidFill>
            <a:srgbClr val="FFFFFF"/>
          </a:solidFill>
          <a:ln w="12700">
            <a:solidFill>
              <a:srgbClr val="4A5A70"/>
            </a:solidFill>
            <a:prstDash val="solid"/>
          </a:ln>
        </p:spPr>
      </p:sp>
      <p:sp>
        <p:nvSpPr>
          <p:cNvPr id="102" name="Shape 98"/>
          <p:cNvSpPr/>
          <p:nvPr/>
        </p:nvSpPr>
        <p:spPr>
          <a:xfrm>
            <a:off x="10495483" y="5487010"/>
            <a:ext cx="384048" cy="694334"/>
          </a:xfrm>
          <a:prstGeom prst="roundRect">
            <a:avLst>
              <a:gd name="adj" fmla="val 11905"/>
            </a:avLst>
          </a:prstGeom>
          <a:solidFill>
            <a:srgbClr val="FFFFFF"/>
          </a:solidFill>
          <a:ln w="12700">
            <a:solidFill>
              <a:srgbClr val="4A5A70"/>
            </a:solidFill>
            <a:prstDash val="solid"/>
          </a:ln>
        </p:spPr>
      </p:sp>
      <p:sp>
        <p:nvSpPr>
          <p:cNvPr id="103" name="Shape 99"/>
          <p:cNvSpPr/>
          <p:nvPr/>
        </p:nvSpPr>
        <p:spPr>
          <a:xfrm>
            <a:off x="10927080" y="5487010"/>
            <a:ext cx="713232" cy="694334"/>
          </a:xfrm>
          <a:prstGeom prst="roundRect">
            <a:avLst>
              <a:gd name="adj" fmla="val 6585"/>
            </a:avLst>
          </a:prstGeom>
          <a:solidFill>
            <a:srgbClr val="FFFFFF"/>
          </a:solidFill>
          <a:ln w="25400">
            <a:solidFill>
              <a:srgbClr val="B83227"/>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3 — Remets dans l’ordre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Remettez les étiquettes dans l’ordre, puis placez-les dans la grille.</a:t>
            </a:r>
            <a:endParaRPr lang="en-US" sz="1700" dirty="0"/>
          </a:p>
        </p:txBody>
      </p:sp>
      <p:sp>
        <p:nvSpPr>
          <p:cNvPr id="9" name="Shape 5"/>
          <p:cNvSpPr/>
          <p:nvPr/>
        </p:nvSpPr>
        <p:spPr>
          <a:xfrm>
            <a:off x="6195060" y="1950720"/>
            <a:ext cx="274320" cy="274320"/>
          </a:xfrm>
          <a:prstGeom prst="ellipse">
            <a:avLst/>
          </a:prstGeom>
          <a:solidFill>
            <a:schemeClr val="tx2"/>
          </a:solidFill>
          <a:ln w="12700">
            <a:solidFill>
              <a:srgbClr val="FFFFFF">
                <a:alpha val="0"/>
              </a:srgbClr>
            </a:solidFill>
            <a:prstDash val="solid"/>
          </a:ln>
        </p:spPr>
      </p:sp>
      <p:sp>
        <p:nvSpPr>
          <p:cNvPr id="10" name="Text 6"/>
          <p:cNvSpPr txBox="1"/>
          <p:nvPr/>
        </p:nvSpPr>
        <p:spPr>
          <a:xfrm>
            <a:off x="6195060" y="1950720"/>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1</a:t>
            </a:r>
            <a:endParaRPr lang="en-US" sz="1000" dirty="0"/>
          </a:p>
        </p:txBody>
      </p:sp>
      <p:sp>
        <p:nvSpPr>
          <p:cNvPr id="11" name="Shape 7"/>
          <p:cNvSpPr/>
          <p:nvPr/>
        </p:nvSpPr>
        <p:spPr>
          <a:xfrm>
            <a:off x="7170725" y="1895856"/>
            <a:ext cx="384048" cy="384048"/>
          </a:xfrm>
          <a:prstGeom prst="ellipse">
            <a:avLst/>
          </a:prstGeom>
          <a:noFill/>
          <a:ln w="25400">
            <a:solidFill>
              <a:srgbClr val="B83227"/>
            </a:solidFill>
            <a:prstDash val="solid"/>
          </a:ln>
        </p:spPr>
      </p:sp>
      <p:sp>
        <p:nvSpPr>
          <p:cNvPr id="12" name="Shape 8"/>
          <p:cNvSpPr/>
          <p:nvPr/>
        </p:nvSpPr>
        <p:spPr>
          <a:xfrm>
            <a:off x="7225589" y="1950720"/>
            <a:ext cx="274320" cy="274320"/>
          </a:xfrm>
          <a:prstGeom prst="ellipse">
            <a:avLst/>
          </a:prstGeom>
          <a:solidFill>
            <a:schemeClr val="accent6"/>
          </a:solidFill>
          <a:ln w="12700">
            <a:solidFill>
              <a:srgbClr val="FFFFFF">
                <a:alpha val="0"/>
              </a:srgbClr>
            </a:solidFill>
            <a:prstDash val="solid"/>
          </a:ln>
        </p:spPr>
      </p:sp>
      <p:sp>
        <p:nvSpPr>
          <p:cNvPr id="13" name="Text 9"/>
          <p:cNvSpPr txBox="1"/>
          <p:nvPr/>
        </p:nvSpPr>
        <p:spPr>
          <a:xfrm>
            <a:off x="7225589" y="1950720"/>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14" name="Shape 10"/>
          <p:cNvSpPr/>
          <p:nvPr/>
        </p:nvSpPr>
        <p:spPr>
          <a:xfrm>
            <a:off x="8461858" y="1950720"/>
            <a:ext cx="274320" cy="274320"/>
          </a:xfrm>
          <a:prstGeom prst="ellipse">
            <a:avLst/>
          </a:prstGeom>
          <a:solidFill>
            <a:schemeClr val="tx2"/>
          </a:solidFill>
          <a:ln w="12700">
            <a:solidFill>
              <a:srgbClr val="FFFFFF">
                <a:alpha val="0"/>
              </a:srgbClr>
            </a:solidFill>
            <a:prstDash val="solid"/>
          </a:ln>
        </p:spPr>
      </p:sp>
      <p:sp>
        <p:nvSpPr>
          <p:cNvPr id="15" name="Text 11"/>
          <p:cNvSpPr txBox="1"/>
          <p:nvPr/>
        </p:nvSpPr>
        <p:spPr>
          <a:xfrm>
            <a:off x="8461858" y="1950720"/>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16" name="Shape 12"/>
          <p:cNvSpPr/>
          <p:nvPr/>
        </p:nvSpPr>
        <p:spPr>
          <a:xfrm>
            <a:off x="9798710" y="1950720"/>
            <a:ext cx="274320" cy="274320"/>
          </a:xfrm>
          <a:prstGeom prst="ellipse">
            <a:avLst/>
          </a:prstGeom>
          <a:solidFill>
            <a:schemeClr val="tx2"/>
          </a:solidFill>
          <a:ln w="12700">
            <a:solidFill>
              <a:srgbClr val="FFFFFF">
                <a:alpha val="0"/>
              </a:srgbClr>
            </a:solidFill>
            <a:prstDash val="solid"/>
          </a:ln>
        </p:spPr>
      </p:sp>
      <p:sp>
        <p:nvSpPr>
          <p:cNvPr id="17" name="Text 13"/>
          <p:cNvSpPr txBox="1"/>
          <p:nvPr/>
        </p:nvSpPr>
        <p:spPr>
          <a:xfrm>
            <a:off x="9798710" y="1950720"/>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4</a:t>
            </a:r>
            <a:endParaRPr lang="en-US" sz="1000" dirty="0"/>
          </a:p>
        </p:txBody>
      </p:sp>
      <p:sp>
        <p:nvSpPr>
          <p:cNvPr id="18" name="Shape 14"/>
          <p:cNvSpPr/>
          <p:nvPr/>
        </p:nvSpPr>
        <p:spPr>
          <a:xfrm>
            <a:off x="10550347" y="1950720"/>
            <a:ext cx="274320" cy="274320"/>
          </a:xfrm>
          <a:prstGeom prst="ellipse">
            <a:avLst/>
          </a:prstGeom>
          <a:solidFill>
            <a:schemeClr val="tx2"/>
          </a:solidFill>
          <a:ln w="12700">
            <a:solidFill>
              <a:srgbClr val="FFFFFF">
                <a:alpha val="0"/>
              </a:srgbClr>
            </a:solidFill>
            <a:prstDash val="solid"/>
          </a:ln>
        </p:spPr>
      </p:sp>
      <p:sp>
        <p:nvSpPr>
          <p:cNvPr id="19" name="Text 15"/>
          <p:cNvSpPr txBox="1"/>
          <p:nvPr/>
        </p:nvSpPr>
        <p:spPr>
          <a:xfrm>
            <a:off x="10550347" y="1950720"/>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5</a:t>
            </a:r>
            <a:endParaRPr lang="en-US" sz="1000" dirty="0"/>
          </a:p>
        </p:txBody>
      </p:sp>
      <p:sp>
        <p:nvSpPr>
          <p:cNvPr id="20" name="Shape 16"/>
          <p:cNvSpPr/>
          <p:nvPr/>
        </p:nvSpPr>
        <p:spPr>
          <a:xfrm>
            <a:off x="11091672" y="1895856"/>
            <a:ext cx="384048" cy="384048"/>
          </a:xfrm>
          <a:prstGeom prst="ellipse">
            <a:avLst/>
          </a:prstGeom>
          <a:noFill/>
          <a:ln w="25400">
            <a:solidFill>
              <a:srgbClr val="B83227"/>
            </a:solidFill>
            <a:prstDash val="solid"/>
          </a:ln>
        </p:spPr>
      </p:sp>
      <p:sp>
        <p:nvSpPr>
          <p:cNvPr id="21" name="Shape 17"/>
          <p:cNvSpPr/>
          <p:nvPr/>
        </p:nvSpPr>
        <p:spPr>
          <a:xfrm>
            <a:off x="11146536" y="1950720"/>
            <a:ext cx="274320" cy="274320"/>
          </a:xfrm>
          <a:prstGeom prst="ellipse">
            <a:avLst/>
          </a:prstGeom>
          <a:solidFill>
            <a:schemeClr val="accent6"/>
          </a:solidFill>
          <a:ln w="12700">
            <a:solidFill>
              <a:srgbClr val="FFFFFF">
                <a:alpha val="0"/>
              </a:srgbClr>
            </a:solidFill>
            <a:prstDash val="solid"/>
          </a:ln>
        </p:spPr>
      </p:sp>
      <p:sp>
        <p:nvSpPr>
          <p:cNvPr id="22" name="Text 18"/>
          <p:cNvSpPr txBox="1"/>
          <p:nvPr/>
        </p:nvSpPr>
        <p:spPr>
          <a:xfrm>
            <a:off x="11146536" y="1950720"/>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6</a:t>
            </a:r>
            <a:endParaRPr lang="en-US" sz="1000" dirty="0"/>
          </a:p>
        </p:txBody>
      </p:sp>
      <p:sp>
        <p:nvSpPr>
          <p:cNvPr id="23" name="Shape 19"/>
          <p:cNvSpPr/>
          <p:nvPr/>
        </p:nvSpPr>
        <p:spPr>
          <a:xfrm>
            <a:off x="548640" y="2508199"/>
            <a:ext cx="365760" cy="365760"/>
          </a:xfrm>
          <a:prstGeom prst="ellipse">
            <a:avLst/>
          </a:prstGeom>
          <a:solidFill>
            <a:schemeClr val="tx2"/>
          </a:solidFill>
          <a:ln w="12700">
            <a:solidFill>
              <a:srgbClr val="FFFFFF">
                <a:alpha val="0"/>
              </a:srgbClr>
            </a:solidFill>
            <a:prstDash val="solid"/>
          </a:ln>
        </p:spPr>
      </p:sp>
      <p:sp>
        <p:nvSpPr>
          <p:cNvPr id="24" name="Text 20"/>
          <p:cNvSpPr txBox="1"/>
          <p:nvPr/>
        </p:nvSpPr>
        <p:spPr>
          <a:xfrm>
            <a:off x="548640" y="2508199"/>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5" name="Text 21"/>
          <p:cNvSpPr txBox="1"/>
          <p:nvPr/>
        </p:nvSpPr>
        <p:spPr>
          <a:xfrm>
            <a:off x="1024128" y="2343912"/>
            <a:ext cx="4572000" cy="694334"/>
          </a:xfrm>
          <a:prstGeom prst="rect">
            <a:avLst/>
          </a:prstGeom>
          <a:noFill/>
          <a:ln/>
        </p:spPr>
        <p:txBody>
          <a:bodyPr wrap="square" lIns="0" tIns="0" rIns="0" bIns="0" rtlCol="0" anchor="ctr"/>
          <a:lstStyle/>
          <a:p>
            <a:pPr algn="l" indent="0" marL="0">
              <a:buNone/>
            </a:pPr>
            <a:r>
              <a:rPr lang="en-US" sz="1300" b="1" dirty="0">
                <a:solidFill>
                  <a:schemeClr val="accent3"/>
                </a:solidFill>
              </a:rPr>
              <a:t>Ik bel morgen de klant op.</a:t>
            </a:r>
            <a:endParaRPr lang="en-US" sz="1300" dirty="0"/>
          </a:p>
          <a:p>
            <a:pPr algn="l" indent="0" marL="0">
              <a:buNone/>
            </a:pPr>
            <a:r>
              <a:rPr lang="en-US" sz="1300" b="1" dirty="0">
                <a:solidFill>
                  <a:schemeClr val="accent3"/>
                </a:solidFill>
              </a:rPr>
              <a:t>Ik bel de klant morgen op.</a:t>
            </a:r>
            <a:endParaRPr lang="en-US" sz="1300" dirty="0"/>
          </a:p>
          <a:p>
            <a:pPr algn="l" indent="0" marL="0">
              <a:buNone/>
            </a:pPr>
            <a:r>
              <a:rPr lang="en-US" sz="1300" b="1" dirty="0">
                <a:solidFill>
                  <a:schemeClr val="accent3"/>
                </a:solidFill>
              </a:rPr>
              <a:t>Morgen bel ik de klant op.</a:t>
            </a:r>
            <a:endParaRPr lang="en-US" sz="1300" dirty="0"/>
          </a:p>
        </p:txBody>
      </p:sp>
      <p:sp>
        <p:nvSpPr>
          <p:cNvPr id="26" name="Shape 22"/>
          <p:cNvSpPr/>
          <p:nvPr/>
        </p:nvSpPr>
        <p:spPr>
          <a:xfrm>
            <a:off x="5760720" y="2343912"/>
            <a:ext cx="1143000" cy="694334"/>
          </a:xfrm>
          <a:prstGeom prst="roundRect">
            <a:avLst>
              <a:gd name="adj" fmla="val 6585"/>
            </a:avLst>
          </a:prstGeom>
          <a:solidFill>
            <a:srgbClr val="FFFFFF"/>
          </a:solidFill>
          <a:ln w="12700">
            <a:solidFill>
              <a:srgbClr val="4A5A70"/>
            </a:solidFill>
            <a:prstDash val="solid"/>
          </a:ln>
        </p:spPr>
      </p:sp>
      <p:sp>
        <p:nvSpPr>
          <p:cNvPr id="27" name="Text 23"/>
          <p:cNvSpPr txBox="1"/>
          <p:nvPr/>
        </p:nvSpPr>
        <p:spPr>
          <a:xfrm>
            <a:off x="5788152" y="2343912"/>
            <a:ext cx="1088136" cy="694334"/>
          </a:xfrm>
          <a:prstGeom prst="rect">
            <a:avLst/>
          </a:prstGeom>
          <a:noFill/>
          <a:ln/>
        </p:spPr>
        <p:txBody>
          <a:bodyPr wrap="square" lIns="0" tIns="0" rIns="0" bIns="0" rtlCol="0" anchor="ctr"/>
          <a:lstStyle/>
          <a:p>
            <a:pPr algn="ctr" indent="0" marL="0">
              <a:buNone/>
            </a:pPr>
            <a:r>
              <a:rPr lang="en-US" sz="1400" b="1" dirty="0">
                <a:solidFill>
                  <a:schemeClr val="accent2"/>
                </a:solidFill>
              </a:rPr>
              <a:t>Ik</a:t>
            </a:r>
            <a:endParaRPr lang="en-US" sz="1400" dirty="0"/>
          </a:p>
        </p:txBody>
      </p:sp>
      <p:sp>
        <p:nvSpPr>
          <p:cNvPr id="28" name="Shape 24"/>
          <p:cNvSpPr/>
          <p:nvPr/>
        </p:nvSpPr>
        <p:spPr>
          <a:xfrm>
            <a:off x="6951269" y="2343912"/>
            <a:ext cx="822960" cy="694334"/>
          </a:xfrm>
          <a:prstGeom prst="roundRect">
            <a:avLst>
              <a:gd name="adj" fmla="val 6585"/>
            </a:avLst>
          </a:prstGeom>
          <a:solidFill>
            <a:srgbClr val="FFFFFF"/>
          </a:solidFill>
          <a:ln w="25400">
            <a:solidFill>
              <a:srgbClr val="B83227"/>
            </a:solidFill>
            <a:prstDash val="solid"/>
          </a:ln>
        </p:spPr>
      </p:sp>
      <p:sp>
        <p:nvSpPr>
          <p:cNvPr id="29" name="Text 25"/>
          <p:cNvSpPr txBox="1"/>
          <p:nvPr/>
        </p:nvSpPr>
        <p:spPr>
          <a:xfrm>
            <a:off x="6978701" y="2343912"/>
            <a:ext cx="768096" cy="694334"/>
          </a:xfrm>
          <a:prstGeom prst="rect">
            <a:avLst/>
          </a:prstGeom>
          <a:noFill/>
          <a:ln/>
        </p:spPr>
        <p:txBody>
          <a:bodyPr wrap="square" lIns="0" tIns="0" rIns="0" bIns="0" rtlCol="0" anchor="ctr"/>
          <a:lstStyle/>
          <a:p>
            <a:pPr algn="ctr" indent="0" marL="0">
              <a:buNone/>
            </a:pPr>
            <a:r>
              <a:rPr lang="en-US" sz="1400" b="1" dirty="0">
                <a:solidFill>
                  <a:schemeClr val="accent6"/>
                </a:solidFill>
              </a:rPr>
              <a:t>bel</a:t>
            </a:r>
            <a:endParaRPr lang="en-US" sz="1400" dirty="0"/>
          </a:p>
        </p:txBody>
      </p:sp>
      <p:sp>
        <p:nvSpPr>
          <p:cNvPr id="30" name="Shape 26"/>
          <p:cNvSpPr/>
          <p:nvPr/>
        </p:nvSpPr>
        <p:spPr>
          <a:xfrm>
            <a:off x="7821778" y="2343912"/>
            <a:ext cx="1554480" cy="694334"/>
          </a:xfrm>
          <a:prstGeom prst="roundRect">
            <a:avLst>
              <a:gd name="adj" fmla="val 6585"/>
            </a:avLst>
          </a:prstGeom>
          <a:solidFill>
            <a:srgbClr val="FFFFFF"/>
          </a:solidFill>
          <a:ln w="12700">
            <a:solidFill>
              <a:srgbClr val="4A5A70"/>
            </a:solidFill>
            <a:prstDash val="solid"/>
          </a:ln>
        </p:spPr>
      </p:sp>
      <p:sp>
        <p:nvSpPr>
          <p:cNvPr id="31" name="Text 27"/>
          <p:cNvSpPr txBox="1"/>
          <p:nvPr/>
        </p:nvSpPr>
        <p:spPr>
          <a:xfrm>
            <a:off x="7849210" y="2343912"/>
            <a:ext cx="1499616" cy="694334"/>
          </a:xfrm>
          <a:prstGeom prst="rect">
            <a:avLst/>
          </a:prstGeom>
          <a:noFill/>
          <a:ln/>
        </p:spPr>
        <p:txBody>
          <a:bodyPr wrap="square" lIns="0" tIns="0" rIns="0" bIns="0" rtlCol="0" anchor="ctr"/>
          <a:lstStyle/>
          <a:p>
            <a:pPr algn="ctr" indent="0" marL="0">
              <a:buNone/>
            </a:pPr>
            <a:r>
              <a:rPr lang="en-US" sz="1400" dirty="0">
                <a:solidFill>
                  <a:schemeClr val="tx1"/>
                </a:solidFill>
              </a:rPr>
              <a:t>morgen</a:t>
            </a:r>
            <a:endParaRPr lang="en-US" sz="1400" dirty="0"/>
          </a:p>
        </p:txBody>
      </p:sp>
      <p:sp>
        <p:nvSpPr>
          <p:cNvPr id="32" name="Shape 28"/>
          <p:cNvSpPr/>
          <p:nvPr/>
        </p:nvSpPr>
        <p:spPr>
          <a:xfrm>
            <a:off x="9423806" y="2343912"/>
            <a:ext cx="1024128" cy="694334"/>
          </a:xfrm>
          <a:prstGeom prst="roundRect">
            <a:avLst>
              <a:gd name="adj" fmla="val 6585"/>
            </a:avLst>
          </a:prstGeom>
          <a:solidFill>
            <a:srgbClr val="FFFFFF"/>
          </a:solidFill>
          <a:ln w="12700">
            <a:solidFill>
              <a:srgbClr val="4A5A70"/>
            </a:solidFill>
            <a:prstDash val="solid"/>
          </a:ln>
        </p:spPr>
      </p:sp>
      <p:sp>
        <p:nvSpPr>
          <p:cNvPr id="33" name="Text 29"/>
          <p:cNvSpPr txBox="1"/>
          <p:nvPr/>
        </p:nvSpPr>
        <p:spPr>
          <a:xfrm>
            <a:off x="9451238" y="2343912"/>
            <a:ext cx="969264" cy="694334"/>
          </a:xfrm>
          <a:prstGeom prst="rect">
            <a:avLst/>
          </a:prstGeom>
          <a:noFill/>
          <a:ln/>
        </p:spPr>
        <p:txBody>
          <a:bodyPr wrap="square" lIns="0" tIns="0" rIns="0" bIns="0" rtlCol="0" anchor="ctr"/>
          <a:lstStyle/>
          <a:p>
            <a:pPr algn="ctr" indent="0" marL="0">
              <a:buNone/>
            </a:pPr>
            <a:r>
              <a:rPr lang="en-US" sz="1400" dirty="0">
                <a:solidFill>
                  <a:schemeClr val="tx1"/>
                </a:solidFill>
              </a:rPr>
              <a:t>de klant</a:t>
            </a:r>
            <a:endParaRPr lang="en-US" sz="1400" dirty="0"/>
          </a:p>
        </p:txBody>
      </p:sp>
      <p:sp>
        <p:nvSpPr>
          <p:cNvPr id="34" name="Shape 30"/>
          <p:cNvSpPr/>
          <p:nvPr/>
        </p:nvSpPr>
        <p:spPr>
          <a:xfrm>
            <a:off x="10495483" y="2343912"/>
            <a:ext cx="384048" cy="694334"/>
          </a:xfrm>
          <a:prstGeom prst="roundRect">
            <a:avLst>
              <a:gd name="adj" fmla="val 11905"/>
            </a:avLst>
          </a:prstGeom>
          <a:solidFill>
            <a:srgbClr val="FFFFFF"/>
          </a:solidFill>
          <a:ln w="12700">
            <a:solidFill>
              <a:srgbClr val="4A5A70"/>
            </a:solidFill>
            <a:prstDash val="solid"/>
          </a:ln>
        </p:spPr>
      </p:sp>
      <p:sp>
        <p:nvSpPr>
          <p:cNvPr id="35" name="Shape 31"/>
          <p:cNvSpPr/>
          <p:nvPr/>
        </p:nvSpPr>
        <p:spPr>
          <a:xfrm>
            <a:off x="10927080" y="2343912"/>
            <a:ext cx="713232" cy="694334"/>
          </a:xfrm>
          <a:prstGeom prst="roundRect">
            <a:avLst>
              <a:gd name="adj" fmla="val 6585"/>
            </a:avLst>
          </a:prstGeom>
          <a:solidFill>
            <a:srgbClr val="FFFFFF"/>
          </a:solidFill>
          <a:ln w="25400">
            <a:solidFill>
              <a:srgbClr val="B83227"/>
            </a:solidFill>
            <a:prstDash val="solid"/>
          </a:ln>
        </p:spPr>
      </p:sp>
      <p:sp>
        <p:nvSpPr>
          <p:cNvPr id="36" name="Text 32"/>
          <p:cNvSpPr txBox="1"/>
          <p:nvPr/>
        </p:nvSpPr>
        <p:spPr>
          <a:xfrm>
            <a:off x="10954512" y="2343912"/>
            <a:ext cx="658368" cy="694334"/>
          </a:xfrm>
          <a:prstGeom prst="rect">
            <a:avLst/>
          </a:prstGeom>
          <a:noFill/>
          <a:ln/>
        </p:spPr>
        <p:txBody>
          <a:bodyPr wrap="square" lIns="0" tIns="0" rIns="0" bIns="0" rtlCol="0" anchor="ctr"/>
          <a:lstStyle/>
          <a:p>
            <a:pPr algn="ctr" indent="0" marL="0">
              <a:buNone/>
            </a:pPr>
            <a:r>
              <a:rPr lang="en-US" sz="1400" b="1" dirty="0">
                <a:solidFill>
                  <a:schemeClr val="accent6"/>
                </a:solidFill>
              </a:rPr>
              <a:t>op.</a:t>
            </a:r>
            <a:endParaRPr lang="en-US" sz="1400" dirty="0"/>
          </a:p>
        </p:txBody>
      </p:sp>
      <p:sp>
        <p:nvSpPr>
          <p:cNvPr id="37" name="Shape 33"/>
          <p:cNvSpPr/>
          <p:nvPr/>
        </p:nvSpPr>
        <p:spPr>
          <a:xfrm>
            <a:off x="548640" y="3293974"/>
            <a:ext cx="365760" cy="365760"/>
          </a:xfrm>
          <a:prstGeom prst="ellipse">
            <a:avLst/>
          </a:prstGeom>
          <a:solidFill>
            <a:schemeClr val="tx2"/>
          </a:solidFill>
          <a:ln w="12700">
            <a:solidFill>
              <a:srgbClr val="FFFFFF">
                <a:alpha val="0"/>
              </a:srgbClr>
            </a:solidFill>
            <a:prstDash val="solid"/>
          </a:ln>
        </p:spPr>
      </p:sp>
      <p:sp>
        <p:nvSpPr>
          <p:cNvPr id="38" name="Text 34"/>
          <p:cNvSpPr txBox="1"/>
          <p:nvPr/>
        </p:nvSpPr>
        <p:spPr>
          <a:xfrm>
            <a:off x="548640" y="3293974"/>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39" name="Text 35"/>
          <p:cNvSpPr txBox="1"/>
          <p:nvPr/>
        </p:nvSpPr>
        <p:spPr>
          <a:xfrm>
            <a:off x="1024128" y="3129686"/>
            <a:ext cx="4572000" cy="694334"/>
          </a:xfrm>
          <a:prstGeom prst="rect">
            <a:avLst/>
          </a:prstGeom>
          <a:noFill/>
          <a:ln/>
        </p:spPr>
        <p:txBody>
          <a:bodyPr wrap="square" lIns="0" tIns="0" rIns="0" bIns="0" rtlCol="0" anchor="ctr"/>
          <a:lstStyle/>
          <a:p>
            <a:pPr algn="l" indent="0" marL="0">
              <a:buNone/>
            </a:pPr>
            <a:r>
              <a:rPr lang="en-US" sz="1300" b="1" dirty="0">
                <a:solidFill>
                  <a:schemeClr val="accent3"/>
                </a:solidFill>
              </a:rPr>
              <a:t>Mijn collega werkt elke dag in Gent.</a:t>
            </a:r>
            <a:endParaRPr lang="en-US" sz="1300" dirty="0"/>
          </a:p>
          <a:p>
            <a:pPr algn="l" indent="0" marL="0">
              <a:buNone/>
            </a:pPr>
            <a:r>
              <a:rPr lang="en-US" sz="1300" b="1" dirty="0">
                <a:solidFill>
                  <a:schemeClr val="accent3"/>
                </a:solidFill>
              </a:rPr>
              <a:t>Elke dag werkt mijn collega in Gent.</a:t>
            </a:r>
            <a:endParaRPr lang="en-US" sz="1300" dirty="0"/>
          </a:p>
          <a:p>
            <a:pPr algn="l" indent="0" marL="0">
              <a:buNone/>
            </a:pPr>
            <a:r>
              <a:rPr lang="en-US" sz="1300" b="1" dirty="0">
                <a:solidFill>
                  <a:schemeClr val="accent3"/>
                </a:solidFill>
              </a:rPr>
              <a:t>In Gent werkt mijn collega elke dag.</a:t>
            </a:r>
            <a:endParaRPr lang="en-US" sz="1300" dirty="0"/>
          </a:p>
        </p:txBody>
      </p:sp>
      <p:sp>
        <p:nvSpPr>
          <p:cNvPr id="40" name="Shape 36"/>
          <p:cNvSpPr/>
          <p:nvPr/>
        </p:nvSpPr>
        <p:spPr>
          <a:xfrm>
            <a:off x="5760720" y="3129686"/>
            <a:ext cx="1143000" cy="694334"/>
          </a:xfrm>
          <a:prstGeom prst="roundRect">
            <a:avLst>
              <a:gd name="adj" fmla="val 6585"/>
            </a:avLst>
          </a:prstGeom>
          <a:solidFill>
            <a:srgbClr val="FFFFFF"/>
          </a:solidFill>
          <a:ln w="12700">
            <a:solidFill>
              <a:srgbClr val="4A5A70"/>
            </a:solidFill>
            <a:prstDash val="solid"/>
          </a:ln>
        </p:spPr>
      </p:sp>
      <p:sp>
        <p:nvSpPr>
          <p:cNvPr id="41" name="Text 37"/>
          <p:cNvSpPr txBox="1"/>
          <p:nvPr/>
        </p:nvSpPr>
        <p:spPr>
          <a:xfrm>
            <a:off x="5788152" y="3129686"/>
            <a:ext cx="1088136" cy="694334"/>
          </a:xfrm>
          <a:prstGeom prst="rect">
            <a:avLst/>
          </a:prstGeom>
          <a:noFill/>
          <a:ln/>
        </p:spPr>
        <p:txBody>
          <a:bodyPr wrap="square" lIns="0" tIns="0" rIns="0" bIns="0" rtlCol="0" anchor="ctr"/>
          <a:lstStyle/>
          <a:p>
            <a:pPr algn="ctr" indent="0" marL="0">
              <a:buNone/>
            </a:pPr>
            <a:r>
              <a:rPr lang="en-US" sz="1200" b="1" dirty="0">
                <a:solidFill>
                  <a:schemeClr val="accent2"/>
                </a:solidFill>
              </a:rPr>
              <a:t>Mijn collega</a:t>
            </a:r>
            <a:endParaRPr lang="en-US" sz="1200" dirty="0"/>
          </a:p>
        </p:txBody>
      </p:sp>
      <p:sp>
        <p:nvSpPr>
          <p:cNvPr id="42" name="Shape 38"/>
          <p:cNvSpPr/>
          <p:nvPr/>
        </p:nvSpPr>
        <p:spPr>
          <a:xfrm>
            <a:off x="6951269" y="3129686"/>
            <a:ext cx="822960" cy="694334"/>
          </a:xfrm>
          <a:prstGeom prst="roundRect">
            <a:avLst>
              <a:gd name="adj" fmla="val 6585"/>
            </a:avLst>
          </a:prstGeom>
          <a:solidFill>
            <a:srgbClr val="FFFFFF"/>
          </a:solidFill>
          <a:ln w="25400">
            <a:solidFill>
              <a:srgbClr val="B83227"/>
            </a:solidFill>
            <a:prstDash val="solid"/>
          </a:ln>
        </p:spPr>
      </p:sp>
      <p:sp>
        <p:nvSpPr>
          <p:cNvPr id="43" name="Text 39"/>
          <p:cNvSpPr txBox="1"/>
          <p:nvPr/>
        </p:nvSpPr>
        <p:spPr>
          <a:xfrm>
            <a:off x="6978701" y="3129686"/>
            <a:ext cx="768096" cy="694334"/>
          </a:xfrm>
          <a:prstGeom prst="rect">
            <a:avLst/>
          </a:prstGeom>
          <a:noFill/>
          <a:ln/>
        </p:spPr>
        <p:txBody>
          <a:bodyPr wrap="square" lIns="0" tIns="0" rIns="0" bIns="0" rtlCol="0" anchor="ctr"/>
          <a:lstStyle/>
          <a:p>
            <a:pPr algn="ctr" indent="0" marL="0">
              <a:buNone/>
            </a:pPr>
            <a:r>
              <a:rPr lang="en-US" sz="1400" b="1" dirty="0">
                <a:solidFill>
                  <a:schemeClr val="accent6"/>
                </a:solidFill>
              </a:rPr>
              <a:t>werkt</a:t>
            </a:r>
            <a:endParaRPr lang="en-US" sz="1400" dirty="0"/>
          </a:p>
        </p:txBody>
      </p:sp>
      <p:sp>
        <p:nvSpPr>
          <p:cNvPr id="44" name="Shape 40"/>
          <p:cNvSpPr/>
          <p:nvPr/>
        </p:nvSpPr>
        <p:spPr>
          <a:xfrm>
            <a:off x="7821778" y="3129686"/>
            <a:ext cx="1554480" cy="694334"/>
          </a:xfrm>
          <a:prstGeom prst="roundRect">
            <a:avLst>
              <a:gd name="adj" fmla="val 6585"/>
            </a:avLst>
          </a:prstGeom>
          <a:solidFill>
            <a:srgbClr val="FFFFFF"/>
          </a:solidFill>
          <a:ln w="12700">
            <a:solidFill>
              <a:srgbClr val="4A5A70"/>
            </a:solidFill>
            <a:prstDash val="solid"/>
          </a:ln>
        </p:spPr>
      </p:sp>
      <p:sp>
        <p:nvSpPr>
          <p:cNvPr id="45" name="Text 41"/>
          <p:cNvSpPr txBox="1"/>
          <p:nvPr/>
        </p:nvSpPr>
        <p:spPr>
          <a:xfrm>
            <a:off x="7849210" y="3129686"/>
            <a:ext cx="1499616" cy="694334"/>
          </a:xfrm>
          <a:prstGeom prst="rect">
            <a:avLst/>
          </a:prstGeom>
          <a:noFill/>
          <a:ln/>
        </p:spPr>
        <p:txBody>
          <a:bodyPr wrap="square" lIns="0" tIns="0" rIns="0" bIns="0" rtlCol="0" anchor="ctr"/>
          <a:lstStyle/>
          <a:p>
            <a:pPr algn="ctr" indent="0" marL="0">
              <a:buNone/>
            </a:pPr>
            <a:r>
              <a:rPr lang="en-US" sz="1300" dirty="0">
                <a:solidFill>
                  <a:schemeClr val="tx1"/>
                </a:solidFill>
              </a:rPr>
              <a:t>elke dag in Gent.</a:t>
            </a:r>
            <a:endParaRPr lang="en-US" sz="1300" dirty="0"/>
          </a:p>
        </p:txBody>
      </p:sp>
      <p:sp>
        <p:nvSpPr>
          <p:cNvPr id="46" name="Shape 42"/>
          <p:cNvSpPr/>
          <p:nvPr/>
        </p:nvSpPr>
        <p:spPr>
          <a:xfrm>
            <a:off x="9423806" y="3129686"/>
            <a:ext cx="1024128" cy="694334"/>
          </a:xfrm>
          <a:prstGeom prst="roundRect">
            <a:avLst>
              <a:gd name="adj" fmla="val 6585"/>
            </a:avLst>
          </a:prstGeom>
          <a:solidFill>
            <a:srgbClr val="FFFFFF"/>
          </a:solidFill>
          <a:ln w="12700">
            <a:solidFill>
              <a:srgbClr val="4A5A70"/>
            </a:solidFill>
            <a:prstDash val="solid"/>
          </a:ln>
        </p:spPr>
      </p:sp>
      <p:sp>
        <p:nvSpPr>
          <p:cNvPr id="47" name="Shape 43"/>
          <p:cNvSpPr/>
          <p:nvPr/>
        </p:nvSpPr>
        <p:spPr>
          <a:xfrm>
            <a:off x="10495483" y="3129686"/>
            <a:ext cx="384048" cy="694334"/>
          </a:xfrm>
          <a:prstGeom prst="roundRect">
            <a:avLst>
              <a:gd name="adj" fmla="val 11905"/>
            </a:avLst>
          </a:prstGeom>
          <a:solidFill>
            <a:srgbClr val="FFFFFF"/>
          </a:solidFill>
          <a:ln w="12700">
            <a:solidFill>
              <a:srgbClr val="4A5A70"/>
            </a:solidFill>
            <a:prstDash val="solid"/>
          </a:ln>
        </p:spPr>
      </p:sp>
      <p:sp>
        <p:nvSpPr>
          <p:cNvPr id="48" name="Shape 44"/>
          <p:cNvSpPr/>
          <p:nvPr/>
        </p:nvSpPr>
        <p:spPr>
          <a:xfrm>
            <a:off x="10927080" y="3129686"/>
            <a:ext cx="713232" cy="694334"/>
          </a:xfrm>
          <a:prstGeom prst="roundRect">
            <a:avLst>
              <a:gd name="adj" fmla="val 6585"/>
            </a:avLst>
          </a:prstGeom>
          <a:solidFill>
            <a:srgbClr val="FFFFFF"/>
          </a:solidFill>
          <a:ln w="25400">
            <a:solidFill>
              <a:srgbClr val="B83227"/>
            </a:solidFill>
            <a:prstDash val="solid"/>
          </a:ln>
        </p:spPr>
      </p:sp>
      <p:sp>
        <p:nvSpPr>
          <p:cNvPr id="49" name="Shape 45"/>
          <p:cNvSpPr/>
          <p:nvPr/>
        </p:nvSpPr>
        <p:spPr>
          <a:xfrm>
            <a:off x="548640" y="4079748"/>
            <a:ext cx="365760" cy="365760"/>
          </a:xfrm>
          <a:prstGeom prst="ellipse">
            <a:avLst/>
          </a:prstGeom>
          <a:solidFill>
            <a:schemeClr val="tx2"/>
          </a:solidFill>
          <a:ln w="12700">
            <a:solidFill>
              <a:srgbClr val="FFFFFF">
                <a:alpha val="0"/>
              </a:srgbClr>
            </a:solidFill>
            <a:prstDash val="solid"/>
          </a:ln>
        </p:spPr>
      </p:sp>
      <p:sp>
        <p:nvSpPr>
          <p:cNvPr id="50" name="Text 46"/>
          <p:cNvSpPr txBox="1"/>
          <p:nvPr/>
        </p:nvSpPr>
        <p:spPr>
          <a:xfrm>
            <a:off x="548640" y="407974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51" name="Text 47"/>
          <p:cNvSpPr txBox="1"/>
          <p:nvPr/>
        </p:nvSpPr>
        <p:spPr>
          <a:xfrm>
            <a:off x="1024128" y="3915461"/>
            <a:ext cx="4572000" cy="694334"/>
          </a:xfrm>
          <a:prstGeom prst="rect">
            <a:avLst/>
          </a:prstGeom>
          <a:noFill/>
          <a:ln/>
        </p:spPr>
        <p:txBody>
          <a:bodyPr wrap="square" lIns="0" tIns="0" rIns="0" bIns="0" rtlCol="0" anchor="ctr"/>
          <a:lstStyle/>
          <a:p>
            <a:pPr algn="l" indent="0" marL="0">
              <a:buNone/>
            </a:pPr>
            <a:r>
              <a:rPr lang="en-US" sz="1600" b="1" dirty="0">
                <a:solidFill>
                  <a:schemeClr val="accent3"/>
                </a:solidFill>
              </a:rPr>
              <a:t>We moeten Nederlands leren.</a:t>
            </a:r>
            <a:endParaRPr lang="en-US" sz="1600" dirty="0"/>
          </a:p>
        </p:txBody>
      </p:sp>
      <p:sp>
        <p:nvSpPr>
          <p:cNvPr id="52" name="Shape 48"/>
          <p:cNvSpPr/>
          <p:nvPr/>
        </p:nvSpPr>
        <p:spPr>
          <a:xfrm>
            <a:off x="5760720" y="3915461"/>
            <a:ext cx="1143000" cy="694334"/>
          </a:xfrm>
          <a:prstGeom prst="roundRect">
            <a:avLst>
              <a:gd name="adj" fmla="val 6585"/>
            </a:avLst>
          </a:prstGeom>
          <a:solidFill>
            <a:srgbClr val="FFFFFF"/>
          </a:solidFill>
          <a:ln w="12700">
            <a:solidFill>
              <a:srgbClr val="4A5A70"/>
            </a:solidFill>
            <a:prstDash val="solid"/>
          </a:ln>
        </p:spPr>
      </p:sp>
      <p:sp>
        <p:nvSpPr>
          <p:cNvPr id="53" name="Text 49"/>
          <p:cNvSpPr txBox="1"/>
          <p:nvPr/>
        </p:nvSpPr>
        <p:spPr>
          <a:xfrm>
            <a:off x="5788152" y="3915461"/>
            <a:ext cx="1088136" cy="694334"/>
          </a:xfrm>
          <a:prstGeom prst="rect">
            <a:avLst/>
          </a:prstGeom>
          <a:noFill/>
          <a:ln/>
        </p:spPr>
        <p:txBody>
          <a:bodyPr wrap="square" lIns="0" tIns="0" rIns="0" bIns="0" rtlCol="0" anchor="ctr"/>
          <a:lstStyle/>
          <a:p>
            <a:pPr algn="ctr" indent="0" marL="0">
              <a:buNone/>
            </a:pPr>
            <a:r>
              <a:rPr lang="en-US" sz="1400" b="1" dirty="0">
                <a:solidFill>
                  <a:schemeClr val="accent2"/>
                </a:solidFill>
              </a:rPr>
              <a:t>We</a:t>
            </a:r>
            <a:endParaRPr lang="en-US" sz="1400" dirty="0"/>
          </a:p>
        </p:txBody>
      </p:sp>
      <p:sp>
        <p:nvSpPr>
          <p:cNvPr id="54" name="Shape 50"/>
          <p:cNvSpPr/>
          <p:nvPr/>
        </p:nvSpPr>
        <p:spPr>
          <a:xfrm>
            <a:off x="6951269" y="3915461"/>
            <a:ext cx="822960" cy="694334"/>
          </a:xfrm>
          <a:prstGeom prst="roundRect">
            <a:avLst>
              <a:gd name="adj" fmla="val 6585"/>
            </a:avLst>
          </a:prstGeom>
          <a:solidFill>
            <a:srgbClr val="FFFFFF"/>
          </a:solidFill>
          <a:ln w="25400">
            <a:solidFill>
              <a:srgbClr val="B83227"/>
            </a:solidFill>
            <a:prstDash val="solid"/>
          </a:ln>
        </p:spPr>
      </p:sp>
      <p:sp>
        <p:nvSpPr>
          <p:cNvPr id="55" name="Text 51"/>
          <p:cNvSpPr txBox="1"/>
          <p:nvPr/>
        </p:nvSpPr>
        <p:spPr>
          <a:xfrm>
            <a:off x="6978701" y="3915461"/>
            <a:ext cx="768096" cy="694334"/>
          </a:xfrm>
          <a:prstGeom prst="rect">
            <a:avLst/>
          </a:prstGeom>
          <a:noFill/>
          <a:ln/>
        </p:spPr>
        <p:txBody>
          <a:bodyPr wrap="square" lIns="0" tIns="0" rIns="0" bIns="0" rtlCol="0" anchor="ctr"/>
          <a:lstStyle/>
          <a:p>
            <a:pPr algn="ctr" indent="0" marL="0">
              <a:buNone/>
            </a:pPr>
            <a:r>
              <a:rPr lang="en-US" sz="1300" b="1" dirty="0">
                <a:solidFill>
                  <a:schemeClr val="accent6"/>
                </a:solidFill>
              </a:rPr>
              <a:t>moeten</a:t>
            </a:r>
            <a:endParaRPr lang="en-US" sz="1300" dirty="0"/>
          </a:p>
        </p:txBody>
      </p:sp>
      <p:sp>
        <p:nvSpPr>
          <p:cNvPr id="56" name="Shape 52"/>
          <p:cNvSpPr/>
          <p:nvPr/>
        </p:nvSpPr>
        <p:spPr>
          <a:xfrm>
            <a:off x="7821778" y="3915461"/>
            <a:ext cx="1554480" cy="694334"/>
          </a:xfrm>
          <a:prstGeom prst="roundRect">
            <a:avLst>
              <a:gd name="adj" fmla="val 6585"/>
            </a:avLst>
          </a:prstGeom>
          <a:solidFill>
            <a:srgbClr val="FFFFFF"/>
          </a:solidFill>
          <a:ln w="12700">
            <a:solidFill>
              <a:srgbClr val="4A5A70"/>
            </a:solidFill>
            <a:prstDash val="solid"/>
          </a:ln>
        </p:spPr>
      </p:sp>
      <p:sp>
        <p:nvSpPr>
          <p:cNvPr id="57" name="Shape 53"/>
          <p:cNvSpPr/>
          <p:nvPr/>
        </p:nvSpPr>
        <p:spPr>
          <a:xfrm>
            <a:off x="9423806" y="3915461"/>
            <a:ext cx="1024128" cy="694334"/>
          </a:xfrm>
          <a:prstGeom prst="roundRect">
            <a:avLst>
              <a:gd name="adj" fmla="val 6585"/>
            </a:avLst>
          </a:prstGeom>
          <a:solidFill>
            <a:srgbClr val="FFFFFF"/>
          </a:solidFill>
          <a:ln w="12700">
            <a:solidFill>
              <a:srgbClr val="4A5A70"/>
            </a:solidFill>
            <a:prstDash val="solid"/>
          </a:ln>
        </p:spPr>
      </p:sp>
      <p:sp>
        <p:nvSpPr>
          <p:cNvPr id="58" name="Text 54"/>
          <p:cNvSpPr txBox="1"/>
          <p:nvPr/>
        </p:nvSpPr>
        <p:spPr>
          <a:xfrm>
            <a:off x="9451238" y="3915461"/>
            <a:ext cx="969264" cy="694334"/>
          </a:xfrm>
          <a:prstGeom prst="rect">
            <a:avLst/>
          </a:prstGeom>
          <a:noFill/>
          <a:ln/>
        </p:spPr>
        <p:txBody>
          <a:bodyPr wrap="square" lIns="0" tIns="0" rIns="0" bIns="0" rtlCol="0" anchor="ctr"/>
          <a:lstStyle/>
          <a:p>
            <a:pPr algn="ctr" indent="0" marL="0">
              <a:buNone/>
            </a:pPr>
            <a:r>
              <a:rPr lang="en-US" sz="1200" dirty="0">
                <a:solidFill>
                  <a:schemeClr val="tx1"/>
                </a:solidFill>
              </a:rPr>
              <a:t>Nederlands</a:t>
            </a:r>
            <a:endParaRPr lang="en-US" sz="1200" dirty="0"/>
          </a:p>
        </p:txBody>
      </p:sp>
      <p:sp>
        <p:nvSpPr>
          <p:cNvPr id="59" name="Shape 55"/>
          <p:cNvSpPr/>
          <p:nvPr/>
        </p:nvSpPr>
        <p:spPr>
          <a:xfrm>
            <a:off x="10495483" y="3915461"/>
            <a:ext cx="384048" cy="694334"/>
          </a:xfrm>
          <a:prstGeom prst="roundRect">
            <a:avLst>
              <a:gd name="adj" fmla="val 11905"/>
            </a:avLst>
          </a:prstGeom>
          <a:solidFill>
            <a:srgbClr val="FFFFFF"/>
          </a:solidFill>
          <a:ln w="12700">
            <a:solidFill>
              <a:srgbClr val="4A5A70"/>
            </a:solidFill>
            <a:prstDash val="solid"/>
          </a:ln>
        </p:spPr>
      </p:sp>
      <p:sp>
        <p:nvSpPr>
          <p:cNvPr id="60" name="Shape 56"/>
          <p:cNvSpPr/>
          <p:nvPr/>
        </p:nvSpPr>
        <p:spPr>
          <a:xfrm>
            <a:off x="10927080" y="3915461"/>
            <a:ext cx="713232" cy="694334"/>
          </a:xfrm>
          <a:prstGeom prst="roundRect">
            <a:avLst>
              <a:gd name="adj" fmla="val 6585"/>
            </a:avLst>
          </a:prstGeom>
          <a:solidFill>
            <a:srgbClr val="FFFFFF"/>
          </a:solidFill>
          <a:ln w="25400">
            <a:solidFill>
              <a:srgbClr val="B83227"/>
            </a:solidFill>
            <a:prstDash val="solid"/>
          </a:ln>
        </p:spPr>
      </p:sp>
      <p:sp>
        <p:nvSpPr>
          <p:cNvPr id="61" name="Text 57"/>
          <p:cNvSpPr txBox="1"/>
          <p:nvPr/>
        </p:nvSpPr>
        <p:spPr>
          <a:xfrm>
            <a:off x="10954512" y="3915461"/>
            <a:ext cx="658368" cy="694334"/>
          </a:xfrm>
          <a:prstGeom prst="rect">
            <a:avLst/>
          </a:prstGeom>
          <a:noFill/>
          <a:ln/>
        </p:spPr>
        <p:txBody>
          <a:bodyPr wrap="square" lIns="0" tIns="0" rIns="0" bIns="0" rtlCol="0" anchor="ctr"/>
          <a:lstStyle/>
          <a:p>
            <a:pPr algn="ctr" indent="0" marL="0">
              <a:buNone/>
            </a:pPr>
            <a:r>
              <a:rPr lang="en-US" sz="1400" b="1" dirty="0">
                <a:solidFill>
                  <a:schemeClr val="accent6"/>
                </a:solidFill>
              </a:rPr>
              <a:t>leren.</a:t>
            </a:r>
            <a:endParaRPr lang="en-US" sz="1400" dirty="0"/>
          </a:p>
        </p:txBody>
      </p:sp>
      <p:sp>
        <p:nvSpPr>
          <p:cNvPr id="62" name="Shape 58"/>
          <p:cNvSpPr/>
          <p:nvPr/>
        </p:nvSpPr>
        <p:spPr>
          <a:xfrm>
            <a:off x="548640" y="4865522"/>
            <a:ext cx="365760" cy="365760"/>
          </a:xfrm>
          <a:prstGeom prst="ellipse">
            <a:avLst/>
          </a:prstGeom>
          <a:solidFill>
            <a:schemeClr val="tx2"/>
          </a:solidFill>
          <a:ln w="12700">
            <a:solidFill>
              <a:srgbClr val="FFFFFF">
                <a:alpha val="0"/>
              </a:srgbClr>
            </a:solidFill>
            <a:prstDash val="solid"/>
          </a:ln>
        </p:spPr>
      </p:sp>
      <p:sp>
        <p:nvSpPr>
          <p:cNvPr id="63" name="Text 59"/>
          <p:cNvSpPr txBox="1"/>
          <p:nvPr/>
        </p:nvSpPr>
        <p:spPr>
          <a:xfrm>
            <a:off x="548640" y="486552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64" name="Text 60"/>
          <p:cNvSpPr txBox="1"/>
          <p:nvPr/>
        </p:nvSpPr>
        <p:spPr>
          <a:xfrm>
            <a:off x="1024128" y="4701235"/>
            <a:ext cx="4572000" cy="694334"/>
          </a:xfrm>
          <a:prstGeom prst="rect">
            <a:avLst/>
          </a:prstGeom>
          <a:noFill/>
          <a:ln/>
        </p:spPr>
        <p:txBody>
          <a:bodyPr wrap="square" lIns="0" tIns="0" rIns="0" bIns="0" rtlCol="0" anchor="ctr"/>
          <a:lstStyle/>
          <a:p>
            <a:pPr algn="l" indent="0" marL="0">
              <a:buNone/>
            </a:pPr>
            <a:r>
              <a:rPr lang="en-US" sz="1600" b="1" dirty="0">
                <a:solidFill>
                  <a:schemeClr val="accent3"/>
                </a:solidFill>
              </a:rPr>
              <a:t>Waar woon je?</a:t>
            </a:r>
            <a:endParaRPr lang="en-US" sz="1600" dirty="0"/>
          </a:p>
        </p:txBody>
      </p:sp>
      <p:sp>
        <p:nvSpPr>
          <p:cNvPr id="65" name="Shape 61"/>
          <p:cNvSpPr/>
          <p:nvPr/>
        </p:nvSpPr>
        <p:spPr>
          <a:xfrm>
            <a:off x="5760720" y="4701235"/>
            <a:ext cx="1143000" cy="694334"/>
          </a:xfrm>
          <a:prstGeom prst="roundRect">
            <a:avLst>
              <a:gd name="adj" fmla="val 6585"/>
            </a:avLst>
          </a:prstGeom>
          <a:solidFill>
            <a:srgbClr val="FFFFFF"/>
          </a:solidFill>
          <a:ln w="12700">
            <a:solidFill>
              <a:srgbClr val="4A5A70"/>
            </a:solidFill>
            <a:prstDash val="solid"/>
          </a:ln>
        </p:spPr>
      </p:sp>
      <p:sp>
        <p:nvSpPr>
          <p:cNvPr id="66" name="Text 62"/>
          <p:cNvSpPr txBox="1"/>
          <p:nvPr/>
        </p:nvSpPr>
        <p:spPr>
          <a:xfrm>
            <a:off x="5788152" y="4701235"/>
            <a:ext cx="1088136" cy="694334"/>
          </a:xfrm>
          <a:prstGeom prst="rect">
            <a:avLst/>
          </a:prstGeom>
          <a:noFill/>
          <a:ln/>
        </p:spPr>
        <p:txBody>
          <a:bodyPr wrap="square" lIns="0" tIns="0" rIns="0" bIns="0" rtlCol="0" anchor="ctr"/>
          <a:lstStyle/>
          <a:p>
            <a:pPr algn="ctr" indent="0" marL="0">
              <a:buNone/>
            </a:pPr>
            <a:r>
              <a:rPr lang="en-US" sz="1400" b="1" dirty="0">
                <a:solidFill>
                  <a:schemeClr val="accent1"/>
                </a:solidFill>
              </a:rPr>
              <a:t>Waar</a:t>
            </a:r>
            <a:endParaRPr lang="en-US" sz="1400" dirty="0"/>
          </a:p>
        </p:txBody>
      </p:sp>
      <p:sp>
        <p:nvSpPr>
          <p:cNvPr id="67" name="Shape 63"/>
          <p:cNvSpPr/>
          <p:nvPr/>
        </p:nvSpPr>
        <p:spPr>
          <a:xfrm>
            <a:off x="6951269" y="4701235"/>
            <a:ext cx="822960" cy="694334"/>
          </a:xfrm>
          <a:prstGeom prst="roundRect">
            <a:avLst>
              <a:gd name="adj" fmla="val 6585"/>
            </a:avLst>
          </a:prstGeom>
          <a:solidFill>
            <a:srgbClr val="FFFFFF"/>
          </a:solidFill>
          <a:ln w="25400">
            <a:solidFill>
              <a:srgbClr val="B83227"/>
            </a:solidFill>
            <a:prstDash val="solid"/>
          </a:ln>
        </p:spPr>
      </p:sp>
      <p:sp>
        <p:nvSpPr>
          <p:cNvPr id="68" name="Text 64"/>
          <p:cNvSpPr txBox="1"/>
          <p:nvPr/>
        </p:nvSpPr>
        <p:spPr>
          <a:xfrm>
            <a:off x="6978701" y="4701235"/>
            <a:ext cx="768096" cy="694334"/>
          </a:xfrm>
          <a:prstGeom prst="rect">
            <a:avLst/>
          </a:prstGeom>
          <a:noFill/>
          <a:ln/>
        </p:spPr>
        <p:txBody>
          <a:bodyPr wrap="square" lIns="0" tIns="0" rIns="0" bIns="0" rtlCol="0" anchor="ctr"/>
          <a:lstStyle/>
          <a:p>
            <a:pPr algn="ctr" indent="0" marL="0">
              <a:buNone/>
            </a:pPr>
            <a:r>
              <a:rPr lang="en-US" sz="1400" b="1" dirty="0">
                <a:solidFill>
                  <a:schemeClr val="accent6"/>
                </a:solidFill>
              </a:rPr>
              <a:t>woon</a:t>
            </a:r>
            <a:endParaRPr lang="en-US" sz="1400" dirty="0"/>
          </a:p>
        </p:txBody>
      </p:sp>
      <p:sp>
        <p:nvSpPr>
          <p:cNvPr id="69" name="Shape 65"/>
          <p:cNvSpPr/>
          <p:nvPr/>
        </p:nvSpPr>
        <p:spPr>
          <a:xfrm>
            <a:off x="7821778" y="4701235"/>
            <a:ext cx="1554480" cy="694334"/>
          </a:xfrm>
          <a:prstGeom prst="roundRect">
            <a:avLst>
              <a:gd name="adj" fmla="val 6585"/>
            </a:avLst>
          </a:prstGeom>
          <a:solidFill>
            <a:srgbClr val="FFFFFF"/>
          </a:solidFill>
          <a:ln w="12700">
            <a:solidFill>
              <a:srgbClr val="4A5A70"/>
            </a:solidFill>
            <a:prstDash val="solid"/>
          </a:ln>
        </p:spPr>
      </p:sp>
      <p:sp>
        <p:nvSpPr>
          <p:cNvPr id="70" name="Text 66"/>
          <p:cNvSpPr txBox="1"/>
          <p:nvPr/>
        </p:nvSpPr>
        <p:spPr>
          <a:xfrm>
            <a:off x="7849210" y="4701235"/>
            <a:ext cx="1499616" cy="694334"/>
          </a:xfrm>
          <a:prstGeom prst="rect">
            <a:avLst/>
          </a:prstGeom>
          <a:noFill/>
          <a:ln/>
        </p:spPr>
        <p:txBody>
          <a:bodyPr wrap="square" lIns="0" tIns="0" rIns="0" bIns="0" rtlCol="0" anchor="ctr"/>
          <a:lstStyle/>
          <a:p>
            <a:pPr algn="ctr" indent="0" marL="0">
              <a:buNone/>
            </a:pPr>
            <a:r>
              <a:rPr lang="en-US" sz="1400" b="1" dirty="0">
                <a:solidFill>
                  <a:schemeClr val="accent2"/>
                </a:solidFill>
              </a:rPr>
              <a:t>je</a:t>
            </a:r>
            <a:r>
              <a:rPr lang="en-US" sz="1400" dirty="0">
                <a:solidFill>
                  <a:schemeClr val="tx1"/>
                </a:solidFill>
              </a:rPr>
              <a:t>?</a:t>
            </a:r>
            <a:endParaRPr lang="en-US" sz="1400" dirty="0"/>
          </a:p>
        </p:txBody>
      </p:sp>
      <p:sp>
        <p:nvSpPr>
          <p:cNvPr id="71" name="Shape 67"/>
          <p:cNvSpPr/>
          <p:nvPr/>
        </p:nvSpPr>
        <p:spPr>
          <a:xfrm>
            <a:off x="9423806" y="4701235"/>
            <a:ext cx="1024128" cy="694334"/>
          </a:xfrm>
          <a:prstGeom prst="roundRect">
            <a:avLst>
              <a:gd name="adj" fmla="val 6585"/>
            </a:avLst>
          </a:prstGeom>
          <a:solidFill>
            <a:srgbClr val="FFFFFF"/>
          </a:solidFill>
          <a:ln w="12700">
            <a:solidFill>
              <a:srgbClr val="4A5A70"/>
            </a:solidFill>
            <a:prstDash val="solid"/>
          </a:ln>
        </p:spPr>
      </p:sp>
      <p:sp>
        <p:nvSpPr>
          <p:cNvPr id="72" name="Shape 68"/>
          <p:cNvSpPr/>
          <p:nvPr/>
        </p:nvSpPr>
        <p:spPr>
          <a:xfrm>
            <a:off x="10495483" y="4701235"/>
            <a:ext cx="384048" cy="694334"/>
          </a:xfrm>
          <a:prstGeom prst="roundRect">
            <a:avLst>
              <a:gd name="adj" fmla="val 11905"/>
            </a:avLst>
          </a:prstGeom>
          <a:solidFill>
            <a:srgbClr val="FFFFFF"/>
          </a:solidFill>
          <a:ln w="12700">
            <a:solidFill>
              <a:srgbClr val="4A5A70"/>
            </a:solidFill>
            <a:prstDash val="solid"/>
          </a:ln>
        </p:spPr>
      </p:sp>
      <p:sp>
        <p:nvSpPr>
          <p:cNvPr id="73" name="Shape 69"/>
          <p:cNvSpPr/>
          <p:nvPr/>
        </p:nvSpPr>
        <p:spPr>
          <a:xfrm>
            <a:off x="10927080" y="4701235"/>
            <a:ext cx="713232" cy="694334"/>
          </a:xfrm>
          <a:prstGeom prst="roundRect">
            <a:avLst>
              <a:gd name="adj" fmla="val 6585"/>
            </a:avLst>
          </a:prstGeom>
          <a:solidFill>
            <a:srgbClr val="FFFFFF"/>
          </a:solidFill>
          <a:ln w="25400">
            <a:solidFill>
              <a:srgbClr val="B83227"/>
            </a:solidFill>
            <a:prstDash val="solid"/>
          </a:ln>
        </p:spPr>
      </p:sp>
      <p:sp>
        <p:nvSpPr>
          <p:cNvPr id="74" name="Shape 70"/>
          <p:cNvSpPr/>
          <p:nvPr/>
        </p:nvSpPr>
        <p:spPr>
          <a:xfrm>
            <a:off x="548640" y="5651297"/>
            <a:ext cx="365760" cy="365760"/>
          </a:xfrm>
          <a:prstGeom prst="ellipse">
            <a:avLst/>
          </a:prstGeom>
          <a:solidFill>
            <a:schemeClr val="tx2"/>
          </a:solidFill>
          <a:ln w="12700">
            <a:solidFill>
              <a:srgbClr val="FFFFFF">
                <a:alpha val="0"/>
              </a:srgbClr>
            </a:solidFill>
            <a:prstDash val="solid"/>
          </a:ln>
        </p:spPr>
      </p:sp>
      <p:sp>
        <p:nvSpPr>
          <p:cNvPr id="75" name="Text 71"/>
          <p:cNvSpPr txBox="1"/>
          <p:nvPr/>
        </p:nvSpPr>
        <p:spPr>
          <a:xfrm>
            <a:off x="548640" y="5651297"/>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76" name="Text 72"/>
          <p:cNvSpPr txBox="1"/>
          <p:nvPr/>
        </p:nvSpPr>
        <p:spPr>
          <a:xfrm>
            <a:off x="1024128" y="5487010"/>
            <a:ext cx="4572000" cy="694334"/>
          </a:xfrm>
          <a:prstGeom prst="rect">
            <a:avLst/>
          </a:prstGeom>
          <a:noFill/>
          <a:ln/>
        </p:spPr>
        <p:txBody>
          <a:bodyPr wrap="square" lIns="0" tIns="0" rIns="0" bIns="0" rtlCol="0" anchor="ctr"/>
          <a:lstStyle/>
          <a:p>
            <a:pPr algn="l" indent="0" marL="0">
              <a:buNone/>
            </a:pPr>
            <a:r>
              <a:rPr lang="en-US" sz="1600" b="1" dirty="0">
                <a:solidFill>
                  <a:schemeClr val="accent3"/>
                </a:solidFill>
              </a:rPr>
              <a:t>Begint de les om 9 uur?</a:t>
            </a:r>
            <a:endParaRPr lang="en-US" sz="1600" dirty="0"/>
          </a:p>
        </p:txBody>
      </p:sp>
      <p:sp>
        <p:nvSpPr>
          <p:cNvPr id="77" name="Shape 73"/>
          <p:cNvSpPr/>
          <p:nvPr/>
        </p:nvSpPr>
        <p:spPr>
          <a:xfrm>
            <a:off x="5760720" y="5487010"/>
            <a:ext cx="1143000" cy="694334"/>
          </a:xfrm>
          <a:prstGeom prst="roundRect">
            <a:avLst>
              <a:gd name="adj" fmla="val 6585"/>
            </a:avLst>
          </a:prstGeom>
          <a:solidFill>
            <a:srgbClr val="FFFFFF"/>
          </a:solidFill>
          <a:ln w="12700">
            <a:solidFill>
              <a:srgbClr val="4A5A70"/>
            </a:solidFill>
            <a:prstDash val="solid"/>
          </a:ln>
        </p:spPr>
      </p:sp>
      <p:sp>
        <p:nvSpPr>
          <p:cNvPr id="78" name="Shape 74"/>
          <p:cNvSpPr/>
          <p:nvPr/>
        </p:nvSpPr>
        <p:spPr>
          <a:xfrm>
            <a:off x="6951269" y="5487010"/>
            <a:ext cx="822960" cy="694334"/>
          </a:xfrm>
          <a:prstGeom prst="roundRect">
            <a:avLst>
              <a:gd name="adj" fmla="val 6585"/>
            </a:avLst>
          </a:prstGeom>
          <a:solidFill>
            <a:srgbClr val="FFFFFF"/>
          </a:solidFill>
          <a:ln w="25400">
            <a:solidFill>
              <a:srgbClr val="B83227"/>
            </a:solidFill>
            <a:prstDash val="solid"/>
          </a:ln>
        </p:spPr>
      </p:sp>
      <p:sp>
        <p:nvSpPr>
          <p:cNvPr id="79" name="Text 75"/>
          <p:cNvSpPr txBox="1"/>
          <p:nvPr/>
        </p:nvSpPr>
        <p:spPr>
          <a:xfrm>
            <a:off x="6978701" y="5487010"/>
            <a:ext cx="768096" cy="694334"/>
          </a:xfrm>
          <a:prstGeom prst="rect">
            <a:avLst/>
          </a:prstGeom>
          <a:noFill/>
          <a:ln/>
        </p:spPr>
        <p:txBody>
          <a:bodyPr wrap="square" lIns="0" tIns="0" rIns="0" bIns="0" rtlCol="0" anchor="ctr"/>
          <a:lstStyle/>
          <a:p>
            <a:pPr algn="ctr" indent="0" marL="0">
              <a:buNone/>
            </a:pPr>
            <a:r>
              <a:rPr lang="en-US" sz="1400" b="1" dirty="0">
                <a:solidFill>
                  <a:schemeClr val="accent6"/>
                </a:solidFill>
              </a:rPr>
              <a:t>Begint</a:t>
            </a:r>
            <a:endParaRPr lang="en-US" sz="1400" dirty="0"/>
          </a:p>
        </p:txBody>
      </p:sp>
      <p:sp>
        <p:nvSpPr>
          <p:cNvPr id="80" name="Shape 76"/>
          <p:cNvSpPr/>
          <p:nvPr/>
        </p:nvSpPr>
        <p:spPr>
          <a:xfrm>
            <a:off x="7821778" y="5487010"/>
            <a:ext cx="1554480" cy="694334"/>
          </a:xfrm>
          <a:prstGeom prst="roundRect">
            <a:avLst>
              <a:gd name="adj" fmla="val 6585"/>
            </a:avLst>
          </a:prstGeom>
          <a:solidFill>
            <a:srgbClr val="FFFFFF"/>
          </a:solidFill>
          <a:ln w="12700">
            <a:solidFill>
              <a:srgbClr val="4A5A70"/>
            </a:solidFill>
            <a:prstDash val="solid"/>
          </a:ln>
        </p:spPr>
      </p:sp>
      <p:sp>
        <p:nvSpPr>
          <p:cNvPr id="81" name="Text 77"/>
          <p:cNvSpPr txBox="1"/>
          <p:nvPr/>
        </p:nvSpPr>
        <p:spPr>
          <a:xfrm>
            <a:off x="7849210" y="5487010"/>
            <a:ext cx="1499616" cy="694334"/>
          </a:xfrm>
          <a:prstGeom prst="rect">
            <a:avLst/>
          </a:prstGeom>
          <a:noFill/>
          <a:ln/>
        </p:spPr>
        <p:txBody>
          <a:bodyPr wrap="square" lIns="0" tIns="0" rIns="0" bIns="0" rtlCol="0" anchor="ctr"/>
          <a:lstStyle/>
          <a:p>
            <a:pPr algn="ctr" indent="0" marL="0">
              <a:buNone/>
            </a:pPr>
            <a:r>
              <a:rPr lang="en-US" sz="1300" b="1" dirty="0">
                <a:solidFill>
                  <a:schemeClr val="accent2"/>
                </a:solidFill>
              </a:rPr>
              <a:t>de les</a:t>
            </a:r>
            <a:r>
              <a:rPr lang="en-US" sz="1300" dirty="0">
                <a:solidFill>
                  <a:schemeClr val="tx1"/>
                </a:solidFill>
              </a:rPr>
              <a:t> om 9 uur?</a:t>
            </a:r>
            <a:endParaRPr lang="en-US" sz="1300" dirty="0"/>
          </a:p>
        </p:txBody>
      </p:sp>
      <p:sp>
        <p:nvSpPr>
          <p:cNvPr id="82" name="Shape 78"/>
          <p:cNvSpPr/>
          <p:nvPr/>
        </p:nvSpPr>
        <p:spPr>
          <a:xfrm>
            <a:off x="9423806" y="5487010"/>
            <a:ext cx="1024128" cy="694334"/>
          </a:xfrm>
          <a:prstGeom prst="roundRect">
            <a:avLst>
              <a:gd name="adj" fmla="val 6585"/>
            </a:avLst>
          </a:prstGeom>
          <a:solidFill>
            <a:srgbClr val="FFFFFF"/>
          </a:solidFill>
          <a:ln w="12700">
            <a:solidFill>
              <a:srgbClr val="4A5A70"/>
            </a:solidFill>
            <a:prstDash val="solid"/>
          </a:ln>
        </p:spPr>
      </p:sp>
      <p:sp>
        <p:nvSpPr>
          <p:cNvPr id="83" name="Shape 79"/>
          <p:cNvSpPr/>
          <p:nvPr/>
        </p:nvSpPr>
        <p:spPr>
          <a:xfrm>
            <a:off x="10495483" y="5487010"/>
            <a:ext cx="384048" cy="694334"/>
          </a:xfrm>
          <a:prstGeom prst="roundRect">
            <a:avLst>
              <a:gd name="adj" fmla="val 11905"/>
            </a:avLst>
          </a:prstGeom>
          <a:solidFill>
            <a:srgbClr val="FFFFFF"/>
          </a:solidFill>
          <a:ln w="12700">
            <a:solidFill>
              <a:srgbClr val="4A5A70"/>
            </a:solidFill>
            <a:prstDash val="solid"/>
          </a:ln>
        </p:spPr>
      </p:sp>
      <p:sp>
        <p:nvSpPr>
          <p:cNvPr id="84" name="Shape 80"/>
          <p:cNvSpPr/>
          <p:nvPr/>
        </p:nvSpPr>
        <p:spPr>
          <a:xfrm>
            <a:off x="10927080" y="5487010"/>
            <a:ext cx="713232" cy="694334"/>
          </a:xfrm>
          <a:prstGeom prst="roundRect">
            <a:avLst>
              <a:gd name="adj" fmla="val 6585"/>
            </a:avLst>
          </a:prstGeom>
          <a:solidFill>
            <a:srgbClr val="FFFFFF"/>
          </a:solidFill>
          <a:ln w="25400">
            <a:solidFill>
              <a:srgbClr val="B83227"/>
            </a:solidFill>
            <a:prstDash val="solid"/>
          </a:ln>
        </p:spPr>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4 — Pose la question</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Voici la réponse : retrouvez la question. L’élément souligné vous guide.</a:t>
            </a:r>
            <a:endParaRPr lang="en-US" sz="1700" dirty="0"/>
          </a:p>
        </p:txBody>
      </p:sp>
      <p:sp>
        <p:nvSpPr>
          <p:cNvPr id="8" name="Shape 4"/>
          <p:cNvSpPr/>
          <p:nvPr/>
        </p:nvSpPr>
        <p:spPr>
          <a:xfrm flipH="1">
            <a:off x="5193792" y="2239264"/>
            <a:ext cx="1161288" cy="914"/>
          </a:xfrm>
          <a:prstGeom prst="line">
            <a:avLst/>
          </a:prstGeom>
          <a:noFill/>
          <a:ln w="25400">
            <a:solidFill>
              <a:srgbClr val="17375E"/>
            </a:solidFill>
            <a:prstDash val="solid"/>
            <a:tailEnd type="triangle"/>
          </a:ln>
        </p:spPr>
      </p:sp>
      <p:sp>
        <p:nvSpPr>
          <p:cNvPr id="9" name="Shape 5"/>
          <p:cNvSpPr/>
          <p:nvPr/>
        </p:nvSpPr>
        <p:spPr>
          <a:xfrm>
            <a:off x="548640" y="1932432"/>
            <a:ext cx="4572000" cy="613664"/>
          </a:xfrm>
          <a:prstGeom prst="roundRect">
            <a:avLst>
              <a:gd name="adj" fmla="val 26821"/>
            </a:avLst>
          </a:prstGeom>
          <a:solidFill>
            <a:schemeClr val="accent2">
              <a:alpha val="12000"/>
            </a:schemeClr>
          </a:solidFill>
          <a:ln w="15875">
            <a:solidFill>
              <a:srgbClr val="2A6FB0"/>
            </a:solidFill>
            <a:prstDash val="solid"/>
          </a:ln>
        </p:spPr>
      </p:sp>
      <p:sp>
        <p:nvSpPr>
          <p:cNvPr id="10" name="Shape 6"/>
          <p:cNvSpPr/>
          <p:nvPr/>
        </p:nvSpPr>
        <p:spPr>
          <a:xfrm>
            <a:off x="676656" y="2065528"/>
            <a:ext cx="347472" cy="347472"/>
          </a:xfrm>
          <a:prstGeom prst="ellipse">
            <a:avLst/>
          </a:prstGeom>
          <a:solidFill>
            <a:schemeClr val="accent2"/>
          </a:solidFill>
          <a:ln w="12700">
            <a:solidFill>
              <a:srgbClr val="FFFFFF">
                <a:alpha val="0"/>
              </a:srgbClr>
            </a:solidFill>
            <a:prstDash val="solid"/>
          </a:ln>
        </p:spPr>
      </p:sp>
      <p:sp>
        <p:nvSpPr>
          <p:cNvPr id="11" name="Text 7"/>
          <p:cNvSpPr txBox="1"/>
          <p:nvPr/>
        </p:nvSpPr>
        <p:spPr>
          <a:xfrm>
            <a:off x="676656" y="2065528"/>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pic>
        <p:nvPicPr>
          <p:cNvPr id="12" name="Image 1" descr="Question">    </p:cNvPr>
          <p:cNvPicPr>
            <a:picLocks noChangeAspect="1"/>
          </p:cNvPicPr>
          <p:nvPr/>
        </p:nvPicPr>
        <p:blipFill>
          <a:blip r:embed="rId2"/>
          <a:stretch>
            <a:fillRect/>
          </a:stretch>
        </p:blipFill>
        <p:spPr>
          <a:xfrm>
            <a:off x="4754880" y="2120392"/>
            <a:ext cx="237744" cy="237744"/>
          </a:xfrm>
          <a:prstGeom prst="rect">
            <a:avLst/>
          </a:prstGeom>
        </p:spPr>
      </p:pic>
      <p:sp>
        <p:nvSpPr>
          <p:cNvPr id="13" name="Text 8"/>
          <p:cNvSpPr txBox="1"/>
          <p:nvPr/>
        </p:nvSpPr>
        <p:spPr>
          <a:xfrm>
            <a:off x="1188720" y="1932432"/>
            <a:ext cx="3520440" cy="613664"/>
          </a:xfrm>
          <a:prstGeom prst="rect">
            <a:avLst/>
          </a:prstGeom>
          <a:noFill/>
          <a:ln/>
        </p:spPr>
        <p:txBody>
          <a:bodyPr wrap="square" lIns="0" tIns="0" rIns="0" bIns="0" rtlCol="0" anchor="ctr"/>
          <a:lstStyle/>
          <a:p>
            <a:pPr algn="l" indent="0" marL="0">
              <a:buNone/>
            </a:pPr>
            <a:r>
              <a:rPr lang="en-US" sz="1800" dirty="0">
                <a:solidFill>
                  <a:schemeClr val="accent5"/>
                </a:solidFill>
              </a:rPr>
              <a:t>……………………</a:t>
            </a:r>
            <a:endParaRPr lang="en-US" sz="1800" dirty="0"/>
          </a:p>
        </p:txBody>
      </p:sp>
      <p:sp>
        <p:nvSpPr>
          <p:cNvPr id="14" name="Shape 9"/>
          <p:cNvSpPr/>
          <p:nvPr/>
        </p:nvSpPr>
        <p:spPr>
          <a:xfrm>
            <a:off x="6400800" y="1932432"/>
            <a:ext cx="5239512" cy="613664"/>
          </a:xfrm>
          <a:prstGeom prst="roundRect">
            <a:avLst>
              <a:gd name="adj" fmla="val 26821"/>
            </a:avLst>
          </a:prstGeom>
          <a:solidFill>
            <a:schemeClr val="accent3">
              <a:alpha val="12000"/>
            </a:schemeClr>
          </a:solidFill>
          <a:ln w="15875">
            <a:solidFill>
              <a:srgbClr val="2E7D4F"/>
            </a:solidFill>
            <a:prstDash val="solid"/>
          </a:ln>
        </p:spPr>
      </p:sp>
      <p:pic>
        <p:nvPicPr>
          <p:cNvPr id="15" name="Image 2" descr="CommentDots">    </p:cNvPr>
          <p:cNvPicPr>
            <a:picLocks noChangeAspect="1"/>
          </p:cNvPicPr>
          <p:nvPr/>
        </p:nvPicPr>
        <p:blipFill>
          <a:blip r:embed="rId3"/>
          <a:stretch>
            <a:fillRect/>
          </a:stretch>
        </p:blipFill>
        <p:spPr>
          <a:xfrm>
            <a:off x="6565392" y="2083816"/>
            <a:ext cx="310896" cy="310896"/>
          </a:xfrm>
          <a:prstGeom prst="rect">
            <a:avLst/>
          </a:prstGeom>
        </p:spPr>
      </p:pic>
      <p:sp>
        <p:nvSpPr>
          <p:cNvPr id="16" name="Text 10"/>
          <p:cNvSpPr txBox="1"/>
          <p:nvPr/>
        </p:nvSpPr>
        <p:spPr>
          <a:xfrm>
            <a:off x="7040880" y="1932432"/>
            <a:ext cx="4480560" cy="613664"/>
          </a:xfrm>
          <a:prstGeom prst="rect">
            <a:avLst/>
          </a:prstGeom>
          <a:noFill/>
          <a:ln/>
        </p:spPr>
        <p:txBody>
          <a:bodyPr wrap="square" lIns="0" tIns="0" rIns="0" bIns="0" rtlCol="0" anchor="ctr"/>
          <a:lstStyle/>
          <a:p>
            <a:pPr algn="l" indent="0" marL="0">
              <a:buNone/>
            </a:pPr>
            <a:r>
              <a:rPr lang="en-US" sz="1800" dirty="0">
                <a:solidFill>
                  <a:schemeClr val="tx1"/>
                </a:solidFill>
              </a:rPr>
              <a:t>Ik woon </a:t>
            </a:r>
            <a:r>
              <a:rPr lang="en-US" sz="1800" u="sng" dirty="0">
                <a:solidFill>
                  <a:schemeClr val="tx1"/>
                </a:solidFill>
              </a:rPr>
              <a:t>in Gent</a:t>
            </a:r>
            <a:r>
              <a:rPr lang="en-US" sz="1800" dirty="0">
                <a:solidFill>
                  <a:schemeClr val="tx1"/>
                </a:solidFill>
              </a:rPr>
              <a:t>.</a:t>
            </a:r>
            <a:endParaRPr lang="en-US" sz="1800" dirty="0"/>
          </a:p>
        </p:txBody>
      </p:sp>
      <p:sp>
        <p:nvSpPr>
          <p:cNvPr id="17" name="Shape 11"/>
          <p:cNvSpPr/>
          <p:nvPr/>
        </p:nvSpPr>
        <p:spPr>
          <a:xfrm flipH="1">
            <a:off x="5193792" y="2962656"/>
            <a:ext cx="1161288" cy="914"/>
          </a:xfrm>
          <a:prstGeom prst="line">
            <a:avLst/>
          </a:prstGeom>
          <a:noFill/>
          <a:ln w="25400">
            <a:solidFill>
              <a:srgbClr val="17375E"/>
            </a:solidFill>
            <a:prstDash val="solid"/>
            <a:tailEnd type="triangle"/>
          </a:ln>
        </p:spPr>
      </p:sp>
      <p:sp>
        <p:nvSpPr>
          <p:cNvPr id="18" name="Shape 12"/>
          <p:cNvSpPr/>
          <p:nvPr/>
        </p:nvSpPr>
        <p:spPr>
          <a:xfrm>
            <a:off x="548640" y="2655824"/>
            <a:ext cx="4572000" cy="613664"/>
          </a:xfrm>
          <a:prstGeom prst="roundRect">
            <a:avLst>
              <a:gd name="adj" fmla="val 26821"/>
            </a:avLst>
          </a:prstGeom>
          <a:solidFill>
            <a:schemeClr val="accent2">
              <a:alpha val="12000"/>
            </a:schemeClr>
          </a:solidFill>
          <a:ln w="15875">
            <a:solidFill>
              <a:srgbClr val="2A6FB0"/>
            </a:solidFill>
            <a:prstDash val="solid"/>
          </a:ln>
        </p:spPr>
      </p:sp>
      <p:sp>
        <p:nvSpPr>
          <p:cNvPr id="19" name="Shape 13"/>
          <p:cNvSpPr/>
          <p:nvPr/>
        </p:nvSpPr>
        <p:spPr>
          <a:xfrm>
            <a:off x="676656" y="2788920"/>
            <a:ext cx="347472" cy="347472"/>
          </a:xfrm>
          <a:prstGeom prst="ellipse">
            <a:avLst/>
          </a:prstGeom>
          <a:solidFill>
            <a:schemeClr val="accent2"/>
          </a:solidFill>
          <a:ln w="12700">
            <a:solidFill>
              <a:srgbClr val="FFFFFF">
                <a:alpha val="0"/>
              </a:srgbClr>
            </a:solidFill>
            <a:prstDash val="solid"/>
          </a:ln>
        </p:spPr>
      </p:sp>
      <p:sp>
        <p:nvSpPr>
          <p:cNvPr id="20" name="Text 14"/>
          <p:cNvSpPr txBox="1"/>
          <p:nvPr/>
        </p:nvSpPr>
        <p:spPr>
          <a:xfrm>
            <a:off x="676656" y="278892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pic>
        <p:nvPicPr>
          <p:cNvPr id="21" name="Image 3" descr="Question">    </p:cNvPr>
          <p:cNvPicPr>
            <a:picLocks noChangeAspect="1"/>
          </p:cNvPicPr>
          <p:nvPr/>
        </p:nvPicPr>
        <p:blipFill>
          <a:blip r:embed="rId4"/>
          <a:stretch>
            <a:fillRect/>
          </a:stretch>
        </p:blipFill>
        <p:spPr>
          <a:xfrm>
            <a:off x="4754880" y="2843784"/>
            <a:ext cx="237744" cy="237744"/>
          </a:xfrm>
          <a:prstGeom prst="rect">
            <a:avLst/>
          </a:prstGeom>
        </p:spPr>
      </p:pic>
      <p:sp>
        <p:nvSpPr>
          <p:cNvPr id="22" name="Text 15"/>
          <p:cNvSpPr txBox="1"/>
          <p:nvPr/>
        </p:nvSpPr>
        <p:spPr>
          <a:xfrm>
            <a:off x="1188720" y="2655824"/>
            <a:ext cx="3520440" cy="613664"/>
          </a:xfrm>
          <a:prstGeom prst="rect">
            <a:avLst/>
          </a:prstGeom>
          <a:noFill/>
          <a:ln/>
        </p:spPr>
        <p:txBody>
          <a:bodyPr wrap="square" lIns="0" tIns="0" rIns="0" bIns="0" rtlCol="0" anchor="ctr"/>
          <a:lstStyle/>
          <a:p>
            <a:pPr algn="l" indent="0" marL="0">
              <a:buNone/>
            </a:pPr>
            <a:r>
              <a:rPr lang="en-US" sz="1800" dirty="0">
                <a:solidFill>
                  <a:schemeClr val="accent5"/>
                </a:solidFill>
              </a:rPr>
              <a:t>………………………</a:t>
            </a:r>
            <a:endParaRPr lang="en-US" sz="1800" dirty="0"/>
          </a:p>
        </p:txBody>
      </p:sp>
      <p:sp>
        <p:nvSpPr>
          <p:cNvPr id="23" name="Shape 16"/>
          <p:cNvSpPr/>
          <p:nvPr/>
        </p:nvSpPr>
        <p:spPr>
          <a:xfrm>
            <a:off x="6400800" y="2655824"/>
            <a:ext cx="5239512" cy="613664"/>
          </a:xfrm>
          <a:prstGeom prst="roundRect">
            <a:avLst>
              <a:gd name="adj" fmla="val 26821"/>
            </a:avLst>
          </a:prstGeom>
          <a:solidFill>
            <a:schemeClr val="accent3">
              <a:alpha val="12000"/>
            </a:schemeClr>
          </a:solidFill>
          <a:ln w="15875">
            <a:solidFill>
              <a:srgbClr val="2E7D4F"/>
            </a:solidFill>
            <a:prstDash val="solid"/>
          </a:ln>
        </p:spPr>
      </p:sp>
      <p:pic>
        <p:nvPicPr>
          <p:cNvPr id="24" name="Image 4" descr="CommentDots">    </p:cNvPr>
          <p:cNvPicPr>
            <a:picLocks noChangeAspect="1"/>
          </p:cNvPicPr>
          <p:nvPr/>
        </p:nvPicPr>
        <p:blipFill>
          <a:blip r:embed="rId5"/>
          <a:stretch>
            <a:fillRect/>
          </a:stretch>
        </p:blipFill>
        <p:spPr>
          <a:xfrm>
            <a:off x="6565392" y="2807208"/>
            <a:ext cx="310896" cy="310896"/>
          </a:xfrm>
          <a:prstGeom prst="rect">
            <a:avLst/>
          </a:prstGeom>
        </p:spPr>
      </p:pic>
      <p:sp>
        <p:nvSpPr>
          <p:cNvPr id="25" name="Text 17"/>
          <p:cNvSpPr txBox="1"/>
          <p:nvPr/>
        </p:nvSpPr>
        <p:spPr>
          <a:xfrm>
            <a:off x="7040880" y="2655824"/>
            <a:ext cx="4480560" cy="613664"/>
          </a:xfrm>
          <a:prstGeom prst="rect">
            <a:avLst/>
          </a:prstGeom>
          <a:noFill/>
          <a:ln/>
        </p:spPr>
        <p:txBody>
          <a:bodyPr wrap="square" lIns="0" tIns="0" rIns="0" bIns="0" rtlCol="0" anchor="ctr"/>
          <a:lstStyle/>
          <a:p>
            <a:pPr algn="l" indent="0" marL="0">
              <a:buNone/>
            </a:pPr>
            <a:r>
              <a:rPr lang="en-US" sz="1800" dirty="0">
                <a:solidFill>
                  <a:schemeClr val="tx1"/>
                </a:solidFill>
              </a:rPr>
              <a:t>Ik ben </a:t>
            </a:r>
            <a:r>
              <a:rPr lang="en-US" sz="1800" u="sng" dirty="0">
                <a:solidFill>
                  <a:schemeClr val="tx1"/>
                </a:solidFill>
              </a:rPr>
              <a:t>34</a:t>
            </a:r>
            <a:r>
              <a:rPr lang="en-US" sz="1800" dirty="0">
                <a:solidFill>
                  <a:schemeClr val="tx1"/>
                </a:solidFill>
              </a:rPr>
              <a:t> jaar.</a:t>
            </a:r>
            <a:endParaRPr lang="en-US" sz="1800" dirty="0"/>
          </a:p>
        </p:txBody>
      </p:sp>
      <p:sp>
        <p:nvSpPr>
          <p:cNvPr id="26" name="Shape 18"/>
          <p:cNvSpPr/>
          <p:nvPr/>
        </p:nvSpPr>
        <p:spPr>
          <a:xfrm flipH="1">
            <a:off x="5193792" y="3686048"/>
            <a:ext cx="1161288" cy="914"/>
          </a:xfrm>
          <a:prstGeom prst="line">
            <a:avLst/>
          </a:prstGeom>
          <a:noFill/>
          <a:ln w="25400">
            <a:solidFill>
              <a:srgbClr val="17375E"/>
            </a:solidFill>
            <a:prstDash val="solid"/>
            <a:tailEnd type="triangle"/>
          </a:ln>
        </p:spPr>
      </p:sp>
      <p:sp>
        <p:nvSpPr>
          <p:cNvPr id="27" name="Shape 19"/>
          <p:cNvSpPr/>
          <p:nvPr/>
        </p:nvSpPr>
        <p:spPr>
          <a:xfrm>
            <a:off x="548640" y="3379216"/>
            <a:ext cx="4572000" cy="613664"/>
          </a:xfrm>
          <a:prstGeom prst="roundRect">
            <a:avLst>
              <a:gd name="adj" fmla="val 26821"/>
            </a:avLst>
          </a:prstGeom>
          <a:solidFill>
            <a:schemeClr val="accent2">
              <a:alpha val="12000"/>
            </a:schemeClr>
          </a:solidFill>
          <a:ln w="15875">
            <a:solidFill>
              <a:srgbClr val="2A6FB0"/>
            </a:solidFill>
            <a:prstDash val="solid"/>
          </a:ln>
        </p:spPr>
      </p:sp>
      <p:sp>
        <p:nvSpPr>
          <p:cNvPr id="28" name="Shape 20"/>
          <p:cNvSpPr/>
          <p:nvPr/>
        </p:nvSpPr>
        <p:spPr>
          <a:xfrm>
            <a:off x="676656" y="3512312"/>
            <a:ext cx="347472" cy="347472"/>
          </a:xfrm>
          <a:prstGeom prst="ellipse">
            <a:avLst/>
          </a:prstGeom>
          <a:solidFill>
            <a:schemeClr val="accent2"/>
          </a:solidFill>
          <a:ln w="12700">
            <a:solidFill>
              <a:srgbClr val="FFFFFF">
                <a:alpha val="0"/>
              </a:srgbClr>
            </a:solidFill>
            <a:prstDash val="solid"/>
          </a:ln>
        </p:spPr>
      </p:sp>
      <p:sp>
        <p:nvSpPr>
          <p:cNvPr id="29" name="Text 21"/>
          <p:cNvSpPr txBox="1"/>
          <p:nvPr/>
        </p:nvSpPr>
        <p:spPr>
          <a:xfrm>
            <a:off x="676656" y="3512312"/>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pic>
        <p:nvPicPr>
          <p:cNvPr id="30" name="Image 5" descr="Question">    </p:cNvPr>
          <p:cNvPicPr>
            <a:picLocks noChangeAspect="1"/>
          </p:cNvPicPr>
          <p:nvPr/>
        </p:nvPicPr>
        <p:blipFill>
          <a:blip r:embed="rId6"/>
          <a:stretch>
            <a:fillRect/>
          </a:stretch>
        </p:blipFill>
        <p:spPr>
          <a:xfrm>
            <a:off x="4754880" y="3567176"/>
            <a:ext cx="237744" cy="237744"/>
          </a:xfrm>
          <a:prstGeom prst="rect">
            <a:avLst/>
          </a:prstGeom>
        </p:spPr>
      </p:pic>
      <p:sp>
        <p:nvSpPr>
          <p:cNvPr id="31" name="Text 22"/>
          <p:cNvSpPr txBox="1"/>
          <p:nvPr/>
        </p:nvSpPr>
        <p:spPr>
          <a:xfrm>
            <a:off x="1188720" y="3379216"/>
            <a:ext cx="3520440" cy="613664"/>
          </a:xfrm>
          <a:prstGeom prst="rect">
            <a:avLst/>
          </a:prstGeom>
          <a:noFill/>
          <a:ln/>
        </p:spPr>
        <p:txBody>
          <a:bodyPr wrap="square" lIns="0" tIns="0" rIns="0" bIns="0" rtlCol="0" anchor="ctr"/>
          <a:lstStyle/>
          <a:p>
            <a:pPr algn="l" indent="0" marL="0">
              <a:buNone/>
            </a:pPr>
            <a:r>
              <a:rPr lang="en-US" sz="1800" dirty="0">
                <a:solidFill>
                  <a:schemeClr val="accent5"/>
                </a:solidFill>
              </a:rPr>
              <a:t>…………………………</a:t>
            </a:r>
            <a:endParaRPr lang="en-US" sz="1800" dirty="0"/>
          </a:p>
        </p:txBody>
      </p:sp>
      <p:sp>
        <p:nvSpPr>
          <p:cNvPr id="32" name="Shape 23"/>
          <p:cNvSpPr/>
          <p:nvPr/>
        </p:nvSpPr>
        <p:spPr>
          <a:xfrm>
            <a:off x="6400800" y="3379216"/>
            <a:ext cx="5239512" cy="613664"/>
          </a:xfrm>
          <a:prstGeom prst="roundRect">
            <a:avLst>
              <a:gd name="adj" fmla="val 26821"/>
            </a:avLst>
          </a:prstGeom>
          <a:solidFill>
            <a:schemeClr val="accent3">
              <a:alpha val="12000"/>
            </a:schemeClr>
          </a:solidFill>
          <a:ln w="15875">
            <a:solidFill>
              <a:srgbClr val="2E7D4F"/>
            </a:solidFill>
            <a:prstDash val="solid"/>
          </a:ln>
        </p:spPr>
      </p:sp>
      <p:pic>
        <p:nvPicPr>
          <p:cNvPr id="33" name="Image 6" descr="CommentDots">    </p:cNvPr>
          <p:cNvPicPr>
            <a:picLocks noChangeAspect="1"/>
          </p:cNvPicPr>
          <p:nvPr/>
        </p:nvPicPr>
        <p:blipFill>
          <a:blip r:embed="rId7"/>
          <a:stretch>
            <a:fillRect/>
          </a:stretch>
        </p:blipFill>
        <p:spPr>
          <a:xfrm>
            <a:off x="6565392" y="3530600"/>
            <a:ext cx="310896" cy="310896"/>
          </a:xfrm>
          <a:prstGeom prst="rect">
            <a:avLst/>
          </a:prstGeom>
        </p:spPr>
      </p:pic>
      <p:sp>
        <p:nvSpPr>
          <p:cNvPr id="34" name="Text 24"/>
          <p:cNvSpPr txBox="1"/>
          <p:nvPr/>
        </p:nvSpPr>
        <p:spPr>
          <a:xfrm>
            <a:off x="7040880" y="3379216"/>
            <a:ext cx="4480560" cy="613664"/>
          </a:xfrm>
          <a:prstGeom prst="rect">
            <a:avLst/>
          </a:prstGeom>
          <a:noFill/>
          <a:ln/>
        </p:spPr>
        <p:txBody>
          <a:bodyPr wrap="square" lIns="0" tIns="0" rIns="0" bIns="0" rtlCol="0" anchor="ctr"/>
          <a:lstStyle/>
          <a:p>
            <a:pPr algn="l" indent="0" marL="0">
              <a:buNone/>
            </a:pPr>
            <a:r>
              <a:rPr lang="en-US" sz="1800" u="sng" dirty="0">
                <a:solidFill>
                  <a:schemeClr val="tx1"/>
                </a:solidFill>
              </a:rPr>
              <a:t>Ja</a:t>
            </a:r>
            <a:r>
              <a:rPr lang="en-US" sz="1800" dirty="0">
                <a:solidFill>
                  <a:schemeClr val="tx1"/>
                </a:solidFill>
              </a:rPr>
              <a:t>, ik spreek Engels.</a:t>
            </a:r>
            <a:endParaRPr lang="en-US" sz="1800" dirty="0"/>
          </a:p>
        </p:txBody>
      </p:sp>
      <p:sp>
        <p:nvSpPr>
          <p:cNvPr id="35" name="Shape 25"/>
          <p:cNvSpPr/>
          <p:nvPr/>
        </p:nvSpPr>
        <p:spPr>
          <a:xfrm flipH="1">
            <a:off x="5193792" y="4409440"/>
            <a:ext cx="1161288" cy="914"/>
          </a:xfrm>
          <a:prstGeom prst="line">
            <a:avLst/>
          </a:prstGeom>
          <a:noFill/>
          <a:ln w="25400">
            <a:solidFill>
              <a:srgbClr val="17375E"/>
            </a:solidFill>
            <a:prstDash val="solid"/>
            <a:tailEnd type="triangle"/>
          </a:ln>
        </p:spPr>
      </p:sp>
      <p:sp>
        <p:nvSpPr>
          <p:cNvPr id="36" name="Shape 26"/>
          <p:cNvSpPr/>
          <p:nvPr/>
        </p:nvSpPr>
        <p:spPr>
          <a:xfrm>
            <a:off x="548640" y="4102608"/>
            <a:ext cx="4572000" cy="613664"/>
          </a:xfrm>
          <a:prstGeom prst="roundRect">
            <a:avLst>
              <a:gd name="adj" fmla="val 26821"/>
            </a:avLst>
          </a:prstGeom>
          <a:solidFill>
            <a:schemeClr val="accent2">
              <a:alpha val="12000"/>
            </a:schemeClr>
          </a:solidFill>
          <a:ln w="15875">
            <a:solidFill>
              <a:srgbClr val="2A6FB0"/>
            </a:solidFill>
            <a:prstDash val="solid"/>
          </a:ln>
        </p:spPr>
      </p:sp>
      <p:sp>
        <p:nvSpPr>
          <p:cNvPr id="37" name="Shape 27"/>
          <p:cNvSpPr/>
          <p:nvPr/>
        </p:nvSpPr>
        <p:spPr>
          <a:xfrm>
            <a:off x="676656" y="4235704"/>
            <a:ext cx="347472" cy="347472"/>
          </a:xfrm>
          <a:prstGeom prst="ellipse">
            <a:avLst/>
          </a:prstGeom>
          <a:solidFill>
            <a:schemeClr val="accent2"/>
          </a:solidFill>
          <a:ln w="12700">
            <a:solidFill>
              <a:srgbClr val="FFFFFF">
                <a:alpha val="0"/>
              </a:srgbClr>
            </a:solidFill>
            <a:prstDash val="solid"/>
          </a:ln>
        </p:spPr>
      </p:sp>
      <p:sp>
        <p:nvSpPr>
          <p:cNvPr id="38" name="Text 28"/>
          <p:cNvSpPr txBox="1"/>
          <p:nvPr/>
        </p:nvSpPr>
        <p:spPr>
          <a:xfrm>
            <a:off x="676656" y="4235704"/>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pic>
        <p:nvPicPr>
          <p:cNvPr id="39" name="Image 7" descr="Question">    </p:cNvPr>
          <p:cNvPicPr>
            <a:picLocks noChangeAspect="1"/>
          </p:cNvPicPr>
          <p:nvPr/>
        </p:nvPicPr>
        <p:blipFill>
          <a:blip r:embed="rId8"/>
          <a:stretch>
            <a:fillRect/>
          </a:stretch>
        </p:blipFill>
        <p:spPr>
          <a:xfrm>
            <a:off x="4754880" y="4290568"/>
            <a:ext cx="237744" cy="237744"/>
          </a:xfrm>
          <a:prstGeom prst="rect">
            <a:avLst/>
          </a:prstGeom>
        </p:spPr>
      </p:pic>
      <p:sp>
        <p:nvSpPr>
          <p:cNvPr id="40" name="Text 29"/>
          <p:cNvSpPr txBox="1"/>
          <p:nvPr/>
        </p:nvSpPr>
        <p:spPr>
          <a:xfrm>
            <a:off x="1188720" y="4102608"/>
            <a:ext cx="3520440" cy="613664"/>
          </a:xfrm>
          <a:prstGeom prst="rect">
            <a:avLst/>
          </a:prstGeom>
          <a:noFill/>
          <a:ln/>
        </p:spPr>
        <p:txBody>
          <a:bodyPr wrap="square" lIns="0" tIns="0" rIns="0" bIns="0" rtlCol="0" anchor="ctr"/>
          <a:lstStyle/>
          <a:p>
            <a:pPr algn="l" indent="0" marL="0">
              <a:buNone/>
            </a:pPr>
            <a:r>
              <a:rPr lang="en-US" sz="1800" dirty="0">
                <a:solidFill>
                  <a:schemeClr val="accent5"/>
                </a:solidFill>
              </a:rPr>
              <a:t>……………………</a:t>
            </a:r>
            <a:endParaRPr lang="en-US" sz="1800" dirty="0"/>
          </a:p>
        </p:txBody>
      </p:sp>
      <p:sp>
        <p:nvSpPr>
          <p:cNvPr id="41" name="Shape 30"/>
          <p:cNvSpPr/>
          <p:nvPr/>
        </p:nvSpPr>
        <p:spPr>
          <a:xfrm>
            <a:off x="6400800" y="4102608"/>
            <a:ext cx="5239512" cy="613664"/>
          </a:xfrm>
          <a:prstGeom prst="roundRect">
            <a:avLst>
              <a:gd name="adj" fmla="val 26821"/>
            </a:avLst>
          </a:prstGeom>
          <a:solidFill>
            <a:schemeClr val="accent3">
              <a:alpha val="12000"/>
            </a:schemeClr>
          </a:solidFill>
          <a:ln w="15875">
            <a:solidFill>
              <a:srgbClr val="2E7D4F"/>
            </a:solidFill>
            <a:prstDash val="solid"/>
          </a:ln>
        </p:spPr>
      </p:sp>
      <p:pic>
        <p:nvPicPr>
          <p:cNvPr id="42" name="Image 8" descr="CommentDots">    </p:cNvPr>
          <p:cNvPicPr>
            <a:picLocks noChangeAspect="1"/>
          </p:cNvPicPr>
          <p:nvPr/>
        </p:nvPicPr>
        <p:blipFill>
          <a:blip r:embed="rId9"/>
          <a:stretch>
            <a:fillRect/>
          </a:stretch>
        </p:blipFill>
        <p:spPr>
          <a:xfrm>
            <a:off x="6565392" y="4253992"/>
            <a:ext cx="310896" cy="310896"/>
          </a:xfrm>
          <a:prstGeom prst="rect">
            <a:avLst/>
          </a:prstGeom>
        </p:spPr>
      </p:pic>
      <p:sp>
        <p:nvSpPr>
          <p:cNvPr id="43" name="Text 31"/>
          <p:cNvSpPr txBox="1"/>
          <p:nvPr/>
        </p:nvSpPr>
        <p:spPr>
          <a:xfrm>
            <a:off x="7040880" y="4102608"/>
            <a:ext cx="4480560" cy="613664"/>
          </a:xfrm>
          <a:prstGeom prst="rect">
            <a:avLst/>
          </a:prstGeom>
          <a:noFill/>
          <a:ln/>
        </p:spPr>
        <p:txBody>
          <a:bodyPr wrap="square" lIns="0" tIns="0" rIns="0" bIns="0" rtlCol="0" anchor="ctr"/>
          <a:lstStyle/>
          <a:p>
            <a:pPr algn="l" indent="0" marL="0">
              <a:buNone/>
            </a:pPr>
            <a:r>
              <a:rPr lang="en-US" sz="1800" dirty="0">
                <a:solidFill>
                  <a:schemeClr val="tx1"/>
                </a:solidFill>
              </a:rPr>
              <a:t>Ik werk </a:t>
            </a:r>
            <a:r>
              <a:rPr lang="en-US" sz="1800" u="sng" dirty="0">
                <a:solidFill>
                  <a:schemeClr val="tx1"/>
                </a:solidFill>
              </a:rPr>
              <a:t>bij een bank</a:t>
            </a:r>
            <a:r>
              <a:rPr lang="en-US" sz="1800" dirty="0">
                <a:solidFill>
                  <a:schemeClr val="tx1"/>
                </a:solidFill>
              </a:rPr>
              <a:t>.</a:t>
            </a:r>
            <a:endParaRPr lang="en-US" sz="1800" dirty="0"/>
          </a:p>
        </p:txBody>
      </p:sp>
      <p:sp>
        <p:nvSpPr>
          <p:cNvPr id="44" name="Shape 32"/>
          <p:cNvSpPr/>
          <p:nvPr/>
        </p:nvSpPr>
        <p:spPr>
          <a:xfrm flipH="1">
            <a:off x="5193792" y="5132832"/>
            <a:ext cx="1161288" cy="914"/>
          </a:xfrm>
          <a:prstGeom prst="line">
            <a:avLst/>
          </a:prstGeom>
          <a:noFill/>
          <a:ln w="25400">
            <a:solidFill>
              <a:srgbClr val="17375E"/>
            </a:solidFill>
            <a:prstDash val="solid"/>
            <a:tailEnd type="triangle"/>
          </a:ln>
        </p:spPr>
      </p:sp>
      <p:sp>
        <p:nvSpPr>
          <p:cNvPr id="45" name="Shape 33"/>
          <p:cNvSpPr/>
          <p:nvPr/>
        </p:nvSpPr>
        <p:spPr>
          <a:xfrm>
            <a:off x="548640" y="4826000"/>
            <a:ext cx="4572000" cy="613664"/>
          </a:xfrm>
          <a:prstGeom prst="roundRect">
            <a:avLst>
              <a:gd name="adj" fmla="val 26821"/>
            </a:avLst>
          </a:prstGeom>
          <a:solidFill>
            <a:schemeClr val="accent2">
              <a:alpha val="12000"/>
            </a:schemeClr>
          </a:solidFill>
          <a:ln w="15875">
            <a:solidFill>
              <a:srgbClr val="2A6FB0"/>
            </a:solidFill>
            <a:prstDash val="solid"/>
          </a:ln>
        </p:spPr>
      </p:sp>
      <p:sp>
        <p:nvSpPr>
          <p:cNvPr id="46" name="Shape 34"/>
          <p:cNvSpPr/>
          <p:nvPr/>
        </p:nvSpPr>
        <p:spPr>
          <a:xfrm>
            <a:off x="676656" y="4959096"/>
            <a:ext cx="347472" cy="347472"/>
          </a:xfrm>
          <a:prstGeom prst="ellipse">
            <a:avLst/>
          </a:prstGeom>
          <a:solidFill>
            <a:schemeClr val="accent2"/>
          </a:solidFill>
          <a:ln w="12700">
            <a:solidFill>
              <a:srgbClr val="FFFFFF">
                <a:alpha val="0"/>
              </a:srgbClr>
            </a:solidFill>
            <a:prstDash val="solid"/>
          </a:ln>
        </p:spPr>
      </p:sp>
      <p:sp>
        <p:nvSpPr>
          <p:cNvPr id="47" name="Text 35"/>
          <p:cNvSpPr txBox="1"/>
          <p:nvPr/>
        </p:nvSpPr>
        <p:spPr>
          <a:xfrm>
            <a:off x="676656" y="4959096"/>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pic>
        <p:nvPicPr>
          <p:cNvPr id="48" name="Image 9" descr="Question">    </p:cNvPr>
          <p:cNvPicPr>
            <a:picLocks noChangeAspect="1"/>
          </p:cNvPicPr>
          <p:nvPr/>
        </p:nvPicPr>
        <p:blipFill>
          <a:blip r:embed="rId10"/>
          <a:stretch>
            <a:fillRect/>
          </a:stretch>
        </p:blipFill>
        <p:spPr>
          <a:xfrm>
            <a:off x="4754880" y="5013960"/>
            <a:ext cx="237744" cy="237744"/>
          </a:xfrm>
          <a:prstGeom prst="rect">
            <a:avLst/>
          </a:prstGeom>
        </p:spPr>
      </p:pic>
      <p:sp>
        <p:nvSpPr>
          <p:cNvPr id="49" name="Text 36"/>
          <p:cNvSpPr txBox="1"/>
          <p:nvPr/>
        </p:nvSpPr>
        <p:spPr>
          <a:xfrm>
            <a:off x="1188720" y="4826000"/>
            <a:ext cx="3520440" cy="613664"/>
          </a:xfrm>
          <a:prstGeom prst="rect">
            <a:avLst/>
          </a:prstGeom>
          <a:noFill/>
          <a:ln/>
        </p:spPr>
        <p:txBody>
          <a:bodyPr wrap="square" lIns="0" tIns="0" rIns="0" bIns="0" rtlCol="0" anchor="ctr"/>
          <a:lstStyle/>
          <a:p>
            <a:pPr algn="l" indent="0" marL="0">
              <a:buNone/>
            </a:pPr>
            <a:r>
              <a:rPr lang="en-US" sz="1400" dirty="0">
                <a:solidFill>
                  <a:schemeClr val="accent5"/>
                </a:solidFill>
              </a:rPr>
              <a:t>………………………………</a:t>
            </a:r>
            <a:endParaRPr lang="en-US" sz="1400" dirty="0"/>
          </a:p>
        </p:txBody>
      </p:sp>
      <p:sp>
        <p:nvSpPr>
          <p:cNvPr id="50" name="Shape 37"/>
          <p:cNvSpPr/>
          <p:nvPr/>
        </p:nvSpPr>
        <p:spPr>
          <a:xfrm>
            <a:off x="6400800" y="4826000"/>
            <a:ext cx="5239512" cy="613664"/>
          </a:xfrm>
          <a:prstGeom prst="roundRect">
            <a:avLst>
              <a:gd name="adj" fmla="val 26821"/>
            </a:avLst>
          </a:prstGeom>
          <a:solidFill>
            <a:schemeClr val="accent3">
              <a:alpha val="12000"/>
            </a:schemeClr>
          </a:solidFill>
          <a:ln w="15875">
            <a:solidFill>
              <a:srgbClr val="2E7D4F"/>
            </a:solidFill>
            <a:prstDash val="solid"/>
          </a:ln>
        </p:spPr>
      </p:sp>
      <p:pic>
        <p:nvPicPr>
          <p:cNvPr id="51" name="Image 10" descr="CommentDots">    </p:cNvPr>
          <p:cNvPicPr>
            <a:picLocks noChangeAspect="1"/>
          </p:cNvPicPr>
          <p:nvPr/>
        </p:nvPicPr>
        <p:blipFill>
          <a:blip r:embed="rId11"/>
          <a:stretch>
            <a:fillRect/>
          </a:stretch>
        </p:blipFill>
        <p:spPr>
          <a:xfrm>
            <a:off x="6565392" y="4977384"/>
            <a:ext cx="310896" cy="310896"/>
          </a:xfrm>
          <a:prstGeom prst="rect">
            <a:avLst/>
          </a:prstGeom>
        </p:spPr>
      </p:pic>
      <p:sp>
        <p:nvSpPr>
          <p:cNvPr id="52" name="Text 38"/>
          <p:cNvSpPr txBox="1"/>
          <p:nvPr/>
        </p:nvSpPr>
        <p:spPr>
          <a:xfrm>
            <a:off x="7040880" y="4826000"/>
            <a:ext cx="4480560" cy="613664"/>
          </a:xfrm>
          <a:prstGeom prst="rect">
            <a:avLst/>
          </a:prstGeom>
          <a:noFill/>
          <a:ln/>
        </p:spPr>
        <p:txBody>
          <a:bodyPr wrap="square" lIns="0" tIns="0" rIns="0" bIns="0" rtlCol="0" anchor="ctr"/>
          <a:lstStyle/>
          <a:p>
            <a:pPr algn="l" indent="0" marL="0">
              <a:buNone/>
            </a:pPr>
            <a:r>
              <a:rPr lang="en-US" sz="1800" dirty="0">
                <a:solidFill>
                  <a:schemeClr val="tx1"/>
                </a:solidFill>
              </a:rPr>
              <a:t>De les begint </a:t>
            </a:r>
            <a:r>
              <a:rPr lang="en-US" sz="1800" u="sng" dirty="0">
                <a:solidFill>
                  <a:schemeClr val="tx1"/>
                </a:solidFill>
              </a:rPr>
              <a:t>om 18 uur</a:t>
            </a:r>
            <a:r>
              <a:rPr lang="en-US" sz="1800" dirty="0">
                <a:solidFill>
                  <a:schemeClr val="tx1"/>
                </a:solidFill>
              </a:rPr>
              <a:t>.</a:t>
            </a:r>
            <a:endParaRPr lang="en-US" sz="1800" dirty="0"/>
          </a:p>
        </p:txBody>
      </p:sp>
      <p:sp>
        <p:nvSpPr>
          <p:cNvPr id="53" name="Shape 39"/>
          <p:cNvSpPr/>
          <p:nvPr/>
        </p:nvSpPr>
        <p:spPr>
          <a:xfrm flipH="1">
            <a:off x="5193792" y="5856224"/>
            <a:ext cx="1161288" cy="914"/>
          </a:xfrm>
          <a:prstGeom prst="line">
            <a:avLst/>
          </a:prstGeom>
          <a:noFill/>
          <a:ln w="25400">
            <a:solidFill>
              <a:srgbClr val="17375E"/>
            </a:solidFill>
            <a:prstDash val="solid"/>
            <a:tailEnd type="triangle"/>
          </a:ln>
        </p:spPr>
      </p:sp>
      <p:sp>
        <p:nvSpPr>
          <p:cNvPr id="54" name="Shape 40"/>
          <p:cNvSpPr/>
          <p:nvPr/>
        </p:nvSpPr>
        <p:spPr>
          <a:xfrm>
            <a:off x="548640" y="5549392"/>
            <a:ext cx="4572000" cy="613664"/>
          </a:xfrm>
          <a:prstGeom prst="roundRect">
            <a:avLst>
              <a:gd name="adj" fmla="val 26821"/>
            </a:avLst>
          </a:prstGeom>
          <a:solidFill>
            <a:schemeClr val="accent2">
              <a:alpha val="12000"/>
            </a:schemeClr>
          </a:solidFill>
          <a:ln w="15875">
            <a:solidFill>
              <a:srgbClr val="2A6FB0"/>
            </a:solidFill>
            <a:prstDash val="solid"/>
          </a:ln>
        </p:spPr>
      </p:sp>
      <p:sp>
        <p:nvSpPr>
          <p:cNvPr id="55" name="Shape 41"/>
          <p:cNvSpPr/>
          <p:nvPr/>
        </p:nvSpPr>
        <p:spPr>
          <a:xfrm>
            <a:off x="676656" y="5682488"/>
            <a:ext cx="347472" cy="347472"/>
          </a:xfrm>
          <a:prstGeom prst="ellipse">
            <a:avLst/>
          </a:prstGeom>
          <a:solidFill>
            <a:schemeClr val="accent2"/>
          </a:solidFill>
          <a:ln w="12700">
            <a:solidFill>
              <a:srgbClr val="FFFFFF">
                <a:alpha val="0"/>
              </a:srgbClr>
            </a:solidFill>
            <a:prstDash val="solid"/>
          </a:ln>
        </p:spPr>
      </p:sp>
      <p:sp>
        <p:nvSpPr>
          <p:cNvPr id="56" name="Text 42"/>
          <p:cNvSpPr txBox="1"/>
          <p:nvPr/>
        </p:nvSpPr>
        <p:spPr>
          <a:xfrm>
            <a:off x="676656" y="5682488"/>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pic>
        <p:nvPicPr>
          <p:cNvPr id="57" name="Image 11" descr="Question">    </p:cNvPr>
          <p:cNvPicPr>
            <a:picLocks noChangeAspect="1"/>
          </p:cNvPicPr>
          <p:nvPr/>
        </p:nvPicPr>
        <p:blipFill>
          <a:blip r:embed="rId12"/>
          <a:stretch>
            <a:fillRect/>
          </a:stretch>
        </p:blipFill>
        <p:spPr>
          <a:xfrm>
            <a:off x="4754880" y="5737352"/>
            <a:ext cx="237744" cy="237744"/>
          </a:xfrm>
          <a:prstGeom prst="rect">
            <a:avLst/>
          </a:prstGeom>
        </p:spPr>
      </p:pic>
      <p:sp>
        <p:nvSpPr>
          <p:cNvPr id="58" name="Text 43"/>
          <p:cNvSpPr txBox="1"/>
          <p:nvPr/>
        </p:nvSpPr>
        <p:spPr>
          <a:xfrm>
            <a:off x="1188720" y="5549392"/>
            <a:ext cx="3520440" cy="613664"/>
          </a:xfrm>
          <a:prstGeom prst="rect">
            <a:avLst/>
          </a:prstGeom>
          <a:noFill/>
          <a:ln/>
        </p:spPr>
        <p:txBody>
          <a:bodyPr wrap="square" lIns="0" tIns="0" rIns="0" bIns="0" rtlCol="0" anchor="ctr"/>
          <a:lstStyle/>
          <a:p>
            <a:pPr algn="l" indent="0" marL="0">
              <a:buNone/>
            </a:pPr>
            <a:r>
              <a:rPr lang="en-US" sz="1800" dirty="0">
                <a:solidFill>
                  <a:schemeClr val="accent5"/>
                </a:solidFill>
              </a:rPr>
              <a:t>……………………</a:t>
            </a:r>
            <a:endParaRPr lang="en-US" sz="1800" dirty="0"/>
          </a:p>
        </p:txBody>
      </p:sp>
      <p:sp>
        <p:nvSpPr>
          <p:cNvPr id="59" name="Shape 44"/>
          <p:cNvSpPr/>
          <p:nvPr/>
        </p:nvSpPr>
        <p:spPr>
          <a:xfrm>
            <a:off x="6400800" y="5549392"/>
            <a:ext cx="5239512" cy="613664"/>
          </a:xfrm>
          <a:prstGeom prst="roundRect">
            <a:avLst>
              <a:gd name="adj" fmla="val 26821"/>
            </a:avLst>
          </a:prstGeom>
          <a:solidFill>
            <a:schemeClr val="accent3">
              <a:alpha val="12000"/>
            </a:schemeClr>
          </a:solidFill>
          <a:ln w="15875">
            <a:solidFill>
              <a:srgbClr val="2E7D4F"/>
            </a:solidFill>
            <a:prstDash val="solid"/>
          </a:ln>
        </p:spPr>
      </p:sp>
      <p:pic>
        <p:nvPicPr>
          <p:cNvPr id="60" name="Image 12" descr="CommentDots">    </p:cNvPr>
          <p:cNvPicPr>
            <a:picLocks noChangeAspect="1"/>
          </p:cNvPicPr>
          <p:nvPr/>
        </p:nvPicPr>
        <p:blipFill>
          <a:blip r:embed="rId13"/>
          <a:stretch>
            <a:fillRect/>
          </a:stretch>
        </p:blipFill>
        <p:spPr>
          <a:xfrm>
            <a:off x="6565392" y="5700776"/>
            <a:ext cx="310896" cy="310896"/>
          </a:xfrm>
          <a:prstGeom prst="rect">
            <a:avLst/>
          </a:prstGeom>
        </p:spPr>
      </p:pic>
      <p:sp>
        <p:nvSpPr>
          <p:cNvPr id="61" name="Text 45"/>
          <p:cNvSpPr txBox="1"/>
          <p:nvPr/>
        </p:nvSpPr>
        <p:spPr>
          <a:xfrm>
            <a:off x="7040880" y="5549392"/>
            <a:ext cx="4480560" cy="613664"/>
          </a:xfrm>
          <a:prstGeom prst="rect">
            <a:avLst/>
          </a:prstGeom>
          <a:noFill/>
          <a:ln/>
        </p:spPr>
        <p:txBody>
          <a:bodyPr wrap="square" lIns="0" tIns="0" rIns="0" bIns="0" rtlCol="0" anchor="ctr"/>
          <a:lstStyle/>
          <a:p>
            <a:pPr algn="l" indent="0" marL="0">
              <a:buNone/>
            </a:pPr>
            <a:r>
              <a:rPr lang="en-US" sz="1800" dirty="0">
                <a:solidFill>
                  <a:schemeClr val="tx1"/>
                </a:solidFill>
              </a:rPr>
              <a:t>Ik drink </a:t>
            </a:r>
            <a:r>
              <a:rPr lang="en-US" sz="1800" u="sng" dirty="0">
                <a:solidFill>
                  <a:schemeClr val="tx1"/>
                </a:solidFill>
              </a:rPr>
              <a:t>koffie</a:t>
            </a:r>
            <a:r>
              <a:rPr lang="en-US" sz="1800" dirty="0">
                <a:solidFill>
                  <a:schemeClr val="tx1"/>
                </a:solidFill>
              </a:rPr>
              <a: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4 — Pose la question</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Voici la réponse : retrouvez la question. L’élément souligné vous guide.</a:t>
            </a:r>
            <a:endParaRPr lang="en-US" sz="1700" dirty="0"/>
          </a:p>
        </p:txBody>
      </p:sp>
      <p:sp>
        <p:nvSpPr>
          <p:cNvPr id="9" name="Shape 5"/>
          <p:cNvSpPr/>
          <p:nvPr/>
        </p:nvSpPr>
        <p:spPr>
          <a:xfrm flipH="1">
            <a:off x="5193792" y="2239264"/>
            <a:ext cx="1161288" cy="914"/>
          </a:xfrm>
          <a:prstGeom prst="line">
            <a:avLst/>
          </a:prstGeom>
          <a:noFill/>
          <a:ln w="25400">
            <a:solidFill>
              <a:srgbClr val="17375E"/>
            </a:solidFill>
            <a:prstDash val="solid"/>
            <a:tailEnd type="triangle"/>
          </a:ln>
        </p:spPr>
      </p:sp>
      <p:sp>
        <p:nvSpPr>
          <p:cNvPr id="10" name="Shape 6"/>
          <p:cNvSpPr/>
          <p:nvPr/>
        </p:nvSpPr>
        <p:spPr>
          <a:xfrm>
            <a:off x="548640" y="1932432"/>
            <a:ext cx="4572000" cy="613664"/>
          </a:xfrm>
          <a:prstGeom prst="roundRect">
            <a:avLst>
              <a:gd name="adj" fmla="val 26821"/>
            </a:avLst>
          </a:prstGeom>
          <a:solidFill>
            <a:schemeClr val="accent2">
              <a:alpha val="12000"/>
            </a:schemeClr>
          </a:solidFill>
          <a:ln w="15875">
            <a:solidFill>
              <a:srgbClr val="2A6FB0"/>
            </a:solidFill>
            <a:prstDash val="solid"/>
          </a:ln>
        </p:spPr>
      </p:sp>
      <p:sp>
        <p:nvSpPr>
          <p:cNvPr id="11" name="Shape 7"/>
          <p:cNvSpPr/>
          <p:nvPr/>
        </p:nvSpPr>
        <p:spPr>
          <a:xfrm>
            <a:off x="676656" y="2065528"/>
            <a:ext cx="347472" cy="347472"/>
          </a:xfrm>
          <a:prstGeom prst="ellipse">
            <a:avLst/>
          </a:prstGeom>
          <a:solidFill>
            <a:schemeClr val="accent2"/>
          </a:solidFill>
          <a:ln w="12700">
            <a:solidFill>
              <a:srgbClr val="FFFFFF">
                <a:alpha val="0"/>
              </a:srgbClr>
            </a:solidFill>
            <a:prstDash val="solid"/>
          </a:ln>
        </p:spPr>
      </p:sp>
      <p:sp>
        <p:nvSpPr>
          <p:cNvPr id="12" name="Text 8"/>
          <p:cNvSpPr txBox="1"/>
          <p:nvPr/>
        </p:nvSpPr>
        <p:spPr>
          <a:xfrm>
            <a:off x="676656" y="2065528"/>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pic>
        <p:nvPicPr>
          <p:cNvPr id="13" name="Image 1" descr="Question">    </p:cNvPr>
          <p:cNvPicPr>
            <a:picLocks noChangeAspect="1"/>
          </p:cNvPicPr>
          <p:nvPr/>
        </p:nvPicPr>
        <p:blipFill>
          <a:blip r:embed="rId2"/>
          <a:stretch>
            <a:fillRect/>
          </a:stretch>
        </p:blipFill>
        <p:spPr>
          <a:xfrm>
            <a:off x="4754880" y="2120392"/>
            <a:ext cx="237744" cy="237744"/>
          </a:xfrm>
          <a:prstGeom prst="rect">
            <a:avLst/>
          </a:prstGeom>
        </p:spPr>
      </p:pic>
      <p:sp>
        <p:nvSpPr>
          <p:cNvPr id="14" name="Text 9"/>
          <p:cNvSpPr txBox="1"/>
          <p:nvPr/>
        </p:nvSpPr>
        <p:spPr>
          <a:xfrm>
            <a:off x="1188720" y="1932432"/>
            <a:ext cx="3520440" cy="613664"/>
          </a:xfrm>
          <a:prstGeom prst="rect">
            <a:avLst/>
          </a:prstGeom>
          <a:noFill/>
          <a:ln/>
        </p:spPr>
        <p:txBody>
          <a:bodyPr wrap="square" lIns="0" tIns="0" rIns="0" bIns="0" rtlCol="0" anchor="ctr"/>
          <a:lstStyle/>
          <a:p>
            <a:pPr algn="l" indent="0" marL="0">
              <a:buNone/>
            </a:pPr>
            <a:r>
              <a:rPr lang="en-US" sz="1800" b="1" dirty="0">
                <a:solidFill>
                  <a:schemeClr val="accent3"/>
                </a:solidFill>
              </a:rPr>
              <a:t>Waar woon je?</a:t>
            </a:r>
            <a:endParaRPr lang="en-US" sz="1800" dirty="0"/>
          </a:p>
        </p:txBody>
      </p:sp>
      <p:sp>
        <p:nvSpPr>
          <p:cNvPr id="15" name="Shape 10"/>
          <p:cNvSpPr/>
          <p:nvPr/>
        </p:nvSpPr>
        <p:spPr>
          <a:xfrm>
            <a:off x="6400800" y="1932432"/>
            <a:ext cx="5239512" cy="613664"/>
          </a:xfrm>
          <a:prstGeom prst="roundRect">
            <a:avLst>
              <a:gd name="adj" fmla="val 26821"/>
            </a:avLst>
          </a:prstGeom>
          <a:solidFill>
            <a:schemeClr val="accent3">
              <a:alpha val="12000"/>
            </a:schemeClr>
          </a:solidFill>
          <a:ln w="15875">
            <a:solidFill>
              <a:srgbClr val="2E7D4F"/>
            </a:solidFill>
            <a:prstDash val="solid"/>
          </a:ln>
        </p:spPr>
      </p:sp>
      <p:pic>
        <p:nvPicPr>
          <p:cNvPr id="16" name="Image 2" descr="CommentDots">    </p:cNvPr>
          <p:cNvPicPr>
            <a:picLocks noChangeAspect="1"/>
          </p:cNvPicPr>
          <p:nvPr/>
        </p:nvPicPr>
        <p:blipFill>
          <a:blip r:embed="rId3"/>
          <a:stretch>
            <a:fillRect/>
          </a:stretch>
        </p:blipFill>
        <p:spPr>
          <a:xfrm>
            <a:off x="6565392" y="2083816"/>
            <a:ext cx="310896" cy="310896"/>
          </a:xfrm>
          <a:prstGeom prst="rect">
            <a:avLst/>
          </a:prstGeom>
        </p:spPr>
      </p:pic>
      <p:sp>
        <p:nvSpPr>
          <p:cNvPr id="17" name="Text 11"/>
          <p:cNvSpPr txBox="1"/>
          <p:nvPr/>
        </p:nvSpPr>
        <p:spPr>
          <a:xfrm>
            <a:off x="7040880" y="1932432"/>
            <a:ext cx="4480560" cy="613664"/>
          </a:xfrm>
          <a:prstGeom prst="rect">
            <a:avLst/>
          </a:prstGeom>
          <a:noFill/>
          <a:ln/>
        </p:spPr>
        <p:txBody>
          <a:bodyPr wrap="square" lIns="0" tIns="0" rIns="0" bIns="0" rtlCol="0" anchor="ctr"/>
          <a:lstStyle/>
          <a:p>
            <a:pPr algn="l" indent="0" marL="0">
              <a:buNone/>
            </a:pPr>
            <a:r>
              <a:rPr lang="en-US" sz="1800" dirty="0">
                <a:solidFill>
                  <a:schemeClr val="tx1"/>
                </a:solidFill>
              </a:rPr>
              <a:t>Ik woon </a:t>
            </a:r>
            <a:r>
              <a:rPr lang="en-US" sz="1800" u="sng" dirty="0">
                <a:solidFill>
                  <a:schemeClr val="tx1"/>
                </a:solidFill>
              </a:rPr>
              <a:t>in Gent</a:t>
            </a:r>
            <a:r>
              <a:rPr lang="en-US" sz="1800" dirty="0">
                <a:solidFill>
                  <a:schemeClr val="tx1"/>
                </a:solidFill>
              </a:rPr>
              <a:t>.</a:t>
            </a:r>
            <a:endParaRPr lang="en-US" sz="1800" dirty="0"/>
          </a:p>
        </p:txBody>
      </p:sp>
      <p:sp>
        <p:nvSpPr>
          <p:cNvPr id="18" name="Shape 12"/>
          <p:cNvSpPr/>
          <p:nvPr/>
        </p:nvSpPr>
        <p:spPr>
          <a:xfrm flipH="1">
            <a:off x="5193792" y="2962656"/>
            <a:ext cx="1161288" cy="914"/>
          </a:xfrm>
          <a:prstGeom prst="line">
            <a:avLst/>
          </a:prstGeom>
          <a:noFill/>
          <a:ln w="25400">
            <a:solidFill>
              <a:srgbClr val="17375E"/>
            </a:solidFill>
            <a:prstDash val="solid"/>
            <a:tailEnd type="triangle"/>
          </a:ln>
        </p:spPr>
      </p:sp>
      <p:sp>
        <p:nvSpPr>
          <p:cNvPr id="19" name="Shape 13"/>
          <p:cNvSpPr/>
          <p:nvPr/>
        </p:nvSpPr>
        <p:spPr>
          <a:xfrm>
            <a:off x="548640" y="2655824"/>
            <a:ext cx="4572000" cy="613664"/>
          </a:xfrm>
          <a:prstGeom prst="roundRect">
            <a:avLst>
              <a:gd name="adj" fmla="val 26821"/>
            </a:avLst>
          </a:prstGeom>
          <a:solidFill>
            <a:schemeClr val="accent2">
              <a:alpha val="12000"/>
            </a:schemeClr>
          </a:solidFill>
          <a:ln w="15875">
            <a:solidFill>
              <a:srgbClr val="2A6FB0"/>
            </a:solidFill>
            <a:prstDash val="solid"/>
          </a:ln>
        </p:spPr>
      </p:sp>
      <p:sp>
        <p:nvSpPr>
          <p:cNvPr id="20" name="Shape 14"/>
          <p:cNvSpPr/>
          <p:nvPr/>
        </p:nvSpPr>
        <p:spPr>
          <a:xfrm>
            <a:off x="676656" y="2788920"/>
            <a:ext cx="347472" cy="347472"/>
          </a:xfrm>
          <a:prstGeom prst="ellipse">
            <a:avLst/>
          </a:prstGeom>
          <a:solidFill>
            <a:schemeClr val="accent2"/>
          </a:solidFill>
          <a:ln w="12700">
            <a:solidFill>
              <a:srgbClr val="FFFFFF">
                <a:alpha val="0"/>
              </a:srgbClr>
            </a:solidFill>
            <a:prstDash val="solid"/>
          </a:ln>
        </p:spPr>
      </p:sp>
      <p:sp>
        <p:nvSpPr>
          <p:cNvPr id="21" name="Text 15"/>
          <p:cNvSpPr txBox="1"/>
          <p:nvPr/>
        </p:nvSpPr>
        <p:spPr>
          <a:xfrm>
            <a:off x="676656" y="278892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pic>
        <p:nvPicPr>
          <p:cNvPr id="22" name="Image 3" descr="Question">    </p:cNvPr>
          <p:cNvPicPr>
            <a:picLocks noChangeAspect="1"/>
          </p:cNvPicPr>
          <p:nvPr/>
        </p:nvPicPr>
        <p:blipFill>
          <a:blip r:embed="rId4"/>
          <a:stretch>
            <a:fillRect/>
          </a:stretch>
        </p:blipFill>
        <p:spPr>
          <a:xfrm>
            <a:off x="4754880" y="2843784"/>
            <a:ext cx="237744" cy="237744"/>
          </a:xfrm>
          <a:prstGeom prst="rect">
            <a:avLst/>
          </a:prstGeom>
        </p:spPr>
      </p:pic>
      <p:sp>
        <p:nvSpPr>
          <p:cNvPr id="23" name="Text 16"/>
          <p:cNvSpPr txBox="1"/>
          <p:nvPr/>
        </p:nvSpPr>
        <p:spPr>
          <a:xfrm>
            <a:off x="1188720" y="2655824"/>
            <a:ext cx="3520440" cy="613664"/>
          </a:xfrm>
          <a:prstGeom prst="rect">
            <a:avLst/>
          </a:prstGeom>
          <a:noFill/>
          <a:ln/>
        </p:spPr>
        <p:txBody>
          <a:bodyPr wrap="square" lIns="0" tIns="0" rIns="0" bIns="0" rtlCol="0" anchor="ctr"/>
          <a:lstStyle/>
          <a:p>
            <a:pPr algn="l" indent="0" marL="0">
              <a:buNone/>
            </a:pPr>
            <a:r>
              <a:rPr lang="en-US" sz="1800" b="1" dirty="0">
                <a:solidFill>
                  <a:schemeClr val="accent3"/>
                </a:solidFill>
              </a:rPr>
              <a:t>Hoe oud ben je?</a:t>
            </a:r>
            <a:endParaRPr lang="en-US" sz="1800" dirty="0"/>
          </a:p>
        </p:txBody>
      </p:sp>
      <p:sp>
        <p:nvSpPr>
          <p:cNvPr id="24" name="Shape 17"/>
          <p:cNvSpPr/>
          <p:nvPr/>
        </p:nvSpPr>
        <p:spPr>
          <a:xfrm>
            <a:off x="6400800" y="2655824"/>
            <a:ext cx="5239512" cy="613664"/>
          </a:xfrm>
          <a:prstGeom prst="roundRect">
            <a:avLst>
              <a:gd name="adj" fmla="val 26821"/>
            </a:avLst>
          </a:prstGeom>
          <a:solidFill>
            <a:schemeClr val="accent3">
              <a:alpha val="12000"/>
            </a:schemeClr>
          </a:solidFill>
          <a:ln w="15875">
            <a:solidFill>
              <a:srgbClr val="2E7D4F"/>
            </a:solidFill>
            <a:prstDash val="solid"/>
          </a:ln>
        </p:spPr>
      </p:sp>
      <p:pic>
        <p:nvPicPr>
          <p:cNvPr id="25" name="Image 4" descr="CommentDots">    </p:cNvPr>
          <p:cNvPicPr>
            <a:picLocks noChangeAspect="1"/>
          </p:cNvPicPr>
          <p:nvPr/>
        </p:nvPicPr>
        <p:blipFill>
          <a:blip r:embed="rId5"/>
          <a:stretch>
            <a:fillRect/>
          </a:stretch>
        </p:blipFill>
        <p:spPr>
          <a:xfrm>
            <a:off x="6565392" y="2807208"/>
            <a:ext cx="310896" cy="310896"/>
          </a:xfrm>
          <a:prstGeom prst="rect">
            <a:avLst/>
          </a:prstGeom>
        </p:spPr>
      </p:pic>
      <p:sp>
        <p:nvSpPr>
          <p:cNvPr id="26" name="Text 18"/>
          <p:cNvSpPr txBox="1"/>
          <p:nvPr/>
        </p:nvSpPr>
        <p:spPr>
          <a:xfrm>
            <a:off x="7040880" y="2655824"/>
            <a:ext cx="4480560" cy="613664"/>
          </a:xfrm>
          <a:prstGeom prst="rect">
            <a:avLst/>
          </a:prstGeom>
          <a:noFill/>
          <a:ln/>
        </p:spPr>
        <p:txBody>
          <a:bodyPr wrap="square" lIns="0" tIns="0" rIns="0" bIns="0" rtlCol="0" anchor="ctr"/>
          <a:lstStyle/>
          <a:p>
            <a:pPr algn="l" indent="0" marL="0">
              <a:buNone/>
            </a:pPr>
            <a:r>
              <a:rPr lang="en-US" sz="1800" dirty="0">
                <a:solidFill>
                  <a:schemeClr val="tx1"/>
                </a:solidFill>
              </a:rPr>
              <a:t>Ik ben </a:t>
            </a:r>
            <a:r>
              <a:rPr lang="en-US" sz="1800" u="sng" dirty="0">
                <a:solidFill>
                  <a:schemeClr val="tx1"/>
                </a:solidFill>
              </a:rPr>
              <a:t>34</a:t>
            </a:r>
            <a:r>
              <a:rPr lang="en-US" sz="1800" dirty="0">
                <a:solidFill>
                  <a:schemeClr val="tx1"/>
                </a:solidFill>
              </a:rPr>
              <a:t> jaar.</a:t>
            </a:r>
            <a:endParaRPr lang="en-US" sz="1800" dirty="0"/>
          </a:p>
        </p:txBody>
      </p:sp>
      <p:sp>
        <p:nvSpPr>
          <p:cNvPr id="27" name="Shape 19"/>
          <p:cNvSpPr/>
          <p:nvPr/>
        </p:nvSpPr>
        <p:spPr>
          <a:xfrm flipH="1">
            <a:off x="5193792" y="3686048"/>
            <a:ext cx="1161288" cy="914"/>
          </a:xfrm>
          <a:prstGeom prst="line">
            <a:avLst/>
          </a:prstGeom>
          <a:noFill/>
          <a:ln w="25400">
            <a:solidFill>
              <a:srgbClr val="17375E"/>
            </a:solidFill>
            <a:prstDash val="solid"/>
            <a:tailEnd type="triangle"/>
          </a:ln>
        </p:spPr>
      </p:sp>
      <p:sp>
        <p:nvSpPr>
          <p:cNvPr id="28" name="Shape 20"/>
          <p:cNvSpPr/>
          <p:nvPr/>
        </p:nvSpPr>
        <p:spPr>
          <a:xfrm>
            <a:off x="548640" y="3379216"/>
            <a:ext cx="4572000" cy="613664"/>
          </a:xfrm>
          <a:prstGeom prst="roundRect">
            <a:avLst>
              <a:gd name="adj" fmla="val 26821"/>
            </a:avLst>
          </a:prstGeom>
          <a:solidFill>
            <a:schemeClr val="accent2">
              <a:alpha val="12000"/>
            </a:schemeClr>
          </a:solidFill>
          <a:ln w="15875">
            <a:solidFill>
              <a:srgbClr val="2A6FB0"/>
            </a:solidFill>
            <a:prstDash val="solid"/>
          </a:ln>
        </p:spPr>
      </p:sp>
      <p:sp>
        <p:nvSpPr>
          <p:cNvPr id="29" name="Shape 21"/>
          <p:cNvSpPr/>
          <p:nvPr/>
        </p:nvSpPr>
        <p:spPr>
          <a:xfrm>
            <a:off x="676656" y="3512312"/>
            <a:ext cx="347472" cy="347472"/>
          </a:xfrm>
          <a:prstGeom prst="ellipse">
            <a:avLst/>
          </a:prstGeom>
          <a:solidFill>
            <a:schemeClr val="accent2"/>
          </a:solidFill>
          <a:ln w="12700">
            <a:solidFill>
              <a:srgbClr val="FFFFFF">
                <a:alpha val="0"/>
              </a:srgbClr>
            </a:solidFill>
            <a:prstDash val="solid"/>
          </a:ln>
        </p:spPr>
      </p:sp>
      <p:sp>
        <p:nvSpPr>
          <p:cNvPr id="30" name="Text 22"/>
          <p:cNvSpPr txBox="1"/>
          <p:nvPr/>
        </p:nvSpPr>
        <p:spPr>
          <a:xfrm>
            <a:off x="676656" y="3512312"/>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pic>
        <p:nvPicPr>
          <p:cNvPr id="31" name="Image 5" descr="Question">    </p:cNvPr>
          <p:cNvPicPr>
            <a:picLocks noChangeAspect="1"/>
          </p:cNvPicPr>
          <p:nvPr/>
        </p:nvPicPr>
        <p:blipFill>
          <a:blip r:embed="rId6"/>
          <a:stretch>
            <a:fillRect/>
          </a:stretch>
        </p:blipFill>
        <p:spPr>
          <a:xfrm>
            <a:off x="4754880" y="3567176"/>
            <a:ext cx="237744" cy="237744"/>
          </a:xfrm>
          <a:prstGeom prst="rect">
            <a:avLst/>
          </a:prstGeom>
        </p:spPr>
      </p:pic>
      <p:sp>
        <p:nvSpPr>
          <p:cNvPr id="32" name="Text 23"/>
          <p:cNvSpPr txBox="1"/>
          <p:nvPr/>
        </p:nvSpPr>
        <p:spPr>
          <a:xfrm>
            <a:off x="1188720" y="3379216"/>
            <a:ext cx="3520440" cy="613664"/>
          </a:xfrm>
          <a:prstGeom prst="rect">
            <a:avLst/>
          </a:prstGeom>
          <a:noFill/>
          <a:ln/>
        </p:spPr>
        <p:txBody>
          <a:bodyPr wrap="square" lIns="0" tIns="0" rIns="0" bIns="0" rtlCol="0" anchor="ctr"/>
          <a:lstStyle/>
          <a:p>
            <a:pPr algn="l" indent="0" marL="0">
              <a:buNone/>
            </a:pPr>
            <a:r>
              <a:rPr lang="en-US" sz="1800" b="1" dirty="0">
                <a:solidFill>
                  <a:schemeClr val="accent3"/>
                </a:solidFill>
              </a:rPr>
              <a:t>Spreek je Engels?</a:t>
            </a:r>
            <a:endParaRPr lang="en-US" sz="1800" dirty="0"/>
          </a:p>
        </p:txBody>
      </p:sp>
      <p:sp>
        <p:nvSpPr>
          <p:cNvPr id="33" name="Shape 24"/>
          <p:cNvSpPr/>
          <p:nvPr/>
        </p:nvSpPr>
        <p:spPr>
          <a:xfrm>
            <a:off x="6400800" y="3379216"/>
            <a:ext cx="5239512" cy="613664"/>
          </a:xfrm>
          <a:prstGeom prst="roundRect">
            <a:avLst>
              <a:gd name="adj" fmla="val 26821"/>
            </a:avLst>
          </a:prstGeom>
          <a:solidFill>
            <a:schemeClr val="accent3">
              <a:alpha val="12000"/>
            </a:schemeClr>
          </a:solidFill>
          <a:ln w="15875">
            <a:solidFill>
              <a:srgbClr val="2E7D4F"/>
            </a:solidFill>
            <a:prstDash val="solid"/>
          </a:ln>
        </p:spPr>
      </p:sp>
      <p:pic>
        <p:nvPicPr>
          <p:cNvPr id="34" name="Image 6" descr="CommentDots">    </p:cNvPr>
          <p:cNvPicPr>
            <a:picLocks noChangeAspect="1"/>
          </p:cNvPicPr>
          <p:nvPr/>
        </p:nvPicPr>
        <p:blipFill>
          <a:blip r:embed="rId7"/>
          <a:stretch>
            <a:fillRect/>
          </a:stretch>
        </p:blipFill>
        <p:spPr>
          <a:xfrm>
            <a:off x="6565392" y="3530600"/>
            <a:ext cx="310896" cy="310896"/>
          </a:xfrm>
          <a:prstGeom prst="rect">
            <a:avLst/>
          </a:prstGeom>
        </p:spPr>
      </p:pic>
      <p:sp>
        <p:nvSpPr>
          <p:cNvPr id="35" name="Text 25"/>
          <p:cNvSpPr txBox="1"/>
          <p:nvPr/>
        </p:nvSpPr>
        <p:spPr>
          <a:xfrm>
            <a:off x="7040880" y="3379216"/>
            <a:ext cx="4480560" cy="613664"/>
          </a:xfrm>
          <a:prstGeom prst="rect">
            <a:avLst/>
          </a:prstGeom>
          <a:noFill/>
          <a:ln/>
        </p:spPr>
        <p:txBody>
          <a:bodyPr wrap="square" lIns="0" tIns="0" rIns="0" bIns="0" rtlCol="0" anchor="ctr"/>
          <a:lstStyle/>
          <a:p>
            <a:pPr algn="l" indent="0" marL="0">
              <a:buNone/>
            </a:pPr>
            <a:r>
              <a:rPr lang="en-US" sz="1800" u="sng" dirty="0">
                <a:solidFill>
                  <a:schemeClr val="tx1"/>
                </a:solidFill>
              </a:rPr>
              <a:t>Ja</a:t>
            </a:r>
            <a:r>
              <a:rPr lang="en-US" sz="1800" dirty="0">
                <a:solidFill>
                  <a:schemeClr val="tx1"/>
                </a:solidFill>
              </a:rPr>
              <a:t>, ik spreek Engels.</a:t>
            </a:r>
            <a:endParaRPr lang="en-US" sz="1800" dirty="0"/>
          </a:p>
        </p:txBody>
      </p:sp>
      <p:sp>
        <p:nvSpPr>
          <p:cNvPr id="36" name="Shape 26"/>
          <p:cNvSpPr/>
          <p:nvPr/>
        </p:nvSpPr>
        <p:spPr>
          <a:xfrm flipH="1">
            <a:off x="5193792" y="4409440"/>
            <a:ext cx="1161288" cy="914"/>
          </a:xfrm>
          <a:prstGeom prst="line">
            <a:avLst/>
          </a:prstGeom>
          <a:noFill/>
          <a:ln w="25400">
            <a:solidFill>
              <a:srgbClr val="17375E"/>
            </a:solidFill>
            <a:prstDash val="solid"/>
            <a:tailEnd type="triangle"/>
          </a:ln>
        </p:spPr>
      </p:sp>
      <p:sp>
        <p:nvSpPr>
          <p:cNvPr id="37" name="Shape 27"/>
          <p:cNvSpPr/>
          <p:nvPr/>
        </p:nvSpPr>
        <p:spPr>
          <a:xfrm>
            <a:off x="548640" y="4102608"/>
            <a:ext cx="4572000" cy="613664"/>
          </a:xfrm>
          <a:prstGeom prst="roundRect">
            <a:avLst>
              <a:gd name="adj" fmla="val 26821"/>
            </a:avLst>
          </a:prstGeom>
          <a:solidFill>
            <a:schemeClr val="accent2">
              <a:alpha val="12000"/>
            </a:schemeClr>
          </a:solidFill>
          <a:ln w="15875">
            <a:solidFill>
              <a:srgbClr val="2A6FB0"/>
            </a:solidFill>
            <a:prstDash val="solid"/>
          </a:ln>
        </p:spPr>
      </p:sp>
      <p:sp>
        <p:nvSpPr>
          <p:cNvPr id="38" name="Shape 28"/>
          <p:cNvSpPr/>
          <p:nvPr/>
        </p:nvSpPr>
        <p:spPr>
          <a:xfrm>
            <a:off x="676656" y="4235704"/>
            <a:ext cx="347472" cy="347472"/>
          </a:xfrm>
          <a:prstGeom prst="ellipse">
            <a:avLst/>
          </a:prstGeom>
          <a:solidFill>
            <a:schemeClr val="accent2"/>
          </a:solidFill>
          <a:ln w="12700">
            <a:solidFill>
              <a:srgbClr val="FFFFFF">
                <a:alpha val="0"/>
              </a:srgbClr>
            </a:solidFill>
            <a:prstDash val="solid"/>
          </a:ln>
        </p:spPr>
      </p:sp>
      <p:sp>
        <p:nvSpPr>
          <p:cNvPr id="39" name="Text 29"/>
          <p:cNvSpPr txBox="1"/>
          <p:nvPr/>
        </p:nvSpPr>
        <p:spPr>
          <a:xfrm>
            <a:off x="676656" y="4235704"/>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pic>
        <p:nvPicPr>
          <p:cNvPr id="40" name="Image 7" descr="Question">    </p:cNvPr>
          <p:cNvPicPr>
            <a:picLocks noChangeAspect="1"/>
          </p:cNvPicPr>
          <p:nvPr/>
        </p:nvPicPr>
        <p:blipFill>
          <a:blip r:embed="rId8"/>
          <a:stretch>
            <a:fillRect/>
          </a:stretch>
        </p:blipFill>
        <p:spPr>
          <a:xfrm>
            <a:off x="4754880" y="4290568"/>
            <a:ext cx="237744" cy="237744"/>
          </a:xfrm>
          <a:prstGeom prst="rect">
            <a:avLst/>
          </a:prstGeom>
        </p:spPr>
      </p:pic>
      <p:sp>
        <p:nvSpPr>
          <p:cNvPr id="41" name="Text 30"/>
          <p:cNvSpPr txBox="1"/>
          <p:nvPr/>
        </p:nvSpPr>
        <p:spPr>
          <a:xfrm>
            <a:off x="1188720" y="4102608"/>
            <a:ext cx="3520440" cy="613664"/>
          </a:xfrm>
          <a:prstGeom prst="rect">
            <a:avLst/>
          </a:prstGeom>
          <a:noFill/>
          <a:ln/>
        </p:spPr>
        <p:txBody>
          <a:bodyPr wrap="square" lIns="0" tIns="0" rIns="0" bIns="0" rtlCol="0" anchor="ctr"/>
          <a:lstStyle/>
          <a:p>
            <a:pPr algn="l" indent="0" marL="0">
              <a:buNone/>
            </a:pPr>
            <a:r>
              <a:rPr lang="en-US" sz="1800" b="1" dirty="0">
                <a:solidFill>
                  <a:schemeClr val="accent3"/>
                </a:solidFill>
              </a:rPr>
              <a:t>Waar werk je?</a:t>
            </a:r>
            <a:endParaRPr lang="en-US" sz="1800" dirty="0"/>
          </a:p>
        </p:txBody>
      </p:sp>
      <p:sp>
        <p:nvSpPr>
          <p:cNvPr id="42" name="Shape 31"/>
          <p:cNvSpPr/>
          <p:nvPr/>
        </p:nvSpPr>
        <p:spPr>
          <a:xfrm>
            <a:off x="6400800" y="4102608"/>
            <a:ext cx="5239512" cy="613664"/>
          </a:xfrm>
          <a:prstGeom prst="roundRect">
            <a:avLst>
              <a:gd name="adj" fmla="val 26821"/>
            </a:avLst>
          </a:prstGeom>
          <a:solidFill>
            <a:schemeClr val="accent3">
              <a:alpha val="12000"/>
            </a:schemeClr>
          </a:solidFill>
          <a:ln w="15875">
            <a:solidFill>
              <a:srgbClr val="2E7D4F"/>
            </a:solidFill>
            <a:prstDash val="solid"/>
          </a:ln>
        </p:spPr>
      </p:sp>
      <p:pic>
        <p:nvPicPr>
          <p:cNvPr id="43" name="Image 8" descr="CommentDots">    </p:cNvPr>
          <p:cNvPicPr>
            <a:picLocks noChangeAspect="1"/>
          </p:cNvPicPr>
          <p:nvPr/>
        </p:nvPicPr>
        <p:blipFill>
          <a:blip r:embed="rId9"/>
          <a:stretch>
            <a:fillRect/>
          </a:stretch>
        </p:blipFill>
        <p:spPr>
          <a:xfrm>
            <a:off x="6565392" y="4253992"/>
            <a:ext cx="310896" cy="310896"/>
          </a:xfrm>
          <a:prstGeom prst="rect">
            <a:avLst/>
          </a:prstGeom>
        </p:spPr>
      </p:pic>
      <p:sp>
        <p:nvSpPr>
          <p:cNvPr id="44" name="Text 32"/>
          <p:cNvSpPr txBox="1"/>
          <p:nvPr/>
        </p:nvSpPr>
        <p:spPr>
          <a:xfrm>
            <a:off x="7040880" y="4102608"/>
            <a:ext cx="4480560" cy="613664"/>
          </a:xfrm>
          <a:prstGeom prst="rect">
            <a:avLst/>
          </a:prstGeom>
          <a:noFill/>
          <a:ln/>
        </p:spPr>
        <p:txBody>
          <a:bodyPr wrap="square" lIns="0" tIns="0" rIns="0" bIns="0" rtlCol="0" anchor="ctr"/>
          <a:lstStyle/>
          <a:p>
            <a:pPr algn="l" indent="0" marL="0">
              <a:buNone/>
            </a:pPr>
            <a:r>
              <a:rPr lang="en-US" sz="1800" dirty="0">
                <a:solidFill>
                  <a:schemeClr val="tx1"/>
                </a:solidFill>
              </a:rPr>
              <a:t>Ik werk </a:t>
            </a:r>
            <a:r>
              <a:rPr lang="en-US" sz="1800" u="sng" dirty="0">
                <a:solidFill>
                  <a:schemeClr val="tx1"/>
                </a:solidFill>
              </a:rPr>
              <a:t>bij een bank</a:t>
            </a:r>
            <a:r>
              <a:rPr lang="en-US" sz="1800" dirty="0">
                <a:solidFill>
                  <a:schemeClr val="tx1"/>
                </a:solidFill>
              </a:rPr>
              <a:t>.</a:t>
            </a:r>
            <a:endParaRPr lang="en-US" sz="1800" dirty="0"/>
          </a:p>
        </p:txBody>
      </p:sp>
      <p:sp>
        <p:nvSpPr>
          <p:cNvPr id="45" name="Shape 33"/>
          <p:cNvSpPr/>
          <p:nvPr/>
        </p:nvSpPr>
        <p:spPr>
          <a:xfrm flipH="1">
            <a:off x="5193792" y="5132832"/>
            <a:ext cx="1161288" cy="914"/>
          </a:xfrm>
          <a:prstGeom prst="line">
            <a:avLst/>
          </a:prstGeom>
          <a:noFill/>
          <a:ln w="25400">
            <a:solidFill>
              <a:srgbClr val="17375E"/>
            </a:solidFill>
            <a:prstDash val="solid"/>
            <a:tailEnd type="triangle"/>
          </a:ln>
        </p:spPr>
      </p:sp>
      <p:sp>
        <p:nvSpPr>
          <p:cNvPr id="46" name="Shape 34"/>
          <p:cNvSpPr/>
          <p:nvPr/>
        </p:nvSpPr>
        <p:spPr>
          <a:xfrm>
            <a:off x="548640" y="4826000"/>
            <a:ext cx="4572000" cy="613664"/>
          </a:xfrm>
          <a:prstGeom prst="roundRect">
            <a:avLst>
              <a:gd name="adj" fmla="val 26821"/>
            </a:avLst>
          </a:prstGeom>
          <a:solidFill>
            <a:schemeClr val="accent2">
              <a:alpha val="12000"/>
            </a:schemeClr>
          </a:solidFill>
          <a:ln w="15875">
            <a:solidFill>
              <a:srgbClr val="2A6FB0"/>
            </a:solidFill>
            <a:prstDash val="solid"/>
          </a:ln>
        </p:spPr>
      </p:sp>
      <p:sp>
        <p:nvSpPr>
          <p:cNvPr id="47" name="Shape 35"/>
          <p:cNvSpPr/>
          <p:nvPr/>
        </p:nvSpPr>
        <p:spPr>
          <a:xfrm>
            <a:off x="676656" y="4959096"/>
            <a:ext cx="347472" cy="347472"/>
          </a:xfrm>
          <a:prstGeom prst="ellipse">
            <a:avLst/>
          </a:prstGeom>
          <a:solidFill>
            <a:schemeClr val="accent2"/>
          </a:solidFill>
          <a:ln w="12700">
            <a:solidFill>
              <a:srgbClr val="FFFFFF">
                <a:alpha val="0"/>
              </a:srgbClr>
            </a:solidFill>
            <a:prstDash val="solid"/>
          </a:ln>
        </p:spPr>
      </p:sp>
      <p:sp>
        <p:nvSpPr>
          <p:cNvPr id="48" name="Text 36"/>
          <p:cNvSpPr txBox="1"/>
          <p:nvPr/>
        </p:nvSpPr>
        <p:spPr>
          <a:xfrm>
            <a:off x="676656" y="4959096"/>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pic>
        <p:nvPicPr>
          <p:cNvPr id="49" name="Image 9" descr="Question">    </p:cNvPr>
          <p:cNvPicPr>
            <a:picLocks noChangeAspect="1"/>
          </p:cNvPicPr>
          <p:nvPr/>
        </p:nvPicPr>
        <p:blipFill>
          <a:blip r:embed="rId10"/>
          <a:stretch>
            <a:fillRect/>
          </a:stretch>
        </p:blipFill>
        <p:spPr>
          <a:xfrm>
            <a:off x="4754880" y="5013960"/>
            <a:ext cx="237744" cy="237744"/>
          </a:xfrm>
          <a:prstGeom prst="rect">
            <a:avLst/>
          </a:prstGeom>
        </p:spPr>
      </p:pic>
      <p:sp>
        <p:nvSpPr>
          <p:cNvPr id="50" name="Text 37"/>
          <p:cNvSpPr txBox="1"/>
          <p:nvPr/>
        </p:nvSpPr>
        <p:spPr>
          <a:xfrm>
            <a:off x="1188720" y="4826000"/>
            <a:ext cx="3520440" cy="613664"/>
          </a:xfrm>
          <a:prstGeom prst="rect">
            <a:avLst/>
          </a:prstGeom>
          <a:noFill/>
          <a:ln/>
        </p:spPr>
        <p:txBody>
          <a:bodyPr wrap="square" lIns="0" tIns="0" rIns="0" bIns="0" rtlCol="0" anchor="ctr"/>
          <a:lstStyle/>
          <a:p>
            <a:pPr algn="l" indent="0" marL="0">
              <a:buNone/>
            </a:pPr>
            <a:r>
              <a:rPr lang="en-US" sz="1400" b="1" dirty="0">
                <a:solidFill>
                  <a:schemeClr val="accent3"/>
                </a:solidFill>
              </a:rPr>
              <a:t>Hoe laat / Wanneer begint de les?</a:t>
            </a:r>
            <a:endParaRPr lang="en-US" sz="1400" dirty="0"/>
          </a:p>
        </p:txBody>
      </p:sp>
      <p:sp>
        <p:nvSpPr>
          <p:cNvPr id="51" name="Shape 38"/>
          <p:cNvSpPr/>
          <p:nvPr/>
        </p:nvSpPr>
        <p:spPr>
          <a:xfrm>
            <a:off x="6400800" y="4826000"/>
            <a:ext cx="5239512" cy="613664"/>
          </a:xfrm>
          <a:prstGeom prst="roundRect">
            <a:avLst>
              <a:gd name="adj" fmla="val 26821"/>
            </a:avLst>
          </a:prstGeom>
          <a:solidFill>
            <a:schemeClr val="accent3">
              <a:alpha val="12000"/>
            </a:schemeClr>
          </a:solidFill>
          <a:ln w="15875">
            <a:solidFill>
              <a:srgbClr val="2E7D4F"/>
            </a:solidFill>
            <a:prstDash val="solid"/>
          </a:ln>
        </p:spPr>
      </p:sp>
      <p:pic>
        <p:nvPicPr>
          <p:cNvPr id="52" name="Image 10" descr="CommentDots">    </p:cNvPr>
          <p:cNvPicPr>
            <a:picLocks noChangeAspect="1"/>
          </p:cNvPicPr>
          <p:nvPr/>
        </p:nvPicPr>
        <p:blipFill>
          <a:blip r:embed="rId11"/>
          <a:stretch>
            <a:fillRect/>
          </a:stretch>
        </p:blipFill>
        <p:spPr>
          <a:xfrm>
            <a:off x="6565392" y="4977384"/>
            <a:ext cx="310896" cy="310896"/>
          </a:xfrm>
          <a:prstGeom prst="rect">
            <a:avLst/>
          </a:prstGeom>
        </p:spPr>
      </p:pic>
      <p:sp>
        <p:nvSpPr>
          <p:cNvPr id="53" name="Text 39"/>
          <p:cNvSpPr txBox="1"/>
          <p:nvPr/>
        </p:nvSpPr>
        <p:spPr>
          <a:xfrm>
            <a:off x="7040880" y="4826000"/>
            <a:ext cx="4480560" cy="613664"/>
          </a:xfrm>
          <a:prstGeom prst="rect">
            <a:avLst/>
          </a:prstGeom>
          <a:noFill/>
          <a:ln/>
        </p:spPr>
        <p:txBody>
          <a:bodyPr wrap="square" lIns="0" tIns="0" rIns="0" bIns="0" rtlCol="0" anchor="ctr"/>
          <a:lstStyle/>
          <a:p>
            <a:pPr algn="l" indent="0" marL="0">
              <a:buNone/>
            </a:pPr>
            <a:r>
              <a:rPr lang="en-US" sz="1800" dirty="0">
                <a:solidFill>
                  <a:schemeClr val="tx1"/>
                </a:solidFill>
              </a:rPr>
              <a:t>De les begint </a:t>
            </a:r>
            <a:r>
              <a:rPr lang="en-US" sz="1800" u="sng" dirty="0">
                <a:solidFill>
                  <a:schemeClr val="tx1"/>
                </a:solidFill>
              </a:rPr>
              <a:t>om 18 uur</a:t>
            </a:r>
            <a:r>
              <a:rPr lang="en-US" sz="1800" dirty="0">
                <a:solidFill>
                  <a:schemeClr val="tx1"/>
                </a:solidFill>
              </a:rPr>
              <a:t>.</a:t>
            </a:r>
            <a:endParaRPr lang="en-US" sz="1800" dirty="0"/>
          </a:p>
        </p:txBody>
      </p:sp>
      <p:sp>
        <p:nvSpPr>
          <p:cNvPr id="54" name="Shape 40"/>
          <p:cNvSpPr/>
          <p:nvPr/>
        </p:nvSpPr>
        <p:spPr>
          <a:xfrm flipH="1">
            <a:off x="5193792" y="5856224"/>
            <a:ext cx="1161288" cy="914"/>
          </a:xfrm>
          <a:prstGeom prst="line">
            <a:avLst/>
          </a:prstGeom>
          <a:noFill/>
          <a:ln w="25400">
            <a:solidFill>
              <a:srgbClr val="17375E"/>
            </a:solidFill>
            <a:prstDash val="solid"/>
            <a:tailEnd type="triangle"/>
          </a:ln>
        </p:spPr>
      </p:sp>
      <p:sp>
        <p:nvSpPr>
          <p:cNvPr id="55" name="Shape 41"/>
          <p:cNvSpPr/>
          <p:nvPr/>
        </p:nvSpPr>
        <p:spPr>
          <a:xfrm>
            <a:off x="548640" y="5549392"/>
            <a:ext cx="4572000" cy="613664"/>
          </a:xfrm>
          <a:prstGeom prst="roundRect">
            <a:avLst>
              <a:gd name="adj" fmla="val 26821"/>
            </a:avLst>
          </a:prstGeom>
          <a:solidFill>
            <a:schemeClr val="accent2">
              <a:alpha val="12000"/>
            </a:schemeClr>
          </a:solidFill>
          <a:ln w="15875">
            <a:solidFill>
              <a:srgbClr val="2A6FB0"/>
            </a:solidFill>
            <a:prstDash val="solid"/>
          </a:ln>
        </p:spPr>
      </p:sp>
      <p:sp>
        <p:nvSpPr>
          <p:cNvPr id="56" name="Shape 42"/>
          <p:cNvSpPr/>
          <p:nvPr/>
        </p:nvSpPr>
        <p:spPr>
          <a:xfrm>
            <a:off x="676656" y="5682488"/>
            <a:ext cx="347472" cy="347472"/>
          </a:xfrm>
          <a:prstGeom prst="ellipse">
            <a:avLst/>
          </a:prstGeom>
          <a:solidFill>
            <a:schemeClr val="accent2"/>
          </a:solidFill>
          <a:ln w="12700">
            <a:solidFill>
              <a:srgbClr val="FFFFFF">
                <a:alpha val="0"/>
              </a:srgbClr>
            </a:solidFill>
            <a:prstDash val="solid"/>
          </a:ln>
        </p:spPr>
      </p:sp>
      <p:sp>
        <p:nvSpPr>
          <p:cNvPr id="57" name="Text 43"/>
          <p:cNvSpPr txBox="1"/>
          <p:nvPr/>
        </p:nvSpPr>
        <p:spPr>
          <a:xfrm>
            <a:off x="676656" y="5682488"/>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pic>
        <p:nvPicPr>
          <p:cNvPr id="58" name="Image 11" descr="Question">    </p:cNvPr>
          <p:cNvPicPr>
            <a:picLocks noChangeAspect="1"/>
          </p:cNvPicPr>
          <p:nvPr/>
        </p:nvPicPr>
        <p:blipFill>
          <a:blip r:embed="rId12"/>
          <a:stretch>
            <a:fillRect/>
          </a:stretch>
        </p:blipFill>
        <p:spPr>
          <a:xfrm>
            <a:off x="4754880" y="5737352"/>
            <a:ext cx="237744" cy="237744"/>
          </a:xfrm>
          <a:prstGeom prst="rect">
            <a:avLst/>
          </a:prstGeom>
        </p:spPr>
      </p:pic>
      <p:sp>
        <p:nvSpPr>
          <p:cNvPr id="59" name="Text 44"/>
          <p:cNvSpPr txBox="1"/>
          <p:nvPr/>
        </p:nvSpPr>
        <p:spPr>
          <a:xfrm>
            <a:off x="1188720" y="5549392"/>
            <a:ext cx="3520440" cy="613664"/>
          </a:xfrm>
          <a:prstGeom prst="rect">
            <a:avLst/>
          </a:prstGeom>
          <a:noFill/>
          <a:ln/>
        </p:spPr>
        <p:txBody>
          <a:bodyPr wrap="square" lIns="0" tIns="0" rIns="0" bIns="0" rtlCol="0" anchor="ctr"/>
          <a:lstStyle/>
          <a:p>
            <a:pPr algn="l" indent="0" marL="0">
              <a:buNone/>
            </a:pPr>
            <a:r>
              <a:rPr lang="en-US" sz="1800" b="1" dirty="0">
                <a:solidFill>
                  <a:schemeClr val="accent3"/>
                </a:solidFill>
              </a:rPr>
              <a:t>Wat drink je?</a:t>
            </a:r>
            <a:endParaRPr lang="en-US" sz="1800" dirty="0"/>
          </a:p>
        </p:txBody>
      </p:sp>
      <p:sp>
        <p:nvSpPr>
          <p:cNvPr id="60" name="Shape 45"/>
          <p:cNvSpPr/>
          <p:nvPr/>
        </p:nvSpPr>
        <p:spPr>
          <a:xfrm>
            <a:off x="6400800" y="5549392"/>
            <a:ext cx="5239512" cy="613664"/>
          </a:xfrm>
          <a:prstGeom prst="roundRect">
            <a:avLst>
              <a:gd name="adj" fmla="val 26821"/>
            </a:avLst>
          </a:prstGeom>
          <a:solidFill>
            <a:schemeClr val="accent3">
              <a:alpha val="12000"/>
            </a:schemeClr>
          </a:solidFill>
          <a:ln w="15875">
            <a:solidFill>
              <a:srgbClr val="2E7D4F"/>
            </a:solidFill>
            <a:prstDash val="solid"/>
          </a:ln>
        </p:spPr>
      </p:sp>
      <p:pic>
        <p:nvPicPr>
          <p:cNvPr id="61" name="Image 12" descr="CommentDots">    </p:cNvPr>
          <p:cNvPicPr>
            <a:picLocks noChangeAspect="1"/>
          </p:cNvPicPr>
          <p:nvPr/>
        </p:nvPicPr>
        <p:blipFill>
          <a:blip r:embed="rId13"/>
          <a:stretch>
            <a:fillRect/>
          </a:stretch>
        </p:blipFill>
        <p:spPr>
          <a:xfrm>
            <a:off x="6565392" y="5700776"/>
            <a:ext cx="310896" cy="310896"/>
          </a:xfrm>
          <a:prstGeom prst="rect">
            <a:avLst/>
          </a:prstGeom>
        </p:spPr>
      </p:pic>
      <p:sp>
        <p:nvSpPr>
          <p:cNvPr id="62" name="Text 46"/>
          <p:cNvSpPr txBox="1"/>
          <p:nvPr/>
        </p:nvSpPr>
        <p:spPr>
          <a:xfrm>
            <a:off x="7040880" y="5549392"/>
            <a:ext cx="4480560" cy="613664"/>
          </a:xfrm>
          <a:prstGeom prst="rect">
            <a:avLst/>
          </a:prstGeom>
          <a:noFill/>
          <a:ln/>
        </p:spPr>
        <p:txBody>
          <a:bodyPr wrap="square" lIns="0" tIns="0" rIns="0" bIns="0" rtlCol="0" anchor="ctr"/>
          <a:lstStyle/>
          <a:p>
            <a:pPr algn="l" indent="0" marL="0">
              <a:buNone/>
            </a:pPr>
            <a:r>
              <a:rPr lang="en-US" sz="1800" dirty="0">
                <a:solidFill>
                  <a:schemeClr val="tx1"/>
                </a:solidFill>
              </a:rPr>
              <a:t>Ik drink </a:t>
            </a:r>
            <a:r>
              <a:rPr lang="en-US" sz="1800" u="sng" dirty="0">
                <a:solidFill>
                  <a:schemeClr val="tx1"/>
                </a:solidFill>
              </a:rPr>
              <a:t>koffie</a:t>
            </a:r>
            <a:r>
              <a:rPr lang="en-US" sz="1800" dirty="0">
                <a:solidFill>
                  <a:schemeClr val="tx1"/>
                </a:solidFill>
              </a:rPr>
              <a: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5 — Dobbelspel (jeu de dés)</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stopwatch">    </p:cNvPr>
          <p:cNvPicPr>
            <a:picLocks noChangeAspect="1"/>
          </p:cNvPicPr>
          <p:nvPr/>
        </p:nvPicPr>
        <p:blipFill>
          <a:blip r:embed="rId1"/>
          <a:stretch>
            <a:fillRect/>
          </a:stretch>
        </p:blipFill>
        <p:spPr>
          <a:xfrm>
            <a:off x="10607040" y="841248"/>
            <a:ext cx="566928" cy="566928"/>
          </a:xfrm>
          <a:prstGeom prst="rect">
            <a:avLst/>
          </a:prstGeom>
        </p:spPr>
      </p:pic>
      <p:sp>
        <p:nvSpPr>
          <p:cNvPr id="7" name="Shape 3"/>
          <p:cNvSpPr/>
          <p:nvPr/>
        </p:nvSpPr>
        <p:spPr>
          <a:xfrm>
            <a:off x="548640" y="1554480"/>
            <a:ext cx="11091672" cy="548640"/>
          </a:xfrm>
          <a:prstGeom prst="roundRect">
            <a:avLst>
              <a:gd name="adj" fmla="val 13333"/>
            </a:avLst>
          </a:prstGeom>
          <a:solidFill>
            <a:schemeClr val="accent1">
              <a:alpha val="12000"/>
            </a:schemeClr>
          </a:solidFill>
          <a:ln w="12700">
            <a:solidFill>
              <a:srgbClr val="D9700F"/>
            </a:solidFill>
            <a:prstDash val="solid"/>
          </a:ln>
        </p:spPr>
      </p:sp>
      <p:pic>
        <p:nvPicPr>
          <p:cNvPr id="8" name="Image 1" descr="Dice">    </p:cNvPr>
          <p:cNvPicPr>
            <a:picLocks noChangeAspect="1"/>
          </p:cNvPicPr>
          <p:nvPr/>
        </p:nvPicPr>
        <p:blipFill>
          <a:blip r:embed="rId2"/>
          <a:stretch>
            <a:fillRect/>
          </a:stretch>
        </p:blipFill>
        <p:spPr>
          <a:xfrm>
            <a:off x="731520" y="1636776"/>
            <a:ext cx="384048" cy="384048"/>
          </a:xfrm>
          <a:prstGeom prst="rect">
            <a:avLst/>
          </a:prstGeom>
        </p:spPr>
      </p:pic>
      <p:sp>
        <p:nvSpPr>
          <p:cNvPr id="9" name="Text 4"/>
          <p:cNvSpPr txBox="1"/>
          <p:nvPr/>
        </p:nvSpPr>
        <p:spPr>
          <a:xfrm>
            <a:off x="1280160" y="1554480"/>
            <a:ext cx="10149840" cy="548640"/>
          </a:xfrm>
          <a:prstGeom prst="rect">
            <a:avLst/>
          </a:prstGeom>
          <a:noFill/>
          <a:ln/>
        </p:spPr>
        <p:txBody>
          <a:bodyPr wrap="square" lIns="0" tIns="0" rIns="0" bIns="0" rtlCol="0" anchor="ctr"/>
          <a:lstStyle/>
          <a:p>
            <a:pPr algn="l" indent="0" marL="0">
              <a:buNone/>
            </a:pPr>
            <a:r>
              <a:rPr lang="en-US" sz="2000" b="1" dirty="0">
                <a:solidFill>
                  <a:schemeClr val="tx1"/>
                </a:solidFill>
              </a:rPr>
              <a:t>Lancez les dés → conjuguez → faites une phrase !</a:t>
            </a:r>
            <a:endParaRPr lang="en-US" sz="2000" dirty="0"/>
          </a:p>
        </p:txBody>
      </p:sp>
      <p:sp>
        <p:nvSpPr>
          <p:cNvPr id="10" name="Shape 5"/>
          <p:cNvSpPr/>
          <p:nvPr/>
        </p:nvSpPr>
        <p:spPr>
          <a:xfrm>
            <a:off x="548640" y="2286000"/>
            <a:ext cx="3200400" cy="2880360"/>
          </a:xfrm>
          <a:prstGeom prst="roundRect">
            <a:avLst>
              <a:gd name="adj" fmla="val 7937"/>
            </a:avLst>
          </a:prstGeom>
          <a:solidFill>
            <a:srgbClr val="FFFFFF"/>
          </a:solidFill>
          <a:ln w="38100">
            <a:solidFill>
              <a:srgbClr val="2A6FB0"/>
            </a:solidFill>
            <a:prstDash val="solid"/>
          </a:ln>
          <a:effectLst>
            <a:outerShdw sx="100000" sy="100000" kx="0" ky="0" algn="bl" rotWithShape="0" blurRad="101600" dist="25400" dir="3600000">
              <a:srgbClr val="000000">
                <a:alpha val="16000"/>
              </a:srgbClr>
            </a:outerShdw>
          </a:effectLst>
        </p:spPr>
      </p:sp>
      <p:sp>
        <p:nvSpPr>
          <p:cNvPr id="11" name="Text 6"/>
          <p:cNvSpPr txBox="1"/>
          <p:nvPr/>
        </p:nvSpPr>
        <p:spPr>
          <a:xfrm>
            <a:off x="548640" y="2331720"/>
            <a:ext cx="3200400" cy="411480"/>
          </a:xfrm>
          <a:prstGeom prst="rect">
            <a:avLst/>
          </a:prstGeom>
          <a:noFill/>
          <a:ln/>
        </p:spPr>
        <p:txBody>
          <a:bodyPr wrap="square" lIns="0" tIns="0" rIns="0" bIns="0" rtlCol="0" anchor="ctr"/>
          <a:lstStyle/>
          <a:p>
            <a:pPr algn="ctr" indent="0" marL="0">
              <a:buNone/>
            </a:pPr>
            <a:r>
              <a:rPr lang="en-US" sz="1600" b="1" dirty="0">
                <a:solidFill>
                  <a:schemeClr val="accent2"/>
                </a:solidFill>
              </a:rPr>
              <a:t>Dé 1 · pronom</a:t>
            </a:r>
            <a:endParaRPr lang="en-US" sz="1600" dirty="0"/>
          </a:p>
        </p:txBody>
      </p:sp>
      <p:sp>
        <p:nvSpPr>
          <p:cNvPr id="12" name="Shape 7"/>
          <p:cNvSpPr/>
          <p:nvPr/>
        </p:nvSpPr>
        <p:spPr>
          <a:xfrm>
            <a:off x="704088" y="2788920"/>
            <a:ext cx="1389888" cy="658368"/>
          </a:xfrm>
          <a:prstGeom prst="roundRect">
            <a:avLst>
              <a:gd name="adj" fmla="val 16667"/>
            </a:avLst>
          </a:prstGeom>
          <a:solidFill>
            <a:schemeClr val="bg2"/>
          </a:solidFill>
          <a:ln w="12700">
            <a:solidFill>
              <a:srgbClr val="D5DCE6"/>
            </a:solidFill>
            <a:prstDash val="solid"/>
          </a:ln>
        </p:spPr>
      </p:sp>
      <p:pic>
        <p:nvPicPr>
          <p:cNvPr id="13" name="Image 2" descr="DiceOne">    </p:cNvPr>
          <p:cNvPicPr>
            <a:picLocks noChangeAspect="1"/>
          </p:cNvPicPr>
          <p:nvPr/>
        </p:nvPicPr>
        <p:blipFill>
          <a:blip r:embed="rId3"/>
          <a:stretch>
            <a:fillRect/>
          </a:stretch>
        </p:blipFill>
        <p:spPr>
          <a:xfrm>
            <a:off x="795528" y="2971800"/>
            <a:ext cx="292608" cy="292608"/>
          </a:xfrm>
          <a:prstGeom prst="rect">
            <a:avLst/>
          </a:prstGeom>
        </p:spPr>
      </p:pic>
      <p:sp>
        <p:nvSpPr>
          <p:cNvPr id="14" name="Text 8"/>
          <p:cNvSpPr txBox="1"/>
          <p:nvPr/>
        </p:nvSpPr>
        <p:spPr>
          <a:xfrm>
            <a:off x="1133856" y="2788920"/>
            <a:ext cx="941832" cy="658368"/>
          </a:xfrm>
          <a:prstGeom prst="rect">
            <a:avLst/>
          </a:prstGeom>
          <a:noFill/>
          <a:ln/>
        </p:spPr>
        <p:txBody>
          <a:bodyPr wrap="square" lIns="0" tIns="0" rIns="0" bIns="0" rtlCol="0" anchor="ctr"/>
          <a:lstStyle/>
          <a:p>
            <a:pPr algn="l" indent="0" marL="0">
              <a:buNone/>
            </a:pPr>
            <a:r>
              <a:rPr lang="en-US" sz="1700" b="1" dirty="0">
                <a:solidFill>
                  <a:schemeClr val="accent2"/>
                </a:solidFill>
              </a:rPr>
              <a:t>ik</a:t>
            </a:r>
            <a:endParaRPr lang="en-US" sz="1700" dirty="0"/>
          </a:p>
        </p:txBody>
      </p:sp>
      <p:sp>
        <p:nvSpPr>
          <p:cNvPr id="15" name="Shape 9"/>
          <p:cNvSpPr/>
          <p:nvPr/>
        </p:nvSpPr>
        <p:spPr>
          <a:xfrm>
            <a:off x="2185416" y="2788920"/>
            <a:ext cx="1389888" cy="658368"/>
          </a:xfrm>
          <a:prstGeom prst="roundRect">
            <a:avLst>
              <a:gd name="adj" fmla="val 16667"/>
            </a:avLst>
          </a:prstGeom>
          <a:solidFill>
            <a:schemeClr val="bg2"/>
          </a:solidFill>
          <a:ln w="12700">
            <a:solidFill>
              <a:srgbClr val="D5DCE6"/>
            </a:solidFill>
            <a:prstDash val="solid"/>
          </a:ln>
        </p:spPr>
      </p:sp>
      <p:pic>
        <p:nvPicPr>
          <p:cNvPr id="16" name="Image 3" descr="DiceTwo">    </p:cNvPr>
          <p:cNvPicPr>
            <a:picLocks noChangeAspect="1"/>
          </p:cNvPicPr>
          <p:nvPr/>
        </p:nvPicPr>
        <p:blipFill>
          <a:blip r:embed="rId4"/>
          <a:stretch>
            <a:fillRect/>
          </a:stretch>
        </p:blipFill>
        <p:spPr>
          <a:xfrm>
            <a:off x="2276856" y="2971800"/>
            <a:ext cx="292608" cy="292608"/>
          </a:xfrm>
          <a:prstGeom prst="rect">
            <a:avLst/>
          </a:prstGeom>
        </p:spPr>
      </p:pic>
      <p:sp>
        <p:nvSpPr>
          <p:cNvPr id="17" name="Text 10"/>
          <p:cNvSpPr txBox="1"/>
          <p:nvPr/>
        </p:nvSpPr>
        <p:spPr>
          <a:xfrm>
            <a:off x="2615184" y="2788920"/>
            <a:ext cx="941832" cy="658368"/>
          </a:xfrm>
          <a:prstGeom prst="rect">
            <a:avLst/>
          </a:prstGeom>
          <a:noFill/>
          <a:ln/>
        </p:spPr>
        <p:txBody>
          <a:bodyPr wrap="square" lIns="0" tIns="0" rIns="0" bIns="0" rtlCol="0" anchor="ctr"/>
          <a:lstStyle/>
          <a:p>
            <a:pPr algn="l" indent="0" marL="0">
              <a:buNone/>
            </a:pPr>
            <a:r>
              <a:rPr lang="en-US" sz="1700" b="1" dirty="0">
                <a:solidFill>
                  <a:schemeClr val="accent2"/>
                </a:solidFill>
              </a:rPr>
              <a:t>jij</a:t>
            </a:r>
            <a:endParaRPr lang="en-US" sz="1700" dirty="0"/>
          </a:p>
        </p:txBody>
      </p:sp>
      <p:sp>
        <p:nvSpPr>
          <p:cNvPr id="18" name="Shape 11"/>
          <p:cNvSpPr/>
          <p:nvPr/>
        </p:nvSpPr>
        <p:spPr>
          <a:xfrm>
            <a:off x="704088" y="3557016"/>
            <a:ext cx="1389888" cy="658368"/>
          </a:xfrm>
          <a:prstGeom prst="roundRect">
            <a:avLst>
              <a:gd name="adj" fmla="val 16667"/>
            </a:avLst>
          </a:prstGeom>
          <a:solidFill>
            <a:schemeClr val="bg2"/>
          </a:solidFill>
          <a:ln w="12700">
            <a:solidFill>
              <a:srgbClr val="D5DCE6"/>
            </a:solidFill>
            <a:prstDash val="solid"/>
          </a:ln>
        </p:spPr>
      </p:sp>
      <p:pic>
        <p:nvPicPr>
          <p:cNvPr id="19" name="Image 4" descr="DiceThree">    </p:cNvPr>
          <p:cNvPicPr>
            <a:picLocks noChangeAspect="1"/>
          </p:cNvPicPr>
          <p:nvPr/>
        </p:nvPicPr>
        <p:blipFill>
          <a:blip r:embed="rId5"/>
          <a:stretch>
            <a:fillRect/>
          </a:stretch>
        </p:blipFill>
        <p:spPr>
          <a:xfrm>
            <a:off x="795528" y="3739896"/>
            <a:ext cx="292608" cy="292608"/>
          </a:xfrm>
          <a:prstGeom prst="rect">
            <a:avLst/>
          </a:prstGeom>
        </p:spPr>
      </p:pic>
      <p:sp>
        <p:nvSpPr>
          <p:cNvPr id="20" name="Text 12"/>
          <p:cNvSpPr txBox="1"/>
          <p:nvPr/>
        </p:nvSpPr>
        <p:spPr>
          <a:xfrm>
            <a:off x="1133856" y="3557016"/>
            <a:ext cx="941832" cy="658368"/>
          </a:xfrm>
          <a:prstGeom prst="rect">
            <a:avLst/>
          </a:prstGeom>
          <a:noFill/>
          <a:ln/>
        </p:spPr>
        <p:txBody>
          <a:bodyPr wrap="square" lIns="0" tIns="0" rIns="0" bIns="0" rtlCol="0" anchor="ctr"/>
          <a:lstStyle/>
          <a:p>
            <a:pPr algn="l" indent="0" marL="0">
              <a:buNone/>
            </a:pPr>
            <a:r>
              <a:rPr lang="en-US" sz="1700" b="1" dirty="0">
                <a:solidFill>
                  <a:schemeClr val="accent2"/>
                </a:solidFill>
              </a:rPr>
              <a:t>u</a:t>
            </a:r>
            <a:endParaRPr lang="en-US" sz="1700" dirty="0"/>
          </a:p>
        </p:txBody>
      </p:sp>
      <p:sp>
        <p:nvSpPr>
          <p:cNvPr id="21" name="Shape 13"/>
          <p:cNvSpPr/>
          <p:nvPr/>
        </p:nvSpPr>
        <p:spPr>
          <a:xfrm>
            <a:off x="2185416" y="3557016"/>
            <a:ext cx="1389888" cy="658368"/>
          </a:xfrm>
          <a:prstGeom prst="roundRect">
            <a:avLst>
              <a:gd name="adj" fmla="val 16667"/>
            </a:avLst>
          </a:prstGeom>
          <a:solidFill>
            <a:schemeClr val="bg2"/>
          </a:solidFill>
          <a:ln w="12700">
            <a:solidFill>
              <a:srgbClr val="D5DCE6"/>
            </a:solidFill>
            <a:prstDash val="solid"/>
          </a:ln>
        </p:spPr>
      </p:sp>
      <p:pic>
        <p:nvPicPr>
          <p:cNvPr id="22" name="Image 5" descr="DiceFour">    </p:cNvPr>
          <p:cNvPicPr>
            <a:picLocks noChangeAspect="1"/>
          </p:cNvPicPr>
          <p:nvPr/>
        </p:nvPicPr>
        <p:blipFill>
          <a:blip r:embed="rId6"/>
          <a:stretch>
            <a:fillRect/>
          </a:stretch>
        </p:blipFill>
        <p:spPr>
          <a:xfrm>
            <a:off x="2276856" y="3739896"/>
            <a:ext cx="292608" cy="292608"/>
          </a:xfrm>
          <a:prstGeom prst="rect">
            <a:avLst/>
          </a:prstGeom>
        </p:spPr>
      </p:pic>
      <p:sp>
        <p:nvSpPr>
          <p:cNvPr id="23" name="Text 14"/>
          <p:cNvSpPr txBox="1"/>
          <p:nvPr/>
        </p:nvSpPr>
        <p:spPr>
          <a:xfrm>
            <a:off x="2615184" y="3557016"/>
            <a:ext cx="941832" cy="658368"/>
          </a:xfrm>
          <a:prstGeom prst="rect">
            <a:avLst/>
          </a:prstGeom>
          <a:noFill/>
          <a:ln/>
        </p:spPr>
        <p:txBody>
          <a:bodyPr wrap="square" lIns="0" tIns="0" rIns="0" bIns="0" rtlCol="0" anchor="ctr"/>
          <a:lstStyle/>
          <a:p>
            <a:pPr algn="l" indent="0" marL="0">
              <a:buNone/>
            </a:pPr>
            <a:r>
              <a:rPr lang="en-US" sz="1700" b="1" dirty="0">
                <a:solidFill>
                  <a:schemeClr val="accent2"/>
                </a:solidFill>
              </a:rPr>
              <a:t>hij/zij</a:t>
            </a:r>
            <a:endParaRPr lang="en-US" sz="1700" dirty="0"/>
          </a:p>
        </p:txBody>
      </p:sp>
      <p:sp>
        <p:nvSpPr>
          <p:cNvPr id="24" name="Shape 15"/>
          <p:cNvSpPr/>
          <p:nvPr/>
        </p:nvSpPr>
        <p:spPr>
          <a:xfrm>
            <a:off x="704088" y="4325112"/>
            <a:ext cx="1389888" cy="658368"/>
          </a:xfrm>
          <a:prstGeom prst="roundRect">
            <a:avLst>
              <a:gd name="adj" fmla="val 16667"/>
            </a:avLst>
          </a:prstGeom>
          <a:solidFill>
            <a:schemeClr val="bg2"/>
          </a:solidFill>
          <a:ln w="12700">
            <a:solidFill>
              <a:srgbClr val="D5DCE6"/>
            </a:solidFill>
            <a:prstDash val="solid"/>
          </a:ln>
        </p:spPr>
      </p:sp>
      <p:pic>
        <p:nvPicPr>
          <p:cNvPr id="25" name="Image 6" descr="DiceFive">    </p:cNvPr>
          <p:cNvPicPr>
            <a:picLocks noChangeAspect="1"/>
          </p:cNvPicPr>
          <p:nvPr/>
        </p:nvPicPr>
        <p:blipFill>
          <a:blip r:embed="rId7"/>
          <a:stretch>
            <a:fillRect/>
          </a:stretch>
        </p:blipFill>
        <p:spPr>
          <a:xfrm>
            <a:off x="795528" y="4507992"/>
            <a:ext cx="292608" cy="292608"/>
          </a:xfrm>
          <a:prstGeom prst="rect">
            <a:avLst/>
          </a:prstGeom>
        </p:spPr>
      </p:pic>
      <p:sp>
        <p:nvSpPr>
          <p:cNvPr id="26" name="Text 16"/>
          <p:cNvSpPr txBox="1"/>
          <p:nvPr/>
        </p:nvSpPr>
        <p:spPr>
          <a:xfrm>
            <a:off x="1133856" y="4325112"/>
            <a:ext cx="941832" cy="658368"/>
          </a:xfrm>
          <a:prstGeom prst="rect">
            <a:avLst/>
          </a:prstGeom>
          <a:noFill/>
          <a:ln/>
        </p:spPr>
        <p:txBody>
          <a:bodyPr wrap="square" lIns="0" tIns="0" rIns="0" bIns="0" rtlCol="0" anchor="ctr"/>
          <a:lstStyle/>
          <a:p>
            <a:pPr algn="l" indent="0" marL="0">
              <a:buNone/>
            </a:pPr>
            <a:r>
              <a:rPr lang="en-US" sz="1700" b="1" dirty="0">
                <a:solidFill>
                  <a:schemeClr val="accent2"/>
                </a:solidFill>
              </a:rPr>
              <a:t>wij</a:t>
            </a:r>
            <a:endParaRPr lang="en-US" sz="1700" dirty="0"/>
          </a:p>
        </p:txBody>
      </p:sp>
      <p:sp>
        <p:nvSpPr>
          <p:cNvPr id="27" name="Shape 17"/>
          <p:cNvSpPr/>
          <p:nvPr/>
        </p:nvSpPr>
        <p:spPr>
          <a:xfrm>
            <a:off x="2185416" y="4325112"/>
            <a:ext cx="1389888" cy="658368"/>
          </a:xfrm>
          <a:prstGeom prst="roundRect">
            <a:avLst>
              <a:gd name="adj" fmla="val 16667"/>
            </a:avLst>
          </a:prstGeom>
          <a:solidFill>
            <a:schemeClr val="bg2"/>
          </a:solidFill>
          <a:ln w="12700">
            <a:solidFill>
              <a:srgbClr val="D5DCE6"/>
            </a:solidFill>
            <a:prstDash val="solid"/>
          </a:ln>
        </p:spPr>
      </p:sp>
      <p:pic>
        <p:nvPicPr>
          <p:cNvPr id="28" name="Image 7" descr="DiceSix">    </p:cNvPr>
          <p:cNvPicPr>
            <a:picLocks noChangeAspect="1"/>
          </p:cNvPicPr>
          <p:nvPr/>
        </p:nvPicPr>
        <p:blipFill>
          <a:blip r:embed="rId8"/>
          <a:stretch>
            <a:fillRect/>
          </a:stretch>
        </p:blipFill>
        <p:spPr>
          <a:xfrm>
            <a:off x="2276856" y="4507992"/>
            <a:ext cx="292608" cy="292608"/>
          </a:xfrm>
          <a:prstGeom prst="rect">
            <a:avLst/>
          </a:prstGeom>
        </p:spPr>
      </p:pic>
      <p:sp>
        <p:nvSpPr>
          <p:cNvPr id="29" name="Text 18"/>
          <p:cNvSpPr txBox="1"/>
          <p:nvPr/>
        </p:nvSpPr>
        <p:spPr>
          <a:xfrm>
            <a:off x="2615184" y="4325112"/>
            <a:ext cx="941832" cy="658368"/>
          </a:xfrm>
          <a:prstGeom prst="rect">
            <a:avLst/>
          </a:prstGeom>
          <a:noFill/>
          <a:ln/>
        </p:spPr>
        <p:txBody>
          <a:bodyPr wrap="square" lIns="0" tIns="0" rIns="0" bIns="0" rtlCol="0" anchor="ctr"/>
          <a:lstStyle/>
          <a:p>
            <a:pPr algn="l" indent="0" marL="0">
              <a:buNone/>
            </a:pPr>
            <a:r>
              <a:rPr lang="en-US" sz="1700" b="1" dirty="0">
                <a:solidFill>
                  <a:schemeClr val="accent2"/>
                </a:solidFill>
              </a:rPr>
              <a:t>jullie</a:t>
            </a:r>
            <a:endParaRPr lang="en-US" sz="1700" dirty="0"/>
          </a:p>
        </p:txBody>
      </p:sp>
      <p:sp>
        <p:nvSpPr>
          <p:cNvPr id="30" name="Shape 19"/>
          <p:cNvSpPr/>
          <p:nvPr/>
        </p:nvSpPr>
        <p:spPr>
          <a:xfrm>
            <a:off x="3977640" y="2286000"/>
            <a:ext cx="3200400" cy="2880360"/>
          </a:xfrm>
          <a:prstGeom prst="roundRect">
            <a:avLst>
              <a:gd name="adj" fmla="val 7937"/>
            </a:avLst>
          </a:prstGeom>
          <a:solidFill>
            <a:srgbClr val="FFFFFF"/>
          </a:solidFill>
          <a:ln w="38100">
            <a:solidFill>
              <a:srgbClr val="B83227"/>
            </a:solidFill>
            <a:prstDash val="solid"/>
          </a:ln>
          <a:effectLst>
            <a:outerShdw sx="100000" sy="100000" kx="0" ky="0" algn="bl" rotWithShape="0" blurRad="101600" dist="25400" dir="3600000">
              <a:srgbClr val="000000">
                <a:alpha val="16000"/>
              </a:srgbClr>
            </a:outerShdw>
          </a:effectLst>
        </p:spPr>
      </p:sp>
      <p:sp>
        <p:nvSpPr>
          <p:cNvPr id="31" name="Text 20"/>
          <p:cNvSpPr txBox="1"/>
          <p:nvPr/>
        </p:nvSpPr>
        <p:spPr>
          <a:xfrm>
            <a:off x="3977640" y="2331720"/>
            <a:ext cx="3200400" cy="411480"/>
          </a:xfrm>
          <a:prstGeom prst="rect">
            <a:avLst/>
          </a:prstGeom>
          <a:noFill/>
          <a:ln/>
        </p:spPr>
        <p:txBody>
          <a:bodyPr wrap="square" lIns="0" tIns="0" rIns="0" bIns="0" rtlCol="0" anchor="ctr"/>
          <a:lstStyle/>
          <a:p>
            <a:pPr algn="ctr" indent="0" marL="0">
              <a:buNone/>
            </a:pPr>
            <a:r>
              <a:rPr lang="en-US" sz="1600" b="1" dirty="0">
                <a:solidFill>
                  <a:schemeClr val="accent6"/>
                </a:solidFill>
              </a:rPr>
              <a:t>Dé 2 · verbe</a:t>
            </a:r>
            <a:endParaRPr lang="en-US" sz="1600" dirty="0"/>
          </a:p>
        </p:txBody>
      </p:sp>
      <p:sp>
        <p:nvSpPr>
          <p:cNvPr id="32" name="Shape 21"/>
          <p:cNvSpPr/>
          <p:nvPr/>
        </p:nvSpPr>
        <p:spPr>
          <a:xfrm>
            <a:off x="4133088" y="2788920"/>
            <a:ext cx="1389888" cy="658368"/>
          </a:xfrm>
          <a:prstGeom prst="roundRect">
            <a:avLst>
              <a:gd name="adj" fmla="val 16667"/>
            </a:avLst>
          </a:prstGeom>
          <a:solidFill>
            <a:schemeClr val="bg2"/>
          </a:solidFill>
          <a:ln w="12700">
            <a:solidFill>
              <a:srgbClr val="D5DCE6"/>
            </a:solidFill>
            <a:prstDash val="solid"/>
          </a:ln>
        </p:spPr>
      </p:sp>
      <p:pic>
        <p:nvPicPr>
          <p:cNvPr id="33" name="Image 8" descr="DiceOne">    </p:cNvPr>
          <p:cNvPicPr>
            <a:picLocks noChangeAspect="1"/>
          </p:cNvPicPr>
          <p:nvPr/>
        </p:nvPicPr>
        <p:blipFill>
          <a:blip r:embed="rId9"/>
          <a:stretch>
            <a:fillRect/>
          </a:stretch>
        </p:blipFill>
        <p:spPr>
          <a:xfrm>
            <a:off x="4224528" y="2971800"/>
            <a:ext cx="292608" cy="292608"/>
          </a:xfrm>
          <a:prstGeom prst="rect">
            <a:avLst/>
          </a:prstGeom>
        </p:spPr>
      </p:pic>
      <p:sp>
        <p:nvSpPr>
          <p:cNvPr id="34" name="Text 22"/>
          <p:cNvSpPr txBox="1"/>
          <p:nvPr/>
        </p:nvSpPr>
        <p:spPr>
          <a:xfrm>
            <a:off x="4562856" y="2788920"/>
            <a:ext cx="941832" cy="658368"/>
          </a:xfrm>
          <a:prstGeom prst="rect">
            <a:avLst/>
          </a:prstGeom>
          <a:noFill/>
          <a:ln/>
        </p:spPr>
        <p:txBody>
          <a:bodyPr wrap="square" lIns="0" tIns="0" rIns="0" bIns="0" rtlCol="0" anchor="ctr"/>
          <a:lstStyle/>
          <a:p>
            <a:pPr algn="l" indent="0" marL="0">
              <a:buNone/>
            </a:pPr>
            <a:r>
              <a:rPr lang="en-US" sz="1700" b="1" dirty="0">
                <a:solidFill>
                  <a:schemeClr val="accent6"/>
                </a:solidFill>
              </a:rPr>
              <a:t>werken</a:t>
            </a:r>
            <a:endParaRPr lang="en-US" sz="1700" dirty="0"/>
          </a:p>
        </p:txBody>
      </p:sp>
      <p:sp>
        <p:nvSpPr>
          <p:cNvPr id="35" name="Shape 23"/>
          <p:cNvSpPr/>
          <p:nvPr/>
        </p:nvSpPr>
        <p:spPr>
          <a:xfrm>
            <a:off x="5614416" y="2788920"/>
            <a:ext cx="1389888" cy="658368"/>
          </a:xfrm>
          <a:prstGeom prst="roundRect">
            <a:avLst>
              <a:gd name="adj" fmla="val 16667"/>
            </a:avLst>
          </a:prstGeom>
          <a:solidFill>
            <a:schemeClr val="bg2"/>
          </a:solidFill>
          <a:ln w="12700">
            <a:solidFill>
              <a:srgbClr val="D5DCE6"/>
            </a:solidFill>
            <a:prstDash val="solid"/>
          </a:ln>
        </p:spPr>
      </p:sp>
      <p:pic>
        <p:nvPicPr>
          <p:cNvPr id="36" name="Image 9" descr="DiceTwo">    </p:cNvPr>
          <p:cNvPicPr>
            <a:picLocks noChangeAspect="1"/>
          </p:cNvPicPr>
          <p:nvPr/>
        </p:nvPicPr>
        <p:blipFill>
          <a:blip r:embed="rId10"/>
          <a:stretch>
            <a:fillRect/>
          </a:stretch>
        </p:blipFill>
        <p:spPr>
          <a:xfrm>
            <a:off x="5705856" y="2971800"/>
            <a:ext cx="292608" cy="292608"/>
          </a:xfrm>
          <a:prstGeom prst="rect">
            <a:avLst/>
          </a:prstGeom>
        </p:spPr>
      </p:pic>
      <p:sp>
        <p:nvSpPr>
          <p:cNvPr id="37" name="Text 24"/>
          <p:cNvSpPr txBox="1"/>
          <p:nvPr/>
        </p:nvSpPr>
        <p:spPr>
          <a:xfrm>
            <a:off x="6044184" y="2788920"/>
            <a:ext cx="941832" cy="658368"/>
          </a:xfrm>
          <a:prstGeom prst="rect">
            <a:avLst/>
          </a:prstGeom>
          <a:noFill/>
          <a:ln/>
        </p:spPr>
        <p:txBody>
          <a:bodyPr wrap="square" lIns="0" tIns="0" rIns="0" bIns="0" rtlCol="0" anchor="ctr"/>
          <a:lstStyle/>
          <a:p>
            <a:pPr algn="l" indent="0" marL="0">
              <a:buNone/>
            </a:pPr>
            <a:r>
              <a:rPr lang="en-US" sz="1700" b="1" dirty="0">
                <a:solidFill>
                  <a:schemeClr val="accent6"/>
                </a:solidFill>
              </a:rPr>
              <a:t>wonen</a:t>
            </a:r>
            <a:endParaRPr lang="en-US" sz="1700" dirty="0"/>
          </a:p>
        </p:txBody>
      </p:sp>
      <p:sp>
        <p:nvSpPr>
          <p:cNvPr id="38" name="Shape 25"/>
          <p:cNvSpPr/>
          <p:nvPr/>
        </p:nvSpPr>
        <p:spPr>
          <a:xfrm>
            <a:off x="4133088" y="3557016"/>
            <a:ext cx="1389888" cy="658368"/>
          </a:xfrm>
          <a:prstGeom prst="roundRect">
            <a:avLst>
              <a:gd name="adj" fmla="val 16667"/>
            </a:avLst>
          </a:prstGeom>
          <a:solidFill>
            <a:schemeClr val="bg2"/>
          </a:solidFill>
          <a:ln w="12700">
            <a:solidFill>
              <a:srgbClr val="D5DCE6"/>
            </a:solidFill>
            <a:prstDash val="solid"/>
          </a:ln>
        </p:spPr>
      </p:sp>
      <p:pic>
        <p:nvPicPr>
          <p:cNvPr id="39" name="Image 10" descr="DiceThree">    </p:cNvPr>
          <p:cNvPicPr>
            <a:picLocks noChangeAspect="1"/>
          </p:cNvPicPr>
          <p:nvPr/>
        </p:nvPicPr>
        <p:blipFill>
          <a:blip r:embed="rId11"/>
          <a:stretch>
            <a:fillRect/>
          </a:stretch>
        </p:blipFill>
        <p:spPr>
          <a:xfrm>
            <a:off x="4224528" y="3739896"/>
            <a:ext cx="292608" cy="292608"/>
          </a:xfrm>
          <a:prstGeom prst="rect">
            <a:avLst/>
          </a:prstGeom>
        </p:spPr>
      </p:pic>
      <p:sp>
        <p:nvSpPr>
          <p:cNvPr id="40" name="Text 26"/>
          <p:cNvSpPr txBox="1"/>
          <p:nvPr/>
        </p:nvSpPr>
        <p:spPr>
          <a:xfrm>
            <a:off x="4562856" y="3557016"/>
            <a:ext cx="941832" cy="658368"/>
          </a:xfrm>
          <a:prstGeom prst="rect">
            <a:avLst/>
          </a:prstGeom>
          <a:noFill/>
          <a:ln/>
        </p:spPr>
        <p:txBody>
          <a:bodyPr wrap="square" lIns="0" tIns="0" rIns="0" bIns="0" rtlCol="0" anchor="ctr"/>
          <a:lstStyle/>
          <a:p>
            <a:pPr algn="l" indent="0" marL="0">
              <a:buNone/>
            </a:pPr>
            <a:r>
              <a:rPr lang="en-US" sz="1500" b="1" dirty="0">
                <a:solidFill>
                  <a:schemeClr val="accent6"/>
                </a:solidFill>
              </a:rPr>
              <a:t>spreken</a:t>
            </a:r>
            <a:endParaRPr lang="en-US" sz="1500" dirty="0"/>
          </a:p>
        </p:txBody>
      </p:sp>
      <p:sp>
        <p:nvSpPr>
          <p:cNvPr id="41" name="Shape 27"/>
          <p:cNvSpPr/>
          <p:nvPr/>
        </p:nvSpPr>
        <p:spPr>
          <a:xfrm>
            <a:off x="5614416" y="3557016"/>
            <a:ext cx="1389888" cy="658368"/>
          </a:xfrm>
          <a:prstGeom prst="roundRect">
            <a:avLst>
              <a:gd name="adj" fmla="val 16667"/>
            </a:avLst>
          </a:prstGeom>
          <a:solidFill>
            <a:schemeClr val="bg2"/>
          </a:solidFill>
          <a:ln w="12700">
            <a:solidFill>
              <a:srgbClr val="D5DCE6"/>
            </a:solidFill>
            <a:prstDash val="solid"/>
          </a:ln>
        </p:spPr>
      </p:sp>
      <p:pic>
        <p:nvPicPr>
          <p:cNvPr id="42" name="Image 11" descr="DiceFour">    </p:cNvPr>
          <p:cNvPicPr>
            <a:picLocks noChangeAspect="1"/>
          </p:cNvPicPr>
          <p:nvPr/>
        </p:nvPicPr>
        <p:blipFill>
          <a:blip r:embed="rId12"/>
          <a:stretch>
            <a:fillRect/>
          </a:stretch>
        </p:blipFill>
        <p:spPr>
          <a:xfrm>
            <a:off x="5705856" y="3739896"/>
            <a:ext cx="292608" cy="292608"/>
          </a:xfrm>
          <a:prstGeom prst="rect">
            <a:avLst/>
          </a:prstGeom>
        </p:spPr>
      </p:pic>
      <p:sp>
        <p:nvSpPr>
          <p:cNvPr id="43" name="Text 28"/>
          <p:cNvSpPr txBox="1"/>
          <p:nvPr/>
        </p:nvSpPr>
        <p:spPr>
          <a:xfrm>
            <a:off x="6044184" y="3557016"/>
            <a:ext cx="941832" cy="658368"/>
          </a:xfrm>
          <a:prstGeom prst="rect">
            <a:avLst/>
          </a:prstGeom>
          <a:noFill/>
          <a:ln/>
        </p:spPr>
        <p:txBody>
          <a:bodyPr wrap="square" lIns="0" tIns="0" rIns="0" bIns="0" rtlCol="0" anchor="ctr"/>
          <a:lstStyle/>
          <a:p>
            <a:pPr algn="l" indent="0" marL="0">
              <a:buNone/>
            </a:pPr>
            <a:r>
              <a:rPr lang="en-US" sz="1700" b="1" dirty="0">
                <a:solidFill>
                  <a:schemeClr val="accent6"/>
                </a:solidFill>
              </a:rPr>
              <a:t>maken</a:t>
            </a:r>
            <a:endParaRPr lang="en-US" sz="1700" dirty="0"/>
          </a:p>
        </p:txBody>
      </p:sp>
      <p:sp>
        <p:nvSpPr>
          <p:cNvPr id="44" name="Shape 29"/>
          <p:cNvSpPr/>
          <p:nvPr/>
        </p:nvSpPr>
        <p:spPr>
          <a:xfrm>
            <a:off x="4133088" y="4325112"/>
            <a:ext cx="1389888" cy="658368"/>
          </a:xfrm>
          <a:prstGeom prst="roundRect">
            <a:avLst>
              <a:gd name="adj" fmla="val 16667"/>
            </a:avLst>
          </a:prstGeom>
          <a:solidFill>
            <a:schemeClr val="bg2"/>
          </a:solidFill>
          <a:ln w="12700">
            <a:solidFill>
              <a:srgbClr val="D5DCE6"/>
            </a:solidFill>
            <a:prstDash val="solid"/>
          </a:ln>
        </p:spPr>
      </p:sp>
      <p:pic>
        <p:nvPicPr>
          <p:cNvPr id="45" name="Image 12" descr="DiceFive">    </p:cNvPr>
          <p:cNvPicPr>
            <a:picLocks noChangeAspect="1"/>
          </p:cNvPicPr>
          <p:nvPr/>
        </p:nvPicPr>
        <p:blipFill>
          <a:blip r:embed="rId13"/>
          <a:stretch>
            <a:fillRect/>
          </a:stretch>
        </p:blipFill>
        <p:spPr>
          <a:xfrm>
            <a:off x="4224528" y="4507992"/>
            <a:ext cx="292608" cy="292608"/>
          </a:xfrm>
          <a:prstGeom prst="rect">
            <a:avLst/>
          </a:prstGeom>
        </p:spPr>
      </p:pic>
      <p:sp>
        <p:nvSpPr>
          <p:cNvPr id="46" name="Text 30"/>
          <p:cNvSpPr txBox="1"/>
          <p:nvPr/>
        </p:nvSpPr>
        <p:spPr>
          <a:xfrm>
            <a:off x="4562856" y="4325112"/>
            <a:ext cx="941832" cy="658368"/>
          </a:xfrm>
          <a:prstGeom prst="rect">
            <a:avLst/>
          </a:prstGeom>
          <a:noFill/>
          <a:ln/>
        </p:spPr>
        <p:txBody>
          <a:bodyPr wrap="square" lIns="0" tIns="0" rIns="0" bIns="0" rtlCol="0" anchor="ctr"/>
          <a:lstStyle/>
          <a:p>
            <a:pPr algn="l" indent="0" marL="0">
              <a:buNone/>
            </a:pPr>
            <a:r>
              <a:rPr lang="en-US" sz="1700" b="1" dirty="0">
                <a:solidFill>
                  <a:schemeClr val="accent6"/>
                </a:solidFill>
              </a:rPr>
              <a:t>bellen</a:t>
            </a:r>
            <a:endParaRPr lang="en-US" sz="1700" dirty="0"/>
          </a:p>
        </p:txBody>
      </p:sp>
      <p:sp>
        <p:nvSpPr>
          <p:cNvPr id="47" name="Shape 31"/>
          <p:cNvSpPr/>
          <p:nvPr/>
        </p:nvSpPr>
        <p:spPr>
          <a:xfrm>
            <a:off x="5614416" y="4325112"/>
            <a:ext cx="1389888" cy="658368"/>
          </a:xfrm>
          <a:prstGeom prst="roundRect">
            <a:avLst>
              <a:gd name="adj" fmla="val 16667"/>
            </a:avLst>
          </a:prstGeom>
          <a:solidFill>
            <a:schemeClr val="bg2"/>
          </a:solidFill>
          <a:ln w="12700">
            <a:solidFill>
              <a:srgbClr val="D5DCE6"/>
            </a:solidFill>
            <a:prstDash val="solid"/>
          </a:ln>
        </p:spPr>
      </p:sp>
      <p:pic>
        <p:nvPicPr>
          <p:cNvPr id="48" name="Image 13" descr="DiceSix">    </p:cNvPr>
          <p:cNvPicPr>
            <a:picLocks noChangeAspect="1"/>
          </p:cNvPicPr>
          <p:nvPr/>
        </p:nvPicPr>
        <p:blipFill>
          <a:blip r:embed="rId14"/>
          <a:stretch>
            <a:fillRect/>
          </a:stretch>
        </p:blipFill>
        <p:spPr>
          <a:xfrm>
            <a:off x="5705856" y="4507992"/>
            <a:ext cx="292608" cy="292608"/>
          </a:xfrm>
          <a:prstGeom prst="rect">
            <a:avLst/>
          </a:prstGeom>
        </p:spPr>
      </p:pic>
      <p:sp>
        <p:nvSpPr>
          <p:cNvPr id="49" name="Text 32"/>
          <p:cNvSpPr txBox="1"/>
          <p:nvPr/>
        </p:nvSpPr>
        <p:spPr>
          <a:xfrm>
            <a:off x="6044184" y="4325112"/>
            <a:ext cx="941832" cy="658368"/>
          </a:xfrm>
          <a:prstGeom prst="rect">
            <a:avLst/>
          </a:prstGeom>
          <a:noFill/>
          <a:ln/>
        </p:spPr>
        <p:txBody>
          <a:bodyPr wrap="square" lIns="0" tIns="0" rIns="0" bIns="0" rtlCol="0" anchor="ctr"/>
          <a:lstStyle/>
          <a:p>
            <a:pPr algn="l" indent="0" marL="0">
              <a:buNone/>
            </a:pPr>
            <a:r>
              <a:rPr lang="en-US" sz="1600" b="1" dirty="0">
                <a:solidFill>
                  <a:schemeClr val="accent6"/>
                </a:solidFill>
              </a:rPr>
              <a:t>drinken</a:t>
            </a:r>
            <a:endParaRPr lang="en-US" sz="1600" dirty="0"/>
          </a:p>
        </p:txBody>
      </p:sp>
      <p:sp>
        <p:nvSpPr>
          <p:cNvPr id="50" name="Shape 33"/>
          <p:cNvSpPr/>
          <p:nvPr/>
        </p:nvSpPr>
        <p:spPr>
          <a:xfrm>
            <a:off x="7726680" y="2286000"/>
            <a:ext cx="1463040" cy="1463040"/>
          </a:xfrm>
          <a:prstGeom prst="roundRect">
            <a:avLst>
              <a:gd name="adj" fmla="val 15625"/>
            </a:avLst>
          </a:prstGeom>
          <a:solidFill>
            <a:schemeClr val="accent1"/>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51" name="Text 34"/>
          <p:cNvSpPr txBox="1"/>
          <p:nvPr/>
        </p:nvSpPr>
        <p:spPr>
          <a:xfrm>
            <a:off x="7726680" y="2286000"/>
            <a:ext cx="1463040" cy="1463040"/>
          </a:xfrm>
          <a:prstGeom prst="rect">
            <a:avLst/>
          </a:prstGeom>
          <a:noFill/>
          <a:ln/>
        </p:spPr>
        <p:txBody>
          <a:bodyPr wrap="square" lIns="0" tIns="0" rIns="0" bIns="0" rtlCol="0" anchor="ctr"/>
          <a:lstStyle/>
          <a:p>
            <a:pPr algn="ctr" indent="0" marL="0">
              <a:buNone/>
            </a:pPr>
            <a:r>
              <a:rPr lang="en-US" sz="6600" b="1" dirty="0">
                <a:solidFill>
                  <a:schemeClr val="bg1"/>
                </a:solidFill>
                <a:latin typeface="+mj-lt" pitchFamily="34" charset="0"/>
                <a:ea typeface="+mj-lt" pitchFamily="34" charset="-122"/>
                <a:cs typeface="+mj-lt" pitchFamily="34" charset="-120"/>
              </a:rPr>
              <a:t>?</a:t>
            </a:r>
            <a:endParaRPr lang="en-US" sz="6600" dirty="0"/>
          </a:p>
        </p:txBody>
      </p:sp>
      <p:sp>
        <p:nvSpPr>
          <p:cNvPr id="52" name="Text 35"/>
          <p:cNvSpPr txBox="1"/>
          <p:nvPr/>
        </p:nvSpPr>
        <p:spPr>
          <a:xfrm>
            <a:off x="7406640" y="3794760"/>
            <a:ext cx="2103120" cy="292608"/>
          </a:xfrm>
          <a:prstGeom prst="rect">
            <a:avLst/>
          </a:prstGeom>
          <a:noFill/>
          <a:ln/>
        </p:spPr>
        <p:txBody>
          <a:bodyPr wrap="square" lIns="0" tIns="0" rIns="0" bIns="0" rtlCol="0" anchor="t"/>
          <a:lstStyle/>
          <a:p>
            <a:pPr algn="ctr" indent="0" marL="0">
              <a:buNone/>
            </a:pPr>
            <a:r>
              <a:rPr lang="en-US" sz="1300" b="1" dirty="0">
                <a:solidFill>
                  <a:schemeClr val="accent1"/>
                </a:solidFill>
              </a:rPr>
              <a:t>Dé « ? » (option)</a:t>
            </a:r>
            <a:endParaRPr lang="en-US" sz="1300" dirty="0"/>
          </a:p>
        </p:txBody>
      </p:sp>
      <p:pic>
        <p:nvPicPr>
          <p:cNvPr id="53" name="Image 14" descr="DiceOne">    </p:cNvPr>
          <p:cNvPicPr>
            <a:picLocks noChangeAspect="1"/>
          </p:cNvPicPr>
          <p:nvPr/>
        </p:nvPicPr>
        <p:blipFill>
          <a:blip r:embed="rId15"/>
          <a:stretch>
            <a:fillRect/>
          </a:stretch>
        </p:blipFill>
        <p:spPr>
          <a:xfrm>
            <a:off x="7452360" y="4160520"/>
            <a:ext cx="256032" cy="256032"/>
          </a:xfrm>
          <a:prstGeom prst="rect">
            <a:avLst/>
          </a:prstGeom>
        </p:spPr>
      </p:pic>
      <p:sp>
        <p:nvSpPr>
          <p:cNvPr id="54" name="Text 36"/>
          <p:cNvSpPr txBox="1"/>
          <p:nvPr/>
        </p:nvSpPr>
        <p:spPr>
          <a:xfrm>
            <a:off x="7726680" y="4133088"/>
            <a:ext cx="182880" cy="292608"/>
          </a:xfrm>
          <a:prstGeom prst="rect">
            <a:avLst/>
          </a:prstGeom>
          <a:noFill/>
          <a:ln/>
        </p:spPr>
        <p:txBody>
          <a:bodyPr wrap="square" lIns="0" tIns="0" rIns="0" bIns="0" rtlCol="0" anchor="t"/>
          <a:lstStyle/>
          <a:p>
            <a:pPr algn="ctr" indent="0" marL="0">
              <a:buNone/>
            </a:pPr>
            <a:r>
              <a:rPr lang="en-US" sz="1400" dirty="0">
                <a:solidFill>
                  <a:schemeClr val="accent5"/>
                </a:solidFill>
              </a:rPr>
              <a:t>–</a:t>
            </a:r>
            <a:endParaRPr lang="en-US" sz="1400" dirty="0"/>
          </a:p>
        </p:txBody>
      </p:sp>
      <p:pic>
        <p:nvPicPr>
          <p:cNvPr id="55" name="Image 15" descr="DiceThree">    </p:cNvPr>
          <p:cNvPicPr>
            <a:picLocks noChangeAspect="1"/>
          </p:cNvPicPr>
          <p:nvPr/>
        </p:nvPicPr>
        <p:blipFill>
          <a:blip r:embed="rId16"/>
          <a:stretch>
            <a:fillRect/>
          </a:stretch>
        </p:blipFill>
        <p:spPr>
          <a:xfrm>
            <a:off x="7927848" y="4160520"/>
            <a:ext cx="256032" cy="256032"/>
          </a:xfrm>
          <a:prstGeom prst="rect">
            <a:avLst/>
          </a:prstGeom>
        </p:spPr>
      </p:pic>
      <p:sp>
        <p:nvSpPr>
          <p:cNvPr id="56" name="Text 37"/>
          <p:cNvSpPr txBox="1"/>
          <p:nvPr/>
        </p:nvSpPr>
        <p:spPr>
          <a:xfrm>
            <a:off x="8247888" y="4123944"/>
            <a:ext cx="1325880" cy="329184"/>
          </a:xfrm>
          <a:prstGeom prst="rect">
            <a:avLst/>
          </a:prstGeom>
          <a:noFill/>
          <a:ln/>
        </p:spPr>
        <p:txBody>
          <a:bodyPr wrap="square" lIns="0" tIns="0" rIns="0" bIns="0" rtlCol="0" anchor="ctr"/>
          <a:lstStyle/>
          <a:p>
            <a:pPr algn="l" indent="0" marL="0">
              <a:buNone/>
            </a:pPr>
            <a:r>
              <a:rPr lang="en-US" sz="1000" dirty="0">
                <a:solidFill>
                  <a:schemeClr val="tx1"/>
                </a:solidFill>
              </a:rPr>
              <a:t>= phrase affirmative</a:t>
            </a:r>
            <a:endParaRPr lang="en-US" sz="1000" dirty="0"/>
          </a:p>
        </p:txBody>
      </p:sp>
      <p:pic>
        <p:nvPicPr>
          <p:cNvPr id="57" name="Image 16" descr="DiceFour">    </p:cNvPr>
          <p:cNvPicPr>
            <a:picLocks noChangeAspect="1"/>
          </p:cNvPicPr>
          <p:nvPr/>
        </p:nvPicPr>
        <p:blipFill>
          <a:blip r:embed="rId17"/>
          <a:stretch>
            <a:fillRect/>
          </a:stretch>
        </p:blipFill>
        <p:spPr>
          <a:xfrm>
            <a:off x="7452360" y="4672584"/>
            <a:ext cx="256032" cy="256032"/>
          </a:xfrm>
          <a:prstGeom prst="rect">
            <a:avLst/>
          </a:prstGeom>
        </p:spPr>
      </p:pic>
      <p:sp>
        <p:nvSpPr>
          <p:cNvPr id="58" name="Text 38"/>
          <p:cNvSpPr txBox="1"/>
          <p:nvPr/>
        </p:nvSpPr>
        <p:spPr>
          <a:xfrm>
            <a:off x="7726680" y="4645152"/>
            <a:ext cx="182880" cy="292608"/>
          </a:xfrm>
          <a:prstGeom prst="rect">
            <a:avLst/>
          </a:prstGeom>
          <a:noFill/>
          <a:ln/>
        </p:spPr>
        <p:txBody>
          <a:bodyPr wrap="square" lIns="0" tIns="0" rIns="0" bIns="0" rtlCol="0" anchor="t"/>
          <a:lstStyle/>
          <a:p>
            <a:pPr algn="ctr" indent="0" marL="0">
              <a:buNone/>
            </a:pPr>
            <a:r>
              <a:rPr lang="en-US" sz="1400" dirty="0">
                <a:solidFill>
                  <a:schemeClr val="accent5"/>
                </a:solidFill>
              </a:rPr>
              <a:t>–</a:t>
            </a:r>
            <a:endParaRPr lang="en-US" sz="1400" dirty="0"/>
          </a:p>
        </p:txBody>
      </p:sp>
      <p:pic>
        <p:nvPicPr>
          <p:cNvPr id="59" name="Image 17" descr="DiceSix">    </p:cNvPr>
          <p:cNvPicPr>
            <a:picLocks noChangeAspect="1"/>
          </p:cNvPicPr>
          <p:nvPr/>
        </p:nvPicPr>
        <p:blipFill>
          <a:blip r:embed="rId18"/>
          <a:stretch>
            <a:fillRect/>
          </a:stretch>
        </p:blipFill>
        <p:spPr>
          <a:xfrm>
            <a:off x="7927848" y="4672584"/>
            <a:ext cx="256032" cy="256032"/>
          </a:xfrm>
          <a:prstGeom prst="rect">
            <a:avLst/>
          </a:prstGeom>
        </p:spPr>
      </p:pic>
      <p:sp>
        <p:nvSpPr>
          <p:cNvPr id="60" name="Text 39"/>
          <p:cNvSpPr txBox="1"/>
          <p:nvPr/>
        </p:nvSpPr>
        <p:spPr>
          <a:xfrm>
            <a:off x="8247888" y="4636008"/>
            <a:ext cx="1325880" cy="329184"/>
          </a:xfrm>
          <a:prstGeom prst="rect">
            <a:avLst/>
          </a:prstGeom>
          <a:noFill/>
          <a:ln/>
        </p:spPr>
        <p:txBody>
          <a:bodyPr wrap="square" lIns="0" tIns="0" rIns="0" bIns="0" rtlCol="0" anchor="ctr"/>
          <a:lstStyle/>
          <a:p>
            <a:pPr algn="l" indent="0" marL="0">
              <a:buNone/>
            </a:pPr>
            <a:r>
              <a:rPr lang="en-US" sz="1300" dirty="0">
                <a:solidFill>
                  <a:schemeClr val="tx1"/>
                </a:solidFill>
              </a:rPr>
              <a:t>= question</a:t>
            </a:r>
            <a:endParaRPr lang="en-US" sz="1300" dirty="0"/>
          </a:p>
        </p:txBody>
      </p:sp>
      <p:pic>
        <p:nvPicPr>
          <p:cNvPr id="61" name="Image 18" descr="L’enseignant">    </p:cNvPr>
          <p:cNvPicPr>
            <a:picLocks noChangeAspect="1"/>
          </p:cNvPicPr>
          <p:nvPr/>
        </p:nvPicPr>
        <p:blipFill>
          <a:blip r:embed="rId19"/>
          <a:stretch>
            <a:fillRect/>
          </a:stretch>
        </p:blipFill>
        <p:spPr>
          <a:xfrm>
            <a:off x="9692640" y="3246120"/>
            <a:ext cx="1920240" cy="1920240"/>
          </a:xfrm>
          <a:prstGeom prst="rect">
            <a:avLst/>
          </a:prstGeom>
        </p:spPr>
      </p:pic>
      <p:sp>
        <p:nvSpPr>
          <p:cNvPr id="62" name="Shape 40"/>
          <p:cNvSpPr/>
          <p:nvPr/>
        </p:nvSpPr>
        <p:spPr>
          <a:xfrm>
            <a:off x="548640" y="5349240"/>
            <a:ext cx="8915400" cy="914400"/>
          </a:xfrm>
          <a:prstGeom prst="roundRect">
            <a:avLst>
              <a:gd name="adj" fmla="val 8000"/>
            </a:avLst>
          </a:prstGeom>
          <a:solidFill>
            <a:schemeClr val="bg2"/>
          </a:solidFill>
          <a:ln w="12700">
            <a:solidFill>
              <a:srgbClr val="D5DCE6"/>
            </a:solidFill>
            <a:prstDash val="solid"/>
          </a:ln>
        </p:spPr>
      </p:sp>
      <p:sp>
        <p:nvSpPr>
          <p:cNvPr id="63" name="Text 41"/>
          <p:cNvSpPr txBox="1"/>
          <p:nvPr/>
        </p:nvSpPr>
        <p:spPr>
          <a:xfrm>
            <a:off x="777240" y="5376672"/>
            <a:ext cx="8549640" cy="859536"/>
          </a:xfrm>
          <a:prstGeom prst="rect">
            <a:avLst/>
          </a:prstGeom>
          <a:noFill/>
          <a:ln/>
        </p:spPr>
        <p:txBody>
          <a:bodyPr wrap="square" lIns="0" tIns="0" rIns="0" bIns="0" rtlCol="0" anchor="ctr"/>
          <a:lstStyle/>
          <a:p>
            <a:pPr algn="l" indent="0" marL="0">
              <a:spcAft>
                <a:spcPts val="400"/>
              </a:spcAft>
              <a:buNone/>
            </a:pPr>
            <a:r>
              <a:rPr lang="en-US" sz="1600" b="1" dirty="0">
                <a:solidFill>
                  <a:schemeClr val="tx1"/>
                </a:solidFill>
              </a:rPr>
              <a:t>✓</a:t>
            </a:r>
            <a:r>
              <a:rPr lang="en-US" sz="1600" dirty="0">
                <a:solidFill>
                  <a:schemeClr val="tx1"/>
                </a:solidFill>
              </a:rPr>
              <a:t> 1 point par forme juste  ·  </a:t>
            </a:r>
            <a:r>
              <a:rPr lang="en-US" sz="1600" b="1" dirty="0">
                <a:solidFill>
                  <a:schemeClr val="tx1"/>
                </a:solidFill>
              </a:rPr>
              <a:t>✓✓</a:t>
            </a:r>
            <a:r>
              <a:rPr lang="en-US" sz="1600" dirty="0">
                <a:solidFill>
                  <a:schemeClr val="tx1"/>
                </a:solidFill>
              </a:rPr>
              <a:t> 2 points si la phrase entière est correcte</a:t>
            </a:r>
            <a:endParaRPr lang="en-US" sz="1600" dirty="0"/>
          </a:p>
          <a:p>
            <a:pPr algn="l" indent="0" marL="0">
              <a:spcAft>
                <a:spcPts val="400"/>
              </a:spcAft>
              <a:buNone/>
            </a:pPr>
            <a:r>
              <a:rPr lang="en-US" sz="1600" dirty="0">
                <a:solidFill>
                  <a:schemeClr val="tx1"/>
                </a:solidFill>
              </a:rPr>
              <a:t>Ex. : </a:t>
            </a:r>
            <a:r>
              <a:rPr lang="en-US" sz="1600" i="1" dirty="0">
                <a:solidFill>
                  <a:schemeClr val="tx1"/>
                </a:solidFill>
              </a:rPr>
              <a:t>jullie + bellen + ?</a:t>
            </a:r>
            <a:r>
              <a:rPr lang="en-US" sz="1600" dirty="0">
                <a:solidFill>
                  <a:schemeClr val="tx1"/>
                </a:solidFill>
              </a:rPr>
              <a:t> → </a:t>
            </a:r>
            <a:r>
              <a:rPr lang="en-US" sz="1600" i="1" dirty="0">
                <a:solidFill>
                  <a:schemeClr val="tx1"/>
                </a:solidFill>
              </a:rPr>
              <a:t>Bellen jullie de klant?</a:t>
            </a:r>
            <a:endParaRPr lang="en-US" sz="1600" dirty="0"/>
          </a:p>
        </p:txBody>
      </p:sp>
      <p:sp>
        <p:nvSpPr>
          <p:cNvPr id="64" name="Shape 42"/>
          <p:cNvSpPr/>
          <p:nvPr/>
        </p:nvSpPr>
        <p:spPr>
          <a:xfrm>
            <a:off x="9692640" y="5440680"/>
            <a:ext cx="1920240" cy="731520"/>
          </a:xfrm>
          <a:prstGeom prst="roundRect">
            <a:avLst>
              <a:gd name="adj" fmla="val 43750"/>
            </a:avLst>
          </a:prstGeom>
          <a:solidFill>
            <a:schemeClr val="accent3"/>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pic>
        <p:nvPicPr>
          <p:cNvPr id="65" name="Image 19" descr="Play">    </p:cNvPr>
          <p:cNvPicPr>
            <a:picLocks noChangeAspect="1"/>
          </p:cNvPicPr>
          <p:nvPr/>
        </p:nvPicPr>
        <p:blipFill>
          <a:blip r:embed="rId20"/>
          <a:stretch>
            <a:fillRect/>
          </a:stretch>
        </p:blipFill>
        <p:spPr>
          <a:xfrm>
            <a:off x="9921240" y="5641848"/>
            <a:ext cx="329184" cy="329184"/>
          </a:xfrm>
          <a:prstGeom prst="rect">
            <a:avLst/>
          </a:prstGeom>
        </p:spPr>
      </p:pic>
      <p:sp>
        <p:nvSpPr>
          <p:cNvPr id="66" name="Text 43"/>
          <p:cNvSpPr txBox="1"/>
          <p:nvPr/>
        </p:nvSpPr>
        <p:spPr>
          <a:xfrm>
            <a:off x="10332720" y="5440680"/>
            <a:ext cx="1188720" cy="731520"/>
          </a:xfrm>
          <a:prstGeom prst="rect">
            <a:avLst/>
          </a:prstGeom>
          <a:noFill/>
          <a:ln/>
        </p:spPr>
        <p:txBody>
          <a:bodyPr wrap="square" lIns="0" tIns="0" rIns="0" bIns="0" rtlCol="0" anchor="ctr"/>
          <a:lstStyle/>
          <a:p>
            <a:pPr algn="l" indent="0" marL="0">
              <a:buNone/>
            </a:pPr>
            <a:r>
              <a:rPr lang="en-US" sz="2400" b="1" dirty="0">
                <a:solidFill>
                  <a:schemeClr val="bg1"/>
                </a:solidFill>
              </a:rPr>
              <a:t>Start!</a:t>
            </a:r>
            <a:endParaRPr lang="en-US" sz="2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6 — Le message de Karim</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Karim écrit à Sofie. Trouvez et corrigez les erreurs d’ordre des mots.</a:t>
            </a:r>
            <a:endParaRPr lang="en-US" sz="1700" dirty="0"/>
          </a:p>
        </p:txBody>
      </p:sp>
      <p:sp>
        <p:nvSpPr>
          <p:cNvPr id="8" name="Shape 4"/>
          <p:cNvSpPr/>
          <p:nvPr/>
        </p:nvSpPr>
        <p:spPr>
          <a:xfrm>
            <a:off x="548640" y="1932432"/>
            <a:ext cx="7040880" cy="4340352"/>
          </a:xfrm>
          <a:prstGeom prst="roundRect">
            <a:avLst>
              <a:gd name="adj" fmla="val 4635"/>
            </a:avLst>
          </a:prstGeom>
          <a:solidFill>
            <a:schemeClr val="tx1"/>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9" name="Shape 5"/>
          <p:cNvSpPr/>
          <p:nvPr/>
        </p:nvSpPr>
        <p:spPr>
          <a:xfrm>
            <a:off x="676656" y="2060448"/>
            <a:ext cx="6784848" cy="4084320"/>
          </a:xfrm>
          <a:prstGeom prst="roundRect">
            <a:avLst>
              <a:gd name="adj" fmla="val 2687"/>
            </a:avLst>
          </a:prstGeom>
          <a:solidFill>
            <a:srgbClr val="F4F6F9"/>
          </a:solidFill>
          <a:ln w="12700">
            <a:solidFill>
              <a:srgbClr val="FFFFFF">
                <a:alpha val="0"/>
              </a:srgbClr>
            </a:solidFill>
            <a:prstDash val="solid"/>
          </a:ln>
        </p:spPr>
      </p:sp>
      <p:sp>
        <p:nvSpPr>
          <p:cNvPr id="10" name="Shape 6"/>
          <p:cNvSpPr/>
          <p:nvPr/>
        </p:nvSpPr>
        <p:spPr>
          <a:xfrm>
            <a:off x="676656" y="2060448"/>
            <a:ext cx="6784848" cy="512064"/>
          </a:xfrm>
          <a:prstGeom prst="roundRect">
            <a:avLst>
              <a:gd name="adj" fmla="val 21429"/>
            </a:avLst>
          </a:prstGeom>
          <a:solidFill>
            <a:schemeClr val="tx2"/>
          </a:solidFill>
          <a:ln w="12700">
            <a:solidFill>
              <a:srgbClr val="FFFFFF">
                <a:alpha val="0"/>
              </a:srgbClr>
            </a:solidFill>
            <a:prstDash val="solid"/>
          </a:ln>
        </p:spPr>
      </p:sp>
      <p:sp>
        <p:nvSpPr>
          <p:cNvPr id="11" name="Shape 7"/>
          <p:cNvSpPr/>
          <p:nvPr/>
        </p:nvSpPr>
        <p:spPr>
          <a:xfrm>
            <a:off x="676656" y="2343912"/>
            <a:ext cx="6784848" cy="228600"/>
          </a:xfrm>
          <a:prstGeom prst="rect">
            <a:avLst/>
          </a:prstGeom>
          <a:solidFill>
            <a:schemeClr val="tx2"/>
          </a:solidFill>
          <a:ln w="12700">
            <a:solidFill>
              <a:srgbClr val="FFFFFF">
                <a:alpha val="0"/>
              </a:srgbClr>
            </a:solidFill>
            <a:prstDash val="solid"/>
          </a:ln>
        </p:spPr>
      </p:sp>
      <p:sp>
        <p:nvSpPr>
          <p:cNvPr id="12" name="Shape 8"/>
          <p:cNvSpPr/>
          <p:nvPr/>
        </p:nvSpPr>
        <p:spPr>
          <a:xfrm>
            <a:off x="822960" y="2124456"/>
            <a:ext cx="384048" cy="384048"/>
          </a:xfrm>
          <a:prstGeom prst="ellipse">
            <a:avLst/>
          </a:prstGeom>
          <a:solidFill>
            <a:schemeClr val="accent2"/>
          </a:solidFill>
          <a:ln w="12700">
            <a:solidFill>
              <a:srgbClr val="FFFFFF">
                <a:alpha val="0"/>
              </a:srgbClr>
            </a:solidFill>
            <a:prstDash val="solid"/>
          </a:ln>
        </p:spPr>
      </p:sp>
      <p:sp>
        <p:nvSpPr>
          <p:cNvPr id="13" name="Text 9"/>
          <p:cNvSpPr txBox="1"/>
          <p:nvPr/>
        </p:nvSpPr>
        <p:spPr>
          <a:xfrm>
            <a:off x="822960" y="2124456"/>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K</a:t>
            </a:r>
            <a:endParaRPr lang="en-US" sz="1500" dirty="0"/>
          </a:p>
        </p:txBody>
      </p:sp>
      <p:sp>
        <p:nvSpPr>
          <p:cNvPr id="14" name="Text 10"/>
          <p:cNvSpPr txBox="1"/>
          <p:nvPr/>
        </p:nvSpPr>
        <p:spPr>
          <a:xfrm>
            <a:off x="1325880" y="2060448"/>
            <a:ext cx="4572000" cy="512064"/>
          </a:xfrm>
          <a:prstGeom prst="rect">
            <a:avLst/>
          </a:prstGeom>
          <a:noFill/>
          <a:ln/>
        </p:spPr>
        <p:txBody>
          <a:bodyPr wrap="square" lIns="0" tIns="0" rIns="0" bIns="0" rtlCol="0" anchor="ctr"/>
          <a:lstStyle/>
          <a:p>
            <a:pPr algn="l" indent="0" marL="0">
              <a:buNone/>
            </a:pPr>
            <a:r>
              <a:rPr lang="en-US" sz="1500" b="1" dirty="0">
                <a:solidFill>
                  <a:schemeClr val="bg1"/>
                </a:solidFill>
              </a:rPr>
              <a:t>Karim</a:t>
            </a:r>
            <a:r>
              <a:rPr lang="en-US" sz="1500" dirty="0">
                <a:solidFill>
                  <a:schemeClr val="bg1"/>
                </a:solidFill>
              </a:rPr>
              <a:t>  →  Sofie</a:t>
            </a:r>
            <a:endParaRPr lang="en-US" sz="1500" dirty="0"/>
          </a:p>
        </p:txBody>
      </p:sp>
      <p:sp>
        <p:nvSpPr>
          <p:cNvPr id="15" name="Shape 11"/>
          <p:cNvSpPr/>
          <p:nvPr/>
        </p:nvSpPr>
        <p:spPr>
          <a:xfrm>
            <a:off x="914400" y="2737104"/>
            <a:ext cx="6217920" cy="3270504"/>
          </a:xfrm>
          <a:prstGeom prst="roundRect">
            <a:avLst>
              <a:gd name="adj" fmla="val 4194"/>
            </a:avLst>
          </a:prstGeom>
          <a:solidFill>
            <a:srgbClr val="DCEBF7"/>
          </a:solidFill>
          <a:ln w="12700">
            <a:solidFill>
              <a:srgbClr val="FFFFFF">
                <a:alpha val="0"/>
              </a:srgbClr>
            </a:solidFill>
            <a:prstDash val="solid"/>
          </a:ln>
        </p:spPr>
      </p:sp>
      <p:sp>
        <p:nvSpPr>
          <p:cNvPr id="16" name="Text 12"/>
          <p:cNvSpPr txBox="1"/>
          <p:nvPr/>
        </p:nvSpPr>
        <p:spPr>
          <a:xfrm>
            <a:off x="1188720" y="2828544"/>
            <a:ext cx="5760720" cy="3087624"/>
          </a:xfrm>
          <a:prstGeom prst="rect">
            <a:avLst/>
          </a:prstGeom>
          <a:noFill/>
          <a:ln/>
        </p:spPr>
        <p:txBody>
          <a:bodyPr wrap="square" lIns="0" tIns="0" rIns="0" bIns="0" rtlCol="0" anchor="ctr"/>
          <a:lstStyle/>
          <a:p>
            <a:pPr algn="l" indent="0" marL="0">
              <a:spcAft>
                <a:spcPts val="700"/>
              </a:spcAft>
              <a:buNone/>
            </a:pPr>
            <a:r>
              <a:rPr lang="en-US" sz="1700" dirty="0">
                <a:solidFill>
                  <a:schemeClr val="tx1"/>
                </a:solidFill>
              </a:rPr>
              <a:t>Hoi Sofie!</a:t>
            </a:r>
            <a:endParaRPr lang="en-US" sz="1700" dirty="0"/>
          </a:p>
          <a:p>
            <a:pPr algn="l" indent="0" marL="0">
              <a:spcAft>
                <a:spcPts val="700"/>
              </a:spcAft>
              <a:buNone/>
            </a:pPr>
            <a:r>
              <a:rPr lang="en-US" sz="1700" dirty="0">
                <a:solidFill>
                  <a:schemeClr val="tx1"/>
                </a:solidFill>
              </a:rPr>
              <a:t>Morgen ik werk thuis.</a:t>
            </a:r>
            <a:endParaRPr lang="en-US" sz="1700" dirty="0"/>
          </a:p>
          <a:p>
            <a:pPr algn="l" indent="0" marL="0">
              <a:spcAft>
                <a:spcPts val="700"/>
              </a:spcAft>
              <a:buNone/>
            </a:pPr>
            <a:r>
              <a:rPr lang="en-US" sz="1700" dirty="0">
                <a:solidFill>
                  <a:schemeClr val="tx1"/>
                </a:solidFill>
              </a:rPr>
              <a:t>Op dinsdag ik heb een vergadering in Gent.</a:t>
            </a:r>
            <a:endParaRPr lang="en-US" sz="1700" dirty="0"/>
          </a:p>
          <a:p>
            <a:pPr algn="l" indent="0" marL="0">
              <a:spcAft>
                <a:spcPts val="700"/>
              </a:spcAft>
              <a:buNone/>
            </a:pPr>
            <a:r>
              <a:rPr lang="en-US" sz="1700" dirty="0">
                <a:solidFill>
                  <a:schemeClr val="tx1"/>
                </a:solidFill>
              </a:rPr>
              <a:t>Ik moet nemen de trein van 8 uur.</a:t>
            </a:r>
            <a:endParaRPr lang="en-US" sz="1700" dirty="0"/>
          </a:p>
          <a:p>
            <a:pPr algn="l" indent="0" marL="0">
              <a:spcAft>
                <a:spcPts val="700"/>
              </a:spcAft>
              <a:buNone/>
            </a:pPr>
            <a:r>
              <a:rPr lang="en-US" sz="1700" dirty="0">
                <a:solidFill>
                  <a:schemeClr val="tx1"/>
                </a:solidFill>
              </a:rPr>
              <a:t>Werkt jij ook in Gent?</a:t>
            </a:r>
            <a:endParaRPr lang="en-US" sz="1700" dirty="0"/>
          </a:p>
          <a:p>
            <a:pPr algn="l" indent="0" marL="0">
              <a:spcAft>
                <a:spcPts val="700"/>
              </a:spcAft>
              <a:buNone/>
            </a:pPr>
            <a:r>
              <a:rPr lang="en-US" sz="1700" dirty="0">
                <a:solidFill>
                  <a:schemeClr val="tx1"/>
                </a:solidFill>
              </a:rPr>
              <a:t>Ik bel op je morgen.</a:t>
            </a:r>
            <a:endParaRPr lang="en-US" sz="1700" dirty="0"/>
          </a:p>
          <a:p>
            <a:pPr algn="l" indent="0" marL="0">
              <a:spcAft>
                <a:spcPts val="700"/>
              </a:spcAft>
              <a:buNone/>
            </a:pPr>
            <a:r>
              <a:rPr lang="en-US" sz="1700" dirty="0">
                <a:solidFill>
                  <a:schemeClr val="tx1"/>
                </a:solidFill>
              </a:rPr>
              <a:t>Groetjes, Karim</a:t>
            </a:r>
            <a:endParaRPr lang="en-US" sz="1700" dirty="0"/>
          </a:p>
        </p:txBody>
      </p:sp>
      <p:sp>
        <p:nvSpPr>
          <p:cNvPr id="17" name="Shape 13"/>
          <p:cNvSpPr/>
          <p:nvPr/>
        </p:nvSpPr>
        <p:spPr>
          <a:xfrm>
            <a:off x="9089136" y="1978152"/>
            <a:ext cx="1371600" cy="1371600"/>
          </a:xfrm>
          <a:prstGeom prst="ellipse">
            <a:avLst/>
          </a:prstGeom>
          <a:solidFill>
            <a:schemeClr val="tx2"/>
          </a:solidFill>
          <a:ln w="12700">
            <a:solidFill>
              <a:srgbClr val="FFFFFF">
                <a:alpha val="0"/>
              </a:srgbClr>
            </a:solidFill>
            <a:prstDash val="solid"/>
          </a:ln>
        </p:spPr>
      </p:sp>
      <p:pic>
        <p:nvPicPr>
          <p:cNvPr id="18" name="Image 1" descr="Search">    </p:cNvPr>
          <p:cNvPicPr>
            <a:picLocks noChangeAspect="1"/>
          </p:cNvPicPr>
          <p:nvPr/>
        </p:nvPicPr>
        <p:blipFill>
          <a:blip r:embed="rId2"/>
          <a:stretch>
            <a:fillRect/>
          </a:stretch>
        </p:blipFill>
        <p:spPr>
          <a:xfrm>
            <a:off x="9418320" y="2307336"/>
            <a:ext cx="713232" cy="713232"/>
          </a:xfrm>
          <a:prstGeom prst="rect">
            <a:avLst/>
          </a:prstGeom>
        </p:spPr>
      </p:pic>
      <p:sp>
        <p:nvSpPr>
          <p:cNvPr id="19" name="Shape 14"/>
          <p:cNvSpPr/>
          <p:nvPr/>
        </p:nvSpPr>
        <p:spPr>
          <a:xfrm>
            <a:off x="7909560" y="3532632"/>
            <a:ext cx="3730752" cy="1051560"/>
          </a:xfrm>
          <a:prstGeom prst="roundRect">
            <a:avLst>
              <a:gd name="adj" fmla="val 6957"/>
            </a:avLst>
          </a:prstGeom>
          <a:solidFill>
            <a:schemeClr val="accent6">
              <a:alpha val="10000"/>
            </a:schemeClr>
          </a:solidFill>
          <a:ln w="15875">
            <a:solidFill>
              <a:srgbClr val="B83227"/>
            </a:solidFill>
            <a:prstDash val="solid"/>
          </a:ln>
        </p:spPr>
      </p:sp>
      <p:sp>
        <p:nvSpPr>
          <p:cNvPr id="20" name="Text 15"/>
          <p:cNvSpPr txBox="1"/>
          <p:nvPr/>
        </p:nvSpPr>
        <p:spPr>
          <a:xfrm>
            <a:off x="8092440" y="3532632"/>
            <a:ext cx="914400" cy="1051560"/>
          </a:xfrm>
          <a:prstGeom prst="rect">
            <a:avLst/>
          </a:prstGeom>
          <a:noFill/>
          <a:ln/>
        </p:spPr>
        <p:txBody>
          <a:bodyPr wrap="square" lIns="0" tIns="0" rIns="0" bIns="0" rtlCol="0" anchor="ctr"/>
          <a:lstStyle/>
          <a:p>
            <a:pPr algn="ctr" indent="0" marL="0">
              <a:buNone/>
            </a:pPr>
            <a:r>
              <a:rPr lang="en-US" sz="5400" b="1" dirty="0">
                <a:solidFill>
                  <a:schemeClr val="accent6"/>
                </a:solidFill>
                <a:latin typeface="+mj-lt" pitchFamily="34" charset="0"/>
                <a:ea typeface="+mj-lt" pitchFamily="34" charset="-122"/>
                <a:cs typeface="+mj-lt" pitchFamily="34" charset="-120"/>
              </a:rPr>
              <a:t>5</a:t>
            </a:r>
            <a:endParaRPr lang="en-US" sz="5400" dirty="0"/>
          </a:p>
        </p:txBody>
      </p:sp>
      <p:sp>
        <p:nvSpPr>
          <p:cNvPr id="21" name="Text 16"/>
          <p:cNvSpPr txBox="1"/>
          <p:nvPr/>
        </p:nvSpPr>
        <p:spPr>
          <a:xfrm>
            <a:off x="9052560" y="3532632"/>
            <a:ext cx="2450592" cy="1051560"/>
          </a:xfrm>
          <a:prstGeom prst="rect">
            <a:avLst/>
          </a:prstGeom>
          <a:noFill/>
          <a:ln/>
        </p:spPr>
        <p:txBody>
          <a:bodyPr wrap="square" lIns="0" tIns="0" rIns="0" bIns="0" rtlCol="0" anchor="ctr"/>
          <a:lstStyle/>
          <a:p>
            <a:pPr algn="l" indent="0" marL="0">
              <a:buNone/>
            </a:pPr>
            <a:r>
              <a:rPr lang="en-US" sz="2000" b="1" dirty="0">
                <a:solidFill>
                  <a:schemeClr val="accent6"/>
                </a:solidFill>
              </a:rPr>
              <a:t>erreurs cachées</a:t>
            </a:r>
            <a:endParaRPr lang="en-US" sz="2000" dirty="0"/>
          </a:p>
        </p:txBody>
      </p:sp>
      <p:pic>
        <p:nvPicPr>
          <p:cNvPr id="22" name="Image 2" descr="L’enseignant">    </p:cNvPr>
          <p:cNvPicPr>
            <a:picLocks noChangeAspect="1"/>
          </p:cNvPicPr>
          <p:nvPr/>
        </p:nvPicPr>
        <p:blipFill>
          <a:blip r:embed="rId3"/>
          <a:stretch>
            <a:fillRect/>
          </a:stretch>
        </p:blipFill>
        <p:spPr>
          <a:xfrm>
            <a:off x="9022080" y="4767072"/>
            <a:ext cx="1505712" cy="1505712"/>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6 — Le message de Karim</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Karim écrit à Sofie. Trouvez et corrigez les erreurs d’ordre des mots.</a:t>
            </a:r>
            <a:endParaRPr lang="en-US" sz="1700" dirty="0"/>
          </a:p>
        </p:txBody>
      </p:sp>
      <p:sp>
        <p:nvSpPr>
          <p:cNvPr id="9" name="Shape 5"/>
          <p:cNvSpPr/>
          <p:nvPr/>
        </p:nvSpPr>
        <p:spPr>
          <a:xfrm>
            <a:off x="548640" y="1932432"/>
            <a:ext cx="7040880" cy="4340352"/>
          </a:xfrm>
          <a:prstGeom prst="roundRect">
            <a:avLst>
              <a:gd name="adj" fmla="val 4635"/>
            </a:avLst>
          </a:prstGeom>
          <a:solidFill>
            <a:schemeClr val="tx1"/>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10" name="Shape 6"/>
          <p:cNvSpPr/>
          <p:nvPr/>
        </p:nvSpPr>
        <p:spPr>
          <a:xfrm>
            <a:off x="676656" y="2060448"/>
            <a:ext cx="6784848" cy="4084320"/>
          </a:xfrm>
          <a:prstGeom prst="roundRect">
            <a:avLst>
              <a:gd name="adj" fmla="val 2687"/>
            </a:avLst>
          </a:prstGeom>
          <a:solidFill>
            <a:srgbClr val="F4F6F9"/>
          </a:solidFill>
          <a:ln w="12700">
            <a:solidFill>
              <a:srgbClr val="FFFFFF">
                <a:alpha val="0"/>
              </a:srgbClr>
            </a:solidFill>
            <a:prstDash val="solid"/>
          </a:ln>
        </p:spPr>
      </p:sp>
      <p:sp>
        <p:nvSpPr>
          <p:cNvPr id="11" name="Shape 7"/>
          <p:cNvSpPr/>
          <p:nvPr/>
        </p:nvSpPr>
        <p:spPr>
          <a:xfrm>
            <a:off x="676656" y="2060448"/>
            <a:ext cx="6784848" cy="512064"/>
          </a:xfrm>
          <a:prstGeom prst="roundRect">
            <a:avLst>
              <a:gd name="adj" fmla="val 21429"/>
            </a:avLst>
          </a:prstGeom>
          <a:solidFill>
            <a:schemeClr val="tx2"/>
          </a:solidFill>
          <a:ln w="12700">
            <a:solidFill>
              <a:srgbClr val="FFFFFF">
                <a:alpha val="0"/>
              </a:srgbClr>
            </a:solidFill>
            <a:prstDash val="solid"/>
          </a:ln>
        </p:spPr>
      </p:sp>
      <p:sp>
        <p:nvSpPr>
          <p:cNvPr id="12" name="Shape 8"/>
          <p:cNvSpPr/>
          <p:nvPr/>
        </p:nvSpPr>
        <p:spPr>
          <a:xfrm>
            <a:off x="676656" y="2343912"/>
            <a:ext cx="6784848" cy="228600"/>
          </a:xfrm>
          <a:prstGeom prst="rect">
            <a:avLst/>
          </a:prstGeom>
          <a:solidFill>
            <a:schemeClr val="tx2"/>
          </a:solidFill>
          <a:ln w="12700">
            <a:solidFill>
              <a:srgbClr val="FFFFFF">
                <a:alpha val="0"/>
              </a:srgbClr>
            </a:solidFill>
            <a:prstDash val="solid"/>
          </a:ln>
        </p:spPr>
      </p:sp>
      <p:sp>
        <p:nvSpPr>
          <p:cNvPr id="13" name="Shape 9"/>
          <p:cNvSpPr/>
          <p:nvPr/>
        </p:nvSpPr>
        <p:spPr>
          <a:xfrm>
            <a:off x="822960" y="2124456"/>
            <a:ext cx="384048" cy="384048"/>
          </a:xfrm>
          <a:prstGeom prst="ellipse">
            <a:avLst/>
          </a:prstGeom>
          <a:solidFill>
            <a:schemeClr val="accent2"/>
          </a:solidFill>
          <a:ln w="12700">
            <a:solidFill>
              <a:srgbClr val="FFFFFF">
                <a:alpha val="0"/>
              </a:srgbClr>
            </a:solidFill>
            <a:prstDash val="solid"/>
          </a:ln>
        </p:spPr>
      </p:sp>
      <p:sp>
        <p:nvSpPr>
          <p:cNvPr id="14" name="Text 10"/>
          <p:cNvSpPr txBox="1"/>
          <p:nvPr/>
        </p:nvSpPr>
        <p:spPr>
          <a:xfrm>
            <a:off x="822960" y="2124456"/>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K</a:t>
            </a:r>
            <a:endParaRPr lang="en-US" sz="1500" dirty="0"/>
          </a:p>
        </p:txBody>
      </p:sp>
      <p:sp>
        <p:nvSpPr>
          <p:cNvPr id="15" name="Text 11"/>
          <p:cNvSpPr txBox="1"/>
          <p:nvPr/>
        </p:nvSpPr>
        <p:spPr>
          <a:xfrm>
            <a:off x="1325880" y="2060448"/>
            <a:ext cx="4572000" cy="512064"/>
          </a:xfrm>
          <a:prstGeom prst="rect">
            <a:avLst/>
          </a:prstGeom>
          <a:noFill/>
          <a:ln/>
        </p:spPr>
        <p:txBody>
          <a:bodyPr wrap="square" lIns="0" tIns="0" rIns="0" bIns="0" rtlCol="0" anchor="ctr"/>
          <a:lstStyle/>
          <a:p>
            <a:pPr algn="l" indent="0" marL="0">
              <a:buNone/>
            </a:pPr>
            <a:r>
              <a:rPr lang="en-US" sz="1500" b="1" dirty="0">
                <a:solidFill>
                  <a:schemeClr val="bg1"/>
                </a:solidFill>
              </a:rPr>
              <a:t>Karim</a:t>
            </a:r>
            <a:r>
              <a:rPr lang="en-US" sz="1500" dirty="0">
                <a:solidFill>
                  <a:schemeClr val="bg1"/>
                </a:solidFill>
              </a:rPr>
              <a:t>  →  Sofie</a:t>
            </a:r>
            <a:endParaRPr lang="en-US" sz="1500" dirty="0"/>
          </a:p>
        </p:txBody>
      </p:sp>
      <p:sp>
        <p:nvSpPr>
          <p:cNvPr id="16" name="Shape 12"/>
          <p:cNvSpPr/>
          <p:nvPr/>
        </p:nvSpPr>
        <p:spPr>
          <a:xfrm>
            <a:off x="914400" y="2737104"/>
            <a:ext cx="6217920" cy="3270504"/>
          </a:xfrm>
          <a:prstGeom prst="roundRect">
            <a:avLst>
              <a:gd name="adj" fmla="val 4194"/>
            </a:avLst>
          </a:prstGeom>
          <a:solidFill>
            <a:srgbClr val="DCEBF7"/>
          </a:solidFill>
          <a:ln w="12700">
            <a:solidFill>
              <a:srgbClr val="FFFFFF">
                <a:alpha val="0"/>
              </a:srgbClr>
            </a:solidFill>
            <a:prstDash val="solid"/>
          </a:ln>
        </p:spPr>
      </p:sp>
      <p:sp>
        <p:nvSpPr>
          <p:cNvPr id="17" name="Text 13"/>
          <p:cNvSpPr txBox="1"/>
          <p:nvPr/>
        </p:nvSpPr>
        <p:spPr>
          <a:xfrm>
            <a:off x="1353312" y="2828544"/>
            <a:ext cx="5669280" cy="257302"/>
          </a:xfrm>
          <a:prstGeom prst="rect">
            <a:avLst/>
          </a:prstGeom>
          <a:noFill/>
          <a:ln/>
        </p:spPr>
        <p:txBody>
          <a:bodyPr wrap="square" lIns="0" tIns="0" rIns="0" bIns="0" rtlCol="0" anchor="ctr"/>
          <a:lstStyle/>
          <a:p>
            <a:pPr algn="l" indent="0" marL="0">
              <a:buNone/>
            </a:pPr>
            <a:r>
              <a:rPr lang="en-US" sz="1400" dirty="0">
                <a:solidFill>
                  <a:schemeClr val="tx1"/>
                </a:solidFill>
              </a:rPr>
              <a:t>Hoi Sofie!</a:t>
            </a:r>
            <a:endParaRPr lang="en-US" sz="1400" dirty="0"/>
          </a:p>
        </p:txBody>
      </p:sp>
      <p:sp>
        <p:nvSpPr>
          <p:cNvPr id="18" name="Text 14"/>
          <p:cNvSpPr txBox="1"/>
          <p:nvPr/>
        </p:nvSpPr>
        <p:spPr>
          <a:xfrm>
            <a:off x="1353312" y="3085846"/>
            <a:ext cx="5669280" cy="257302"/>
          </a:xfrm>
          <a:prstGeom prst="rect">
            <a:avLst/>
          </a:prstGeom>
          <a:noFill/>
          <a:ln/>
        </p:spPr>
        <p:txBody>
          <a:bodyPr wrap="square" lIns="0" tIns="0" rIns="0" bIns="0" rtlCol="0" anchor="ctr"/>
          <a:lstStyle/>
          <a:p>
            <a:pPr algn="l" indent="0" marL="0">
              <a:buNone/>
            </a:pPr>
            <a:r>
              <a:rPr lang="en-US" sz="1400" dirty="0">
                <a:solidFill>
                  <a:schemeClr val="accent3"/>
                </a:solidFill>
              </a:rPr>
              <a:t>Morgen </a:t>
            </a:r>
            <a:r>
              <a:rPr lang="en-US" sz="1400" b="1" dirty="0">
                <a:solidFill>
                  <a:schemeClr val="accent3"/>
                </a:solidFill>
              </a:rPr>
              <a:t>werk ik</a:t>
            </a:r>
            <a:r>
              <a:rPr lang="en-US" sz="1400" dirty="0">
                <a:solidFill>
                  <a:schemeClr val="accent3"/>
                </a:solidFill>
              </a:rPr>
              <a:t> thuis.</a:t>
            </a:r>
            <a:endParaRPr lang="en-US" sz="1400" dirty="0"/>
          </a:p>
        </p:txBody>
      </p:sp>
      <p:pic>
        <p:nvPicPr>
          <p:cNvPr id="19" name="Image 1" descr="LongArrowAltUp">    </p:cNvPr>
          <p:cNvPicPr>
            <a:picLocks noChangeAspect="1"/>
          </p:cNvPicPr>
          <p:nvPr/>
        </p:nvPicPr>
        <p:blipFill>
          <a:blip r:embed="rId2"/>
          <a:stretch>
            <a:fillRect/>
          </a:stretch>
        </p:blipFill>
        <p:spPr>
          <a:xfrm>
            <a:off x="1042416" y="3352927"/>
            <a:ext cx="237744" cy="237744"/>
          </a:xfrm>
          <a:prstGeom prst="rect">
            <a:avLst/>
          </a:prstGeom>
        </p:spPr>
      </p:pic>
      <p:sp>
        <p:nvSpPr>
          <p:cNvPr id="20" name="Text 15"/>
          <p:cNvSpPr txBox="1"/>
          <p:nvPr/>
        </p:nvSpPr>
        <p:spPr>
          <a:xfrm>
            <a:off x="1353312" y="3343148"/>
            <a:ext cx="5669280" cy="257302"/>
          </a:xfrm>
          <a:prstGeom prst="rect">
            <a:avLst/>
          </a:prstGeom>
          <a:noFill/>
          <a:ln/>
        </p:spPr>
        <p:txBody>
          <a:bodyPr wrap="square" lIns="0" tIns="0" rIns="0" bIns="0" rtlCol="0" anchor="ctr"/>
          <a:lstStyle/>
          <a:p>
            <a:pPr algn="l" indent="0" marL="0">
              <a:buNone/>
            </a:pPr>
            <a:r>
              <a:rPr lang="en-US" sz="1400" strike="sngStrike" dirty="0">
                <a:solidFill>
                  <a:schemeClr val="accent6"/>
                </a:solidFill>
              </a:rPr>
              <a:t>Morgen ik werk thuis.</a:t>
            </a:r>
            <a:endParaRPr lang="en-US" sz="1400" dirty="0"/>
          </a:p>
        </p:txBody>
      </p:sp>
      <p:sp>
        <p:nvSpPr>
          <p:cNvPr id="21" name="Text 16"/>
          <p:cNvSpPr txBox="1"/>
          <p:nvPr/>
        </p:nvSpPr>
        <p:spPr>
          <a:xfrm>
            <a:off x="1353312" y="3600450"/>
            <a:ext cx="5669280" cy="257302"/>
          </a:xfrm>
          <a:prstGeom prst="rect">
            <a:avLst/>
          </a:prstGeom>
          <a:noFill/>
          <a:ln/>
        </p:spPr>
        <p:txBody>
          <a:bodyPr wrap="square" lIns="0" tIns="0" rIns="0" bIns="0" rtlCol="0" anchor="ctr"/>
          <a:lstStyle/>
          <a:p>
            <a:pPr algn="l" indent="0" marL="0">
              <a:buNone/>
            </a:pPr>
            <a:r>
              <a:rPr lang="en-US" sz="1400" dirty="0">
                <a:solidFill>
                  <a:schemeClr val="accent3"/>
                </a:solidFill>
              </a:rPr>
              <a:t>Op dinsdag </a:t>
            </a:r>
            <a:r>
              <a:rPr lang="en-US" sz="1400" b="1" dirty="0">
                <a:solidFill>
                  <a:schemeClr val="accent3"/>
                </a:solidFill>
              </a:rPr>
              <a:t>heb ik</a:t>
            </a:r>
            <a:r>
              <a:rPr lang="en-US" sz="1400" dirty="0">
                <a:solidFill>
                  <a:schemeClr val="accent3"/>
                </a:solidFill>
              </a:rPr>
              <a:t> een vergadering in Gent.</a:t>
            </a:r>
            <a:endParaRPr lang="en-US" sz="1400" dirty="0"/>
          </a:p>
        </p:txBody>
      </p:sp>
      <p:pic>
        <p:nvPicPr>
          <p:cNvPr id="22" name="Image 2" descr="LongArrowAltUp">    </p:cNvPr>
          <p:cNvPicPr>
            <a:picLocks noChangeAspect="1"/>
          </p:cNvPicPr>
          <p:nvPr/>
        </p:nvPicPr>
        <p:blipFill>
          <a:blip r:embed="rId3"/>
          <a:stretch>
            <a:fillRect/>
          </a:stretch>
        </p:blipFill>
        <p:spPr>
          <a:xfrm>
            <a:off x="1042416" y="3867531"/>
            <a:ext cx="237744" cy="237744"/>
          </a:xfrm>
          <a:prstGeom prst="rect">
            <a:avLst/>
          </a:prstGeom>
        </p:spPr>
      </p:pic>
      <p:sp>
        <p:nvSpPr>
          <p:cNvPr id="23" name="Text 17"/>
          <p:cNvSpPr txBox="1"/>
          <p:nvPr/>
        </p:nvSpPr>
        <p:spPr>
          <a:xfrm>
            <a:off x="1353312" y="3857752"/>
            <a:ext cx="5669280" cy="257302"/>
          </a:xfrm>
          <a:prstGeom prst="rect">
            <a:avLst/>
          </a:prstGeom>
          <a:noFill/>
          <a:ln/>
        </p:spPr>
        <p:txBody>
          <a:bodyPr wrap="square" lIns="0" tIns="0" rIns="0" bIns="0" rtlCol="0" anchor="ctr"/>
          <a:lstStyle/>
          <a:p>
            <a:pPr algn="l" indent="0" marL="0">
              <a:buNone/>
            </a:pPr>
            <a:r>
              <a:rPr lang="en-US" sz="1400" strike="sngStrike" dirty="0">
                <a:solidFill>
                  <a:schemeClr val="accent6"/>
                </a:solidFill>
              </a:rPr>
              <a:t>Op dinsdag ik heb een vergadering in Gent.</a:t>
            </a:r>
            <a:endParaRPr lang="en-US" sz="1400" dirty="0"/>
          </a:p>
        </p:txBody>
      </p:sp>
      <p:sp>
        <p:nvSpPr>
          <p:cNvPr id="24" name="Text 18"/>
          <p:cNvSpPr txBox="1"/>
          <p:nvPr/>
        </p:nvSpPr>
        <p:spPr>
          <a:xfrm>
            <a:off x="1353312" y="4115054"/>
            <a:ext cx="5669280" cy="257302"/>
          </a:xfrm>
          <a:prstGeom prst="rect">
            <a:avLst/>
          </a:prstGeom>
          <a:noFill/>
          <a:ln/>
        </p:spPr>
        <p:txBody>
          <a:bodyPr wrap="square" lIns="0" tIns="0" rIns="0" bIns="0" rtlCol="0" anchor="ctr"/>
          <a:lstStyle/>
          <a:p>
            <a:pPr algn="l" indent="0" marL="0">
              <a:buNone/>
            </a:pPr>
            <a:r>
              <a:rPr lang="en-US" sz="1400" dirty="0">
                <a:solidFill>
                  <a:schemeClr val="accent3"/>
                </a:solidFill>
              </a:rPr>
              <a:t>Ik moet de trein van 8 uur </a:t>
            </a:r>
            <a:r>
              <a:rPr lang="en-US" sz="1400" b="1" dirty="0">
                <a:solidFill>
                  <a:schemeClr val="accent3"/>
                </a:solidFill>
              </a:rPr>
              <a:t>nemen</a:t>
            </a:r>
            <a:r>
              <a:rPr lang="en-US" sz="1400" dirty="0">
                <a:solidFill>
                  <a:schemeClr val="accent3"/>
                </a:solidFill>
              </a:rPr>
              <a:t>.</a:t>
            </a:r>
            <a:endParaRPr lang="en-US" sz="1400" dirty="0"/>
          </a:p>
        </p:txBody>
      </p:sp>
      <p:pic>
        <p:nvPicPr>
          <p:cNvPr id="25" name="Image 3" descr="LongArrowAltUp">    </p:cNvPr>
          <p:cNvPicPr>
            <a:picLocks noChangeAspect="1"/>
          </p:cNvPicPr>
          <p:nvPr/>
        </p:nvPicPr>
        <p:blipFill>
          <a:blip r:embed="rId4"/>
          <a:stretch>
            <a:fillRect/>
          </a:stretch>
        </p:blipFill>
        <p:spPr>
          <a:xfrm>
            <a:off x="1042416" y="4382135"/>
            <a:ext cx="237744" cy="237744"/>
          </a:xfrm>
          <a:prstGeom prst="rect">
            <a:avLst/>
          </a:prstGeom>
        </p:spPr>
      </p:pic>
      <p:sp>
        <p:nvSpPr>
          <p:cNvPr id="26" name="Text 19"/>
          <p:cNvSpPr txBox="1"/>
          <p:nvPr/>
        </p:nvSpPr>
        <p:spPr>
          <a:xfrm>
            <a:off x="1353312" y="4372356"/>
            <a:ext cx="5669280" cy="257302"/>
          </a:xfrm>
          <a:prstGeom prst="rect">
            <a:avLst/>
          </a:prstGeom>
          <a:noFill/>
          <a:ln/>
        </p:spPr>
        <p:txBody>
          <a:bodyPr wrap="square" lIns="0" tIns="0" rIns="0" bIns="0" rtlCol="0" anchor="ctr"/>
          <a:lstStyle/>
          <a:p>
            <a:pPr algn="l" indent="0" marL="0">
              <a:buNone/>
            </a:pPr>
            <a:r>
              <a:rPr lang="en-US" sz="1400" strike="sngStrike" dirty="0">
                <a:solidFill>
                  <a:schemeClr val="accent6"/>
                </a:solidFill>
              </a:rPr>
              <a:t>Ik moet nemen de trein van 8 uur.</a:t>
            </a:r>
            <a:endParaRPr lang="en-US" sz="1400" dirty="0"/>
          </a:p>
        </p:txBody>
      </p:sp>
      <p:sp>
        <p:nvSpPr>
          <p:cNvPr id="27" name="Text 20"/>
          <p:cNvSpPr txBox="1"/>
          <p:nvPr/>
        </p:nvSpPr>
        <p:spPr>
          <a:xfrm>
            <a:off x="1353312" y="4629658"/>
            <a:ext cx="5669280" cy="257302"/>
          </a:xfrm>
          <a:prstGeom prst="rect">
            <a:avLst/>
          </a:prstGeom>
          <a:noFill/>
          <a:ln/>
        </p:spPr>
        <p:txBody>
          <a:bodyPr wrap="square" lIns="0" tIns="0" rIns="0" bIns="0" rtlCol="0" anchor="ctr"/>
          <a:lstStyle/>
          <a:p>
            <a:pPr algn="l" indent="0" marL="0">
              <a:buNone/>
            </a:pPr>
            <a:r>
              <a:rPr lang="en-US" sz="1400" b="1" dirty="0">
                <a:solidFill>
                  <a:schemeClr val="accent3"/>
                </a:solidFill>
              </a:rPr>
              <a:t>Werk jij</a:t>
            </a:r>
            <a:r>
              <a:rPr lang="en-US" sz="1400" dirty="0">
                <a:solidFill>
                  <a:schemeClr val="accent3"/>
                </a:solidFill>
              </a:rPr>
              <a:t> ook in Gent?</a:t>
            </a:r>
            <a:endParaRPr lang="en-US" sz="1400" dirty="0"/>
          </a:p>
        </p:txBody>
      </p:sp>
      <p:pic>
        <p:nvPicPr>
          <p:cNvPr id="28" name="Image 4" descr="LongArrowAltUp">    </p:cNvPr>
          <p:cNvPicPr>
            <a:picLocks noChangeAspect="1"/>
          </p:cNvPicPr>
          <p:nvPr/>
        </p:nvPicPr>
        <p:blipFill>
          <a:blip r:embed="rId5"/>
          <a:stretch>
            <a:fillRect/>
          </a:stretch>
        </p:blipFill>
        <p:spPr>
          <a:xfrm>
            <a:off x="1042416" y="4896739"/>
            <a:ext cx="237744" cy="237744"/>
          </a:xfrm>
          <a:prstGeom prst="rect">
            <a:avLst/>
          </a:prstGeom>
        </p:spPr>
      </p:pic>
      <p:sp>
        <p:nvSpPr>
          <p:cNvPr id="29" name="Text 21"/>
          <p:cNvSpPr txBox="1"/>
          <p:nvPr/>
        </p:nvSpPr>
        <p:spPr>
          <a:xfrm>
            <a:off x="1353312" y="4886960"/>
            <a:ext cx="5669280" cy="257302"/>
          </a:xfrm>
          <a:prstGeom prst="rect">
            <a:avLst/>
          </a:prstGeom>
          <a:noFill/>
          <a:ln/>
        </p:spPr>
        <p:txBody>
          <a:bodyPr wrap="square" lIns="0" tIns="0" rIns="0" bIns="0" rtlCol="0" anchor="ctr"/>
          <a:lstStyle/>
          <a:p>
            <a:pPr algn="l" indent="0" marL="0">
              <a:buNone/>
            </a:pPr>
            <a:r>
              <a:rPr lang="en-US" sz="1400" strike="sngStrike" dirty="0">
                <a:solidFill>
                  <a:schemeClr val="accent6"/>
                </a:solidFill>
              </a:rPr>
              <a:t>Werkt jij ook in Gent?</a:t>
            </a:r>
            <a:endParaRPr lang="en-US" sz="1400" dirty="0"/>
          </a:p>
        </p:txBody>
      </p:sp>
      <p:sp>
        <p:nvSpPr>
          <p:cNvPr id="30" name="Text 22"/>
          <p:cNvSpPr txBox="1"/>
          <p:nvPr/>
        </p:nvSpPr>
        <p:spPr>
          <a:xfrm>
            <a:off x="1353312" y="5144262"/>
            <a:ext cx="5669280" cy="257302"/>
          </a:xfrm>
          <a:prstGeom prst="rect">
            <a:avLst/>
          </a:prstGeom>
          <a:noFill/>
          <a:ln/>
        </p:spPr>
        <p:txBody>
          <a:bodyPr wrap="square" lIns="0" tIns="0" rIns="0" bIns="0" rtlCol="0" anchor="ctr"/>
          <a:lstStyle/>
          <a:p>
            <a:pPr algn="l" indent="0" marL="0">
              <a:buNone/>
            </a:pPr>
            <a:r>
              <a:rPr lang="en-US" sz="1400" dirty="0">
                <a:solidFill>
                  <a:schemeClr val="accent3"/>
                </a:solidFill>
              </a:rPr>
              <a:t>Ik bel je morgen </a:t>
            </a:r>
            <a:r>
              <a:rPr lang="en-US" sz="1400" b="1" dirty="0">
                <a:solidFill>
                  <a:schemeClr val="accent3"/>
                </a:solidFill>
              </a:rPr>
              <a:t>op</a:t>
            </a:r>
            <a:r>
              <a:rPr lang="en-US" sz="1400" dirty="0">
                <a:solidFill>
                  <a:schemeClr val="accent3"/>
                </a:solidFill>
              </a:rPr>
              <a:t>.</a:t>
            </a:r>
            <a:endParaRPr lang="en-US" sz="1400" dirty="0"/>
          </a:p>
        </p:txBody>
      </p:sp>
      <p:pic>
        <p:nvPicPr>
          <p:cNvPr id="31" name="Image 5" descr="LongArrowAltUp">    </p:cNvPr>
          <p:cNvPicPr>
            <a:picLocks noChangeAspect="1"/>
          </p:cNvPicPr>
          <p:nvPr/>
        </p:nvPicPr>
        <p:blipFill>
          <a:blip r:embed="rId6"/>
          <a:stretch>
            <a:fillRect/>
          </a:stretch>
        </p:blipFill>
        <p:spPr>
          <a:xfrm>
            <a:off x="1042416" y="5411343"/>
            <a:ext cx="237744" cy="237744"/>
          </a:xfrm>
          <a:prstGeom prst="rect">
            <a:avLst/>
          </a:prstGeom>
        </p:spPr>
      </p:pic>
      <p:sp>
        <p:nvSpPr>
          <p:cNvPr id="32" name="Text 23"/>
          <p:cNvSpPr txBox="1"/>
          <p:nvPr/>
        </p:nvSpPr>
        <p:spPr>
          <a:xfrm>
            <a:off x="1353312" y="5401564"/>
            <a:ext cx="5669280" cy="257302"/>
          </a:xfrm>
          <a:prstGeom prst="rect">
            <a:avLst/>
          </a:prstGeom>
          <a:noFill/>
          <a:ln/>
        </p:spPr>
        <p:txBody>
          <a:bodyPr wrap="square" lIns="0" tIns="0" rIns="0" bIns="0" rtlCol="0" anchor="ctr"/>
          <a:lstStyle/>
          <a:p>
            <a:pPr algn="l" indent="0" marL="0">
              <a:buNone/>
            </a:pPr>
            <a:r>
              <a:rPr lang="en-US" sz="1400" strike="sngStrike" dirty="0">
                <a:solidFill>
                  <a:schemeClr val="accent6"/>
                </a:solidFill>
              </a:rPr>
              <a:t>Ik bel op je morgen.</a:t>
            </a:r>
            <a:endParaRPr lang="en-US" sz="1400" dirty="0"/>
          </a:p>
        </p:txBody>
      </p:sp>
      <p:sp>
        <p:nvSpPr>
          <p:cNvPr id="33" name="Text 24"/>
          <p:cNvSpPr txBox="1"/>
          <p:nvPr/>
        </p:nvSpPr>
        <p:spPr>
          <a:xfrm>
            <a:off x="1353312" y="5658866"/>
            <a:ext cx="5669280" cy="257302"/>
          </a:xfrm>
          <a:prstGeom prst="rect">
            <a:avLst/>
          </a:prstGeom>
          <a:noFill/>
          <a:ln/>
        </p:spPr>
        <p:txBody>
          <a:bodyPr wrap="square" lIns="0" tIns="0" rIns="0" bIns="0" rtlCol="0" anchor="ctr"/>
          <a:lstStyle/>
          <a:p>
            <a:pPr algn="l" indent="0" marL="0">
              <a:buNone/>
            </a:pPr>
            <a:r>
              <a:rPr lang="en-US" sz="1400" dirty="0">
                <a:solidFill>
                  <a:schemeClr val="tx1"/>
                </a:solidFill>
              </a:rPr>
              <a:t>Groetjes, Karim</a:t>
            </a:r>
            <a:endParaRPr lang="en-US" sz="1400" dirty="0"/>
          </a:p>
        </p:txBody>
      </p:sp>
      <p:sp>
        <p:nvSpPr>
          <p:cNvPr id="34" name="Shape 25"/>
          <p:cNvSpPr/>
          <p:nvPr/>
        </p:nvSpPr>
        <p:spPr>
          <a:xfrm>
            <a:off x="7909560" y="1932432"/>
            <a:ext cx="3730752" cy="1324864"/>
          </a:xfrm>
          <a:prstGeom prst="roundRect">
            <a:avLst>
              <a:gd name="adj" fmla="val 6902"/>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5" name="Shape 26"/>
          <p:cNvSpPr/>
          <p:nvPr/>
        </p:nvSpPr>
        <p:spPr>
          <a:xfrm>
            <a:off x="8092440" y="2097024"/>
            <a:ext cx="566928" cy="566928"/>
          </a:xfrm>
          <a:prstGeom prst="ellipse">
            <a:avLst/>
          </a:prstGeom>
          <a:solidFill>
            <a:schemeClr val="accent1"/>
          </a:solidFill>
          <a:ln w="12700">
            <a:solidFill>
              <a:srgbClr val="FFFFFF">
                <a:alpha val="0"/>
              </a:srgbClr>
            </a:solidFill>
            <a:prstDash val="solid"/>
          </a:ln>
        </p:spPr>
      </p:sp>
      <p:pic>
        <p:nvPicPr>
          <p:cNvPr id="36" name="Image 6" descr="SyncAlt">    </p:cNvPr>
          <p:cNvPicPr>
            <a:picLocks noChangeAspect="1"/>
          </p:cNvPicPr>
          <p:nvPr/>
        </p:nvPicPr>
        <p:blipFill>
          <a:blip r:embed="rId7"/>
          <a:stretch>
            <a:fillRect/>
          </a:stretch>
        </p:blipFill>
        <p:spPr>
          <a:xfrm>
            <a:off x="8228503" y="2233087"/>
            <a:ext cx="294803" cy="294803"/>
          </a:xfrm>
          <a:prstGeom prst="rect">
            <a:avLst/>
          </a:prstGeom>
        </p:spPr>
      </p:pic>
      <p:sp>
        <p:nvSpPr>
          <p:cNvPr id="37" name="Text 27"/>
          <p:cNvSpPr txBox="1"/>
          <p:nvPr/>
        </p:nvSpPr>
        <p:spPr>
          <a:xfrm>
            <a:off x="8805672" y="2078736"/>
            <a:ext cx="2697480" cy="603504"/>
          </a:xfrm>
          <a:prstGeom prst="rect">
            <a:avLst/>
          </a:prstGeom>
          <a:noFill/>
          <a:ln/>
        </p:spPr>
        <p:txBody>
          <a:bodyPr wrap="square" lIns="0" tIns="0" rIns="0" bIns="0" rtlCol="0" anchor="ctr"/>
          <a:lstStyle/>
          <a:p>
            <a:pPr algn="l" indent="0" marL="0">
              <a:buNone/>
            </a:pPr>
            <a:r>
              <a:rPr lang="en-US" sz="1900" b="1" dirty="0">
                <a:solidFill>
                  <a:schemeClr val="accent1"/>
                </a:solidFill>
              </a:rPr>
              <a:t>Inversion</a:t>
            </a:r>
            <a:endParaRPr lang="en-US" sz="1900" dirty="0"/>
          </a:p>
        </p:txBody>
      </p:sp>
      <p:sp>
        <p:nvSpPr>
          <p:cNvPr id="38" name="Text 28"/>
          <p:cNvSpPr txBox="1"/>
          <p:nvPr/>
        </p:nvSpPr>
        <p:spPr>
          <a:xfrm>
            <a:off x="8110728" y="2801112"/>
            <a:ext cx="3328416" cy="346456"/>
          </a:xfrm>
          <a:prstGeom prst="rect">
            <a:avLst/>
          </a:prstGeom>
          <a:noFill/>
          <a:ln/>
        </p:spPr>
        <p:txBody>
          <a:bodyPr wrap="square" lIns="0" tIns="0" rIns="0" bIns="0" rtlCol="0" anchor="t"/>
          <a:lstStyle/>
          <a:p>
            <a:pPr algn="l" indent="0" marL="0">
              <a:spcAft>
                <a:spcPts val="600"/>
              </a:spcAft>
              <a:buNone/>
            </a:pPr>
            <a:r>
              <a:rPr lang="en-US" sz="1400" dirty="0">
                <a:solidFill>
                  <a:schemeClr val="tx1"/>
                </a:solidFill>
              </a:rPr>
              <a:t>× 2 · voir diapo 16</a:t>
            </a:r>
            <a:endParaRPr lang="en-US" sz="1400" dirty="0"/>
          </a:p>
        </p:txBody>
      </p:sp>
      <p:sp>
        <p:nvSpPr>
          <p:cNvPr id="39" name="Shape 29"/>
          <p:cNvSpPr/>
          <p:nvPr/>
        </p:nvSpPr>
        <p:spPr>
          <a:xfrm>
            <a:off x="7909560" y="3440176"/>
            <a:ext cx="3730752" cy="1324864"/>
          </a:xfrm>
          <a:prstGeom prst="roundRect">
            <a:avLst>
              <a:gd name="adj" fmla="val 6902"/>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0" name="Shape 30"/>
          <p:cNvSpPr/>
          <p:nvPr/>
        </p:nvSpPr>
        <p:spPr>
          <a:xfrm>
            <a:off x="8092440" y="3604768"/>
            <a:ext cx="566928" cy="566928"/>
          </a:xfrm>
          <a:prstGeom prst="ellipse">
            <a:avLst/>
          </a:prstGeom>
          <a:solidFill>
            <a:schemeClr val="accent6"/>
          </a:solidFill>
          <a:ln w="12700">
            <a:solidFill>
              <a:srgbClr val="FFFFFF">
                <a:alpha val="0"/>
              </a:srgbClr>
            </a:solidFill>
            <a:prstDash val="solid"/>
          </a:ln>
        </p:spPr>
      </p:sp>
      <p:pic>
        <p:nvPicPr>
          <p:cNvPr id="41" name="Image 7" descr="Pincers">    </p:cNvPr>
          <p:cNvPicPr>
            <a:picLocks noChangeAspect="1"/>
          </p:cNvPicPr>
          <p:nvPr/>
        </p:nvPicPr>
        <p:blipFill>
          <a:blip r:embed="rId8"/>
          <a:stretch>
            <a:fillRect/>
          </a:stretch>
        </p:blipFill>
        <p:spPr>
          <a:xfrm>
            <a:off x="8228503" y="3740831"/>
            <a:ext cx="294803" cy="294803"/>
          </a:xfrm>
          <a:prstGeom prst="rect">
            <a:avLst/>
          </a:prstGeom>
        </p:spPr>
      </p:pic>
      <p:sp>
        <p:nvSpPr>
          <p:cNvPr id="42" name="Text 31"/>
          <p:cNvSpPr txBox="1"/>
          <p:nvPr/>
        </p:nvSpPr>
        <p:spPr>
          <a:xfrm>
            <a:off x="8805672" y="3586480"/>
            <a:ext cx="2697480" cy="603504"/>
          </a:xfrm>
          <a:prstGeom prst="rect">
            <a:avLst/>
          </a:prstGeom>
          <a:noFill/>
          <a:ln/>
        </p:spPr>
        <p:txBody>
          <a:bodyPr wrap="square" lIns="0" tIns="0" rIns="0" bIns="0" rtlCol="0" anchor="ctr"/>
          <a:lstStyle/>
          <a:p>
            <a:pPr algn="l" indent="0" marL="0">
              <a:buNone/>
            </a:pPr>
            <a:r>
              <a:rPr lang="en-US" sz="1900" b="1" dirty="0">
                <a:solidFill>
                  <a:schemeClr val="accent6"/>
                </a:solidFill>
              </a:rPr>
              <a:t>La pince</a:t>
            </a:r>
            <a:endParaRPr lang="en-US" sz="1900" dirty="0"/>
          </a:p>
        </p:txBody>
      </p:sp>
      <p:sp>
        <p:nvSpPr>
          <p:cNvPr id="43" name="Text 32"/>
          <p:cNvSpPr txBox="1"/>
          <p:nvPr/>
        </p:nvSpPr>
        <p:spPr>
          <a:xfrm>
            <a:off x="8110728" y="4308856"/>
            <a:ext cx="3328416" cy="346456"/>
          </a:xfrm>
          <a:prstGeom prst="rect">
            <a:avLst/>
          </a:prstGeom>
          <a:noFill/>
          <a:ln/>
        </p:spPr>
        <p:txBody>
          <a:bodyPr wrap="square" lIns="0" tIns="0" rIns="0" bIns="0" rtlCol="0" anchor="t"/>
          <a:lstStyle/>
          <a:p>
            <a:pPr algn="l" indent="0" marL="0">
              <a:spcAft>
                <a:spcPts val="600"/>
              </a:spcAft>
              <a:buNone/>
            </a:pPr>
            <a:r>
              <a:rPr lang="en-US" sz="1400" dirty="0">
                <a:solidFill>
                  <a:schemeClr val="tx1"/>
                </a:solidFill>
              </a:rPr>
              <a:t>× 2 · voir diapo 18</a:t>
            </a:r>
            <a:endParaRPr lang="en-US" sz="1400" dirty="0"/>
          </a:p>
        </p:txBody>
      </p:sp>
      <p:sp>
        <p:nvSpPr>
          <p:cNvPr id="44" name="Shape 33"/>
          <p:cNvSpPr/>
          <p:nvPr/>
        </p:nvSpPr>
        <p:spPr>
          <a:xfrm>
            <a:off x="7909560" y="4947920"/>
            <a:ext cx="3730752" cy="1324864"/>
          </a:xfrm>
          <a:prstGeom prst="roundRect">
            <a:avLst>
              <a:gd name="adj" fmla="val 6902"/>
            </a:avLst>
          </a:prstGeom>
          <a:solidFill>
            <a:schemeClr val="bg1"/>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5" name="Shape 34"/>
          <p:cNvSpPr/>
          <p:nvPr/>
        </p:nvSpPr>
        <p:spPr>
          <a:xfrm>
            <a:off x="8092440" y="5112512"/>
            <a:ext cx="566928" cy="566928"/>
          </a:xfrm>
          <a:prstGeom prst="ellipse">
            <a:avLst/>
          </a:prstGeom>
          <a:solidFill>
            <a:schemeClr val="accent2"/>
          </a:solidFill>
          <a:ln w="12700">
            <a:solidFill>
              <a:srgbClr val="FFFFFF">
                <a:alpha val="0"/>
              </a:srgbClr>
            </a:solidFill>
            <a:prstDash val="solid"/>
          </a:ln>
        </p:spPr>
      </p:sp>
      <p:pic>
        <p:nvPicPr>
          <p:cNvPr id="46" name="Image 8" descr="Times">    </p:cNvPr>
          <p:cNvPicPr>
            <a:picLocks noChangeAspect="1"/>
          </p:cNvPicPr>
          <p:nvPr/>
        </p:nvPicPr>
        <p:blipFill>
          <a:blip r:embed="rId9"/>
          <a:stretch>
            <a:fillRect/>
          </a:stretch>
        </p:blipFill>
        <p:spPr>
          <a:xfrm>
            <a:off x="8228503" y="5248575"/>
            <a:ext cx="294803" cy="294803"/>
          </a:xfrm>
          <a:prstGeom prst="rect">
            <a:avLst/>
          </a:prstGeom>
        </p:spPr>
      </p:pic>
      <p:sp>
        <p:nvSpPr>
          <p:cNvPr id="47" name="Text 35"/>
          <p:cNvSpPr txBox="1"/>
          <p:nvPr/>
        </p:nvSpPr>
        <p:spPr>
          <a:xfrm>
            <a:off x="8805672" y="5094224"/>
            <a:ext cx="2697480" cy="603504"/>
          </a:xfrm>
          <a:prstGeom prst="rect">
            <a:avLst/>
          </a:prstGeom>
          <a:noFill/>
          <a:ln/>
        </p:spPr>
        <p:txBody>
          <a:bodyPr wrap="square" lIns="0" tIns="0" rIns="0" bIns="0" rtlCol="0" anchor="ctr"/>
          <a:lstStyle/>
          <a:p>
            <a:pPr algn="l" indent="0" marL="0">
              <a:buNone/>
            </a:pPr>
            <a:r>
              <a:rPr lang="en-US" sz="1900" b="1" dirty="0">
                <a:solidFill>
                  <a:schemeClr val="accent2"/>
                </a:solidFill>
              </a:rPr>
              <a:t>Le t devant jij</a:t>
            </a:r>
            <a:endParaRPr lang="en-US" sz="1900" dirty="0"/>
          </a:p>
        </p:txBody>
      </p:sp>
      <p:sp>
        <p:nvSpPr>
          <p:cNvPr id="48" name="Text 36"/>
          <p:cNvSpPr txBox="1"/>
          <p:nvPr/>
        </p:nvSpPr>
        <p:spPr>
          <a:xfrm>
            <a:off x="8110728" y="5816600"/>
            <a:ext cx="3328416" cy="346456"/>
          </a:xfrm>
          <a:prstGeom prst="rect">
            <a:avLst/>
          </a:prstGeom>
          <a:noFill/>
          <a:ln/>
        </p:spPr>
        <p:txBody>
          <a:bodyPr wrap="square" lIns="0" tIns="0" rIns="0" bIns="0" rtlCol="0" anchor="t"/>
          <a:lstStyle/>
          <a:p>
            <a:pPr algn="l" indent="0" marL="0">
              <a:spcAft>
                <a:spcPts val="600"/>
              </a:spcAft>
              <a:buNone/>
            </a:pPr>
            <a:r>
              <a:rPr lang="en-US" sz="1400" dirty="0">
                <a:solidFill>
                  <a:schemeClr val="tx1"/>
                </a:solidFill>
              </a:rPr>
              <a:t>× 1 · voir diapo 12</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7 — Ma semaine</a:t>
            </a:r>
            <a:endParaRPr lang="en-US" sz="3000" dirty="0"/>
          </a:p>
        </p:txBody>
      </p:sp>
      <p:sp>
        <p:nvSpPr>
          <p:cNvPr id="3" name="tag"/>
          <p:cNvSpPr/>
          <p:nvPr/>
        </p:nvSpPr>
        <p:spPr>
          <a:xfrm>
            <a:off x="548640" y="237744"/>
            <a:ext cx="2200046"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rgbClr val="FFFFFF"/>
                </a:solidFill>
              </a:rPr>
              <a:t>MISE EN SITUATION</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36192"/>
            <a:ext cx="274320" cy="274320"/>
          </a:xfrm>
          <a:prstGeom prst="rect">
            <a:avLst/>
          </a:prstGeom>
        </p:spPr>
      </p:pic>
      <p:sp>
        <p:nvSpPr>
          <p:cNvPr id="7" name="Text 3"/>
          <p:cNvSpPr txBox="1"/>
          <p:nvPr/>
        </p:nvSpPr>
        <p:spPr>
          <a:xfrm>
            <a:off x="960120" y="1499616"/>
            <a:ext cx="10607040" cy="365760"/>
          </a:xfrm>
          <a:prstGeom prst="rect">
            <a:avLst/>
          </a:prstGeom>
          <a:noFill/>
          <a:ln/>
        </p:spPr>
        <p:txBody>
          <a:bodyPr wrap="square" lIns="0" tIns="0" rIns="0" bIns="0" rtlCol="0" anchor="t"/>
          <a:lstStyle/>
          <a:p>
            <a:pPr algn="l" indent="0" marL="0">
              <a:buNone/>
            </a:pPr>
            <a:r>
              <a:rPr lang="en-US" sz="1700" i="1" dirty="0">
                <a:solidFill>
                  <a:schemeClr val="accent5"/>
                </a:solidFill>
              </a:rPr>
              <a:t>Complétez, puis racontez votre semaine à un collègue :</a:t>
            </a:r>
            <a:endParaRPr lang="en-US" sz="1700" dirty="0"/>
          </a:p>
        </p:txBody>
      </p:sp>
      <p:sp>
        <p:nvSpPr>
          <p:cNvPr id="8" name="Shape 4"/>
          <p:cNvSpPr/>
          <p:nvPr/>
        </p:nvSpPr>
        <p:spPr>
          <a:xfrm>
            <a:off x="548640" y="1938528"/>
            <a:ext cx="2601468" cy="2011680"/>
          </a:xfrm>
          <a:prstGeom prst="roundRect">
            <a:avLst>
              <a:gd name="adj" fmla="val 3636"/>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9" name="Image 1" descr="spiral calendar">    </p:cNvPr>
          <p:cNvPicPr>
            <a:picLocks noChangeAspect="1"/>
          </p:cNvPicPr>
          <p:nvPr/>
        </p:nvPicPr>
        <p:blipFill>
          <a:blip r:embed="rId2"/>
          <a:stretch>
            <a:fillRect/>
          </a:stretch>
        </p:blipFill>
        <p:spPr>
          <a:xfrm>
            <a:off x="1172718" y="2029968"/>
            <a:ext cx="1353312" cy="1353312"/>
          </a:xfrm>
          <a:prstGeom prst="rect">
            <a:avLst/>
          </a:prstGeom>
        </p:spPr>
      </p:pic>
      <p:sp>
        <p:nvSpPr>
          <p:cNvPr id="10" name="Text 5"/>
          <p:cNvSpPr txBox="1"/>
          <p:nvPr/>
        </p:nvSpPr>
        <p:spPr>
          <a:xfrm>
            <a:off x="640080" y="3419856"/>
            <a:ext cx="2418588" cy="457200"/>
          </a:xfrm>
          <a:prstGeom prst="rect">
            <a:avLst/>
          </a:prstGeom>
          <a:noFill/>
          <a:ln/>
        </p:spPr>
        <p:txBody>
          <a:bodyPr wrap="square" lIns="0" tIns="0" rIns="0" bIns="0" rtlCol="0" anchor="ctr"/>
          <a:lstStyle/>
          <a:p>
            <a:pPr algn="ctr" indent="0" marL="0">
              <a:buNone/>
            </a:pPr>
            <a:r>
              <a:rPr lang="en-US" sz="1800" b="1" i="1" dirty="0">
                <a:solidFill>
                  <a:schemeClr val="accent1"/>
                </a:solidFill>
              </a:rPr>
              <a:t>Deze week …</a:t>
            </a:r>
            <a:endParaRPr lang="en-US" sz="1800" dirty="0"/>
          </a:p>
        </p:txBody>
      </p:sp>
      <p:sp>
        <p:nvSpPr>
          <p:cNvPr id="11" name="Shape 6"/>
          <p:cNvSpPr/>
          <p:nvPr/>
        </p:nvSpPr>
        <p:spPr>
          <a:xfrm>
            <a:off x="3378708" y="1938528"/>
            <a:ext cx="2601468" cy="2011680"/>
          </a:xfrm>
          <a:prstGeom prst="roundRect">
            <a:avLst>
              <a:gd name="adj" fmla="val 3636"/>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12" name="Image 2" descr="couch and lamp">    </p:cNvPr>
          <p:cNvPicPr>
            <a:picLocks noChangeAspect="1"/>
          </p:cNvPicPr>
          <p:nvPr/>
        </p:nvPicPr>
        <p:blipFill>
          <a:blip r:embed="rId3"/>
          <a:stretch>
            <a:fillRect/>
          </a:stretch>
        </p:blipFill>
        <p:spPr>
          <a:xfrm>
            <a:off x="4002786" y="2029968"/>
            <a:ext cx="1353312" cy="1353312"/>
          </a:xfrm>
          <a:prstGeom prst="rect">
            <a:avLst/>
          </a:prstGeom>
        </p:spPr>
      </p:pic>
      <p:sp>
        <p:nvSpPr>
          <p:cNvPr id="13" name="Text 7"/>
          <p:cNvSpPr txBox="1"/>
          <p:nvPr/>
        </p:nvSpPr>
        <p:spPr>
          <a:xfrm>
            <a:off x="3470148" y="3419856"/>
            <a:ext cx="2418588" cy="457200"/>
          </a:xfrm>
          <a:prstGeom prst="rect">
            <a:avLst/>
          </a:prstGeom>
          <a:noFill/>
          <a:ln/>
        </p:spPr>
        <p:txBody>
          <a:bodyPr wrap="square" lIns="0" tIns="0" rIns="0" bIns="0" rtlCol="0" anchor="ctr"/>
          <a:lstStyle/>
          <a:p>
            <a:pPr algn="ctr" indent="0" marL="0">
              <a:buNone/>
            </a:pPr>
            <a:r>
              <a:rPr lang="en-US" sz="1800" b="1" i="1" dirty="0">
                <a:solidFill>
                  <a:schemeClr val="accent1"/>
                </a:solidFill>
              </a:rPr>
              <a:t>Op zondag …</a:t>
            </a:r>
            <a:endParaRPr lang="en-US" sz="1800" dirty="0"/>
          </a:p>
        </p:txBody>
      </p:sp>
      <p:sp>
        <p:nvSpPr>
          <p:cNvPr id="14" name="Shape 8"/>
          <p:cNvSpPr/>
          <p:nvPr/>
        </p:nvSpPr>
        <p:spPr>
          <a:xfrm>
            <a:off x="6208776" y="1938528"/>
            <a:ext cx="2601468" cy="2011680"/>
          </a:xfrm>
          <a:prstGeom prst="roundRect">
            <a:avLst>
              <a:gd name="adj" fmla="val 3636"/>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15" name="Image 3" descr="popcorn">    </p:cNvPr>
          <p:cNvPicPr>
            <a:picLocks noChangeAspect="1"/>
          </p:cNvPicPr>
          <p:nvPr/>
        </p:nvPicPr>
        <p:blipFill>
          <a:blip r:embed="rId4"/>
          <a:stretch>
            <a:fillRect/>
          </a:stretch>
        </p:blipFill>
        <p:spPr>
          <a:xfrm>
            <a:off x="6832854" y="2029968"/>
            <a:ext cx="1353312" cy="1353312"/>
          </a:xfrm>
          <a:prstGeom prst="rect">
            <a:avLst/>
          </a:prstGeom>
        </p:spPr>
      </p:pic>
      <p:sp>
        <p:nvSpPr>
          <p:cNvPr id="16" name="Text 9"/>
          <p:cNvSpPr txBox="1"/>
          <p:nvPr/>
        </p:nvSpPr>
        <p:spPr>
          <a:xfrm>
            <a:off x="6300216" y="3419856"/>
            <a:ext cx="2418588" cy="457200"/>
          </a:xfrm>
          <a:prstGeom prst="rect">
            <a:avLst/>
          </a:prstGeom>
          <a:noFill/>
          <a:ln/>
        </p:spPr>
        <p:txBody>
          <a:bodyPr wrap="square" lIns="0" tIns="0" rIns="0" bIns="0" rtlCol="0" anchor="ctr"/>
          <a:lstStyle/>
          <a:p>
            <a:pPr algn="ctr" indent="0" marL="0">
              <a:buNone/>
            </a:pPr>
            <a:r>
              <a:rPr lang="en-US" sz="1800" b="1" i="1" dirty="0">
                <a:solidFill>
                  <a:schemeClr val="accent1"/>
                </a:solidFill>
              </a:rPr>
              <a:t>Dit weekend …</a:t>
            </a:r>
            <a:endParaRPr lang="en-US" sz="1800" dirty="0"/>
          </a:p>
        </p:txBody>
      </p:sp>
      <p:sp>
        <p:nvSpPr>
          <p:cNvPr id="17" name="Shape 10"/>
          <p:cNvSpPr/>
          <p:nvPr/>
        </p:nvSpPr>
        <p:spPr>
          <a:xfrm>
            <a:off x="9038844" y="1938528"/>
            <a:ext cx="2601468" cy="2011680"/>
          </a:xfrm>
          <a:prstGeom prst="roundRect">
            <a:avLst>
              <a:gd name="adj" fmla="val 3636"/>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18" name="Image 4" descr="beach with umbrella">    </p:cNvPr>
          <p:cNvPicPr>
            <a:picLocks noChangeAspect="1"/>
          </p:cNvPicPr>
          <p:nvPr/>
        </p:nvPicPr>
        <p:blipFill>
          <a:blip r:embed="rId5"/>
          <a:stretch>
            <a:fillRect/>
          </a:stretch>
        </p:blipFill>
        <p:spPr>
          <a:xfrm>
            <a:off x="9662922" y="2029968"/>
            <a:ext cx="1353312" cy="1353312"/>
          </a:xfrm>
          <a:prstGeom prst="rect">
            <a:avLst/>
          </a:prstGeom>
        </p:spPr>
      </p:pic>
      <p:sp>
        <p:nvSpPr>
          <p:cNvPr id="19" name="Text 11"/>
          <p:cNvSpPr txBox="1"/>
          <p:nvPr/>
        </p:nvSpPr>
        <p:spPr>
          <a:xfrm>
            <a:off x="9130284" y="3419856"/>
            <a:ext cx="2418588" cy="457200"/>
          </a:xfrm>
          <a:prstGeom prst="rect">
            <a:avLst/>
          </a:prstGeom>
          <a:noFill/>
          <a:ln/>
        </p:spPr>
        <p:txBody>
          <a:bodyPr wrap="square" lIns="0" tIns="0" rIns="0" bIns="0" rtlCol="0" anchor="ctr"/>
          <a:lstStyle/>
          <a:p>
            <a:pPr algn="ctr" indent="0" marL="0">
              <a:buNone/>
            </a:pPr>
            <a:r>
              <a:rPr lang="en-US" sz="1800" b="1" i="1" dirty="0">
                <a:solidFill>
                  <a:schemeClr val="accent1"/>
                </a:solidFill>
              </a:rPr>
              <a:t>In mijn vrije tijd …</a:t>
            </a:r>
            <a:endParaRPr lang="en-US" sz="1800" dirty="0"/>
          </a:p>
        </p:txBody>
      </p:sp>
      <p:sp>
        <p:nvSpPr>
          <p:cNvPr id="20" name="Shape 12"/>
          <p:cNvSpPr/>
          <p:nvPr/>
        </p:nvSpPr>
        <p:spPr>
          <a:xfrm>
            <a:off x="548640" y="4133088"/>
            <a:ext cx="3429000" cy="2130552"/>
          </a:xfrm>
          <a:prstGeom prst="roundRect">
            <a:avLst>
              <a:gd name="adj" fmla="val 3433"/>
            </a:avLst>
          </a:prstGeom>
          <a:solidFill>
            <a:srgbClr val="6E4A9E">
              <a:alpha val="10000"/>
            </a:srgbClr>
          </a:solidFill>
          <a:ln w="15875">
            <a:solidFill>
              <a:srgbClr val="6E4A9E"/>
            </a:solidFill>
            <a:prstDash val="solid"/>
          </a:ln>
        </p:spPr>
      </p:sp>
      <p:sp>
        <p:nvSpPr>
          <p:cNvPr id="21" name="Text 13"/>
          <p:cNvSpPr txBox="1"/>
          <p:nvPr/>
        </p:nvSpPr>
        <p:spPr>
          <a:xfrm>
            <a:off x="731520" y="4187952"/>
            <a:ext cx="3017520" cy="274320"/>
          </a:xfrm>
          <a:prstGeom prst="rect">
            <a:avLst/>
          </a:prstGeom>
          <a:noFill/>
          <a:ln/>
        </p:spPr>
        <p:txBody>
          <a:bodyPr wrap="square" lIns="0" tIns="0" rIns="0" bIns="0" rtlCol="0" anchor="t"/>
          <a:lstStyle/>
          <a:p>
            <a:pPr algn="l" indent="0" marL="0">
              <a:buNone/>
            </a:pPr>
            <a:r>
              <a:rPr lang="en-US" sz="1200" b="1" spc="200" kern="0" dirty="0">
                <a:solidFill>
                  <a:srgbClr val="6E4A9E"/>
                </a:solidFill>
              </a:rPr>
              <a:t>PAUSE-CAFÉ</a:t>
            </a:r>
            <a:endParaRPr lang="en-US" sz="1200" dirty="0"/>
          </a:p>
        </p:txBody>
      </p:sp>
      <p:pic>
        <p:nvPicPr>
          <p:cNvPr id="22" name="Image 5" descr="CommentDots">    </p:cNvPr>
          <p:cNvPicPr>
            <a:picLocks noChangeAspect="1"/>
          </p:cNvPicPr>
          <p:nvPr/>
        </p:nvPicPr>
        <p:blipFill>
          <a:blip r:embed="rId6"/>
          <a:stretch>
            <a:fillRect/>
          </a:stretch>
        </p:blipFill>
        <p:spPr>
          <a:xfrm>
            <a:off x="868680" y="4498848"/>
            <a:ext cx="365760" cy="365760"/>
          </a:xfrm>
          <a:prstGeom prst="rect">
            <a:avLst/>
          </a:prstGeom>
        </p:spPr>
      </p:pic>
      <p:pic>
        <p:nvPicPr>
          <p:cNvPr id="23" name="Image 6" descr="CommentDots">    </p:cNvPr>
          <p:cNvPicPr>
            <a:picLocks noChangeAspect="1"/>
          </p:cNvPicPr>
          <p:nvPr/>
        </p:nvPicPr>
        <p:blipFill>
          <a:blip r:embed="rId7"/>
          <a:stretch>
            <a:fillRect/>
          </a:stretch>
        </p:blipFill>
        <p:spPr>
          <a:xfrm>
            <a:off x="3246120" y="4498848"/>
            <a:ext cx="365760" cy="365760"/>
          </a:xfrm>
          <a:prstGeom prst="rect">
            <a:avLst/>
          </a:prstGeom>
        </p:spPr>
      </p:pic>
      <p:pic>
        <p:nvPicPr>
          <p:cNvPr id="24" name="Image 7" descr="man office worker">    </p:cNvPr>
          <p:cNvPicPr>
            <a:picLocks noChangeAspect="1"/>
          </p:cNvPicPr>
          <p:nvPr/>
        </p:nvPicPr>
        <p:blipFill>
          <a:blip r:embed="rId8"/>
          <a:stretch>
            <a:fillRect/>
          </a:stretch>
        </p:blipFill>
        <p:spPr>
          <a:xfrm>
            <a:off x="868680" y="4754880"/>
            <a:ext cx="914400" cy="914400"/>
          </a:xfrm>
          <a:prstGeom prst="rect">
            <a:avLst/>
          </a:prstGeom>
        </p:spPr>
      </p:pic>
      <p:pic>
        <p:nvPicPr>
          <p:cNvPr id="25" name="Image 8" descr="hot beverage">    </p:cNvPr>
          <p:cNvPicPr>
            <a:picLocks noChangeAspect="1"/>
          </p:cNvPicPr>
          <p:nvPr/>
        </p:nvPicPr>
        <p:blipFill>
          <a:blip r:embed="rId9"/>
          <a:stretch>
            <a:fillRect/>
          </a:stretch>
        </p:blipFill>
        <p:spPr>
          <a:xfrm>
            <a:off x="1947672" y="5074920"/>
            <a:ext cx="548640" cy="548640"/>
          </a:xfrm>
          <a:prstGeom prst="rect">
            <a:avLst/>
          </a:prstGeom>
        </p:spPr>
      </p:pic>
      <p:pic>
        <p:nvPicPr>
          <p:cNvPr id="26" name="Image 9" descr="woman office worker">    </p:cNvPr>
          <p:cNvPicPr>
            <a:picLocks noChangeAspect="1"/>
          </p:cNvPicPr>
          <p:nvPr/>
        </p:nvPicPr>
        <p:blipFill>
          <a:blip r:embed="rId10"/>
          <a:stretch>
            <a:fillRect/>
          </a:stretch>
        </p:blipFill>
        <p:spPr>
          <a:xfrm>
            <a:off x="2697480" y="4754880"/>
            <a:ext cx="914400" cy="914400"/>
          </a:xfrm>
          <a:prstGeom prst="rect">
            <a:avLst/>
          </a:prstGeom>
        </p:spPr>
      </p:pic>
      <p:sp>
        <p:nvSpPr>
          <p:cNvPr id="27" name="Text 14"/>
          <p:cNvSpPr txBox="1"/>
          <p:nvPr/>
        </p:nvSpPr>
        <p:spPr>
          <a:xfrm>
            <a:off x="685800" y="5669280"/>
            <a:ext cx="1463040" cy="274320"/>
          </a:xfrm>
          <a:prstGeom prst="rect">
            <a:avLst/>
          </a:prstGeom>
          <a:noFill/>
          <a:ln/>
        </p:spPr>
        <p:txBody>
          <a:bodyPr wrap="square" lIns="0" tIns="0" rIns="0" bIns="0" rtlCol="0" anchor="t"/>
          <a:lstStyle/>
          <a:p>
            <a:pPr algn="ctr" indent="0" marL="0">
              <a:buNone/>
            </a:pPr>
            <a:r>
              <a:rPr lang="en-US" sz="1400" b="1" dirty="0">
                <a:solidFill>
                  <a:schemeClr val="accent2"/>
                </a:solidFill>
              </a:rPr>
              <a:t>Karim</a:t>
            </a:r>
            <a:endParaRPr lang="en-US" sz="1400" dirty="0"/>
          </a:p>
        </p:txBody>
      </p:sp>
      <p:sp>
        <p:nvSpPr>
          <p:cNvPr id="28" name="Text 15"/>
          <p:cNvSpPr txBox="1"/>
          <p:nvPr/>
        </p:nvSpPr>
        <p:spPr>
          <a:xfrm>
            <a:off x="2423160" y="5669280"/>
            <a:ext cx="1463040" cy="274320"/>
          </a:xfrm>
          <a:prstGeom prst="rect">
            <a:avLst/>
          </a:prstGeom>
          <a:noFill/>
          <a:ln/>
        </p:spPr>
        <p:txBody>
          <a:bodyPr wrap="square" lIns="0" tIns="0" rIns="0" bIns="0" rtlCol="0" anchor="t"/>
          <a:lstStyle/>
          <a:p>
            <a:pPr algn="ctr" indent="0" marL="0">
              <a:buNone/>
            </a:pPr>
            <a:r>
              <a:rPr lang="en-US" sz="1400" b="1" dirty="0">
                <a:solidFill>
                  <a:srgbClr val="6E4A9E"/>
                </a:solidFill>
              </a:rPr>
              <a:t>Sofie</a:t>
            </a:r>
            <a:endParaRPr lang="en-US" sz="1400" dirty="0"/>
          </a:p>
        </p:txBody>
      </p:sp>
      <p:sp>
        <p:nvSpPr>
          <p:cNvPr id="29" name="Text 16"/>
          <p:cNvSpPr txBox="1"/>
          <p:nvPr/>
        </p:nvSpPr>
        <p:spPr>
          <a:xfrm>
            <a:off x="640080" y="5943600"/>
            <a:ext cx="3246120" cy="274320"/>
          </a:xfrm>
          <a:prstGeom prst="rect">
            <a:avLst/>
          </a:prstGeom>
          <a:noFill/>
          <a:ln/>
        </p:spPr>
        <p:txBody>
          <a:bodyPr wrap="square" lIns="0" tIns="0" rIns="0" bIns="0" rtlCol="0" anchor="t"/>
          <a:lstStyle/>
          <a:p>
            <a:pPr algn="ctr" indent="0" marL="0">
              <a:buNone/>
            </a:pPr>
            <a:r>
              <a:rPr lang="en-US" sz="1300" dirty="0">
                <a:solidFill>
                  <a:schemeClr val="tx1"/>
                </a:solidFill>
              </a:rPr>
              <a:t>✓ amorce + verbe en </a:t>
            </a:r>
            <a:r>
              <a:rPr lang="en-US" sz="1300" b="1" dirty="0">
                <a:solidFill>
                  <a:schemeClr val="tx1"/>
                </a:solidFill>
              </a:rPr>
              <a:t>2e position</a:t>
            </a:r>
            <a:endParaRPr lang="en-US" sz="1300" dirty="0"/>
          </a:p>
        </p:txBody>
      </p:sp>
      <p:sp>
        <p:nvSpPr>
          <p:cNvPr id="30" name="Shape 17"/>
          <p:cNvSpPr/>
          <p:nvPr/>
        </p:nvSpPr>
        <p:spPr>
          <a:xfrm>
            <a:off x="4206240" y="4133088"/>
            <a:ext cx="7434072" cy="2130552"/>
          </a:xfrm>
          <a:prstGeom prst="roundRect">
            <a:avLst>
              <a:gd name="adj" fmla="val 3433"/>
            </a:avLst>
          </a:prstGeom>
          <a:solidFill>
            <a:schemeClr val="bg2"/>
          </a:solidFill>
          <a:ln w="12700">
            <a:solidFill>
              <a:srgbClr val="D5DCE6"/>
            </a:solidFill>
            <a:prstDash val="solid"/>
          </a:ln>
        </p:spPr>
      </p:sp>
      <p:sp>
        <p:nvSpPr>
          <p:cNvPr id="31" name="Text 18"/>
          <p:cNvSpPr txBox="1"/>
          <p:nvPr/>
        </p:nvSpPr>
        <p:spPr>
          <a:xfrm>
            <a:off x="4389120" y="4206240"/>
            <a:ext cx="3657600" cy="274320"/>
          </a:xfrm>
          <a:prstGeom prst="rect">
            <a:avLst/>
          </a:prstGeom>
          <a:noFill/>
          <a:ln/>
        </p:spPr>
        <p:txBody>
          <a:bodyPr wrap="square" lIns="0" tIns="0" rIns="0" bIns="0" rtlCol="0" anchor="t"/>
          <a:lstStyle/>
          <a:p>
            <a:pPr algn="l" indent="0" marL="0">
              <a:buNone/>
            </a:pPr>
            <a:r>
              <a:rPr lang="en-US" sz="1200" b="1" spc="200" kern="0" dirty="0">
                <a:solidFill>
                  <a:schemeClr val="accent5"/>
                </a:solidFill>
              </a:rPr>
              <a:t>BANQUE DE PHRASES</a:t>
            </a:r>
            <a:endParaRPr lang="en-US" sz="1200" dirty="0"/>
          </a:p>
        </p:txBody>
      </p:sp>
      <p:sp>
        <p:nvSpPr>
          <p:cNvPr id="32" name="Text 19"/>
          <p:cNvSpPr txBox="1"/>
          <p:nvPr/>
        </p:nvSpPr>
        <p:spPr>
          <a:xfrm>
            <a:off x="4389120" y="4498848"/>
            <a:ext cx="2743200" cy="274320"/>
          </a:xfrm>
          <a:prstGeom prst="rect">
            <a:avLst/>
          </a:prstGeom>
          <a:noFill/>
          <a:ln/>
        </p:spPr>
        <p:txBody>
          <a:bodyPr wrap="square" lIns="0" tIns="0" rIns="0" bIns="0" rtlCol="0" anchor="t"/>
          <a:lstStyle/>
          <a:p>
            <a:pPr algn="l" indent="0" marL="0">
              <a:buNone/>
            </a:pPr>
            <a:r>
              <a:rPr lang="en-US" sz="1400" b="1" dirty="0">
                <a:solidFill>
                  <a:schemeClr val="tx2"/>
                </a:solidFill>
              </a:rPr>
              <a:t>Modèles</a:t>
            </a:r>
            <a:endParaRPr lang="en-US" sz="1400" dirty="0"/>
          </a:p>
        </p:txBody>
      </p:sp>
      <p:sp>
        <p:nvSpPr>
          <p:cNvPr id="33" name="Text 20"/>
          <p:cNvSpPr txBox="1"/>
          <p:nvPr/>
        </p:nvSpPr>
        <p:spPr>
          <a:xfrm>
            <a:off x="4389120" y="4791456"/>
            <a:ext cx="4846320" cy="1417320"/>
          </a:xfrm>
          <a:prstGeom prst="rect">
            <a:avLst/>
          </a:prstGeom>
          <a:noFill/>
          <a:ln/>
        </p:spPr>
        <p:txBody>
          <a:bodyPr wrap="square" lIns="0" tIns="0" rIns="0" bIns="0" rtlCol="0" anchor="t"/>
          <a:lstStyle/>
          <a:p>
            <a:pPr algn="l" indent="0" marL="0">
              <a:spcAft>
                <a:spcPts val="300"/>
              </a:spcAft>
              <a:buNone/>
            </a:pPr>
            <a:r>
              <a:rPr lang="en-US" sz="1500" b="1" dirty="0">
                <a:solidFill>
                  <a:schemeClr val="accent1"/>
                </a:solidFill>
              </a:rPr>
              <a:t>Deze week</a:t>
            </a:r>
            <a:r>
              <a:rPr lang="en-US" sz="1500" dirty="0">
                <a:solidFill>
                  <a:schemeClr val="tx1"/>
                </a:solidFill>
              </a:rPr>
              <a:t> </a:t>
            </a:r>
            <a:r>
              <a:rPr lang="en-US" sz="1500" b="1" dirty="0">
                <a:solidFill>
                  <a:schemeClr val="accent6"/>
                </a:solidFill>
              </a:rPr>
              <a:t>werk</a:t>
            </a:r>
            <a:r>
              <a:rPr lang="en-US" sz="1500" dirty="0">
                <a:solidFill>
                  <a:schemeClr val="tx1"/>
                </a:solidFill>
              </a:rPr>
              <a:t> </a:t>
            </a:r>
            <a:r>
              <a:rPr lang="en-US" sz="1500" b="1" dirty="0">
                <a:solidFill>
                  <a:schemeClr val="accent2"/>
                </a:solidFill>
              </a:rPr>
              <a:t>ik</a:t>
            </a:r>
            <a:r>
              <a:rPr lang="en-US" sz="1500" dirty="0">
                <a:solidFill>
                  <a:schemeClr val="tx1"/>
                </a:solidFill>
              </a:rPr>
              <a:t> van maandag tot vrijdag.</a:t>
            </a:r>
            <a:endParaRPr lang="en-US" sz="1500" dirty="0"/>
          </a:p>
          <a:p>
            <a:pPr algn="l" indent="0" marL="0">
              <a:spcAft>
                <a:spcPts val="300"/>
              </a:spcAft>
              <a:buNone/>
            </a:pPr>
            <a:r>
              <a:rPr lang="en-US" sz="1500" b="1" dirty="0">
                <a:solidFill>
                  <a:schemeClr val="accent1"/>
                </a:solidFill>
              </a:rPr>
              <a:t>Op zondag</a:t>
            </a:r>
            <a:r>
              <a:rPr lang="en-US" sz="1500" dirty="0">
                <a:solidFill>
                  <a:schemeClr val="tx1"/>
                </a:solidFill>
              </a:rPr>
              <a:t> </a:t>
            </a:r>
            <a:r>
              <a:rPr lang="en-US" sz="1500" b="1" dirty="0">
                <a:solidFill>
                  <a:schemeClr val="accent6"/>
                </a:solidFill>
              </a:rPr>
              <a:t>slaap</a:t>
            </a:r>
            <a:r>
              <a:rPr lang="en-US" sz="1500" dirty="0">
                <a:solidFill>
                  <a:schemeClr val="tx1"/>
                </a:solidFill>
              </a:rPr>
              <a:t> </a:t>
            </a:r>
            <a:r>
              <a:rPr lang="en-US" sz="1500" b="1" dirty="0">
                <a:solidFill>
                  <a:schemeClr val="accent2"/>
                </a:solidFill>
              </a:rPr>
              <a:t>ik</a:t>
            </a:r>
            <a:r>
              <a:rPr lang="en-US" sz="1500" dirty="0">
                <a:solidFill>
                  <a:schemeClr val="tx1"/>
                </a:solidFill>
              </a:rPr>
              <a:t> lang.</a:t>
            </a:r>
            <a:endParaRPr lang="en-US" sz="1500" dirty="0"/>
          </a:p>
          <a:p>
            <a:pPr algn="l" indent="0" marL="0">
              <a:spcAft>
                <a:spcPts val="300"/>
              </a:spcAft>
              <a:buNone/>
            </a:pPr>
            <a:r>
              <a:rPr lang="en-US" sz="1500" b="1" dirty="0">
                <a:solidFill>
                  <a:schemeClr val="accent1"/>
                </a:solidFill>
              </a:rPr>
              <a:t>Dit weekend</a:t>
            </a:r>
            <a:r>
              <a:rPr lang="en-US" sz="1500" dirty="0">
                <a:solidFill>
                  <a:schemeClr val="tx1"/>
                </a:solidFill>
              </a:rPr>
              <a:t> </a:t>
            </a:r>
            <a:r>
              <a:rPr lang="en-US" sz="1500" b="1" dirty="0">
                <a:solidFill>
                  <a:schemeClr val="accent6"/>
                </a:solidFill>
              </a:rPr>
              <a:t>bezoek</a:t>
            </a:r>
            <a:r>
              <a:rPr lang="en-US" sz="1500" dirty="0">
                <a:solidFill>
                  <a:schemeClr val="tx1"/>
                </a:solidFill>
              </a:rPr>
              <a:t> </a:t>
            </a:r>
            <a:r>
              <a:rPr lang="en-US" sz="1500" b="1" dirty="0">
                <a:solidFill>
                  <a:schemeClr val="accent2"/>
                </a:solidFill>
              </a:rPr>
              <a:t>ik</a:t>
            </a:r>
            <a:r>
              <a:rPr lang="en-US" sz="1500" dirty="0">
                <a:solidFill>
                  <a:schemeClr val="tx1"/>
                </a:solidFill>
              </a:rPr>
              <a:t> mijn ouders.</a:t>
            </a:r>
            <a:endParaRPr lang="en-US" sz="1500" dirty="0"/>
          </a:p>
          <a:p>
            <a:pPr algn="l" indent="0" marL="0">
              <a:spcAft>
                <a:spcPts val="300"/>
              </a:spcAft>
              <a:buNone/>
            </a:pPr>
            <a:r>
              <a:rPr lang="en-US" sz="1500" b="1" dirty="0">
                <a:solidFill>
                  <a:schemeClr val="accent1"/>
                </a:solidFill>
              </a:rPr>
              <a:t>In mijn vrije tijd</a:t>
            </a:r>
            <a:r>
              <a:rPr lang="en-US" sz="1500" dirty="0">
                <a:solidFill>
                  <a:schemeClr val="tx1"/>
                </a:solidFill>
              </a:rPr>
              <a:t> </a:t>
            </a:r>
            <a:r>
              <a:rPr lang="en-US" sz="1500" b="1" dirty="0">
                <a:solidFill>
                  <a:schemeClr val="accent6"/>
                </a:solidFill>
              </a:rPr>
              <a:t>speel</a:t>
            </a:r>
            <a:r>
              <a:rPr lang="en-US" sz="1500" dirty="0">
                <a:solidFill>
                  <a:schemeClr val="tx1"/>
                </a:solidFill>
              </a:rPr>
              <a:t> </a:t>
            </a:r>
            <a:r>
              <a:rPr lang="en-US" sz="1500" b="1" dirty="0">
                <a:solidFill>
                  <a:schemeClr val="accent2"/>
                </a:solidFill>
              </a:rPr>
              <a:t>ik</a:t>
            </a:r>
            <a:r>
              <a:rPr lang="en-US" sz="1500" dirty="0">
                <a:solidFill>
                  <a:schemeClr val="tx1"/>
                </a:solidFill>
              </a:rPr>
              <a:t> voetbal.</a:t>
            </a:r>
            <a:endParaRPr lang="en-US" sz="1500" dirty="0"/>
          </a:p>
        </p:txBody>
      </p:sp>
      <p:sp>
        <p:nvSpPr>
          <p:cNvPr id="34" name="Shape 21"/>
          <p:cNvSpPr/>
          <p:nvPr/>
        </p:nvSpPr>
        <p:spPr>
          <a:xfrm>
            <a:off x="9326880" y="4526280"/>
            <a:ext cx="914" cy="1600200"/>
          </a:xfrm>
          <a:prstGeom prst="line">
            <a:avLst/>
          </a:prstGeom>
          <a:noFill/>
          <a:ln w="12700">
            <a:solidFill>
              <a:srgbClr val="D5DCE6"/>
            </a:solidFill>
            <a:prstDash val="solid"/>
          </a:ln>
        </p:spPr>
      </p:sp>
      <p:sp>
        <p:nvSpPr>
          <p:cNvPr id="35" name="Text 22"/>
          <p:cNvSpPr txBox="1"/>
          <p:nvPr/>
        </p:nvSpPr>
        <p:spPr>
          <a:xfrm>
            <a:off x="9464040" y="4498848"/>
            <a:ext cx="2103120" cy="274320"/>
          </a:xfrm>
          <a:prstGeom prst="rect">
            <a:avLst/>
          </a:prstGeom>
          <a:noFill/>
          <a:ln/>
        </p:spPr>
        <p:txBody>
          <a:bodyPr wrap="square" lIns="0" tIns="0" rIns="0" bIns="0" rtlCol="0" anchor="t"/>
          <a:lstStyle/>
          <a:p>
            <a:pPr algn="l" indent="0" marL="0">
              <a:buNone/>
            </a:pPr>
            <a:r>
              <a:rPr lang="en-US" sz="1400" b="1" dirty="0">
                <a:solidFill>
                  <a:schemeClr val="tx2"/>
                </a:solidFill>
              </a:rPr>
              <a:t>Questions</a:t>
            </a:r>
            <a:endParaRPr lang="en-US" sz="1400" dirty="0"/>
          </a:p>
        </p:txBody>
      </p:sp>
      <p:sp>
        <p:nvSpPr>
          <p:cNvPr id="36" name="Text 23"/>
          <p:cNvSpPr txBox="1"/>
          <p:nvPr/>
        </p:nvSpPr>
        <p:spPr>
          <a:xfrm>
            <a:off x="9464040" y="4791456"/>
            <a:ext cx="2103120" cy="1417320"/>
          </a:xfrm>
          <a:prstGeom prst="rect">
            <a:avLst/>
          </a:prstGeom>
          <a:noFill/>
          <a:ln/>
        </p:spPr>
        <p:txBody>
          <a:bodyPr wrap="square" lIns="0" tIns="0" rIns="0" bIns="0" rtlCol="0" anchor="t"/>
          <a:lstStyle/>
          <a:p>
            <a:pPr algn="l" indent="0" marL="0">
              <a:spcAft>
                <a:spcPts val="400"/>
              </a:spcAft>
              <a:buNone/>
            </a:pPr>
            <a:r>
              <a:rPr lang="en-US" sz="1500" dirty="0">
                <a:solidFill>
                  <a:schemeClr val="tx1"/>
                </a:solidFill>
              </a:rPr>
              <a:t>Wat </a:t>
            </a:r>
            <a:r>
              <a:rPr lang="en-US" sz="1500" b="1" dirty="0">
                <a:solidFill>
                  <a:schemeClr val="accent6"/>
                </a:solidFill>
              </a:rPr>
              <a:t>doe</a:t>
            </a:r>
            <a:r>
              <a:rPr lang="en-US" sz="1500" dirty="0">
                <a:solidFill>
                  <a:schemeClr val="tx1"/>
                </a:solidFill>
              </a:rPr>
              <a:t> </a:t>
            </a:r>
            <a:r>
              <a:rPr lang="en-US" sz="1500" b="1" dirty="0">
                <a:solidFill>
                  <a:schemeClr val="accent2"/>
                </a:solidFill>
              </a:rPr>
              <a:t>je</a:t>
            </a:r>
            <a:r>
              <a:rPr lang="en-US" sz="1500" dirty="0">
                <a:solidFill>
                  <a:schemeClr val="tx1"/>
                </a:solidFill>
              </a:rPr>
              <a:t> dit weekend?</a:t>
            </a:r>
            <a:endParaRPr lang="en-US" sz="1500" dirty="0"/>
          </a:p>
          <a:p>
            <a:pPr algn="l" indent="0" marL="0">
              <a:spcAft>
                <a:spcPts val="400"/>
              </a:spcAft>
              <a:buNone/>
            </a:pPr>
            <a:r>
              <a:rPr lang="en-US" sz="1500" dirty="0">
                <a:solidFill>
                  <a:schemeClr val="tx1"/>
                </a:solidFill>
              </a:rPr>
              <a:t>En jij?</a:t>
            </a:r>
            <a:endParaRPr lang="en-US" sz="1500" dirty="0"/>
          </a:p>
          <a:p>
            <a:pPr algn="l" indent="0" marL="0">
              <a:spcAft>
                <a:spcPts val="400"/>
              </a:spcAft>
              <a:buNone/>
            </a:pPr>
            <a:r>
              <a:rPr lang="en-US" sz="1500" b="1" dirty="0">
                <a:solidFill>
                  <a:schemeClr val="accent6"/>
                </a:solidFill>
              </a:rPr>
              <a:t>Werk</a:t>
            </a:r>
            <a:r>
              <a:rPr lang="en-US" sz="1500" dirty="0">
                <a:solidFill>
                  <a:schemeClr val="tx1"/>
                </a:solidFill>
              </a:rPr>
              <a:t> </a:t>
            </a:r>
            <a:r>
              <a:rPr lang="en-US" sz="1500" b="1" dirty="0">
                <a:solidFill>
                  <a:schemeClr val="accent2"/>
                </a:solidFill>
              </a:rPr>
              <a:t>je</a:t>
            </a:r>
            <a:r>
              <a:rPr lang="en-US" sz="1500" dirty="0">
                <a:solidFill>
                  <a:schemeClr val="tx1"/>
                </a:solidFill>
              </a:rPr>
              <a:t> ook op zaterdag?</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Ticket de sortie</a:t>
            </a:r>
            <a:endParaRPr lang="en-US" sz="3000" dirty="0"/>
          </a:p>
        </p:txBody>
      </p:sp>
      <p:sp>
        <p:nvSpPr>
          <p:cNvPr id="3" name="tag"/>
          <p:cNvSpPr/>
          <p:nvPr/>
        </p:nvSpPr>
        <p:spPr>
          <a:xfrm>
            <a:off x="548640" y="237744"/>
            <a:ext cx="2092147"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rgbClr val="FFFFFF"/>
                </a:solidFill>
              </a:rPr>
              <a:t>TICKET DE SORTIE</a:t>
            </a:r>
            <a:endParaRPr lang="en-US" sz="1200" dirty="0"/>
          </a:p>
        </p:txBody>
      </p:sp>
      <p:sp>
        <p:nvSpPr>
          <p:cNvPr id="5" name="Shape 2"/>
          <p:cNvSpPr/>
          <p:nvPr/>
        </p:nvSpPr>
        <p:spPr>
          <a:xfrm>
            <a:off x="548640" y="1554480"/>
            <a:ext cx="6035040" cy="1127760"/>
          </a:xfrm>
          <a:prstGeom prst="roundRect">
            <a:avLst>
              <a:gd name="adj" fmla="val 6486"/>
            </a:avLst>
          </a:prstGeom>
          <a:solidFill>
            <a:schemeClr val="bg2"/>
          </a:solidFill>
          <a:ln w="12700">
            <a:solidFill>
              <a:srgbClr val="D5DCE6"/>
            </a:solidFill>
            <a:prstDash val="solid"/>
          </a:ln>
        </p:spPr>
      </p:sp>
      <p:sp>
        <p:nvSpPr>
          <p:cNvPr id="6" name="Shape 3"/>
          <p:cNvSpPr/>
          <p:nvPr/>
        </p:nvSpPr>
        <p:spPr>
          <a:xfrm>
            <a:off x="731520" y="1889760"/>
            <a:ext cx="457200" cy="457200"/>
          </a:xfrm>
          <a:prstGeom prst="ellipse">
            <a:avLst/>
          </a:prstGeom>
          <a:solidFill>
            <a:schemeClr val="accent1"/>
          </a:solidFill>
          <a:ln w="12700">
            <a:solidFill>
              <a:srgbClr val="FFFFFF">
                <a:alpha val="0"/>
              </a:srgbClr>
            </a:solidFill>
            <a:prstDash val="solid"/>
          </a:ln>
        </p:spPr>
      </p:sp>
      <p:sp>
        <p:nvSpPr>
          <p:cNvPr id="7" name="Text 4"/>
          <p:cNvSpPr txBox="1"/>
          <p:nvPr/>
        </p:nvSpPr>
        <p:spPr>
          <a:xfrm>
            <a:off x="731520" y="1889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5"/>
          <p:cNvSpPr txBox="1"/>
          <p:nvPr/>
        </p:nvSpPr>
        <p:spPr>
          <a:xfrm>
            <a:off x="1371600" y="162763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Conjuguez : </a:t>
            </a:r>
            <a:r>
              <a:rPr lang="en-US" sz="2000" i="1" dirty="0">
                <a:solidFill>
                  <a:schemeClr val="tx1"/>
                </a:solidFill>
              </a:rPr>
              <a:t>hij (maken)</a:t>
            </a:r>
            <a:r>
              <a:rPr lang="en-US" sz="2000" dirty="0">
                <a:solidFill>
                  <a:schemeClr val="tx1"/>
                </a:solidFill>
              </a:rPr>
              <a:t>, </a:t>
            </a:r>
            <a:r>
              <a:rPr lang="en-US" sz="2000" i="1" dirty="0">
                <a:solidFill>
                  <a:schemeClr val="tx1"/>
                </a:solidFill>
              </a:rPr>
              <a:t>jij (bellen)</a:t>
            </a:r>
            <a:r>
              <a:rPr lang="en-US" sz="2000" dirty="0">
                <a:solidFill>
                  <a:schemeClr val="tx1"/>
                </a:solidFill>
              </a:rPr>
              <a:t>, </a:t>
            </a:r>
            <a:r>
              <a:rPr lang="en-US" sz="2000" i="1" dirty="0">
                <a:solidFill>
                  <a:schemeClr val="tx1"/>
                </a:solidFill>
              </a:rPr>
              <a:t>wij (spreken)</a:t>
            </a:r>
            <a:r>
              <a:rPr lang="en-US" sz="2000" dirty="0">
                <a:solidFill>
                  <a:schemeClr val="tx1"/>
                </a:solidFill>
              </a:rPr>
              <a:t>.</a:t>
            </a:r>
            <a:endParaRPr lang="en-US" sz="2000" dirty="0"/>
          </a:p>
        </p:txBody>
      </p:sp>
      <p:sp>
        <p:nvSpPr>
          <p:cNvPr id="9" name="Shape 6"/>
          <p:cNvSpPr/>
          <p:nvPr/>
        </p:nvSpPr>
        <p:spPr>
          <a:xfrm>
            <a:off x="548640" y="2865120"/>
            <a:ext cx="6035040" cy="1127760"/>
          </a:xfrm>
          <a:prstGeom prst="roundRect">
            <a:avLst>
              <a:gd name="adj" fmla="val 6486"/>
            </a:avLst>
          </a:prstGeom>
          <a:solidFill>
            <a:schemeClr val="bg2"/>
          </a:solidFill>
          <a:ln w="12700">
            <a:solidFill>
              <a:srgbClr val="D5DCE6"/>
            </a:solidFill>
            <a:prstDash val="solid"/>
          </a:ln>
        </p:spPr>
      </p:sp>
      <p:sp>
        <p:nvSpPr>
          <p:cNvPr id="10" name="Shape 7"/>
          <p:cNvSpPr/>
          <p:nvPr/>
        </p:nvSpPr>
        <p:spPr>
          <a:xfrm>
            <a:off x="731520" y="3200400"/>
            <a:ext cx="457200" cy="457200"/>
          </a:xfrm>
          <a:prstGeom prst="ellipse">
            <a:avLst/>
          </a:prstGeom>
          <a:solidFill>
            <a:schemeClr val="accent1"/>
          </a:solidFill>
          <a:ln w="12700">
            <a:solidFill>
              <a:srgbClr val="FFFFFF">
                <a:alpha val="0"/>
              </a:srgbClr>
            </a:solidFill>
            <a:prstDash val="solid"/>
          </a:ln>
        </p:spPr>
      </p:sp>
      <p:sp>
        <p:nvSpPr>
          <p:cNvPr id="11" name="Text 8"/>
          <p:cNvSpPr txBox="1"/>
          <p:nvPr/>
        </p:nvSpPr>
        <p:spPr>
          <a:xfrm>
            <a:off x="731520" y="32004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9"/>
          <p:cNvSpPr txBox="1"/>
          <p:nvPr/>
        </p:nvSpPr>
        <p:spPr>
          <a:xfrm>
            <a:off x="1371600" y="293827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Transformez en question : </a:t>
            </a:r>
            <a:r>
              <a:rPr lang="en-US" sz="2000" i="1" dirty="0">
                <a:solidFill>
                  <a:schemeClr val="tx1"/>
                </a:solidFill>
              </a:rPr>
              <a:t>Je woont in Luik.</a:t>
            </a:r>
            <a:endParaRPr lang="en-US" sz="2000" dirty="0"/>
          </a:p>
        </p:txBody>
      </p:sp>
      <p:sp>
        <p:nvSpPr>
          <p:cNvPr id="13" name="Shape 10"/>
          <p:cNvSpPr/>
          <p:nvPr/>
        </p:nvSpPr>
        <p:spPr>
          <a:xfrm>
            <a:off x="548640" y="4175760"/>
            <a:ext cx="6035040" cy="1127760"/>
          </a:xfrm>
          <a:prstGeom prst="roundRect">
            <a:avLst>
              <a:gd name="adj" fmla="val 6486"/>
            </a:avLst>
          </a:prstGeom>
          <a:solidFill>
            <a:schemeClr val="bg2"/>
          </a:solidFill>
          <a:ln w="12700">
            <a:solidFill>
              <a:srgbClr val="D5DCE6"/>
            </a:solidFill>
            <a:prstDash val="solid"/>
          </a:ln>
        </p:spPr>
      </p:sp>
      <p:sp>
        <p:nvSpPr>
          <p:cNvPr id="14" name="Shape 11"/>
          <p:cNvSpPr/>
          <p:nvPr/>
        </p:nvSpPr>
        <p:spPr>
          <a:xfrm>
            <a:off x="731520" y="4511040"/>
            <a:ext cx="457200" cy="457200"/>
          </a:xfrm>
          <a:prstGeom prst="ellipse">
            <a:avLst/>
          </a:prstGeom>
          <a:solidFill>
            <a:schemeClr val="accent1"/>
          </a:solidFill>
          <a:ln w="12700">
            <a:solidFill>
              <a:srgbClr val="FFFFFF">
                <a:alpha val="0"/>
              </a:srgbClr>
            </a:solidFill>
            <a:prstDash val="solid"/>
          </a:ln>
        </p:spPr>
      </p:sp>
      <p:sp>
        <p:nvSpPr>
          <p:cNvPr id="15" name="Text 12"/>
          <p:cNvSpPr txBox="1"/>
          <p:nvPr/>
        </p:nvSpPr>
        <p:spPr>
          <a:xfrm>
            <a:off x="731520" y="45110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3"/>
          <p:cNvSpPr txBox="1"/>
          <p:nvPr/>
        </p:nvSpPr>
        <p:spPr>
          <a:xfrm>
            <a:off x="1371600" y="424891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Commencez par « Morgen » : </a:t>
            </a:r>
            <a:r>
              <a:rPr lang="en-US" sz="2000" i="1" dirty="0">
                <a:solidFill>
                  <a:schemeClr val="tx1"/>
                </a:solidFill>
              </a:rPr>
              <a:t>Ik moet thuis werken.</a:t>
            </a:r>
            <a:endParaRPr lang="en-US" sz="2000" dirty="0"/>
          </a:p>
        </p:txBody>
      </p:sp>
      <p:sp>
        <p:nvSpPr>
          <p:cNvPr id="17" name="Text 14"/>
          <p:cNvSpPr txBox="1"/>
          <p:nvPr/>
        </p:nvSpPr>
        <p:spPr>
          <a:xfrm>
            <a:off x="6949440" y="1554480"/>
            <a:ext cx="4663440" cy="365760"/>
          </a:xfrm>
          <a:prstGeom prst="rect">
            <a:avLst/>
          </a:prstGeom>
          <a:noFill/>
          <a:ln/>
        </p:spPr>
        <p:txBody>
          <a:bodyPr wrap="square" lIns="0" tIns="0" rIns="0" bIns="0" rtlCol="0" anchor="t"/>
          <a:lstStyle/>
          <a:p>
            <a:pPr algn="l" indent="0" marL="0">
              <a:buNone/>
            </a:pPr>
            <a:r>
              <a:rPr lang="en-US" sz="1400" b="1" spc="200" kern="0" dirty="0">
                <a:solidFill>
                  <a:schemeClr val="accent5"/>
                </a:solidFill>
              </a:rPr>
              <a:t>AUTO-ÉVALUATION</a:t>
            </a:r>
            <a:endParaRPr lang="en-US" sz="1400" dirty="0"/>
          </a:p>
        </p:txBody>
      </p:sp>
      <p:sp>
        <p:nvSpPr>
          <p:cNvPr id="18" name="Shape 15"/>
          <p:cNvSpPr/>
          <p:nvPr/>
        </p:nvSpPr>
        <p:spPr>
          <a:xfrm>
            <a:off x="6949440" y="2011680"/>
            <a:ext cx="4690872" cy="758952"/>
          </a:xfrm>
          <a:prstGeom prst="roundRect">
            <a:avLst>
              <a:gd name="adj" fmla="val 9639"/>
            </a:avLst>
          </a:prstGeom>
          <a:solidFill>
            <a:schemeClr val="bg2"/>
          </a:solidFill>
          <a:ln w="6350">
            <a:solidFill>
              <a:srgbClr val="D5DCE6"/>
            </a:solidFill>
            <a:prstDash val="solid"/>
          </a:ln>
        </p:spPr>
      </p:sp>
      <p:sp>
        <p:nvSpPr>
          <p:cNvPr id="19" name="Text 16"/>
          <p:cNvSpPr txBox="1"/>
          <p:nvPr/>
        </p:nvSpPr>
        <p:spPr>
          <a:xfrm>
            <a:off x="7132320" y="201168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Conjuguer</a:t>
            </a:r>
            <a:endParaRPr lang="en-US" sz="1600" dirty="0"/>
          </a:p>
        </p:txBody>
      </p:sp>
      <p:pic>
        <p:nvPicPr>
          <p:cNvPr id="20" name="Image 0" descr="RegFrown">    </p:cNvPr>
          <p:cNvPicPr>
            <a:picLocks noChangeAspect="1"/>
          </p:cNvPicPr>
          <p:nvPr/>
        </p:nvPicPr>
        <p:blipFill>
          <a:blip r:embed="rId1"/>
          <a:stretch>
            <a:fillRect/>
          </a:stretch>
        </p:blipFill>
        <p:spPr>
          <a:xfrm>
            <a:off x="9555480" y="2162556"/>
            <a:ext cx="457200" cy="457200"/>
          </a:xfrm>
          <a:prstGeom prst="rect">
            <a:avLst/>
          </a:prstGeom>
        </p:spPr>
      </p:pic>
      <p:pic>
        <p:nvPicPr>
          <p:cNvPr id="21" name="Image 1" descr="RegMeh">    </p:cNvPr>
          <p:cNvPicPr>
            <a:picLocks noChangeAspect="1"/>
          </p:cNvPicPr>
          <p:nvPr/>
        </p:nvPicPr>
        <p:blipFill>
          <a:blip r:embed="rId2"/>
          <a:stretch>
            <a:fillRect/>
          </a:stretch>
        </p:blipFill>
        <p:spPr>
          <a:xfrm>
            <a:off x="10241280" y="2162556"/>
            <a:ext cx="457200" cy="457200"/>
          </a:xfrm>
          <a:prstGeom prst="rect">
            <a:avLst/>
          </a:prstGeom>
        </p:spPr>
      </p:pic>
      <p:pic>
        <p:nvPicPr>
          <p:cNvPr id="22" name="Image 2" descr="RegSmile">    </p:cNvPr>
          <p:cNvPicPr>
            <a:picLocks noChangeAspect="1"/>
          </p:cNvPicPr>
          <p:nvPr/>
        </p:nvPicPr>
        <p:blipFill>
          <a:blip r:embed="rId3"/>
          <a:stretch>
            <a:fillRect/>
          </a:stretch>
        </p:blipFill>
        <p:spPr>
          <a:xfrm>
            <a:off x="10927080" y="2162556"/>
            <a:ext cx="457200" cy="457200"/>
          </a:xfrm>
          <a:prstGeom prst="rect">
            <a:avLst/>
          </a:prstGeom>
        </p:spPr>
      </p:pic>
      <p:sp>
        <p:nvSpPr>
          <p:cNvPr id="23" name="Shape 17"/>
          <p:cNvSpPr/>
          <p:nvPr/>
        </p:nvSpPr>
        <p:spPr>
          <a:xfrm>
            <a:off x="6949440" y="2880360"/>
            <a:ext cx="4690872" cy="758952"/>
          </a:xfrm>
          <a:prstGeom prst="roundRect">
            <a:avLst>
              <a:gd name="adj" fmla="val 9639"/>
            </a:avLst>
          </a:prstGeom>
          <a:solidFill>
            <a:schemeClr val="bg1"/>
          </a:solidFill>
          <a:ln w="6350">
            <a:solidFill>
              <a:srgbClr val="D5DCE6"/>
            </a:solidFill>
            <a:prstDash val="solid"/>
          </a:ln>
        </p:spPr>
      </p:sp>
      <p:sp>
        <p:nvSpPr>
          <p:cNvPr id="24" name="Text 18"/>
          <p:cNvSpPr txBox="1"/>
          <p:nvPr/>
        </p:nvSpPr>
        <p:spPr>
          <a:xfrm>
            <a:off x="7132320" y="288036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Questionner</a:t>
            </a:r>
            <a:endParaRPr lang="en-US" sz="1600" dirty="0"/>
          </a:p>
        </p:txBody>
      </p:sp>
      <p:pic>
        <p:nvPicPr>
          <p:cNvPr id="25" name="Image 3" descr="RegFrown">    </p:cNvPr>
          <p:cNvPicPr>
            <a:picLocks noChangeAspect="1"/>
          </p:cNvPicPr>
          <p:nvPr/>
        </p:nvPicPr>
        <p:blipFill>
          <a:blip r:embed="rId4"/>
          <a:stretch>
            <a:fillRect/>
          </a:stretch>
        </p:blipFill>
        <p:spPr>
          <a:xfrm>
            <a:off x="9555480" y="3031236"/>
            <a:ext cx="457200" cy="457200"/>
          </a:xfrm>
          <a:prstGeom prst="rect">
            <a:avLst/>
          </a:prstGeom>
        </p:spPr>
      </p:pic>
      <p:pic>
        <p:nvPicPr>
          <p:cNvPr id="26" name="Image 4" descr="RegMeh">    </p:cNvPr>
          <p:cNvPicPr>
            <a:picLocks noChangeAspect="1"/>
          </p:cNvPicPr>
          <p:nvPr/>
        </p:nvPicPr>
        <p:blipFill>
          <a:blip r:embed="rId5"/>
          <a:stretch>
            <a:fillRect/>
          </a:stretch>
        </p:blipFill>
        <p:spPr>
          <a:xfrm>
            <a:off x="10241280" y="3031236"/>
            <a:ext cx="457200" cy="457200"/>
          </a:xfrm>
          <a:prstGeom prst="rect">
            <a:avLst/>
          </a:prstGeom>
        </p:spPr>
      </p:pic>
      <p:pic>
        <p:nvPicPr>
          <p:cNvPr id="27" name="Image 5" descr="RegSmile">    </p:cNvPr>
          <p:cNvPicPr>
            <a:picLocks noChangeAspect="1"/>
          </p:cNvPicPr>
          <p:nvPr/>
        </p:nvPicPr>
        <p:blipFill>
          <a:blip r:embed="rId6"/>
          <a:stretch>
            <a:fillRect/>
          </a:stretch>
        </p:blipFill>
        <p:spPr>
          <a:xfrm>
            <a:off x="10927080" y="3031236"/>
            <a:ext cx="457200" cy="457200"/>
          </a:xfrm>
          <a:prstGeom prst="rect">
            <a:avLst/>
          </a:prstGeom>
        </p:spPr>
      </p:pic>
      <p:sp>
        <p:nvSpPr>
          <p:cNvPr id="28" name="Shape 19"/>
          <p:cNvSpPr/>
          <p:nvPr/>
        </p:nvSpPr>
        <p:spPr>
          <a:xfrm>
            <a:off x="6949440" y="3749040"/>
            <a:ext cx="4690872" cy="758952"/>
          </a:xfrm>
          <a:prstGeom prst="roundRect">
            <a:avLst>
              <a:gd name="adj" fmla="val 9639"/>
            </a:avLst>
          </a:prstGeom>
          <a:solidFill>
            <a:schemeClr val="bg2"/>
          </a:solidFill>
          <a:ln w="6350">
            <a:solidFill>
              <a:srgbClr val="D5DCE6"/>
            </a:solidFill>
            <a:prstDash val="solid"/>
          </a:ln>
        </p:spPr>
      </p:sp>
      <p:sp>
        <p:nvSpPr>
          <p:cNvPr id="29" name="Text 20"/>
          <p:cNvSpPr txBox="1"/>
          <p:nvPr/>
        </p:nvSpPr>
        <p:spPr>
          <a:xfrm>
            <a:off x="7132320" y="374904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Placer le verbe</a:t>
            </a:r>
            <a:endParaRPr lang="en-US" sz="1600" dirty="0"/>
          </a:p>
        </p:txBody>
      </p:sp>
      <p:pic>
        <p:nvPicPr>
          <p:cNvPr id="30" name="Image 6" descr="RegFrown">    </p:cNvPr>
          <p:cNvPicPr>
            <a:picLocks noChangeAspect="1"/>
          </p:cNvPicPr>
          <p:nvPr/>
        </p:nvPicPr>
        <p:blipFill>
          <a:blip r:embed="rId7"/>
          <a:stretch>
            <a:fillRect/>
          </a:stretch>
        </p:blipFill>
        <p:spPr>
          <a:xfrm>
            <a:off x="9555480" y="3899916"/>
            <a:ext cx="457200" cy="457200"/>
          </a:xfrm>
          <a:prstGeom prst="rect">
            <a:avLst/>
          </a:prstGeom>
        </p:spPr>
      </p:pic>
      <p:pic>
        <p:nvPicPr>
          <p:cNvPr id="31" name="Image 7" descr="RegMeh">    </p:cNvPr>
          <p:cNvPicPr>
            <a:picLocks noChangeAspect="1"/>
          </p:cNvPicPr>
          <p:nvPr/>
        </p:nvPicPr>
        <p:blipFill>
          <a:blip r:embed="rId8"/>
          <a:stretch>
            <a:fillRect/>
          </a:stretch>
        </p:blipFill>
        <p:spPr>
          <a:xfrm>
            <a:off x="10241280" y="3899916"/>
            <a:ext cx="457200" cy="457200"/>
          </a:xfrm>
          <a:prstGeom prst="rect">
            <a:avLst/>
          </a:prstGeom>
        </p:spPr>
      </p:pic>
      <p:pic>
        <p:nvPicPr>
          <p:cNvPr id="32" name="Image 8" descr="RegSmile">    </p:cNvPr>
          <p:cNvPicPr>
            <a:picLocks noChangeAspect="1"/>
          </p:cNvPicPr>
          <p:nvPr/>
        </p:nvPicPr>
        <p:blipFill>
          <a:blip r:embed="rId9"/>
          <a:stretch>
            <a:fillRect/>
          </a:stretch>
        </p:blipFill>
        <p:spPr>
          <a:xfrm>
            <a:off x="10927080" y="3899916"/>
            <a:ext cx="457200" cy="457200"/>
          </a:xfrm>
          <a:prstGeom prst="rect">
            <a:avLst/>
          </a:prstGeom>
        </p:spPr>
      </p:pic>
      <p:sp>
        <p:nvSpPr>
          <p:cNvPr id="33" name="Shape 21"/>
          <p:cNvSpPr/>
          <p:nvPr/>
        </p:nvSpPr>
        <p:spPr>
          <a:xfrm>
            <a:off x="548640" y="5532120"/>
            <a:ext cx="11091672" cy="731520"/>
          </a:xfrm>
          <a:prstGeom prst="roundRect">
            <a:avLst>
              <a:gd name="adj" fmla="val 10000"/>
            </a:avLst>
          </a:prstGeom>
          <a:solidFill>
            <a:schemeClr val="tx2"/>
          </a:solidFill>
          <a:ln w="12700">
            <a:solidFill>
              <a:srgbClr val="FFFFFF">
                <a:alpha val="0"/>
              </a:srgbClr>
            </a:solidFill>
            <a:prstDash val="solid"/>
          </a:ln>
        </p:spPr>
      </p:sp>
      <p:pic>
        <p:nvPicPr>
          <p:cNvPr id="34" name="Image 9" descr="QuestionCircle">    </p:cNvPr>
          <p:cNvPicPr>
            <a:picLocks noChangeAspect="1"/>
          </p:cNvPicPr>
          <p:nvPr/>
        </p:nvPicPr>
        <p:blipFill>
          <a:blip r:embed="rId10"/>
          <a:stretch>
            <a:fillRect/>
          </a:stretch>
        </p:blipFill>
        <p:spPr>
          <a:xfrm>
            <a:off x="777240" y="5715000"/>
            <a:ext cx="365760" cy="365760"/>
          </a:xfrm>
          <a:prstGeom prst="rect">
            <a:avLst/>
          </a:prstGeom>
        </p:spPr>
      </p:pic>
      <p:sp>
        <p:nvSpPr>
          <p:cNvPr id="35" name="Text 22"/>
          <p:cNvSpPr txBox="1"/>
          <p:nvPr/>
        </p:nvSpPr>
        <p:spPr>
          <a:xfrm>
            <a:off x="1325880" y="5532120"/>
            <a:ext cx="10149840" cy="731520"/>
          </a:xfrm>
          <a:prstGeom prst="rect">
            <a:avLst/>
          </a:prstGeom>
          <a:noFill/>
          <a:ln/>
        </p:spPr>
        <p:txBody>
          <a:bodyPr wrap="square" lIns="0" tIns="0" rIns="0" bIns="0" rtlCol="0" anchor="ctr"/>
          <a:lstStyle/>
          <a:p>
            <a:pPr algn="l" indent="0" marL="0">
              <a:buNone/>
            </a:pPr>
            <a:r>
              <a:rPr lang="en-US" sz="1800" b="1" dirty="0">
                <a:solidFill>
                  <a:schemeClr val="bg1"/>
                </a:solidFill>
              </a:rPr>
              <a:t>Module 4 — Spellingregels</a:t>
            </a:r>
            <a:r>
              <a:rPr lang="en-US" sz="1800" dirty="0">
                <a:solidFill>
                  <a:schemeClr val="bg1"/>
                </a:solidFill>
              </a:rPr>
              <a:t> :  </a:t>
            </a:r>
            <a:r>
              <a:rPr lang="en-US" sz="1800" i="1" dirty="0">
                <a:solidFill>
                  <a:schemeClr val="bg1"/>
                </a:solidFill>
              </a:rPr>
              <a:t>LEZEN → ik lez ? ik lees ?</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34</a:t>
            </a:fld>
            <a:endParaRPr lang="en-US"/>
          </a:p>
        </p:txBody>
      </p:sp>
    </p:spTree>
  </p:cSld>
  <p:clrMapOvr>
    <a:masterClrMapping/>
  </p:clrMapOvr>
</p:sld>
</file>

<file path=ppt/theme/theme1.xml><?xml version="1.0" encoding="utf-8"?>
<a:theme xmlns:a="http://schemas.openxmlformats.org/drawingml/2006/main" name="Nederlands 1">
  <a:themeElements>
    <a:clrScheme name="Nederlands 1">
      <a:dk1>
        <a:srgbClr val="1B2333"/>
      </a:dk1>
      <a:lt1>
        <a:srgbClr val="FFFFFF"/>
      </a:lt1>
      <a:dk2>
        <a:srgbClr val="17375E"/>
      </a:dk2>
      <a:lt2>
        <a:srgbClr val="EEF3F8"/>
      </a:lt2>
      <a:accent1>
        <a:srgbClr val="D9700F"/>
      </a:accent1>
      <a:accent2>
        <a:srgbClr val="2A6FB0"/>
      </a:accent2>
      <a:accent3>
        <a:srgbClr val="2E7D4F"/>
      </a:accent3>
      <a:accent4>
        <a:srgbClr val="B4236A"/>
      </a:accent4>
      <a:accent5>
        <a:srgbClr val="4A5A70"/>
      </a:accent5>
      <a:accent6>
        <a:srgbClr val="B83227"/>
      </a:accent6>
      <a:hlink>
        <a:srgbClr val="2A6FB0"/>
      </a:hlink>
      <a:folHlink>
        <a:srgbClr val="B4236A"/>
      </a:folHlink>
    </a:clrScheme>
    <a:fontScheme name="Nederlands 1">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IRAM — Néerlandais 1 (UE1)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3 — Het presens — Le présent et la place du verbe</dc:title>
  <dc:subject>Néerlandais 1 — Langue en situation, en milieu professionnel</dc:subject>
  <dc:creator>A. Jouniaux</dc:creator>
  <cp:lastModifiedBy>A. Jouniaux</cp:lastModifiedBy>
  <cp:revision>1</cp:revision>
  <dcterms:created xsi:type="dcterms:W3CDTF">2026-10-04T06:42:51Z</dcterms:created>
  <dcterms:modified xsi:type="dcterms:W3CDTF">2026-10-04T06:42:51Z</dcterms:modified>
</cp:coreProperties>
</file>
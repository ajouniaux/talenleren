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e5ea466-14bc-5795-0505-b53a3fbc845b}">
          <p14:sldIdLst>
            <p14:sldId id="256"/>
          </p14:sldIdLst>
        </p14:section>
        <p14:section name="Découvrir" id="{aab0f38d-119c-b7b3-8b53-971b82a0b2f1}">
          <p14:sldIdLst>
            <p14:sldId id="257"/>
            <p14:sldId id="258"/>
          </p14:sldIdLst>
        </p14:section>
        <p14:section name="Comprendre — le radical" id="{608b0bd1-6ffa-fe8c-19ef-e2c3f5838ed1}">
          <p14:sldIdLst>
            <p14:sldId id="259"/>
            <p14:sldId id="260"/>
            <p14:sldId id="261"/>
            <p14:sldId id="262"/>
            <p14:sldId id="263"/>
            <p14:sldId id="264"/>
          </p14:sldIdLst>
        </p14:section>
        <p14:section name="Comprendre — formule et questions" id="{e8f131b3-4181-99f1-8d40-8b304d492237}">
          <p14:sldIdLst>
            <p14:sldId id="265"/>
            <p14:sldId id="266"/>
            <p14:sldId id="267"/>
            <p14:sldId id="268"/>
            <p14:sldId id="269"/>
          </p14:sldIdLst>
        </p14:section>
        <p14:section name="Comprendre — la phrase" id="{c4ab77ef-d5d1-441c-03a8-4ebed2f154b6}">
          <p14:sldIdLst>
            <p14:sldId id="270"/>
            <p14:sldId id="271"/>
            <p14:sldId id="272"/>
            <p14:sldId id="273"/>
            <p14:sldId id="274"/>
          </p14:sldIdLst>
        </p14:section>
        <p14:section name="Retenir" id="{c09088f9-9d5c-82f3-2c83-25485d1e0e02}">
          <p14:sldIdLst>
            <p14:sldId id="275"/>
          </p14:sldIdLst>
        </p14:section>
        <p14:section name="JIJ NU ! — Oefeningen" id="{9da11968-591e-ceaf-7e0d-ed269f48579d}">
          <p14:sldIdLst>
            <p14:sldId id="276"/>
            <p14:sldId id="277"/>
            <p14:sldId id="278"/>
            <p14:sldId id="279"/>
            <p14:sldId id="280"/>
            <p14:sldId id="281"/>
            <p14:sldId id="282"/>
            <p14:sldId id="283"/>
            <p14:sldId id="284"/>
            <p14:sldId id="285"/>
            <p14:sldId id="286"/>
            <p14:sldId id="287"/>
            <p14:sldId id="288"/>
          </p14:sldIdLst>
        </p14:section>
        <p14:section name="Clôture" id="{ee6aeb06-cebe-9037-fea2-5ec417bd5405}">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2026-10-06T17:53:36Z</dcterms:created>
  <dcterms:modified xsi:type="dcterms:W3CDTF">2026-10-06T17:53:36Z</dcterms:modified>
</cp:coreProperties>
</file>
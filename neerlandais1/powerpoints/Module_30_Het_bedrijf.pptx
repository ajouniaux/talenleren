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bf75552-4cd4-c574-832f-5f5bb6777c26}">
          <p14:sldIdLst>
            <p14:sldId id="256"/>
          </p14:sldIdLst>
        </p14:section>
        <p14:section name="Découvrir" id="{3d1ab909-f72f-295e-badb-e1d61d3d77e6}">
          <p14:sldIdLst>
            <p14:sldId id="257"/>
            <p14:sldId id="258"/>
          </p14:sldIdLst>
        </p14:section>
        <p14:section name="Comprendre" id="{5460ffdb-6150-8590-ca72-b44553562cf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16e2767d-5dfe-2cd8-4b4c-5fa50aa91c12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12921a2b-9a0f-914a-3091-d72fe14d50f0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2026-10-05T11:26:01Z</dcterms:created>
  <dcterms:modified xsi:type="dcterms:W3CDTF">2026-10-05T11:26:01Z</dcterms:modified>
</cp:coreProperties>
</file>
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e3910fa-d2c9-d73b-6092-2554e7ab0ad7}">
          <p14:sldIdLst>
            <p14:sldId id="256"/>
          </p14:sldIdLst>
        </p14:section>
        <p14:section name="Découvrir" id="{53cb6d40-135e-7710-b7c2-e4d1eed9cdd3}">
          <p14:sldIdLst>
            <p14:sldId id="257"/>
            <p14:sldId id="258"/>
          </p14:sldIdLst>
        </p14:section>
        <p14:section name="Comprendre" id="{57464bd1-f13a-b1b7-ed12-53eb7518c53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df5f7a0d-214b-dec1-1b82-5e8078b5fce3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7b7aee9b-9ba7-0445-72be-6ca98f17cd02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2026-10-05T10:24:08Z</dcterms:created>
  <dcterms:modified xsi:type="dcterms:W3CDTF">2026-10-05T10:24:08Z</dcterms:modified>
</cp:coreProperties>
</file>
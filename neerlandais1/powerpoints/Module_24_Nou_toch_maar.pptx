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02c8c51-1373-742f-a6fb-887390c5c0f3}">
          <p14:sldIdLst>
            <p14:sldId id="256"/>
          </p14:sldIdLst>
        </p14:section>
        <p14:section name="Découvrir" id="{a8aee95d-49a2-3de0-1bbd-9e86c2819978}">
          <p14:sldIdLst>
            <p14:sldId id="257"/>
            <p14:sldId id="258"/>
          </p14:sldIdLst>
        </p14:section>
        <p14:section name="Comprendre" id="{9ea84520-03de-8df6-a809-6c568e1a18c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06f367a7-2a68-3264-e482-016c456d0e8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e6ee7ae-8959-f9bc-f3ef-9933bbc053d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2026-10-05T11:25:59Z</dcterms:created>
  <dcterms:modified xsi:type="dcterms:W3CDTF">2026-10-05T11:25:59Z</dcterms:modified>
</cp:coreProperties>
</file>
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9c72319-4921-76b4-33b8-4a01f6e89c93}">
          <p14:sldIdLst>
            <p14:sldId id="256"/>
          </p14:sldIdLst>
        </p14:section>
        <p14:section name="Découvrir" id="{fcec7f78-c264-f368-aeda-786e73453777}">
          <p14:sldIdLst>
            <p14:sldId id="257"/>
            <p14:sldId id="258"/>
          </p14:sldIdLst>
        </p14:section>
        <p14:section name="Comprendre" id="{57a178a9-63a1-5aae-d32b-c6849cad183d}">
          <p14:sldIdLst>
            <p14:sldId id="259"/>
            <p14:sldId id="260"/>
            <p14:sldId id="261"/>
            <p14:sldId id="262"/>
            <p14:sldId id="263"/>
            <p14:sldId id="264"/>
            <p14:sldId id="265"/>
            <p14:sldId id="266"/>
            <p14:sldId id="267"/>
          </p14:sldIdLst>
        </p14:section>
        <p14:section name="JIJ NU ! — Oefeningen" id="{fc46a4c6-fefa-82eb-edae-03c026ded1d9}">
          <p14:sldIdLst>
            <p14:sldId id="268"/>
            <p14:sldId id="269"/>
            <p14:sldId id="270"/>
            <p14:sldId id="271"/>
            <p14:sldId id="272"/>
            <p14:sldId id="273"/>
            <p14:sldId id="274"/>
            <p14:sldId id="275"/>
            <p14:sldId id="276"/>
            <p14:sldId id="277"/>
            <p14:sldId id="278"/>
            <p14:sldId id="279"/>
            <p14:sldId id="280"/>
          </p14:sldIdLst>
        </p14:section>
        <p14:section name="Clôture" id="{16858c8f-5240-529a-4aaa-e626892fa36f}">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2026-10-05T10:51:17Z</dcterms:created>
  <dcterms:modified xsi:type="dcterms:W3CDTF">2026-10-05T10:51:17Z</dcterms:modified>
</cp:coreProperties>
</file>
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53be645-e99d-6d85-aa4d-cad71f11a0f2}">
          <p14:sldIdLst>
            <p14:sldId id="256"/>
          </p14:sldIdLst>
        </p14:section>
        <p14:section name="Découvrir" id="{f251cfe1-8b12-8f1f-111b-c02bc1e1344e}">
          <p14:sldIdLst>
            <p14:sldId id="257"/>
            <p14:sldId id="258"/>
          </p14:sldIdLst>
        </p14:section>
        <p14:section name="Comprendre" id="{4574ab79-26ce-95b1-16be-32d6d48155e4}">
          <p14:sldIdLst>
            <p14:sldId id="259"/>
            <p14:sldId id="260"/>
            <p14:sldId id="261"/>
            <p14:sldId id="262"/>
            <p14:sldId id="263"/>
            <p14:sldId id="264"/>
            <p14:sldId id="265"/>
            <p14:sldId id="266"/>
            <p14:sldId id="267"/>
          </p14:sldIdLst>
        </p14:section>
        <p14:section name="JIJ NU ! — Oefeningen" id="{d3d8a99c-0da0-86c4-c31c-236a036e970d}">
          <p14:sldIdLst>
            <p14:sldId id="268"/>
            <p14:sldId id="269"/>
            <p14:sldId id="270"/>
            <p14:sldId id="271"/>
            <p14:sldId id="272"/>
            <p14:sldId id="273"/>
            <p14:sldId id="274"/>
            <p14:sldId id="275"/>
            <p14:sldId id="276"/>
            <p14:sldId id="277"/>
            <p14:sldId id="278"/>
            <p14:sldId id="279"/>
            <p14:sldId id="280"/>
          </p14:sldIdLst>
        </p14:section>
        <p14:section name="Clôture" id="{c7354555-e261-d14e-086b-980805a4957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2026-10-04T12:06:11Z</dcterms:created>
  <dcterms:modified xsi:type="dcterms:W3CDTF">2026-10-04T12:06:11Z</dcterms:modified>
</cp:coreProperties>
</file>
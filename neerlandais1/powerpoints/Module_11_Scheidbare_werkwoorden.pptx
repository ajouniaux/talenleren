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5a9feb5-9125-6c8f-2e20-cf2f3b5fb9b8}">
          <p14:sldIdLst>
            <p14:sldId id="256"/>
          </p14:sldIdLst>
        </p14:section>
        <p14:section name="Découvrir" id="{1c5cfa3f-6e05-28e8-6971-8d107c181828}">
          <p14:sldIdLst>
            <p14:sldId id="257"/>
            <p14:sldId id="258"/>
          </p14:sldIdLst>
        </p14:section>
        <p14:section name="Comprendre" id="{cb53ca90-f6a3-5cd3-d0c2-8f05fdf8ca65}">
          <p14:sldIdLst>
            <p14:sldId id="259"/>
            <p14:sldId id="260"/>
            <p14:sldId id="261"/>
            <p14:sldId id="262"/>
            <p14:sldId id="263"/>
            <p14:sldId id="264"/>
            <p14:sldId id="265"/>
            <p14:sldId id="266"/>
            <p14:sldId id="267"/>
          </p14:sldIdLst>
        </p14:section>
        <p14:section name="JIJ NU ! — Oefeningen" id="{ab29cd9e-4821-a091-67b6-0c1f9fbcea87}">
          <p14:sldIdLst>
            <p14:sldId id="268"/>
            <p14:sldId id="269"/>
            <p14:sldId id="270"/>
            <p14:sldId id="271"/>
            <p14:sldId id="272"/>
            <p14:sldId id="273"/>
            <p14:sldId id="274"/>
            <p14:sldId id="275"/>
            <p14:sldId id="276"/>
            <p14:sldId id="277"/>
            <p14:sldId id="278"/>
            <p14:sldId id="279"/>
            <p14:sldId id="280"/>
          </p14:sldIdLst>
        </p14:section>
        <p14:section name="Clôture" id="{4c51a908-c11d-57c8-b7d9-d40684778bd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2026-10-05T15:46:44Z</dcterms:created>
  <dcterms:modified xsi:type="dcterms:W3CDTF">2026-10-05T15:46:44Z</dcterms:modified>
</cp:coreProperties>
</file>
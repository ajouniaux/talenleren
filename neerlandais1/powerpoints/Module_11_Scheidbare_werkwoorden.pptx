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f4a831a-6f94-9422-5bc7-6aee8a648fe1}">
          <p14:sldIdLst>
            <p14:sldId id="256"/>
          </p14:sldIdLst>
        </p14:section>
        <p14:section name="Découvrir" id="{eeca2894-7487-5f93-491d-bbb4669066ad}">
          <p14:sldIdLst>
            <p14:sldId id="257"/>
            <p14:sldId id="258"/>
          </p14:sldIdLst>
        </p14:section>
        <p14:section name="Comprendre" id="{273f5a95-c377-b948-c0a5-64f4dbeec376}">
          <p14:sldIdLst>
            <p14:sldId id="259"/>
            <p14:sldId id="260"/>
            <p14:sldId id="261"/>
            <p14:sldId id="262"/>
            <p14:sldId id="263"/>
            <p14:sldId id="264"/>
            <p14:sldId id="265"/>
            <p14:sldId id="266"/>
            <p14:sldId id="267"/>
          </p14:sldIdLst>
        </p14:section>
        <p14:section name="JIJ NU ! — Oefeningen" id="{dc7a147a-5e55-9352-e26f-92f15427a2f6}">
          <p14:sldIdLst>
            <p14:sldId id="268"/>
            <p14:sldId id="269"/>
            <p14:sldId id="270"/>
            <p14:sldId id="271"/>
            <p14:sldId id="272"/>
            <p14:sldId id="273"/>
            <p14:sldId id="274"/>
            <p14:sldId id="275"/>
            <p14:sldId id="276"/>
            <p14:sldId id="277"/>
            <p14:sldId id="278"/>
            <p14:sldId id="279"/>
            <p14:sldId id="280"/>
          </p14:sldIdLst>
        </p14:section>
        <p14:section name="Clôture" id="{2f429a39-319e-8d78-807b-ea45a44a2080}">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2026-10-05T11:25:55Z</dcterms:created>
  <dcterms:modified xsi:type="dcterms:W3CDTF">2026-10-05T11:25:55Z</dcterms:modified>
</cp:coreProperties>
</file>
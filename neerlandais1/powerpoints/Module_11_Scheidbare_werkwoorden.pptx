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842ec079-66f8-fa77-643c-af092533b6e1}">
          <p14:sldIdLst>
            <p14:sldId id="256"/>
          </p14:sldIdLst>
        </p14:section>
        <p14:section name="Découvrir" id="{5dee5cb1-88b8-8fc6-0813-0c62b070fecd}">
          <p14:sldIdLst>
            <p14:sldId id="257"/>
            <p14:sldId id="258"/>
          </p14:sldIdLst>
        </p14:section>
        <p14:section name="Comprendre" id="{38f71170-5ff2-910a-df7c-e6cc00637bc5}">
          <p14:sldIdLst>
            <p14:sldId id="259"/>
            <p14:sldId id="260"/>
            <p14:sldId id="261"/>
            <p14:sldId id="262"/>
            <p14:sldId id="263"/>
            <p14:sldId id="264"/>
            <p14:sldId id="265"/>
            <p14:sldId id="266"/>
            <p14:sldId id="267"/>
          </p14:sldIdLst>
        </p14:section>
        <p14:section name="JIJ NU ! — Oefeningen" id="{75facffb-df72-7479-f711-b1dd9520257b}">
          <p14:sldIdLst>
            <p14:sldId id="268"/>
            <p14:sldId id="269"/>
            <p14:sldId id="270"/>
            <p14:sldId id="271"/>
            <p14:sldId id="272"/>
            <p14:sldId id="273"/>
            <p14:sldId id="274"/>
            <p14:sldId id="275"/>
            <p14:sldId id="276"/>
            <p14:sldId id="277"/>
            <p14:sldId id="278"/>
            <p14:sldId id="279"/>
            <p14:sldId id="280"/>
          </p14:sldIdLst>
        </p14:section>
        <p14:section name="Clôture" id="{dd0fcf21-7232-3bd8-7722-088966f758dd}">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le thème avec une image : un verbe qui se coupe en deux.
Question d'entrée : « Où est passé le op ? » Rappelez le M3 (Ik bel de klant op) : ce module va au bout de ce phénomène.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Rendre les objectifs explicites.
Ces verbes sont partout au bureau : inloggen, opbellen, afspreken, meenemen. Sans eux, impossible de décrire sa journée.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Faire découvrir la séparation à partir du dictionnaire et d'une phrase.
Le point médian du dictionnaire (op·staan) signale un verbe séparable. Laissez les apprenants formuler la règle : « le petit mot part à la fin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la composition particule + verbe (archive diapos 2–3).
La particule change souvent le sens : staan (être debout) / opstaan (se lever) ; gaan (aller) / weggaan (partir). On apprend donc le verbe entier. paardrijden est un cas particulier (Ik rijd paard) : à reconnaître seulement.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Placer la particule en case ⑥ au présent (archive diapo 5, standardisée).
C'est la pince du M3. La particule est la mâchoire droite. Faites le geste de la pince avec la main pendant la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Mémoriser 10 particules utiles et leur « idée » de base.
L'« idée » de la particule aide souvent (in = vers l'intérieur, uit = vers l'extérieur, terug = retour), mais pas toujours (afspreken = fixer un rendez-vous). invullen (un formulaire) vient du 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Distinguer les deux familles (archive diapo 4) avec deux tests fiables.
Les inséparables se conjuguent comme des verbes simples : ils ne bougent jamais. Les doublets (doorlopen, voorkomen, overkomen) de l'archive sont réservés à Néerlandais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Neutraliser les deux erreurs typiques des francophones.
La 2e erreur vient de l'anglais (I call up the client) ou de la confusion avec une préposition. Le complément se glisse entre les deux morceaux.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Savoir quand le verbe reste entier.
Image : la particule veut toujours être au bout. Si le verbe est déjà au bout, elle reste avec lui. Teaser du M15 : au passé composé, le ge se glisse au milieu (opgestaan).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Utiliser les verbes à particule dans les questions et à l'impératif.
L'impératif = le radical en tête (Kom!), la particule reste au bout. binnenkomen (entrer) et dichtdoen (fermer) sont très fréquents. Ajoutez alstublieft pour la politesse (M8). L'impératif est approfondi au M16.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Fixer le vocabulaire de la journée de travail (archive « Een dag op het werk »).
zich aankleden (s'habiller) est aussi réfléchi : Ik kleed me aan. ontbijten et vertrekken sont des pièges : ils ressemblent à des séparables mais commencent par ont- et ver-. bijwonen (assister à) vient de l'archive.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Synthèse à photographier.
Ce schéma sert de référence pendant tous les exercices.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séquence d'exercices.
Exercices 1 et 2 en séance 1, les autres en séance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Classer séparables et inséparables.
Faites prononcer chaque verbe : l'accent confirme le classement (ÓPstaan / verGEten).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Classer séparables et inséparables.
Faites prononcer chaque verbe : l'accent confirme le classement (ÓPstaan / verGEten).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Conjuguer au présent et placer la particule.
N° 7 est un leurre (inséparable). N° 8 = impératif. Rappel M4 : jij gaat mais ga je (inversion).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Conjuguer au présent et placer la particule.
N° 7 est un leurre (inséparable). N° 8 = impératif. Rappel M4 : jij gaat mais ga je (inversion).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Recoller la particule après un verbe de modalité.
Faites coller physiquement deux étiquettes (op + staan). N° 6 : meedoen = participer.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Recoller la particule après un verbe de modalité.
Faites coller physiquement deux étiquettes (op + staan). N° 6 : meedoen = participer.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la particule selon le sens (version A1 des phrases illustrées de l'archive).
N° 8 : weg zijn = être parti. Les phrases de l'archive avec te (Mag ik u vragen dit formulier in te vullen?) sont réservées à Néerlandais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Choisir la particule selon le sens (version A1 des phrases illustrées de l'archive).
N° 8 : weg zijn = être parti. Les phrases de l'archive avec te (Mag ik u vragen dit formulier in te vullen?) sont réservées à Néerlandais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Repérer les erreurs de place de la particule dans un message.
La 1re correction règle deux erreurs (inversion M3 + particule) : le total fait 5. Ik log om 9 uur in et Ik kom om 15 uur terug sont corrects : ce sont des leurres. voorbereiden (préparer) est séparable : à reconnaître.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Repérer les erreurs de place de la particule dans un message.
La 1re correction règle deux erreurs (inversion M3 + particule) : le total fait 5. Ik log om 9 uur in et Ik kom om 15 uur terug sont corrects : ce sont des leurres. voorbereiden (préparer) est séparable : à reconnaître.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Automatiser l'impératif des verbes à particule par le corps (pause active).
Simon zegt = « Jacques a dit ». opsteken (lever la main), rondkijken (regarder autour), zich omdraaien (se retourner), neerleggen (poser) sont à comprendre, pas à produire.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Produire à l'oral un récit structuré (frise de la diapo 11 comme modèle).
Ensuite, chacun présente la journée de son partenaire à la 3e personne : Ahmed staat om 6 uur op… Corrigez surtout la place de la particule.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3 objectifs.
Réponses :
1. Inséparable (ver-).
2. Ik neem mijn laptop mee.
3. Ik moet om 6 uur opstaan.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1 · UE1 · Module 11 · Scheidbare werkwoorden</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1 · UE1 · Module 11 · Scheidbare werkwoorden</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1 · UE1 · Langue en situation, en milieu professionnel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slideLayout" Target="../slideLayouts/slideLayout2.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3.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slideLayout" Target="../slideLayouts/slideLayout2.xml"/><Relationship Id="rId11"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slideLayout" Target="../slideLayouts/slideLayout2.xml"/><Relationship Id="rId1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slideLayout" Target="../slideLayouts/slideLayout2.xml"/><Relationship Id="rId1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128114"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MODULE 11 / 32</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Scheidbare werkwoorden</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Les verbes à particule</a:t>
            </a:r>
            <a:endParaRPr lang="en-US" sz="2000" dirty="0"/>
          </a:p>
          <a:p>
            <a:pPr algn="l" indent="0" marL="0">
              <a:buNone/>
            </a:pPr>
            <a:r>
              <a:rPr lang="en-US" sz="2000" b="1" dirty="0">
                <a:solidFill>
                  <a:srgbClr val="FFFFFF"/>
                </a:solidFill>
              </a:rPr>
              <a:t>opstaan → Ik sta om 7 uur op.</a:t>
            </a:r>
            <a:endParaRPr lang="en-US" sz="2000" dirty="0"/>
          </a:p>
        </p:txBody>
      </p:sp>
      <p:pic>
        <p:nvPicPr>
          <p:cNvPr id="5" name="Image 0" descr="alarm clock">    </p:cNvPr>
          <p:cNvPicPr>
            <a:picLocks noChangeAspect="1"/>
          </p:cNvPicPr>
          <p:nvPr/>
        </p:nvPicPr>
        <p:blipFill>
          <a:blip r:embed="rId1"/>
          <a:stretch>
            <a:fillRect/>
          </a:stretch>
        </p:blipFill>
        <p:spPr>
          <a:xfrm>
            <a:off x="9966960" y="1097280"/>
            <a:ext cx="1463040" cy="1463040"/>
          </a:xfrm>
          <a:prstGeom prst="rect">
            <a:avLst/>
          </a:prstGeom>
        </p:spPr>
      </p:pic>
      <p:sp>
        <p:nvSpPr>
          <p:cNvPr id="6" name="Shape 3"/>
          <p:cNvSpPr/>
          <p:nvPr/>
        </p:nvSpPr>
        <p:spPr>
          <a:xfrm>
            <a:off x="6583680" y="1828800"/>
            <a:ext cx="1234440" cy="1097280"/>
          </a:xfrm>
          <a:prstGeom prst="roundRect">
            <a:avLst>
              <a:gd name="adj" fmla="val 6667"/>
            </a:avLst>
          </a:prstGeom>
          <a:solidFill>
            <a:srgbClr val="FFFFFF"/>
          </a:solidFill>
          <a:ln w="50800">
            <a:solidFill>
              <a:srgbClr val="D9700F"/>
            </a:solidFill>
            <a:prstDash val="solid"/>
          </a:ln>
        </p:spPr>
      </p:sp>
      <p:sp>
        <p:nvSpPr>
          <p:cNvPr id="7" name="Text 4"/>
          <p:cNvSpPr txBox="1"/>
          <p:nvPr/>
        </p:nvSpPr>
        <p:spPr>
          <a:xfrm>
            <a:off x="6583680" y="1828800"/>
            <a:ext cx="1234440" cy="1097280"/>
          </a:xfrm>
          <a:prstGeom prst="rect">
            <a:avLst/>
          </a:prstGeom>
          <a:noFill/>
          <a:ln/>
        </p:spPr>
        <p:txBody>
          <a:bodyPr wrap="square" lIns="0" tIns="0" rIns="0" bIns="0" rtlCol="0" anchor="ctr"/>
          <a:lstStyle/>
          <a:p>
            <a:pPr algn="ctr" indent="0" marL="0">
              <a:buNone/>
            </a:pPr>
            <a:r>
              <a:rPr lang="en-US" sz="3600" b="1" dirty="0">
                <a:solidFill>
                  <a:schemeClr val="accent1"/>
                </a:solidFill>
                <a:latin typeface="+mj-lt" pitchFamily="34" charset="0"/>
                <a:ea typeface="+mj-lt" pitchFamily="34" charset="-122"/>
                <a:cs typeface="+mj-lt" pitchFamily="34" charset="-120"/>
              </a:rPr>
              <a:t>OP</a:t>
            </a:r>
            <a:endParaRPr lang="en-US" sz="3600" dirty="0"/>
          </a:p>
        </p:txBody>
      </p:sp>
      <p:sp>
        <p:nvSpPr>
          <p:cNvPr id="8" name="Shape 5"/>
          <p:cNvSpPr/>
          <p:nvPr/>
        </p:nvSpPr>
        <p:spPr>
          <a:xfrm>
            <a:off x="8001000" y="1828800"/>
            <a:ext cx="1828800" cy="1097280"/>
          </a:xfrm>
          <a:prstGeom prst="roundRect">
            <a:avLst>
              <a:gd name="adj" fmla="val 6667"/>
            </a:avLst>
          </a:prstGeom>
          <a:solidFill>
            <a:srgbClr val="FFFFFF"/>
          </a:solidFill>
          <a:ln w="50800">
            <a:solidFill>
              <a:srgbClr val="B83227"/>
            </a:solidFill>
            <a:prstDash val="solid"/>
          </a:ln>
        </p:spPr>
      </p:sp>
      <p:sp>
        <p:nvSpPr>
          <p:cNvPr id="9" name="Text 6"/>
          <p:cNvSpPr txBox="1"/>
          <p:nvPr/>
        </p:nvSpPr>
        <p:spPr>
          <a:xfrm>
            <a:off x="8001000" y="1828800"/>
            <a:ext cx="1828800" cy="1097280"/>
          </a:xfrm>
          <a:prstGeom prst="rect">
            <a:avLst/>
          </a:prstGeom>
          <a:noFill/>
          <a:ln/>
        </p:spPr>
        <p:txBody>
          <a:bodyPr wrap="square" lIns="0" tIns="0" rIns="0" bIns="0" rtlCol="0" anchor="ctr"/>
          <a:lstStyle/>
          <a:p>
            <a:pPr algn="ctr" indent="0" marL="0">
              <a:buNone/>
            </a:pPr>
            <a:r>
              <a:rPr lang="en-US" sz="3400" b="1" dirty="0">
                <a:solidFill>
                  <a:schemeClr val="accent6"/>
                </a:solidFill>
                <a:latin typeface="+mj-lt" pitchFamily="34" charset="0"/>
                <a:ea typeface="+mj-lt" pitchFamily="34" charset="-122"/>
                <a:cs typeface="+mj-lt" pitchFamily="34" charset="-120"/>
              </a:rPr>
              <a:t>STAAN</a:t>
            </a:r>
            <a:endParaRPr lang="en-US" sz="3400" dirty="0"/>
          </a:p>
        </p:txBody>
      </p:sp>
      <p:pic>
        <p:nvPicPr>
          <p:cNvPr id="10" name="Image 1" descr="scissors">    </p:cNvPr>
          <p:cNvPicPr>
            <a:picLocks noChangeAspect="1"/>
          </p:cNvPicPr>
          <p:nvPr/>
        </p:nvPicPr>
        <p:blipFill>
          <a:blip r:embed="rId2"/>
          <a:stretch>
            <a:fillRect/>
          </a:stretch>
        </p:blipFill>
        <p:spPr>
          <a:xfrm>
            <a:off x="7498080" y="2971800"/>
            <a:ext cx="640080" cy="640080"/>
          </a:xfrm>
          <a:prstGeom prst="rect">
            <a:avLst/>
          </a:prstGeom>
        </p:spPr>
      </p:pic>
      <p:sp>
        <p:nvSpPr>
          <p:cNvPr id="11" name="Shape 7"/>
          <p:cNvSpPr/>
          <p:nvPr/>
        </p:nvSpPr>
        <p:spPr>
          <a:xfrm>
            <a:off x="6355080" y="3977640"/>
            <a:ext cx="5303520" cy="1005840"/>
          </a:xfrm>
          <a:prstGeom prst="roundRect">
            <a:avLst>
              <a:gd name="adj" fmla="val 13636"/>
            </a:avLst>
          </a:prstGeom>
          <a:solidFill>
            <a:srgbClr val="FFFFFF"/>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12" name="Text 8"/>
          <p:cNvSpPr txBox="1"/>
          <p:nvPr/>
        </p:nvSpPr>
        <p:spPr>
          <a:xfrm>
            <a:off x="6355080" y="3977640"/>
            <a:ext cx="5303520" cy="1005840"/>
          </a:xfrm>
          <a:prstGeom prst="rect">
            <a:avLst/>
          </a:prstGeom>
          <a:noFill/>
          <a:ln/>
        </p:spPr>
        <p:txBody>
          <a:bodyPr wrap="square" lIns="0" tIns="0" rIns="0" bIns="0" rtlCol="0" anchor="ctr"/>
          <a:lstStyle/>
          <a:p>
            <a:pPr algn="ctr" indent="0" marL="0">
              <a:buNone/>
            </a:pPr>
            <a:r>
              <a:rPr lang="en-US" sz="2800" dirty="0">
                <a:solidFill>
                  <a:schemeClr val="tx1"/>
                </a:solidFill>
                <a:latin typeface="+mj-lt" pitchFamily="34" charset="0"/>
                <a:ea typeface="+mj-lt" pitchFamily="34" charset="-122"/>
                <a:cs typeface="+mj-lt" pitchFamily="34" charset="-120"/>
              </a:rPr>
              <a:t>Ik </a:t>
            </a:r>
            <a:r>
              <a:rPr lang="en-US" sz="2800" b="1" dirty="0">
                <a:solidFill>
                  <a:schemeClr val="accent6"/>
                </a:solidFill>
                <a:latin typeface="+mj-lt" pitchFamily="34" charset="0"/>
                <a:ea typeface="+mj-lt" pitchFamily="34" charset="-122"/>
                <a:cs typeface="+mj-lt" pitchFamily="34" charset="-120"/>
              </a:rPr>
              <a:t>sta</a:t>
            </a:r>
            <a:r>
              <a:rPr lang="en-US" sz="2800" dirty="0">
                <a:solidFill>
                  <a:schemeClr val="tx1"/>
                </a:solidFill>
                <a:latin typeface="+mj-lt" pitchFamily="34" charset="0"/>
                <a:ea typeface="+mj-lt" pitchFamily="34" charset="-122"/>
                <a:cs typeface="+mj-lt" pitchFamily="34" charset="-120"/>
              </a:rPr>
              <a:t> om 7 uur </a:t>
            </a:r>
            <a:r>
              <a:rPr lang="en-US" sz="2800" b="1" dirty="0">
                <a:solidFill>
                  <a:schemeClr val="accent1"/>
                </a:solidFill>
                <a:latin typeface="+mj-lt" pitchFamily="34" charset="0"/>
                <a:ea typeface="+mj-lt" pitchFamily="34" charset="-122"/>
                <a:cs typeface="+mj-lt" pitchFamily="34" charset="-120"/>
              </a:rPr>
              <a:t>op</a:t>
            </a:r>
            <a:r>
              <a:rPr lang="en-US" sz="2800" dirty="0">
                <a:solidFill>
                  <a:schemeClr val="tx1"/>
                </a:solidFill>
                <a:latin typeface="+mj-lt" pitchFamily="34" charset="0"/>
                <a:ea typeface="+mj-lt" pitchFamily="34" charset="-122"/>
                <a:cs typeface="+mj-lt" pitchFamily="34" charset="-120"/>
              </a:rPr>
              <a:t>.</a:t>
            </a:r>
            <a:endParaRPr lang="en-US" sz="2800" dirty="0"/>
          </a:p>
        </p:txBody>
      </p:sp>
      <p:sp>
        <p:nvSpPr>
          <p:cNvPr id="13" name="Shape 9"/>
          <p:cNvSpPr/>
          <p:nvPr/>
        </p:nvSpPr>
        <p:spPr>
          <a:xfrm>
            <a:off x="7196328" y="2971800"/>
            <a:ext cx="3090672" cy="960120"/>
          </a:xfrm>
          <a:prstGeom prst="line">
            <a:avLst/>
          </a:prstGeom>
          <a:noFill/>
          <a:ln w="31750">
            <a:solidFill>
              <a:srgbClr val="F6C27E"/>
            </a:solidFill>
            <a:prstDash val="dash"/>
            <a:tailEnd type="triangl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Missie van vandaag</a:t>
            </a:r>
            <a:endParaRPr lang="en-US" sz="3000" dirty="0"/>
          </a:p>
        </p:txBody>
      </p:sp>
      <p:sp>
        <p:nvSpPr>
          <p:cNvPr id="3" name="tag"/>
          <p:cNvSpPr/>
          <p:nvPr/>
        </p:nvSpPr>
        <p:spPr>
          <a:xfrm>
            <a:off x="548640" y="237744"/>
            <a:ext cx="1013155"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MISSIE</a:t>
            </a:r>
            <a:endParaRPr lang="en-US" sz="1200" dirty="0"/>
          </a:p>
        </p:txBody>
      </p:sp>
      <p:sp>
        <p:nvSpPr>
          <p:cNvPr id="5" name="Shape 2"/>
          <p:cNvSpPr/>
          <p:nvPr/>
        </p:nvSpPr>
        <p:spPr>
          <a:xfrm>
            <a:off x="548640" y="1554480"/>
            <a:ext cx="2865120" cy="3931920"/>
          </a:xfrm>
          <a:prstGeom prst="roundRect">
            <a:avLst>
              <a:gd name="adj" fmla="val 2553"/>
            </a:avLst>
          </a:prstGeom>
          <a:solidFill>
            <a:schemeClr val="bg2"/>
          </a:solidFill>
          <a:ln w="12700">
            <a:solidFill>
              <a:srgbClr val="D5DCE6"/>
            </a:solidFill>
            <a:prstDash val="solid"/>
          </a:ln>
        </p:spPr>
      </p:sp>
      <p:sp>
        <p:nvSpPr>
          <p:cNvPr id="6" name="Shape 3"/>
          <p:cNvSpPr/>
          <p:nvPr/>
        </p:nvSpPr>
        <p:spPr>
          <a:xfrm>
            <a:off x="1524000" y="1874520"/>
            <a:ext cx="914400" cy="914400"/>
          </a:xfrm>
          <a:prstGeom prst="ellipse">
            <a:avLst/>
          </a:prstGeom>
          <a:solidFill>
            <a:schemeClr val="accent1"/>
          </a:solidFill>
          <a:ln w="12700">
            <a:solidFill>
              <a:srgbClr val="FFFFFF">
                <a:alpha val="0"/>
              </a:srgbClr>
            </a:solidFill>
            <a:prstDash val="solid"/>
          </a:ln>
        </p:spPr>
      </p:sp>
      <p:pic>
        <p:nvPicPr>
          <p:cNvPr id="7" name="Image 0" descr="Cut">    </p:cNvPr>
          <p:cNvPicPr>
            <a:picLocks noChangeAspect="1"/>
          </p:cNvPicPr>
          <p:nvPr/>
        </p:nvPicPr>
        <p:blipFill>
          <a:blip r:embed="rId1"/>
          <a:stretch>
            <a:fillRect/>
          </a:stretch>
        </p:blipFill>
        <p:spPr>
          <a:xfrm>
            <a:off x="1743456" y="2093976"/>
            <a:ext cx="475488" cy="475488"/>
          </a:xfrm>
          <a:prstGeom prst="rect">
            <a:avLst/>
          </a:prstGeom>
        </p:spPr>
      </p:pic>
      <p:sp>
        <p:nvSpPr>
          <p:cNvPr id="8" name="Text 4"/>
          <p:cNvSpPr txBox="1"/>
          <p:nvPr/>
        </p:nvSpPr>
        <p:spPr>
          <a:xfrm>
            <a:off x="73152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Reconnaître</a:t>
            </a:r>
            <a:endParaRPr lang="en-US" sz="2400" dirty="0"/>
          </a:p>
        </p:txBody>
      </p:sp>
      <p:sp>
        <p:nvSpPr>
          <p:cNvPr id="9" name="Text 5"/>
          <p:cNvSpPr txBox="1"/>
          <p:nvPr/>
        </p:nvSpPr>
        <p:spPr>
          <a:xfrm>
            <a:off x="77724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sais si un verbe se coupe (</a:t>
            </a:r>
            <a:r>
              <a:rPr lang="en-US" sz="2000" i="1" dirty="0">
                <a:solidFill>
                  <a:schemeClr val="tx1"/>
                </a:solidFill>
              </a:rPr>
              <a:t>opstaan</a:t>
            </a:r>
            <a:r>
              <a:rPr lang="en-US" sz="2000" dirty="0">
                <a:solidFill>
                  <a:schemeClr val="tx1"/>
                </a:solidFill>
              </a:rPr>
              <a:t>) ou non (</a:t>
            </a:r>
            <a:r>
              <a:rPr lang="en-US" sz="2000" i="1" dirty="0">
                <a:solidFill>
                  <a:schemeClr val="tx1"/>
                </a:solidFill>
              </a:rPr>
              <a:t>vergeten</a:t>
            </a:r>
            <a:r>
              <a:rPr lang="en-US" sz="2000" dirty="0">
                <a:solidFill>
                  <a:schemeClr val="tx1"/>
                </a:solidFill>
              </a:rPr>
              <a:t>).</a:t>
            </a:r>
            <a:endParaRPr lang="en-US" sz="2000" dirty="0"/>
          </a:p>
        </p:txBody>
      </p:sp>
      <p:sp>
        <p:nvSpPr>
          <p:cNvPr id="10" name="Shape 6"/>
          <p:cNvSpPr/>
          <p:nvPr/>
        </p:nvSpPr>
        <p:spPr>
          <a:xfrm>
            <a:off x="3688080" y="1554480"/>
            <a:ext cx="2865120" cy="3931920"/>
          </a:xfrm>
          <a:prstGeom prst="roundRect">
            <a:avLst>
              <a:gd name="adj" fmla="val 2553"/>
            </a:avLst>
          </a:prstGeom>
          <a:solidFill>
            <a:schemeClr val="bg2"/>
          </a:solidFill>
          <a:ln w="12700">
            <a:solidFill>
              <a:srgbClr val="D5DCE6"/>
            </a:solidFill>
            <a:prstDash val="solid"/>
          </a:ln>
        </p:spPr>
      </p:sp>
      <p:sp>
        <p:nvSpPr>
          <p:cNvPr id="11" name="Shape 7"/>
          <p:cNvSpPr/>
          <p:nvPr/>
        </p:nvSpPr>
        <p:spPr>
          <a:xfrm>
            <a:off x="4663440" y="1874520"/>
            <a:ext cx="914400" cy="914400"/>
          </a:xfrm>
          <a:prstGeom prst="ellipse">
            <a:avLst/>
          </a:prstGeom>
          <a:solidFill>
            <a:schemeClr val="accent6"/>
          </a:solidFill>
          <a:ln w="12700">
            <a:solidFill>
              <a:srgbClr val="FFFFFF">
                <a:alpha val="0"/>
              </a:srgbClr>
            </a:solidFill>
            <a:prstDash val="solid"/>
          </a:ln>
        </p:spPr>
      </p:sp>
      <p:pic>
        <p:nvPicPr>
          <p:cNvPr id="12" name="Image 1" descr="ArrowRight">    </p:cNvPr>
          <p:cNvPicPr>
            <a:picLocks noChangeAspect="1"/>
          </p:cNvPicPr>
          <p:nvPr/>
        </p:nvPicPr>
        <p:blipFill>
          <a:blip r:embed="rId2"/>
          <a:stretch>
            <a:fillRect/>
          </a:stretch>
        </p:blipFill>
        <p:spPr>
          <a:xfrm>
            <a:off x="4882896" y="2093976"/>
            <a:ext cx="475488" cy="475488"/>
          </a:xfrm>
          <a:prstGeom prst="rect">
            <a:avLst/>
          </a:prstGeom>
        </p:spPr>
      </p:pic>
      <p:sp>
        <p:nvSpPr>
          <p:cNvPr id="13" name="Text 8"/>
          <p:cNvSpPr txBox="1"/>
          <p:nvPr/>
        </p:nvSpPr>
        <p:spPr>
          <a:xfrm>
            <a:off x="387096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6"/>
                </a:solidFill>
                <a:latin typeface="+mj-lt" pitchFamily="34" charset="0"/>
                <a:ea typeface="+mj-lt" pitchFamily="34" charset="-122"/>
                <a:cs typeface="+mj-lt" pitchFamily="34" charset="-120"/>
              </a:rPr>
              <a:t>Placer</a:t>
            </a:r>
            <a:endParaRPr lang="en-US" sz="2400" dirty="0"/>
          </a:p>
        </p:txBody>
      </p:sp>
      <p:sp>
        <p:nvSpPr>
          <p:cNvPr id="14" name="Text 9"/>
          <p:cNvSpPr txBox="1"/>
          <p:nvPr/>
        </p:nvSpPr>
        <p:spPr>
          <a:xfrm>
            <a:off x="391668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mets la particule </a:t>
            </a:r>
            <a:r>
              <a:rPr lang="en-US" sz="2000" b="1" dirty="0">
                <a:solidFill>
                  <a:schemeClr val="tx1"/>
                </a:solidFill>
              </a:rPr>
              <a:t>au bout</a:t>
            </a:r>
            <a:r>
              <a:rPr lang="en-US" sz="2000" dirty="0">
                <a:solidFill>
                  <a:schemeClr val="tx1"/>
                </a:solidFill>
              </a:rPr>
              <a:t>… ou je la laisse </a:t>
            </a:r>
            <a:r>
              <a:rPr lang="en-US" sz="2000" b="1" dirty="0">
                <a:solidFill>
                  <a:schemeClr val="tx1"/>
                </a:solidFill>
              </a:rPr>
              <a:t>collée</a:t>
            </a:r>
            <a:r>
              <a:rPr lang="en-US" sz="2000" dirty="0">
                <a:solidFill>
                  <a:schemeClr val="tx1"/>
                </a:solidFill>
              </a:rPr>
              <a:t>.</a:t>
            </a:r>
            <a:endParaRPr lang="en-US" sz="2000" dirty="0"/>
          </a:p>
        </p:txBody>
      </p:sp>
      <p:sp>
        <p:nvSpPr>
          <p:cNvPr id="15" name="Shape 10"/>
          <p:cNvSpPr/>
          <p:nvPr/>
        </p:nvSpPr>
        <p:spPr>
          <a:xfrm>
            <a:off x="6827520" y="1554480"/>
            <a:ext cx="2865120" cy="3931920"/>
          </a:xfrm>
          <a:prstGeom prst="roundRect">
            <a:avLst>
              <a:gd name="adj" fmla="val 2553"/>
            </a:avLst>
          </a:prstGeom>
          <a:solidFill>
            <a:schemeClr val="bg2"/>
          </a:solidFill>
          <a:ln w="12700">
            <a:solidFill>
              <a:srgbClr val="D5DCE6"/>
            </a:solidFill>
            <a:prstDash val="solid"/>
          </a:ln>
        </p:spPr>
      </p:sp>
      <p:sp>
        <p:nvSpPr>
          <p:cNvPr id="16" name="Shape 11"/>
          <p:cNvSpPr/>
          <p:nvPr/>
        </p:nvSpPr>
        <p:spPr>
          <a:xfrm>
            <a:off x="7802880" y="1874520"/>
            <a:ext cx="914400" cy="914400"/>
          </a:xfrm>
          <a:prstGeom prst="ellipse">
            <a:avLst/>
          </a:prstGeom>
          <a:solidFill>
            <a:schemeClr val="accent3"/>
          </a:solidFill>
          <a:ln w="12700">
            <a:solidFill>
              <a:srgbClr val="FFFFFF">
                <a:alpha val="0"/>
              </a:srgbClr>
            </a:solidFill>
            <a:prstDash val="solid"/>
          </a:ln>
        </p:spPr>
      </p:sp>
      <p:pic>
        <p:nvPicPr>
          <p:cNvPr id="17" name="Image 2" descr="Clock">    </p:cNvPr>
          <p:cNvPicPr>
            <a:picLocks noChangeAspect="1"/>
          </p:cNvPicPr>
          <p:nvPr/>
        </p:nvPicPr>
        <p:blipFill>
          <a:blip r:embed="rId3"/>
          <a:stretch>
            <a:fillRect/>
          </a:stretch>
        </p:blipFill>
        <p:spPr>
          <a:xfrm>
            <a:off x="8022336" y="2093976"/>
            <a:ext cx="475488" cy="475488"/>
          </a:xfrm>
          <a:prstGeom prst="rect">
            <a:avLst/>
          </a:prstGeom>
        </p:spPr>
      </p:pic>
      <p:sp>
        <p:nvSpPr>
          <p:cNvPr id="18" name="Text 12"/>
          <p:cNvSpPr txBox="1"/>
          <p:nvPr/>
        </p:nvSpPr>
        <p:spPr>
          <a:xfrm>
            <a:off x="701040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3"/>
                </a:solidFill>
                <a:latin typeface="+mj-lt" pitchFamily="34" charset="0"/>
                <a:ea typeface="+mj-lt" pitchFamily="34" charset="-122"/>
                <a:cs typeface="+mj-lt" pitchFamily="34" charset="-120"/>
              </a:rPr>
              <a:t>Raconter</a:t>
            </a:r>
            <a:endParaRPr lang="en-US" sz="2400" dirty="0"/>
          </a:p>
        </p:txBody>
      </p:sp>
      <p:sp>
        <p:nvSpPr>
          <p:cNvPr id="19" name="Text 13"/>
          <p:cNvSpPr txBox="1"/>
          <p:nvPr/>
        </p:nvSpPr>
        <p:spPr>
          <a:xfrm>
            <a:off x="705612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décris ma journée de travail.</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2" name="Shape 14"/>
          <p:cNvSpPr/>
          <p:nvPr/>
        </p:nvSpPr>
        <p:spPr>
          <a:xfrm>
            <a:off x="548640" y="5669280"/>
            <a:ext cx="11091672" cy="566928"/>
          </a:xfrm>
          <a:prstGeom prst="roundRect">
            <a:avLst>
              <a:gd name="adj" fmla="val 12903"/>
            </a:avLst>
          </a:prstGeom>
          <a:solidFill>
            <a:schemeClr val="bg2"/>
          </a:solidFill>
          <a:ln w="9525">
            <a:solidFill>
              <a:srgbClr val="17375E"/>
            </a:solidFill>
            <a:prstDash val="solid"/>
          </a:ln>
        </p:spPr>
      </p:sp>
      <p:pic>
        <p:nvPicPr>
          <p:cNvPr id="23" name="Image 5" descr="Lightbulb">    </p:cNvPr>
          <p:cNvPicPr>
            <a:picLocks noChangeAspect="1"/>
          </p:cNvPicPr>
          <p:nvPr/>
        </p:nvPicPr>
        <p:blipFill>
          <a:blip r:embed="rId6"/>
          <a:stretch>
            <a:fillRect/>
          </a:stretch>
        </p:blipFill>
        <p:spPr>
          <a:xfrm>
            <a:off x="731520" y="5788152"/>
            <a:ext cx="329184" cy="329184"/>
          </a:xfrm>
          <a:prstGeom prst="rect">
            <a:avLst/>
          </a:prstGeom>
        </p:spPr>
      </p:pic>
      <p:sp>
        <p:nvSpPr>
          <p:cNvPr id="24" name="Text 15"/>
          <p:cNvSpPr txBox="1"/>
          <p:nvPr/>
        </p:nvSpPr>
        <p:spPr>
          <a:xfrm>
            <a:off x="1188720" y="5669280"/>
            <a:ext cx="10241280" cy="566928"/>
          </a:xfrm>
          <a:prstGeom prst="rect">
            <a:avLst/>
          </a:prstGeom>
          <a:noFill/>
          <a:ln/>
        </p:spPr>
        <p:txBody>
          <a:bodyPr wrap="square" lIns="0" tIns="0" rIns="0" bIns="0" rtlCol="0" anchor="ctr"/>
          <a:lstStyle/>
          <a:p>
            <a:pPr algn="l" indent="0" marL="0">
              <a:buNone/>
            </a:pPr>
            <a:r>
              <a:rPr lang="en-US" sz="1700" dirty="0">
                <a:solidFill>
                  <a:schemeClr val="tx1"/>
                </a:solidFill>
              </a:rPr>
              <a:t>Au bureau, ces verbes sont partout : </a:t>
            </a:r>
            <a:r>
              <a:rPr lang="en-US" sz="1700" i="1" dirty="0">
                <a:solidFill>
                  <a:schemeClr val="tx1"/>
                </a:solidFill>
              </a:rPr>
              <a:t>inloggen, opbellen, afspreken, meenemen</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Échauffement — où est passé le « op » ?</a:t>
            </a:r>
            <a:endParaRPr lang="en-US" sz="3000" dirty="0"/>
          </a:p>
        </p:txBody>
      </p:sp>
      <p:sp>
        <p:nvSpPr>
          <p:cNvPr id="3" name="tag"/>
          <p:cNvSpPr/>
          <p:nvPr/>
        </p:nvSpPr>
        <p:spPr>
          <a:xfrm>
            <a:off x="548640" y="237744"/>
            <a:ext cx="1770278"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ÉCHAUFFEMENT</a:t>
            </a:r>
            <a:endParaRPr lang="en-US" sz="1200" dirty="0"/>
          </a:p>
        </p:txBody>
      </p:sp>
      <p:sp>
        <p:nvSpPr>
          <p:cNvPr id="5" name="Shape 2"/>
          <p:cNvSpPr/>
          <p:nvPr/>
        </p:nvSpPr>
        <p:spPr>
          <a:xfrm>
            <a:off x="548640" y="1554480"/>
            <a:ext cx="4023360" cy="4709160"/>
          </a:xfrm>
          <a:prstGeom prst="roundRect">
            <a:avLst>
              <a:gd name="adj" fmla="val 1818"/>
            </a:avLst>
          </a:prstGeom>
          <a:solidFill>
            <a:srgbClr val="FFFDF5"/>
          </a:solidFill>
          <a:ln w="15875">
            <a:solidFill>
              <a:srgbClr val="C9B98A"/>
            </a:solidFill>
            <a:prstDash val="solid"/>
          </a:ln>
          <a:effectLst>
            <a:outerShdw sx="100000" sy="100000" kx="0" ky="0" algn="bl" rotWithShape="0" blurRad="101600" dist="25400" dir="3600000">
              <a:srgbClr val="000000">
                <a:alpha val="16000"/>
              </a:srgbClr>
            </a:outerShdw>
          </a:effectLst>
        </p:spPr>
      </p:sp>
      <p:pic>
        <p:nvPicPr>
          <p:cNvPr id="6" name="Image 0" descr="open book">    </p:cNvPr>
          <p:cNvPicPr>
            <a:picLocks noChangeAspect="1"/>
          </p:cNvPicPr>
          <p:nvPr/>
        </p:nvPicPr>
        <p:blipFill>
          <a:blip r:embed="rId1"/>
          <a:stretch>
            <a:fillRect/>
          </a:stretch>
        </p:blipFill>
        <p:spPr>
          <a:xfrm>
            <a:off x="731520" y="1691640"/>
            <a:ext cx="640080" cy="640080"/>
          </a:xfrm>
          <a:prstGeom prst="rect">
            <a:avLst/>
          </a:prstGeom>
        </p:spPr>
      </p:pic>
      <p:sp>
        <p:nvSpPr>
          <p:cNvPr id="7" name="Text 3"/>
          <p:cNvSpPr txBox="1"/>
          <p:nvPr/>
        </p:nvSpPr>
        <p:spPr>
          <a:xfrm>
            <a:off x="1463040" y="1737360"/>
            <a:ext cx="2926080" cy="548640"/>
          </a:xfrm>
          <a:prstGeom prst="rect">
            <a:avLst/>
          </a:prstGeom>
          <a:noFill/>
          <a:ln/>
        </p:spPr>
        <p:txBody>
          <a:bodyPr wrap="square" lIns="0" tIns="0" rIns="0" bIns="0" rtlCol="0" anchor="ctr"/>
          <a:lstStyle/>
          <a:p>
            <a:pPr algn="l" indent="0" marL="0">
              <a:buNone/>
            </a:pPr>
            <a:r>
              <a:rPr lang="en-US" sz="1400" b="1" spc="200" kern="0" dirty="0">
                <a:solidFill>
                  <a:schemeClr val="accent5"/>
                </a:solidFill>
              </a:rPr>
              <a:t>DICTIONNAIRE</a:t>
            </a:r>
            <a:endParaRPr lang="en-US" sz="1400" dirty="0"/>
          </a:p>
        </p:txBody>
      </p:sp>
      <p:sp>
        <p:nvSpPr>
          <p:cNvPr id="8" name="Text 4"/>
          <p:cNvSpPr txBox="1"/>
          <p:nvPr/>
        </p:nvSpPr>
        <p:spPr>
          <a:xfrm>
            <a:off x="822960" y="2514600"/>
            <a:ext cx="3566160" cy="548640"/>
          </a:xfrm>
          <a:prstGeom prst="rect">
            <a:avLst/>
          </a:prstGeom>
          <a:noFill/>
          <a:ln/>
        </p:spPr>
        <p:txBody>
          <a:bodyPr wrap="square" lIns="0" tIns="0" rIns="0" bIns="0" rtlCol="0" anchor="ctr"/>
          <a:lstStyle/>
          <a:p>
            <a:pPr algn="l" indent="0" marL="0">
              <a:buNone/>
            </a:pPr>
            <a:r>
              <a:rPr lang="en-US" sz="2600" b="1" dirty="0">
                <a:solidFill>
                  <a:schemeClr val="accent1"/>
                </a:solidFill>
                <a:latin typeface="+mj-lt" pitchFamily="34" charset="0"/>
                <a:ea typeface="+mj-lt" pitchFamily="34" charset="-122"/>
                <a:cs typeface="+mj-lt" pitchFamily="34" charset="-120"/>
              </a:rPr>
              <a:t>op</a:t>
            </a:r>
            <a:r>
              <a:rPr lang="en-US" sz="2600" b="1" dirty="0">
                <a:solidFill>
                  <a:schemeClr val="tx1"/>
                </a:solidFill>
                <a:latin typeface="+mj-lt" pitchFamily="34" charset="0"/>
                <a:ea typeface="+mj-lt" pitchFamily="34" charset="-122"/>
                <a:cs typeface="+mj-lt" pitchFamily="34" charset="-120"/>
              </a:rPr>
              <a:t>·staan</a:t>
            </a:r>
            <a:endParaRPr lang="en-US" sz="2600" dirty="0"/>
          </a:p>
        </p:txBody>
      </p:sp>
      <p:sp>
        <p:nvSpPr>
          <p:cNvPr id="9" name="Text 5"/>
          <p:cNvSpPr txBox="1"/>
          <p:nvPr/>
        </p:nvSpPr>
        <p:spPr>
          <a:xfrm>
            <a:off x="822960" y="3063240"/>
            <a:ext cx="3566160" cy="365760"/>
          </a:xfrm>
          <a:prstGeom prst="rect">
            <a:avLst/>
          </a:prstGeom>
          <a:noFill/>
          <a:ln/>
        </p:spPr>
        <p:txBody>
          <a:bodyPr wrap="square" lIns="0" tIns="0" rIns="0" bIns="0" rtlCol="0" anchor="t"/>
          <a:lstStyle/>
          <a:p>
            <a:pPr algn="l" indent="0" marL="0">
              <a:buNone/>
            </a:pPr>
            <a:r>
              <a:rPr lang="en-US" sz="1500" i="1" dirty="0">
                <a:solidFill>
                  <a:schemeClr val="accent5"/>
                </a:solidFill>
              </a:rPr>
              <a:t>se lever</a:t>
            </a:r>
            <a:endParaRPr lang="en-US" sz="1500" dirty="0"/>
          </a:p>
        </p:txBody>
      </p:sp>
      <p:sp>
        <p:nvSpPr>
          <p:cNvPr id="10" name="Shape 6"/>
          <p:cNvSpPr/>
          <p:nvPr/>
        </p:nvSpPr>
        <p:spPr>
          <a:xfrm>
            <a:off x="822960" y="3566160"/>
            <a:ext cx="3474720" cy="914"/>
          </a:xfrm>
          <a:prstGeom prst="line">
            <a:avLst/>
          </a:prstGeom>
          <a:noFill/>
          <a:ln w="12700">
            <a:solidFill>
              <a:srgbClr val="E5DCC0"/>
            </a:solidFill>
            <a:prstDash val="solid"/>
          </a:ln>
        </p:spPr>
      </p:sp>
      <p:sp>
        <p:nvSpPr>
          <p:cNvPr id="11" name="Text 7"/>
          <p:cNvSpPr txBox="1"/>
          <p:nvPr/>
        </p:nvSpPr>
        <p:spPr>
          <a:xfrm>
            <a:off x="822960" y="3703320"/>
            <a:ext cx="3566160" cy="548640"/>
          </a:xfrm>
          <a:prstGeom prst="rect">
            <a:avLst/>
          </a:prstGeom>
          <a:noFill/>
          <a:ln/>
        </p:spPr>
        <p:txBody>
          <a:bodyPr wrap="square" lIns="0" tIns="0" rIns="0" bIns="0" rtlCol="0" anchor="ctr"/>
          <a:lstStyle/>
          <a:p>
            <a:pPr algn="l" indent="0" marL="0">
              <a:buNone/>
            </a:pPr>
            <a:r>
              <a:rPr lang="en-US" sz="2600" b="1" dirty="0">
                <a:solidFill>
                  <a:schemeClr val="accent1"/>
                </a:solidFill>
                <a:latin typeface="+mj-lt" pitchFamily="34" charset="0"/>
                <a:ea typeface="+mj-lt" pitchFamily="34" charset="-122"/>
                <a:cs typeface="+mj-lt" pitchFamily="34" charset="-120"/>
              </a:rPr>
              <a:t>mee</a:t>
            </a:r>
            <a:r>
              <a:rPr lang="en-US" sz="2600" b="1" dirty="0">
                <a:solidFill>
                  <a:schemeClr val="tx1"/>
                </a:solidFill>
                <a:latin typeface="+mj-lt" pitchFamily="34" charset="0"/>
                <a:ea typeface="+mj-lt" pitchFamily="34" charset="-122"/>
                <a:cs typeface="+mj-lt" pitchFamily="34" charset="-120"/>
              </a:rPr>
              <a:t>·nemen</a:t>
            </a:r>
            <a:endParaRPr lang="en-US" sz="2600" dirty="0"/>
          </a:p>
        </p:txBody>
      </p:sp>
      <p:sp>
        <p:nvSpPr>
          <p:cNvPr id="12" name="Text 8"/>
          <p:cNvSpPr txBox="1"/>
          <p:nvPr/>
        </p:nvSpPr>
        <p:spPr>
          <a:xfrm>
            <a:off x="822960" y="4251960"/>
            <a:ext cx="3566160" cy="365760"/>
          </a:xfrm>
          <a:prstGeom prst="rect">
            <a:avLst/>
          </a:prstGeom>
          <a:noFill/>
          <a:ln/>
        </p:spPr>
        <p:txBody>
          <a:bodyPr wrap="square" lIns="0" tIns="0" rIns="0" bIns="0" rtlCol="0" anchor="t"/>
          <a:lstStyle/>
          <a:p>
            <a:pPr algn="l" indent="0" marL="0">
              <a:buNone/>
            </a:pPr>
            <a:r>
              <a:rPr lang="en-US" sz="1500" i="1" dirty="0">
                <a:solidFill>
                  <a:schemeClr val="accent5"/>
                </a:solidFill>
              </a:rPr>
              <a:t>emporter</a:t>
            </a:r>
            <a:endParaRPr lang="en-US" sz="1500" dirty="0"/>
          </a:p>
        </p:txBody>
      </p:sp>
      <p:sp>
        <p:nvSpPr>
          <p:cNvPr id="13" name="Shape 9"/>
          <p:cNvSpPr/>
          <p:nvPr/>
        </p:nvSpPr>
        <p:spPr>
          <a:xfrm>
            <a:off x="822960" y="4754880"/>
            <a:ext cx="3474720" cy="914"/>
          </a:xfrm>
          <a:prstGeom prst="line">
            <a:avLst/>
          </a:prstGeom>
          <a:noFill/>
          <a:ln w="12700">
            <a:solidFill>
              <a:srgbClr val="E5DCC0"/>
            </a:solidFill>
            <a:prstDash val="solid"/>
          </a:ln>
        </p:spPr>
      </p:sp>
      <p:sp>
        <p:nvSpPr>
          <p:cNvPr id="14" name="Text 10"/>
          <p:cNvSpPr txBox="1"/>
          <p:nvPr/>
        </p:nvSpPr>
        <p:spPr>
          <a:xfrm>
            <a:off x="822960" y="4892040"/>
            <a:ext cx="3566160" cy="548640"/>
          </a:xfrm>
          <a:prstGeom prst="rect">
            <a:avLst/>
          </a:prstGeom>
          <a:noFill/>
          <a:ln/>
        </p:spPr>
        <p:txBody>
          <a:bodyPr wrap="square" lIns="0" tIns="0" rIns="0" bIns="0" rtlCol="0" anchor="ctr"/>
          <a:lstStyle/>
          <a:p>
            <a:pPr algn="l" indent="0" marL="0">
              <a:buNone/>
            </a:pPr>
            <a:r>
              <a:rPr lang="en-US" sz="2600" b="1" dirty="0">
                <a:solidFill>
                  <a:schemeClr val="accent1"/>
                </a:solidFill>
                <a:latin typeface="+mj-lt" pitchFamily="34" charset="0"/>
                <a:ea typeface="+mj-lt" pitchFamily="34" charset="-122"/>
                <a:cs typeface="+mj-lt" pitchFamily="34" charset="-120"/>
              </a:rPr>
              <a:t>in</a:t>
            </a:r>
            <a:r>
              <a:rPr lang="en-US" sz="2600" b="1" dirty="0">
                <a:solidFill>
                  <a:schemeClr val="tx1"/>
                </a:solidFill>
                <a:latin typeface="+mj-lt" pitchFamily="34" charset="0"/>
                <a:ea typeface="+mj-lt" pitchFamily="34" charset="-122"/>
                <a:cs typeface="+mj-lt" pitchFamily="34" charset="-120"/>
              </a:rPr>
              <a:t>·loggen</a:t>
            </a:r>
            <a:endParaRPr lang="en-US" sz="2600" dirty="0"/>
          </a:p>
        </p:txBody>
      </p:sp>
      <p:sp>
        <p:nvSpPr>
          <p:cNvPr id="15" name="Text 11"/>
          <p:cNvSpPr txBox="1"/>
          <p:nvPr/>
        </p:nvSpPr>
        <p:spPr>
          <a:xfrm>
            <a:off x="822960" y="5440680"/>
            <a:ext cx="3566160" cy="365760"/>
          </a:xfrm>
          <a:prstGeom prst="rect">
            <a:avLst/>
          </a:prstGeom>
          <a:noFill/>
          <a:ln/>
        </p:spPr>
        <p:txBody>
          <a:bodyPr wrap="square" lIns="0" tIns="0" rIns="0" bIns="0" rtlCol="0" anchor="t"/>
          <a:lstStyle/>
          <a:p>
            <a:pPr algn="l" indent="0" marL="0">
              <a:buNone/>
            </a:pPr>
            <a:r>
              <a:rPr lang="en-US" sz="1500" i="1" dirty="0">
                <a:solidFill>
                  <a:schemeClr val="accent5"/>
                </a:solidFill>
              </a:rPr>
              <a:t>se connecter</a:t>
            </a:r>
            <a:endParaRPr lang="en-US" sz="1500" dirty="0"/>
          </a:p>
        </p:txBody>
      </p:sp>
      <p:sp>
        <p:nvSpPr>
          <p:cNvPr id="16" name="Shape 12"/>
          <p:cNvSpPr/>
          <p:nvPr/>
        </p:nvSpPr>
        <p:spPr>
          <a:xfrm>
            <a:off x="4846320" y="1600200"/>
            <a:ext cx="6793992" cy="1005840"/>
          </a:xfrm>
          <a:prstGeom prst="roundRect">
            <a:avLst>
              <a:gd name="adj" fmla="val 7273"/>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7" name="Image 1" descr="alarm clock">    </p:cNvPr>
          <p:cNvPicPr>
            <a:picLocks noChangeAspect="1"/>
          </p:cNvPicPr>
          <p:nvPr/>
        </p:nvPicPr>
        <p:blipFill>
          <a:blip r:embed="rId2"/>
          <a:stretch>
            <a:fillRect/>
          </a:stretch>
        </p:blipFill>
        <p:spPr>
          <a:xfrm>
            <a:off x="4983480" y="1783080"/>
            <a:ext cx="640080" cy="640080"/>
          </a:xfrm>
          <a:prstGeom prst="rect">
            <a:avLst/>
          </a:prstGeom>
        </p:spPr>
      </p:pic>
      <p:sp>
        <p:nvSpPr>
          <p:cNvPr id="18" name="Text 13"/>
          <p:cNvSpPr txBox="1"/>
          <p:nvPr/>
        </p:nvSpPr>
        <p:spPr>
          <a:xfrm>
            <a:off x="5806440" y="1600200"/>
            <a:ext cx="5669280" cy="1005840"/>
          </a:xfrm>
          <a:prstGeom prst="rect">
            <a:avLst/>
          </a:prstGeom>
          <a:noFill/>
          <a:ln/>
        </p:spPr>
        <p:txBody>
          <a:bodyPr wrap="square" lIns="0" tIns="0" rIns="0" bIns="0" rtlCol="0" anchor="ctr"/>
          <a:lstStyle/>
          <a:p>
            <a:pPr algn="l" indent="0" marL="0">
              <a:buNone/>
            </a:pPr>
            <a:r>
              <a:rPr lang="en-US" sz="2400" i="1" dirty="0">
                <a:solidFill>
                  <a:schemeClr val="tx1"/>
                </a:solidFill>
              </a:rPr>
              <a:t>Ik </a:t>
            </a:r>
            <a:r>
              <a:rPr lang="en-US" sz="2400" b="1" i="1" dirty="0">
                <a:solidFill>
                  <a:schemeClr val="accent6"/>
                </a:solidFill>
              </a:rPr>
              <a:t>sta</a:t>
            </a:r>
            <a:r>
              <a:rPr lang="en-US" sz="2400" i="1" dirty="0">
                <a:solidFill>
                  <a:schemeClr val="tx1"/>
                </a:solidFill>
              </a:rPr>
              <a:t> om 7 uur </a:t>
            </a:r>
            <a:r>
              <a:rPr lang="en-US" sz="2400" b="1" i="1" dirty="0">
                <a:solidFill>
                  <a:schemeClr val="accent1"/>
                </a:solidFill>
              </a:rPr>
              <a:t>op</a:t>
            </a:r>
            <a:r>
              <a:rPr lang="en-US" sz="2400" i="1" dirty="0">
                <a:solidFill>
                  <a:schemeClr val="tx1"/>
                </a:solidFill>
              </a:rPr>
              <a:t>.</a:t>
            </a:r>
            <a:endParaRPr lang="en-US" sz="2400" dirty="0"/>
          </a:p>
        </p:txBody>
      </p:sp>
      <p:sp>
        <p:nvSpPr>
          <p:cNvPr id="19" name="Shape 14"/>
          <p:cNvSpPr/>
          <p:nvPr/>
        </p:nvSpPr>
        <p:spPr>
          <a:xfrm>
            <a:off x="4846320" y="2788920"/>
            <a:ext cx="6793992" cy="1005840"/>
          </a:xfrm>
          <a:prstGeom prst="roundRect">
            <a:avLst>
              <a:gd name="adj" fmla="val 7273"/>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0" name="Image 2" descr="laptop">    </p:cNvPr>
          <p:cNvPicPr>
            <a:picLocks noChangeAspect="1"/>
          </p:cNvPicPr>
          <p:nvPr/>
        </p:nvPicPr>
        <p:blipFill>
          <a:blip r:embed="rId3"/>
          <a:stretch>
            <a:fillRect/>
          </a:stretch>
        </p:blipFill>
        <p:spPr>
          <a:xfrm>
            <a:off x="4983480" y="2971800"/>
            <a:ext cx="640080" cy="640080"/>
          </a:xfrm>
          <a:prstGeom prst="rect">
            <a:avLst/>
          </a:prstGeom>
        </p:spPr>
      </p:pic>
      <p:sp>
        <p:nvSpPr>
          <p:cNvPr id="21" name="Text 15"/>
          <p:cNvSpPr txBox="1"/>
          <p:nvPr/>
        </p:nvSpPr>
        <p:spPr>
          <a:xfrm>
            <a:off x="5806440" y="2788920"/>
            <a:ext cx="5669280" cy="1005840"/>
          </a:xfrm>
          <a:prstGeom prst="rect">
            <a:avLst/>
          </a:prstGeom>
          <a:noFill/>
          <a:ln/>
        </p:spPr>
        <p:txBody>
          <a:bodyPr wrap="square" lIns="0" tIns="0" rIns="0" bIns="0" rtlCol="0" anchor="ctr"/>
          <a:lstStyle/>
          <a:p>
            <a:pPr algn="l" indent="0" marL="0">
              <a:buNone/>
            </a:pPr>
            <a:r>
              <a:rPr lang="en-US" sz="2400" i="1" dirty="0">
                <a:solidFill>
                  <a:schemeClr val="tx1"/>
                </a:solidFill>
              </a:rPr>
              <a:t>Karim </a:t>
            </a:r>
            <a:r>
              <a:rPr lang="en-US" sz="2400" b="1" i="1" dirty="0">
                <a:solidFill>
                  <a:schemeClr val="accent6"/>
                </a:solidFill>
              </a:rPr>
              <a:t>neemt</a:t>
            </a:r>
            <a:r>
              <a:rPr lang="en-US" sz="2400" i="1" dirty="0">
                <a:solidFill>
                  <a:schemeClr val="tx1"/>
                </a:solidFill>
              </a:rPr>
              <a:t> zijn laptop </a:t>
            </a:r>
            <a:r>
              <a:rPr lang="en-US" sz="2400" b="1" i="1" dirty="0">
                <a:solidFill>
                  <a:schemeClr val="accent1"/>
                </a:solidFill>
              </a:rPr>
              <a:t>mee</a:t>
            </a:r>
            <a:r>
              <a:rPr lang="en-US" sz="2400" i="1" dirty="0">
                <a:solidFill>
                  <a:schemeClr val="tx1"/>
                </a:solidFill>
              </a:rPr>
              <a:t>.</a:t>
            </a:r>
            <a:endParaRPr lang="en-US" sz="2400" dirty="0"/>
          </a:p>
        </p:txBody>
      </p:sp>
      <p:sp>
        <p:nvSpPr>
          <p:cNvPr id="22" name="Shape 16"/>
          <p:cNvSpPr/>
          <p:nvPr/>
        </p:nvSpPr>
        <p:spPr>
          <a:xfrm>
            <a:off x="4846320" y="3977640"/>
            <a:ext cx="6793992" cy="1005840"/>
          </a:xfrm>
          <a:prstGeom prst="roundRect">
            <a:avLst>
              <a:gd name="adj" fmla="val 7273"/>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3" name="Image 3" descr="woman office worker">    </p:cNvPr>
          <p:cNvPicPr>
            <a:picLocks noChangeAspect="1"/>
          </p:cNvPicPr>
          <p:nvPr/>
        </p:nvPicPr>
        <p:blipFill>
          <a:blip r:embed="rId4"/>
          <a:stretch>
            <a:fillRect/>
          </a:stretch>
        </p:blipFill>
        <p:spPr>
          <a:xfrm>
            <a:off x="4983480" y="4160520"/>
            <a:ext cx="640080" cy="640080"/>
          </a:xfrm>
          <a:prstGeom prst="rect">
            <a:avLst/>
          </a:prstGeom>
        </p:spPr>
      </p:pic>
      <p:sp>
        <p:nvSpPr>
          <p:cNvPr id="24" name="Text 17"/>
          <p:cNvSpPr txBox="1"/>
          <p:nvPr/>
        </p:nvSpPr>
        <p:spPr>
          <a:xfrm>
            <a:off x="5806440" y="3977640"/>
            <a:ext cx="5669280" cy="1005840"/>
          </a:xfrm>
          <a:prstGeom prst="rect">
            <a:avLst/>
          </a:prstGeom>
          <a:noFill/>
          <a:ln/>
        </p:spPr>
        <p:txBody>
          <a:bodyPr wrap="square" lIns="0" tIns="0" rIns="0" bIns="0" rtlCol="0" anchor="ctr"/>
          <a:lstStyle/>
          <a:p>
            <a:pPr algn="l" indent="0" marL="0">
              <a:buNone/>
            </a:pPr>
            <a:r>
              <a:rPr lang="en-US" sz="2400" i="1" dirty="0">
                <a:solidFill>
                  <a:schemeClr val="tx1"/>
                </a:solidFill>
              </a:rPr>
              <a:t>Sofie </a:t>
            </a:r>
            <a:r>
              <a:rPr lang="en-US" sz="2400" b="1" i="1" dirty="0">
                <a:solidFill>
                  <a:schemeClr val="accent6"/>
                </a:solidFill>
              </a:rPr>
              <a:t>logt</a:t>
            </a:r>
            <a:r>
              <a:rPr lang="en-US" sz="2400" i="1" dirty="0">
                <a:solidFill>
                  <a:schemeClr val="tx1"/>
                </a:solidFill>
              </a:rPr>
              <a:t> om 9 uur </a:t>
            </a:r>
            <a:r>
              <a:rPr lang="en-US" sz="2400" b="1" i="1" dirty="0">
                <a:solidFill>
                  <a:schemeClr val="accent1"/>
                </a:solidFill>
              </a:rPr>
              <a:t>in</a:t>
            </a:r>
            <a:r>
              <a:rPr lang="en-US" sz="2400" i="1" dirty="0">
                <a:solidFill>
                  <a:schemeClr val="tx1"/>
                </a:solidFill>
              </a:rPr>
              <a:t>.</a:t>
            </a:r>
            <a:endParaRPr lang="en-US" sz="2400" dirty="0"/>
          </a:p>
        </p:txBody>
      </p:sp>
      <p:sp>
        <p:nvSpPr>
          <p:cNvPr id="25" name="Shape 18"/>
          <p:cNvSpPr/>
          <p:nvPr/>
        </p:nvSpPr>
        <p:spPr>
          <a:xfrm>
            <a:off x="4846320" y="5257800"/>
            <a:ext cx="6793992" cy="1005840"/>
          </a:xfrm>
          <a:prstGeom prst="roundRect">
            <a:avLst>
              <a:gd name="adj" fmla="val 7273"/>
            </a:avLst>
          </a:prstGeom>
          <a:solidFill>
            <a:schemeClr val="accent1">
              <a:alpha val="15000"/>
            </a:schemeClr>
          </a:solidFill>
          <a:ln w="15875">
            <a:solidFill>
              <a:srgbClr val="D9700F"/>
            </a:solidFill>
            <a:prstDash val="solid"/>
          </a:ln>
        </p:spPr>
      </p:sp>
      <p:pic>
        <p:nvPicPr>
          <p:cNvPr id="26" name="Image 4" descr="thinking face">    </p:cNvPr>
          <p:cNvPicPr>
            <a:picLocks noChangeAspect="1"/>
          </p:cNvPicPr>
          <p:nvPr/>
        </p:nvPicPr>
        <p:blipFill>
          <a:blip r:embed="rId5"/>
          <a:stretch>
            <a:fillRect/>
          </a:stretch>
        </p:blipFill>
        <p:spPr>
          <a:xfrm>
            <a:off x="4983480" y="5394960"/>
            <a:ext cx="731520" cy="731520"/>
          </a:xfrm>
          <a:prstGeom prst="rect">
            <a:avLst/>
          </a:prstGeom>
        </p:spPr>
      </p:pic>
      <p:sp>
        <p:nvSpPr>
          <p:cNvPr id="27" name="Text 19"/>
          <p:cNvSpPr txBox="1"/>
          <p:nvPr/>
        </p:nvSpPr>
        <p:spPr>
          <a:xfrm>
            <a:off x="5852160" y="5257800"/>
            <a:ext cx="5669280" cy="1005840"/>
          </a:xfrm>
          <a:prstGeom prst="rect">
            <a:avLst/>
          </a:prstGeom>
          <a:noFill/>
          <a:ln/>
        </p:spPr>
        <p:txBody>
          <a:bodyPr wrap="square" lIns="0" tIns="0" rIns="0" bIns="0" rtlCol="0" anchor="ctr"/>
          <a:lstStyle/>
          <a:p>
            <a:pPr algn="l" indent="0" marL="0">
              <a:buNone/>
            </a:pPr>
            <a:r>
              <a:rPr lang="en-US" sz="2000" b="1" dirty="0">
                <a:solidFill>
                  <a:schemeClr val="tx1"/>
                </a:solidFill>
              </a:rPr>
              <a:t>Que remarquez-vous ? Où va le petit mot ?</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Un verbe en deux morceaux</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600200"/>
            <a:ext cx="1554480" cy="868680"/>
          </a:xfrm>
          <a:prstGeom prst="roundRect">
            <a:avLst>
              <a:gd name="adj" fmla="val 15789"/>
            </a:avLst>
          </a:prstGeom>
          <a:solidFill>
            <a:schemeClr val="accent1"/>
          </a:solidFill>
          <a:ln w="12700">
            <a:solidFill>
              <a:srgbClr val="FFFFFF">
                <a:alpha val="0"/>
              </a:srgbClr>
            </a:solidFill>
            <a:prstDash val="solid"/>
          </a:ln>
        </p:spPr>
      </p:sp>
      <p:sp>
        <p:nvSpPr>
          <p:cNvPr id="6" name="Text 3"/>
          <p:cNvSpPr txBox="1"/>
          <p:nvPr/>
        </p:nvSpPr>
        <p:spPr>
          <a:xfrm>
            <a:off x="548640" y="1600200"/>
            <a:ext cx="1554480" cy="86868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schoon</a:t>
            </a:r>
            <a:endParaRPr lang="en-US" sz="2400" dirty="0"/>
          </a:p>
        </p:txBody>
      </p:sp>
      <p:sp>
        <p:nvSpPr>
          <p:cNvPr id="7" name="Text 4"/>
          <p:cNvSpPr txBox="1"/>
          <p:nvPr/>
        </p:nvSpPr>
        <p:spPr>
          <a:xfrm>
            <a:off x="2103120" y="1600200"/>
            <a:ext cx="411480" cy="868680"/>
          </a:xfrm>
          <a:prstGeom prst="rect">
            <a:avLst/>
          </a:prstGeom>
          <a:noFill/>
          <a:ln/>
        </p:spPr>
        <p:txBody>
          <a:bodyPr wrap="square" lIns="0" tIns="0" rIns="0" bIns="0" rtlCol="0" anchor="ctr"/>
          <a:lstStyle/>
          <a:p>
            <a:pPr algn="ctr" indent="0" marL="0">
              <a:buNone/>
            </a:pPr>
            <a:r>
              <a:rPr lang="en-US" sz="2800" b="1" dirty="0">
                <a:solidFill>
                  <a:schemeClr val="accent5"/>
                </a:solidFill>
              </a:rPr>
              <a:t>+</a:t>
            </a:r>
            <a:endParaRPr lang="en-US" sz="2800" dirty="0"/>
          </a:p>
        </p:txBody>
      </p:sp>
      <p:sp>
        <p:nvSpPr>
          <p:cNvPr id="8" name="Shape 5"/>
          <p:cNvSpPr/>
          <p:nvPr/>
        </p:nvSpPr>
        <p:spPr>
          <a:xfrm>
            <a:off x="2514600" y="1600200"/>
            <a:ext cx="1463040" cy="868680"/>
          </a:xfrm>
          <a:prstGeom prst="roundRect">
            <a:avLst>
              <a:gd name="adj" fmla="val 15789"/>
            </a:avLst>
          </a:prstGeom>
          <a:solidFill>
            <a:schemeClr val="accent6"/>
          </a:solidFill>
          <a:ln w="12700">
            <a:solidFill>
              <a:srgbClr val="FFFFFF">
                <a:alpha val="0"/>
              </a:srgbClr>
            </a:solidFill>
            <a:prstDash val="solid"/>
          </a:ln>
        </p:spPr>
      </p:sp>
      <p:sp>
        <p:nvSpPr>
          <p:cNvPr id="9" name="Text 6"/>
          <p:cNvSpPr txBox="1"/>
          <p:nvPr/>
        </p:nvSpPr>
        <p:spPr>
          <a:xfrm>
            <a:off x="2514600" y="1600200"/>
            <a:ext cx="1463040" cy="86868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maken</a:t>
            </a:r>
            <a:endParaRPr lang="en-US" sz="2400" dirty="0"/>
          </a:p>
        </p:txBody>
      </p:sp>
      <p:pic>
        <p:nvPicPr>
          <p:cNvPr id="10" name="Image 0" descr="broom">    </p:cNvPr>
          <p:cNvPicPr>
            <a:picLocks noChangeAspect="1"/>
          </p:cNvPicPr>
          <p:nvPr/>
        </p:nvPicPr>
        <p:blipFill>
          <a:blip r:embed="rId1"/>
          <a:stretch>
            <a:fillRect/>
          </a:stretch>
        </p:blipFill>
        <p:spPr>
          <a:xfrm>
            <a:off x="4251960" y="1645920"/>
            <a:ext cx="777240" cy="777240"/>
          </a:xfrm>
          <a:prstGeom prst="rect">
            <a:avLst/>
          </a:prstGeom>
        </p:spPr>
      </p:pic>
      <p:sp>
        <p:nvSpPr>
          <p:cNvPr id="11" name="Text 7"/>
          <p:cNvSpPr txBox="1"/>
          <p:nvPr/>
        </p:nvSpPr>
        <p:spPr>
          <a:xfrm>
            <a:off x="548640" y="2514600"/>
            <a:ext cx="5303520" cy="457200"/>
          </a:xfrm>
          <a:prstGeom prst="rect">
            <a:avLst/>
          </a:prstGeom>
          <a:noFill/>
          <a:ln/>
        </p:spPr>
        <p:txBody>
          <a:bodyPr wrap="square" lIns="0" tIns="0" rIns="0" bIns="0" rtlCol="0" anchor="t"/>
          <a:lstStyle/>
          <a:p>
            <a:pPr algn="l" indent="0" marL="0">
              <a:buNone/>
            </a:pPr>
            <a:r>
              <a:rPr lang="en-US" sz="1800" dirty="0">
                <a:solidFill>
                  <a:schemeClr val="tx2"/>
                </a:solidFill>
              </a:rPr>
              <a:t>= </a:t>
            </a:r>
            <a:r>
              <a:rPr lang="en-US" sz="1800" b="1" i="1" dirty="0">
                <a:solidFill>
                  <a:schemeClr val="tx2"/>
                </a:solidFill>
              </a:rPr>
              <a:t>schoonmaken</a:t>
            </a:r>
            <a:r>
              <a:rPr lang="en-US" sz="1800" dirty="0">
                <a:solidFill>
                  <a:schemeClr val="tx2"/>
                </a:solidFill>
              </a:rPr>
              <a:t> (nettoyer)</a:t>
            </a:r>
            <a:endParaRPr lang="en-US" sz="1800" dirty="0"/>
          </a:p>
        </p:txBody>
      </p:sp>
      <p:sp>
        <p:nvSpPr>
          <p:cNvPr id="12" name="Shape 8"/>
          <p:cNvSpPr/>
          <p:nvPr/>
        </p:nvSpPr>
        <p:spPr>
          <a:xfrm>
            <a:off x="6217920" y="1600200"/>
            <a:ext cx="1554480" cy="868680"/>
          </a:xfrm>
          <a:prstGeom prst="roundRect">
            <a:avLst>
              <a:gd name="adj" fmla="val 15789"/>
            </a:avLst>
          </a:prstGeom>
          <a:solidFill>
            <a:schemeClr val="accent1"/>
          </a:solidFill>
          <a:ln w="12700">
            <a:solidFill>
              <a:srgbClr val="FFFFFF">
                <a:alpha val="0"/>
              </a:srgbClr>
            </a:solidFill>
            <a:prstDash val="solid"/>
          </a:ln>
        </p:spPr>
      </p:sp>
      <p:sp>
        <p:nvSpPr>
          <p:cNvPr id="13" name="Text 9"/>
          <p:cNvSpPr txBox="1"/>
          <p:nvPr/>
        </p:nvSpPr>
        <p:spPr>
          <a:xfrm>
            <a:off x="6217920" y="1600200"/>
            <a:ext cx="1554480" cy="86868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weg</a:t>
            </a:r>
            <a:endParaRPr lang="en-US" sz="2400" dirty="0"/>
          </a:p>
        </p:txBody>
      </p:sp>
      <p:sp>
        <p:nvSpPr>
          <p:cNvPr id="14" name="Text 10"/>
          <p:cNvSpPr txBox="1"/>
          <p:nvPr/>
        </p:nvSpPr>
        <p:spPr>
          <a:xfrm>
            <a:off x="7772400" y="1600200"/>
            <a:ext cx="411480" cy="868680"/>
          </a:xfrm>
          <a:prstGeom prst="rect">
            <a:avLst/>
          </a:prstGeom>
          <a:noFill/>
          <a:ln/>
        </p:spPr>
        <p:txBody>
          <a:bodyPr wrap="square" lIns="0" tIns="0" rIns="0" bIns="0" rtlCol="0" anchor="ctr"/>
          <a:lstStyle/>
          <a:p>
            <a:pPr algn="ctr" indent="0" marL="0">
              <a:buNone/>
            </a:pPr>
            <a:r>
              <a:rPr lang="en-US" sz="2800" b="1" dirty="0">
                <a:solidFill>
                  <a:schemeClr val="accent5"/>
                </a:solidFill>
              </a:rPr>
              <a:t>+</a:t>
            </a:r>
            <a:endParaRPr lang="en-US" sz="2800" dirty="0"/>
          </a:p>
        </p:txBody>
      </p:sp>
      <p:sp>
        <p:nvSpPr>
          <p:cNvPr id="15" name="Shape 11"/>
          <p:cNvSpPr/>
          <p:nvPr/>
        </p:nvSpPr>
        <p:spPr>
          <a:xfrm>
            <a:off x="8183880" y="1600200"/>
            <a:ext cx="1463040" cy="868680"/>
          </a:xfrm>
          <a:prstGeom prst="roundRect">
            <a:avLst>
              <a:gd name="adj" fmla="val 15789"/>
            </a:avLst>
          </a:prstGeom>
          <a:solidFill>
            <a:schemeClr val="accent6"/>
          </a:solidFill>
          <a:ln w="12700">
            <a:solidFill>
              <a:srgbClr val="FFFFFF">
                <a:alpha val="0"/>
              </a:srgbClr>
            </a:solidFill>
            <a:prstDash val="solid"/>
          </a:ln>
        </p:spPr>
      </p:sp>
      <p:sp>
        <p:nvSpPr>
          <p:cNvPr id="16" name="Text 12"/>
          <p:cNvSpPr txBox="1"/>
          <p:nvPr/>
        </p:nvSpPr>
        <p:spPr>
          <a:xfrm>
            <a:off x="8183880" y="1600200"/>
            <a:ext cx="1463040" cy="86868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gaan</a:t>
            </a:r>
            <a:endParaRPr lang="en-US" sz="2400" dirty="0"/>
          </a:p>
        </p:txBody>
      </p:sp>
      <p:pic>
        <p:nvPicPr>
          <p:cNvPr id="17" name="Image 1" descr="person walking">    </p:cNvPr>
          <p:cNvPicPr>
            <a:picLocks noChangeAspect="1"/>
          </p:cNvPicPr>
          <p:nvPr/>
        </p:nvPicPr>
        <p:blipFill>
          <a:blip r:embed="rId2"/>
          <a:stretch>
            <a:fillRect/>
          </a:stretch>
        </p:blipFill>
        <p:spPr>
          <a:xfrm>
            <a:off x="9921240" y="1645920"/>
            <a:ext cx="777240" cy="777240"/>
          </a:xfrm>
          <a:prstGeom prst="rect">
            <a:avLst/>
          </a:prstGeom>
        </p:spPr>
      </p:pic>
      <p:sp>
        <p:nvSpPr>
          <p:cNvPr id="18" name="Text 13"/>
          <p:cNvSpPr txBox="1"/>
          <p:nvPr/>
        </p:nvSpPr>
        <p:spPr>
          <a:xfrm>
            <a:off x="6217920" y="2514600"/>
            <a:ext cx="5303520" cy="457200"/>
          </a:xfrm>
          <a:prstGeom prst="rect">
            <a:avLst/>
          </a:prstGeom>
          <a:noFill/>
          <a:ln/>
        </p:spPr>
        <p:txBody>
          <a:bodyPr wrap="square" lIns="0" tIns="0" rIns="0" bIns="0" rtlCol="0" anchor="t"/>
          <a:lstStyle/>
          <a:p>
            <a:pPr algn="l" indent="0" marL="0">
              <a:buNone/>
            </a:pPr>
            <a:r>
              <a:rPr lang="en-US" sz="1800" dirty="0">
                <a:solidFill>
                  <a:schemeClr val="tx2"/>
                </a:solidFill>
              </a:rPr>
              <a:t>= </a:t>
            </a:r>
            <a:r>
              <a:rPr lang="en-US" sz="1800" b="1" i="1" dirty="0">
                <a:solidFill>
                  <a:schemeClr val="tx2"/>
                </a:solidFill>
              </a:rPr>
              <a:t>weggaan</a:t>
            </a:r>
            <a:r>
              <a:rPr lang="en-US" sz="1800" dirty="0">
                <a:solidFill>
                  <a:schemeClr val="tx2"/>
                </a:solidFill>
              </a:rPr>
              <a:t> (partir)</a:t>
            </a:r>
            <a:endParaRPr lang="en-US" sz="1800" dirty="0"/>
          </a:p>
        </p:txBody>
      </p:sp>
      <p:sp>
        <p:nvSpPr>
          <p:cNvPr id="19" name="Text 14"/>
          <p:cNvSpPr txBox="1"/>
          <p:nvPr/>
        </p:nvSpPr>
        <p:spPr>
          <a:xfrm>
            <a:off x="548640" y="3154680"/>
            <a:ext cx="7315200" cy="320040"/>
          </a:xfrm>
          <a:prstGeom prst="rect">
            <a:avLst/>
          </a:prstGeom>
          <a:noFill/>
          <a:ln/>
        </p:spPr>
        <p:txBody>
          <a:bodyPr wrap="square" lIns="0" tIns="0" rIns="0" bIns="0" rtlCol="0" anchor="t"/>
          <a:lstStyle/>
          <a:p>
            <a:pPr algn="l" indent="0" marL="0">
              <a:buNone/>
            </a:pPr>
            <a:r>
              <a:rPr lang="en-US" sz="1300" b="1" spc="200" kern="0" dirty="0">
                <a:solidFill>
                  <a:schemeClr val="accent5"/>
                </a:solidFill>
              </a:rPr>
              <a:t>LA PARTICULE PEUT ÊTRE…</a:t>
            </a:r>
            <a:endParaRPr lang="en-US" sz="1300" dirty="0"/>
          </a:p>
        </p:txBody>
      </p:sp>
      <p:sp>
        <p:nvSpPr>
          <p:cNvPr id="20" name="Shape 15"/>
          <p:cNvSpPr/>
          <p:nvPr/>
        </p:nvSpPr>
        <p:spPr>
          <a:xfrm>
            <a:off x="548640" y="3566160"/>
            <a:ext cx="2606040" cy="2697480"/>
          </a:xfrm>
          <a:prstGeom prst="roundRect">
            <a:avLst>
              <a:gd name="adj" fmla="val 2807"/>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1" name="Image 2" descr="handshake">    </p:cNvPr>
          <p:cNvPicPr>
            <a:picLocks noChangeAspect="1"/>
          </p:cNvPicPr>
          <p:nvPr/>
        </p:nvPicPr>
        <p:blipFill>
          <a:blip r:embed="rId3"/>
          <a:stretch>
            <a:fillRect/>
          </a:stretch>
        </p:blipFill>
        <p:spPr>
          <a:xfrm>
            <a:off x="1417320" y="3703320"/>
            <a:ext cx="868680" cy="868680"/>
          </a:xfrm>
          <a:prstGeom prst="rect">
            <a:avLst/>
          </a:prstGeom>
        </p:spPr>
      </p:pic>
      <p:sp>
        <p:nvSpPr>
          <p:cNvPr id="22" name="Text 16"/>
          <p:cNvSpPr txBox="1"/>
          <p:nvPr/>
        </p:nvSpPr>
        <p:spPr>
          <a:xfrm>
            <a:off x="548640" y="4663440"/>
            <a:ext cx="2606040" cy="548640"/>
          </a:xfrm>
          <a:prstGeom prst="rect">
            <a:avLst/>
          </a:prstGeom>
          <a:noFill/>
          <a:ln/>
        </p:spPr>
        <p:txBody>
          <a:bodyPr wrap="square" lIns="0" tIns="0" rIns="0" bIns="0" rtlCol="0" anchor="ctr"/>
          <a:lstStyle/>
          <a:p>
            <a:pPr algn="ctr" indent="0" marL="0">
              <a:buNone/>
            </a:pPr>
            <a:r>
              <a:rPr lang="en-US" sz="2200" b="1" i="1" dirty="0">
                <a:solidFill>
                  <a:schemeClr val="accent1"/>
                </a:solidFill>
                <a:latin typeface="+mj-lt" pitchFamily="34" charset="0"/>
                <a:ea typeface="+mj-lt" pitchFamily="34" charset="-122"/>
                <a:cs typeface="+mj-lt" pitchFamily="34" charset="-120"/>
              </a:rPr>
              <a:t>samen</a:t>
            </a:r>
            <a:r>
              <a:rPr lang="en-US" sz="2200" b="1" i="1" dirty="0">
                <a:solidFill>
                  <a:schemeClr val="tx1"/>
                </a:solidFill>
                <a:latin typeface="+mj-lt" pitchFamily="34" charset="0"/>
                <a:ea typeface="+mj-lt" pitchFamily="34" charset="-122"/>
                <a:cs typeface="+mj-lt" pitchFamily="34" charset="-120"/>
              </a:rPr>
              <a:t>werken</a:t>
            </a:r>
            <a:endParaRPr lang="en-US" sz="2200" dirty="0"/>
          </a:p>
        </p:txBody>
      </p:sp>
      <p:sp>
        <p:nvSpPr>
          <p:cNvPr id="23" name="Text 17"/>
          <p:cNvSpPr txBox="1"/>
          <p:nvPr/>
        </p:nvSpPr>
        <p:spPr>
          <a:xfrm>
            <a:off x="548640" y="5212080"/>
            <a:ext cx="2606040" cy="365760"/>
          </a:xfrm>
          <a:prstGeom prst="rect">
            <a:avLst/>
          </a:prstGeom>
          <a:noFill/>
          <a:ln/>
        </p:spPr>
        <p:txBody>
          <a:bodyPr wrap="square" lIns="0" tIns="0" rIns="0" bIns="0" rtlCol="0" anchor="t"/>
          <a:lstStyle/>
          <a:p>
            <a:pPr algn="ctr" indent="0" marL="0">
              <a:buNone/>
            </a:pPr>
            <a:r>
              <a:rPr lang="en-US" sz="1400" i="1" dirty="0">
                <a:solidFill>
                  <a:schemeClr val="accent5"/>
                </a:solidFill>
              </a:rPr>
              <a:t>collaborer</a:t>
            </a:r>
            <a:endParaRPr lang="en-US" sz="1400" dirty="0"/>
          </a:p>
        </p:txBody>
      </p:sp>
      <p:sp>
        <p:nvSpPr>
          <p:cNvPr id="24" name="tag"/>
          <p:cNvSpPr/>
          <p:nvPr/>
        </p:nvSpPr>
        <p:spPr>
          <a:xfrm>
            <a:off x="1129284" y="5715000"/>
            <a:ext cx="1444752"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un adverbe</a:t>
            </a:r>
            <a:endParaRPr lang="en-US" sz="1200" dirty="0"/>
          </a:p>
        </p:txBody>
      </p:sp>
      <p:sp>
        <p:nvSpPr>
          <p:cNvPr id="25" name="Shape 19"/>
          <p:cNvSpPr/>
          <p:nvPr/>
        </p:nvSpPr>
        <p:spPr>
          <a:xfrm>
            <a:off x="3383280" y="3566160"/>
            <a:ext cx="2606040" cy="2697480"/>
          </a:xfrm>
          <a:prstGeom prst="roundRect">
            <a:avLst>
              <a:gd name="adj" fmla="val 2807"/>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6" name="Image 3" descr="cookie">    </p:cNvPr>
          <p:cNvPicPr>
            <a:picLocks noChangeAspect="1"/>
          </p:cNvPicPr>
          <p:nvPr/>
        </p:nvPicPr>
        <p:blipFill>
          <a:blip r:embed="rId4"/>
          <a:stretch>
            <a:fillRect/>
          </a:stretch>
        </p:blipFill>
        <p:spPr>
          <a:xfrm>
            <a:off x="4251960" y="3703320"/>
            <a:ext cx="868680" cy="868680"/>
          </a:xfrm>
          <a:prstGeom prst="rect">
            <a:avLst/>
          </a:prstGeom>
        </p:spPr>
      </p:pic>
      <p:sp>
        <p:nvSpPr>
          <p:cNvPr id="27" name="Text 20"/>
          <p:cNvSpPr txBox="1"/>
          <p:nvPr/>
        </p:nvSpPr>
        <p:spPr>
          <a:xfrm>
            <a:off x="3383280" y="4663440"/>
            <a:ext cx="2606040" cy="548640"/>
          </a:xfrm>
          <a:prstGeom prst="rect">
            <a:avLst/>
          </a:prstGeom>
          <a:noFill/>
          <a:ln/>
        </p:spPr>
        <p:txBody>
          <a:bodyPr wrap="square" lIns="0" tIns="0" rIns="0" bIns="0" rtlCol="0" anchor="ctr"/>
          <a:lstStyle/>
          <a:p>
            <a:pPr algn="ctr" indent="0" marL="0">
              <a:buNone/>
            </a:pPr>
            <a:r>
              <a:rPr lang="en-US" sz="2200" b="1" i="1" dirty="0">
                <a:solidFill>
                  <a:schemeClr val="accent1"/>
                </a:solidFill>
                <a:latin typeface="+mj-lt" pitchFamily="34" charset="0"/>
                <a:ea typeface="+mj-lt" pitchFamily="34" charset="-122"/>
                <a:cs typeface="+mj-lt" pitchFamily="34" charset="-120"/>
              </a:rPr>
              <a:t>op</a:t>
            </a:r>
            <a:r>
              <a:rPr lang="en-US" sz="2200" b="1" i="1" dirty="0">
                <a:solidFill>
                  <a:schemeClr val="tx1"/>
                </a:solidFill>
                <a:latin typeface="+mj-lt" pitchFamily="34" charset="0"/>
                <a:ea typeface="+mj-lt" pitchFamily="34" charset="-122"/>
                <a:cs typeface="+mj-lt" pitchFamily="34" charset="-120"/>
              </a:rPr>
              <a:t>eten</a:t>
            </a:r>
            <a:endParaRPr lang="en-US" sz="2200" dirty="0"/>
          </a:p>
        </p:txBody>
      </p:sp>
      <p:sp>
        <p:nvSpPr>
          <p:cNvPr id="28" name="Text 21"/>
          <p:cNvSpPr txBox="1"/>
          <p:nvPr/>
        </p:nvSpPr>
        <p:spPr>
          <a:xfrm>
            <a:off x="3383280" y="5212080"/>
            <a:ext cx="2606040" cy="365760"/>
          </a:xfrm>
          <a:prstGeom prst="rect">
            <a:avLst/>
          </a:prstGeom>
          <a:noFill/>
          <a:ln/>
        </p:spPr>
        <p:txBody>
          <a:bodyPr wrap="square" lIns="0" tIns="0" rIns="0" bIns="0" rtlCol="0" anchor="t"/>
          <a:lstStyle/>
          <a:p>
            <a:pPr algn="ctr" indent="0" marL="0">
              <a:buNone/>
            </a:pPr>
            <a:r>
              <a:rPr lang="en-US" sz="1400" i="1" dirty="0">
                <a:solidFill>
                  <a:schemeClr val="accent5"/>
                </a:solidFill>
              </a:rPr>
              <a:t>manger tout</a:t>
            </a:r>
            <a:endParaRPr lang="en-US" sz="1400" dirty="0"/>
          </a:p>
        </p:txBody>
      </p:sp>
      <p:sp>
        <p:nvSpPr>
          <p:cNvPr id="29" name="tag"/>
          <p:cNvSpPr/>
          <p:nvPr/>
        </p:nvSpPr>
        <p:spPr>
          <a:xfrm>
            <a:off x="3694176" y="5715000"/>
            <a:ext cx="2093976"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une préposition</a:t>
            </a:r>
            <a:endParaRPr lang="en-US" sz="1200" dirty="0"/>
          </a:p>
        </p:txBody>
      </p:sp>
      <p:sp>
        <p:nvSpPr>
          <p:cNvPr id="30" name="Shape 23"/>
          <p:cNvSpPr/>
          <p:nvPr/>
        </p:nvSpPr>
        <p:spPr>
          <a:xfrm>
            <a:off x="6217920" y="3566160"/>
            <a:ext cx="2606040" cy="2697480"/>
          </a:xfrm>
          <a:prstGeom prst="roundRect">
            <a:avLst>
              <a:gd name="adj" fmla="val 2807"/>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31" name="Image 4" descr="horse">    </p:cNvPr>
          <p:cNvPicPr>
            <a:picLocks noChangeAspect="1"/>
          </p:cNvPicPr>
          <p:nvPr/>
        </p:nvPicPr>
        <p:blipFill>
          <a:blip r:embed="rId5"/>
          <a:stretch>
            <a:fillRect/>
          </a:stretch>
        </p:blipFill>
        <p:spPr>
          <a:xfrm>
            <a:off x="7086600" y="3703320"/>
            <a:ext cx="868680" cy="868680"/>
          </a:xfrm>
          <a:prstGeom prst="rect">
            <a:avLst/>
          </a:prstGeom>
        </p:spPr>
      </p:pic>
      <p:sp>
        <p:nvSpPr>
          <p:cNvPr id="32" name="Text 24"/>
          <p:cNvSpPr txBox="1"/>
          <p:nvPr/>
        </p:nvSpPr>
        <p:spPr>
          <a:xfrm>
            <a:off x="6217920" y="4663440"/>
            <a:ext cx="2606040" cy="548640"/>
          </a:xfrm>
          <a:prstGeom prst="rect">
            <a:avLst/>
          </a:prstGeom>
          <a:noFill/>
          <a:ln/>
        </p:spPr>
        <p:txBody>
          <a:bodyPr wrap="square" lIns="0" tIns="0" rIns="0" bIns="0" rtlCol="0" anchor="ctr"/>
          <a:lstStyle/>
          <a:p>
            <a:pPr algn="ctr" indent="0" marL="0">
              <a:buNone/>
            </a:pPr>
            <a:r>
              <a:rPr lang="en-US" sz="2200" b="1" i="1" dirty="0">
                <a:solidFill>
                  <a:schemeClr val="accent1"/>
                </a:solidFill>
                <a:latin typeface="+mj-lt" pitchFamily="34" charset="0"/>
                <a:ea typeface="+mj-lt" pitchFamily="34" charset="-122"/>
                <a:cs typeface="+mj-lt" pitchFamily="34" charset="-120"/>
              </a:rPr>
              <a:t>paard</a:t>
            </a:r>
            <a:r>
              <a:rPr lang="en-US" sz="2200" b="1" i="1" dirty="0">
                <a:solidFill>
                  <a:schemeClr val="tx1"/>
                </a:solidFill>
                <a:latin typeface="+mj-lt" pitchFamily="34" charset="0"/>
                <a:ea typeface="+mj-lt" pitchFamily="34" charset="-122"/>
                <a:cs typeface="+mj-lt" pitchFamily="34" charset="-120"/>
              </a:rPr>
              <a:t>rijden</a:t>
            </a:r>
            <a:endParaRPr lang="en-US" sz="2200" dirty="0"/>
          </a:p>
        </p:txBody>
      </p:sp>
      <p:sp>
        <p:nvSpPr>
          <p:cNvPr id="33" name="Text 25"/>
          <p:cNvSpPr txBox="1"/>
          <p:nvPr/>
        </p:nvSpPr>
        <p:spPr>
          <a:xfrm>
            <a:off x="6217920" y="5212080"/>
            <a:ext cx="2606040" cy="365760"/>
          </a:xfrm>
          <a:prstGeom prst="rect">
            <a:avLst/>
          </a:prstGeom>
          <a:noFill/>
          <a:ln/>
        </p:spPr>
        <p:txBody>
          <a:bodyPr wrap="square" lIns="0" tIns="0" rIns="0" bIns="0" rtlCol="0" anchor="t"/>
          <a:lstStyle/>
          <a:p>
            <a:pPr algn="ctr" indent="0" marL="0">
              <a:buNone/>
            </a:pPr>
            <a:r>
              <a:rPr lang="en-US" sz="1400" i="1" dirty="0">
                <a:solidFill>
                  <a:schemeClr val="accent5"/>
                </a:solidFill>
              </a:rPr>
              <a:t>faire du cheval</a:t>
            </a:r>
            <a:endParaRPr lang="en-US" sz="1400" dirty="0"/>
          </a:p>
        </p:txBody>
      </p:sp>
      <p:sp>
        <p:nvSpPr>
          <p:cNvPr id="34" name="tag"/>
          <p:cNvSpPr/>
          <p:nvPr/>
        </p:nvSpPr>
        <p:spPr>
          <a:xfrm>
            <a:off x="7014362" y="5715000"/>
            <a:ext cx="1013155"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un nom</a:t>
            </a:r>
            <a:endParaRPr lang="en-US" sz="1200" dirty="0"/>
          </a:p>
        </p:txBody>
      </p:sp>
      <p:sp>
        <p:nvSpPr>
          <p:cNvPr id="35" name="Shape 27"/>
          <p:cNvSpPr/>
          <p:nvPr/>
        </p:nvSpPr>
        <p:spPr>
          <a:xfrm>
            <a:off x="9052560" y="3566160"/>
            <a:ext cx="2606040" cy="2697480"/>
          </a:xfrm>
          <a:prstGeom prst="roundRect">
            <a:avLst>
              <a:gd name="adj" fmla="val 2807"/>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36" name="Image 5" descr="door">    </p:cNvPr>
          <p:cNvPicPr>
            <a:picLocks noChangeAspect="1"/>
          </p:cNvPicPr>
          <p:nvPr/>
        </p:nvPicPr>
        <p:blipFill>
          <a:blip r:embed="rId6"/>
          <a:stretch>
            <a:fillRect/>
          </a:stretch>
        </p:blipFill>
        <p:spPr>
          <a:xfrm>
            <a:off x="9921240" y="3703320"/>
            <a:ext cx="868680" cy="868680"/>
          </a:xfrm>
          <a:prstGeom prst="rect">
            <a:avLst/>
          </a:prstGeom>
        </p:spPr>
      </p:pic>
      <p:sp>
        <p:nvSpPr>
          <p:cNvPr id="37" name="Text 28"/>
          <p:cNvSpPr txBox="1"/>
          <p:nvPr/>
        </p:nvSpPr>
        <p:spPr>
          <a:xfrm>
            <a:off x="9052560" y="4663440"/>
            <a:ext cx="2606040" cy="548640"/>
          </a:xfrm>
          <a:prstGeom prst="rect">
            <a:avLst/>
          </a:prstGeom>
          <a:noFill/>
          <a:ln/>
        </p:spPr>
        <p:txBody>
          <a:bodyPr wrap="square" lIns="0" tIns="0" rIns="0" bIns="0" rtlCol="0" anchor="ctr"/>
          <a:lstStyle/>
          <a:p>
            <a:pPr algn="ctr" indent="0" marL="0">
              <a:buNone/>
            </a:pPr>
            <a:r>
              <a:rPr lang="en-US" sz="2200" b="1" i="1" dirty="0">
                <a:solidFill>
                  <a:schemeClr val="accent1"/>
                </a:solidFill>
                <a:latin typeface="+mj-lt" pitchFamily="34" charset="0"/>
                <a:ea typeface="+mj-lt" pitchFamily="34" charset="-122"/>
                <a:cs typeface="+mj-lt" pitchFamily="34" charset="-120"/>
              </a:rPr>
              <a:t>open</a:t>
            </a:r>
            <a:r>
              <a:rPr lang="en-US" sz="2200" b="1" i="1" dirty="0">
                <a:solidFill>
                  <a:schemeClr val="tx1"/>
                </a:solidFill>
                <a:latin typeface="+mj-lt" pitchFamily="34" charset="0"/>
                <a:ea typeface="+mj-lt" pitchFamily="34" charset="-122"/>
                <a:cs typeface="+mj-lt" pitchFamily="34" charset="-120"/>
              </a:rPr>
              <a:t>doen</a:t>
            </a:r>
            <a:endParaRPr lang="en-US" sz="2200" dirty="0"/>
          </a:p>
        </p:txBody>
      </p:sp>
      <p:sp>
        <p:nvSpPr>
          <p:cNvPr id="38" name="Text 29"/>
          <p:cNvSpPr txBox="1"/>
          <p:nvPr/>
        </p:nvSpPr>
        <p:spPr>
          <a:xfrm>
            <a:off x="9052560" y="5212080"/>
            <a:ext cx="2606040" cy="365760"/>
          </a:xfrm>
          <a:prstGeom prst="rect">
            <a:avLst/>
          </a:prstGeom>
          <a:noFill/>
          <a:ln/>
        </p:spPr>
        <p:txBody>
          <a:bodyPr wrap="square" lIns="0" tIns="0" rIns="0" bIns="0" rtlCol="0" anchor="t"/>
          <a:lstStyle/>
          <a:p>
            <a:pPr algn="ctr" indent="0" marL="0">
              <a:buNone/>
            </a:pPr>
            <a:r>
              <a:rPr lang="en-US" sz="1400" i="1" dirty="0">
                <a:solidFill>
                  <a:schemeClr val="accent5"/>
                </a:solidFill>
              </a:rPr>
              <a:t>ouvrir</a:t>
            </a:r>
            <a:endParaRPr lang="en-US" sz="1400" dirty="0"/>
          </a:p>
        </p:txBody>
      </p:sp>
      <p:sp>
        <p:nvSpPr>
          <p:cNvPr id="39" name="tag"/>
          <p:cNvSpPr/>
          <p:nvPr/>
        </p:nvSpPr>
        <p:spPr>
          <a:xfrm>
            <a:off x="9579254" y="5715000"/>
            <a:ext cx="1552651"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un adjectif</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Au présent, la particule saute au bout</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3931920" y="1554480"/>
            <a:ext cx="457200" cy="457200"/>
          </a:xfrm>
          <a:prstGeom prst="ellipse">
            <a:avLst/>
          </a:prstGeom>
          <a:solidFill>
            <a:schemeClr val="accent6"/>
          </a:solidFill>
          <a:ln w="12700">
            <a:solidFill>
              <a:srgbClr val="FFFFFF">
                <a:alpha val="0"/>
              </a:srgbClr>
            </a:solidFill>
            <a:prstDash val="solid"/>
          </a:ln>
        </p:spPr>
      </p:sp>
      <p:sp>
        <p:nvSpPr>
          <p:cNvPr id="6" name="Text 3"/>
          <p:cNvSpPr txBox="1"/>
          <p:nvPr/>
        </p:nvSpPr>
        <p:spPr>
          <a:xfrm>
            <a:off x="393192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Shape 4"/>
          <p:cNvSpPr/>
          <p:nvPr/>
        </p:nvSpPr>
        <p:spPr>
          <a:xfrm>
            <a:off x="10744200" y="1554480"/>
            <a:ext cx="457200" cy="457200"/>
          </a:xfrm>
          <a:prstGeom prst="ellipse">
            <a:avLst/>
          </a:prstGeom>
          <a:solidFill>
            <a:schemeClr val="accent1"/>
          </a:solidFill>
          <a:ln w="12700">
            <a:solidFill>
              <a:srgbClr val="FFFFFF">
                <a:alpha val="0"/>
              </a:srgbClr>
            </a:solidFill>
            <a:prstDash val="solid"/>
          </a:ln>
        </p:spPr>
      </p:sp>
      <p:sp>
        <p:nvSpPr>
          <p:cNvPr id="8" name="Text 5"/>
          <p:cNvSpPr txBox="1"/>
          <p:nvPr/>
        </p:nvSpPr>
        <p:spPr>
          <a:xfrm>
            <a:off x="1074420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9" name="Text 6"/>
          <p:cNvSpPr txBox="1"/>
          <p:nvPr/>
        </p:nvSpPr>
        <p:spPr>
          <a:xfrm>
            <a:off x="548640" y="2148840"/>
            <a:ext cx="1828800" cy="777240"/>
          </a:xfrm>
          <a:prstGeom prst="rect">
            <a:avLst/>
          </a:prstGeom>
          <a:noFill/>
          <a:ln/>
        </p:spPr>
        <p:txBody>
          <a:bodyPr wrap="square" lIns="0" tIns="0" rIns="0" bIns="0" rtlCol="0" anchor="ctr"/>
          <a:lstStyle/>
          <a:p>
            <a:pPr algn="l" indent="0" marL="0">
              <a:buNone/>
            </a:pPr>
            <a:r>
              <a:rPr lang="en-US" sz="1800" b="1" i="1" dirty="0">
                <a:solidFill>
                  <a:schemeClr val="accent1"/>
                </a:solidFill>
              </a:rPr>
              <a:t>af</a:t>
            </a:r>
            <a:r>
              <a:rPr lang="en-US" sz="1800" b="1" i="1" dirty="0">
                <a:solidFill>
                  <a:schemeClr val="tx1"/>
                </a:solidFill>
              </a:rPr>
              <a:t>maken</a:t>
            </a:r>
            <a:endParaRPr lang="en-US" sz="1800" dirty="0"/>
          </a:p>
        </p:txBody>
      </p:sp>
      <p:sp>
        <p:nvSpPr>
          <p:cNvPr id="10" name="Shape 7"/>
          <p:cNvSpPr/>
          <p:nvPr/>
        </p:nvSpPr>
        <p:spPr>
          <a:xfrm>
            <a:off x="2468880" y="2194560"/>
            <a:ext cx="914400" cy="685800"/>
          </a:xfrm>
          <a:prstGeom prst="roundRect">
            <a:avLst>
              <a:gd name="adj" fmla="val 10667"/>
            </a:avLst>
          </a:prstGeom>
          <a:solidFill>
            <a:schemeClr val="bg1"/>
          </a:solidFill>
          <a:ln w="15875">
            <a:solidFill>
              <a:srgbClr val="D5DCE6"/>
            </a:solidFill>
            <a:prstDash val="solid"/>
          </a:ln>
        </p:spPr>
      </p:sp>
      <p:sp>
        <p:nvSpPr>
          <p:cNvPr id="11" name="Text 8"/>
          <p:cNvSpPr txBox="1"/>
          <p:nvPr/>
        </p:nvSpPr>
        <p:spPr>
          <a:xfrm>
            <a:off x="2468880" y="2194560"/>
            <a:ext cx="914400" cy="685800"/>
          </a:xfrm>
          <a:prstGeom prst="rect">
            <a:avLst/>
          </a:prstGeom>
          <a:noFill/>
          <a:ln/>
        </p:spPr>
        <p:txBody>
          <a:bodyPr wrap="square" lIns="0" tIns="0" rIns="0" bIns="0" rtlCol="0" anchor="ctr"/>
          <a:lstStyle/>
          <a:p>
            <a:pPr algn="ctr" indent="0" marL="0">
              <a:buNone/>
            </a:pPr>
            <a:r>
              <a:rPr lang="en-US" sz="2200" dirty="0">
                <a:solidFill>
                  <a:schemeClr val="tx1"/>
                </a:solidFill>
              </a:rPr>
              <a:t>Ik</a:t>
            </a:r>
            <a:endParaRPr lang="en-US" sz="2200" dirty="0"/>
          </a:p>
        </p:txBody>
      </p:sp>
      <p:sp>
        <p:nvSpPr>
          <p:cNvPr id="12" name="Shape 9"/>
          <p:cNvSpPr/>
          <p:nvPr/>
        </p:nvSpPr>
        <p:spPr>
          <a:xfrm>
            <a:off x="3474720" y="2194560"/>
            <a:ext cx="1371600" cy="685800"/>
          </a:xfrm>
          <a:prstGeom prst="roundRect">
            <a:avLst>
              <a:gd name="adj" fmla="val 10667"/>
            </a:avLst>
          </a:prstGeom>
          <a:solidFill>
            <a:srgbClr val="FBEDEB"/>
          </a:solidFill>
          <a:ln w="31750">
            <a:solidFill>
              <a:srgbClr val="B83227"/>
            </a:solidFill>
            <a:prstDash val="solid"/>
          </a:ln>
        </p:spPr>
      </p:sp>
      <p:sp>
        <p:nvSpPr>
          <p:cNvPr id="13" name="Text 10"/>
          <p:cNvSpPr txBox="1"/>
          <p:nvPr/>
        </p:nvSpPr>
        <p:spPr>
          <a:xfrm>
            <a:off x="3474720" y="2194560"/>
            <a:ext cx="1371600" cy="685800"/>
          </a:xfrm>
          <a:prstGeom prst="rect">
            <a:avLst/>
          </a:prstGeom>
          <a:noFill/>
          <a:ln/>
        </p:spPr>
        <p:txBody>
          <a:bodyPr wrap="square" lIns="0" tIns="0" rIns="0" bIns="0" rtlCol="0" anchor="ctr"/>
          <a:lstStyle/>
          <a:p>
            <a:pPr algn="ctr" indent="0" marL="0">
              <a:buNone/>
            </a:pPr>
            <a:r>
              <a:rPr lang="en-US" sz="2200" b="1" dirty="0">
                <a:solidFill>
                  <a:schemeClr val="accent6"/>
                </a:solidFill>
              </a:rPr>
              <a:t>maak</a:t>
            </a:r>
            <a:endParaRPr lang="en-US" sz="2200" dirty="0"/>
          </a:p>
        </p:txBody>
      </p:sp>
      <p:sp>
        <p:nvSpPr>
          <p:cNvPr id="14" name="Shape 11"/>
          <p:cNvSpPr/>
          <p:nvPr/>
        </p:nvSpPr>
        <p:spPr>
          <a:xfrm>
            <a:off x="4937760" y="2194560"/>
            <a:ext cx="5303520" cy="685800"/>
          </a:xfrm>
          <a:prstGeom prst="roundRect">
            <a:avLst>
              <a:gd name="adj" fmla="val 10667"/>
            </a:avLst>
          </a:prstGeom>
          <a:solidFill>
            <a:schemeClr val="bg1"/>
          </a:solidFill>
          <a:ln w="15875">
            <a:solidFill>
              <a:srgbClr val="D5DCE6"/>
            </a:solidFill>
            <a:prstDash val="solid"/>
          </a:ln>
        </p:spPr>
      </p:sp>
      <p:sp>
        <p:nvSpPr>
          <p:cNvPr id="15" name="Text 12"/>
          <p:cNvSpPr txBox="1"/>
          <p:nvPr/>
        </p:nvSpPr>
        <p:spPr>
          <a:xfrm>
            <a:off x="4937760" y="2194560"/>
            <a:ext cx="5303520" cy="685800"/>
          </a:xfrm>
          <a:prstGeom prst="rect">
            <a:avLst/>
          </a:prstGeom>
          <a:noFill/>
          <a:ln/>
        </p:spPr>
        <p:txBody>
          <a:bodyPr wrap="square" lIns="0" tIns="0" rIns="0" bIns="0" rtlCol="0" anchor="ctr"/>
          <a:lstStyle/>
          <a:p>
            <a:pPr algn="ctr" indent="0" marL="0">
              <a:buNone/>
            </a:pPr>
            <a:r>
              <a:rPr lang="en-US" sz="2200" dirty="0">
                <a:solidFill>
                  <a:schemeClr val="tx1"/>
                </a:solidFill>
              </a:rPr>
              <a:t>mijn oefeningen</a:t>
            </a:r>
            <a:endParaRPr lang="en-US" sz="2200" dirty="0"/>
          </a:p>
        </p:txBody>
      </p:sp>
      <p:sp>
        <p:nvSpPr>
          <p:cNvPr id="16" name="Shape 13"/>
          <p:cNvSpPr/>
          <p:nvPr/>
        </p:nvSpPr>
        <p:spPr>
          <a:xfrm>
            <a:off x="10332720" y="2194560"/>
            <a:ext cx="1280160" cy="685800"/>
          </a:xfrm>
          <a:prstGeom prst="roundRect">
            <a:avLst>
              <a:gd name="adj" fmla="val 10667"/>
            </a:avLst>
          </a:prstGeom>
          <a:solidFill>
            <a:srgbClr val="FDF1E6"/>
          </a:solidFill>
          <a:ln w="25400">
            <a:solidFill>
              <a:srgbClr val="D9700F"/>
            </a:solidFill>
            <a:prstDash val="dash"/>
          </a:ln>
        </p:spPr>
      </p:sp>
      <p:sp>
        <p:nvSpPr>
          <p:cNvPr id="17" name="Text 14"/>
          <p:cNvSpPr txBox="1"/>
          <p:nvPr/>
        </p:nvSpPr>
        <p:spPr>
          <a:xfrm>
            <a:off x="10332720" y="2194560"/>
            <a:ext cx="1280160" cy="685800"/>
          </a:xfrm>
          <a:prstGeom prst="rect">
            <a:avLst/>
          </a:prstGeom>
          <a:noFill/>
          <a:ln/>
        </p:spPr>
        <p:txBody>
          <a:bodyPr wrap="square" lIns="0" tIns="0" rIns="0" bIns="0" rtlCol="0" anchor="ctr"/>
          <a:lstStyle/>
          <a:p>
            <a:pPr algn="ctr" indent="0" marL="0">
              <a:buNone/>
            </a:pPr>
            <a:r>
              <a:rPr lang="en-US" sz="2200" b="1" dirty="0">
                <a:solidFill>
                  <a:schemeClr val="accent1"/>
                </a:solidFill>
              </a:rPr>
              <a:t>af.</a:t>
            </a:r>
            <a:endParaRPr lang="en-US" sz="2200" dirty="0"/>
          </a:p>
        </p:txBody>
      </p:sp>
      <p:sp>
        <p:nvSpPr>
          <p:cNvPr id="18" name="Text 15"/>
          <p:cNvSpPr txBox="1"/>
          <p:nvPr/>
        </p:nvSpPr>
        <p:spPr>
          <a:xfrm>
            <a:off x="5029200" y="2898648"/>
            <a:ext cx="5486400" cy="320040"/>
          </a:xfrm>
          <a:prstGeom prst="rect">
            <a:avLst/>
          </a:prstGeom>
          <a:noFill/>
          <a:ln/>
        </p:spPr>
        <p:txBody>
          <a:bodyPr wrap="square" lIns="0" tIns="0" rIns="0" bIns="0" rtlCol="0" anchor="t"/>
          <a:lstStyle/>
          <a:p>
            <a:pPr algn="l" indent="0" marL="0">
              <a:buNone/>
            </a:pPr>
            <a:r>
              <a:rPr lang="en-US" sz="1300" i="1" dirty="0">
                <a:solidFill>
                  <a:schemeClr val="accent5"/>
                </a:solidFill>
              </a:rPr>
              <a:t>je termine mes exercices</a:t>
            </a:r>
            <a:endParaRPr lang="en-US" sz="1300" dirty="0"/>
          </a:p>
        </p:txBody>
      </p:sp>
      <p:sp>
        <p:nvSpPr>
          <p:cNvPr id="19" name="Text 16"/>
          <p:cNvSpPr txBox="1"/>
          <p:nvPr/>
        </p:nvSpPr>
        <p:spPr>
          <a:xfrm>
            <a:off x="548640" y="3246120"/>
            <a:ext cx="1828800" cy="777240"/>
          </a:xfrm>
          <a:prstGeom prst="rect">
            <a:avLst/>
          </a:prstGeom>
          <a:noFill/>
          <a:ln/>
        </p:spPr>
        <p:txBody>
          <a:bodyPr wrap="square" lIns="0" tIns="0" rIns="0" bIns="0" rtlCol="0" anchor="ctr"/>
          <a:lstStyle/>
          <a:p>
            <a:pPr algn="l" indent="0" marL="0">
              <a:buNone/>
            </a:pPr>
            <a:r>
              <a:rPr lang="en-US" sz="1800" b="1" i="1" dirty="0">
                <a:solidFill>
                  <a:schemeClr val="accent1"/>
                </a:solidFill>
              </a:rPr>
              <a:t>op</a:t>
            </a:r>
            <a:r>
              <a:rPr lang="en-US" sz="1800" b="1" i="1" dirty="0">
                <a:solidFill>
                  <a:schemeClr val="tx1"/>
                </a:solidFill>
              </a:rPr>
              <a:t>bellen</a:t>
            </a:r>
            <a:endParaRPr lang="en-US" sz="1800" dirty="0"/>
          </a:p>
        </p:txBody>
      </p:sp>
      <p:sp>
        <p:nvSpPr>
          <p:cNvPr id="20" name="Shape 17"/>
          <p:cNvSpPr/>
          <p:nvPr/>
        </p:nvSpPr>
        <p:spPr>
          <a:xfrm>
            <a:off x="2468880" y="3291840"/>
            <a:ext cx="914400" cy="685800"/>
          </a:xfrm>
          <a:prstGeom prst="roundRect">
            <a:avLst>
              <a:gd name="adj" fmla="val 10667"/>
            </a:avLst>
          </a:prstGeom>
          <a:solidFill>
            <a:schemeClr val="bg1"/>
          </a:solidFill>
          <a:ln w="15875">
            <a:solidFill>
              <a:srgbClr val="D5DCE6"/>
            </a:solidFill>
            <a:prstDash val="solid"/>
          </a:ln>
        </p:spPr>
      </p:sp>
      <p:sp>
        <p:nvSpPr>
          <p:cNvPr id="21" name="Text 18"/>
          <p:cNvSpPr txBox="1"/>
          <p:nvPr/>
        </p:nvSpPr>
        <p:spPr>
          <a:xfrm>
            <a:off x="2468880" y="3291840"/>
            <a:ext cx="914400" cy="685800"/>
          </a:xfrm>
          <a:prstGeom prst="rect">
            <a:avLst/>
          </a:prstGeom>
          <a:noFill/>
          <a:ln/>
        </p:spPr>
        <p:txBody>
          <a:bodyPr wrap="square" lIns="0" tIns="0" rIns="0" bIns="0" rtlCol="0" anchor="ctr"/>
          <a:lstStyle/>
          <a:p>
            <a:pPr algn="ctr" indent="0" marL="0">
              <a:buNone/>
            </a:pPr>
            <a:r>
              <a:rPr lang="en-US" sz="2200" dirty="0">
                <a:solidFill>
                  <a:schemeClr val="tx1"/>
                </a:solidFill>
              </a:rPr>
              <a:t>Sofie</a:t>
            </a:r>
            <a:endParaRPr lang="en-US" sz="2200" dirty="0"/>
          </a:p>
        </p:txBody>
      </p:sp>
      <p:sp>
        <p:nvSpPr>
          <p:cNvPr id="22" name="Shape 19"/>
          <p:cNvSpPr/>
          <p:nvPr/>
        </p:nvSpPr>
        <p:spPr>
          <a:xfrm>
            <a:off x="3474720" y="3291840"/>
            <a:ext cx="1371600" cy="685800"/>
          </a:xfrm>
          <a:prstGeom prst="roundRect">
            <a:avLst>
              <a:gd name="adj" fmla="val 10667"/>
            </a:avLst>
          </a:prstGeom>
          <a:solidFill>
            <a:srgbClr val="FBEDEB"/>
          </a:solidFill>
          <a:ln w="31750">
            <a:solidFill>
              <a:srgbClr val="B83227"/>
            </a:solidFill>
            <a:prstDash val="solid"/>
          </a:ln>
        </p:spPr>
      </p:sp>
      <p:sp>
        <p:nvSpPr>
          <p:cNvPr id="23" name="Text 20"/>
          <p:cNvSpPr txBox="1"/>
          <p:nvPr/>
        </p:nvSpPr>
        <p:spPr>
          <a:xfrm>
            <a:off x="3474720" y="3291840"/>
            <a:ext cx="1371600" cy="685800"/>
          </a:xfrm>
          <a:prstGeom prst="rect">
            <a:avLst/>
          </a:prstGeom>
          <a:noFill/>
          <a:ln/>
        </p:spPr>
        <p:txBody>
          <a:bodyPr wrap="square" lIns="0" tIns="0" rIns="0" bIns="0" rtlCol="0" anchor="ctr"/>
          <a:lstStyle/>
          <a:p>
            <a:pPr algn="ctr" indent="0" marL="0">
              <a:buNone/>
            </a:pPr>
            <a:r>
              <a:rPr lang="en-US" sz="2200" b="1" dirty="0">
                <a:solidFill>
                  <a:schemeClr val="accent6"/>
                </a:solidFill>
              </a:rPr>
              <a:t>belt</a:t>
            </a:r>
            <a:endParaRPr lang="en-US" sz="2200" dirty="0"/>
          </a:p>
        </p:txBody>
      </p:sp>
      <p:sp>
        <p:nvSpPr>
          <p:cNvPr id="24" name="Shape 21"/>
          <p:cNvSpPr/>
          <p:nvPr/>
        </p:nvSpPr>
        <p:spPr>
          <a:xfrm>
            <a:off x="4937760" y="3291840"/>
            <a:ext cx="5303520" cy="685800"/>
          </a:xfrm>
          <a:prstGeom prst="roundRect">
            <a:avLst>
              <a:gd name="adj" fmla="val 10667"/>
            </a:avLst>
          </a:prstGeom>
          <a:solidFill>
            <a:schemeClr val="bg1"/>
          </a:solidFill>
          <a:ln w="15875">
            <a:solidFill>
              <a:srgbClr val="D5DCE6"/>
            </a:solidFill>
            <a:prstDash val="solid"/>
          </a:ln>
        </p:spPr>
      </p:sp>
      <p:sp>
        <p:nvSpPr>
          <p:cNvPr id="25" name="Text 22"/>
          <p:cNvSpPr txBox="1"/>
          <p:nvPr/>
        </p:nvSpPr>
        <p:spPr>
          <a:xfrm>
            <a:off x="4937760" y="3291840"/>
            <a:ext cx="5303520" cy="685800"/>
          </a:xfrm>
          <a:prstGeom prst="rect">
            <a:avLst/>
          </a:prstGeom>
          <a:noFill/>
          <a:ln/>
        </p:spPr>
        <p:txBody>
          <a:bodyPr wrap="square" lIns="0" tIns="0" rIns="0" bIns="0" rtlCol="0" anchor="ctr"/>
          <a:lstStyle/>
          <a:p>
            <a:pPr algn="ctr" indent="0" marL="0">
              <a:buNone/>
            </a:pPr>
            <a:r>
              <a:rPr lang="en-US" sz="2200" dirty="0">
                <a:solidFill>
                  <a:schemeClr val="tx1"/>
                </a:solidFill>
              </a:rPr>
              <a:t>de klant morgen</a:t>
            </a:r>
            <a:endParaRPr lang="en-US" sz="2200" dirty="0"/>
          </a:p>
        </p:txBody>
      </p:sp>
      <p:sp>
        <p:nvSpPr>
          <p:cNvPr id="26" name="Shape 23"/>
          <p:cNvSpPr/>
          <p:nvPr/>
        </p:nvSpPr>
        <p:spPr>
          <a:xfrm>
            <a:off x="10332720" y="3291840"/>
            <a:ext cx="1280160" cy="685800"/>
          </a:xfrm>
          <a:prstGeom prst="roundRect">
            <a:avLst>
              <a:gd name="adj" fmla="val 10667"/>
            </a:avLst>
          </a:prstGeom>
          <a:solidFill>
            <a:srgbClr val="FDF1E6"/>
          </a:solidFill>
          <a:ln w="25400">
            <a:solidFill>
              <a:srgbClr val="D9700F"/>
            </a:solidFill>
            <a:prstDash val="dash"/>
          </a:ln>
        </p:spPr>
      </p:sp>
      <p:sp>
        <p:nvSpPr>
          <p:cNvPr id="27" name="Text 24"/>
          <p:cNvSpPr txBox="1"/>
          <p:nvPr/>
        </p:nvSpPr>
        <p:spPr>
          <a:xfrm>
            <a:off x="10332720" y="3291840"/>
            <a:ext cx="1280160" cy="685800"/>
          </a:xfrm>
          <a:prstGeom prst="rect">
            <a:avLst/>
          </a:prstGeom>
          <a:noFill/>
          <a:ln/>
        </p:spPr>
        <p:txBody>
          <a:bodyPr wrap="square" lIns="0" tIns="0" rIns="0" bIns="0" rtlCol="0" anchor="ctr"/>
          <a:lstStyle/>
          <a:p>
            <a:pPr algn="ctr" indent="0" marL="0">
              <a:buNone/>
            </a:pPr>
            <a:r>
              <a:rPr lang="en-US" sz="2200" b="1" dirty="0">
                <a:solidFill>
                  <a:schemeClr val="accent1"/>
                </a:solidFill>
              </a:rPr>
              <a:t>op.</a:t>
            </a:r>
            <a:endParaRPr lang="en-US" sz="2200" dirty="0"/>
          </a:p>
        </p:txBody>
      </p:sp>
      <p:sp>
        <p:nvSpPr>
          <p:cNvPr id="28" name="Text 25"/>
          <p:cNvSpPr txBox="1"/>
          <p:nvPr/>
        </p:nvSpPr>
        <p:spPr>
          <a:xfrm>
            <a:off x="5029200" y="3995928"/>
            <a:ext cx="5486400" cy="320040"/>
          </a:xfrm>
          <a:prstGeom prst="rect">
            <a:avLst/>
          </a:prstGeom>
          <a:noFill/>
          <a:ln/>
        </p:spPr>
        <p:txBody>
          <a:bodyPr wrap="square" lIns="0" tIns="0" rIns="0" bIns="0" rtlCol="0" anchor="t"/>
          <a:lstStyle/>
          <a:p>
            <a:pPr algn="l" indent="0" marL="0">
              <a:buNone/>
            </a:pPr>
            <a:r>
              <a:rPr lang="en-US" sz="1300" i="1" dirty="0">
                <a:solidFill>
                  <a:schemeClr val="accent5"/>
                </a:solidFill>
              </a:rPr>
              <a:t>Sofie appelle le client demain</a:t>
            </a:r>
            <a:endParaRPr lang="en-US" sz="1300" dirty="0"/>
          </a:p>
        </p:txBody>
      </p:sp>
      <p:sp>
        <p:nvSpPr>
          <p:cNvPr id="29" name="Text 26"/>
          <p:cNvSpPr txBox="1"/>
          <p:nvPr/>
        </p:nvSpPr>
        <p:spPr>
          <a:xfrm>
            <a:off x="548640" y="4343400"/>
            <a:ext cx="1828800" cy="777240"/>
          </a:xfrm>
          <a:prstGeom prst="rect">
            <a:avLst/>
          </a:prstGeom>
          <a:noFill/>
          <a:ln/>
        </p:spPr>
        <p:txBody>
          <a:bodyPr wrap="square" lIns="0" tIns="0" rIns="0" bIns="0" rtlCol="0" anchor="ctr"/>
          <a:lstStyle/>
          <a:p>
            <a:pPr algn="l" indent="0" marL="0">
              <a:buNone/>
            </a:pPr>
            <a:r>
              <a:rPr lang="en-US" sz="1800" b="1" i="1" dirty="0">
                <a:solidFill>
                  <a:schemeClr val="accent1"/>
                </a:solidFill>
              </a:rPr>
              <a:t>mee</a:t>
            </a:r>
            <a:r>
              <a:rPr lang="en-US" sz="1800" b="1" i="1" dirty="0">
                <a:solidFill>
                  <a:schemeClr val="tx1"/>
                </a:solidFill>
              </a:rPr>
              <a:t>nemen</a:t>
            </a:r>
            <a:endParaRPr lang="en-US" sz="1800" dirty="0"/>
          </a:p>
        </p:txBody>
      </p:sp>
      <p:sp>
        <p:nvSpPr>
          <p:cNvPr id="30" name="Shape 27"/>
          <p:cNvSpPr/>
          <p:nvPr/>
        </p:nvSpPr>
        <p:spPr>
          <a:xfrm>
            <a:off x="2468880" y="4389120"/>
            <a:ext cx="914400" cy="685800"/>
          </a:xfrm>
          <a:prstGeom prst="roundRect">
            <a:avLst>
              <a:gd name="adj" fmla="val 10667"/>
            </a:avLst>
          </a:prstGeom>
          <a:solidFill>
            <a:schemeClr val="bg1"/>
          </a:solidFill>
          <a:ln w="15875">
            <a:solidFill>
              <a:srgbClr val="D5DCE6"/>
            </a:solidFill>
            <a:prstDash val="solid"/>
          </a:ln>
        </p:spPr>
      </p:sp>
      <p:sp>
        <p:nvSpPr>
          <p:cNvPr id="31" name="Text 28"/>
          <p:cNvSpPr txBox="1"/>
          <p:nvPr/>
        </p:nvSpPr>
        <p:spPr>
          <a:xfrm>
            <a:off x="2468880" y="4389120"/>
            <a:ext cx="914400" cy="685800"/>
          </a:xfrm>
          <a:prstGeom prst="rect">
            <a:avLst/>
          </a:prstGeom>
          <a:noFill/>
          <a:ln/>
        </p:spPr>
        <p:txBody>
          <a:bodyPr wrap="square" lIns="0" tIns="0" rIns="0" bIns="0" rtlCol="0" anchor="ctr"/>
          <a:lstStyle/>
          <a:p>
            <a:pPr algn="ctr" indent="0" marL="0">
              <a:buNone/>
            </a:pPr>
            <a:r>
              <a:rPr lang="en-US" sz="2200" dirty="0">
                <a:solidFill>
                  <a:schemeClr val="tx1"/>
                </a:solidFill>
              </a:rPr>
              <a:t>We</a:t>
            </a:r>
            <a:endParaRPr lang="en-US" sz="2200" dirty="0"/>
          </a:p>
        </p:txBody>
      </p:sp>
      <p:sp>
        <p:nvSpPr>
          <p:cNvPr id="32" name="Shape 29"/>
          <p:cNvSpPr/>
          <p:nvPr/>
        </p:nvSpPr>
        <p:spPr>
          <a:xfrm>
            <a:off x="3474720" y="4389120"/>
            <a:ext cx="1371600" cy="685800"/>
          </a:xfrm>
          <a:prstGeom prst="roundRect">
            <a:avLst>
              <a:gd name="adj" fmla="val 10667"/>
            </a:avLst>
          </a:prstGeom>
          <a:solidFill>
            <a:srgbClr val="FBEDEB"/>
          </a:solidFill>
          <a:ln w="31750">
            <a:solidFill>
              <a:srgbClr val="B83227"/>
            </a:solidFill>
            <a:prstDash val="solid"/>
          </a:ln>
        </p:spPr>
      </p:sp>
      <p:sp>
        <p:nvSpPr>
          <p:cNvPr id="33" name="Text 30"/>
          <p:cNvSpPr txBox="1"/>
          <p:nvPr/>
        </p:nvSpPr>
        <p:spPr>
          <a:xfrm>
            <a:off x="3474720" y="4389120"/>
            <a:ext cx="1371600" cy="685800"/>
          </a:xfrm>
          <a:prstGeom prst="rect">
            <a:avLst/>
          </a:prstGeom>
          <a:noFill/>
          <a:ln/>
        </p:spPr>
        <p:txBody>
          <a:bodyPr wrap="square" lIns="0" tIns="0" rIns="0" bIns="0" rtlCol="0" anchor="ctr"/>
          <a:lstStyle/>
          <a:p>
            <a:pPr algn="ctr" indent="0" marL="0">
              <a:buNone/>
            </a:pPr>
            <a:r>
              <a:rPr lang="en-US" sz="2200" b="1" dirty="0">
                <a:solidFill>
                  <a:schemeClr val="accent6"/>
                </a:solidFill>
              </a:rPr>
              <a:t>nemen</a:t>
            </a:r>
            <a:endParaRPr lang="en-US" sz="2200" dirty="0"/>
          </a:p>
        </p:txBody>
      </p:sp>
      <p:sp>
        <p:nvSpPr>
          <p:cNvPr id="34" name="Shape 31"/>
          <p:cNvSpPr/>
          <p:nvPr/>
        </p:nvSpPr>
        <p:spPr>
          <a:xfrm>
            <a:off x="4937760" y="4389120"/>
            <a:ext cx="5303520" cy="685800"/>
          </a:xfrm>
          <a:prstGeom prst="roundRect">
            <a:avLst>
              <a:gd name="adj" fmla="val 10667"/>
            </a:avLst>
          </a:prstGeom>
          <a:solidFill>
            <a:schemeClr val="bg1"/>
          </a:solidFill>
          <a:ln w="15875">
            <a:solidFill>
              <a:srgbClr val="D5DCE6"/>
            </a:solidFill>
            <a:prstDash val="solid"/>
          </a:ln>
        </p:spPr>
      </p:sp>
      <p:sp>
        <p:nvSpPr>
          <p:cNvPr id="35" name="Text 32"/>
          <p:cNvSpPr txBox="1"/>
          <p:nvPr/>
        </p:nvSpPr>
        <p:spPr>
          <a:xfrm>
            <a:off x="4937760" y="4389120"/>
            <a:ext cx="5303520" cy="685800"/>
          </a:xfrm>
          <a:prstGeom prst="rect">
            <a:avLst/>
          </a:prstGeom>
          <a:noFill/>
          <a:ln/>
        </p:spPr>
        <p:txBody>
          <a:bodyPr wrap="square" lIns="0" tIns="0" rIns="0" bIns="0" rtlCol="0" anchor="ctr"/>
          <a:lstStyle/>
          <a:p>
            <a:pPr algn="ctr" indent="0" marL="0">
              <a:buNone/>
            </a:pPr>
            <a:r>
              <a:rPr lang="en-US" sz="2200" dirty="0">
                <a:solidFill>
                  <a:schemeClr val="tx1"/>
                </a:solidFill>
              </a:rPr>
              <a:t>een broodje</a:t>
            </a:r>
            <a:endParaRPr lang="en-US" sz="2200" dirty="0"/>
          </a:p>
        </p:txBody>
      </p:sp>
      <p:sp>
        <p:nvSpPr>
          <p:cNvPr id="36" name="Shape 33"/>
          <p:cNvSpPr/>
          <p:nvPr/>
        </p:nvSpPr>
        <p:spPr>
          <a:xfrm>
            <a:off x="10332720" y="4389120"/>
            <a:ext cx="1280160" cy="685800"/>
          </a:xfrm>
          <a:prstGeom prst="roundRect">
            <a:avLst>
              <a:gd name="adj" fmla="val 10667"/>
            </a:avLst>
          </a:prstGeom>
          <a:solidFill>
            <a:srgbClr val="FDF1E6"/>
          </a:solidFill>
          <a:ln w="25400">
            <a:solidFill>
              <a:srgbClr val="D9700F"/>
            </a:solidFill>
            <a:prstDash val="dash"/>
          </a:ln>
        </p:spPr>
      </p:sp>
      <p:sp>
        <p:nvSpPr>
          <p:cNvPr id="37" name="Text 34"/>
          <p:cNvSpPr txBox="1"/>
          <p:nvPr/>
        </p:nvSpPr>
        <p:spPr>
          <a:xfrm>
            <a:off x="10332720" y="4389120"/>
            <a:ext cx="1280160" cy="685800"/>
          </a:xfrm>
          <a:prstGeom prst="rect">
            <a:avLst/>
          </a:prstGeom>
          <a:noFill/>
          <a:ln/>
        </p:spPr>
        <p:txBody>
          <a:bodyPr wrap="square" lIns="0" tIns="0" rIns="0" bIns="0" rtlCol="0" anchor="ctr"/>
          <a:lstStyle/>
          <a:p>
            <a:pPr algn="ctr" indent="0" marL="0">
              <a:buNone/>
            </a:pPr>
            <a:r>
              <a:rPr lang="en-US" sz="2200" b="1" dirty="0">
                <a:solidFill>
                  <a:schemeClr val="accent1"/>
                </a:solidFill>
              </a:rPr>
              <a:t>mee.</a:t>
            </a:r>
            <a:endParaRPr lang="en-US" sz="2200" dirty="0"/>
          </a:p>
        </p:txBody>
      </p:sp>
      <p:sp>
        <p:nvSpPr>
          <p:cNvPr id="38" name="Text 35"/>
          <p:cNvSpPr txBox="1"/>
          <p:nvPr/>
        </p:nvSpPr>
        <p:spPr>
          <a:xfrm>
            <a:off x="5029200" y="5093208"/>
            <a:ext cx="5486400" cy="320040"/>
          </a:xfrm>
          <a:prstGeom prst="rect">
            <a:avLst/>
          </a:prstGeom>
          <a:noFill/>
          <a:ln/>
        </p:spPr>
        <p:txBody>
          <a:bodyPr wrap="square" lIns="0" tIns="0" rIns="0" bIns="0" rtlCol="0" anchor="t"/>
          <a:lstStyle/>
          <a:p>
            <a:pPr algn="l" indent="0" marL="0">
              <a:buNone/>
            </a:pPr>
            <a:r>
              <a:rPr lang="en-US" sz="1300" i="1" dirty="0">
                <a:solidFill>
                  <a:schemeClr val="accent5"/>
                </a:solidFill>
              </a:rPr>
              <a:t>nous emportons un sandwich</a:t>
            </a:r>
            <a:endParaRPr lang="en-US" sz="1300" dirty="0"/>
          </a:p>
        </p:txBody>
      </p:sp>
      <p:sp>
        <p:nvSpPr>
          <p:cNvPr id="39" name="Shape 36"/>
          <p:cNvSpPr/>
          <p:nvPr/>
        </p:nvSpPr>
        <p:spPr>
          <a:xfrm>
            <a:off x="548640" y="5623560"/>
            <a:ext cx="11091672" cy="640080"/>
          </a:xfrm>
          <a:prstGeom prst="roundRect">
            <a:avLst>
              <a:gd name="adj" fmla="val 11429"/>
            </a:avLst>
          </a:prstGeom>
          <a:solidFill>
            <a:schemeClr val="tx2"/>
          </a:solidFill>
          <a:ln w="12700">
            <a:solidFill>
              <a:srgbClr val="FFFFFF">
                <a:alpha val="0"/>
              </a:srgbClr>
            </a:solidFill>
            <a:prstDash val="solid"/>
          </a:ln>
        </p:spPr>
      </p:sp>
      <p:sp>
        <p:nvSpPr>
          <p:cNvPr id="40" name="Text 37"/>
          <p:cNvSpPr txBox="1"/>
          <p:nvPr/>
        </p:nvSpPr>
        <p:spPr>
          <a:xfrm>
            <a:off x="822960" y="5623560"/>
            <a:ext cx="10607040" cy="640080"/>
          </a:xfrm>
          <a:prstGeom prst="rect">
            <a:avLst/>
          </a:prstGeom>
          <a:noFill/>
          <a:ln/>
        </p:spPr>
        <p:txBody>
          <a:bodyPr wrap="square" lIns="0" tIns="0" rIns="0" bIns="0" rtlCol="0" anchor="ctr"/>
          <a:lstStyle/>
          <a:p>
            <a:pPr algn="l" indent="0" marL="0">
              <a:buNone/>
            </a:pPr>
            <a:r>
              <a:rPr lang="en-US" sz="1800" dirty="0">
                <a:solidFill>
                  <a:schemeClr val="bg1"/>
                </a:solidFill>
              </a:rPr>
              <a:t>Règle : au présent, le verbe conjugué est en </a:t>
            </a:r>
            <a:r>
              <a:rPr lang="en-US" sz="1800" b="1" dirty="0">
                <a:solidFill>
                  <a:schemeClr val="bg1"/>
                </a:solidFill>
              </a:rPr>
              <a:t>②</a:t>
            </a:r>
            <a:r>
              <a:rPr lang="en-US" sz="1800" dirty="0">
                <a:solidFill>
                  <a:schemeClr val="bg1"/>
                </a:solidFill>
              </a:rPr>
              <a:t>, la particule va </a:t>
            </a:r>
            <a:r>
              <a:rPr lang="en-US" sz="1800" b="1" dirty="0">
                <a:solidFill>
                  <a:schemeClr val="bg1"/>
                </a:solidFill>
              </a:rPr>
              <a:t>au bout</a:t>
            </a:r>
            <a:r>
              <a:rPr lang="en-US" sz="1800" dirty="0">
                <a:solidFill>
                  <a:schemeClr val="bg1"/>
                </a:solidFill>
              </a:rPr>
              <a:t> (</a:t>
            </a:r>
            <a:r>
              <a:rPr lang="en-US" sz="1800" b="1" dirty="0">
                <a:solidFill>
                  <a:schemeClr val="bg1"/>
                </a:solidFill>
              </a:rPr>
              <a:t>⑥</a:t>
            </a:r>
            <a:r>
              <a:rPr lang="en-US" sz="1800" dirty="0">
                <a:solidFill>
                  <a:schemeClr val="bg1"/>
                </a:solidFill>
              </a:rPr>
              <a:t>) : c’est la pince du M3.</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particules les plus fréquentes</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sp>
        <p:nvSpPr>
          <p:cNvPr id="5" name="Shape 2"/>
          <p:cNvSpPr/>
          <p:nvPr/>
        </p:nvSpPr>
        <p:spPr>
          <a:xfrm>
            <a:off x="548640" y="1572768"/>
            <a:ext cx="2072030" cy="2011680"/>
          </a:xfrm>
          <a:prstGeom prst="roundRect">
            <a:avLst>
              <a:gd name="adj" fmla="val 3636"/>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572768"/>
            <a:ext cx="2072030" cy="960120"/>
          </a:xfrm>
          <a:prstGeom prst="roundRect">
            <a:avLst>
              <a:gd name="adj" fmla="val 7619"/>
            </a:avLst>
          </a:prstGeom>
          <a:solidFill>
            <a:schemeClr val="accent1"/>
          </a:solidFill>
          <a:ln w="12700">
            <a:solidFill>
              <a:srgbClr val="FFFFFF">
                <a:alpha val="0"/>
              </a:srgbClr>
            </a:solidFill>
            <a:prstDash val="solid"/>
          </a:ln>
        </p:spPr>
      </p:sp>
      <p:sp>
        <p:nvSpPr>
          <p:cNvPr id="7" name="Text 4"/>
          <p:cNvSpPr txBox="1"/>
          <p:nvPr/>
        </p:nvSpPr>
        <p:spPr>
          <a:xfrm>
            <a:off x="548640" y="1572768"/>
            <a:ext cx="2072030" cy="960120"/>
          </a:xfrm>
          <a:prstGeom prst="rect">
            <a:avLst/>
          </a:prstGeom>
          <a:noFill/>
          <a:ln/>
        </p:spPr>
        <p:txBody>
          <a:bodyPr wrap="square" lIns="0" tIns="0" rIns="0" bIns="0" rtlCol="0" anchor="ctr"/>
          <a:lstStyle/>
          <a:p>
            <a:pPr algn="ctr" indent="0" marL="0">
              <a:buNone/>
            </a:pPr>
            <a:r>
              <a:rPr lang="en-US" sz="3400" b="1" dirty="0">
                <a:solidFill>
                  <a:schemeClr val="bg1"/>
                </a:solidFill>
                <a:latin typeface="+mj-lt" pitchFamily="34" charset="0"/>
                <a:ea typeface="+mj-lt" pitchFamily="34" charset="-122"/>
                <a:cs typeface="+mj-lt" pitchFamily="34" charset="-120"/>
              </a:rPr>
              <a:t>op</a:t>
            </a:r>
            <a:endParaRPr lang="en-US" sz="3400" dirty="0"/>
          </a:p>
        </p:txBody>
      </p:sp>
      <p:sp>
        <p:nvSpPr>
          <p:cNvPr id="8" name="Text 5"/>
          <p:cNvSpPr txBox="1"/>
          <p:nvPr/>
        </p:nvSpPr>
        <p:spPr>
          <a:xfrm>
            <a:off x="548640" y="2578608"/>
            <a:ext cx="2072030" cy="457200"/>
          </a:xfrm>
          <a:prstGeom prst="rect">
            <a:avLst/>
          </a:prstGeom>
          <a:noFill/>
          <a:ln/>
        </p:spPr>
        <p:txBody>
          <a:bodyPr wrap="square" lIns="0" tIns="0" rIns="0" bIns="0" rtlCol="0" anchor="ctr"/>
          <a:lstStyle/>
          <a:p>
            <a:pPr algn="ctr" indent="0" marL="0">
              <a:buNone/>
            </a:pPr>
            <a:r>
              <a:rPr lang="en-US" sz="2000" b="1" dirty="0">
                <a:solidFill>
                  <a:schemeClr val="accent1"/>
                </a:solidFill>
              </a:rPr>
              <a:t>↑</a:t>
            </a:r>
            <a:endParaRPr lang="en-US" sz="2000" dirty="0"/>
          </a:p>
        </p:txBody>
      </p:sp>
      <p:sp>
        <p:nvSpPr>
          <p:cNvPr id="9" name="Text 6"/>
          <p:cNvSpPr txBox="1"/>
          <p:nvPr/>
        </p:nvSpPr>
        <p:spPr>
          <a:xfrm>
            <a:off x="640080" y="2944368"/>
            <a:ext cx="1889150" cy="594360"/>
          </a:xfrm>
          <a:prstGeom prst="rect">
            <a:avLst/>
          </a:prstGeom>
          <a:noFill/>
          <a:ln/>
        </p:spPr>
        <p:txBody>
          <a:bodyPr wrap="square" lIns="0" tIns="0" rIns="0" bIns="0" rtlCol="0" anchor="ctr"/>
          <a:lstStyle/>
          <a:p>
            <a:pPr algn="ctr" indent="0" marL="0">
              <a:buNone/>
            </a:pPr>
            <a:r>
              <a:rPr lang="en-US" sz="1500" i="1" dirty="0">
                <a:solidFill>
                  <a:schemeClr val="tx1"/>
                </a:solidFill>
              </a:rPr>
              <a:t>opstaan · opbellen</a:t>
            </a:r>
            <a:endParaRPr lang="en-US" sz="1500" dirty="0"/>
          </a:p>
        </p:txBody>
      </p:sp>
      <p:sp>
        <p:nvSpPr>
          <p:cNvPr id="10" name="Shape 7"/>
          <p:cNvSpPr/>
          <p:nvPr/>
        </p:nvSpPr>
        <p:spPr>
          <a:xfrm>
            <a:off x="2803550" y="1572768"/>
            <a:ext cx="2072030" cy="2011680"/>
          </a:xfrm>
          <a:prstGeom prst="roundRect">
            <a:avLst>
              <a:gd name="adj" fmla="val 3636"/>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11" name="Shape 8"/>
          <p:cNvSpPr/>
          <p:nvPr/>
        </p:nvSpPr>
        <p:spPr>
          <a:xfrm>
            <a:off x="2803550" y="1572768"/>
            <a:ext cx="2072030" cy="960120"/>
          </a:xfrm>
          <a:prstGeom prst="roundRect">
            <a:avLst>
              <a:gd name="adj" fmla="val 7619"/>
            </a:avLst>
          </a:prstGeom>
          <a:solidFill>
            <a:schemeClr val="accent1"/>
          </a:solidFill>
          <a:ln w="12700">
            <a:solidFill>
              <a:srgbClr val="FFFFFF">
                <a:alpha val="0"/>
              </a:srgbClr>
            </a:solidFill>
            <a:prstDash val="solid"/>
          </a:ln>
        </p:spPr>
      </p:sp>
      <p:sp>
        <p:nvSpPr>
          <p:cNvPr id="12" name="Text 9"/>
          <p:cNvSpPr txBox="1"/>
          <p:nvPr/>
        </p:nvSpPr>
        <p:spPr>
          <a:xfrm>
            <a:off x="2803550" y="1572768"/>
            <a:ext cx="2072030" cy="960120"/>
          </a:xfrm>
          <a:prstGeom prst="rect">
            <a:avLst/>
          </a:prstGeom>
          <a:noFill/>
          <a:ln/>
        </p:spPr>
        <p:txBody>
          <a:bodyPr wrap="square" lIns="0" tIns="0" rIns="0" bIns="0" rtlCol="0" anchor="ctr"/>
          <a:lstStyle/>
          <a:p>
            <a:pPr algn="ctr" indent="0" marL="0">
              <a:buNone/>
            </a:pPr>
            <a:r>
              <a:rPr lang="en-US" sz="3400" b="1" dirty="0">
                <a:solidFill>
                  <a:schemeClr val="bg1"/>
                </a:solidFill>
                <a:latin typeface="+mj-lt" pitchFamily="34" charset="0"/>
                <a:ea typeface="+mj-lt" pitchFamily="34" charset="-122"/>
                <a:cs typeface="+mj-lt" pitchFamily="34" charset="-120"/>
              </a:rPr>
              <a:t>af</a:t>
            </a:r>
            <a:endParaRPr lang="en-US" sz="3400" dirty="0"/>
          </a:p>
        </p:txBody>
      </p:sp>
      <p:sp>
        <p:nvSpPr>
          <p:cNvPr id="13" name="Text 10"/>
          <p:cNvSpPr txBox="1"/>
          <p:nvPr/>
        </p:nvSpPr>
        <p:spPr>
          <a:xfrm>
            <a:off x="2803550" y="2578608"/>
            <a:ext cx="2072030" cy="457200"/>
          </a:xfrm>
          <a:prstGeom prst="rect">
            <a:avLst/>
          </a:prstGeom>
          <a:noFill/>
          <a:ln/>
        </p:spPr>
        <p:txBody>
          <a:bodyPr wrap="square" lIns="0" tIns="0" rIns="0" bIns="0" rtlCol="0" anchor="ctr"/>
          <a:lstStyle/>
          <a:p>
            <a:pPr algn="ctr" indent="0" marL="0">
              <a:buNone/>
            </a:pPr>
            <a:r>
              <a:rPr lang="en-US" sz="2000" b="1" dirty="0">
                <a:solidFill>
                  <a:schemeClr val="accent1"/>
                </a:solidFill>
              </a:rPr>
              <a:t>✓</a:t>
            </a:r>
            <a:endParaRPr lang="en-US" sz="2000" dirty="0"/>
          </a:p>
        </p:txBody>
      </p:sp>
      <p:sp>
        <p:nvSpPr>
          <p:cNvPr id="14" name="Text 11"/>
          <p:cNvSpPr txBox="1"/>
          <p:nvPr/>
        </p:nvSpPr>
        <p:spPr>
          <a:xfrm>
            <a:off x="2894990" y="2944368"/>
            <a:ext cx="1889150" cy="594360"/>
          </a:xfrm>
          <a:prstGeom prst="rect">
            <a:avLst/>
          </a:prstGeom>
          <a:noFill/>
          <a:ln/>
        </p:spPr>
        <p:txBody>
          <a:bodyPr wrap="square" lIns="0" tIns="0" rIns="0" bIns="0" rtlCol="0" anchor="ctr"/>
          <a:lstStyle/>
          <a:p>
            <a:pPr algn="ctr" indent="0" marL="0">
              <a:buNone/>
            </a:pPr>
            <a:r>
              <a:rPr lang="en-US" sz="1500" i="1" dirty="0">
                <a:solidFill>
                  <a:schemeClr val="tx1"/>
                </a:solidFill>
              </a:rPr>
              <a:t>afmaken · afspreken</a:t>
            </a:r>
            <a:endParaRPr lang="en-US" sz="1500" dirty="0"/>
          </a:p>
        </p:txBody>
      </p:sp>
      <p:sp>
        <p:nvSpPr>
          <p:cNvPr id="15" name="Shape 12"/>
          <p:cNvSpPr/>
          <p:nvPr/>
        </p:nvSpPr>
        <p:spPr>
          <a:xfrm>
            <a:off x="5058461" y="1572768"/>
            <a:ext cx="2072030" cy="2011680"/>
          </a:xfrm>
          <a:prstGeom prst="roundRect">
            <a:avLst>
              <a:gd name="adj" fmla="val 3636"/>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16" name="Shape 13"/>
          <p:cNvSpPr/>
          <p:nvPr/>
        </p:nvSpPr>
        <p:spPr>
          <a:xfrm>
            <a:off x="5058461" y="1572768"/>
            <a:ext cx="2072030" cy="960120"/>
          </a:xfrm>
          <a:prstGeom prst="roundRect">
            <a:avLst>
              <a:gd name="adj" fmla="val 7619"/>
            </a:avLst>
          </a:prstGeom>
          <a:solidFill>
            <a:schemeClr val="accent1"/>
          </a:solidFill>
          <a:ln w="12700">
            <a:solidFill>
              <a:srgbClr val="FFFFFF">
                <a:alpha val="0"/>
              </a:srgbClr>
            </a:solidFill>
            <a:prstDash val="solid"/>
          </a:ln>
        </p:spPr>
      </p:sp>
      <p:sp>
        <p:nvSpPr>
          <p:cNvPr id="17" name="Text 14"/>
          <p:cNvSpPr txBox="1"/>
          <p:nvPr/>
        </p:nvSpPr>
        <p:spPr>
          <a:xfrm>
            <a:off x="5058461" y="1572768"/>
            <a:ext cx="2072030" cy="960120"/>
          </a:xfrm>
          <a:prstGeom prst="rect">
            <a:avLst/>
          </a:prstGeom>
          <a:noFill/>
          <a:ln/>
        </p:spPr>
        <p:txBody>
          <a:bodyPr wrap="square" lIns="0" tIns="0" rIns="0" bIns="0" rtlCol="0" anchor="ctr"/>
          <a:lstStyle/>
          <a:p>
            <a:pPr algn="ctr" indent="0" marL="0">
              <a:buNone/>
            </a:pPr>
            <a:r>
              <a:rPr lang="en-US" sz="3400" b="1" dirty="0">
                <a:solidFill>
                  <a:schemeClr val="bg1"/>
                </a:solidFill>
                <a:latin typeface="+mj-lt" pitchFamily="34" charset="0"/>
                <a:ea typeface="+mj-lt" pitchFamily="34" charset="-122"/>
                <a:cs typeface="+mj-lt" pitchFamily="34" charset="-120"/>
              </a:rPr>
              <a:t>in</a:t>
            </a:r>
            <a:endParaRPr lang="en-US" sz="3400" dirty="0"/>
          </a:p>
        </p:txBody>
      </p:sp>
      <p:sp>
        <p:nvSpPr>
          <p:cNvPr id="18" name="Text 15"/>
          <p:cNvSpPr txBox="1"/>
          <p:nvPr/>
        </p:nvSpPr>
        <p:spPr>
          <a:xfrm>
            <a:off x="5058461" y="2578608"/>
            <a:ext cx="2072030" cy="457200"/>
          </a:xfrm>
          <a:prstGeom prst="rect">
            <a:avLst/>
          </a:prstGeom>
          <a:noFill/>
          <a:ln/>
        </p:spPr>
        <p:txBody>
          <a:bodyPr wrap="square" lIns="0" tIns="0" rIns="0" bIns="0" rtlCol="0" anchor="ctr"/>
          <a:lstStyle/>
          <a:p>
            <a:pPr algn="ctr" indent="0" marL="0">
              <a:buNone/>
            </a:pPr>
            <a:r>
              <a:rPr lang="en-US" sz="2000" b="1" dirty="0">
                <a:solidFill>
                  <a:schemeClr val="accent1"/>
                </a:solidFill>
              </a:rPr>
              <a:t>→ ▢</a:t>
            </a:r>
            <a:endParaRPr lang="en-US" sz="2000" dirty="0"/>
          </a:p>
        </p:txBody>
      </p:sp>
      <p:sp>
        <p:nvSpPr>
          <p:cNvPr id="19" name="Text 16"/>
          <p:cNvSpPr txBox="1"/>
          <p:nvPr/>
        </p:nvSpPr>
        <p:spPr>
          <a:xfrm>
            <a:off x="5149901" y="2944368"/>
            <a:ext cx="1889150" cy="594360"/>
          </a:xfrm>
          <a:prstGeom prst="rect">
            <a:avLst/>
          </a:prstGeom>
          <a:noFill/>
          <a:ln/>
        </p:spPr>
        <p:txBody>
          <a:bodyPr wrap="square" lIns="0" tIns="0" rIns="0" bIns="0" rtlCol="0" anchor="ctr"/>
          <a:lstStyle/>
          <a:p>
            <a:pPr algn="ctr" indent="0" marL="0">
              <a:buNone/>
            </a:pPr>
            <a:r>
              <a:rPr lang="en-US" sz="1500" i="1" dirty="0">
                <a:solidFill>
                  <a:schemeClr val="tx1"/>
                </a:solidFill>
              </a:rPr>
              <a:t>inloggen · invullen</a:t>
            </a:r>
            <a:endParaRPr lang="en-US" sz="1500" dirty="0"/>
          </a:p>
        </p:txBody>
      </p:sp>
      <p:sp>
        <p:nvSpPr>
          <p:cNvPr id="20" name="Shape 17"/>
          <p:cNvSpPr/>
          <p:nvPr/>
        </p:nvSpPr>
        <p:spPr>
          <a:xfrm>
            <a:off x="7313371" y="1572768"/>
            <a:ext cx="2072030" cy="2011680"/>
          </a:xfrm>
          <a:prstGeom prst="roundRect">
            <a:avLst>
              <a:gd name="adj" fmla="val 3636"/>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21" name="Shape 18"/>
          <p:cNvSpPr/>
          <p:nvPr/>
        </p:nvSpPr>
        <p:spPr>
          <a:xfrm>
            <a:off x="7313371" y="1572768"/>
            <a:ext cx="2072030" cy="960120"/>
          </a:xfrm>
          <a:prstGeom prst="roundRect">
            <a:avLst>
              <a:gd name="adj" fmla="val 7619"/>
            </a:avLst>
          </a:prstGeom>
          <a:solidFill>
            <a:schemeClr val="accent1"/>
          </a:solidFill>
          <a:ln w="12700">
            <a:solidFill>
              <a:srgbClr val="FFFFFF">
                <a:alpha val="0"/>
              </a:srgbClr>
            </a:solidFill>
            <a:prstDash val="solid"/>
          </a:ln>
        </p:spPr>
      </p:sp>
      <p:sp>
        <p:nvSpPr>
          <p:cNvPr id="22" name="Text 19"/>
          <p:cNvSpPr txBox="1"/>
          <p:nvPr/>
        </p:nvSpPr>
        <p:spPr>
          <a:xfrm>
            <a:off x="7313371" y="1572768"/>
            <a:ext cx="2072030" cy="960120"/>
          </a:xfrm>
          <a:prstGeom prst="rect">
            <a:avLst/>
          </a:prstGeom>
          <a:noFill/>
          <a:ln/>
        </p:spPr>
        <p:txBody>
          <a:bodyPr wrap="square" lIns="0" tIns="0" rIns="0" bIns="0" rtlCol="0" anchor="ctr"/>
          <a:lstStyle/>
          <a:p>
            <a:pPr algn="ctr" indent="0" marL="0">
              <a:buNone/>
            </a:pPr>
            <a:r>
              <a:rPr lang="en-US" sz="3400" b="1" dirty="0">
                <a:solidFill>
                  <a:schemeClr val="bg1"/>
                </a:solidFill>
                <a:latin typeface="+mj-lt" pitchFamily="34" charset="0"/>
                <a:ea typeface="+mj-lt" pitchFamily="34" charset="-122"/>
                <a:cs typeface="+mj-lt" pitchFamily="34" charset="-120"/>
              </a:rPr>
              <a:t>uit</a:t>
            </a:r>
            <a:endParaRPr lang="en-US" sz="3400" dirty="0"/>
          </a:p>
        </p:txBody>
      </p:sp>
      <p:sp>
        <p:nvSpPr>
          <p:cNvPr id="23" name="Text 20"/>
          <p:cNvSpPr txBox="1"/>
          <p:nvPr/>
        </p:nvSpPr>
        <p:spPr>
          <a:xfrm>
            <a:off x="7313371" y="2578608"/>
            <a:ext cx="2072030" cy="457200"/>
          </a:xfrm>
          <a:prstGeom prst="rect">
            <a:avLst/>
          </a:prstGeom>
          <a:noFill/>
          <a:ln/>
        </p:spPr>
        <p:txBody>
          <a:bodyPr wrap="square" lIns="0" tIns="0" rIns="0" bIns="0" rtlCol="0" anchor="ctr"/>
          <a:lstStyle/>
          <a:p>
            <a:pPr algn="ctr" indent="0" marL="0">
              <a:buNone/>
            </a:pPr>
            <a:r>
              <a:rPr lang="en-US" sz="2000" b="1" dirty="0">
                <a:solidFill>
                  <a:schemeClr val="accent1"/>
                </a:solidFill>
              </a:rPr>
              <a:t>▢ →</a:t>
            </a:r>
            <a:endParaRPr lang="en-US" sz="2000" dirty="0"/>
          </a:p>
        </p:txBody>
      </p:sp>
      <p:sp>
        <p:nvSpPr>
          <p:cNvPr id="24" name="Text 21"/>
          <p:cNvSpPr txBox="1"/>
          <p:nvPr/>
        </p:nvSpPr>
        <p:spPr>
          <a:xfrm>
            <a:off x="7404811" y="2944368"/>
            <a:ext cx="1889150" cy="594360"/>
          </a:xfrm>
          <a:prstGeom prst="rect">
            <a:avLst/>
          </a:prstGeom>
          <a:noFill/>
          <a:ln/>
        </p:spPr>
        <p:txBody>
          <a:bodyPr wrap="square" lIns="0" tIns="0" rIns="0" bIns="0" rtlCol="0" anchor="ctr"/>
          <a:lstStyle/>
          <a:p>
            <a:pPr algn="ctr" indent="0" marL="0">
              <a:buNone/>
            </a:pPr>
            <a:r>
              <a:rPr lang="en-US" sz="1500" i="1" dirty="0">
                <a:solidFill>
                  <a:schemeClr val="tx1"/>
                </a:solidFill>
              </a:rPr>
              <a:t>uitloggen · uitgaan</a:t>
            </a:r>
            <a:endParaRPr lang="en-US" sz="1500" dirty="0"/>
          </a:p>
        </p:txBody>
      </p:sp>
      <p:sp>
        <p:nvSpPr>
          <p:cNvPr id="25" name="Shape 22"/>
          <p:cNvSpPr/>
          <p:nvPr/>
        </p:nvSpPr>
        <p:spPr>
          <a:xfrm>
            <a:off x="9568282" y="1572768"/>
            <a:ext cx="2072030" cy="2011680"/>
          </a:xfrm>
          <a:prstGeom prst="roundRect">
            <a:avLst>
              <a:gd name="adj" fmla="val 3636"/>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26" name="Shape 23"/>
          <p:cNvSpPr/>
          <p:nvPr/>
        </p:nvSpPr>
        <p:spPr>
          <a:xfrm>
            <a:off x="9568282" y="1572768"/>
            <a:ext cx="2072030" cy="960120"/>
          </a:xfrm>
          <a:prstGeom prst="roundRect">
            <a:avLst>
              <a:gd name="adj" fmla="val 7619"/>
            </a:avLst>
          </a:prstGeom>
          <a:solidFill>
            <a:schemeClr val="accent1"/>
          </a:solidFill>
          <a:ln w="12700">
            <a:solidFill>
              <a:srgbClr val="FFFFFF">
                <a:alpha val="0"/>
              </a:srgbClr>
            </a:solidFill>
            <a:prstDash val="solid"/>
          </a:ln>
        </p:spPr>
      </p:sp>
      <p:sp>
        <p:nvSpPr>
          <p:cNvPr id="27" name="Text 24"/>
          <p:cNvSpPr txBox="1"/>
          <p:nvPr/>
        </p:nvSpPr>
        <p:spPr>
          <a:xfrm>
            <a:off x="9568282" y="1572768"/>
            <a:ext cx="2072030" cy="960120"/>
          </a:xfrm>
          <a:prstGeom prst="rect">
            <a:avLst/>
          </a:prstGeom>
          <a:noFill/>
          <a:ln/>
        </p:spPr>
        <p:txBody>
          <a:bodyPr wrap="square" lIns="0" tIns="0" rIns="0" bIns="0" rtlCol="0" anchor="ctr"/>
          <a:lstStyle/>
          <a:p>
            <a:pPr algn="ctr" indent="0" marL="0">
              <a:buNone/>
            </a:pPr>
            <a:r>
              <a:rPr lang="en-US" sz="3400" b="1" dirty="0">
                <a:solidFill>
                  <a:schemeClr val="bg1"/>
                </a:solidFill>
                <a:latin typeface="+mj-lt" pitchFamily="34" charset="0"/>
                <a:ea typeface="+mj-lt" pitchFamily="34" charset="-122"/>
                <a:cs typeface="+mj-lt" pitchFamily="34" charset="-120"/>
              </a:rPr>
              <a:t>mee</a:t>
            </a:r>
            <a:endParaRPr lang="en-US" sz="3400" dirty="0"/>
          </a:p>
        </p:txBody>
      </p:sp>
      <p:sp>
        <p:nvSpPr>
          <p:cNvPr id="28" name="Text 25"/>
          <p:cNvSpPr txBox="1"/>
          <p:nvPr/>
        </p:nvSpPr>
        <p:spPr>
          <a:xfrm>
            <a:off x="9568282" y="2578608"/>
            <a:ext cx="2072030" cy="457200"/>
          </a:xfrm>
          <a:prstGeom prst="rect">
            <a:avLst/>
          </a:prstGeom>
          <a:noFill/>
          <a:ln/>
        </p:spPr>
        <p:txBody>
          <a:bodyPr wrap="square" lIns="0" tIns="0" rIns="0" bIns="0" rtlCol="0" anchor="ctr"/>
          <a:lstStyle/>
          <a:p>
            <a:pPr algn="ctr" indent="0" marL="0">
              <a:buNone/>
            </a:pPr>
            <a:r>
              <a:rPr lang="en-US" sz="2000" b="1" dirty="0">
                <a:solidFill>
                  <a:schemeClr val="accent1"/>
                </a:solidFill>
              </a:rPr>
              <a:t>+ </a:t>
            </a:r>
            <a:endParaRPr lang="en-US" sz="2000" dirty="0"/>
          </a:p>
        </p:txBody>
      </p:sp>
      <p:sp>
        <p:nvSpPr>
          <p:cNvPr id="29" name="Text 26"/>
          <p:cNvSpPr txBox="1"/>
          <p:nvPr/>
        </p:nvSpPr>
        <p:spPr>
          <a:xfrm>
            <a:off x="9659722" y="2944368"/>
            <a:ext cx="1889150" cy="594360"/>
          </a:xfrm>
          <a:prstGeom prst="rect">
            <a:avLst/>
          </a:prstGeom>
          <a:noFill/>
          <a:ln/>
        </p:spPr>
        <p:txBody>
          <a:bodyPr wrap="square" lIns="0" tIns="0" rIns="0" bIns="0" rtlCol="0" anchor="ctr"/>
          <a:lstStyle/>
          <a:p>
            <a:pPr algn="ctr" indent="0" marL="0">
              <a:buNone/>
            </a:pPr>
            <a:r>
              <a:rPr lang="en-US" sz="1500" i="1" dirty="0">
                <a:solidFill>
                  <a:schemeClr val="tx1"/>
                </a:solidFill>
              </a:rPr>
              <a:t>meenemen · meedoen</a:t>
            </a:r>
            <a:endParaRPr lang="en-US" sz="1500" dirty="0"/>
          </a:p>
        </p:txBody>
      </p:sp>
      <p:sp>
        <p:nvSpPr>
          <p:cNvPr id="30" name="Shape 27"/>
          <p:cNvSpPr/>
          <p:nvPr/>
        </p:nvSpPr>
        <p:spPr>
          <a:xfrm>
            <a:off x="548640" y="3813048"/>
            <a:ext cx="2072030" cy="2011680"/>
          </a:xfrm>
          <a:prstGeom prst="roundRect">
            <a:avLst>
              <a:gd name="adj" fmla="val 3636"/>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31" name="Shape 28"/>
          <p:cNvSpPr/>
          <p:nvPr/>
        </p:nvSpPr>
        <p:spPr>
          <a:xfrm>
            <a:off x="548640" y="3813048"/>
            <a:ext cx="2072030" cy="960120"/>
          </a:xfrm>
          <a:prstGeom prst="roundRect">
            <a:avLst>
              <a:gd name="adj" fmla="val 7619"/>
            </a:avLst>
          </a:prstGeom>
          <a:solidFill>
            <a:schemeClr val="accent1"/>
          </a:solidFill>
          <a:ln w="12700">
            <a:solidFill>
              <a:srgbClr val="FFFFFF">
                <a:alpha val="0"/>
              </a:srgbClr>
            </a:solidFill>
            <a:prstDash val="solid"/>
          </a:ln>
        </p:spPr>
      </p:sp>
      <p:sp>
        <p:nvSpPr>
          <p:cNvPr id="32" name="Text 29"/>
          <p:cNvSpPr txBox="1"/>
          <p:nvPr/>
        </p:nvSpPr>
        <p:spPr>
          <a:xfrm>
            <a:off x="548640" y="3813048"/>
            <a:ext cx="2072030" cy="960120"/>
          </a:xfrm>
          <a:prstGeom prst="rect">
            <a:avLst/>
          </a:prstGeom>
          <a:noFill/>
          <a:ln/>
        </p:spPr>
        <p:txBody>
          <a:bodyPr wrap="square" lIns="0" tIns="0" rIns="0" bIns="0" rtlCol="0" anchor="ctr"/>
          <a:lstStyle/>
          <a:p>
            <a:pPr algn="ctr" indent="0" marL="0">
              <a:buNone/>
            </a:pPr>
            <a:r>
              <a:rPr lang="en-US" sz="3400" b="1" dirty="0">
                <a:solidFill>
                  <a:schemeClr val="bg1"/>
                </a:solidFill>
                <a:latin typeface="+mj-lt" pitchFamily="34" charset="0"/>
                <a:ea typeface="+mj-lt" pitchFamily="34" charset="-122"/>
                <a:cs typeface="+mj-lt" pitchFamily="34" charset="-120"/>
              </a:rPr>
              <a:t>weg</a:t>
            </a:r>
            <a:endParaRPr lang="en-US" sz="3400" dirty="0"/>
          </a:p>
        </p:txBody>
      </p:sp>
      <p:sp>
        <p:nvSpPr>
          <p:cNvPr id="33" name="Text 30"/>
          <p:cNvSpPr txBox="1"/>
          <p:nvPr/>
        </p:nvSpPr>
        <p:spPr>
          <a:xfrm>
            <a:off x="548640" y="4818888"/>
            <a:ext cx="2072030" cy="457200"/>
          </a:xfrm>
          <a:prstGeom prst="rect">
            <a:avLst/>
          </a:prstGeom>
          <a:noFill/>
          <a:ln/>
        </p:spPr>
        <p:txBody>
          <a:bodyPr wrap="square" lIns="0" tIns="0" rIns="0" bIns="0" rtlCol="0" anchor="ctr"/>
          <a:lstStyle/>
          <a:p>
            <a:pPr algn="ctr" indent="0" marL="0">
              <a:buNone/>
            </a:pPr>
            <a:r>
              <a:rPr lang="en-US" sz="2000" b="1" dirty="0">
                <a:solidFill>
                  <a:schemeClr val="accent1"/>
                </a:solidFill>
              </a:rPr>
              <a:t>←</a:t>
            </a:r>
            <a:endParaRPr lang="en-US" sz="2000" dirty="0"/>
          </a:p>
        </p:txBody>
      </p:sp>
      <p:sp>
        <p:nvSpPr>
          <p:cNvPr id="34" name="Text 31"/>
          <p:cNvSpPr txBox="1"/>
          <p:nvPr/>
        </p:nvSpPr>
        <p:spPr>
          <a:xfrm>
            <a:off x="640080" y="5184648"/>
            <a:ext cx="1889150" cy="594360"/>
          </a:xfrm>
          <a:prstGeom prst="rect">
            <a:avLst/>
          </a:prstGeom>
          <a:noFill/>
          <a:ln/>
        </p:spPr>
        <p:txBody>
          <a:bodyPr wrap="square" lIns="0" tIns="0" rIns="0" bIns="0" rtlCol="0" anchor="ctr"/>
          <a:lstStyle/>
          <a:p>
            <a:pPr algn="ctr" indent="0" marL="0">
              <a:buNone/>
            </a:pPr>
            <a:r>
              <a:rPr lang="en-US" sz="1500" i="1" dirty="0">
                <a:solidFill>
                  <a:schemeClr val="tx1"/>
                </a:solidFill>
              </a:rPr>
              <a:t>weggaan</a:t>
            </a:r>
            <a:endParaRPr lang="en-US" sz="1500" dirty="0"/>
          </a:p>
        </p:txBody>
      </p:sp>
      <p:sp>
        <p:nvSpPr>
          <p:cNvPr id="35" name="Shape 32"/>
          <p:cNvSpPr/>
          <p:nvPr/>
        </p:nvSpPr>
        <p:spPr>
          <a:xfrm>
            <a:off x="2803550" y="3813048"/>
            <a:ext cx="2072030" cy="2011680"/>
          </a:xfrm>
          <a:prstGeom prst="roundRect">
            <a:avLst>
              <a:gd name="adj" fmla="val 3636"/>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36" name="Shape 33"/>
          <p:cNvSpPr/>
          <p:nvPr/>
        </p:nvSpPr>
        <p:spPr>
          <a:xfrm>
            <a:off x="2803550" y="3813048"/>
            <a:ext cx="2072030" cy="960120"/>
          </a:xfrm>
          <a:prstGeom prst="roundRect">
            <a:avLst>
              <a:gd name="adj" fmla="val 7619"/>
            </a:avLst>
          </a:prstGeom>
          <a:solidFill>
            <a:schemeClr val="accent1"/>
          </a:solidFill>
          <a:ln w="12700">
            <a:solidFill>
              <a:srgbClr val="FFFFFF">
                <a:alpha val="0"/>
              </a:srgbClr>
            </a:solidFill>
            <a:prstDash val="solid"/>
          </a:ln>
        </p:spPr>
      </p:sp>
      <p:sp>
        <p:nvSpPr>
          <p:cNvPr id="37" name="Text 34"/>
          <p:cNvSpPr txBox="1"/>
          <p:nvPr/>
        </p:nvSpPr>
        <p:spPr>
          <a:xfrm>
            <a:off x="2803550" y="3813048"/>
            <a:ext cx="2072030" cy="960120"/>
          </a:xfrm>
          <a:prstGeom prst="rect">
            <a:avLst/>
          </a:prstGeom>
          <a:noFill/>
          <a:ln/>
        </p:spPr>
        <p:txBody>
          <a:bodyPr wrap="square" lIns="0" tIns="0" rIns="0" bIns="0" rtlCol="0" anchor="ctr"/>
          <a:lstStyle/>
          <a:p>
            <a:pPr algn="ctr" indent="0" marL="0">
              <a:buNone/>
            </a:pPr>
            <a:r>
              <a:rPr lang="en-US" sz="3400" b="1" dirty="0">
                <a:solidFill>
                  <a:schemeClr val="bg1"/>
                </a:solidFill>
                <a:latin typeface="+mj-lt" pitchFamily="34" charset="0"/>
                <a:ea typeface="+mj-lt" pitchFamily="34" charset="-122"/>
                <a:cs typeface="+mj-lt" pitchFamily="34" charset="-120"/>
              </a:rPr>
              <a:t>terug</a:t>
            </a:r>
            <a:endParaRPr lang="en-US" sz="3400" dirty="0"/>
          </a:p>
        </p:txBody>
      </p:sp>
      <p:sp>
        <p:nvSpPr>
          <p:cNvPr id="38" name="Text 35"/>
          <p:cNvSpPr txBox="1"/>
          <p:nvPr/>
        </p:nvSpPr>
        <p:spPr>
          <a:xfrm>
            <a:off x="2803550" y="4818888"/>
            <a:ext cx="2072030" cy="457200"/>
          </a:xfrm>
          <a:prstGeom prst="rect">
            <a:avLst/>
          </a:prstGeom>
          <a:noFill/>
          <a:ln/>
        </p:spPr>
        <p:txBody>
          <a:bodyPr wrap="square" lIns="0" tIns="0" rIns="0" bIns="0" rtlCol="0" anchor="ctr"/>
          <a:lstStyle/>
          <a:p>
            <a:pPr algn="ctr" indent="0" marL="0">
              <a:buNone/>
            </a:pPr>
            <a:r>
              <a:rPr lang="en-US" sz="2000" b="1" dirty="0">
                <a:solidFill>
                  <a:schemeClr val="accent1"/>
                </a:solidFill>
              </a:rPr>
              <a:t>↩</a:t>
            </a:r>
            <a:endParaRPr lang="en-US" sz="2000" dirty="0"/>
          </a:p>
        </p:txBody>
      </p:sp>
      <p:sp>
        <p:nvSpPr>
          <p:cNvPr id="39" name="Text 36"/>
          <p:cNvSpPr txBox="1"/>
          <p:nvPr/>
        </p:nvSpPr>
        <p:spPr>
          <a:xfrm>
            <a:off x="2894990" y="5184648"/>
            <a:ext cx="1889150" cy="594360"/>
          </a:xfrm>
          <a:prstGeom prst="rect">
            <a:avLst/>
          </a:prstGeom>
          <a:noFill/>
          <a:ln/>
        </p:spPr>
        <p:txBody>
          <a:bodyPr wrap="square" lIns="0" tIns="0" rIns="0" bIns="0" rtlCol="0" anchor="ctr"/>
          <a:lstStyle/>
          <a:p>
            <a:pPr algn="ctr" indent="0" marL="0">
              <a:buNone/>
            </a:pPr>
            <a:r>
              <a:rPr lang="en-US" sz="1500" i="1" dirty="0">
                <a:solidFill>
                  <a:schemeClr val="tx1"/>
                </a:solidFill>
              </a:rPr>
              <a:t>terugbellen · terugkomen</a:t>
            </a:r>
            <a:endParaRPr lang="en-US" sz="1500" dirty="0"/>
          </a:p>
        </p:txBody>
      </p:sp>
      <p:sp>
        <p:nvSpPr>
          <p:cNvPr id="40" name="Shape 37"/>
          <p:cNvSpPr/>
          <p:nvPr/>
        </p:nvSpPr>
        <p:spPr>
          <a:xfrm>
            <a:off x="5058461" y="3813048"/>
            <a:ext cx="2072030" cy="2011680"/>
          </a:xfrm>
          <a:prstGeom prst="roundRect">
            <a:avLst>
              <a:gd name="adj" fmla="val 3636"/>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41" name="Shape 38"/>
          <p:cNvSpPr/>
          <p:nvPr/>
        </p:nvSpPr>
        <p:spPr>
          <a:xfrm>
            <a:off x="5058461" y="3813048"/>
            <a:ext cx="2072030" cy="960120"/>
          </a:xfrm>
          <a:prstGeom prst="roundRect">
            <a:avLst>
              <a:gd name="adj" fmla="val 7619"/>
            </a:avLst>
          </a:prstGeom>
          <a:solidFill>
            <a:schemeClr val="accent1"/>
          </a:solidFill>
          <a:ln w="12700">
            <a:solidFill>
              <a:srgbClr val="FFFFFF">
                <a:alpha val="0"/>
              </a:srgbClr>
            </a:solidFill>
            <a:prstDash val="solid"/>
          </a:ln>
        </p:spPr>
      </p:sp>
      <p:sp>
        <p:nvSpPr>
          <p:cNvPr id="42" name="Text 39"/>
          <p:cNvSpPr txBox="1"/>
          <p:nvPr/>
        </p:nvSpPr>
        <p:spPr>
          <a:xfrm>
            <a:off x="5058461" y="3813048"/>
            <a:ext cx="2072030" cy="960120"/>
          </a:xfrm>
          <a:prstGeom prst="rect">
            <a:avLst/>
          </a:prstGeom>
          <a:noFill/>
          <a:ln/>
        </p:spPr>
        <p:txBody>
          <a:bodyPr wrap="square" lIns="0" tIns="0" rIns="0" bIns="0" rtlCol="0" anchor="ctr"/>
          <a:lstStyle/>
          <a:p>
            <a:pPr algn="ctr" indent="0" marL="0">
              <a:buNone/>
            </a:pPr>
            <a:r>
              <a:rPr lang="en-US" sz="3400" b="1" dirty="0">
                <a:solidFill>
                  <a:schemeClr val="bg1"/>
                </a:solidFill>
                <a:latin typeface="+mj-lt" pitchFamily="34" charset="0"/>
                <a:ea typeface="+mj-lt" pitchFamily="34" charset="-122"/>
                <a:cs typeface="+mj-lt" pitchFamily="34" charset="-120"/>
              </a:rPr>
              <a:t>aan</a:t>
            </a:r>
            <a:endParaRPr lang="en-US" sz="3400" dirty="0"/>
          </a:p>
        </p:txBody>
      </p:sp>
      <p:sp>
        <p:nvSpPr>
          <p:cNvPr id="43" name="Text 40"/>
          <p:cNvSpPr txBox="1"/>
          <p:nvPr/>
        </p:nvSpPr>
        <p:spPr>
          <a:xfrm>
            <a:off x="5058461" y="4818888"/>
            <a:ext cx="2072030" cy="457200"/>
          </a:xfrm>
          <a:prstGeom prst="rect">
            <a:avLst/>
          </a:prstGeom>
          <a:noFill/>
          <a:ln/>
        </p:spPr>
        <p:txBody>
          <a:bodyPr wrap="square" lIns="0" tIns="0" rIns="0" bIns="0" rtlCol="0" anchor="ctr"/>
          <a:lstStyle/>
          <a:p>
            <a:pPr algn="ctr" indent="0" marL="0">
              <a:buNone/>
            </a:pPr>
            <a:r>
              <a:rPr lang="en-US" sz="2000" b="1" dirty="0">
                <a:solidFill>
                  <a:schemeClr val="accent1"/>
                </a:solidFill>
              </a:rPr>
              <a:t>●</a:t>
            </a:r>
            <a:endParaRPr lang="en-US" sz="2000" dirty="0"/>
          </a:p>
        </p:txBody>
      </p:sp>
      <p:sp>
        <p:nvSpPr>
          <p:cNvPr id="44" name="Text 41"/>
          <p:cNvSpPr txBox="1"/>
          <p:nvPr/>
        </p:nvSpPr>
        <p:spPr>
          <a:xfrm>
            <a:off x="5149901" y="5184648"/>
            <a:ext cx="1889150" cy="594360"/>
          </a:xfrm>
          <a:prstGeom prst="rect">
            <a:avLst/>
          </a:prstGeom>
          <a:noFill/>
          <a:ln/>
        </p:spPr>
        <p:txBody>
          <a:bodyPr wrap="square" lIns="0" tIns="0" rIns="0" bIns="0" rtlCol="0" anchor="ctr"/>
          <a:lstStyle/>
          <a:p>
            <a:pPr algn="ctr" indent="0" marL="0">
              <a:buNone/>
            </a:pPr>
            <a:r>
              <a:rPr lang="en-US" sz="1500" i="1" dirty="0">
                <a:solidFill>
                  <a:schemeClr val="tx1"/>
                </a:solidFill>
              </a:rPr>
              <a:t>aankomen · aandoen</a:t>
            </a:r>
            <a:endParaRPr lang="en-US" sz="1500" dirty="0"/>
          </a:p>
        </p:txBody>
      </p:sp>
      <p:sp>
        <p:nvSpPr>
          <p:cNvPr id="45" name="Shape 42"/>
          <p:cNvSpPr/>
          <p:nvPr/>
        </p:nvSpPr>
        <p:spPr>
          <a:xfrm>
            <a:off x="7313371" y="3813048"/>
            <a:ext cx="2072030" cy="2011680"/>
          </a:xfrm>
          <a:prstGeom prst="roundRect">
            <a:avLst>
              <a:gd name="adj" fmla="val 3636"/>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46" name="Shape 43"/>
          <p:cNvSpPr/>
          <p:nvPr/>
        </p:nvSpPr>
        <p:spPr>
          <a:xfrm>
            <a:off x="7313371" y="3813048"/>
            <a:ext cx="2072030" cy="960120"/>
          </a:xfrm>
          <a:prstGeom prst="roundRect">
            <a:avLst>
              <a:gd name="adj" fmla="val 7619"/>
            </a:avLst>
          </a:prstGeom>
          <a:solidFill>
            <a:schemeClr val="accent1"/>
          </a:solidFill>
          <a:ln w="12700">
            <a:solidFill>
              <a:srgbClr val="FFFFFF">
                <a:alpha val="0"/>
              </a:srgbClr>
            </a:solidFill>
            <a:prstDash val="solid"/>
          </a:ln>
        </p:spPr>
      </p:sp>
      <p:sp>
        <p:nvSpPr>
          <p:cNvPr id="47" name="Text 44"/>
          <p:cNvSpPr txBox="1"/>
          <p:nvPr/>
        </p:nvSpPr>
        <p:spPr>
          <a:xfrm>
            <a:off x="7313371" y="3813048"/>
            <a:ext cx="2072030" cy="960120"/>
          </a:xfrm>
          <a:prstGeom prst="rect">
            <a:avLst/>
          </a:prstGeom>
          <a:noFill/>
          <a:ln/>
        </p:spPr>
        <p:txBody>
          <a:bodyPr wrap="square" lIns="0" tIns="0" rIns="0" bIns="0" rtlCol="0" anchor="ctr"/>
          <a:lstStyle/>
          <a:p>
            <a:pPr algn="ctr" indent="0" marL="0">
              <a:buNone/>
            </a:pPr>
            <a:r>
              <a:rPr lang="en-US" sz="3400" b="1" dirty="0">
                <a:solidFill>
                  <a:schemeClr val="bg1"/>
                </a:solidFill>
                <a:latin typeface="+mj-lt" pitchFamily="34" charset="0"/>
                <a:ea typeface="+mj-lt" pitchFamily="34" charset="-122"/>
                <a:cs typeface="+mj-lt" pitchFamily="34" charset="-120"/>
              </a:rPr>
              <a:t>door</a:t>
            </a:r>
            <a:endParaRPr lang="en-US" sz="3400" dirty="0"/>
          </a:p>
        </p:txBody>
      </p:sp>
      <p:sp>
        <p:nvSpPr>
          <p:cNvPr id="48" name="Text 45"/>
          <p:cNvSpPr txBox="1"/>
          <p:nvPr/>
        </p:nvSpPr>
        <p:spPr>
          <a:xfrm>
            <a:off x="7313371" y="4818888"/>
            <a:ext cx="2072030" cy="457200"/>
          </a:xfrm>
          <a:prstGeom prst="rect">
            <a:avLst/>
          </a:prstGeom>
          <a:noFill/>
          <a:ln/>
        </p:spPr>
        <p:txBody>
          <a:bodyPr wrap="square" lIns="0" tIns="0" rIns="0" bIns="0" rtlCol="0" anchor="ctr"/>
          <a:lstStyle/>
          <a:p>
            <a:pPr algn="ctr" indent="0" marL="0">
              <a:buNone/>
            </a:pPr>
            <a:r>
              <a:rPr lang="en-US" sz="2000" b="1" dirty="0">
                <a:solidFill>
                  <a:schemeClr val="accent1"/>
                </a:solidFill>
              </a:rPr>
              <a:t>→→</a:t>
            </a:r>
            <a:endParaRPr lang="en-US" sz="2000" dirty="0"/>
          </a:p>
        </p:txBody>
      </p:sp>
      <p:sp>
        <p:nvSpPr>
          <p:cNvPr id="49" name="Text 46"/>
          <p:cNvSpPr txBox="1"/>
          <p:nvPr/>
        </p:nvSpPr>
        <p:spPr>
          <a:xfrm>
            <a:off x="7404811" y="5184648"/>
            <a:ext cx="1889150" cy="594360"/>
          </a:xfrm>
          <a:prstGeom prst="rect">
            <a:avLst/>
          </a:prstGeom>
          <a:noFill/>
          <a:ln/>
        </p:spPr>
        <p:txBody>
          <a:bodyPr wrap="square" lIns="0" tIns="0" rIns="0" bIns="0" rtlCol="0" anchor="ctr"/>
          <a:lstStyle/>
          <a:p>
            <a:pPr algn="ctr" indent="0" marL="0">
              <a:buNone/>
            </a:pPr>
            <a:r>
              <a:rPr lang="en-US" sz="1500" i="1" dirty="0">
                <a:solidFill>
                  <a:schemeClr val="tx1"/>
                </a:solidFill>
              </a:rPr>
              <a:t>doorgeven</a:t>
            </a:r>
            <a:endParaRPr lang="en-US" sz="1500" dirty="0"/>
          </a:p>
        </p:txBody>
      </p:sp>
      <p:sp>
        <p:nvSpPr>
          <p:cNvPr id="50" name="Shape 47"/>
          <p:cNvSpPr/>
          <p:nvPr/>
        </p:nvSpPr>
        <p:spPr>
          <a:xfrm>
            <a:off x="9568282" y="3813048"/>
            <a:ext cx="2072030" cy="2011680"/>
          </a:xfrm>
          <a:prstGeom prst="roundRect">
            <a:avLst>
              <a:gd name="adj" fmla="val 3636"/>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51" name="Shape 48"/>
          <p:cNvSpPr/>
          <p:nvPr/>
        </p:nvSpPr>
        <p:spPr>
          <a:xfrm>
            <a:off x="9568282" y="3813048"/>
            <a:ext cx="2072030" cy="960120"/>
          </a:xfrm>
          <a:prstGeom prst="roundRect">
            <a:avLst>
              <a:gd name="adj" fmla="val 7619"/>
            </a:avLst>
          </a:prstGeom>
          <a:solidFill>
            <a:schemeClr val="accent1"/>
          </a:solidFill>
          <a:ln w="12700">
            <a:solidFill>
              <a:srgbClr val="FFFFFF">
                <a:alpha val="0"/>
              </a:srgbClr>
            </a:solidFill>
            <a:prstDash val="solid"/>
          </a:ln>
        </p:spPr>
      </p:sp>
      <p:sp>
        <p:nvSpPr>
          <p:cNvPr id="52" name="Text 49"/>
          <p:cNvSpPr txBox="1"/>
          <p:nvPr/>
        </p:nvSpPr>
        <p:spPr>
          <a:xfrm>
            <a:off x="9568282" y="3813048"/>
            <a:ext cx="2072030" cy="960120"/>
          </a:xfrm>
          <a:prstGeom prst="rect">
            <a:avLst/>
          </a:prstGeom>
          <a:noFill/>
          <a:ln/>
        </p:spPr>
        <p:txBody>
          <a:bodyPr wrap="square" lIns="0" tIns="0" rIns="0" bIns="0" rtlCol="0" anchor="ctr"/>
          <a:lstStyle/>
          <a:p>
            <a:pPr algn="ctr" indent="0" marL="0">
              <a:buNone/>
            </a:pPr>
            <a:r>
              <a:rPr lang="en-US" sz="3400" b="1" dirty="0">
                <a:solidFill>
                  <a:schemeClr val="bg1"/>
                </a:solidFill>
                <a:latin typeface="+mj-lt" pitchFamily="34" charset="0"/>
                <a:ea typeface="+mj-lt" pitchFamily="34" charset="-122"/>
                <a:cs typeface="+mj-lt" pitchFamily="34" charset="-120"/>
              </a:rPr>
              <a:t>samen</a:t>
            </a:r>
            <a:endParaRPr lang="en-US" sz="3400" dirty="0"/>
          </a:p>
        </p:txBody>
      </p:sp>
      <p:sp>
        <p:nvSpPr>
          <p:cNvPr id="53" name="Text 50"/>
          <p:cNvSpPr txBox="1"/>
          <p:nvPr/>
        </p:nvSpPr>
        <p:spPr>
          <a:xfrm>
            <a:off x="9568282" y="4818888"/>
            <a:ext cx="2072030" cy="457200"/>
          </a:xfrm>
          <a:prstGeom prst="rect">
            <a:avLst/>
          </a:prstGeom>
          <a:noFill/>
          <a:ln/>
        </p:spPr>
        <p:txBody>
          <a:bodyPr wrap="square" lIns="0" tIns="0" rIns="0" bIns="0" rtlCol="0" anchor="ctr"/>
          <a:lstStyle/>
          <a:p>
            <a:pPr algn="ctr" indent="0" marL="0">
              <a:buNone/>
            </a:pPr>
            <a:r>
              <a:rPr lang="en-US" sz="2000" b="1" dirty="0">
                <a:solidFill>
                  <a:schemeClr val="accent1"/>
                </a:solidFill>
              </a:rPr>
              <a:t>⇄</a:t>
            </a:r>
            <a:endParaRPr lang="en-US" sz="2000" dirty="0"/>
          </a:p>
        </p:txBody>
      </p:sp>
      <p:sp>
        <p:nvSpPr>
          <p:cNvPr id="54" name="Text 51"/>
          <p:cNvSpPr txBox="1"/>
          <p:nvPr/>
        </p:nvSpPr>
        <p:spPr>
          <a:xfrm>
            <a:off x="9659722" y="5184648"/>
            <a:ext cx="1889150" cy="594360"/>
          </a:xfrm>
          <a:prstGeom prst="rect">
            <a:avLst/>
          </a:prstGeom>
          <a:noFill/>
          <a:ln/>
        </p:spPr>
        <p:txBody>
          <a:bodyPr wrap="square" lIns="0" tIns="0" rIns="0" bIns="0" rtlCol="0" anchor="ctr"/>
          <a:lstStyle/>
          <a:p>
            <a:pPr algn="ctr" indent="0" marL="0">
              <a:buNone/>
            </a:pPr>
            <a:r>
              <a:rPr lang="en-US" sz="1500" i="1" dirty="0">
                <a:solidFill>
                  <a:schemeClr val="tx1"/>
                </a:solidFill>
              </a:rPr>
              <a:t>samenwerken</a:t>
            </a:r>
            <a:endParaRPr lang="en-US" sz="1500" dirty="0"/>
          </a:p>
        </p:txBody>
      </p:sp>
      <p:sp>
        <p:nvSpPr>
          <p:cNvPr id="55" name="Text 52"/>
          <p:cNvSpPr txBox="1"/>
          <p:nvPr/>
        </p:nvSpPr>
        <p:spPr>
          <a:xfrm>
            <a:off x="548640" y="5989320"/>
            <a:ext cx="11091672" cy="320040"/>
          </a:xfrm>
          <a:prstGeom prst="rect">
            <a:avLst/>
          </a:prstGeom>
          <a:noFill/>
          <a:ln/>
        </p:spPr>
        <p:txBody>
          <a:bodyPr wrap="square" lIns="0" tIns="0" rIns="0" bIns="0" rtlCol="0" anchor="t"/>
          <a:lstStyle/>
          <a:p>
            <a:pPr algn="ctr" indent="0" marL="0">
              <a:buNone/>
            </a:pPr>
            <a:r>
              <a:rPr lang="en-US" sz="1500" i="1" dirty="0">
                <a:solidFill>
                  <a:schemeClr val="accent5"/>
                </a:solidFill>
              </a:rPr>
              <a:t>L’« idée » de la particule aide souvent… mais pas toujours : </a:t>
            </a:r>
            <a:r>
              <a:rPr lang="en-US" sz="1500" i="1" dirty="0">
                <a:solidFill>
                  <a:schemeClr val="accent5"/>
                </a:solidFill>
              </a:rPr>
              <a:t>afspreken</a:t>
            </a:r>
            <a:r>
              <a:rPr lang="en-US" sz="1500" i="1" dirty="0">
                <a:solidFill>
                  <a:schemeClr val="accent5"/>
                </a:solidFill>
              </a:rPr>
              <a:t> = fixer un rendez-vous.</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Séparable ou inséparable ?</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54480"/>
            <a:ext cx="5413248" cy="2514600"/>
          </a:xfrm>
          <a:prstGeom prst="roundRect">
            <a:avLst>
              <a:gd name="adj" fmla="val 2909"/>
            </a:avLst>
          </a:prstGeom>
          <a:solidFill>
            <a:schemeClr val="bg1"/>
          </a:solidFill>
          <a:ln w="31750">
            <a:solidFill>
              <a:srgbClr val="D9700F"/>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554480"/>
            <a:ext cx="5413248" cy="548640"/>
          </a:xfrm>
          <a:prstGeom prst="roundRect">
            <a:avLst>
              <a:gd name="adj" fmla="val 13333"/>
            </a:avLst>
          </a:prstGeom>
          <a:solidFill>
            <a:schemeClr val="accent1"/>
          </a:solidFill>
          <a:ln w="12700">
            <a:solidFill>
              <a:srgbClr val="FFFFFF">
                <a:alpha val="0"/>
              </a:srgbClr>
            </a:solidFill>
            <a:prstDash val="solid"/>
          </a:ln>
        </p:spPr>
      </p:sp>
      <p:pic>
        <p:nvPicPr>
          <p:cNvPr id="7" name="Image 0" descr="Cut">    </p:cNvPr>
          <p:cNvPicPr>
            <a:picLocks noChangeAspect="1"/>
          </p:cNvPicPr>
          <p:nvPr/>
        </p:nvPicPr>
        <p:blipFill>
          <a:blip r:embed="rId1"/>
          <a:stretch>
            <a:fillRect/>
          </a:stretch>
        </p:blipFill>
        <p:spPr>
          <a:xfrm>
            <a:off x="731520" y="1664208"/>
            <a:ext cx="329184" cy="329184"/>
          </a:xfrm>
          <a:prstGeom prst="rect">
            <a:avLst/>
          </a:prstGeom>
        </p:spPr>
      </p:pic>
      <p:sp>
        <p:nvSpPr>
          <p:cNvPr id="8" name="Text 4"/>
          <p:cNvSpPr txBox="1"/>
          <p:nvPr/>
        </p:nvSpPr>
        <p:spPr>
          <a:xfrm>
            <a:off x="1188720" y="1554480"/>
            <a:ext cx="4572000" cy="548640"/>
          </a:xfrm>
          <a:prstGeom prst="rect">
            <a:avLst/>
          </a:prstGeom>
          <a:noFill/>
          <a:ln/>
        </p:spPr>
        <p:txBody>
          <a:bodyPr wrap="square" lIns="0" tIns="0" rIns="0" bIns="0" rtlCol="0" anchor="ctr"/>
          <a:lstStyle/>
          <a:p>
            <a:pPr algn="l" indent="0" marL="0">
              <a:buNone/>
            </a:pPr>
            <a:r>
              <a:rPr lang="en-US" sz="1800" b="1" spc="200" kern="0" dirty="0">
                <a:solidFill>
                  <a:schemeClr val="bg1"/>
                </a:solidFill>
              </a:rPr>
              <a:t>SÉPARABLE</a:t>
            </a:r>
            <a:endParaRPr lang="en-US" sz="1800" dirty="0"/>
          </a:p>
        </p:txBody>
      </p:sp>
      <p:sp>
        <p:nvSpPr>
          <p:cNvPr id="9" name="Text 5"/>
          <p:cNvSpPr txBox="1"/>
          <p:nvPr/>
        </p:nvSpPr>
        <p:spPr>
          <a:xfrm>
            <a:off x="822960" y="2194560"/>
            <a:ext cx="4937760" cy="1783080"/>
          </a:xfrm>
          <a:prstGeom prst="rect">
            <a:avLst/>
          </a:prstGeom>
          <a:noFill/>
          <a:ln/>
        </p:spPr>
        <p:txBody>
          <a:bodyPr wrap="square" lIns="0" tIns="0" rIns="0" bIns="0" rtlCol="0" anchor="ctr"/>
          <a:lstStyle/>
          <a:p>
            <a:pPr algn="l" indent="0" marL="0">
              <a:spcAft>
                <a:spcPts val="800"/>
              </a:spcAft>
              <a:buNone/>
            </a:pPr>
            <a:r>
              <a:rPr lang="en-US" sz="2000" i="1" dirty="0">
                <a:solidFill>
                  <a:schemeClr val="tx1"/>
                </a:solidFill>
              </a:rPr>
              <a:t>Ik </a:t>
            </a:r>
            <a:r>
              <a:rPr lang="en-US" sz="2000" b="1" i="1" dirty="0">
                <a:solidFill>
                  <a:schemeClr val="accent6"/>
                </a:solidFill>
              </a:rPr>
              <a:t>sta</a:t>
            </a:r>
            <a:r>
              <a:rPr lang="en-US" sz="2000" i="1" dirty="0">
                <a:solidFill>
                  <a:schemeClr val="tx1"/>
                </a:solidFill>
              </a:rPr>
              <a:t> </a:t>
            </a:r>
            <a:r>
              <a:rPr lang="en-US" sz="2000" b="1" i="1" dirty="0">
                <a:solidFill>
                  <a:schemeClr val="accent1"/>
                </a:solidFill>
              </a:rPr>
              <a:t>op</a:t>
            </a:r>
            <a:r>
              <a:rPr lang="en-US" sz="2000" i="1" dirty="0">
                <a:solidFill>
                  <a:schemeClr val="tx1"/>
                </a:solidFill>
              </a:rPr>
              <a:t>.</a:t>
            </a:r>
            <a:endParaRPr lang="en-US" sz="2000" dirty="0"/>
          </a:p>
          <a:p>
            <a:pPr algn="l" indent="0" marL="0">
              <a:spcAft>
                <a:spcPts val="800"/>
              </a:spcAft>
              <a:buNone/>
            </a:pPr>
            <a:r>
              <a:rPr lang="en-US" sz="2000" i="1" dirty="0">
                <a:solidFill>
                  <a:schemeClr val="tx1"/>
                </a:solidFill>
              </a:rPr>
              <a:t>Ik </a:t>
            </a:r>
            <a:r>
              <a:rPr lang="en-US" sz="2000" b="1" i="1" dirty="0">
                <a:solidFill>
                  <a:schemeClr val="accent6"/>
                </a:solidFill>
              </a:rPr>
              <a:t>neem</a:t>
            </a:r>
            <a:r>
              <a:rPr lang="en-US" sz="2000" i="1" dirty="0">
                <a:solidFill>
                  <a:schemeClr val="tx1"/>
                </a:solidFill>
              </a:rPr>
              <a:t> mijn laptop </a:t>
            </a:r>
            <a:r>
              <a:rPr lang="en-US" sz="2000" b="1" i="1" dirty="0">
                <a:solidFill>
                  <a:schemeClr val="accent1"/>
                </a:solidFill>
              </a:rPr>
              <a:t>mee</a:t>
            </a:r>
            <a:r>
              <a:rPr lang="en-US" sz="2000" i="1" dirty="0">
                <a:solidFill>
                  <a:schemeClr val="tx1"/>
                </a:solidFill>
              </a:rPr>
              <a:t>.</a:t>
            </a:r>
            <a:endParaRPr lang="en-US" sz="2000" dirty="0"/>
          </a:p>
          <a:p>
            <a:pPr algn="l" indent="0" marL="0">
              <a:spcAft>
                <a:spcPts val="800"/>
              </a:spcAft>
              <a:buNone/>
            </a:pPr>
            <a:r>
              <a:rPr lang="en-US" sz="2000" i="1" dirty="0">
                <a:solidFill>
                  <a:schemeClr val="tx1"/>
                </a:solidFill>
              </a:rPr>
              <a:t>Ik </a:t>
            </a:r>
            <a:r>
              <a:rPr lang="en-US" sz="2000" b="1" i="1" dirty="0">
                <a:solidFill>
                  <a:schemeClr val="accent6"/>
                </a:solidFill>
              </a:rPr>
              <a:t>log</a:t>
            </a:r>
            <a:r>
              <a:rPr lang="en-US" sz="2000" i="1" dirty="0">
                <a:solidFill>
                  <a:schemeClr val="tx1"/>
                </a:solidFill>
              </a:rPr>
              <a:t> om 9 uur </a:t>
            </a:r>
            <a:r>
              <a:rPr lang="en-US" sz="2000" b="1" i="1" dirty="0">
                <a:solidFill>
                  <a:schemeClr val="accent1"/>
                </a:solidFill>
              </a:rPr>
              <a:t>in</a:t>
            </a:r>
            <a:r>
              <a:rPr lang="en-US" sz="2000" i="1" dirty="0">
                <a:solidFill>
                  <a:schemeClr val="tx1"/>
                </a:solidFill>
              </a:rPr>
              <a:t>.</a:t>
            </a:r>
            <a:endParaRPr lang="en-US" sz="2000" dirty="0"/>
          </a:p>
        </p:txBody>
      </p:sp>
      <p:sp>
        <p:nvSpPr>
          <p:cNvPr id="10" name="Shape 6"/>
          <p:cNvSpPr/>
          <p:nvPr/>
        </p:nvSpPr>
        <p:spPr>
          <a:xfrm>
            <a:off x="6227064" y="1554480"/>
            <a:ext cx="5413248" cy="2514600"/>
          </a:xfrm>
          <a:prstGeom prst="roundRect">
            <a:avLst>
              <a:gd name="adj" fmla="val 2909"/>
            </a:avLst>
          </a:prstGeom>
          <a:solidFill>
            <a:schemeClr val="bg1"/>
          </a:solidFill>
          <a:ln w="31750">
            <a:solidFill>
              <a:srgbClr val="17375E"/>
            </a:solidFill>
            <a:prstDash val="solid"/>
          </a:ln>
          <a:effectLst>
            <a:outerShdw sx="100000" sy="100000" kx="0" ky="0" algn="bl" rotWithShape="0" blurRad="101600" dist="25400" dir="3600000">
              <a:srgbClr val="000000">
                <a:alpha val="16000"/>
              </a:srgbClr>
            </a:outerShdw>
          </a:effectLst>
        </p:spPr>
      </p:sp>
      <p:sp>
        <p:nvSpPr>
          <p:cNvPr id="11" name="Shape 7"/>
          <p:cNvSpPr/>
          <p:nvPr/>
        </p:nvSpPr>
        <p:spPr>
          <a:xfrm>
            <a:off x="6227064" y="1554480"/>
            <a:ext cx="5413248" cy="548640"/>
          </a:xfrm>
          <a:prstGeom prst="roundRect">
            <a:avLst>
              <a:gd name="adj" fmla="val 13333"/>
            </a:avLst>
          </a:prstGeom>
          <a:solidFill>
            <a:schemeClr val="tx2"/>
          </a:solidFill>
          <a:ln w="12700">
            <a:solidFill>
              <a:srgbClr val="FFFFFF">
                <a:alpha val="0"/>
              </a:srgbClr>
            </a:solidFill>
            <a:prstDash val="solid"/>
          </a:ln>
        </p:spPr>
      </p:sp>
      <p:pic>
        <p:nvPicPr>
          <p:cNvPr id="12" name="Image 1" descr="Lock">    </p:cNvPr>
          <p:cNvPicPr>
            <a:picLocks noChangeAspect="1"/>
          </p:cNvPicPr>
          <p:nvPr/>
        </p:nvPicPr>
        <p:blipFill>
          <a:blip r:embed="rId2"/>
          <a:stretch>
            <a:fillRect/>
          </a:stretch>
        </p:blipFill>
        <p:spPr>
          <a:xfrm>
            <a:off x="6409944" y="1664208"/>
            <a:ext cx="329184" cy="329184"/>
          </a:xfrm>
          <a:prstGeom prst="rect">
            <a:avLst/>
          </a:prstGeom>
        </p:spPr>
      </p:pic>
      <p:sp>
        <p:nvSpPr>
          <p:cNvPr id="13" name="Text 8"/>
          <p:cNvSpPr txBox="1"/>
          <p:nvPr/>
        </p:nvSpPr>
        <p:spPr>
          <a:xfrm>
            <a:off x="6867144" y="1554480"/>
            <a:ext cx="4572000" cy="548640"/>
          </a:xfrm>
          <a:prstGeom prst="rect">
            <a:avLst/>
          </a:prstGeom>
          <a:noFill/>
          <a:ln/>
        </p:spPr>
        <p:txBody>
          <a:bodyPr wrap="square" lIns="0" tIns="0" rIns="0" bIns="0" rtlCol="0" anchor="ctr"/>
          <a:lstStyle/>
          <a:p>
            <a:pPr algn="l" indent="0" marL="0">
              <a:buNone/>
            </a:pPr>
            <a:r>
              <a:rPr lang="en-US" sz="1800" b="1" spc="200" kern="0" dirty="0">
                <a:solidFill>
                  <a:schemeClr val="bg1"/>
                </a:solidFill>
              </a:rPr>
              <a:t>INSÉPARABLE</a:t>
            </a:r>
            <a:endParaRPr lang="en-US" sz="1800" dirty="0"/>
          </a:p>
        </p:txBody>
      </p:sp>
      <p:sp>
        <p:nvSpPr>
          <p:cNvPr id="14" name="Text 9"/>
          <p:cNvSpPr txBox="1"/>
          <p:nvPr/>
        </p:nvSpPr>
        <p:spPr>
          <a:xfrm>
            <a:off x="6501384" y="2194560"/>
            <a:ext cx="4937760" cy="1783080"/>
          </a:xfrm>
          <a:prstGeom prst="rect">
            <a:avLst/>
          </a:prstGeom>
          <a:noFill/>
          <a:ln/>
        </p:spPr>
        <p:txBody>
          <a:bodyPr wrap="square" lIns="0" tIns="0" rIns="0" bIns="0" rtlCol="0" anchor="ctr"/>
          <a:lstStyle/>
          <a:p>
            <a:pPr algn="l" indent="0" marL="0">
              <a:spcAft>
                <a:spcPts val="800"/>
              </a:spcAft>
              <a:buNone/>
            </a:pPr>
            <a:r>
              <a:rPr lang="en-US" sz="2000" i="1" dirty="0">
                <a:solidFill>
                  <a:schemeClr val="tx1"/>
                </a:solidFill>
              </a:rPr>
              <a:t>Ik </a:t>
            </a:r>
            <a:r>
              <a:rPr lang="en-US" sz="2000" b="1" i="1" dirty="0">
                <a:solidFill>
                  <a:schemeClr val="accent6"/>
                </a:solidFill>
              </a:rPr>
              <a:t>ontmoet</a:t>
            </a:r>
            <a:r>
              <a:rPr lang="en-US" sz="2000" i="1" dirty="0">
                <a:solidFill>
                  <a:schemeClr val="tx1"/>
                </a:solidFill>
              </a:rPr>
              <a:t> vandaag mijn directeur.</a:t>
            </a:r>
            <a:endParaRPr lang="en-US" sz="2000" dirty="0"/>
          </a:p>
          <a:p>
            <a:pPr algn="l" indent="0" marL="0">
              <a:spcAft>
                <a:spcPts val="800"/>
              </a:spcAft>
              <a:buNone/>
            </a:pPr>
            <a:r>
              <a:rPr lang="en-US" sz="2000" i="1" dirty="0">
                <a:solidFill>
                  <a:schemeClr val="tx1"/>
                </a:solidFill>
              </a:rPr>
              <a:t>Ik </a:t>
            </a:r>
            <a:r>
              <a:rPr lang="en-US" sz="2000" b="1" i="1" dirty="0">
                <a:solidFill>
                  <a:schemeClr val="accent6"/>
                </a:solidFill>
              </a:rPr>
              <a:t>vergeet</a:t>
            </a:r>
            <a:r>
              <a:rPr lang="en-US" sz="2000" i="1" dirty="0">
                <a:solidFill>
                  <a:schemeClr val="tx1"/>
                </a:solidFill>
              </a:rPr>
              <a:t> mijn badge.</a:t>
            </a:r>
            <a:endParaRPr lang="en-US" sz="2000" dirty="0"/>
          </a:p>
          <a:p>
            <a:pPr algn="l" indent="0" marL="0">
              <a:spcAft>
                <a:spcPts val="800"/>
              </a:spcAft>
              <a:buNone/>
            </a:pPr>
            <a:r>
              <a:rPr lang="en-US" sz="2000" i="1" dirty="0">
                <a:solidFill>
                  <a:schemeClr val="tx1"/>
                </a:solidFill>
              </a:rPr>
              <a:t>Ik </a:t>
            </a:r>
            <a:r>
              <a:rPr lang="en-US" sz="2000" b="1" i="1" dirty="0">
                <a:solidFill>
                  <a:schemeClr val="accent6"/>
                </a:solidFill>
              </a:rPr>
              <a:t>betaal</a:t>
            </a:r>
            <a:r>
              <a:rPr lang="en-US" sz="2000" i="1" dirty="0">
                <a:solidFill>
                  <a:schemeClr val="tx1"/>
                </a:solidFill>
              </a:rPr>
              <a:t> de rekening.</a:t>
            </a:r>
            <a:endParaRPr lang="en-US" sz="2000" dirty="0"/>
          </a:p>
        </p:txBody>
      </p:sp>
      <p:sp>
        <p:nvSpPr>
          <p:cNvPr id="15" name="Shape 10"/>
          <p:cNvSpPr/>
          <p:nvPr/>
        </p:nvSpPr>
        <p:spPr>
          <a:xfrm>
            <a:off x="548640" y="4251960"/>
            <a:ext cx="5413248" cy="2011680"/>
          </a:xfrm>
          <a:prstGeom prst="roundRect">
            <a:avLst>
              <a:gd name="adj" fmla="val 3636"/>
            </a:avLst>
          </a:prstGeom>
          <a:solidFill>
            <a:schemeClr val="tx2">
              <a:alpha val="10000"/>
            </a:schemeClr>
          </a:solidFill>
          <a:ln w="15875">
            <a:solidFill>
              <a:srgbClr val="17375E"/>
            </a:solidFill>
            <a:prstDash val="solid"/>
          </a:ln>
        </p:spPr>
      </p:sp>
      <p:sp>
        <p:nvSpPr>
          <p:cNvPr id="16" name="tag"/>
          <p:cNvSpPr/>
          <p:nvPr/>
        </p:nvSpPr>
        <p:spPr>
          <a:xfrm>
            <a:off x="731520" y="4389120"/>
            <a:ext cx="252557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TEST 1 · LE PRÉFIXE</a:t>
            </a:r>
            <a:endParaRPr lang="en-US" sz="1200" dirty="0"/>
          </a:p>
        </p:txBody>
      </p:sp>
      <p:sp>
        <p:nvSpPr>
          <p:cNvPr id="17" name="Text 12"/>
          <p:cNvSpPr txBox="1"/>
          <p:nvPr/>
        </p:nvSpPr>
        <p:spPr>
          <a:xfrm>
            <a:off x="777240" y="4800600"/>
            <a:ext cx="5029200" cy="1371600"/>
          </a:xfrm>
          <a:prstGeom prst="rect">
            <a:avLst/>
          </a:prstGeom>
          <a:noFill/>
          <a:ln/>
        </p:spPr>
        <p:txBody>
          <a:bodyPr wrap="square" lIns="0" tIns="0" rIns="0" bIns="0" rtlCol="0" anchor="ctr"/>
          <a:lstStyle/>
          <a:p>
            <a:pPr algn="l" indent="0" marL="0">
              <a:spcAft>
                <a:spcPts val="600"/>
              </a:spcAft>
              <a:buNone/>
            </a:pPr>
            <a:r>
              <a:rPr lang="en-US" sz="2000" b="1" dirty="0">
                <a:solidFill>
                  <a:schemeClr val="tx1"/>
                </a:solidFill>
              </a:rPr>
              <a:t>be- · ge- · ont- · ver- · er- · her-</a:t>
            </a:r>
            <a:endParaRPr lang="en-US" sz="2000" dirty="0"/>
          </a:p>
          <a:p>
            <a:pPr algn="l" indent="0" marL="0">
              <a:spcAft>
                <a:spcPts val="600"/>
              </a:spcAft>
              <a:buNone/>
            </a:pPr>
            <a:r>
              <a:rPr lang="en-US" sz="2000" dirty="0">
                <a:solidFill>
                  <a:schemeClr val="tx1"/>
                </a:solidFill>
              </a:rPr>
              <a:t>→ inséparable, un seul bloc</a:t>
            </a:r>
            <a:endParaRPr lang="en-US" sz="2000" dirty="0"/>
          </a:p>
        </p:txBody>
      </p:sp>
      <p:sp>
        <p:nvSpPr>
          <p:cNvPr id="18" name="Shape 13"/>
          <p:cNvSpPr/>
          <p:nvPr/>
        </p:nvSpPr>
        <p:spPr>
          <a:xfrm>
            <a:off x="6227064" y="4251960"/>
            <a:ext cx="5413248" cy="2011680"/>
          </a:xfrm>
          <a:prstGeom prst="roundRect">
            <a:avLst>
              <a:gd name="adj" fmla="val 3636"/>
            </a:avLst>
          </a:prstGeom>
          <a:solidFill>
            <a:schemeClr val="accent1">
              <a:alpha val="10000"/>
            </a:schemeClr>
          </a:solidFill>
          <a:ln w="15875">
            <a:solidFill>
              <a:srgbClr val="D9700F"/>
            </a:solidFill>
            <a:prstDash val="solid"/>
          </a:ln>
        </p:spPr>
      </p:sp>
      <p:sp>
        <p:nvSpPr>
          <p:cNvPr id="19" name="tag"/>
          <p:cNvSpPr/>
          <p:nvPr/>
        </p:nvSpPr>
        <p:spPr>
          <a:xfrm>
            <a:off x="6409944" y="4389120"/>
            <a:ext cx="230977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TEST 2 · L’ACCENT</a:t>
            </a:r>
            <a:endParaRPr lang="en-US" sz="1200" dirty="0"/>
          </a:p>
        </p:txBody>
      </p:sp>
      <p:sp>
        <p:nvSpPr>
          <p:cNvPr id="20" name="Text 15"/>
          <p:cNvSpPr txBox="1"/>
          <p:nvPr/>
        </p:nvSpPr>
        <p:spPr>
          <a:xfrm>
            <a:off x="6455664" y="4800600"/>
            <a:ext cx="5029200" cy="1371600"/>
          </a:xfrm>
          <a:prstGeom prst="rect">
            <a:avLst/>
          </a:prstGeom>
          <a:noFill/>
          <a:ln/>
        </p:spPr>
        <p:txBody>
          <a:bodyPr wrap="square" lIns="0" tIns="0" rIns="0" bIns="0" rtlCol="0" anchor="ctr"/>
          <a:lstStyle/>
          <a:p>
            <a:pPr algn="l" indent="0" marL="0">
              <a:spcAft>
                <a:spcPts val="800"/>
              </a:spcAft>
              <a:buNone/>
            </a:pPr>
            <a:r>
              <a:rPr lang="en-US" sz="1800" b="1" i="1" dirty="0">
                <a:solidFill>
                  <a:schemeClr val="tx1"/>
                </a:solidFill>
              </a:rPr>
              <a:t>ÓP</a:t>
            </a:r>
            <a:r>
              <a:rPr lang="en-US" sz="1800" i="1" dirty="0">
                <a:solidFill>
                  <a:schemeClr val="tx1"/>
                </a:solidFill>
              </a:rPr>
              <a:t>-staan</a:t>
            </a:r>
            <a:r>
              <a:rPr lang="en-US" sz="1800" dirty="0">
                <a:solidFill>
                  <a:schemeClr val="tx1"/>
                </a:solidFill>
              </a:rPr>
              <a:t> → accent sur la particule : </a:t>
            </a:r>
            <a:r>
              <a:rPr lang="en-US" sz="1800" b="1" dirty="0">
                <a:solidFill>
                  <a:schemeClr val="tx1"/>
                </a:solidFill>
              </a:rPr>
              <a:t>séparable</a:t>
            </a:r>
            <a:endParaRPr lang="en-US" sz="1800" dirty="0"/>
          </a:p>
          <a:p>
            <a:pPr algn="l" indent="0" marL="0">
              <a:spcAft>
                <a:spcPts val="800"/>
              </a:spcAft>
              <a:buNone/>
            </a:pPr>
            <a:r>
              <a:rPr lang="en-US" sz="1800" i="1" dirty="0">
                <a:solidFill>
                  <a:schemeClr val="tx1"/>
                </a:solidFill>
              </a:rPr>
              <a:t>ver-</a:t>
            </a:r>
            <a:r>
              <a:rPr lang="en-US" sz="1800" b="1" i="1" dirty="0">
                <a:solidFill>
                  <a:schemeClr val="tx1"/>
                </a:solidFill>
              </a:rPr>
              <a:t>GÉ</a:t>
            </a:r>
            <a:r>
              <a:rPr lang="en-US" sz="1800" i="1" dirty="0">
                <a:solidFill>
                  <a:schemeClr val="tx1"/>
                </a:solidFill>
              </a:rPr>
              <a:t>-ten</a:t>
            </a:r>
            <a:r>
              <a:rPr lang="en-US" sz="1800" dirty="0">
                <a:solidFill>
                  <a:schemeClr val="tx1"/>
                </a:solidFill>
              </a:rPr>
              <a:t> → accent sur le verbe : </a:t>
            </a:r>
            <a:r>
              <a:rPr lang="en-US" sz="1800" b="1" dirty="0">
                <a:solidFill>
                  <a:schemeClr val="tx1"/>
                </a:solidFill>
              </a:rPr>
              <a:t>inséparable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au présent, on ne colle pas</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54480"/>
            <a:ext cx="11091672" cy="2240280"/>
          </a:xfrm>
          <a:prstGeom prst="roundRect">
            <a:avLst>
              <a:gd name="adj" fmla="val 3265"/>
            </a:avLst>
          </a:prstGeom>
          <a:solidFill>
            <a:schemeClr val="accent6">
              <a:alpha val="7000"/>
            </a:schemeClr>
          </a:solidFill>
          <a:ln w="12700">
            <a:solidFill>
              <a:srgbClr val="B83227">
                <a:alpha val="60000"/>
              </a:srgbClr>
            </a:solidFill>
            <a:prstDash val="solid"/>
          </a:ln>
        </p:spPr>
      </p:sp>
      <p:sp>
        <p:nvSpPr>
          <p:cNvPr id="6" name="tag"/>
          <p:cNvSpPr/>
          <p:nvPr/>
        </p:nvSpPr>
        <p:spPr>
          <a:xfrm>
            <a:off x="731520" y="1719072"/>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7" name="Text 4"/>
          <p:cNvSpPr txBox="1"/>
          <p:nvPr/>
        </p:nvSpPr>
        <p:spPr>
          <a:xfrm>
            <a:off x="822960" y="2057400"/>
            <a:ext cx="10543032" cy="731520"/>
          </a:xfrm>
          <a:prstGeom prst="rect">
            <a:avLst/>
          </a:prstGeom>
          <a:noFill/>
          <a:ln/>
        </p:spPr>
        <p:txBody>
          <a:bodyPr wrap="square" lIns="0" tIns="0" rIns="0" bIns="0" rtlCol="0" anchor="ctr"/>
          <a:lstStyle/>
          <a:p>
            <a:pPr algn="l" indent="0" marL="0">
              <a:buNone/>
            </a:pPr>
            <a:r>
              <a:rPr lang="en-US" sz="2400" dirty="0">
                <a:solidFill>
                  <a:schemeClr val="tx1"/>
                </a:solidFill>
              </a:rPr>
              <a:t>« Je me lève à 7 h. » → </a:t>
            </a:r>
            <a:r>
              <a:rPr lang="en-US" sz="2400" i="1" strike="sngStrike" dirty="0">
                <a:solidFill>
                  <a:schemeClr val="accent6"/>
                </a:solidFill>
              </a:rPr>
              <a:t>Ik opsta om 7 uur.</a:t>
            </a:r>
            <a:endParaRPr lang="en-US" sz="2400" dirty="0"/>
          </a:p>
        </p:txBody>
      </p:sp>
      <p:pic>
        <p:nvPicPr>
          <p:cNvPr id="8" name="Image 0" descr="ArrowDown">    </p:cNvPr>
          <p:cNvPicPr>
            <a:picLocks noChangeAspect="1"/>
          </p:cNvPicPr>
          <p:nvPr/>
        </p:nvPicPr>
        <p:blipFill>
          <a:blip r:embed="rId1"/>
          <a:stretch>
            <a:fillRect/>
          </a:stretch>
        </p:blipFill>
        <p:spPr>
          <a:xfrm>
            <a:off x="822960" y="2770632"/>
            <a:ext cx="237744" cy="237744"/>
          </a:xfrm>
          <a:prstGeom prst="rect">
            <a:avLst/>
          </a:prstGeom>
        </p:spPr>
      </p:pic>
      <p:sp>
        <p:nvSpPr>
          <p:cNvPr id="9" name="Shape 5"/>
          <p:cNvSpPr/>
          <p:nvPr/>
        </p:nvSpPr>
        <p:spPr>
          <a:xfrm>
            <a:off x="777240" y="2999232"/>
            <a:ext cx="10634472" cy="694944"/>
          </a:xfrm>
          <a:prstGeom prst="roundRect">
            <a:avLst>
              <a:gd name="adj" fmla="val 10526"/>
            </a:avLst>
          </a:prstGeom>
          <a:solidFill>
            <a:schemeClr val="accent3">
              <a:alpha val="12000"/>
            </a:schemeClr>
          </a:solidFill>
          <a:ln w="15875">
            <a:solidFill>
              <a:srgbClr val="2E7D4F"/>
            </a:solidFill>
            <a:prstDash val="solid"/>
          </a:ln>
        </p:spPr>
      </p:sp>
      <p:sp>
        <p:nvSpPr>
          <p:cNvPr id="10" name="Text 6"/>
          <p:cNvSpPr txBox="1"/>
          <p:nvPr/>
        </p:nvSpPr>
        <p:spPr>
          <a:xfrm>
            <a:off x="914400" y="2999232"/>
            <a:ext cx="10360152" cy="694944"/>
          </a:xfrm>
          <a:prstGeom prst="rect">
            <a:avLst/>
          </a:prstGeom>
          <a:noFill/>
          <a:ln/>
        </p:spPr>
        <p:txBody>
          <a:bodyPr wrap="square" lIns="0" tIns="0" rIns="0" bIns="0" rtlCol="0" anchor="ctr"/>
          <a:lstStyle/>
          <a:p>
            <a:pPr algn="l" indent="0" marL="0">
              <a:buNone/>
            </a:pPr>
            <a:r>
              <a:rPr lang="en-US" sz="2400" i="1" dirty="0">
                <a:solidFill>
                  <a:schemeClr val="tx1"/>
                </a:solidFill>
              </a:rPr>
              <a:t>Ik </a:t>
            </a:r>
            <a:r>
              <a:rPr lang="en-US" sz="2400" b="1" i="1" dirty="0">
                <a:solidFill>
                  <a:schemeClr val="accent6"/>
                </a:solidFill>
              </a:rPr>
              <a:t>sta</a:t>
            </a:r>
            <a:r>
              <a:rPr lang="en-US" sz="2400" i="1" dirty="0">
                <a:solidFill>
                  <a:schemeClr val="tx1"/>
                </a:solidFill>
              </a:rPr>
              <a:t> om 7 uur </a:t>
            </a:r>
            <a:r>
              <a:rPr lang="en-US" sz="2400" b="1" i="1" dirty="0">
                <a:solidFill>
                  <a:schemeClr val="accent1"/>
                </a:solidFill>
              </a:rPr>
              <a:t>op</a:t>
            </a:r>
            <a:r>
              <a:rPr lang="en-US" sz="2400" i="1" dirty="0">
                <a:solidFill>
                  <a:schemeClr val="tx1"/>
                </a:solidFill>
              </a:rPr>
              <a:t>.</a:t>
            </a:r>
            <a:endParaRPr lang="en-US" sz="2400" dirty="0"/>
          </a:p>
        </p:txBody>
      </p:sp>
      <p:sp>
        <p:nvSpPr>
          <p:cNvPr id="11" name="Shape 7"/>
          <p:cNvSpPr/>
          <p:nvPr/>
        </p:nvSpPr>
        <p:spPr>
          <a:xfrm>
            <a:off x="548640" y="3977640"/>
            <a:ext cx="11091672" cy="2240280"/>
          </a:xfrm>
          <a:prstGeom prst="roundRect">
            <a:avLst>
              <a:gd name="adj" fmla="val 3265"/>
            </a:avLst>
          </a:prstGeom>
          <a:solidFill>
            <a:schemeClr val="accent6">
              <a:alpha val="7000"/>
            </a:schemeClr>
          </a:solidFill>
          <a:ln w="12700">
            <a:solidFill>
              <a:srgbClr val="B83227">
                <a:alpha val="60000"/>
              </a:srgbClr>
            </a:solidFill>
            <a:prstDash val="solid"/>
          </a:ln>
        </p:spPr>
      </p:sp>
      <p:sp>
        <p:nvSpPr>
          <p:cNvPr id="12" name="tag"/>
          <p:cNvSpPr/>
          <p:nvPr/>
        </p:nvSpPr>
        <p:spPr>
          <a:xfrm>
            <a:off x="731520" y="4142232"/>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13" name="Text 9"/>
          <p:cNvSpPr txBox="1"/>
          <p:nvPr/>
        </p:nvSpPr>
        <p:spPr>
          <a:xfrm>
            <a:off x="822960" y="4480560"/>
            <a:ext cx="10543032" cy="731520"/>
          </a:xfrm>
          <a:prstGeom prst="rect">
            <a:avLst/>
          </a:prstGeom>
          <a:noFill/>
          <a:ln/>
        </p:spPr>
        <p:txBody>
          <a:bodyPr wrap="square" lIns="0" tIns="0" rIns="0" bIns="0" rtlCol="0" anchor="ctr"/>
          <a:lstStyle/>
          <a:p>
            <a:pPr algn="l" indent="0" marL="0">
              <a:buNone/>
            </a:pPr>
            <a:r>
              <a:rPr lang="en-US" sz="2200" dirty="0">
                <a:solidFill>
                  <a:schemeClr val="tx1"/>
                </a:solidFill>
              </a:rPr>
              <a:t>« J’appelle le client. » → </a:t>
            </a:r>
            <a:r>
              <a:rPr lang="en-US" sz="2200" i="1" strike="sngStrike" dirty="0">
                <a:solidFill>
                  <a:schemeClr val="accent6"/>
                </a:solidFill>
              </a:rPr>
              <a:t>Ik bel op de klant.</a:t>
            </a:r>
            <a:endParaRPr lang="en-US" sz="2200" dirty="0"/>
          </a:p>
        </p:txBody>
      </p:sp>
      <p:pic>
        <p:nvPicPr>
          <p:cNvPr id="14" name="Image 1" descr="ArrowDown">    </p:cNvPr>
          <p:cNvPicPr>
            <a:picLocks noChangeAspect="1"/>
          </p:cNvPicPr>
          <p:nvPr/>
        </p:nvPicPr>
        <p:blipFill>
          <a:blip r:embed="rId2"/>
          <a:stretch>
            <a:fillRect/>
          </a:stretch>
        </p:blipFill>
        <p:spPr>
          <a:xfrm>
            <a:off x="822960" y="5193792"/>
            <a:ext cx="237744" cy="237744"/>
          </a:xfrm>
          <a:prstGeom prst="rect">
            <a:avLst/>
          </a:prstGeom>
        </p:spPr>
      </p:pic>
      <p:sp>
        <p:nvSpPr>
          <p:cNvPr id="15" name="Shape 10"/>
          <p:cNvSpPr/>
          <p:nvPr/>
        </p:nvSpPr>
        <p:spPr>
          <a:xfrm>
            <a:off x="777240" y="5422392"/>
            <a:ext cx="10634472" cy="694944"/>
          </a:xfrm>
          <a:prstGeom prst="roundRect">
            <a:avLst>
              <a:gd name="adj" fmla="val 10526"/>
            </a:avLst>
          </a:prstGeom>
          <a:solidFill>
            <a:schemeClr val="accent3">
              <a:alpha val="12000"/>
            </a:schemeClr>
          </a:solidFill>
          <a:ln w="15875">
            <a:solidFill>
              <a:srgbClr val="2E7D4F"/>
            </a:solidFill>
            <a:prstDash val="solid"/>
          </a:ln>
        </p:spPr>
      </p:sp>
      <p:sp>
        <p:nvSpPr>
          <p:cNvPr id="16" name="Text 11"/>
          <p:cNvSpPr txBox="1"/>
          <p:nvPr/>
        </p:nvSpPr>
        <p:spPr>
          <a:xfrm>
            <a:off x="914400" y="5422392"/>
            <a:ext cx="10360152" cy="694944"/>
          </a:xfrm>
          <a:prstGeom prst="rect">
            <a:avLst/>
          </a:prstGeom>
          <a:noFill/>
          <a:ln/>
        </p:spPr>
        <p:txBody>
          <a:bodyPr wrap="square" lIns="0" tIns="0" rIns="0" bIns="0" rtlCol="0" anchor="ctr"/>
          <a:lstStyle/>
          <a:p>
            <a:pPr algn="l" indent="0" marL="0">
              <a:buNone/>
            </a:pPr>
            <a:r>
              <a:rPr lang="en-US" sz="2200" i="1" dirty="0">
                <a:solidFill>
                  <a:schemeClr val="tx1"/>
                </a:solidFill>
              </a:rPr>
              <a:t>Ik </a:t>
            </a:r>
            <a:r>
              <a:rPr lang="en-US" sz="2200" b="1" i="1" dirty="0">
                <a:solidFill>
                  <a:schemeClr val="accent6"/>
                </a:solidFill>
              </a:rPr>
              <a:t>bel</a:t>
            </a:r>
            <a:r>
              <a:rPr lang="en-US" sz="2200" i="1" dirty="0">
                <a:solidFill>
                  <a:schemeClr val="tx1"/>
                </a:solidFill>
              </a:rPr>
              <a:t> de klant </a:t>
            </a:r>
            <a:r>
              <a:rPr lang="en-US" sz="2200" b="1" i="1" dirty="0">
                <a:solidFill>
                  <a:schemeClr val="accent1"/>
                </a:solidFill>
              </a:rPr>
              <a:t>op</a:t>
            </a:r>
            <a:r>
              <a:rPr lang="en-US" sz="2200" i="1" dirty="0">
                <a:solidFill>
                  <a:schemeClr val="tx1"/>
                </a:solidFill>
              </a:rPr>
              <a:t>.</a:t>
            </a:r>
            <a:r>
              <a:rPr lang="en-US" sz="2200" dirty="0">
                <a:solidFill>
                  <a:schemeClr val="tx1"/>
                </a:solidFill>
              </a:rPr>
              <a:t>  — le complément se glisse </a:t>
            </a:r>
            <a:r>
              <a:rPr lang="en-US" sz="2200" b="1" dirty="0">
                <a:solidFill>
                  <a:schemeClr val="tx1"/>
                </a:solidFill>
              </a:rPr>
              <a:t>entre</a:t>
            </a:r>
            <a:r>
              <a:rPr lang="en-US" sz="2200" dirty="0">
                <a:solidFill>
                  <a:schemeClr val="tx1"/>
                </a:solidFill>
              </a:rPr>
              <a:t> les deux morceaux</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Quand la particule reste collée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645920"/>
            <a:ext cx="2606040" cy="777240"/>
          </a:xfrm>
          <a:prstGeom prst="roundRect">
            <a:avLst>
              <a:gd name="adj" fmla="val 9412"/>
            </a:avLst>
          </a:prstGeom>
          <a:solidFill>
            <a:schemeClr val="tx2"/>
          </a:solidFill>
          <a:ln w="12700">
            <a:solidFill>
              <a:srgbClr val="FFFFFF">
                <a:alpha val="0"/>
              </a:srgbClr>
            </a:solidFill>
            <a:prstDash val="solid"/>
          </a:ln>
        </p:spPr>
      </p:sp>
      <p:sp>
        <p:nvSpPr>
          <p:cNvPr id="6" name="Text 3"/>
          <p:cNvSpPr txBox="1"/>
          <p:nvPr/>
        </p:nvSpPr>
        <p:spPr>
          <a:xfrm>
            <a:off x="685800" y="1645920"/>
            <a:ext cx="2377440" cy="777240"/>
          </a:xfrm>
          <a:prstGeom prst="rect">
            <a:avLst/>
          </a:prstGeom>
          <a:noFill/>
          <a:ln/>
        </p:spPr>
        <p:txBody>
          <a:bodyPr wrap="square" lIns="0" tIns="0" rIns="0" bIns="0" rtlCol="0" anchor="ctr"/>
          <a:lstStyle/>
          <a:p>
            <a:pPr algn="l" indent="0" marL="0">
              <a:buNone/>
            </a:pPr>
            <a:r>
              <a:rPr lang="en-US" sz="1600" b="1" dirty="0">
                <a:solidFill>
                  <a:schemeClr val="bg1"/>
                </a:solidFill>
              </a:rPr>
              <a:t>Modalité (M4, M12)</a:t>
            </a:r>
            <a:endParaRPr lang="en-US" sz="1600" dirty="0"/>
          </a:p>
        </p:txBody>
      </p:sp>
      <p:sp>
        <p:nvSpPr>
          <p:cNvPr id="7" name="Shape 4"/>
          <p:cNvSpPr/>
          <p:nvPr/>
        </p:nvSpPr>
        <p:spPr>
          <a:xfrm>
            <a:off x="3383280" y="1673352"/>
            <a:ext cx="606430" cy="731520"/>
          </a:xfrm>
          <a:prstGeom prst="roundRect">
            <a:avLst>
              <a:gd name="adj" fmla="val 12063"/>
            </a:avLst>
          </a:prstGeom>
          <a:solidFill>
            <a:schemeClr val="bg1"/>
          </a:solidFill>
          <a:ln w="15875">
            <a:solidFill>
              <a:srgbClr val="D5DCE6"/>
            </a:solidFill>
            <a:prstDash val="solid"/>
          </a:ln>
        </p:spPr>
      </p:sp>
      <p:sp>
        <p:nvSpPr>
          <p:cNvPr id="8" name="Text 5"/>
          <p:cNvSpPr txBox="1"/>
          <p:nvPr/>
        </p:nvSpPr>
        <p:spPr>
          <a:xfrm>
            <a:off x="3383280" y="1673352"/>
            <a:ext cx="606430" cy="731520"/>
          </a:xfrm>
          <a:prstGeom prst="rect">
            <a:avLst/>
          </a:prstGeom>
          <a:noFill/>
          <a:ln/>
        </p:spPr>
        <p:txBody>
          <a:bodyPr wrap="square" lIns="0" tIns="0" rIns="0" bIns="0" rtlCol="0" anchor="ctr"/>
          <a:lstStyle/>
          <a:p>
            <a:pPr algn="ctr" indent="0" marL="0">
              <a:buNone/>
            </a:pPr>
            <a:r>
              <a:rPr lang="en-US" sz="2200" dirty="0">
                <a:solidFill>
                  <a:schemeClr val="tx1"/>
                </a:solidFill>
              </a:rPr>
              <a:t>Ik</a:t>
            </a:r>
            <a:endParaRPr lang="en-US" sz="2200" dirty="0"/>
          </a:p>
        </p:txBody>
      </p:sp>
      <p:sp>
        <p:nvSpPr>
          <p:cNvPr id="9" name="Shape 6"/>
          <p:cNvSpPr/>
          <p:nvPr/>
        </p:nvSpPr>
        <p:spPr>
          <a:xfrm>
            <a:off x="4081150" y="1673352"/>
            <a:ext cx="920252" cy="731520"/>
          </a:xfrm>
          <a:prstGeom prst="roundRect">
            <a:avLst>
              <a:gd name="adj" fmla="val 10000"/>
            </a:avLst>
          </a:prstGeom>
          <a:solidFill>
            <a:srgbClr val="FBEDEB"/>
          </a:solidFill>
          <a:ln w="31750">
            <a:solidFill>
              <a:srgbClr val="B83227"/>
            </a:solidFill>
            <a:prstDash val="solid"/>
          </a:ln>
        </p:spPr>
      </p:sp>
      <p:sp>
        <p:nvSpPr>
          <p:cNvPr id="10" name="Text 7"/>
          <p:cNvSpPr txBox="1"/>
          <p:nvPr/>
        </p:nvSpPr>
        <p:spPr>
          <a:xfrm>
            <a:off x="4081150" y="1673352"/>
            <a:ext cx="920252" cy="731520"/>
          </a:xfrm>
          <a:prstGeom prst="rect">
            <a:avLst/>
          </a:prstGeom>
          <a:noFill/>
          <a:ln/>
        </p:spPr>
        <p:txBody>
          <a:bodyPr wrap="square" lIns="0" tIns="0" rIns="0" bIns="0" rtlCol="0" anchor="ctr"/>
          <a:lstStyle/>
          <a:p>
            <a:pPr algn="ctr" indent="0" marL="0">
              <a:buNone/>
            </a:pPr>
            <a:r>
              <a:rPr lang="en-US" sz="2200" b="1" dirty="0">
                <a:solidFill>
                  <a:schemeClr val="accent6"/>
                </a:solidFill>
              </a:rPr>
              <a:t>moet</a:t>
            </a:r>
            <a:endParaRPr lang="en-US" sz="2200" dirty="0"/>
          </a:p>
        </p:txBody>
      </p:sp>
      <p:sp>
        <p:nvSpPr>
          <p:cNvPr id="11" name="Shape 8"/>
          <p:cNvSpPr/>
          <p:nvPr/>
        </p:nvSpPr>
        <p:spPr>
          <a:xfrm>
            <a:off x="5092842" y="1673352"/>
            <a:ext cx="1547896" cy="731520"/>
          </a:xfrm>
          <a:prstGeom prst="roundRect">
            <a:avLst>
              <a:gd name="adj" fmla="val 10000"/>
            </a:avLst>
          </a:prstGeom>
          <a:solidFill>
            <a:schemeClr val="bg1"/>
          </a:solidFill>
          <a:ln w="15875">
            <a:solidFill>
              <a:srgbClr val="D5DCE6"/>
            </a:solidFill>
            <a:prstDash val="solid"/>
          </a:ln>
        </p:spPr>
      </p:sp>
      <p:sp>
        <p:nvSpPr>
          <p:cNvPr id="12" name="Text 9"/>
          <p:cNvSpPr txBox="1"/>
          <p:nvPr/>
        </p:nvSpPr>
        <p:spPr>
          <a:xfrm>
            <a:off x="5092842" y="1673352"/>
            <a:ext cx="1547896" cy="731520"/>
          </a:xfrm>
          <a:prstGeom prst="rect">
            <a:avLst/>
          </a:prstGeom>
          <a:noFill/>
          <a:ln/>
        </p:spPr>
        <p:txBody>
          <a:bodyPr wrap="square" lIns="0" tIns="0" rIns="0" bIns="0" rtlCol="0" anchor="ctr"/>
          <a:lstStyle/>
          <a:p>
            <a:pPr algn="ctr" indent="0" marL="0">
              <a:buNone/>
            </a:pPr>
            <a:r>
              <a:rPr lang="en-US" sz="2200" dirty="0">
                <a:solidFill>
                  <a:schemeClr val="tx1"/>
                </a:solidFill>
              </a:rPr>
              <a:t>om 6 uur</a:t>
            </a:r>
            <a:endParaRPr lang="en-US" sz="2200" dirty="0"/>
          </a:p>
        </p:txBody>
      </p:sp>
      <p:sp>
        <p:nvSpPr>
          <p:cNvPr id="13" name="Shape 10"/>
          <p:cNvSpPr/>
          <p:nvPr/>
        </p:nvSpPr>
        <p:spPr>
          <a:xfrm>
            <a:off x="6732179" y="1673352"/>
            <a:ext cx="1547896" cy="731520"/>
          </a:xfrm>
          <a:prstGeom prst="roundRect">
            <a:avLst>
              <a:gd name="adj" fmla="val 10000"/>
            </a:avLst>
          </a:prstGeom>
          <a:solidFill>
            <a:srgbClr val="FDF1E6"/>
          </a:solidFill>
          <a:ln w="31750">
            <a:solidFill>
              <a:srgbClr val="D9700F"/>
            </a:solidFill>
            <a:prstDash val="solid"/>
          </a:ln>
        </p:spPr>
      </p:sp>
      <p:sp>
        <p:nvSpPr>
          <p:cNvPr id="14" name="Text 11"/>
          <p:cNvSpPr txBox="1"/>
          <p:nvPr/>
        </p:nvSpPr>
        <p:spPr>
          <a:xfrm>
            <a:off x="6732179" y="1673352"/>
            <a:ext cx="1547896" cy="731520"/>
          </a:xfrm>
          <a:prstGeom prst="rect">
            <a:avLst/>
          </a:prstGeom>
          <a:noFill/>
          <a:ln/>
        </p:spPr>
        <p:txBody>
          <a:bodyPr wrap="square" lIns="0" tIns="0" rIns="0" bIns="0" rtlCol="0" anchor="ctr"/>
          <a:lstStyle/>
          <a:p>
            <a:pPr algn="ctr" indent="0" marL="0">
              <a:buNone/>
            </a:pPr>
            <a:r>
              <a:rPr lang="en-US" sz="2200" b="1" dirty="0">
                <a:solidFill>
                  <a:schemeClr val="accent6"/>
                </a:solidFill>
              </a:rPr>
              <a:t>opstaan.</a:t>
            </a:r>
            <a:endParaRPr lang="en-US" sz="2200" dirty="0"/>
          </a:p>
        </p:txBody>
      </p:sp>
      <p:pic>
        <p:nvPicPr>
          <p:cNvPr id="15" name="Image 0" descr="Link">    </p:cNvPr>
          <p:cNvPicPr>
            <a:picLocks noChangeAspect="1"/>
          </p:cNvPicPr>
          <p:nvPr/>
        </p:nvPicPr>
        <p:blipFill>
          <a:blip r:embed="rId1"/>
          <a:stretch>
            <a:fillRect/>
          </a:stretch>
        </p:blipFill>
        <p:spPr>
          <a:xfrm>
            <a:off x="8417235" y="1874520"/>
            <a:ext cx="329184" cy="329184"/>
          </a:xfrm>
          <a:prstGeom prst="rect">
            <a:avLst/>
          </a:prstGeom>
        </p:spPr>
      </p:pic>
      <p:sp>
        <p:nvSpPr>
          <p:cNvPr id="16" name="Shape 12"/>
          <p:cNvSpPr/>
          <p:nvPr/>
        </p:nvSpPr>
        <p:spPr>
          <a:xfrm>
            <a:off x="548640" y="2834640"/>
            <a:ext cx="2606040" cy="777240"/>
          </a:xfrm>
          <a:prstGeom prst="roundRect">
            <a:avLst>
              <a:gd name="adj" fmla="val 9412"/>
            </a:avLst>
          </a:prstGeom>
          <a:solidFill>
            <a:schemeClr val="tx2"/>
          </a:solidFill>
          <a:ln w="12700">
            <a:solidFill>
              <a:srgbClr val="FFFFFF">
                <a:alpha val="0"/>
              </a:srgbClr>
            </a:solidFill>
            <a:prstDash val="solid"/>
          </a:ln>
        </p:spPr>
      </p:sp>
      <p:sp>
        <p:nvSpPr>
          <p:cNvPr id="17" name="Text 13"/>
          <p:cNvSpPr txBox="1"/>
          <p:nvPr/>
        </p:nvSpPr>
        <p:spPr>
          <a:xfrm>
            <a:off x="685800" y="2834640"/>
            <a:ext cx="2377440" cy="777240"/>
          </a:xfrm>
          <a:prstGeom prst="rect">
            <a:avLst/>
          </a:prstGeom>
          <a:noFill/>
          <a:ln/>
        </p:spPr>
        <p:txBody>
          <a:bodyPr wrap="square" lIns="0" tIns="0" rIns="0" bIns="0" rtlCol="0" anchor="ctr"/>
          <a:lstStyle/>
          <a:p>
            <a:pPr algn="l" indent="0" marL="0">
              <a:buNone/>
            </a:pPr>
            <a:r>
              <a:rPr lang="en-US" sz="1600" b="1" dirty="0">
                <a:solidFill>
                  <a:schemeClr val="bg1"/>
                </a:solidFill>
              </a:rPr>
              <a:t>Subordonnée (M9)</a:t>
            </a:r>
            <a:endParaRPr lang="en-US" sz="1600" dirty="0"/>
          </a:p>
        </p:txBody>
      </p:sp>
      <p:sp>
        <p:nvSpPr>
          <p:cNvPr id="18" name="Shape 14"/>
          <p:cNvSpPr/>
          <p:nvPr/>
        </p:nvSpPr>
        <p:spPr>
          <a:xfrm>
            <a:off x="3383280" y="2862072"/>
            <a:ext cx="1861718" cy="731520"/>
          </a:xfrm>
          <a:prstGeom prst="roundRect">
            <a:avLst>
              <a:gd name="adj" fmla="val 10000"/>
            </a:avLst>
          </a:prstGeom>
          <a:solidFill>
            <a:schemeClr val="bg1"/>
          </a:solidFill>
          <a:ln w="15875">
            <a:solidFill>
              <a:srgbClr val="D5DCE6"/>
            </a:solidFill>
            <a:prstDash val="solid"/>
          </a:ln>
        </p:spPr>
      </p:sp>
      <p:sp>
        <p:nvSpPr>
          <p:cNvPr id="19" name="Text 15"/>
          <p:cNvSpPr txBox="1"/>
          <p:nvPr/>
        </p:nvSpPr>
        <p:spPr>
          <a:xfrm>
            <a:off x="3383280" y="2862072"/>
            <a:ext cx="1861718" cy="731520"/>
          </a:xfrm>
          <a:prstGeom prst="rect">
            <a:avLst/>
          </a:prstGeom>
          <a:noFill/>
          <a:ln/>
        </p:spPr>
        <p:txBody>
          <a:bodyPr wrap="square" lIns="0" tIns="0" rIns="0" bIns="0" rtlCol="0" anchor="ctr"/>
          <a:lstStyle/>
          <a:p>
            <a:pPr algn="ctr" indent="0" marL="0">
              <a:buNone/>
            </a:pPr>
            <a:r>
              <a:rPr lang="en-US" sz="2200" dirty="0">
                <a:solidFill>
                  <a:schemeClr val="tx1"/>
                </a:solidFill>
              </a:rPr>
              <a:t>Ik ben moe</a:t>
            </a:r>
            <a:endParaRPr lang="en-US" sz="2200" dirty="0"/>
          </a:p>
        </p:txBody>
      </p:sp>
      <p:sp>
        <p:nvSpPr>
          <p:cNvPr id="20" name="Shape 16"/>
          <p:cNvSpPr/>
          <p:nvPr/>
        </p:nvSpPr>
        <p:spPr>
          <a:xfrm>
            <a:off x="5336438" y="2862072"/>
            <a:ext cx="1077163" cy="731520"/>
          </a:xfrm>
          <a:prstGeom prst="roundRect">
            <a:avLst>
              <a:gd name="adj" fmla="val 10000"/>
            </a:avLst>
          </a:prstGeom>
          <a:solidFill>
            <a:schemeClr val="bg1"/>
          </a:solidFill>
          <a:ln w="15875">
            <a:solidFill>
              <a:srgbClr val="D5DCE6"/>
            </a:solidFill>
            <a:prstDash val="solid"/>
          </a:ln>
        </p:spPr>
      </p:sp>
      <p:sp>
        <p:nvSpPr>
          <p:cNvPr id="21" name="Text 17"/>
          <p:cNvSpPr txBox="1"/>
          <p:nvPr/>
        </p:nvSpPr>
        <p:spPr>
          <a:xfrm>
            <a:off x="5336438" y="2862072"/>
            <a:ext cx="1077163" cy="731520"/>
          </a:xfrm>
          <a:prstGeom prst="rect">
            <a:avLst/>
          </a:prstGeom>
          <a:noFill/>
          <a:ln/>
        </p:spPr>
        <p:txBody>
          <a:bodyPr wrap="square" lIns="0" tIns="0" rIns="0" bIns="0" rtlCol="0" anchor="ctr"/>
          <a:lstStyle/>
          <a:p>
            <a:pPr algn="ctr" indent="0" marL="0">
              <a:buNone/>
            </a:pPr>
            <a:r>
              <a:rPr lang="en-US" sz="2200" dirty="0">
                <a:solidFill>
                  <a:schemeClr val="tx1"/>
                </a:solidFill>
              </a:rPr>
              <a:t>omdat</a:t>
            </a:r>
            <a:endParaRPr lang="en-US" sz="2200" dirty="0"/>
          </a:p>
        </p:txBody>
      </p:sp>
      <p:sp>
        <p:nvSpPr>
          <p:cNvPr id="22" name="Shape 18"/>
          <p:cNvSpPr/>
          <p:nvPr/>
        </p:nvSpPr>
        <p:spPr>
          <a:xfrm>
            <a:off x="6505042" y="2862072"/>
            <a:ext cx="2018629" cy="731520"/>
          </a:xfrm>
          <a:prstGeom prst="roundRect">
            <a:avLst>
              <a:gd name="adj" fmla="val 10000"/>
            </a:avLst>
          </a:prstGeom>
          <a:solidFill>
            <a:schemeClr val="bg1"/>
          </a:solidFill>
          <a:ln w="15875">
            <a:solidFill>
              <a:srgbClr val="D5DCE6"/>
            </a:solidFill>
            <a:prstDash val="solid"/>
          </a:ln>
        </p:spPr>
      </p:sp>
      <p:sp>
        <p:nvSpPr>
          <p:cNvPr id="23" name="Text 19"/>
          <p:cNvSpPr txBox="1"/>
          <p:nvPr/>
        </p:nvSpPr>
        <p:spPr>
          <a:xfrm>
            <a:off x="6505042" y="2862072"/>
            <a:ext cx="2018629" cy="731520"/>
          </a:xfrm>
          <a:prstGeom prst="rect">
            <a:avLst/>
          </a:prstGeom>
          <a:noFill/>
          <a:ln/>
        </p:spPr>
        <p:txBody>
          <a:bodyPr wrap="square" lIns="0" tIns="0" rIns="0" bIns="0" rtlCol="0" anchor="ctr"/>
          <a:lstStyle/>
          <a:p>
            <a:pPr algn="ctr" indent="0" marL="0">
              <a:buNone/>
            </a:pPr>
            <a:r>
              <a:rPr lang="en-US" sz="2200" dirty="0">
                <a:solidFill>
                  <a:schemeClr val="tx1"/>
                </a:solidFill>
              </a:rPr>
              <a:t>ik om 6 uur</a:t>
            </a:r>
            <a:endParaRPr lang="en-US" sz="2200" dirty="0"/>
          </a:p>
        </p:txBody>
      </p:sp>
      <p:sp>
        <p:nvSpPr>
          <p:cNvPr id="24" name="Shape 20"/>
          <p:cNvSpPr/>
          <p:nvPr/>
        </p:nvSpPr>
        <p:spPr>
          <a:xfrm>
            <a:off x="8615111" y="2862072"/>
            <a:ext cx="1234074" cy="731520"/>
          </a:xfrm>
          <a:prstGeom prst="roundRect">
            <a:avLst>
              <a:gd name="adj" fmla="val 10000"/>
            </a:avLst>
          </a:prstGeom>
          <a:solidFill>
            <a:srgbClr val="FDF1E6"/>
          </a:solidFill>
          <a:ln w="31750">
            <a:solidFill>
              <a:srgbClr val="D9700F"/>
            </a:solidFill>
            <a:prstDash val="solid"/>
          </a:ln>
        </p:spPr>
      </p:sp>
      <p:sp>
        <p:nvSpPr>
          <p:cNvPr id="25" name="Text 21"/>
          <p:cNvSpPr txBox="1"/>
          <p:nvPr/>
        </p:nvSpPr>
        <p:spPr>
          <a:xfrm>
            <a:off x="8615111" y="2862072"/>
            <a:ext cx="1234074" cy="731520"/>
          </a:xfrm>
          <a:prstGeom prst="rect">
            <a:avLst/>
          </a:prstGeom>
          <a:noFill/>
          <a:ln/>
        </p:spPr>
        <p:txBody>
          <a:bodyPr wrap="square" lIns="0" tIns="0" rIns="0" bIns="0" rtlCol="0" anchor="ctr"/>
          <a:lstStyle/>
          <a:p>
            <a:pPr algn="ctr" indent="0" marL="0">
              <a:buNone/>
            </a:pPr>
            <a:r>
              <a:rPr lang="en-US" sz="2200" b="1" dirty="0">
                <a:solidFill>
                  <a:schemeClr val="accent6"/>
                </a:solidFill>
              </a:rPr>
              <a:t>opsta.</a:t>
            </a:r>
            <a:endParaRPr lang="en-US" sz="2200" dirty="0"/>
          </a:p>
        </p:txBody>
      </p:sp>
      <p:pic>
        <p:nvPicPr>
          <p:cNvPr id="26" name="Image 1" descr="Link">    </p:cNvPr>
          <p:cNvPicPr>
            <a:picLocks noChangeAspect="1"/>
          </p:cNvPicPr>
          <p:nvPr/>
        </p:nvPicPr>
        <p:blipFill>
          <a:blip r:embed="rId2"/>
          <a:stretch>
            <a:fillRect/>
          </a:stretch>
        </p:blipFill>
        <p:spPr>
          <a:xfrm>
            <a:off x="9986345" y="3063240"/>
            <a:ext cx="329184" cy="329184"/>
          </a:xfrm>
          <a:prstGeom prst="rect">
            <a:avLst/>
          </a:prstGeom>
        </p:spPr>
      </p:pic>
      <p:sp>
        <p:nvSpPr>
          <p:cNvPr id="27" name="Shape 22"/>
          <p:cNvSpPr/>
          <p:nvPr/>
        </p:nvSpPr>
        <p:spPr>
          <a:xfrm>
            <a:off x="548640" y="4023360"/>
            <a:ext cx="2606040" cy="777240"/>
          </a:xfrm>
          <a:prstGeom prst="roundRect">
            <a:avLst>
              <a:gd name="adj" fmla="val 9412"/>
            </a:avLst>
          </a:prstGeom>
          <a:solidFill>
            <a:schemeClr val="tx2"/>
          </a:solidFill>
          <a:ln w="12700">
            <a:solidFill>
              <a:srgbClr val="FFFFFF">
                <a:alpha val="0"/>
              </a:srgbClr>
            </a:solidFill>
            <a:prstDash val="solid"/>
          </a:ln>
        </p:spPr>
      </p:sp>
      <p:sp>
        <p:nvSpPr>
          <p:cNvPr id="28" name="Text 23"/>
          <p:cNvSpPr txBox="1"/>
          <p:nvPr/>
        </p:nvSpPr>
        <p:spPr>
          <a:xfrm>
            <a:off x="685800" y="4023360"/>
            <a:ext cx="2377440" cy="777240"/>
          </a:xfrm>
          <a:prstGeom prst="rect">
            <a:avLst/>
          </a:prstGeom>
          <a:noFill/>
          <a:ln/>
        </p:spPr>
        <p:txBody>
          <a:bodyPr wrap="square" lIns="0" tIns="0" rIns="0" bIns="0" rtlCol="0" anchor="ctr"/>
          <a:lstStyle/>
          <a:p>
            <a:pPr algn="l" indent="0" marL="0">
              <a:buNone/>
            </a:pPr>
            <a:r>
              <a:rPr lang="en-US" sz="1600" b="1" dirty="0">
                <a:solidFill>
                  <a:schemeClr val="bg1"/>
                </a:solidFill>
              </a:rPr>
              <a:t>Futur proche</a:t>
            </a:r>
            <a:endParaRPr lang="en-US" sz="1600" dirty="0"/>
          </a:p>
        </p:txBody>
      </p:sp>
      <p:sp>
        <p:nvSpPr>
          <p:cNvPr id="29" name="Shape 24"/>
          <p:cNvSpPr/>
          <p:nvPr/>
        </p:nvSpPr>
        <p:spPr>
          <a:xfrm>
            <a:off x="3383280" y="4050792"/>
            <a:ext cx="606430" cy="731520"/>
          </a:xfrm>
          <a:prstGeom prst="roundRect">
            <a:avLst>
              <a:gd name="adj" fmla="val 12063"/>
            </a:avLst>
          </a:prstGeom>
          <a:solidFill>
            <a:schemeClr val="bg1"/>
          </a:solidFill>
          <a:ln w="15875">
            <a:solidFill>
              <a:srgbClr val="D5DCE6"/>
            </a:solidFill>
            <a:prstDash val="solid"/>
          </a:ln>
        </p:spPr>
      </p:sp>
      <p:sp>
        <p:nvSpPr>
          <p:cNvPr id="30" name="Text 25"/>
          <p:cNvSpPr txBox="1"/>
          <p:nvPr/>
        </p:nvSpPr>
        <p:spPr>
          <a:xfrm>
            <a:off x="3383280" y="4050792"/>
            <a:ext cx="606430" cy="731520"/>
          </a:xfrm>
          <a:prstGeom prst="rect">
            <a:avLst/>
          </a:prstGeom>
          <a:noFill/>
          <a:ln/>
        </p:spPr>
        <p:txBody>
          <a:bodyPr wrap="square" lIns="0" tIns="0" rIns="0" bIns="0" rtlCol="0" anchor="ctr"/>
          <a:lstStyle/>
          <a:p>
            <a:pPr algn="ctr" indent="0" marL="0">
              <a:buNone/>
            </a:pPr>
            <a:r>
              <a:rPr lang="en-US" sz="2200" dirty="0">
                <a:solidFill>
                  <a:schemeClr val="tx1"/>
                </a:solidFill>
              </a:rPr>
              <a:t>Ik</a:t>
            </a:r>
            <a:endParaRPr lang="en-US" sz="2200" dirty="0"/>
          </a:p>
        </p:txBody>
      </p:sp>
      <p:sp>
        <p:nvSpPr>
          <p:cNvPr id="31" name="Shape 26"/>
          <p:cNvSpPr/>
          <p:nvPr/>
        </p:nvSpPr>
        <p:spPr>
          <a:xfrm>
            <a:off x="4081150" y="4050792"/>
            <a:ext cx="606430" cy="731520"/>
          </a:xfrm>
          <a:prstGeom prst="roundRect">
            <a:avLst>
              <a:gd name="adj" fmla="val 12063"/>
            </a:avLst>
          </a:prstGeom>
          <a:solidFill>
            <a:srgbClr val="FBEDEB"/>
          </a:solidFill>
          <a:ln w="31750">
            <a:solidFill>
              <a:srgbClr val="B83227"/>
            </a:solidFill>
            <a:prstDash val="solid"/>
          </a:ln>
        </p:spPr>
      </p:sp>
      <p:sp>
        <p:nvSpPr>
          <p:cNvPr id="32" name="Text 27"/>
          <p:cNvSpPr txBox="1"/>
          <p:nvPr/>
        </p:nvSpPr>
        <p:spPr>
          <a:xfrm>
            <a:off x="4081150" y="4050792"/>
            <a:ext cx="606430" cy="731520"/>
          </a:xfrm>
          <a:prstGeom prst="rect">
            <a:avLst/>
          </a:prstGeom>
          <a:noFill/>
          <a:ln/>
        </p:spPr>
        <p:txBody>
          <a:bodyPr wrap="square" lIns="0" tIns="0" rIns="0" bIns="0" rtlCol="0" anchor="ctr"/>
          <a:lstStyle/>
          <a:p>
            <a:pPr algn="ctr" indent="0" marL="0">
              <a:buNone/>
            </a:pPr>
            <a:r>
              <a:rPr lang="en-US" sz="2200" b="1" dirty="0">
                <a:solidFill>
                  <a:schemeClr val="accent6"/>
                </a:solidFill>
              </a:rPr>
              <a:t>ga</a:t>
            </a:r>
            <a:endParaRPr lang="en-US" sz="2200" dirty="0"/>
          </a:p>
        </p:txBody>
      </p:sp>
      <p:sp>
        <p:nvSpPr>
          <p:cNvPr id="33" name="Shape 28"/>
          <p:cNvSpPr/>
          <p:nvPr/>
        </p:nvSpPr>
        <p:spPr>
          <a:xfrm>
            <a:off x="4779020" y="4050792"/>
            <a:ext cx="1547896" cy="731520"/>
          </a:xfrm>
          <a:prstGeom prst="roundRect">
            <a:avLst>
              <a:gd name="adj" fmla="val 10000"/>
            </a:avLst>
          </a:prstGeom>
          <a:solidFill>
            <a:schemeClr val="bg1"/>
          </a:solidFill>
          <a:ln w="15875">
            <a:solidFill>
              <a:srgbClr val="D5DCE6"/>
            </a:solidFill>
            <a:prstDash val="solid"/>
          </a:ln>
        </p:spPr>
      </p:sp>
      <p:sp>
        <p:nvSpPr>
          <p:cNvPr id="34" name="Text 29"/>
          <p:cNvSpPr txBox="1"/>
          <p:nvPr/>
        </p:nvSpPr>
        <p:spPr>
          <a:xfrm>
            <a:off x="4779020" y="4050792"/>
            <a:ext cx="1547896" cy="731520"/>
          </a:xfrm>
          <a:prstGeom prst="rect">
            <a:avLst/>
          </a:prstGeom>
          <a:noFill/>
          <a:ln/>
        </p:spPr>
        <p:txBody>
          <a:bodyPr wrap="square" lIns="0" tIns="0" rIns="0" bIns="0" rtlCol="0" anchor="ctr"/>
          <a:lstStyle/>
          <a:p>
            <a:pPr algn="ctr" indent="0" marL="0">
              <a:buNone/>
            </a:pPr>
            <a:r>
              <a:rPr lang="en-US" sz="2200" dirty="0">
                <a:solidFill>
                  <a:schemeClr val="tx1"/>
                </a:solidFill>
              </a:rPr>
              <a:t>de klant</a:t>
            </a:r>
            <a:endParaRPr lang="en-US" sz="2200" dirty="0"/>
          </a:p>
        </p:txBody>
      </p:sp>
      <p:sp>
        <p:nvSpPr>
          <p:cNvPr id="35" name="Shape 30"/>
          <p:cNvSpPr/>
          <p:nvPr/>
        </p:nvSpPr>
        <p:spPr>
          <a:xfrm>
            <a:off x="6418356" y="4050792"/>
            <a:ext cx="1704807" cy="731520"/>
          </a:xfrm>
          <a:prstGeom prst="roundRect">
            <a:avLst>
              <a:gd name="adj" fmla="val 10000"/>
            </a:avLst>
          </a:prstGeom>
          <a:solidFill>
            <a:srgbClr val="FDF1E6"/>
          </a:solidFill>
          <a:ln w="31750">
            <a:solidFill>
              <a:srgbClr val="D9700F"/>
            </a:solidFill>
            <a:prstDash val="solid"/>
          </a:ln>
        </p:spPr>
      </p:sp>
      <p:sp>
        <p:nvSpPr>
          <p:cNvPr id="36" name="Text 31"/>
          <p:cNvSpPr txBox="1"/>
          <p:nvPr/>
        </p:nvSpPr>
        <p:spPr>
          <a:xfrm>
            <a:off x="6418356" y="4050792"/>
            <a:ext cx="1704807" cy="731520"/>
          </a:xfrm>
          <a:prstGeom prst="rect">
            <a:avLst/>
          </a:prstGeom>
          <a:noFill/>
          <a:ln/>
        </p:spPr>
        <p:txBody>
          <a:bodyPr wrap="square" lIns="0" tIns="0" rIns="0" bIns="0" rtlCol="0" anchor="ctr"/>
          <a:lstStyle/>
          <a:p>
            <a:pPr algn="ctr" indent="0" marL="0">
              <a:buNone/>
            </a:pPr>
            <a:r>
              <a:rPr lang="en-US" sz="2200" b="1" dirty="0">
                <a:solidFill>
                  <a:schemeClr val="accent6"/>
                </a:solidFill>
              </a:rPr>
              <a:t>opbellen.</a:t>
            </a:r>
            <a:endParaRPr lang="en-US" sz="2200" dirty="0"/>
          </a:p>
        </p:txBody>
      </p:sp>
      <p:pic>
        <p:nvPicPr>
          <p:cNvPr id="37" name="Image 2" descr="Link">    </p:cNvPr>
          <p:cNvPicPr>
            <a:picLocks noChangeAspect="1"/>
          </p:cNvPicPr>
          <p:nvPr/>
        </p:nvPicPr>
        <p:blipFill>
          <a:blip r:embed="rId3"/>
          <a:stretch>
            <a:fillRect/>
          </a:stretch>
        </p:blipFill>
        <p:spPr>
          <a:xfrm>
            <a:off x="8260324" y="4251960"/>
            <a:ext cx="329184" cy="329184"/>
          </a:xfrm>
          <a:prstGeom prst="rect">
            <a:avLst/>
          </a:prstGeom>
        </p:spPr>
      </p:pic>
      <p:sp>
        <p:nvSpPr>
          <p:cNvPr id="38" name="Shape 32"/>
          <p:cNvSpPr/>
          <p:nvPr/>
        </p:nvSpPr>
        <p:spPr>
          <a:xfrm>
            <a:off x="548640" y="5257800"/>
            <a:ext cx="11091672" cy="685800"/>
          </a:xfrm>
          <a:prstGeom prst="roundRect">
            <a:avLst>
              <a:gd name="adj" fmla="val 10667"/>
            </a:avLst>
          </a:prstGeom>
          <a:solidFill>
            <a:schemeClr val="accent1"/>
          </a:solidFill>
          <a:ln w="12700">
            <a:solidFill>
              <a:srgbClr val="FFFFFF">
                <a:alpha val="0"/>
              </a:srgbClr>
            </a:solidFill>
            <a:prstDash val="solid"/>
          </a:ln>
        </p:spPr>
      </p:sp>
      <p:sp>
        <p:nvSpPr>
          <p:cNvPr id="39" name="Text 33"/>
          <p:cNvSpPr txBox="1"/>
          <p:nvPr/>
        </p:nvSpPr>
        <p:spPr>
          <a:xfrm>
            <a:off x="822960" y="5257800"/>
            <a:ext cx="10607040" cy="685800"/>
          </a:xfrm>
          <a:prstGeom prst="rect">
            <a:avLst/>
          </a:prstGeom>
          <a:noFill/>
          <a:ln/>
        </p:spPr>
        <p:txBody>
          <a:bodyPr wrap="square" lIns="0" tIns="0" rIns="0" bIns="0" rtlCol="0" anchor="ctr"/>
          <a:lstStyle/>
          <a:p>
            <a:pPr algn="l" indent="0" marL="0">
              <a:buNone/>
            </a:pPr>
            <a:r>
              <a:rPr lang="en-US" sz="1800" dirty="0">
                <a:solidFill>
                  <a:schemeClr val="bg1"/>
                </a:solidFill>
              </a:rPr>
              <a:t>Règle : si la fin de la phrase est </a:t>
            </a:r>
            <a:r>
              <a:rPr lang="en-US" sz="1800" b="1" dirty="0">
                <a:solidFill>
                  <a:schemeClr val="bg1"/>
                </a:solidFill>
              </a:rPr>
              <a:t>déjà occupée par le verbe</a:t>
            </a:r>
            <a:r>
              <a:rPr lang="en-US" sz="1800" dirty="0">
                <a:solidFill>
                  <a:schemeClr val="bg1"/>
                </a:solidFill>
              </a:rPr>
              <a:t>, la particule reste </a:t>
            </a:r>
            <a:r>
              <a:rPr lang="en-US" sz="1800" b="1" dirty="0">
                <a:solidFill>
                  <a:schemeClr val="bg1"/>
                </a:solidFill>
              </a:rPr>
              <a:t>collée</a:t>
            </a:r>
            <a:r>
              <a:rPr lang="en-US" sz="1800" dirty="0">
                <a:solidFill>
                  <a:schemeClr val="bg1"/>
                </a:solidFill>
              </a:rPr>
              <a:t> (en un seul mot).</a:t>
            </a:r>
            <a:endParaRPr lang="en-US" sz="1800" dirty="0"/>
          </a:p>
        </p:txBody>
      </p:sp>
      <p:sp>
        <p:nvSpPr>
          <p:cNvPr id="40" name="Text 34"/>
          <p:cNvSpPr txBox="1"/>
          <p:nvPr/>
        </p:nvSpPr>
        <p:spPr>
          <a:xfrm>
            <a:off x="548640" y="5989320"/>
            <a:ext cx="11091672" cy="320040"/>
          </a:xfrm>
          <a:prstGeom prst="rect">
            <a:avLst/>
          </a:prstGeom>
          <a:noFill/>
          <a:ln/>
        </p:spPr>
        <p:txBody>
          <a:bodyPr wrap="square" lIns="0" tIns="0" rIns="0" bIns="0" rtlCol="0" anchor="t"/>
          <a:lstStyle/>
          <a:p>
            <a:pPr algn="ctr" indent="0" marL="0">
              <a:buNone/>
            </a:pPr>
            <a:r>
              <a:rPr lang="en-US" sz="1500" i="1" dirty="0">
                <a:solidFill>
                  <a:schemeClr val="accent5"/>
                </a:solidFill>
              </a:rPr>
              <a:t>Teaser M15 : au passé composé, le </a:t>
            </a:r>
            <a:r>
              <a:rPr lang="en-US" sz="1500" i="1" dirty="0">
                <a:solidFill>
                  <a:schemeClr val="accent5"/>
                </a:solidFill>
              </a:rPr>
              <a:t>ge</a:t>
            </a:r>
            <a:r>
              <a:rPr lang="en-US" sz="1500" i="1" dirty="0">
                <a:solidFill>
                  <a:schemeClr val="accent5"/>
                </a:solidFill>
              </a:rPr>
              <a:t> se glisse au milieu → </a:t>
            </a:r>
            <a:r>
              <a:rPr lang="en-US" sz="1500" i="1" dirty="0">
                <a:solidFill>
                  <a:schemeClr val="accent5"/>
                </a:solidFill>
              </a:rPr>
              <a:t>op</a:t>
            </a:r>
            <a:r>
              <a:rPr lang="en-US" sz="1500" b="1" i="1" dirty="0">
                <a:solidFill>
                  <a:schemeClr val="accent5"/>
                </a:solidFill>
              </a:rPr>
              <a:t>ge</a:t>
            </a:r>
            <a:r>
              <a:rPr lang="en-US" sz="1500" i="1" dirty="0">
                <a:solidFill>
                  <a:schemeClr val="accent5"/>
                </a:solidFill>
              </a:rPr>
              <a:t>staan</a:t>
            </a:r>
            <a:r>
              <a:rPr lang="en-US" sz="1500" i="1" dirty="0">
                <a:solidFill>
                  <a:schemeClr val="accent5"/>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Questions et ordres</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Text 2"/>
          <p:cNvSpPr txBox="1"/>
          <p:nvPr/>
        </p:nvSpPr>
        <p:spPr>
          <a:xfrm>
            <a:off x="548640" y="1554480"/>
            <a:ext cx="5303520" cy="320040"/>
          </a:xfrm>
          <a:prstGeom prst="rect">
            <a:avLst/>
          </a:prstGeom>
          <a:noFill/>
          <a:ln/>
        </p:spPr>
        <p:txBody>
          <a:bodyPr wrap="square" lIns="0" tIns="0" rIns="0" bIns="0" rtlCol="0" anchor="t"/>
          <a:lstStyle/>
          <a:p>
            <a:pPr algn="l" indent="0" marL="0">
              <a:buNone/>
            </a:pPr>
            <a:r>
              <a:rPr lang="en-US" sz="1300" b="1" spc="200" kern="0" dirty="0">
                <a:solidFill>
                  <a:schemeClr val="accent2"/>
                </a:solidFill>
              </a:rPr>
              <a:t>QUESTIONS</a:t>
            </a:r>
            <a:endParaRPr lang="en-US" sz="1300" dirty="0"/>
          </a:p>
        </p:txBody>
      </p:sp>
      <p:sp>
        <p:nvSpPr>
          <p:cNvPr id="6" name="Shape 3"/>
          <p:cNvSpPr/>
          <p:nvPr/>
        </p:nvSpPr>
        <p:spPr>
          <a:xfrm>
            <a:off x="548640" y="1965960"/>
            <a:ext cx="5303520" cy="960120"/>
          </a:xfrm>
          <a:prstGeom prst="roundRect">
            <a:avLst>
              <a:gd name="adj" fmla="val 17143"/>
            </a:avLst>
          </a:prstGeom>
          <a:solidFill>
            <a:schemeClr val="accent2">
              <a:alpha val="12000"/>
            </a:schemeClr>
          </a:solidFill>
          <a:ln w="15875">
            <a:solidFill>
              <a:srgbClr val="2A6FB0"/>
            </a:solidFill>
            <a:prstDash val="solid"/>
          </a:ln>
        </p:spPr>
      </p:sp>
      <p:sp>
        <p:nvSpPr>
          <p:cNvPr id="7" name="Text 4"/>
          <p:cNvSpPr txBox="1"/>
          <p:nvPr/>
        </p:nvSpPr>
        <p:spPr>
          <a:xfrm>
            <a:off x="713232" y="1965960"/>
            <a:ext cx="4974336" cy="960120"/>
          </a:xfrm>
          <a:prstGeom prst="rect">
            <a:avLst/>
          </a:prstGeom>
          <a:noFill/>
          <a:ln/>
        </p:spPr>
        <p:txBody>
          <a:bodyPr wrap="square" lIns="0" tIns="0" rIns="0" bIns="0" rtlCol="0" anchor="ctr"/>
          <a:lstStyle/>
          <a:p>
            <a:pPr algn="l" indent="0" marL="0">
              <a:buNone/>
            </a:pPr>
            <a:r>
              <a:rPr lang="en-US" sz="2200" b="1" i="1" dirty="0">
                <a:solidFill>
                  <a:schemeClr val="accent6"/>
                </a:solidFill>
              </a:rPr>
              <a:t>Sta</a:t>
            </a:r>
            <a:r>
              <a:rPr lang="en-US" sz="2200" i="1" dirty="0">
                <a:solidFill>
                  <a:schemeClr val="tx1"/>
                </a:solidFill>
              </a:rPr>
              <a:t> je vroeg </a:t>
            </a:r>
            <a:r>
              <a:rPr lang="en-US" sz="2200" b="1" i="1" dirty="0">
                <a:solidFill>
                  <a:schemeClr val="accent1"/>
                </a:solidFill>
              </a:rPr>
              <a:t>op</a:t>
            </a:r>
            <a:r>
              <a:rPr lang="en-US" sz="2200" i="1" dirty="0">
                <a:solidFill>
                  <a:schemeClr val="tx1"/>
                </a:solidFill>
              </a:rPr>
              <a:t>?</a:t>
            </a:r>
            <a:endParaRPr lang="en-US" sz="2200" dirty="0"/>
          </a:p>
        </p:txBody>
      </p:sp>
      <p:sp>
        <p:nvSpPr>
          <p:cNvPr id="8" name="Shape 5"/>
          <p:cNvSpPr/>
          <p:nvPr/>
        </p:nvSpPr>
        <p:spPr>
          <a:xfrm>
            <a:off x="548640" y="3154680"/>
            <a:ext cx="5303520" cy="960120"/>
          </a:xfrm>
          <a:prstGeom prst="roundRect">
            <a:avLst>
              <a:gd name="adj" fmla="val 17143"/>
            </a:avLst>
          </a:prstGeom>
          <a:solidFill>
            <a:schemeClr val="accent2">
              <a:alpha val="12000"/>
            </a:schemeClr>
          </a:solidFill>
          <a:ln w="15875">
            <a:solidFill>
              <a:srgbClr val="2A6FB0"/>
            </a:solidFill>
            <a:prstDash val="solid"/>
          </a:ln>
        </p:spPr>
      </p:sp>
      <p:sp>
        <p:nvSpPr>
          <p:cNvPr id="9" name="Text 6"/>
          <p:cNvSpPr txBox="1"/>
          <p:nvPr/>
        </p:nvSpPr>
        <p:spPr>
          <a:xfrm>
            <a:off x="713232" y="3154680"/>
            <a:ext cx="4974336" cy="960120"/>
          </a:xfrm>
          <a:prstGeom prst="rect">
            <a:avLst/>
          </a:prstGeom>
          <a:noFill/>
          <a:ln/>
        </p:spPr>
        <p:txBody>
          <a:bodyPr wrap="square" lIns="0" tIns="0" rIns="0" bIns="0" rtlCol="0" anchor="ctr"/>
          <a:lstStyle/>
          <a:p>
            <a:pPr algn="l" indent="0" marL="0">
              <a:buNone/>
            </a:pPr>
            <a:r>
              <a:rPr lang="en-US" sz="2200" i="1" dirty="0">
                <a:solidFill>
                  <a:schemeClr val="tx1"/>
                </a:solidFill>
              </a:rPr>
              <a:t>Hoe laat </a:t>
            </a:r>
            <a:r>
              <a:rPr lang="en-US" sz="2200" b="1" i="1" dirty="0">
                <a:solidFill>
                  <a:schemeClr val="accent6"/>
                </a:solidFill>
              </a:rPr>
              <a:t>log</a:t>
            </a:r>
            <a:r>
              <a:rPr lang="en-US" sz="2200" i="1" dirty="0">
                <a:solidFill>
                  <a:schemeClr val="tx1"/>
                </a:solidFill>
              </a:rPr>
              <a:t> je </a:t>
            </a:r>
            <a:r>
              <a:rPr lang="en-US" sz="2200" b="1" i="1" dirty="0">
                <a:solidFill>
                  <a:schemeClr val="accent1"/>
                </a:solidFill>
              </a:rPr>
              <a:t>in</a:t>
            </a:r>
            <a:r>
              <a:rPr lang="en-US" sz="2200" i="1" dirty="0">
                <a:solidFill>
                  <a:schemeClr val="tx1"/>
                </a:solidFill>
              </a:rPr>
              <a:t>?</a:t>
            </a:r>
            <a:endParaRPr lang="en-US" sz="2200" dirty="0"/>
          </a:p>
        </p:txBody>
      </p:sp>
      <p:sp>
        <p:nvSpPr>
          <p:cNvPr id="10" name="Shape 7"/>
          <p:cNvSpPr/>
          <p:nvPr/>
        </p:nvSpPr>
        <p:spPr>
          <a:xfrm>
            <a:off x="548640" y="4343400"/>
            <a:ext cx="5303520" cy="960120"/>
          </a:xfrm>
          <a:prstGeom prst="roundRect">
            <a:avLst>
              <a:gd name="adj" fmla="val 17143"/>
            </a:avLst>
          </a:prstGeom>
          <a:solidFill>
            <a:schemeClr val="accent2">
              <a:alpha val="12000"/>
            </a:schemeClr>
          </a:solidFill>
          <a:ln w="15875">
            <a:solidFill>
              <a:srgbClr val="2A6FB0"/>
            </a:solidFill>
            <a:prstDash val="solid"/>
          </a:ln>
        </p:spPr>
      </p:sp>
      <p:sp>
        <p:nvSpPr>
          <p:cNvPr id="11" name="Text 8"/>
          <p:cNvSpPr txBox="1"/>
          <p:nvPr/>
        </p:nvSpPr>
        <p:spPr>
          <a:xfrm>
            <a:off x="713232" y="4343400"/>
            <a:ext cx="4974336" cy="960120"/>
          </a:xfrm>
          <a:prstGeom prst="rect">
            <a:avLst/>
          </a:prstGeom>
          <a:noFill/>
          <a:ln/>
        </p:spPr>
        <p:txBody>
          <a:bodyPr wrap="square" lIns="0" tIns="0" rIns="0" bIns="0" rtlCol="0" anchor="ctr"/>
          <a:lstStyle/>
          <a:p>
            <a:pPr algn="l" indent="0" marL="0">
              <a:buNone/>
            </a:pPr>
            <a:r>
              <a:rPr lang="en-US" sz="2200" b="1" i="1" dirty="0">
                <a:solidFill>
                  <a:schemeClr val="accent6"/>
                </a:solidFill>
              </a:rPr>
              <a:t>Neem</a:t>
            </a:r>
            <a:r>
              <a:rPr lang="en-US" sz="2200" i="1" dirty="0">
                <a:solidFill>
                  <a:schemeClr val="tx1"/>
                </a:solidFill>
              </a:rPr>
              <a:t> je je laptop </a:t>
            </a:r>
            <a:r>
              <a:rPr lang="en-US" sz="2200" b="1" i="1" dirty="0">
                <a:solidFill>
                  <a:schemeClr val="accent1"/>
                </a:solidFill>
              </a:rPr>
              <a:t>mee</a:t>
            </a:r>
            <a:r>
              <a:rPr lang="en-US" sz="2200" i="1" dirty="0">
                <a:solidFill>
                  <a:schemeClr val="tx1"/>
                </a:solidFill>
              </a:rPr>
              <a:t>?</a:t>
            </a:r>
            <a:endParaRPr lang="en-US" sz="2200" dirty="0"/>
          </a:p>
        </p:txBody>
      </p:sp>
      <p:sp>
        <p:nvSpPr>
          <p:cNvPr id="12" name="Text 9"/>
          <p:cNvSpPr txBox="1"/>
          <p:nvPr/>
        </p:nvSpPr>
        <p:spPr>
          <a:xfrm>
            <a:off x="6217920" y="1554480"/>
            <a:ext cx="5394960" cy="320040"/>
          </a:xfrm>
          <a:prstGeom prst="rect">
            <a:avLst/>
          </a:prstGeom>
          <a:noFill/>
          <a:ln/>
        </p:spPr>
        <p:txBody>
          <a:bodyPr wrap="square" lIns="0" tIns="0" rIns="0" bIns="0" rtlCol="0" anchor="t"/>
          <a:lstStyle/>
          <a:p>
            <a:pPr algn="l" indent="0" marL="0">
              <a:buNone/>
            </a:pPr>
            <a:r>
              <a:rPr lang="en-US" sz="1300" b="1" spc="200" kern="0" dirty="0">
                <a:solidFill>
                  <a:schemeClr val="accent6"/>
                </a:solidFill>
              </a:rPr>
              <a:t>ORDRES (IMPÉRATIF)</a:t>
            </a:r>
            <a:endParaRPr lang="en-US" sz="1300" dirty="0"/>
          </a:p>
        </p:txBody>
      </p:sp>
      <p:sp>
        <p:nvSpPr>
          <p:cNvPr id="13" name="Shape 10"/>
          <p:cNvSpPr/>
          <p:nvPr/>
        </p:nvSpPr>
        <p:spPr>
          <a:xfrm>
            <a:off x="6217920" y="1965960"/>
            <a:ext cx="5422392" cy="960120"/>
          </a:xfrm>
          <a:prstGeom prst="roundRect">
            <a:avLst>
              <a:gd name="adj" fmla="val 11429"/>
            </a:avLst>
          </a:prstGeom>
          <a:solidFill>
            <a:srgbClr val="FBEDEB"/>
          </a:solidFill>
          <a:ln w="19050">
            <a:solidFill>
              <a:srgbClr val="B83227"/>
            </a:solidFill>
            <a:prstDash val="solid"/>
          </a:ln>
        </p:spPr>
      </p:sp>
      <p:pic>
        <p:nvPicPr>
          <p:cNvPr id="14" name="Image 0" descr="door">    </p:cNvPr>
          <p:cNvPicPr>
            <a:picLocks noChangeAspect="1"/>
          </p:cNvPicPr>
          <p:nvPr/>
        </p:nvPicPr>
        <p:blipFill>
          <a:blip r:embed="rId1"/>
          <a:stretch>
            <a:fillRect/>
          </a:stretch>
        </p:blipFill>
        <p:spPr>
          <a:xfrm>
            <a:off x="6355080" y="2103120"/>
            <a:ext cx="685800" cy="685800"/>
          </a:xfrm>
          <a:prstGeom prst="rect">
            <a:avLst/>
          </a:prstGeom>
        </p:spPr>
      </p:pic>
      <p:sp>
        <p:nvSpPr>
          <p:cNvPr id="15" name="Text 11"/>
          <p:cNvSpPr txBox="1"/>
          <p:nvPr/>
        </p:nvSpPr>
        <p:spPr>
          <a:xfrm>
            <a:off x="7223760" y="1965960"/>
            <a:ext cx="4297680" cy="960120"/>
          </a:xfrm>
          <a:prstGeom prst="rect">
            <a:avLst/>
          </a:prstGeom>
          <a:noFill/>
          <a:ln/>
        </p:spPr>
        <p:txBody>
          <a:bodyPr wrap="square" lIns="0" tIns="0" rIns="0" bIns="0" rtlCol="0" anchor="ctr"/>
          <a:lstStyle/>
          <a:p>
            <a:pPr algn="l" indent="0" marL="0">
              <a:buNone/>
            </a:pPr>
            <a:r>
              <a:rPr lang="en-US" sz="2200" b="1" i="1" dirty="0">
                <a:solidFill>
                  <a:schemeClr val="accent6"/>
                </a:solidFill>
              </a:rPr>
              <a:t>Kom</a:t>
            </a:r>
            <a:r>
              <a:rPr lang="en-US" sz="2200" i="1" dirty="0">
                <a:solidFill>
                  <a:schemeClr val="tx1"/>
                </a:solidFill>
              </a:rPr>
              <a:t> </a:t>
            </a:r>
            <a:r>
              <a:rPr lang="en-US" sz="2200" b="1" i="1" dirty="0">
                <a:solidFill>
                  <a:schemeClr val="accent1"/>
                </a:solidFill>
              </a:rPr>
              <a:t>binnen</a:t>
            </a:r>
            <a:r>
              <a:rPr lang="en-US" sz="2200" i="1" dirty="0">
                <a:solidFill>
                  <a:schemeClr val="tx1"/>
                </a:solidFill>
              </a:rPr>
              <a:t>!</a:t>
            </a:r>
            <a:endParaRPr lang="en-US" sz="2200" dirty="0"/>
          </a:p>
        </p:txBody>
      </p:sp>
      <p:sp>
        <p:nvSpPr>
          <p:cNvPr id="16" name="Shape 12"/>
          <p:cNvSpPr/>
          <p:nvPr/>
        </p:nvSpPr>
        <p:spPr>
          <a:xfrm>
            <a:off x="6217920" y="3154680"/>
            <a:ext cx="5422392" cy="960120"/>
          </a:xfrm>
          <a:prstGeom prst="roundRect">
            <a:avLst>
              <a:gd name="adj" fmla="val 11429"/>
            </a:avLst>
          </a:prstGeom>
          <a:solidFill>
            <a:srgbClr val="FBEDEB"/>
          </a:solidFill>
          <a:ln w="19050">
            <a:solidFill>
              <a:srgbClr val="B83227"/>
            </a:solidFill>
            <a:prstDash val="solid"/>
          </a:ln>
        </p:spPr>
      </p:sp>
      <p:pic>
        <p:nvPicPr>
          <p:cNvPr id="17" name="Image 1" descr="locked">    </p:cNvPr>
          <p:cNvPicPr>
            <a:picLocks noChangeAspect="1"/>
          </p:cNvPicPr>
          <p:nvPr/>
        </p:nvPicPr>
        <p:blipFill>
          <a:blip r:embed="rId2"/>
          <a:stretch>
            <a:fillRect/>
          </a:stretch>
        </p:blipFill>
        <p:spPr>
          <a:xfrm>
            <a:off x="6355080" y="3291840"/>
            <a:ext cx="685800" cy="685800"/>
          </a:xfrm>
          <a:prstGeom prst="rect">
            <a:avLst/>
          </a:prstGeom>
        </p:spPr>
      </p:pic>
      <p:sp>
        <p:nvSpPr>
          <p:cNvPr id="18" name="Text 13"/>
          <p:cNvSpPr txBox="1"/>
          <p:nvPr/>
        </p:nvSpPr>
        <p:spPr>
          <a:xfrm>
            <a:off x="7223760" y="3154680"/>
            <a:ext cx="4297680" cy="960120"/>
          </a:xfrm>
          <a:prstGeom prst="rect">
            <a:avLst/>
          </a:prstGeom>
          <a:noFill/>
          <a:ln/>
        </p:spPr>
        <p:txBody>
          <a:bodyPr wrap="square" lIns="0" tIns="0" rIns="0" bIns="0" rtlCol="0" anchor="ctr"/>
          <a:lstStyle/>
          <a:p>
            <a:pPr algn="l" indent="0" marL="0">
              <a:buNone/>
            </a:pPr>
            <a:r>
              <a:rPr lang="en-US" sz="2200" b="1" i="1" dirty="0">
                <a:solidFill>
                  <a:schemeClr val="accent6"/>
                </a:solidFill>
              </a:rPr>
              <a:t>Doe</a:t>
            </a:r>
            <a:r>
              <a:rPr lang="en-US" sz="2200" i="1" dirty="0">
                <a:solidFill>
                  <a:schemeClr val="tx1"/>
                </a:solidFill>
              </a:rPr>
              <a:t> de deur </a:t>
            </a:r>
            <a:r>
              <a:rPr lang="en-US" sz="2200" b="1" i="1" dirty="0">
                <a:solidFill>
                  <a:schemeClr val="accent1"/>
                </a:solidFill>
              </a:rPr>
              <a:t>dicht</a:t>
            </a:r>
            <a:r>
              <a:rPr lang="en-US" sz="2200" i="1" dirty="0">
                <a:solidFill>
                  <a:schemeClr val="tx1"/>
                </a:solidFill>
              </a:rPr>
              <a:t>!</a:t>
            </a:r>
            <a:endParaRPr lang="en-US" sz="2200" dirty="0"/>
          </a:p>
        </p:txBody>
      </p:sp>
      <p:sp>
        <p:nvSpPr>
          <p:cNvPr id="19" name="Shape 14"/>
          <p:cNvSpPr/>
          <p:nvPr/>
        </p:nvSpPr>
        <p:spPr>
          <a:xfrm>
            <a:off x="6217920" y="4343400"/>
            <a:ext cx="5422392" cy="960120"/>
          </a:xfrm>
          <a:prstGeom prst="roundRect">
            <a:avLst>
              <a:gd name="adj" fmla="val 11429"/>
            </a:avLst>
          </a:prstGeom>
          <a:solidFill>
            <a:srgbClr val="FBEDEB"/>
          </a:solidFill>
          <a:ln w="19050">
            <a:solidFill>
              <a:srgbClr val="B83227"/>
            </a:solidFill>
            <a:prstDash val="solid"/>
          </a:ln>
        </p:spPr>
      </p:sp>
      <p:pic>
        <p:nvPicPr>
          <p:cNvPr id="20" name="Image 2" descr="telephone receiver">    </p:cNvPr>
          <p:cNvPicPr>
            <a:picLocks noChangeAspect="1"/>
          </p:cNvPicPr>
          <p:nvPr/>
        </p:nvPicPr>
        <p:blipFill>
          <a:blip r:embed="rId3"/>
          <a:stretch>
            <a:fillRect/>
          </a:stretch>
        </p:blipFill>
        <p:spPr>
          <a:xfrm>
            <a:off x="6355080" y="4480560"/>
            <a:ext cx="685800" cy="685800"/>
          </a:xfrm>
          <a:prstGeom prst="rect">
            <a:avLst/>
          </a:prstGeom>
        </p:spPr>
      </p:pic>
      <p:sp>
        <p:nvSpPr>
          <p:cNvPr id="21" name="Text 15"/>
          <p:cNvSpPr txBox="1"/>
          <p:nvPr/>
        </p:nvSpPr>
        <p:spPr>
          <a:xfrm>
            <a:off x="7223760" y="4343400"/>
            <a:ext cx="4297680" cy="960120"/>
          </a:xfrm>
          <a:prstGeom prst="rect">
            <a:avLst/>
          </a:prstGeom>
          <a:noFill/>
          <a:ln/>
        </p:spPr>
        <p:txBody>
          <a:bodyPr wrap="square" lIns="0" tIns="0" rIns="0" bIns="0" rtlCol="0" anchor="ctr"/>
          <a:lstStyle/>
          <a:p>
            <a:pPr algn="l" indent="0" marL="0">
              <a:buNone/>
            </a:pPr>
            <a:r>
              <a:rPr lang="en-US" sz="2200" b="1" i="1" dirty="0">
                <a:solidFill>
                  <a:schemeClr val="accent6"/>
                </a:solidFill>
              </a:rPr>
              <a:t>Bel</a:t>
            </a:r>
            <a:r>
              <a:rPr lang="en-US" sz="2200" i="1" dirty="0">
                <a:solidFill>
                  <a:schemeClr val="tx1"/>
                </a:solidFill>
              </a:rPr>
              <a:t> me morgen </a:t>
            </a:r>
            <a:r>
              <a:rPr lang="en-US" sz="2200" b="1" i="1" dirty="0">
                <a:solidFill>
                  <a:schemeClr val="accent1"/>
                </a:solidFill>
              </a:rPr>
              <a:t>terug</a:t>
            </a:r>
            <a:r>
              <a:rPr lang="en-US" sz="2200" i="1" dirty="0">
                <a:solidFill>
                  <a:schemeClr val="tx1"/>
                </a:solidFill>
              </a:rPr>
              <a:t>!</a:t>
            </a:r>
            <a:endParaRPr lang="en-US" sz="2200" dirty="0"/>
          </a:p>
        </p:txBody>
      </p:sp>
      <p:sp>
        <p:nvSpPr>
          <p:cNvPr id="22" name="Shape 16"/>
          <p:cNvSpPr/>
          <p:nvPr/>
        </p:nvSpPr>
        <p:spPr>
          <a:xfrm>
            <a:off x="548640" y="5623560"/>
            <a:ext cx="11091672" cy="640080"/>
          </a:xfrm>
          <a:prstGeom prst="roundRect">
            <a:avLst>
              <a:gd name="adj" fmla="val 11429"/>
            </a:avLst>
          </a:prstGeom>
          <a:solidFill>
            <a:schemeClr val="tx2"/>
          </a:solidFill>
          <a:ln w="12700">
            <a:solidFill>
              <a:srgbClr val="FFFFFF">
                <a:alpha val="0"/>
              </a:srgbClr>
            </a:solidFill>
            <a:prstDash val="solid"/>
          </a:ln>
        </p:spPr>
      </p:sp>
      <p:sp>
        <p:nvSpPr>
          <p:cNvPr id="23" name="Text 17"/>
          <p:cNvSpPr txBox="1"/>
          <p:nvPr/>
        </p:nvSpPr>
        <p:spPr>
          <a:xfrm>
            <a:off x="822960" y="5623560"/>
            <a:ext cx="10607040" cy="640080"/>
          </a:xfrm>
          <a:prstGeom prst="rect">
            <a:avLst/>
          </a:prstGeom>
          <a:noFill/>
          <a:ln/>
        </p:spPr>
        <p:txBody>
          <a:bodyPr wrap="square" lIns="0" tIns="0" rIns="0" bIns="0" rtlCol="0" anchor="ctr"/>
          <a:lstStyle/>
          <a:p>
            <a:pPr algn="l" indent="0" marL="0">
              <a:buNone/>
            </a:pPr>
            <a:r>
              <a:rPr lang="en-US" sz="1800" dirty="0">
                <a:solidFill>
                  <a:schemeClr val="bg1"/>
                </a:solidFill>
              </a:rPr>
              <a:t>Impératif = le </a:t>
            </a:r>
            <a:r>
              <a:rPr lang="en-US" sz="1800" b="1" dirty="0">
                <a:solidFill>
                  <a:schemeClr val="bg1"/>
                </a:solidFill>
              </a:rPr>
              <a:t>radical</a:t>
            </a:r>
            <a:r>
              <a:rPr lang="en-US" sz="1800" dirty="0">
                <a:solidFill>
                  <a:schemeClr val="bg1"/>
                </a:solidFill>
              </a:rPr>
              <a:t> en tête, la particule reste au bout. + </a:t>
            </a:r>
            <a:r>
              <a:rPr lang="en-US" sz="1800" i="1" dirty="0">
                <a:solidFill>
                  <a:schemeClr val="bg1"/>
                </a:solidFill>
              </a:rPr>
              <a:t>alstublieft</a:t>
            </a:r>
            <a:r>
              <a:rPr lang="en-US" sz="1800" dirty="0">
                <a:solidFill>
                  <a:schemeClr val="bg1"/>
                </a:solidFill>
              </a:rPr>
              <a:t> pour la politesse (M8).</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Une journée au bureau</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sp>
        <p:nvSpPr>
          <p:cNvPr id="5" name="Shape 2"/>
          <p:cNvSpPr/>
          <p:nvPr/>
        </p:nvSpPr>
        <p:spPr>
          <a:xfrm>
            <a:off x="548640" y="1874520"/>
            <a:ext cx="11091672" cy="914"/>
          </a:xfrm>
          <a:prstGeom prst="line">
            <a:avLst/>
          </a:prstGeom>
          <a:noFill/>
          <a:ln w="25400">
            <a:solidFill>
              <a:srgbClr val="4A5A70"/>
            </a:solidFill>
            <a:prstDash val="solid"/>
            <a:tailEnd type="triangle"/>
          </a:ln>
        </p:spPr>
      </p:sp>
      <p:sp>
        <p:nvSpPr>
          <p:cNvPr id="6" name="Shape 3"/>
          <p:cNvSpPr/>
          <p:nvPr/>
        </p:nvSpPr>
        <p:spPr>
          <a:xfrm>
            <a:off x="548640" y="4114800"/>
            <a:ext cx="11091672" cy="914"/>
          </a:xfrm>
          <a:prstGeom prst="line">
            <a:avLst/>
          </a:prstGeom>
          <a:noFill/>
          <a:ln w="25400">
            <a:solidFill>
              <a:srgbClr val="4A5A70"/>
            </a:solidFill>
            <a:prstDash val="solid"/>
            <a:tailEnd type="triangle"/>
          </a:ln>
        </p:spPr>
      </p:sp>
      <p:sp>
        <p:nvSpPr>
          <p:cNvPr id="7" name="Shape 4"/>
          <p:cNvSpPr/>
          <p:nvPr/>
        </p:nvSpPr>
        <p:spPr>
          <a:xfrm>
            <a:off x="1493215" y="1764792"/>
            <a:ext cx="219456" cy="219456"/>
          </a:xfrm>
          <a:prstGeom prst="ellipse">
            <a:avLst/>
          </a:prstGeom>
          <a:solidFill>
            <a:schemeClr val="accent1"/>
          </a:solidFill>
          <a:ln w="12700">
            <a:solidFill>
              <a:srgbClr val="FFFFFF">
                <a:alpha val="0"/>
              </a:srgbClr>
            </a:solidFill>
            <a:prstDash val="solid"/>
          </a:ln>
        </p:spPr>
      </p:sp>
      <p:sp>
        <p:nvSpPr>
          <p:cNvPr id="8" name="Text 5"/>
          <p:cNvSpPr txBox="1"/>
          <p:nvPr/>
        </p:nvSpPr>
        <p:spPr>
          <a:xfrm>
            <a:off x="548640" y="1527048"/>
            <a:ext cx="917143" cy="274320"/>
          </a:xfrm>
          <a:prstGeom prst="rect">
            <a:avLst/>
          </a:prstGeom>
          <a:noFill/>
          <a:ln/>
        </p:spPr>
        <p:txBody>
          <a:bodyPr wrap="square" lIns="0" tIns="0" rIns="0" bIns="0" rtlCol="0" anchor="t"/>
          <a:lstStyle/>
          <a:p>
            <a:pPr algn="l" indent="0" marL="0">
              <a:buNone/>
            </a:pPr>
            <a:r>
              <a:rPr lang="en-US" sz="1300" b="1" dirty="0">
                <a:solidFill>
                  <a:schemeClr val="accent5"/>
                </a:solidFill>
              </a:rPr>
              <a:t>7.00</a:t>
            </a:r>
            <a:endParaRPr lang="en-US" sz="1300" dirty="0"/>
          </a:p>
        </p:txBody>
      </p:sp>
      <p:sp>
        <p:nvSpPr>
          <p:cNvPr id="9" name="Shape 6"/>
          <p:cNvSpPr/>
          <p:nvPr/>
        </p:nvSpPr>
        <p:spPr>
          <a:xfrm>
            <a:off x="548640" y="2103120"/>
            <a:ext cx="2108606" cy="1572768"/>
          </a:xfrm>
          <a:prstGeom prst="roundRect">
            <a:avLst>
              <a:gd name="adj" fmla="val 4651"/>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pic>
        <p:nvPicPr>
          <p:cNvPr id="10" name="Image 0" descr="alarm clock">    </p:cNvPr>
          <p:cNvPicPr>
            <a:picLocks noChangeAspect="1"/>
          </p:cNvPicPr>
          <p:nvPr/>
        </p:nvPicPr>
        <p:blipFill>
          <a:blip r:embed="rId1"/>
          <a:stretch>
            <a:fillRect/>
          </a:stretch>
        </p:blipFill>
        <p:spPr>
          <a:xfrm>
            <a:off x="1282903" y="2194560"/>
            <a:ext cx="640080" cy="640080"/>
          </a:xfrm>
          <a:prstGeom prst="rect">
            <a:avLst/>
          </a:prstGeom>
        </p:spPr>
      </p:pic>
      <p:sp>
        <p:nvSpPr>
          <p:cNvPr id="11" name="Text 7"/>
          <p:cNvSpPr txBox="1"/>
          <p:nvPr/>
        </p:nvSpPr>
        <p:spPr>
          <a:xfrm>
            <a:off x="621792" y="2834640"/>
            <a:ext cx="1962302" cy="777240"/>
          </a:xfrm>
          <a:prstGeom prst="rect">
            <a:avLst/>
          </a:prstGeom>
          <a:noFill/>
          <a:ln/>
        </p:spPr>
        <p:txBody>
          <a:bodyPr wrap="square" lIns="0" tIns="0" rIns="0" bIns="0" rtlCol="0" anchor="ctr"/>
          <a:lstStyle/>
          <a:p>
            <a:pPr algn="ctr" indent="0" marL="0">
              <a:buNone/>
            </a:pPr>
            <a:r>
              <a:rPr lang="en-US" sz="1600" i="1" dirty="0">
                <a:solidFill>
                  <a:schemeClr val="tx1"/>
                </a:solidFill>
              </a:rPr>
              <a:t>Ik </a:t>
            </a:r>
            <a:r>
              <a:rPr lang="en-US" sz="1600" b="1" i="1" dirty="0">
                <a:solidFill>
                  <a:schemeClr val="tx1"/>
                </a:solidFill>
              </a:rPr>
              <a:t>sta</a:t>
            </a:r>
            <a:r>
              <a:rPr lang="en-US" sz="1600" i="1" dirty="0">
                <a:solidFill>
                  <a:schemeClr val="tx1"/>
                </a:solidFill>
              </a:rPr>
              <a:t> </a:t>
            </a:r>
            <a:r>
              <a:rPr lang="en-US" sz="1600" b="1" i="1" dirty="0">
                <a:solidFill>
                  <a:schemeClr val="accent1"/>
                </a:solidFill>
              </a:rPr>
              <a:t>op</a:t>
            </a:r>
            <a:r>
              <a:rPr lang="en-US" sz="1600" i="1" dirty="0">
                <a:solidFill>
                  <a:schemeClr val="tx1"/>
                </a:solidFill>
              </a:rPr>
              <a:t>.</a:t>
            </a:r>
            <a:endParaRPr lang="en-US" sz="1600" dirty="0"/>
          </a:p>
        </p:txBody>
      </p:sp>
      <p:sp>
        <p:nvSpPr>
          <p:cNvPr id="12" name="Shape 8"/>
          <p:cNvSpPr/>
          <p:nvPr/>
        </p:nvSpPr>
        <p:spPr>
          <a:xfrm>
            <a:off x="3738982" y="1764792"/>
            <a:ext cx="219456" cy="219456"/>
          </a:xfrm>
          <a:prstGeom prst="ellipse">
            <a:avLst/>
          </a:prstGeom>
          <a:solidFill>
            <a:schemeClr val="accent1"/>
          </a:solidFill>
          <a:ln w="12700">
            <a:solidFill>
              <a:srgbClr val="FFFFFF">
                <a:alpha val="0"/>
              </a:srgbClr>
            </a:solidFill>
            <a:prstDash val="solid"/>
          </a:ln>
        </p:spPr>
      </p:sp>
      <p:sp>
        <p:nvSpPr>
          <p:cNvPr id="13" name="Text 9"/>
          <p:cNvSpPr txBox="1"/>
          <p:nvPr/>
        </p:nvSpPr>
        <p:spPr>
          <a:xfrm>
            <a:off x="2794406" y="1527048"/>
            <a:ext cx="917143" cy="274320"/>
          </a:xfrm>
          <a:prstGeom prst="rect">
            <a:avLst/>
          </a:prstGeom>
          <a:noFill/>
          <a:ln/>
        </p:spPr>
        <p:txBody>
          <a:bodyPr wrap="square" lIns="0" tIns="0" rIns="0" bIns="0" rtlCol="0" anchor="t"/>
          <a:lstStyle/>
          <a:p>
            <a:pPr algn="l" indent="0" marL="0">
              <a:buNone/>
            </a:pPr>
            <a:r>
              <a:rPr lang="en-US" sz="1300" b="1" dirty="0">
                <a:solidFill>
                  <a:schemeClr val="accent5"/>
                </a:solidFill>
              </a:rPr>
              <a:t>7.15</a:t>
            </a:r>
            <a:endParaRPr lang="en-US" sz="1300" dirty="0"/>
          </a:p>
        </p:txBody>
      </p:sp>
      <p:sp>
        <p:nvSpPr>
          <p:cNvPr id="14" name="Shape 10"/>
          <p:cNvSpPr/>
          <p:nvPr/>
        </p:nvSpPr>
        <p:spPr>
          <a:xfrm>
            <a:off x="2794406" y="2103120"/>
            <a:ext cx="2108606" cy="1572768"/>
          </a:xfrm>
          <a:prstGeom prst="roundRect">
            <a:avLst>
              <a:gd name="adj" fmla="val 4651"/>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pic>
        <p:nvPicPr>
          <p:cNvPr id="15" name="Image 1" descr="t shirt">    </p:cNvPr>
          <p:cNvPicPr>
            <a:picLocks noChangeAspect="1"/>
          </p:cNvPicPr>
          <p:nvPr/>
        </p:nvPicPr>
        <p:blipFill>
          <a:blip r:embed="rId2"/>
          <a:stretch>
            <a:fillRect/>
          </a:stretch>
        </p:blipFill>
        <p:spPr>
          <a:xfrm>
            <a:off x="3528670" y="2194560"/>
            <a:ext cx="640080" cy="640080"/>
          </a:xfrm>
          <a:prstGeom prst="rect">
            <a:avLst/>
          </a:prstGeom>
        </p:spPr>
      </p:pic>
      <p:sp>
        <p:nvSpPr>
          <p:cNvPr id="16" name="Text 11"/>
          <p:cNvSpPr txBox="1"/>
          <p:nvPr/>
        </p:nvSpPr>
        <p:spPr>
          <a:xfrm>
            <a:off x="2867558" y="2834640"/>
            <a:ext cx="1962302" cy="777240"/>
          </a:xfrm>
          <a:prstGeom prst="rect">
            <a:avLst/>
          </a:prstGeom>
          <a:noFill/>
          <a:ln/>
        </p:spPr>
        <p:txBody>
          <a:bodyPr wrap="square" lIns="0" tIns="0" rIns="0" bIns="0" rtlCol="0" anchor="ctr"/>
          <a:lstStyle/>
          <a:p>
            <a:pPr algn="ctr" indent="0" marL="0">
              <a:buNone/>
            </a:pPr>
            <a:r>
              <a:rPr lang="en-US" sz="1600" i="1" dirty="0">
                <a:solidFill>
                  <a:schemeClr val="tx1"/>
                </a:solidFill>
              </a:rPr>
              <a:t>Ik </a:t>
            </a:r>
            <a:r>
              <a:rPr lang="en-US" sz="1600" b="1" i="1" dirty="0">
                <a:solidFill>
                  <a:schemeClr val="tx1"/>
                </a:solidFill>
              </a:rPr>
              <a:t>kleed</a:t>
            </a:r>
            <a:r>
              <a:rPr lang="en-US" sz="1600" i="1" dirty="0">
                <a:solidFill>
                  <a:schemeClr val="tx1"/>
                </a:solidFill>
              </a:rPr>
              <a:t> me </a:t>
            </a:r>
            <a:r>
              <a:rPr lang="en-US" sz="1600" b="1" i="1" dirty="0">
                <a:solidFill>
                  <a:schemeClr val="accent1"/>
                </a:solidFill>
              </a:rPr>
              <a:t>aan</a:t>
            </a:r>
            <a:r>
              <a:rPr lang="en-US" sz="1600" i="1" dirty="0">
                <a:solidFill>
                  <a:schemeClr val="tx1"/>
                </a:solidFill>
              </a:rPr>
              <a:t>.</a:t>
            </a:r>
            <a:endParaRPr lang="en-US" sz="1600" dirty="0"/>
          </a:p>
        </p:txBody>
      </p:sp>
      <p:sp>
        <p:nvSpPr>
          <p:cNvPr id="17" name="Shape 12"/>
          <p:cNvSpPr/>
          <p:nvPr/>
        </p:nvSpPr>
        <p:spPr>
          <a:xfrm>
            <a:off x="5984748" y="1764792"/>
            <a:ext cx="219456" cy="219456"/>
          </a:xfrm>
          <a:prstGeom prst="ellipse">
            <a:avLst/>
          </a:prstGeom>
          <a:solidFill>
            <a:schemeClr val="tx2"/>
          </a:solidFill>
          <a:ln w="12700">
            <a:solidFill>
              <a:srgbClr val="FFFFFF">
                <a:alpha val="0"/>
              </a:srgbClr>
            </a:solidFill>
            <a:prstDash val="solid"/>
          </a:ln>
        </p:spPr>
      </p:sp>
      <p:sp>
        <p:nvSpPr>
          <p:cNvPr id="18" name="Text 13"/>
          <p:cNvSpPr txBox="1"/>
          <p:nvPr/>
        </p:nvSpPr>
        <p:spPr>
          <a:xfrm>
            <a:off x="5040173" y="1527048"/>
            <a:ext cx="917143" cy="274320"/>
          </a:xfrm>
          <a:prstGeom prst="rect">
            <a:avLst/>
          </a:prstGeom>
          <a:noFill/>
          <a:ln/>
        </p:spPr>
        <p:txBody>
          <a:bodyPr wrap="square" lIns="0" tIns="0" rIns="0" bIns="0" rtlCol="0" anchor="t"/>
          <a:lstStyle/>
          <a:p>
            <a:pPr algn="l" indent="0" marL="0">
              <a:buNone/>
            </a:pPr>
            <a:r>
              <a:rPr lang="en-US" sz="1300" b="1" dirty="0">
                <a:solidFill>
                  <a:schemeClr val="accent5"/>
                </a:solidFill>
              </a:rPr>
              <a:t>7.30</a:t>
            </a:r>
            <a:endParaRPr lang="en-US" sz="1300" dirty="0"/>
          </a:p>
        </p:txBody>
      </p:sp>
      <p:sp>
        <p:nvSpPr>
          <p:cNvPr id="19" name="Shape 14"/>
          <p:cNvSpPr/>
          <p:nvPr/>
        </p:nvSpPr>
        <p:spPr>
          <a:xfrm>
            <a:off x="5040173" y="2103120"/>
            <a:ext cx="2108606" cy="1572768"/>
          </a:xfrm>
          <a:prstGeom prst="roundRect">
            <a:avLst>
              <a:gd name="adj" fmla="val 4651"/>
            </a:avLst>
          </a:prstGeom>
          <a:solidFill>
            <a:schemeClr val="bg1"/>
          </a:solidFill>
          <a:ln w="22225">
            <a:solidFill>
              <a:srgbClr val="17375E"/>
            </a:solidFill>
            <a:prstDash val="solid"/>
          </a:ln>
          <a:effectLst>
            <a:outerShdw sx="100000" sy="100000" kx="0" ky="0" algn="bl" rotWithShape="0" blurRad="101600" dist="25400" dir="3600000">
              <a:srgbClr val="000000">
                <a:alpha val="16000"/>
              </a:srgbClr>
            </a:outerShdw>
          </a:effectLst>
        </p:spPr>
      </p:sp>
      <p:pic>
        <p:nvPicPr>
          <p:cNvPr id="20" name="Image 2" descr="croissant">    </p:cNvPr>
          <p:cNvPicPr>
            <a:picLocks noChangeAspect="1"/>
          </p:cNvPicPr>
          <p:nvPr/>
        </p:nvPicPr>
        <p:blipFill>
          <a:blip r:embed="rId3"/>
          <a:stretch>
            <a:fillRect/>
          </a:stretch>
        </p:blipFill>
        <p:spPr>
          <a:xfrm>
            <a:off x="5774436" y="2194560"/>
            <a:ext cx="640080" cy="640080"/>
          </a:xfrm>
          <a:prstGeom prst="rect">
            <a:avLst/>
          </a:prstGeom>
        </p:spPr>
      </p:pic>
      <p:sp>
        <p:nvSpPr>
          <p:cNvPr id="21" name="Text 15"/>
          <p:cNvSpPr txBox="1"/>
          <p:nvPr/>
        </p:nvSpPr>
        <p:spPr>
          <a:xfrm>
            <a:off x="5113325" y="2834640"/>
            <a:ext cx="1962302" cy="777240"/>
          </a:xfrm>
          <a:prstGeom prst="rect">
            <a:avLst/>
          </a:prstGeom>
          <a:noFill/>
          <a:ln/>
        </p:spPr>
        <p:txBody>
          <a:bodyPr wrap="square" lIns="0" tIns="0" rIns="0" bIns="0" rtlCol="0" anchor="ctr"/>
          <a:lstStyle/>
          <a:p>
            <a:pPr algn="ctr" indent="0" marL="0">
              <a:buNone/>
            </a:pPr>
            <a:r>
              <a:rPr lang="en-US" sz="1600" i="1" dirty="0">
                <a:solidFill>
                  <a:schemeClr val="tx1"/>
                </a:solidFill>
              </a:rPr>
              <a:t>Ik </a:t>
            </a:r>
            <a:r>
              <a:rPr lang="en-US" sz="1600" b="1" i="1" dirty="0">
                <a:solidFill>
                  <a:schemeClr val="tx1"/>
                </a:solidFill>
              </a:rPr>
              <a:t>ontbijt</a:t>
            </a:r>
            <a:r>
              <a:rPr lang="en-US" sz="1600" i="1" dirty="0">
                <a:solidFill>
                  <a:schemeClr val="tx1"/>
                </a:solidFill>
              </a:rPr>
              <a:t>.</a:t>
            </a:r>
            <a:endParaRPr lang="en-US" sz="1600" dirty="0"/>
          </a:p>
        </p:txBody>
      </p:sp>
      <p:pic>
        <p:nvPicPr>
          <p:cNvPr id="22" name="Image 3" descr="Lock">    </p:cNvPr>
          <p:cNvPicPr>
            <a:picLocks noChangeAspect="1"/>
          </p:cNvPicPr>
          <p:nvPr/>
        </p:nvPicPr>
        <p:blipFill>
          <a:blip r:embed="rId4"/>
          <a:stretch>
            <a:fillRect/>
          </a:stretch>
        </p:blipFill>
        <p:spPr>
          <a:xfrm>
            <a:off x="6828739" y="2194560"/>
            <a:ext cx="219456" cy="219456"/>
          </a:xfrm>
          <a:prstGeom prst="rect">
            <a:avLst/>
          </a:prstGeom>
        </p:spPr>
      </p:pic>
      <p:sp>
        <p:nvSpPr>
          <p:cNvPr id="23" name="Shape 16"/>
          <p:cNvSpPr/>
          <p:nvPr/>
        </p:nvSpPr>
        <p:spPr>
          <a:xfrm>
            <a:off x="8230514" y="1764792"/>
            <a:ext cx="219456" cy="219456"/>
          </a:xfrm>
          <a:prstGeom prst="ellipse">
            <a:avLst/>
          </a:prstGeom>
          <a:solidFill>
            <a:schemeClr val="tx2"/>
          </a:solidFill>
          <a:ln w="12700">
            <a:solidFill>
              <a:srgbClr val="FFFFFF">
                <a:alpha val="0"/>
              </a:srgbClr>
            </a:solidFill>
            <a:prstDash val="solid"/>
          </a:ln>
        </p:spPr>
      </p:sp>
      <p:sp>
        <p:nvSpPr>
          <p:cNvPr id="24" name="Text 17"/>
          <p:cNvSpPr txBox="1"/>
          <p:nvPr/>
        </p:nvSpPr>
        <p:spPr>
          <a:xfrm>
            <a:off x="7285939" y="1527048"/>
            <a:ext cx="917143" cy="274320"/>
          </a:xfrm>
          <a:prstGeom prst="rect">
            <a:avLst/>
          </a:prstGeom>
          <a:noFill/>
          <a:ln/>
        </p:spPr>
        <p:txBody>
          <a:bodyPr wrap="square" lIns="0" tIns="0" rIns="0" bIns="0" rtlCol="0" anchor="t"/>
          <a:lstStyle/>
          <a:p>
            <a:pPr algn="l" indent="0" marL="0">
              <a:buNone/>
            </a:pPr>
            <a:r>
              <a:rPr lang="en-US" sz="1300" b="1" dirty="0">
                <a:solidFill>
                  <a:schemeClr val="accent5"/>
                </a:solidFill>
              </a:rPr>
              <a:t>8.00</a:t>
            </a:r>
            <a:endParaRPr lang="en-US" sz="1300" dirty="0"/>
          </a:p>
        </p:txBody>
      </p:sp>
      <p:sp>
        <p:nvSpPr>
          <p:cNvPr id="25" name="Shape 18"/>
          <p:cNvSpPr/>
          <p:nvPr/>
        </p:nvSpPr>
        <p:spPr>
          <a:xfrm>
            <a:off x="7285939" y="2103120"/>
            <a:ext cx="2108606" cy="1572768"/>
          </a:xfrm>
          <a:prstGeom prst="roundRect">
            <a:avLst>
              <a:gd name="adj" fmla="val 4651"/>
            </a:avLst>
          </a:prstGeom>
          <a:solidFill>
            <a:schemeClr val="bg1"/>
          </a:solidFill>
          <a:ln w="22225">
            <a:solidFill>
              <a:srgbClr val="17375E"/>
            </a:solidFill>
            <a:prstDash val="solid"/>
          </a:ln>
          <a:effectLst>
            <a:outerShdw sx="100000" sy="100000" kx="0" ky="0" algn="bl" rotWithShape="0" blurRad="101600" dist="25400" dir="3600000">
              <a:srgbClr val="000000">
                <a:alpha val="16000"/>
              </a:srgbClr>
            </a:outerShdw>
          </a:effectLst>
        </p:spPr>
      </p:sp>
      <p:pic>
        <p:nvPicPr>
          <p:cNvPr id="26" name="Image 4" descr="automobile">    </p:cNvPr>
          <p:cNvPicPr>
            <a:picLocks noChangeAspect="1"/>
          </p:cNvPicPr>
          <p:nvPr/>
        </p:nvPicPr>
        <p:blipFill>
          <a:blip r:embed="rId5"/>
          <a:stretch>
            <a:fillRect/>
          </a:stretch>
        </p:blipFill>
        <p:spPr>
          <a:xfrm>
            <a:off x="8020202" y="2194560"/>
            <a:ext cx="640080" cy="640080"/>
          </a:xfrm>
          <a:prstGeom prst="rect">
            <a:avLst/>
          </a:prstGeom>
        </p:spPr>
      </p:pic>
      <p:sp>
        <p:nvSpPr>
          <p:cNvPr id="27" name="Text 19"/>
          <p:cNvSpPr txBox="1"/>
          <p:nvPr/>
        </p:nvSpPr>
        <p:spPr>
          <a:xfrm>
            <a:off x="7359091" y="2834640"/>
            <a:ext cx="1962302" cy="777240"/>
          </a:xfrm>
          <a:prstGeom prst="rect">
            <a:avLst/>
          </a:prstGeom>
          <a:noFill/>
          <a:ln/>
        </p:spPr>
        <p:txBody>
          <a:bodyPr wrap="square" lIns="0" tIns="0" rIns="0" bIns="0" rtlCol="0" anchor="ctr"/>
          <a:lstStyle/>
          <a:p>
            <a:pPr algn="ctr" indent="0" marL="0">
              <a:buNone/>
            </a:pPr>
            <a:r>
              <a:rPr lang="en-US" sz="1600" i="1" dirty="0">
                <a:solidFill>
                  <a:schemeClr val="tx1"/>
                </a:solidFill>
              </a:rPr>
              <a:t>Ik </a:t>
            </a:r>
            <a:r>
              <a:rPr lang="en-US" sz="1600" b="1" i="1" dirty="0">
                <a:solidFill>
                  <a:schemeClr val="tx1"/>
                </a:solidFill>
              </a:rPr>
              <a:t>vertrek</a:t>
            </a:r>
            <a:r>
              <a:rPr lang="en-US" sz="1600" i="1" dirty="0">
                <a:solidFill>
                  <a:schemeClr val="tx1"/>
                </a:solidFill>
              </a:rPr>
              <a:t>.</a:t>
            </a:r>
            <a:endParaRPr lang="en-US" sz="1600" dirty="0"/>
          </a:p>
        </p:txBody>
      </p:sp>
      <p:pic>
        <p:nvPicPr>
          <p:cNvPr id="28" name="Image 5" descr="Lock">    </p:cNvPr>
          <p:cNvPicPr>
            <a:picLocks noChangeAspect="1"/>
          </p:cNvPicPr>
          <p:nvPr/>
        </p:nvPicPr>
        <p:blipFill>
          <a:blip r:embed="rId6"/>
          <a:stretch>
            <a:fillRect/>
          </a:stretch>
        </p:blipFill>
        <p:spPr>
          <a:xfrm>
            <a:off x="9074506" y="2194560"/>
            <a:ext cx="219456" cy="219456"/>
          </a:xfrm>
          <a:prstGeom prst="rect">
            <a:avLst/>
          </a:prstGeom>
        </p:spPr>
      </p:pic>
      <p:sp>
        <p:nvSpPr>
          <p:cNvPr id="29" name="Shape 20"/>
          <p:cNvSpPr/>
          <p:nvPr/>
        </p:nvSpPr>
        <p:spPr>
          <a:xfrm>
            <a:off x="10476281" y="1764792"/>
            <a:ext cx="219456" cy="219456"/>
          </a:xfrm>
          <a:prstGeom prst="ellipse">
            <a:avLst/>
          </a:prstGeom>
          <a:solidFill>
            <a:schemeClr val="accent1"/>
          </a:solidFill>
          <a:ln w="12700">
            <a:solidFill>
              <a:srgbClr val="FFFFFF">
                <a:alpha val="0"/>
              </a:srgbClr>
            </a:solidFill>
            <a:prstDash val="solid"/>
          </a:ln>
        </p:spPr>
      </p:sp>
      <p:sp>
        <p:nvSpPr>
          <p:cNvPr id="30" name="Text 21"/>
          <p:cNvSpPr txBox="1"/>
          <p:nvPr/>
        </p:nvSpPr>
        <p:spPr>
          <a:xfrm>
            <a:off x="9531706" y="1527048"/>
            <a:ext cx="917143" cy="274320"/>
          </a:xfrm>
          <a:prstGeom prst="rect">
            <a:avLst/>
          </a:prstGeom>
          <a:noFill/>
          <a:ln/>
        </p:spPr>
        <p:txBody>
          <a:bodyPr wrap="square" lIns="0" tIns="0" rIns="0" bIns="0" rtlCol="0" anchor="t"/>
          <a:lstStyle/>
          <a:p>
            <a:pPr algn="l" indent="0" marL="0">
              <a:buNone/>
            </a:pPr>
            <a:r>
              <a:rPr lang="en-US" sz="1300" b="1" dirty="0">
                <a:solidFill>
                  <a:schemeClr val="accent5"/>
                </a:solidFill>
              </a:rPr>
              <a:t>9.00</a:t>
            </a:r>
            <a:endParaRPr lang="en-US" sz="1300" dirty="0"/>
          </a:p>
        </p:txBody>
      </p:sp>
      <p:sp>
        <p:nvSpPr>
          <p:cNvPr id="31" name="Shape 22"/>
          <p:cNvSpPr/>
          <p:nvPr/>
        </p:nvSpPr>
        <p:spPr>
          <a:xfrm>
            <a:off x="9531706" y="2103120"/>
            <a:ext cx="2108606" cy="1572768"/>
          </a:xfrm>
          <a:prstGeom prst="roundRect">
            <a:avLst>
              <a:gd name="adj" fmla="val 4651"/>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pic>
        <p:nvPicPr>
          <p:cNvPr id="32" name="Image 6" descr="laptop">    </p:cNvPr>
          <p:cNvPicPr>
            <a:picLocks noChangeAspect="1"/>
          </p:cNvPicPr>
          <p:nvPr/>
        </p:nvPicPr>
        <p:blipFill>
          <a:blip r:embed="rId7"/>
          <a:stretch>
            <a:fillRect/>
          </a:stretch>
        </p:blipFill>
        <p:spPr>
          <a:xfrm>
            <a:off x="10265969" y="2194560"/>
            <a:ext cx="640080" cy="640080"/>
          </a:xfrm>
          <a:prstGeom prst="rect">
            <a:avLst/>
          </a:prstGeom>
        </p:spPr>
      </p:pic>
      <p:sp>
        <p:nvSpPr>
          <p:cNvPr id="33" name="Text 23"/>
          <p:cNvSpPr txBox="1"/>
          <p:nvPr/>
        </p:nvSpPr>
        <p:spPr>
          <a:xfrm>
            <a:off x="9604858" y="2834640"/>
            <a:ext cx="1962302" cy="777240"/>
          </a:xfrm>
          <a:prstGeom prst="rect">
            <a:avLst/>
          </a:prstGeom>
          <a:noFill/>
          <a:ln/>
        </p:spPr>
        <p:txBody>
          <a:bodyPr wrap="square" lIns="0" tIns="0" rIns="0" bIns="0" rtlCol="0" anchor="ctr"/>
          <a:lstStyle/>
          <a:p>
            <a:pPr algn="ctr" indent="0" marL="0">
              <a:buNone/>
            </a:pPr>
            <a:r>
              <a:rPr lang="en-US" sz="1600" i="1" dirty="0">
                <a:solidFill>
                  <a:schemeClr val="tx1"/>
                </a:solidFill>
              </a:rPr>
              <a:t>Ik </a:t>
            </a:r>
            <a:r>
              <a:rPr lang="en-US" sz="1600" b="1" i="1" dirty="0">
                <a:solidFill>
                  <a:schemeClr val="tx1"/>
                </a:solidFill>
              </a:rPr>
              <a:t>log</a:t>
            </a:r>
            <a:r>
              <a:rPr lang="en-US" sz="1600" i="1" dirty="0">
                <a:solidFill>
                  <a:schemeClr val="tx1"/>
                </a:solidFill>
              </a:rPr>
              <a:t> </a:t>
            </a:r>
            <a:r>
              <a:rPr lang="en-US" sz="1600" b="1" i="1" dirty="0">
                <a:solidFill>
                  <a:schemeClr val="accent1"/>
                </a:solidFill>
              </a:rPr>
              <a:t>in</a:t>
            </a:r>
            <a:r>
              <a:rPr lang="en-US" sz="1600" i="1" dirty="0">
                <a:solidFill>
                  <a:schemeClr val="tx1"/>
                </a:solidFill>
              </a:rPr>
              <a:t>.</a:t>
            </a:r>
            <a:endParaRPr lang="en-US" sz="1600" dirty="0"/>
          </a:p>
        </p:txBody>
      </p:sp>
      <p:sp>
        <p:nvSpPr>
          <p:cNvPr id="34" name="Shape 24"/>
          <p:cNvSpPr/>
          <p:nvPr/>
        </p:nvSpPr>
        <p:spPr>
          <a:xfrm>
            <a:off x="1493215" y="4005072"/>
            <a:ext cx="219456" cy="219456"/>
          </a:xfrm>
          <a:prstGeom prst="ellipse">
            <a:avLst/>
          </a:prstGeom>
          <a:solidFill>
            <a:schemeClr val="accent1"/>
          </a:solidFill>
          <a:ln w="12700">
            <a:solidFill>
              <a:srgbClr val="FFFFFF">
                <a:alpha val="0"/>
              </a:srgbClr>
            </a:solidFill>
            <a:prstDash val="solid"/>
          </a:ln>
        </p:spPr>
      </p:sp>
      <p:sp>
        <p:nvSpPr>
          <p:cNvPr id="35" name="Text 25"/>
          <p:cNvSpPr txBox="1"/>
          <p:nvPr/>
        </p:nvSpPr>
        <p:spPr>
          <a:xfrm>
            <a:off x="548640" y="3767328"/>
            <a:ext cx="917143" cy="274320"/>
          </a:xfrm>
          <a:prstGeom prst="rect">
            <a:avLst/>
          </a:prstGeom>
          <a:noFill/>
          <a:ln/>
        </p:spPr>
        <p:txBody>
          <a:bodyPr wrap="square" lIns="0" tIns="0" rIns="0" bIns="0" rtlCol="0" anchor="t"/>
          <a:lstStyle/>
          <a:p>
            <a:pPr algn="l" indent="0" marL="0">
              <a:buNone/>
            </a:pPr>
            <a:r>
              <a:rPr lang="en-US" sz="1300" b="1" dirty="0">
                <a:solidFill>
                  <a:schemeClr val="accent5"/>
                </a:solidFill>
              </a:rPr>
              <a:t>10.00</a:t>
            </a:r>
            <a:endParaRPr lang="en-US" sz="1300" dirty="0"/>
          </a:p>
        </p:txBody>
      </p:sp>
      <p:sp>
        <p:nvSpPr>
          <p:cNvPr id="36" name="Shape 26"/>
          <p:cNvSpPr/>
          <p:nvPr/>
        </p:nvSpPr>
        <p:spPr>
          <a:xfrm>
            <a:off x="548640" y="4343400"/>
            <a:ext cx="2108606" cy="1572768"/>
          </a:xfrm>
          <a:prstGeom prst="roundRect">
            <a:avLst>
              <a:gd name="adj" fmla="val 4651"/>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pic>
        <p:nvPicPr>
          <p:cNvPr id="37" name="Image 7" descr="busts in silhouette">    </p:cNvPr>
          <p:cNvPicPr>
            <a:picLocks noChangeAspect="1"/>
          </p:cNvPicPr>
          <p:nvPr/>
        </p:nvPicPr>
        <p:blipFill>
          <a:blip r:embed="rId8"/>
          <a:stretch>
            <a:fillRect/>
          </a:stretch>
        </p:blipFill>
        <p:spPr>
          <a:xfrm>
            <a:off x="1282903" y="4434840"/>
            <a:ext cx="640080" cy="640080"/>
          </a:xfrm>
          <a:prstGeom prst="rect">
            <a:avLst/>
          </a:prstGeom>
        </p:spPr>
      </p:pic>
      <p:sp>
        <p:nvSpPr>
          <p:cNvPr id="38" name="Text 27"/>
          <p:cNvSpPr txBox="1"/>
          <p:nvPr/>
        </p:nvSpPr>
        <p:spPr>
          <a:xfrm>
            <a:off x="621792" y="5074920"/>
            <a:ext cx="1962302" cy="777240"/>
          </a:xfrm>
          <a:prstGeom prst="rect">
            <a:avLst/>
          </a:prstGeom>
          <a:noFill/>
          <a:ln/>
        </p:spPr>
        <p:txBody>
          <a:bodyPr wrap="square" lIns="0" tIns="0" rIns="0" bIns="0" rtlCol="0" anchor="ctr"/>
          <a:lstStyle/>
          <a:p>
            <a:pPr algn="ctr" indent="0" marL="0">
              <a:buNone/>
            </a:pPr>
            <a:r>
              <a:rPr lang="en-US" sz="1600" i="1" dirty="0">
                <a:solidFill>
                  <a:schemeClr val="tx1"/>
                </a:solidFill>
              </a:rPr>
              <a:t>Ik </a:t>
            </a:r>
            <a:r>
              <a:rPr lang="en-US" sz="1600" b="1" i="1" dirty="0">
                <a:solidFill>
                  <a:schemeClr val="tx1"/>
                </a:solidFill>
              </a:rPr>
              <a:t>woon</a:t>
            </a:r>
            <a:r>
              <a:rPr lang="en-US" sz="1600" i="1" dirty="0">
                <a:solidFill>
                  <a:schemeClr val="tx1"/>
                </a:solidFill>
              </a:rPr>
              <a:t> een vergadering </a:t>
            </a:r>
            <a:r>
              <a:rPr lang="en-US" sz="1600" b="1" i="1" dirty="0">
                <a:solidFill>
                  <a:schemeClr val="accent1"/>
                </a:solidFill>
              </a:rPr>
              <a:t>bij</a:t>
            </a:r>
            <a:r>
              <a:rPr lang="en-US" sz="1600" i="1" dirty="0">
                <a:solidFill>
                  <a:schemeClr val="tx1"/>
                </a:solidFill>
              </a:rPr>
              <a:t>.</a:t>
            </a:r>
            <a:endParaRPr lang="en-US" sz="1600" dirty="0"/>
          </a:p>
        </p:txBody>
      </p:sp>
      <p:sp>
        <p:nvSpPr>
          <p:cNvPr id="39" name="Shape 28"/>
          <p:cNvSpPr/>
          <p:nvPr/>
        </p:nvSpPr>
        <p:spPr>
          <a:xfrm>
            <a:off x="3738982" y="4005072"/>
            <a:ext cx="219456" cy="219456"/>
          </a:xfrm>
          <a:prstGeom prst="ellipse">
            <a:avLst/>
          </a:prstGeom>
          <a:solidFill>
            <a:schemeClr val="accent1"/>
          </a:solidFill>
          <a:ln w="12700">
            <a:solidFill>
              <a:srgbClr val="FFFFFF">
                <a:alpha val="0"/>
              </a:srgbClr>
            </a:solidFill>
            <a:prstDash val="solid"/>
          </a:ln>
        </p:spPr>
      </p:sp>
      <p:sp>
        <p:nvSpPr>
          <p:cNvPr id="40" name="Text 29"/>
          <p:cNvSpPr txBox="1"/>
          <p:nvPr/>
        </p:nvSpPr>
        <p:spPr>
          <a:xfrm>
            <a:off x="2794406" y="3767328"/>
            <a:ext cx="917143" cy="274320"/>
          </a:xfrm>
          <a:prstGeom prst="rect">
            <a:avLst/>
          </a:prstGeom>
          <a:noFill/>
          <a:ln/>
        </p:spPr>
        <p:txBody>
          <a:bodyPr wrap="square" lIns="0" tIns="0" rIns="0" bIns="0" rtlCol="0" anchor="t"/>
          <a:lstStyle/>
          <a:p>
            <a:pPr algn="l" indent="0" marL="0">
              <a:buNone/>
            </a:pPr>
            <a:r>
              <a:rPr lang="en-US" sz="1300" b="1" dirty="0">
                <a:solidFill>
                  <a:schemeClr val="accent5"/>
                </a:solidFill>
              </a:rPr>
              <a:t>12.00</a:t>
            </a:r>
            <a:endParaRPr lang="en-US" sz="1300" dirty="0"/>
          </a:p>
        </p:txBody>
      </p:sp>
      <p:sp>
        <p:nvSpPr>
          <p:cNvPr id="41" name="Shape 30"/>
          <p:cNvSpPr/>
          <p:nvPr/>
        </p:nvSpPr>
        <p:spPr>
          <a:xfrm>
            <a:off x="2794406" y="4343400"/>
            <a:ext cx="2108606" cy="1572768"/>
          </a:xfrm>
          <a:prstGeom prst="roundRect">
            <a:avLst>
              <a:gd name="adj" fmla="val 4651"/>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pic>
        <p:nvPicPr>
          <p:cNvPr id="42" name="Image 8" descr="sandwich">    </p:cNvPr>
          <p:cNvPicPr>
            <a:picLocks noChangeAspect="1"/>
          </p:cNvPicPr>
          <p:nvPr/>
        </p:nvPicPr>
        <p:blipFill>
          <a:blip r:embed="rId9"/>
          <a:stretch>
            <a:fillRect/>
          </a:stretch>
        </p:blipFill>
        <p:spPr>
          <a:xfrm>
            <a:off x="3528670" y="4434840"/>
            <a:ext cx="640080" cy="640080"/>
          </a:xfrm>
          <a:prstGeom prst="rect">
            <a:avLst/>
          </a:prstGeom>
        </p:spPr>
      </p:pic>
      <p:sp>
        <p:nvSpPr>
          <p:cNvPr id="43" name="Text 31"/>
          <p:cNvSpPr txBox="1"/>
          <p:nvPr/>
        </p:nvSpPr>
        <p:spPr>
          <a:xfrm>
            <a:off x="2867558" y="5074920"/>
            <a:ext cx="1962302" cy="777240"/>
          </a:xfrm>
          <a:prstGeom prst="rect">
            <a:avLst/>
          </a:prstGeom>
          <a:noFill/>
          <a:ln/>
        </p:spPr>
        <p:txBody>
          <a:bodyPr wrap="square" lIns="0" tIns="0" rIns="0" bIns="0" rtlCol="0" anchor="ctr"/>
          <a:lstStyle/>
          <a:p>
            <a:pPr algn="ctr" indent="0" marL="0">
              <a:buNone/>
            </a:pPr>
            <a:r>
              <a:rPr lang="en-US" sz="1600" i="1" dirty="0">
                <a:solidFill>
                  <a:schemeClr val="tx1"/>
                </a:solidFill>
              </a:rPr>
              <a:t>Ik </a:t>
            </a:r>
            <a:r>
              <a:rPr lang="en-US" sz="1600" b="1" i="1" dirty="0">
                <a:solidFill>
                  <a:schemeClr val="tx1"/>
                </a:solidFill>
              </a:rPr>
              <a:t>neem</a:t>
            </a:r>
            <a:r>
              <a:rPr lang="en-US" sz="1600" i="1" dirty="0">
                <a:solidFill>
                  <a:schemeClr val="tx1"/>
                </a:solidFill>
              </a:rPr>
              <a:t> mijn lunch </a:t>
            </a:r>
            <a:r>
              <a:rPr lang="en-US" sz="1600" b="1" i="1" dirty="0">
                <a:solidFill>
                  <a:schemeClr val="accent1"/>
                </a:solidFill>
              </a:rPr>
              <a:t>mee</a:t>
            </a:r>
            <a:r>
              <a:rPr lang="en-US" sz="1600" i="1" dirty="0">
                <a:solidFill>
                  <a:schemeClr val="tx1"/>
                </a:solidFill>
              </a:rPr>
              <a:t>.</a:t>
            </a:r>
            <a:endParaRPr lang="en-US" sz="1600" dirty="0"/>
          </a:p>
        </p:txBody>
      </p:sp>
      <p:sp>
        <p:nvSpPr>
          <p:cNvPr id="44" name="Shape 32"/>
          <p:cNvSpPr/>
          <p:nvPr/>
        </p:nvSpPr>
        <p:spPr>
          <a:xfrm>
            <a:off x="5984748" y="4005072"/>
            <a:ext cx="219456" cy="219456"/>
          </a:xfrm>
          <a:prstGeom prst="ellipse">
            <a:avLst/>
          </a:prstGeom>
          <a:solidFill>
            <a:schemeClr val="accent1"/>
          </a:solidFill>
          <a:ln w="12700">
            <a:solidFill>
              <a:srgbClr val="FFFFFF">
                <a:alpha val="0"/>
              </a:srgbClr>
            </a:solidFill>
            <a:prstDash val="solid"/>
          </a:ln>
        </p:spPr>
      </p:sp>
      <p:sp>
        <p:nvSpPr>
          <p:cNvPr id="45" name="Text 33"/>
          <p:cNvSpPr txBox="1"/>
          <p:nvPr/>
        </p:nvSpPr>
        <p:spPr>
          <a:xfrm>
            <a:off x="5040173" y="3767328"/>
            <a:ext cx="917143" cy="274320"/>
          </a:xfrm>
          <a:prstGeom prst="rect">
            <a:avLst/>
          </a:prstGeom>
          <a:noFill/>
          <a:ln/>
        </p:spPr>
        <p:txBody>
          <a:bodyPr wrap="square" lIns="0" tIns="0" rIns="0" bIns="0" rtlCol="0" anchor="t"/>
          <a:lstStyle/>
          <a:p>
            <a:pPr algn="l" indent="0" marL="0">
              <a:buNone/>
            </a:pPr>
            <a:r>
              <a:rPr lang="en-US" sz="1300" b="1" dirty="0">
                <a:solidFill>
                  <a:schemeClr val="accent5"/>
                </a:solidFill>
              </a:rPr>
              <a:t>14.00</a:t>
            </a:r>
            <a:endParaRPr lang="en-US" sz="1300" dirty="0"/>
          </a:p>
        </p:txBody>
      </p:sp>
      <p:sp>
        <p:nvSpPr>
          <p:cNvPr id="46" name="Shape 34"/>
          <p:cNvSpPr/>
          <p:nvPr/>
        </p:nvSpPr>
        <p:spPr>
          <a:xfrm>
            <a:off x="5040173" y="4343400"/>
            <a:ext cx="2108606" cy="1572768"/>
          </a:xfrm>
          <a:prstGeom prst="roundRect">
            <a:avLst>
              <a:gd name="adj" fmla="val 4651"/>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pic>
        <p:nvPicPr>
          <p:cNvPr id="47" name="Image 9" descr="telephone receiver">    </p:cNvPr>
          <p:cNvPicPr>
            <a:picLocks noChangeAspect="1"/>
          </p:cNvPicPr>
          <p:nvPr/>
        </p:nvPicPr>
        <p:blipFill>
          <a:blip r:embed="rId10"/>
          <a:stretch>
            <a:fillRect/>
          </a:stretch>
        </p:blipFill>
        <p:spPr>
          <a:xfrm>
            <a:off x="5774436" y="4434840"/>
            <a:ext cx="640080" cy="640080"/>
          </a:xfrm>
          <a:prstGeom prst="rect">
            <a:avLst/>
          </a:prstGeom>
        </p:spPr>
      </p:pic>
      <p:sp>
        <p:nvSpPr>
          <p:cNvPr id="48" name="Text 35"/>
          <p:cNvSpPr txBox="1"/>
          <p:nvPr/>
        </p:nvSpPr>
        <p:spPr>
          <a:xfrm>
            <a:off x="5113325" y="5074920"/>
            <a:ext cx="1962302" cy="777240"/>
          </a:xfrm>
          <a:prstGeom prst="rect">
            <a:avLst/>
          </a:prstGeom>
          <a:noFill/>
          <a:ln/>
        </p:spPr>
        <p:txBody>
          <a:bodyPr wrap="square" lIns="0" tIns="0" rIns="0" bIns="0" rtlCol="0" anchor="ctr"/>
          <a:lstStyle/>
          <a:p>
            <a:pPr algn="ctr" indent="0" marL="0">
              <a:buNone/>
            </a:pPr>
            <a:r>
              <a:rPr lang="en-US" sz="1600" i="1" dirty="0">
                <a:solidFill>
                  <a:schemeClr val="tx1"/>
                </a:solidFill>
              </a:rPr>
              <a:t>Ik </a:t>
            </a:r>
            <a:r>
              <a:rPr lang="en-US" sz="1600" b="1" i="1" dirty="0">
                <a:solidFill>
                  <a:schemeClr val="tx1"/>
                </a:solidFill>
              </a:rPr>
              <a:t>bel</a:t>
            </a:r>
            <a:r>
              <a:rPr lang="en-US" sz="1600" i="1" dirty="0">
                <a:solidFill>
                  <a:schemeClr val="tx1"/>
                </a:solidFill>
              </a:rPr>
              <a:t> klanten </a:t>
            </a:r>
            <a:r>
              <a:rPr lang="en-US" sz="1600" b="1" i="1" dirty="0">
                <a:solidFill>
                  <a:schemeClr val="accent1"/>
                </a:solidFill>
              </a:rPr>
              <a:t>op</a:t>
            </a:r>
            <a:r>
              <a:rPr lang="en-US" sz="1600" i="1" dirty="0">
                <a:solidFill>
                  <a:schemeClr val="tx1"/>
                </a:solidFill>
              </a:rPr>
              <a:t>.</a:t>
            </a:r>
            <a:endParaRPr lang="en-US" sz="1600" dirty="0"/>
          </a:p>
        </p:txBody>
      </p:sp>
      <p:sp>
        <p:nvSpPr>
          <p:cNvPr id="49" name="Shape 36"/>
          <p:cNvSpPr/>
          <p:nvPr/>
        </p:nvSpPr>
        <p:spPr>
          <a:xfrm>
            <a:off x="8230514" y="4005072"/>
            <a:ext cx="219456" cy="219456"/>
          </a:xfrm>
          <a:prstGeom prst="ellipse">
            <a:avLst/>
          </a:prstGeom>
          <a:solidFill>
            <a:schemeClr val="accent1"/>
          </a:solidFill>
          <a:ln w="12700">
            <a:solidFill>
              <a:srgbClr val="FFFFFF">
                <a:alpha val="0"/>
              </a:srgbClr>
            </a:solidFill>
            <a:prstDash val="solid"/>
          </a:ln>
        </p:spPr>
      </p:sp>
      <p:sp>
        <p:nvSpPr>
          <p:cNvPr id="50" name="Text 37"/>
          <p:cNvSpPr txBox="1"/>
          <p:nvPr/>
        </p:nvSpPr>
        <p:spPr>
          <a:xfrm>
            <a:off x="7285939" y="3767328"/>
            <a:ext cx="917143" cy="274320"/>
          </a:xfrm>
          <a:prstGeom prst="rect">
            <a:avLst/>
          </a:prstGeom>
          <a:noFill/>
          <a:ln/>
        </p:spPr>
        <p:txBody>
          <a:bodyPr wrap="square" lIns="0" tIns="0" rIns="0" bIns="0" rtlCol="0" anchor="t"/>
          <a:lstStyle/>
          <a:p>
            <a:pPr algn="l" indent="0" marL="0">
              <a:buNone/>
            </a:pPr>
            <a:r>
              <a:rPr lang="en-US" sz="1300" b="1" dirty="0">
                <a:solidFill>
                  <a:schemeClr val="accent5"/>
                </a:solidFill>
              </a:rPr>
              <a:t>17.30</a:t>
            </a:r>
            <a:endParaRPr lang="en-US" sz="1300" dirty="0"/>
          </a:p>
        </p:txBody>
      </p:sp>
      <p:sp>
        <p:nvSpPr>
          <p:cNvPr id="51" name="Shape 38"/>
          <p:cNvSpPr/>
          <p:nvPr/>
        </p:nvSpPr>
        <p:spPr>
          <a:xfrm>
            <a:off x="7285939" y="4343400"/>
            <a:ext cx="2108606" cy="1572768"/>
          </a:xfrm>
          <a:prstGeom prst="roundRect">
            <a:avLst>
              <a:gd name="adj" fmla="val 4651"/>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pic>
        <p:nvPicPr>
          <p:cNvPr id="52" name="Image 10" descr="laptop">    </p:cNvPr>
          <p:cNvPicPr>
            <a:picLocks noChangeAspect="1"/>
          </p:cNvPicPr>
          <p:nvPr/>
        </p:nvPicPr>
        <p:blipFill>
          <a:blip r:embed="rId11"/>
          <a:stretch>
            <a:fillRect/>
          </a:stretch>
        </p:blipFill>
        <p:spPr>
          <a:xfrm>
            <a:off x="8020202" y="4434840"/>
            <a:ext cx="640080" cy="640080"/>
          </a:xfrm>
          <a:prstGeom prst="rect">
            <a:avLst/>
          </a:prstGeom>
        </p:spPr>
      </p:pic>
      <p:sp>
        <p:nvSpPr>
          <p:cNvPr id="53" name="Text 39"/>
          <p:cNvSpPr txBox="1"/>
          <p:nvPr/>
        </p:nvSpPr>
        <p:spPr>
          <a:xfrm>
            <a:off x="7359091" y="5074920"/>
            <a:ext cx="1962302" cy="777240"/>
          </a:xfrm>
          <a:prstGeom prst="rect">
            <a:avLst/>
          </a:prstGeom>
          <a:noFill/>
          <a:ln/>
        </p:spPr>
        <p:txBody>
          <a:bodyPr wrap="square" lIns="0" tIns="0" rIns="0" bIns="0" rtlCol="0" anchor="ctr"/>
          <a:lstStyle/>
          <a:p>
            <a:pPr algn="ctr" indent="0" marL="0">
              <a:buNone/>
            </a:pPr>
            <a:r>
              <a:rPr lang="en-US" sz="1600" i="1" dirty="0">
                <a:solidFill>
                  <a:schemeClr val="tx1"/>
                </a:solidFill>
              </a:rPr>
              <a:t>Ik </a:t>
            </a:r>
            <a:r>
              <a:rPr lang="en-US" sz="1600" b="1" i="1" dirty="0">
                <a:solidFill>
                  <a:schemeClr val="tx1"/>
                </a:solidFill>
              </a:rPr>
              <a:t>log</a:t>
            </a:r>
            <a:r>
              <a:rPr lang="en-US" sz="1600" i="1" dirty="0">
                <a:solidFill>
                  <a:schemeClr val="tx1"/>
                </a:solidFill>
              </a:rPr>
              <a:t> </a:t>
            </a:r>
            <a:r>
              <a:rPr lang="en-US" sz="1600" b="1" i="1" dirty="0">
                <a:solidFill>
                  <a:schemeClr val="accent1"/>
                </a:solidFill>
              </a:rPr>
              <a:t>uit</a:t>
            </a:r>
            <a:r>
              <a:rPr lang="en-US" sz="1600" i="1" dirty="0">
                <a:solidFill>
                  <a:schemeClr val="tx1"/>
                </a:solidFill>
              </a:rPr>
              <a:t>.</a:t>
            </a:r>
            <a:endParaRPr lang="en-US" sz="1600" dirty="0"/>
          </a:p>
        </p:txBody>
      </p:sp>
      <p:sp>
        <p:nvSpPr>
          <p:cNvPr id="54" name="Shape 40"/>
          <p:cNvSpPr/>
          <p:nvPr/>
        </p:nvSpPr>
        <p:spPr>
          <a:xfrm>
            <a:off x="10476281" y="4005072"/>
            <a:ext cx="219456" cy="219456"/>
          </a:xfrm>
          <a:prstGeom prst="ellipse">
            <a:avLst/>
          </a:prstGeom>
          <a:solidFill>
            <a:schemeClr val="accent1"/>
          </a:solidFill>
          <a:ln w="12700">
            <a:solidFill>
              <a:srgbClr val="FFFFFF">
                <a:alpha val="0"/>
              </a:srgbClr>
            </a:solidFill>
            <a:prstDash val="solid"/>
          </a:ln>
        </p:spPr>
      </p:sp>
      <p:sp>
        <p:nvSpPr>
          <p:cNvPr id="55" name="Text 41"/>
          <p:cNvSpPr txBox="1"/>
          <p:nvPr/>
        </p:nvSpPr>
        <p:spPr>
          <a:xfrm>
            <a:off x="9531706" y="3767328"/>
            <a:ext cx="917143" cy="274320"/>
          </a:xfrm>
          <a:prstGeom prst="rect">
            <a:avLst/>
          </a:prstGeom>
          <a:noFill/>
          <a:ln/>
        </p:spPr>
        <p:txBody>
          <a:bodyPr wrap="square" lIns="0" tIns="0" rIns="0" bIns="0" rtlCol="0" anchor="t"/>
          <a:lstStyle/>
          <a:p>
            <a:pPr algn="l" indent="0" marL="0">
              <a:buNone/>
            </a:pPr>
            <a:r>
              <a:rPr lang="en-US" sz="1300" b="1" dirty="0">
                <a:solidFill>
                  <a:schemeClr val="accent5"/>
                </a:solidFill>
              </a:rPr>
              <a:t>18.00</a:t>
            </a:r>
            <a:endParaRPr lang="en-US" sz="1300" dirty="0"/>
          </a:p>
        </p:txBody>
      </p:sp>
      <p:sp>
        <p:nvSpPr>
          <p:cNvPr id="56" name="Shape 42"/>
          <p:cNvSpPr/>
          <p:nvPr/>
        </p:nvSpPr>
        <p:spPr>
          <a:xfrm>
            <a:off x="9531706" y="4343400"/>
            <a:ext cx="2108606" cy="1572768"/>
          </a:xfrm>
          <a:prstGeom prst="roundRect">
            <a:avLst>
              <a:gd name="adj" fmla="val 4651"/>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pic>
        <p:nvPicPr>
          <p:cNvPr id="57" name="Image 11" descr="person walking">    </p:cNvPr>
          <p:cNvPicPr>
            <a:picLocks noChangeAspect="1"/>
          </p:cNvPicPr>
          <p:nvPr/>
        </p:nvPicPr>
        <p:blipFill>
          <a:blip r:embed="rId12"/>
          <a:stretch>
            <a:fillRect/>
          </a:stretch>
        </p:blipFill>
        <p:spPr>
          <a:xfrm>
            <a:off x="10265969" y="4434840"/>
            <a:ext cx="640080" cy="640080"/>
          </a:xfrm>
          <a:prstGeom prst="rect">
            <a:avLst/>
          </a:prstGeom>
        </p:spPr>
      </p:pic>
      <p:sp>
        <p:nvSpPr>
          <p:cNvPr id="58" name="Text 43"/>
          <p:cNvSpPr txBox="1"/>
          <p:nvPr/>
        </p:nvSpPr>
        <p:spPr>
          <a:xfrm>
            <a:off x="9604858" y="5074920"/>
            <a:ext cx="1962302" cy="777240"/>
          </a:xfrm>
          <a:prstGeom prst="rect">
            <a:avLst/>
          </a:prstGeom>
          <a:noFill/>
          <a:ln/>
        </p:spPr>
        <p:txBody>
          <a:bodyPr wrap="square" lIns="0" tIns="0" rIns="0" bIns="0" rtlCol="0" anchor="ctr"/>
          <a:lstStyle/>
          <a:p>
            <a:pPr algn="ctr" indent="0" marL="0">
              <a:buNone/>
            </a:pPr>
            <a:r>
              <a:rPr lang="en-US" sz="1600" i="1" dirty="0">
                <a:solidFill>
                  <a:schemeClr val="tx1"/>
                </a:solidFill>
              </a:rPr>
              <a:t>Ik </a:t>
            </a:r>
            <a:r>
              <a:rPr lang="en-US" sz="1600" b="1" i="1" dirty="0">
                <a:solidFill>
                  <a:schemeClr val="tx1"/>
                </a:solidFill>
              </a:rPr>
              <a:t>ga</a:t>
            </a:r>
            <a:r>
              <a:rPr lang="en-US" sz="1600" i="1" dirty="0">
                <a:solidFill>
                  <a:schemeClr val="tx1"/>
                </a:solidFill>
              </a:rPr>
              <a:t> </a:t>
            </a:r>
            <a:r>
              <a:rPr lang="en-US" sz="1600" b="1" i="1" dirty="0">
                <a:solidFill>
                  <a:schemeClr val="accent1"/>
                </a:solidFill>
              </a:rPr>
              <a:t>weg</a:t>
            </a:r>
            <a:r>
              <a:rPr lang="en-US" sz="1600" i="1" dirty="0">
                <a:solidFill>
                  <a:schemeClr val="tx1"/>
                </a:solidFill>
              </a:rPr>
              <a:t>.</a:t>
            </a:r>
            <a:endParaRPr lang="en-US" sz="1600" dirty="0"/>
          </a:p>
        </p:txBody>
      </p:sp>
      <p:sp>
        <p:nvSpPr>
          <p:cNvPr id="59" name="Text 44"/>
          <p:cNvSpPr txBox="1"/>
          <p:nvPr/>
        </p:nvSpPr>
        <p:spPr>
          <a:xfrm>
            <a:off x="548640" y="6035040"/>
            <a:ext cx="11091672" cy="320040"/>
          </a:xfrm>
          <a:prstGeom prst="rect">
            <a:avLst/>
          </a:prstGeom>
          <a:noFill/>
          <a:ln/>
        </p:spPr>
        <p:txBody>
          <a:bodyPr wrap="square" lIns="0" tIns="0" rIns="0" bIns="0" rtlCol="0" anchor="t"/>
          <a:lstStyle/>
          <a:p>
            <a:pPr algn="ctr" indent="0" marL="0">
              <a:buNone/>
            </a:pPr>
            <a:r>
              <a:rPr lang="en-US" sz="1400" b="1" i="1" dirty="0">
                <a:solidFill>
                  <a:schemeClr val="accent1"/>
                </a:solidFill>
              </a:rPr>
              <a:t>orange</a:t>
            </a:r>
            <a:r>
              <a:rPr lang="en-US" sz="1400" i="1" dirty="0">
                <a:solidFill>
                  <a:schemeClr val="accent5"/>
                </a:solidFill>
              </a:rPr>
              <a:t> = séparable · </a:t>
            </a:r>
            <a:r>
              <a:rPr lang="en-US" sz="1400" b="1" i="1" dirty="0">
                <a:solidFill>
                  <a:schemeClr val="tx2"/>
                </a:solidFill>
              </a:rPr>
              <a:t>bleu nuit + cadenas</a:t>
            </a:r>
            <a:r>
              <a:rPr lang="en-US" sz="1400" i="1" dirty="0">
                <a:solidFill>
                  <a:schemeClr val="accent5"/>
                </a:solidFill>
              </a:rPr>
              <a:t> = inséparable (</a:t>
            </a:r>
            <a:r>
              <a:rPr lang="en-US" sz="1400" i="1" dirty="0">
                <a:solidFill>
                  <a:schemeClr val="accent5"/>
                </a:solidFill>
              </a:rPr>
              <a:t>ontbijten, vertrekken</a:t>
            </a:r>
            <a:r>
              <a:rPr lang="en-US" sz="1400" i="1" dirty="0">
                <a:solidFill>
                  <a:schemeClr val="accent5"/>
                </a:solidFill>
              </a:rPr>
              <a:t>)</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À retenir : l’organigramme du verbe à particule</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Text 2"/>
          <p:cNvSpPr/>
          <p:nvPr/>
        </p:nvSpPr>
        <p:spPr>
          <a:xfrm>
            <a:off x="548640" y="1600200"/>
            <a:ext cx="5669280" cy="1143000"/>
          </a:xfrm>
          <a:prstGeom prst="diamond">
            <a:avLst/>
          </a:prstGeom>
          <a:solidFill>
            <a:srgbClr val="EEF3F8"/>
          </a:solidFill>
          <a:ln w="19050">
            <a:solidFill>
              <a:srgbClr val="17375E"/>
            </a:solidFill>
          </a:ln>
        </p:spPr>
        <p:txBody>
          <a:bodyPr wrap="square" lIns="0" tIns="0" rIns="0" bIns="0" rtlCol="0" anchor="ctr"/>
          <a:lstStyle/>
          <a:p>
            <a:pPr algn="ctr" indent="0" marL="0">
              <a:buNone/>
            </a:pPr>
            <a:r>
              <a:rPr lang="en-US" sz="1600" b="1" dirty="0">
                <a:solidFill>
                  <a:srgbClr val="1B2333"/>
                </a:solidFill>
              </a:rPr>
              <a:t>Commence par be-, ge-, ont-, ver-, er-, her- ?</a:t>
            </a:r>
            <a:endParaRPr lang="en-US" sz="1600" dirty="0"/>
          </a:p>
        </p:txBody>
      </p:sp>
      <p:sp>
        <p:nvSpPr>
          <p:cNvPr id="6" name="Shape 3"/>
          <p:cNvSpPr/>
          <p:nvPr/>
        </p:nvSpPr>
        <p:spPr>
          <a:xfrm>
            <a:off x="6236208" y="2167128"/>
            <a:ext cx="850392" cy="914"/>
          </a:xfrm>
          <a:prstGeom prst="line">
            <a:avLst/>
          </a:prstGeom>
          <a:noFill/>
          <a:ln w="25400">
            <a:solidFill>
              <a:srgbClr val="2E7D4F"/>
            </a:solidFill>
            <a:prstDash val="solid"/>
            <a:tailEnd type="triangle"/>
          </a:ln>
        </p:spPr>
      </p:sp>
      <p:sp>
        <p:nvSpPr>
          <p:cNvPr id="7" name="Text 4"/>
          <p:cNvSpPr txBox="1"/>
          <p:nvPr/>
        </p:nvSpPr>
        <p:spPr>
          <a:xfrm>
            <a:off x="6355080" y="1783080"/>
            <a:ext cx="731520" cy="274320"/>
          </a:xfrm>
          <a:prstGeom prst="rect">
            <a:avLst/>
          </a:prstGeom>
          <a:noFill/>
          <a:ln/>
        </p:spPr>
        <p:txBody>
          <a:bodyPr wrap="square" lIns="0" tIns="0" rIns="0" bIns="0" rtlCol="0" anchor="t"/>
          <a:lstStyle/>
          <a:p>
            <a:pPr algn="l" indent="0" marL="0">
              <a:buNone/>
            </a:pPr>
            <a:r>
              <a:rPr lang="en-US" sz="1200" b="1" dirty="0">
                <a:solidFill>
                  <a:schemeClr val="accent3"/>
                </a:solidFill>
              </a:rPr>
              <a:t>OUI</a:t>
            </a:r>
            <a:endParaRPr lang="en-US" sz="1200" dirty="0"/>
          </a:p>
        </p:txBody>
      </p:sp>
      <p:sp>
        <p:nvSpPr>
          <p:cNvPr id="8" name="Shape 5"/>
          <p:cNvSpPr/>
          <p:nvPr/>
        </p:nvSpPr>
        <p:spPr>
          <a:xfrm>
            <a:off x="7132320" y="1691640"/>
            <a:ext cx="4507992" cy="960120"/>
          </a:xfrm>
          <a:prstGeom prst="roundRect">
            <a:avLst>
              <a:gd name="adj" fmla="val 7619"/>
            </a:avLst>
          </a:prstGeom>
          <a:solidFill>
            <a:schemeClr val="tx2"/>
          </a:solidFill>
          <a:ln w="12700">
            <a:solidFill>
              <a:srgbClr val="FFFFFF">
                <a:alpha val="0"/>
              </a:srgbClr>
            </a:solidFill>
            <a:prstDash val="solid"/>
          </a:ln>
        </p:spPr>
      </p:sp>
      <p:pic>
        <p:nvPicPr>
          <p:cNvPr id="9" name="Image 0" descr="Lock">    </p:cNvPr>
          <p:cNvPicPr>
            <a:picLocks noChangeAspect="1"/>
          </p:cNvPicPr>
          <p:nvPr/>
        </p:nvPicPr>
        <p:blipFill>
          <a:blip r:embed="rId1"/>
          <a:stretch>
            <a:fillRect/>
          </a:stretch>
        </p:blipFill>
        <p:spPr>
          <a:xfrm>
            <a:off x="7315200" y="1993392"/>
            <a:ext cx="347472" cy="347472"/>
          </a:xfrm>
          <a:prstGeom prst="rect">
            <a:avLst/>
          </a:prstGeom>
        </p:spPr>
      </p:pic>
      <p:sp>
        <p:nvSpPr>
          <p:cNvPr id="10" name="Text 6"/>
          <p:cNvSpPr txBox="1"/>
          <p:nvPr/>
        </p:nvSpPr>
        <p:spPr>
          <a:xfrm>
            <a:off x="7818120" y="1691640"/>
            <a:ext cx="3749040" cy="960120"/>
          </a:xfrm>
          <a:prstGeom prst="rect">
            <a:avLst/>
          </a:prstGeom>
          <a:noFill/>
          <a:ln/>
        </p:spPr>
        <p:txBody>
          <a:bodyPr wrap="square" lIns="0" tIns="0" rIns="0" bIns="0" rtlCol="0" anchor="ctr"/>
          <a:lstStyle/>
          <a:p>
            <a:pPr algn="l" indent="0" marL="0">
              <a:buNone/>
            </a:pPr>
            <a:r>
              <a:rPr lang="en-US" sz="1700" b="1" dirty="0">
                <a:solidFill>
                  <a:schemeClr val="bg1"/>
                </a:solidFill>
              </a:rPr>
              <a:t>un seul bloc</a:t>
            </a:r>
            <a:r>
              <a:rPr lang="en-US" sz="1700" dirty="0">
                <a:solidFill>
                  <a:schemeClr val="bg1"/>
                </a:solidFill>
              </a:rPr>
              <a:t> : </a:t>
            </a:r>
            <a:r>
              <a:rPr lang="en-US" sz="1700" i="1" dirty="0">
                <a:solidFill>
                  <a:schemeClr val="bg1"/>
                </a:solidFill>
              </a:rPr>
              <a:t>Ik vergeet mijn badge.</a:t>
            </a:r>
            <a:endParaRPr lang="en-US" sz="1700" dirty="0"/>
          </a:p>
        </p:txBody>
      </p:sp>
      <p:sp>
        <p:nvSpPr>
          <p:cNvPr id="11" name="Shape 7"/>
          <p:cNvSpPr/>
          <p:nvPr/>
        </p:nvSpPr>
        <p:spPr>
          <a:xfrm>
            <a:off x="3383280" y="2761488"/>
            <a:ext cx="914" cy="393192"/>
          </a:xfrm>
          <a:prstGeom prst="line">
            <a:avLst/>
          </a:prstGeom>
          <a:noFill/>
          <a:ln w="22225">
            <a:solidFill>
              <a:srgbClr val="4A5A70"/>
            </a:solidFill>
            <a:prstDash val="solid"/>
            <a:tailEnd type="triangle"/>
          </a:ln>
        </p:spPr>
      </p:sp>
      <p:sp>
        <p:nvSpPr>
          <p:cNvPr id="12" name="Text 8"/>
          <p:cNvSpPr txBox="1"/>
          <p:nvPr/>
        </p:nvSpPr>
        <p:spPr>
          <a:xfrm>
            <a:off x="3474720" y="2788920"/>
            <a:ext cx="731520" cy="274320"/>
          </a:xfrm>
          <a:prstGeom prst="rect">
            <a:avLst/>
          </a:prstGeom>
          <a:noFill/>
          <a:ln/>
        </p:spPr>
        <p:txBody>
          <a:bodyPr wrap="square" lIns="0" tIns="0" rIns="0" bIns="0" rtlCol="0" anchor="t"/>
          <a:lstStyle/>
          <a:p>
            <a:pPr algn="l" indent="0" marL="0">
              <a:buNone/>
            </a:pPr>
            <a:r>
              <a:rPr lang="en-US" sz="1200" b="1" dirty="0">
                <a:solidFill>
                  <a:schemeClr val="accent5"/>
                </a:solidFill>
              </a:rPr>
              <a:t>NON</a:t>
            </a:r>
            <a:endParaRPr lang="en-US" sz="1200" dirty="0"/>
          </a:p>
        </p:txBody>
      </p:sp>
      <p:sp>
        <p:nvSpPr>
          <p:cNvPr id="13" name="Text 9"/>
          <p:cNvSpPr/>
          <p:nvPr/>
        </p:nvSpPr>
        <p:spPr>
          <a:xfrm>
            <a:off x="548640" y="3154680"/>
            <a:ext cx="5669280" cy="1143000"/>
          </a:xfrm>
          <a:prstGeom prst="diamond">
            <a:avLst/>
          </a:prstGeom>
          <a:solidFill>
            <a:srgbClr val="EEF3F8"/>
          </a:solidFill>
          <a:ln w="19050">
            <a:solidFill>
              <a:srgbClr val="17375E"/>
            </a:solidFill>
          </a:ln>
        </p:spPr>
        <p:txBody>
          <a:bodyPr wrap="square" lIns="0" tIns="0" rIns="0" bIns="0" rtlCol="0" anchor="ctr"/>
          <a:lstStyle/>
          <a:p>
            <a:pPr algn="ctr" indent="0" marL="0">
              <a:buNone/>
            </a:pPr>
            <a:r>
              <a:rPr lang="en-US" sz="1500" b="1" dirty="0">
                <a:solidFill>
                  <a:srgbClr val="1B2333"/>
                </a:solidFill>
              </a:rPr>
              <a:t>Un verbe occupe déjà la fin ? (modal, gaan, subordonnée)</a:t>
            </a:r>
            <a:endParaRPr lang="en-US" sz="1500" dirty="0"/>
          </a:p>
        </p:txBody>
      </p:sp>
      <p:sp>
        <p:nvSpPr>
          <p:cNvPr id="14" name="Shape 10"/>
          <p:cNvSpPr/>
          <p:nvPr/>
        </p:nvSpPr>
        <p:spPr>
          <a:xfrm>
            <a:off x="6236208" y="3721608"/>
            <a:ext cx="850392" cy="914"/>
          </a:xfrm>
          <a:prstGeom prst="line">
            <a:avLst/>
          </a:prstGeom>
          <a:noFill/>
          <a:ln w="25400">
            <a:solidFill>
              <a:srgbClr val="2E7D4F"/>
            </a:solidFill>
            <a:prstDash val="solid"/>
            <a:tailEnd type="triangle"/>
          </a:ln>
        </p:spPr>
      </p:sp>
      <p:sp>
        <p:nvSpPr>
          <p:cNvPr id="15" name="Text 11"/>
          <p:cNvSpPr txBox="1"/>
          <p:nvPr/>
        </p:nvSpPr>
        <p:spPr>
          <a:xfrm>
            <a:off x="6355080" y="3337560"/>
            <a:ext cx="731520" cy="274320"/>
          </a:xfrm>
          <a:prstGeom prst="rect">
            <a:avLst/>
          </a:prstGeom>
          <a:noFill/>
          <a:ln/>
        </p:spPr>
        <p:txBody>
          <a:bodyPr wrap="square" lIns="0" tIns="0" rIns="0" bIns="0" rtlCol="0" anchor="t"/>
          <a:lstStyle/>
          <a:p>
            <a:pPr algn="l" indent="0" marL="0">
              <a:buNone/>
            </a:pPr>
            <a:r>
              <a:rPr lang="en-US" sz="1200" b="1" dirty="0">
                <a:solidFill>
                  <a:schemeClr val="accent3"/>
                </a:solidFill>
              </a:rPr>
              <a:t>OUI</a:t>
            </a:r>
            <a:endParaRPr lang="en-US" sz="1200" dirty="0"/>
          </a:p>
        </p:txBody>
      </p:sp>
      <p:sp>
        <p:nvSpPr>
          <p:cNvPr id="16" name="Shape 12"/>
          <p:cNvSpPr/>
          <p:nvPr/>
        </p:nvSpPr>
        <p:spPr>
          <a:xfrm>
            <a:off x="7132320" y="3246120"/>
            <a:ext cx="4507992" cy="960120"/>
          </a:xfrm>
          <a:prstGeom prst="roundRect">
            <a:avLst>
              <a:gd name="adj" fmla="val 7619"/>
            </a:avLst>
          </a:prstGeom>
          <a:solidFill>
            <a:schemeClr val="accent1"/>
          </a:solidFill>
          <a:ln w="12700">
            <a:solidFill>
              <a:srgbClr val="FFFFFF">
                <a:alpha val="0"/>
              </a:srgbClr>
            </a:solidFill>
            <a:prstDash val="solid"/>
          </a:ln>
        </p:spPr>
      </p:sp>
      <p:pic>
        <p:nvPicPr>
          <p:cNvPr id="17" name="Image 1" descr="Link">    </p:cNvPr>
          <p:cNvPicPr>
            <a:picLocks noChangeAspect="1"/>
          </p:cNvPicPr>
          <p:nvPr/>
        </p:nvPicPr>
        <p:blipFill>
          <a:blip r:embed="rId2"/>
          <a:stretch>
            <a:fillRect/>
          </a:stretch>
        </p:blipFill>
        <p:spPr>
          <a:xfrm>
            <a:off x="7315200" y="3547872"/>
            <a:ext cx="347472" cy="347472"/>
          </a:xfrm>
          <a:prstGeom prst="rect">
            <a:avLst/>
          </a:prstGeom>
        </p:spPr>
      </p:pic>
      <p:sp>
        <p:nvSpPr>
          <p:cNvPr id="18" name="Text 13"/>
          <p:cNvSpPr txBox="1"/>
          <p:nvPr/>
        </p:nvSpPr>
        <p:spPr>
          <a:xfrm>
            <a:off x="7818120" y="3246120"/>
            <a:ext cx="3749040" cy="960120"/>
          </a:xfrm>
          <a:prstGeom prst="rect">
            <a:avLst/>
          </a:prstGeom>
          <a:noFill/>
          <a:ln/>
        </p:spPr>
        <p:txBody>
          <a:bodyPr wrap="square" lIns="0" tIns="0" rIns="0" bIns="0" rtlCol="0" anchor="ctr"/>
          <a:lstStyle/>
          <a:p>
            <a:pPr algn="l" indent="0" marL="0">
              <a:buNone/>
            </a:pPr>
            <a:r>
              <a:rPr lang="en-US" sz="1700" b="1" dirty="0">
                <a:solidFill>
                  <a:schemeClr val="bg1"/>
                </a:solidFill>
              </a:rPr>
              <a:t>collée</a:t>
            </a:r>
            <a:r>
              <a:rPr lang="en-US" sz="1700" dirty="0">
                <a:solidFill>
                  <a:schemeClr val="bg1"/>
                </a:solidFill>
              </a:rPr>
              <a:t> : </a:t>
            </a:r>
            <a:r>
              <a:rPr lang="en-US" sz="1700" i="1" dirty="0">
                <a:solidFill>
                  <a:schemeClr val="bg1"/>
                </a:solidFill>
              </a:rPr>
              <a:t>Ik moet om 7 uur opstaan.</a:t>
            </a:r>
            <a:endParaRPr lang="en-US" sz="1700" dirty="0"/>
          </a:p>
        </p:txBody>
      </p:sp>
      <p:sp>
        <p:nvSpPr>
          <p:cNvPr id="19" name="Shape 14"/>
          <p:cNvSpPr/>
          <p:nvPr/>
        </p:nvSpPr>
        <p:spPr>
          <a:xfrm>
            <a:off x="3383280" y="4315968"/>
            <a:ext cx="914" cy="438912"/>
          </a:xfrm>
          <a:prstGeom prst="line">
            <a:avLst/>
          </a:prstGeom>
          <a:noFill/>
          <a:ln w="22225">
            <a:solidFill>
              <a:srgbClr val="4A5A70"/>
            </a:solidFill>
            <a:prstDash val="solid"/>
            <a:tailEnd type="triangle"/>
          </a:ln>
        </p:spPr>
      </p:sp>
      <p:sp>
        <p:nvSpPr>
          <p:cNvPr id="20" name="Text 15"/>
          <p:cNvSpPr txBox="1"/>
          <p:nvPr/>
        </p:nvSpPr>
        <p:spPr>
          <a:xfrm>
            <a:off x="3474720" y="4361688"/>
            <a:ext cx="731520" cy="274320"/>
          </a:xfrm>
          <a:prstGeom prst="rect">
            <a:avLst/>
          </a:prstGeom>
          <a:noFill/>
          <a:ln/>
        </p:spPr>
        <p:txBody>
          <a:bodyPr wrap="square" lIns="0" tIns="0" rIns="0" bIns="0" rtlCol="0" anchor="t"/>
          <a:lstStyle/>
          <a:p>
            <a:pPr algn="l" indent="0" marL="0">
              <a:buNone/>
            </a:pPr>
            <a:r>
              <a:rPr lang="en-US" sz="1200" b="1" dirty="0">
                <a:solidFill>
                  <a:schemeClr val="accent5"/>
                </a:solidFill>
              </a:rPr>
              <a:t>NON</a:t>
            </a:r>
            <a:endParaRPr lang="en-US" sz="1200" dirty="0"/>
          </a:p>
        </p:txBody>
      </p:sp>
      <p:sp>
        <p:nvSpPr>
          <p:cNvPr id="21" name="Shape 16"/>
          <p:cNvSpPr/>
          <p:nvPr/>
        </p:nvSpPr>
        <p:spPr>
          <a:xfrm>
            <a:off x="548640" y="4754880"/>
            <a:ext cx="5669280" cy="1005840"/>
          </a:xfrm>
          <a:prstGeom prst="roundRect">
            <a:avLst>
              <a:gd name="adj" fmla="val 7273"/>
            </a:avLst>
          </a:prstGeom>
          <a:solidFill>
            <a:schemeClr val="accent3"/>
          </a:solidFill>
          <a:ln w="12700">
            <a:solidFill>
              <a:srgbClr val="FFFFFF">
                <a:alpha val="0"/>
              </a:srgbClr>
            </a:solidFill>
            <a:prstDash val="solid"/>
          </a:ln>
        </p:spPr>
      </p:sp>
      <p:pic>
        <p:nvPicPr>
          <p:cNvPr id="22" name="Image 2" descr="Cut">    </p:cNvPr>
          <p:cNvPicPr>
            <a:picLocks noChangeAspect="1"/>
          </p:cNvPicPr>
          <p:nvPr/>
        </p:nvPicPr>
        <p:blipFill>
          <a:blip r:embed="rId3"/>
          <a:stretch>
            <a:fillRect/>
          </a:stretch>
        </p:blipFill>
        <p:spPr>
          <a:xfrm>
            <a:off x="731520" y="5074920"/>
            <a:ext cx="347472" cy="347472"/>
          </a:xfrm>
          <a:prstGeom prst="rect">
            <a:avLst/>
          </a:prstGeom>
        </p:spPr>
      </p:pic>
      <p:sp>
        <p:nvSpPr>
          <p:cNvPr id="23" name="Text 17"/>
          <p:cNvSpPr txBox="1"/>
          <p:nvPr/>
        </p:nvSpPr>
        <p:spPr>
          <a:xfrm>
            <a:off x="1234440" y="4754880"/>
            <a:ext cx="4846320" cy="1005840"/>
          </a:xfrm>
          <a:prstGeom prst="rect">
            <a:avLst/>
          </a:prstGeom>
          <a:noFill/>
          <a:ln/>
        </p:spPr>
        <p:txBody>
          <a:bodyPr wrap="square" lIns="0" tIns="0" rIns="0" bIns="0" rtlCol="0" anchor="ctr"/>
          <a:lstStyle/>
          <a:p>
            <a:pPr algn="l" indent="0" marL="0">
              <a:buNone/>
            </a:pPr>
            <a:r>
              <a:rPr lang="en-US" sz="1800" b="1" dirty="0">
                <a:solidFill>
                  <a:schemeClr val="bg1"/>
                </a:solidFill>
              </a:rPr>
              <a:t>au bout</a:t>
            </a:r>
            <a:r>
              <a:rPr lang="en-US" sz="1800" dirty="0">
                <a:solidFill>
                  <a:schemeClr val="bg1"/>
                </a:solidFill>
              </a:rPr>
              <a:t> : </a:t>
            </a:r>
            <a:r>
              <a:rPr lang="en-US" sz="1800" i="1" dirty="0">
                <a:solidFill>
                  <a:schemeClr val="bg1"/>
                </a:solidFill>
              </a:rPr>
              <a:t>Ik sta om 7 uur op.</a:t>
            </a:r>
            <a:endParaRPr lang="en-US" sz="1800" dirty="0"/>
          </a:p>
        </p:txBody>
      </p:sp>
      <p:pic>
        <p:nvPicPr>
          <p:cNvPr id="24" name="Image 3" descr="Camera">    </p:cNvPr>
          <p:cNvPicPr>
            <a:picLocks noChangeAspect="1"/>
          </p:cNvPicPr>
          <p:nvPr/>
        </p:nvPicPr>
        <p:blipFill>
          <a:blip r:embed="rId4"/>
          <a:stretch>
            <a:fillRect/>
          </a:stretch>
        </p:blipFill>
        <p:spPr>
          <a:xfrm>
            <a:off x="11247120" y="960120"/>
            <a:ext cx="347472" cy="347472"/>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Oefeningen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JIJ NU !</a:t>
            </a:r>
            <a:endParaRPr lang="en-US" sz="5400" dirty="0"/>
          </a:p>
        </p:txBody>
      </p:sp>
      <p:sp>
        <p:nvSpPr>
          <p:cNvPr id="6" name="Shape 3"/>
          <p:cNvSpPr/>
          <p:nvPr/>
        </p:nvSpPr>
        <p:spPr>
          <a:xfrm>
            <a:off x="54864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Cut">    </p:cNvPr>
          <p:cNvPicPr>
            <a:picLocks noChangeAspect="1"/>
          </p:cNvPicPr>
          <p:nvPr/>
        </p:nvPicPr>
        <p:blipFill>
          <a:blip r:embed="rId1"/>
          <a:stretch>
            <a:fillRect/>
          </a:stretch>
        </p:blipFill>
        <p:spPr>
          <a:xfrm>
            <a:off x="2183130" y="2770632"/>
            <a:ext cx="384048" cy="384048"/>
          </a:xfrm>
          <a:prstGeom prst="rect">
            <a:avLst/>
          </a:prstGeom>
        </p:spPr>
      </p:pic>
      <p:sp>
        <p:nvSpPr>
          <p:cNvPr id="10" name="Text 6"/>
          <p:cNvSpPr txBox="1"/>
          <p:nvPr/>
        </p:nvSpPr>
        <p:spPr>
          <a:xfrm>
            <a:off x="68580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Ciseaux ou cadenas ?</a:t>
            </a:r>
            <a:endParaRPr lang="en-US" sz="1600" dirty="0"/>
          </a:p>
        </p:txBody>
      </p:sp>
      <p:sp>
        <p:nvSpPr>
          <p:cNvPr id="11" name="Text 7"/>
          <p:cNvSpPr txBox="1"/>
          <p:nvPr/>
        </p:nvSpPr>
        <p:spPr>
          <a:xfrm>
            <a:off x="68580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2" name="Shape 8"/>
          <p:cNvSpPr/>
          <p:nvPr/>
        </p:nvSpPr>
        <p:spPr>
          <a:xfrm>
            <a:off x="296037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3" name="Shape 9"/>
          <p:cNvSpPr/>
          <p:nvPr/>
        </p:nvSpPr>
        <p:spPr>
          <a:xfrm>
            <a:off x="3097530"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309753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PencilAlt">    </p:cNvPr>
          <p:cNvPicPr>
            <a:picLocks noChangeAspect="1"/>
          </p:cNvPicPr>
          <p:nvPr/>
        </p:nvPicPr>
        <p:blipFill>
          <a:blip r:embed="rId2"/>
          <a:stretch>
            <a:fillRect/>
          </a:stretch>
        </p:blipFill>
        <p:spPr>
          <a:xfrm>
            <a:off x="4594860" y="2770632"/>
            <a:ext cx="384048" cy="384048"/>
          </a:xfrm>
          <a:prstGeom prst="rect">
            <a:avLst/>
          </a:prstGeom>
        </p:spPr>
      </p:pic>
      <p:sp>
        <p:nvSpPr>
          <p:cNvPr id="16" name="Text 11"/>
          <p:cNvSpPr txBox="1"/>
          <p:nvPr/>
        </p:nvSpPr>
        <p:spPr>
          <a:xfrm>
            <a:off x="309753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Conjuguez</a:t>
            </a:r>
            <a:endParaRPr lang="en-US" sz="1600" dirty="0"/>
          </a:p>
        </p:txBody>
      </p:sp>
      <p:sp>
        <p:nvSpPr>
          <p:cNvPr id="17" name="Text 12"/>
          <p:cNvSpPr txBox="1"/>
          <p:nvPr/>
        </p:nvSpPr>
        <p:spPr>
          <a:xfrm>
            <a:off x="309753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537210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9" name="Shape 14"/>
          <p:cNvSpPr/>
          <p:nvPr/>
        </p:nvSpPr>
        <p:spPr>
          <a:xfrm>
            <a:off x="5509260"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550926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Link">    </p:cNvPr>
          <p:cNvPicPr>
            <a:picLocks noChangeAspect="1"/>
          </p:cNvPicPr>
          <p:nvPr/>
        </p:nvPicPr>
        <p:blipFill>
          <a:blip r:embed="rId3"/>
          <a:stretch>
            <a:fillRect/>
          </a:stretch>
        </p:blipFill>
        <p:spPr>
          <a:xfrm>
            <a:off x="7006590" y="2770632"/>
            <a:ext cx="384048" cy="384048"/>
          </a:xfrm>
          <a:prstGeom prst="rect">
            <a:avLst/>
          </a:prstGeom>
        </p:spPr>
      </p:pic>
      <p:sp>
        <p:nvSpPr>
          <p:cNvPr id="22" name="Text 16"/>
          <p:cNvSpPr txBox="1"/>
          <p:nvPr/>
        </p:nvSpPr>
        <p:spPr>
          <a:xfrm>
            <a:off x="550926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Avec un modal</a:t>
            </a:r>
            <a:endParaRPr lang="en-US" sz="1600" dirty="0"/>
          </a:p>
        </p:txBody>
      </p:sp>
      <p:sp>
        <p:nvSpPr>
          <p:cNvPr id="23" name="Text 17"/>
          <p:cNvSpPr txBox="1"/>
          <p:nvPr/>
        </p:nvSpPr>
        <p:spPr>
          <a:xfrm>
            <a:off x="550926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778383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25" name="Shape 19"/>
          <p:cNvSpPr/>
          <p:nvPr/>
        </p:nvSpPr>
        <p:spPr>
          <a:xfrm>
            <a:off x="7920990" y="27432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792099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PuzzlePiece">    </p:cNvPr>
          <p:cNvPicPr>
            <a:picLocks noChangeAspect="1"/>
          </p:cNvPicPr>
          <p:nvPr/>
        </p:nvPicPr>
        <p:blipFill>
          <a:blip r:embed="rId4"/>
          <a:stretch>
            <a:fillRect/>
          </a:stretch>
        </p:blipFill>
        <p:spPr>
          <a:xfrm>
            <a:off x="9418320" y="2770632"/>
            <a:ext cx="384048" cy="384048"/>
          </a:xfrm>
          <a:prstGeom prst="rect">
            <a:avLst/>
          </a:prstGeom>
        </p:spPr>
      </p:pic>
      <p:sp>
        <p:nvSpPr>
          <p:cNvPr id="28" name="Text 21"/>
          <p:cNvSpPr txBox="1"/>
          <p:nvPr/>
        </p:nvSpPr>
        <p:spPr>
          <a:xfrm>
            <a:off x="792099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La bonne particule</a:t>
            </a:r>
            <a:endParaRPr lang="en-US" sz="1600" dirty="0"/>
          </a:p>
        </p:txBody>
      </p:sp>
      <p:sp>
        <p:nvSpPr>
          <p:cNvPr id="29" name="Text 22"/>
          <p:cNvSpPr txBox="1"/>
          <p:nvPr/>
        </p:nvSpPr>
        <p:spPr>
          <a:xfrm>
            <a:off x="792099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54864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1" name="Shape 24"/>
          <p:cNvSpPr/>
          <p:nvPr/>
        </p:nvSpPr>
        <p:spPr>
          <a:xfrm>
            <a:off x="685800" y="45720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68580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Search">    </p:cNvPr>
          <p:cNvPicPr>
            <a:picLocks noChangeAspect="1"/>
          </p:cNvPicPr>
          <p:nvPr/>
        </p:nvPicPr>
        <p:blipFill>
          <a:blip r:embed="rId5"/>
          <a:stretch>
            <a:fillRect/>
          </a:stretch>
        </p:blipFill>
        <p:spPr>
          <a:xfrm>
            <a:off x="2183130" y="4599432"/>
            <a:ext cx="384048" cy="384048"/>
          </a:xfrm>
          <a:prstGeom prst="rect">
            <a:avLst/>
          </a:prstGeom>
        </p:spPr>
      </p:pic>
      <p:sp>
        <p:nvSpPr>
          <p:cNvPr id="34" name="Text 26"/>
          <p:cNvSpPr txBox="1"/>
          <p:nvPr/>
        </p:nvSpPr>
        <p:spPr>
          <a:xfrm>
            <a:off x="68580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détective</a:t>
            </a:r>
            <a:endParaRPr lang="en-US" sz="1600" dirty="0"/>
          </a:p>
        </p:txBody>
      </p:sp>
      <p:sp>
        <p:nvSpPr>
          <p:cNvPr id="35" name="Text 27"/>
          <p:cNvSpPr txBox="1"/>
          <p:nvPr/>
        </p:nvSpPr>
        <p:spPr>
          <a:xfrm>
            <a:off x="68580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296037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7" name="Shape 29"/>
          <p:cNvSpPr/>
          <p:nvPr/>
        </p:nvSpPr>
        <p:spPr>
          <a:xfrm>
            <a:off x="3097530" y="45720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309753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Child">    </p:cNvPr>
          <p:cNvPicPr>
            <a:picLocks noChangeAspect="1"/>
          </p:cNvPicPr>
          <p:nvPr/>
        </p:nvPicPr>
        <p:blipFill>
          <a:blip r:embed="rId6"/>
          <a:stretch>
            <a:fillRect/>
          </a:stretch>
        </p:blipFill>
        <p:spPr>
          <a:xfrm>
            <a:off x="4594860" y="4599432"/>
            <a:ext cx="384048" cy="384048"/>
          </a:xfrm>
          <a:prstGeom prst="rect">
            <a:avLst/>
          </a:prstGeom>
        </p:spPr>
      </p:pic>
      <p:sp>
        <p:nvSpPr>
          <p:cNvPr id="40" name="Text 31"/>
          <p:cNvSpPr txBox="1"/>
          <p:nvPr/>
        </p:nvSpPr>
        <p:spPr>
          <a:xfrm>
            <a:off x="309753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Simon zegt</a:t>
            </a:r>
            <a:endParaRPr lang="en-US" sz="1600" dirty="0"/>
          </a:p>
        </p:txBody>
      </p:sp>
      <p:sp>
        <p:nvSpPr>
          <p:cNvPr id="41" name="Text 32"/>
          <p:cNvSpPr txBox="1"/>
          <p:nvPr/>
        </p:nvSpPr>
        <p:spPr>
          <a:xfrm>
            <a:off x="309753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2" name="Shape 33"/>
          <p:cNvSpPr/>
          <p:nvPr/>
        </p:nvSpPr>
        <p:spPr>
          <a:xfrm>
            <a:off x="537210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3" name="Shape 34"/>
          <p:cNvSpPr/>
          <p:nvPr/>
        </p:nvSpPr>
        <p:spPr>
          <a:xfrm>
            <a:off x="5509260" y="4572000"/>
            <a:ext cx="438912" cy="438912"/>
          </a:xfrm>
          <a:prstGeom prst="ellipse">
            <a:avLst/>
          </a:prstGeom>
          <a:solidFill>
            <a:schemeClr val="accent1"/>
          </a:solidFill>
          <a:ln w="12700">
            <a:solidFill>
              <a:srgbClr val="FFFFFF">
                <a:alpha val="0"/>
              </a:srgbClr>
            </a:solidFill>
            <a:prstDash val="solid"/>
          </a:ln>
        </p:spPr>
      </p:sp>
      <p:sp>
        <p:nvSpPr>
          <p:cNvPr id="44" name="Text 35"/>
          <p:cNvSpPr txBox="1"/>
          <p:nvPr/>
        </p:nvSpPr>
        <p:spPr>
          <a:xfrm>
            <a:off x="550926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pic>
        <p:nvPicPr>
          <p:cNvPr id="45" name="Image 6" descr="Clock">    </p:cNvPr>
          <p:cNvPicPr>
            <a:picLocks noChangeAspect="1"/>
          </p:cNvPicPr>
          <p:nvPr/>
        </p:nvPicPr>
        <p:blipFill>
          <a:blip r:embed="rId7"/>
          <a:stretch>
            <a:fillRect/>
          </a:stretch>
        </p:blipFill>
        <p:spPr>
          <a:xfrm>
            <a:off x="7006590" y="4599432"/>
            <a:ext cx="384048" cy="384048"/>
          </a:xfrm>
          <a:prstGeom prst="rect">
            <a:avLst/>
          </a:prstGeom>
        </p:spPr>
      </p:pic>
      <p:sp>
        <p:nvSpPr>
          <p:cNvPr id="46" name="Text 36"/>
          <p:cNvSpPr txBox="1"/>
          <p:nvPr/>
        </p:nvSpPr>
        <p:spPr>
          <a:xfrm>
            <a:off x="550926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Ma journée</a:t>
            </a:r>
            <a:endParaRPr lang="en-US" sz="1600" dirty="0"/>
          </a:p>
        </p:txBody>
      </p:sp>
      <p:sp>
        <p:nvSpPr>
          <p:cNvPr id="47" name="Text 37"/>
          <p:cNvSpPr txBox="1"/>
          <p:nvPr/>
        </p:nvSpPr>
        <p:spPr>
          <a:xfrm>
            <a:off x="550926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48" name="Image 7" descr="man teacher">    </p:cNvPr>
          <p:cNvPicPr>
            <a:picLocks noChangeAspect="1"/>
          </p:cNvPicPr>
          <p:nvPr/>
        </p:nvPicPr>
        <p:blipFill>
          <a:blip r:embed="rId8"/>
          <a:stretch>
            <a:fillRect/>
          </a:stretch>
        </p:blipFill>
        <p:spPr>
          <a:xfrm>
            <a:off x="10058400" y="3657600"/>
            <a:ext cx="1645920" cy="1645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Ciseaux ou cadenas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Séparable ou inséparable ? Prononcez : où est l’accent ?</a:t>
            </a:r>
            <a:endParaRPr lang="en-US" sz="1700" dirty="0"/>
          </a:p>
        </p:txBody>
      </p:sp>
      <p:sp>
        <p:nvSpPr>
          <p:cNvPr id="8" name="Shape 4"/>
          <p:cNvSpPr/>
          <p:nvPr/>
        </p:nvSpPr>
        <p:spPr>
          <a:xfrm>
            <a:off x="548640" y="1932432"/>
            <a:ext cx="1737360" cy="566928"/>
          </a:xfrm>
          <a:prstGeom prst="roundRect">
            <a:avLst>
              <a:gd name="adj" fmla="val 16129"/>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9" name="Text 5"/>
          <p:cNvSpPr txBox="1"/>
          <p:nvPr/>
        </p:nvSpPr>
        <p:spPr>
          <a:xfrm>
            <a:off x="594360" y="1932432"/>
            <a:ext cx="1645920"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opstaan</a:t>
            </a:r>
            <a:endParaRPr lang="en-US" sz="1800" dirty="0"/>
          </a:p>
        </p:txBody>
      </p:sp>
      <p:sp>
        <p:nvSpPr>
          <p:cNvPr id="10" name="Shape 6"/>
          <p:cNvSpPr/>
          <p:nvPr/>
        </p:nvSpPr>
        <p:spPr>
          <a:xfrm>
            <a:off x="2423160" y="1932432"/>
            <a:ext cx="1737360" cy="566928"/>
          </a:xfrm>
          <a:prstGeom prst="roundRect">
            <a:avLst>
              <a:gd name="adj" fmla="val 16129"/>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1" name="Text 7"/>
          <p:cNvSpPr txBox="1"/>
          <p:nvPr/>
        </p:nvSpPr>
        <p:spPr>
          <a:xfrm>
            <a:off x="2468880" y="1932432"/>
            <a:ext cx="1645920"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vergeten</a:t>
            </a:r>
            <a:endParaRPr lang="en-US" sz="1800" dirty="0"/>
          </a:p>
        </p:txBody>
      </p:sp>
      <p:sp>
        <p:nvSpPr>
          <p:cNvPr id="12" name="Shape 8"/>
          <p:cNvSpPr/>
          <p:nvPr/>
        </p:nvSpPr>
        <p:spPr>
          <a:xfrm>
            <a:off x="4297680" y="1932432"/>
            <a:ext cx="1737360" cy="566928"/>
          </a:xfrm>
          <a:prstGeom prst="roundRect">
            <a:avLst>
              <a:gd name="adj" fmla="val 16129"/>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3" name="Text 9"/>
          <p:cNvSpPr txBox="1"/>
          <p:nvPr/>
        </p:nvSpPr>
        <p:spPr>
          <a:xfrm>
            <a:off x="4343400" y="1932432"/>
            <a:ext cx="1645920"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meenemen</a:t>
            </a:r>
            <a:endParaRPr lang="en-US" sz="1800" dirty="0"/>
          </a:p>
        </p:txBody>
      </p:sp>
      <p:sp>
        <p:nvSpPr>
          <p:cNvPr id="14" name="Shape 10"/>
          <p:cNvSpPr/>
          <p:nvPr/>
        </p:nvSpPr>
        <p:spPr>
          <a:xfrm>
            <a:off x="6172200" y="1932432"/>
            <a:ext cx="1737360" cy="566928"/>
          </a:xfrm>
          <a:prstGeom prst="roundRect">
            <a:avLst>
              <a:gd name="adj" fmla="val 16129"/>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5" name="Text 11"/>
          <p:cNvSpPr txBox="1"/>
          <p:nvPr/>
        </p:nvSpPr>
        <p:spPr>
          <a:xfrm>
            <a:off x="6217920" y="1932432"/>
            <a:ext cx="1645920"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betalen</a:t>
            </a:r>
            <a:endParaRPr lang="en-US" sz="1800" dirty="0"/>
          </a:p>
        </p:txBody>
      </p:sp>
      <p:sp>
        <p:nvSpPr>
          <p:cNvPr id="16" name="Shape 12"/>
          <p:cNvSpPr/>
          <p:nvPr/>
        </p:nvSpPr>
        <p:spPr>
          <a:xfrm>
            <a:off x="8046720" y="1932432"/>
            <a:ext cx="1737360" cy="566928"/>
          </a:xfrm>
          <a:prstGeom prst="roundRect">
            <a:avLst>
              <a:gd name="adj" fmla="val 16129"/>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7" name="Text 13"/>
          <p:cNvSpPr txBox="1"/>
          <p:nvPr/>
        </p:nvSpPr>
        <p:spPr>
          <a:xfrm>
            <a:off x="8092440" y="1932432"/>
            <a:ext cx="1645920"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inloggen</a:t>
            </a:r>
            <a:endParaRPr lang="en-US" sz="1800" dirty="0"/>
          </a:p>
        </p:txBody>
      </p:sp>
      <p:sp>
        <p:nvSpPr>
          <p:cNvPr id="18" name="Shape 14"/>
          <p:cNvSpPr/>
          <p:nvPr/>
        </p:nvSpPr>
        <p:spPr>
          <a:xfrm>
            <a:off x="9921240" y="1932432"/>
            <a:ext cx="1737360" cy="566928"/>
          </a:xfrm>
          <a:prstGeom prst="roundRect">
            <a:avLst>
              <a:gd name="adj" fmla="val 16129"/>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9" name="Text 15"/>
          <p:cNvSpPr txBox="1"/>
          <p:nvPr/>
        </p:nvSpPr>
        <p:spPr>
          <a:xfrm>
            <a:off x="9966960" y="1932432"/>
            <a:ext cx="1645920"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ontmoeten</a:t>
            </a:r>
            <a:endParaRPr lang="en-US" sz="1800" dirty="0"/>
          </a:p>
        </p:txBody>
      </p:sp>
      <p:sp>
        <p:nvSpPr>
          <p:cNvPr id="20" name="Shape 16"/>
          <p:cNvSpPr/>
          <p:nvPr/>
        </p:nvSpPr>
        <p:spPr>
          <a:xfrm>
            <a:off x="548640" y="2645664"/>
            <a:ext cx="1737360" cy="566928"/>
          </a:xfrm>
          <a:prstGeom prst="roundRect">
            <a:avLst>
              <a:gd name="adj" fmla="val 16129"/>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21" name="Text 17"/>
          <p:cNvSpPr txBox="1"/>
          <p:nvPr/>
        </p:nvSpPr>
        <p:spPr>
          <a:xfrm>
            <a:off x="594360" y="2645664"/>
            <a:ext cx="1645920"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terugbellen</a:t>
            </a:r>
            <a:endParaRPr lang="en-US" sz="1800" dirty="0"/>
          </a:p>
        </p:txBody>
      </p:sp>
      <p:sp>
        <p:nvSpPr>
          <p:cNvPr id="22" name="Shape 18"/>
          <p:cNvSpPr/>
          <p:nvPr/>
        </p:nvSpPr>
        <p:spPr>
          <a:xfrm>
            <a:off x="2423160" y="2645664"/>
            <a:ext cx="1737360" cy="566928"/>
          </a:xfrm>
          <a:prstGeom prst="roundRect">
            <a:avLst>
              <a:gd name="adj" fmla="val 16129"/>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23" name="Text 19"/>
          <p:cNvSpPr txBox="1"/>
          <p:nvPr/>
        </p:nvSpPr>
        <p:spPr>
          <a:xfrm>
            <a:off x="2468880" y="2645664"/>
            <a:ext cx="1645920"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vertellen</a:t>
            </a:r>
            <a:endParaRPr lang="en-US" sz="1800" dirty="0"/>
          </a:p>
        </p:txBody>
      </p:sp>
      <p:sp>
        <p:nvSpPr>
          <p:cNvPr id="24" name="Shape 20"/>
          <p:cNvSpPr/>
          <p:nvPr/>
        </p:nvSpPr>
        <p:spPr>
          <a:xfrm>
            <a:off x="4297680" y="2645664"/>
            <a:ext cx="1737360" cy="566928"/>
          </a:xfrm>
          <a:prstGeom prst="roundRect">
            <a:avLst>
              <a:gd name="adj" fmla="val 16129"/>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25" name="Text 21"/>
          <p:cNvSpPr txBox="1"/>
          <p:nvPr/>
        </p:nvSpPr>
        <p:spPr>
          <a:xfrm>
            <a:off x="4343400" y="2645664"/>
            <a:ext cx="1645920"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weggaan</a:t>
            </a:r>
            <a:endParaRPr lang="en-US" sz="1800" dirty="0"/>
          </a:p>
        </p:txBody>
      </p:sp>
      <p:sp>
        <p:nvSpPr>
          <p:cNvPr id="26" name="Shape 22"/>
          <p:cNvSpPr/>
          <p:nvPr/>
        </p:nvSpPr>
        <p:spPr>
          <a:xfrm>
            <a:off x="6172200" y="2645664"/>
            <a:ext cx="1737360" cy="566928"/>
          </a:xfrm>
          <a:prstGeom prst="roundRect">
            <a:avLst>
              <a:gd name="adj" fmla="val 16129"/>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27" name="Text 23"/>
          <p:cNvSpPr txBox="1"/>
          <p:nvPr/>
        </p:nvSpPr>
        <p:spPr>
          <a:xfrm>
            <a:off x="6217920" y="2645664"/>
            <a:ext cx="1645920"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beginnen</a:t>
            </a:r>
            <a:endParaRPr lang="en-US" sz="1800" dirty="0"/>
          </a:p>
        </p:txBody>
      </p:sp>
      <p:sp>
        <p:nvSpPr>
          <p:cNvPr id="28" name="Shape 24"/>
          <p:cNvSpPr/>
          <p:nvPr/>
        </p:nvSpPr>
        <p:spPr>
          <a:xfrm>
            <a:off x="8046720" y="2645664"/>
            <a:ext cx="1737360" cy="566928"/>
          </a:xfrm>
          <a:prstGeom prst="roundRect">
            <a:avLst>
              <a:gd name="adj" fmla="val 16129"/>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29" name="Text 25"/>
          <p:cNvSpPr txBox="1"/>
          <p:nvPr/>
        </p:nvSpPr>
        <p:spPr>
          <a:xfrm>
            <a:off x="8092440" y="2645664"/>
            <a:ext cx="1645920"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afspreken</a:t>
            </a:r>
            <a:endParaRPr lang="en-US" sz="1800" dirty="0"/>
          </a:p>
        </p:txBody>
      </p:sp>
      <p:sp>
        <p:nvSpPr>
          <p:cNvPr id="30" name="Shape 26"/>
          <p:cNvSpPr/>
          <p:nvPr/>
        </p:nvSpPr>
        <p:spPr>
          <a:xfrm>
            <a:off x="9921240" y="2645664"/>
            <a:ext cx="1737360" cy="566928"/>
          </a:xfrm>
          <a:prstGeom prst="roundRect">
            <a:avLst>
              <a:gd name="adj" fmla="val 16129"/>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31" name="Text 27"/>
          <p:cNvSpPr txBox="1"/>
          <p:nvPr/>
        </p:nvSpPr>
        <p:spPr>
          <a:xfrm>
            <a:off x="9966960" y="2645664"/>
            <a:ext cx="1645920"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herhalen</a:t>
            </a:r>
            <a:endParaRPr lang="en-US" sz="1800" dirty="0"/>
          </a:p>
        </p:txBody>
      </p:sp>
      <p:sp>
        <p:nvSpPr>
          <p:cNvPr id="32" name="Shape 28"/>
          <p:cNvSpPr/>
          <p:nvPr/>
        </p:nvSpPr>
        <p:spPr>
          <a:xfrm>
            <a:off x="548640" y="3532632"/>
            <a:ext cx="5468112" cy="2758440"/>
          </a:xfrm>
          <a:prstGeom prst="roundRect">
            <a:avLst>
              <a:gd name="adj" fmla="val 2652"/>
            </a:avLst>
          </a:prstGeom>
          <a:solidFill>
            <a:schemeClr val="accent1">
              <a:alpha val="10000"/>
            </a:schemeClr>
          </a:solidFill>
          <a:ln w="25400">
            <a:solidFill>
              <a:srgbClr val="D9700F"/>
            </a:solidFill>
            <a:prstDash val="solid"/>
          </a:ln>
        </p:spPr>
      </p:sp>
      <p:sp>
        <p:nvSpPr>
          <p:cNvPr id="33" name="Shape 29"/>
          <p:cNvSpPr/>
          <p:nvPr/>
        </p:nvSpPr>
        <p:spPr>
          <a:xfrm>
            <a:off x="548640" y="3532632"/>
            <a:ext cx="5468112" cy="548640"/>
          </a:xfrm>
          <a:prstGeom prst="roundRect">
            <a:avLst>
              <a:gd name="adj" fmla="val 13333"/>
            </a:avLst>
          </a:prstGeom>
          <a:solidFill>
            <a:schemeClr val="accent1"/>
          </a:solidFill>
          <a:ln w="12700">
            <a:solidFill>
              <a:srgbClr val="FFFFFF">
                <a:alpha val="0"/>
              </a:srgbClr>
            </a:solidFill>
            <a:prstDash val="solid"/>
          </a:ln>
        </p:spPr>
      </p:sp>
      <p:pic>
        <p:nvPicPr>
          <p:cNvPr id="34" name="Image 1" descr="Cut">    </p:cNvPr>
          <p:cNvPicPr>
            <a:picLocks noChangeAspect="1"/>
          </p:cNvPicPr>
          <p:nvPr/>
        </p:nvPicPr>
        <p:blipFill>
          <a:blip r:embed="rId2"/>
          <a:stretch>
            <a:fillRect/>
          </a:stretch>
        </p:blipFill>
        <p:spPr>
          <a:xfrm>
            <a:off x="731520" y="3642360"/>
            <a:ext cx="329184" cy="329184"/>
          </a:xfrm>
          <a:prstGeom prst="rect">
            <a:avLst/>
          </a:prstGeom>
        </p:spPr>
      </p:pic>
      <p:sp>
        <p:nvSpPr>
          <p:cNvPr id="35" name="Text 30"/>
          <p:cNvSpPr txBox="1"/>
          <p:nvPr/>
        </p:nvSpPr>
        <p:spPr>
          <a:xfrm>
            <a:off x="548640" y="3532632"/>
            <a:ext cx="5468112" cy="548640"/>
          </a:xfrm>
          <a:prstGeom prst="rect">
            <a:avLst/>
          </a:prstGeom>
          <a:noFill/>
          <a:ln/>
        </p:spPr>
        <p:txBody>
          <a:bodyPr wrap="square" lIns="0" tIns="0" rIns="0" bIns="0" rtlCol="0" anchor="ctr"/>
          <a:lstStyle/>
          <a:p>
            <a:pPr algn="ctr" indent="0" marL="0">
              <a:buNone/>
            </a:pPr>
            <a:r>
              <a:rPr lang="en-US" sz="2000" b="1" spc="200" kern="0" dirty="0">
                <a:solidFill>
                  <a:schemeClr val="bg1"/>
                </a:solidFill>
              </a:rPr>
              <a:t>SÉPARABLE</a:t>
            </a:r>
            <a:endParaRPr lang="en-US" sz="2000" dirty="0"/>
          </a:p>
        </p:txBody>
      </p:sp>
      <p:sp>
        <p:nvSpPr>
          <p:cNvPr id="36" name="Shape 31"/>
          <p:cNvSpPr/>
          <p:nvPr/>
        </p:nvSpPr>
        <p:spPr>
          <a:xfrm>
            <a:off x="6172200" y="3532632"/>
            <a:ext cx="5468112" cy="2758440"/>
          </a:xfrm>
          <a:prstGeom prst="roundRect">
            <a:avLst>
              <a:gd name="adj" fmla="val 2652"/>
            </a:avLst>
          </a:prstGeom>
          <a:solidFill>
            <a:schemeClr val="tx2">
              <a:alpha val="10000"/>
            </a:schemeClr>
          </a:solidFill>
          <a:ln w="25400">
            <a:solidFill>
              <a:srgbClr val="17375E"/>
            </a:solidFill>
            <a:prstDash val="solid"/>
          </a:ln>
        </p:spPr>
      </p:sp>
      <p:sp>
        <p:nvSpPr>
          <p:cNvPr id="37" name="Shape 32"/>
          <p:cNvSpPr/>
          <p:nvPr/>
        </p:nvSpPr>
        <p:spPr>
          <a:xfrm>
            <a:off x="6172200" y="3532632"/>
            <a:ext cx="5468112" cy="548640"/>
          </a:xfrm>
          <a:prstGeom prst="roundRect">
            <a:avLst>
              <a:gd name="adj" fmla="val 13333"/>
            </a:avLst>
          </a:prstGeom>
          <a:solidFill>
            <a:schemeClr val="tx2"/>
          </a:solidFill>
          <a:ln w="12700">
            <a:solidFill>
              <a:srgbClr val="FFFFFF">
                <a:alpha val="0"/>
              </a:srgbClr>
            </a:solidFill>
            <a:prstDash val="solid"/>
          </a:ln>
        </p:spPr>
      </p:sp>
      <p:pic>
        <p:nvPicPr>
          <p:cNvPr id="38" name="Image 2" descr="Lock">    </p:cNvPr>
          <p:cNvPicPr>
            <a:picLocks noChangeAspect="1"/>
          </p:cNvPicPr>
          <p:nvPr/>
        </p:nvPicPr>
        <p:blipFill>
          <a:blip r:embed="rId3"/>
          <a:stretch>
            <a:fillRect/>
          </a:stretch>
        </p:blipFill>
        <p:spPr>
          <a:xfrm>
            <a:off x="6355080" y="3642360"/>
            <a:ext cx="329184" cy="329184"/>
          </a:xfrm>
          <a:prstGeom prst="rect">
            <a:avLst/>
          </a:prstGeom>
        </p:spPr>
      </p:pic>
      <p:sp>
        <p:nvSpPr>
          <p:cNvPr id="39" name="Text 33"/>
          <p:cNvSpPr txBox="1"/>
          <p:nvPr/>
        </p:nvSpPr>
        <p:spPr>
          <a:xfrm>
            <a:off x="6172200" y="3532632"/>
            <a:ext cx="5468112" cy="548640"/>
          </a:xfrm>
          <a:prstGeom prst="rect">
            <a:avLst/>
          </a:prstGeom>
          <a:noFill/>
          <a:ln/>
        </p:spPr>
        <p:txBody>
          <a:bodyPr wrap="square" lIns="0" tIns="0" rIns="0" bIns="0" rtlCol="0" anchor="ctr"/>
          <a:lstStyle/>
          <a:p>
            <a:pPr algn="ctr" indent="0" marL="0">
              <a:buNone/>
            </a:pPr>
            <a:r>
              <a:rPr lang="en-US" sz="2000" b="1" spc="200" kern="0" dirty="0">
                <a:solidFill>
                  <a:schemeClr val="bg1"/>
                </a:solidFill>
              </a:rPr>
              <a:t>INSÉPARABLE</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Ciseaux ou cadenas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Séparable ou inséparable ? Prononcez : où est l’accent ?</a:t>
            </a:r>
            <a:endParaRPr lang="en-US" sz="1700" dirty="0"/>
          </a:p>
        </p:txBody>
      </p:sp>
      <p:sp>
        <p:nvSpPr>
          <p:cNvPr id="9" name="Shape 5"/>
          <p:cNvSpPr/>
          <p:nvPr/>
        </p:nvSpPr>
        <p:spPr>
          <a:xfrm>
            <a:off x="548640" y="2023872"/>
            <a:ext cx="5468112" cy="4267200"/>
          </a:xfrm>
          <a:prstGeom prst="roundRect">
            <a:avLst>
              <a:gd name="adj" fmla="val 1714"/>
            </a:avLst>
          </a:prstGeom>
          <a:solidFill>
            <a:schemeClr val="accent1">
              <a:alpha val="10000"/>
            </a:schemeClr>
          </a:solidFill>
          <a:ln w="25400">
            <a:solidFill>
              <a:srgbClr val="D9700F"/>
            </a:solidFill>
            <a:prstDash val="solid"/>
          </a:ln>
        </p:spPr>
      </p:sp>
      <p:sp>
        <p:nvSpPr>
          <p:cNvPr id="10" name="Shape 6"/>
          <p:cNvSpPr/>
          <p:nvPr/>
        </p:nvSpPr>
        <p:spPr>
          <a:xfrm>
            <a:off x="548640" y="2023872"/>
            <a:ext cx="5468112" cy="548640"/>
          </a:xfrm>
          <a:prstGeom prst="roundRect">
            <a:avLst>
              <a:gd name="adj" fmla="val 13333"/>
            </a:avLst>
          </a:prstGeom>
          <a:solidFill>
            <a:schemeClr val="accent1"/>
          </a:solidFill>
          <a:ln w="12700">
            <a:solidFill>
              <a:srgbClr val="FFFFFF">
                <a:alpha val="0"/>
              </a:srgbClr>
            </a:solidFill>
            <a:prstDash val="solid"/>
          </a:ln>
        </p:spPr>
      </p:sp>
      <p:pic>
        <p:nvPicPr>
          <p:cNvPr id="11" name="Image 1" descr="Cut">    </p:cNvPr>
          <p:cNvPicPr>
            <a:picLocks noChangeAspect="1"/>
          </p:cNvPicPr>
          <p:nvPr/>
        </p:nvPicPr>
        <p:blipFill>
          <a:blip r:embed="rId2"/>
          <a:stretch>
            <a:fillRect/>
          </a:stretch>
        </p:blipFill>
        <p:spPr>
          <a:xfrm>
            <a:off x="731520" y="2133600"/>
            <a:ext cx="329184" cy="329184"/>
          </a:xfrm>
          <a:prstGeom prst="rect">
            <a:avLst/>
          </a:prstGeom>
        </p:spPr>
      </p:pic>
      <p:sp>
        <p:nvSpPr>
          <p:cNvPr id="12" name="Text 7"/>
          <p:cNvSpPr txBox="1"/>
          <p:nvPr/>
        </p:nvSpPr>
        <p:spPr>
          <a:xfrm>
            <a:off x="548640" y="2023872"/>
            <a:ext cx="5468112" cy="548640"/>
          </a:xfrm>
          <a:prstGeom prst="rect">
            <a:avLst/>
          </a:prstGeom>
          <a:noFill/>
          <a:ln/>
        </p:spPr>
        <p:txBody>
          <a:bodyPr wrap="square" lIns="0" tIns="0" rIns="0" bIns="0" rtlCol="0" anchor="ctr"/>
          <a:lstStyle/>
          <a:p>
            <a:pPr algn="ctr" indent="0" marL="0">
              <a:buNone/>
            </a:pPr>
            <a:r>
              <a:rPr lang="en-US" sz="2000" b="1" spc="200" kern="0" dirty="0">
                <a:solidFill>
                  <a:schemeClr val="bg1"/>
                </a:solidFill>
              </a:rPr>
              <a:t>SÉPARABLE</a:t>
            </a:r>
            <a:endParaRPr lang="en-US" sz="2000" dirty="0"/>
          </a:p>
        </p:txBody>
      </p:sp>
      <p:sp>
        <p:nvSpPr>
          <p:cNvPr id="13" name="Text 8"/>
          <p:cNvSpPr txBox="1"/>
          <p:nvPr/>
        </p:nvSpPr>
        <p:spPr>
          <a:xfrm>
            <a:off x="822960" y="2801112"/>
            <a:ext cx="2468880" cy="640080"/>
          </a:xfrm>
          <a:prstGeom prst="rect">
            <a:avLst/>
          </a:prstGeom>
          <a:noFill/>
          <a:ln/>
        </p:spPr>
        <p:txBody>
          <a:bodyPr wrap="square" lIns="0" tIns="0" rIns="0" bIns="0" rtlCol="0" anchor="ctr"/>
          <a:lstStyle/>
          <a:p>
            <a:pPr algn="ctr" indent="0" marL="0">
              <a:buNone/>
            </a:pPr>
            <a:r>
              <a:rPr lang="en-US" sz="2400" b="1" i="1" dirty="0">
                <a:solidFill>
                  <a:schemeClr val="accent1"/>
                </a:solidFill>
              </a:rPr>
              <a:t>op</a:t>
            </a:r>
            <a:r>
              <a:rPr lang="en-US" sz="2400" b="1" i="1" dirty="0">
                <a:solidFill>
                  <a:schemeClr val="tx1"/>
                </a:solidFill>
              </a:rPr>
              <a:t>·staan</a:t>
            </a:r>
            <a:endParaRPr lang="en-US" sz="2400" dirty="0"/>
          </a:p>
        </p:txBody>
      </p:sp>
      <p:sp>
        <p:nvSpPr>
          <p:cNvPr id="14" name="Text 9"/>
          <p:cNvSpPr txBox="1"/>
          <p:nvPr/>
        </p:nvSpPr>
        <p:spPr>
          <a:xfrm>
            <a:off x="3383280" y="2801112"/>
            <a:ext cx="2468880" cy="640080"/>
          </a:xfrm>
          <a:prstGeom prst="rect">
            <a:avLst/>
          </a:prstGeom>
          <a:noFill/>
          <a:ln/>
        </p:spPr>
        <p:txBody>
          <a:bodyPr wrap="square" lIns="0" tIns="0" rIns="0" bIns="0" rtlCol="0" anchor="ctr"/>
          <a:lstStyle/>
          <a:p>
            <a:pPr algn="ctr" indent="0" marL="0">
              <a:buNone/>
            </a:pPr>
            <a:r>
              <a:rPr lang="en-US" sz="2400" b="1" i="1" dirty="0">
                <a:solidFill>
                  <a:schemeClr val="accent1"/>
                </a:solidFill>
              </a:rPr>
              <a:t>mee</a:t>
            </a:r>
            <a:r>
              <a:rPr lang="en-US" sz="2400" b="1" i="1" dirty="0">
                <a:solidFill>
                  <a:schemeClr val="tx1"/>
                </a:solidFill>
              </a:rPr>
              <a:t>·nemen</a:t>
            </a:r>
            <a:endParaRPr lang="en-US" sz="2400" dirty="0"/>
          </a:p>
        </p:txBody>
      </p:sp>
      <p:sp>
        <p:nvSpPr>
          <p:cNvPr id="15" name="Text 10"/>
          <p:cNvSpPr txBox="1"/>
          <p:nvPr/>
        </p:nvSpPr>
        <p:spPr>
          <a:xfrm>
            <a:off x="822960" y="3532632"/>
            <a:ext cx="2468880" cy="640080"/>
          </a:xfrm>
          <a:prstGeom prst="rect">
            <a:avLst/>
          </a:prstGeom>
          <a:noFill/>
          <a:ln/>
        </p:spPr>
        <p:txBody>
          <a:bodyPr wrap="square" lIns="0" tIns="0" rIns="0" bIns="0" rtlCol="0" anchor="ctr"/>
          <a:lstStyle/>
          <a:p>
            <a:pPr algn="ctr" indent="0" marL="0">
              <a:buNone/>
            </a:pPr>
            <a:r>
              <a:rPr lang="en-US" sz="2400" b="1" i="1" dirty="0">
                <a:solidFill>
                  <a:schemeClr val="accent1"/>
                </a:solidFill>
              </a:rPr>
              <a:t>in</a:t>
            </a:r>
            <a:r>
              <a:rPr lang="en-US" sz="2400" b="1" i="1" dirty="0">
                <a:solidFill>
                  <a:schemeClr val="tx1"/>
                </a:solidFill>
              </a:rPr>
              <a:t>·loggen</a:t>
            </a:r>
            <a:endParaRPr lang="en-US" sz="2400" dirty="0"/>
          </a:p>
        </p:txBody>
      </p:sp>
      <p:sp>
        <p:nvSpPr>
          <p:cNvPr id="16" name="Text 11"/>
          <p:cNvSpPr txBox="1"/>
          <p:nvPr/>
        </p:nvSpPr>
        <p:spPr>
          <a:xfrm>
            <a:off x="3383280" y="3532632"/>
            <a:ext cx="2468880" cy="640080"/>
          </a:xfrm>
          <a:prstGeom prst="rect">
            <a:avLst/>
          </a:prstGeom>
          <a:noFill/>
          <a:ln/>
        </p:spPr>
        <p:txBody>
          <a:bodyPr wrap="square" lIns="0" tIns="0" rIns="0" bIns="0" rtlCol="0" anchor="ctr"/>
          <a:lstStyle/>
          <a:p>
            <a:pPr algn="ctr" indent="0" marL="0">
              <a:buNone/>
            </a:pPr>
            <a:r>
              <a:rPr lang="en-US" sz="2400" b="1" i="1" dirty="0">
                <a:solidFill>
                  <a:schemeClr val="accent1"/>
                </a:solidFill>
              </a:rPr>
              <a:t>terug</a:t>
            </a:r>
            <a:r>
              <a:rPr lang="en-US" sz="2400" b="1" i="1" dirty="0">
                <a:solidFill>
                  <a:schemeClr val="tx1"/>
                </a:solidFill>
              </a:rPr>
              <a:t>·bellen</a:t>
            </a:r>
            <a:endParaRPr lang="en-US" sz="2400" dirty="0"/>
          </a:p>
        </p:txBody>
      </p:sp>
      <p:sp>
        <p:nvSpPr>
          <p:cNvPr id="17" name="Text 12"/>
          <p:cNvSpPr txBox="1"/>
          <p:nvPr/>
        </p:nvSpPr>
        <p:spPr>
          <a:xfrm>
            <a:off x="822960" y="4264152"/>
            <a:ext cx="2468880" cy="640080"/>
          </a:xfrm>
          <a:prstGeom prst="rect">
            <a:avLst/>
          </a:prstGeom>
          <a:noFill/>
          <a:ln/>
        </p:spPr>
        <p:txBody>
          <a:bodyPr wrap="square" lIns="0" tIns="0" rIns="0" bIns="0" rtlCol="0" anchor="ctr"/>
          <a:lstStyle/>
          <a:p>
            <a:pPr algn="ctr" indent="0" marL="0">
              <a:buNone/>
            </a:pPr>
            <a:r>
              <a:rPr lang="en-US" sz="2400" b="1" i="1" dirty="0">
                <a:solidFill>
                  <a:schemeClr val="accent1"/>
                </a:solidFill>
              </a:rPr>
              <a:t>weg</a:t>
            </a:r>
            <a:r>
              <a:rPr lang="en-US" sz="2400" b="1" i="1" dirty="0">
                <a:solidFill>
                  <a:schemeClr val="tx1"/>
                </a:solidFill>
              </a:rPr>
              <a:t>·gaan</a:t>
            </a:r>
            <a:endParaRPr lang="en-US" sz="2400" dirty="0"/>
          </a:p>
        </p:txBody>
      </p:sp>
      <p:sp>
        <p:nvSpPr>
          <p:cNvPr id="18" name="Text 13"/>
          <p:cNvSpPr txBox="1"/>
          <p:nvPr/>
        </p:nvSpPr>
        <p:spPr>
          <a:xfrm>
            <a:off x="3383280" y="4264152"/>
            <a:ext cx="2468880" cy="640080"/>
          </a:xfrm>
          <a:prstGeom prst="rect">
            <a:avLst/>
          </a:prstGeom>
          <a:noFill/>
          <a:ln/>
        </p:spPr>
        <p:txBody>
          <a:bodyPr wrap="square" lIns="0" tIns="0" rIns="0" bIns="0" rtlCol="0" anchor="ctr"/>
          <a:lstStyle/>
          <a:p>
            <a:pPr algn="ctr" indent="0" marL="0">
              <a:buNone/>
            </a:pPr>
            <a:r>
              <a:rPr lang="en-US" sz="2400" b="1" i="1" dirty="0">
                <a:solidFill>
                  <a:schemeClr val="accent1"/>
                </a:solidFill>
              </a:rPr>
              <a:t>af</a:t>
            </a:r>
            <a:r>
              <a:rPr lang="en-US" sz="2400" b="1" i="1" dirty="0">
                <a:solidFill>
                  <a:schemeClr val="tx1"/>
                </a:solidFill>
              </a:rPr>
              <a:t>·spreken</a:t>
            </a:r>
            <a:endParaRPr lang="en-US" sz="2400" dirty="0"/>
          </a:p>
        </p:txBody>
      </p:sp>
      <p:sp>
        <p:nvSpPr>
          <p:cNvPr id="19" name="Shape 14"/>
          <p:cNvSpPr/>
          <p:nvPr/>
        </p:nvSpPr>
        <p:spPr>
          <a:xfrm>
            <a:off x="6172200" y="2023872"/>
            <a:ext cx="5468112" cy="4267200"/>
          </a:xfrm>
          <a:prstGeom prst="roundRect">
            <a:avLst>
              <a:gd name="adj" fmla="val 1714"/>
            </a:avLst>
          </a:prstGeom>
          <a:solidFill>
            <a:schemeClr val="tx2">
              <a:alpha val="10000"/>
            </a:schemeClr>
          </a:solidFill>
          <a:ln w="25400">
            <a:solidFill>
              <a:srgbClr val="17375E"/>
            </a:solidFill>
            <a:prstDash val="solid"/>
          </a:ln>
        </p:spPr>
      </p:sp>
      <p:sp>
        <p:nvSpPr>
          <p:cNvPr id="20" name="Shape 15"/>
          <p:cNvSpPr/>
          <p:nvPr/>
        </p:nvSpPr>
        <p:spPr>
          <a:xfrm>
            <a:off x="6172200" y="2023872"/>
            <a:ext cx="5468112" cy="548640"/>
          </a:xfrm>
          <a:prstGeom prst="roundRect">
            <a:avLst>
              <a:gd name="adj" fmla="val 13333"/>
            </a:avLst>
          </a:prstGeom>
          <a:solidFill>
            <a:schemeClr val="tx2"/>
          </a:solidFill>
          <a:ln w="12700">
            <a:solidFill>
              <a:srgbClr val="FFFFFF">
                <a:alpha val="0"/>
              </a:srgbClr>
            </a:solidFill>
            <a:prstDash val="solid"/>
          </a:ln>
        </p:spPr>
      </p:sp>
      <p:pic>
        <p:nvPicPr>
          <p:cNvPr id="21" name="Image 2" descr="Lock">    </p:cNvPr>
          <p:cNvPicPr>
            <a:picLocks noChangeAspect="1"/>
          </p:cNvPicPr>
          <p:nvPr/>
        </p:nvPicPr>
        <p:blipFill>
          <a:blip r:embed="rId3"/>
          <a:stretch>
            <a:fillRect/>
          </a:stretch>
        </p:blipFill>
        <p:spPr>
          <a:xfrm>
            <a:off x="6355080" y="2133600"/>
            <a:ext cx="329184" cy="329184"/>
          </a:xfrm>
          <a:prstGeom prst="rect">
            <a:avLst/>
          </a:prstGeom>
        </p:spPr>
      </p:pic>
      <p:sp>
        <p:nvSpPr>
          <p:cNvPr id="22" name="Text 16"/>
          <p:cNvSpPr txBox="1"/>
          <p:nvPr/>
        </p:nvSpPr>
        <p:spPr>
          <a:xfrm>
            <a:off x="6172200" y="2023872"/>
            <a:ext cx="5468112" cy="548640"/>
          </a:xfrm>
          <a:prstGeom prst="rect">
            <a:avLst/>
          </a:prstGeom>
          <a:noFill/>
          <a:ln/>
        </p:spPr>
        <p:txBody>
          <a:bodyPr wrap="square" lIns="0" tIns="0" rIns="0" bIns="0" rtlCol="0" anchor="ctr"/>
          <a:lstStyle/>
          <a:p>
            <a:pPr algn="ctr" indent="0" marL="0">
              <a:buNone/>
            </a:pPr>
            <a:r>
              <a:rPr lang="en-US" sz="2000" b="1" spc="200" kern="0" dirty="0">
                <a:solidFill>
                  <a:schemeClr val="bg1"/>
                </a:solidFill>
              </a:rPr>
              <a:t>INSÉPARABLE</a:t>
            </a:r>
            <a:endParaRPr lang="en-US" sz="2000" dirty="0"/>
          </a:p>
        </p:txBody>
      </p:sp>
      <p:sp>
        <p:nvSpPr>
          <p:cNvPr id="23" name="Text 17"/>
          <p:cNvSpPr txBox="1"/>
          <p:nvPr/>
        </p:nvSpPr>
        <p:spPr>
          <a:xfrm>
            <a:off x="6446520" y="2801112"/>
            <a:ext cx="2468880" cy="640080"/>
          </a:xfrm>
          <a:prstGeom prst="rect">
            <a:avLst/>
          </a:prstGeom>
          <a:noFill/>
          <a:ln/>
        </p:spPr>
        <p:txBody>
          <a:bodyPr wrap="square" lIns="0" tIns="0" rIns="0" bIns="0" rtlCol="0" anchor="ctr"/>
          <a:lstStyle/>
          <a:p>
            <a:pPr algn="ctr" indent="0" marL="0">
              <a:buNone/>
            </a:pPr>
            <a:r>
              <a:rPr lang="en-US" sz="2400" b="1" i="1" dirty="0">
                <a:solidFill>
                  <a:schemeClr val="tx1"/>
                </a:solidFill>
              </a:rPr>
              <a:t>vergeten</a:t>
            </a:r>
            <a:endParaRPr lang="en-US" sz="2400" dirty="0"/>
          </a:p>
        </p:txBody>
      </p:sp>
      <p:sp>
        <p:nvSpPr>
          <p:cNvPr id="24" name="Text 18"/>
          <p:cNvSpPr txBox="1"/>
          <p:nvPr/>
        </p:nvSpPr>
        <p:spPr>
          <a:xfrm>
            <a:off x="9006840" y="2801112"/>
            <a:ext cx="2468880" cy="640080"/>
          </a:xfrm>
          <a:prstGeom prst="rect">
            <a:avLst/>
          </a:prstGeom>
          <a:noFill/>
          <a:ln/>
        </p:spPr>
        <p:txBody>
          <a:bodyPr wrap="square" lIns="0" tIns="0" rIns="0" bIns="0" rtlCol="0" anchor="ctr"/>
          <a:lstStyle/>
          <a:p>
            <a:pPr algn="ctr" indent="0" marL="0">
              <a:buNone/>
            </a:pPr>
            <a:r>
              <a:rPr lang="en-US" sz="2400" b="1" i="1" dirty="0">
                <a:solidFill>
                  <a:schemeClr val="tx1"/>
                </a:solidFill>
              </a:rPr>
              <a:t>betalen</a:t>
            </a:r>
            <a:endParaRPr lang="en-US" sz="2400" dirty="0"/>
          </a:p>
        </p:txBody>
      </p:sp>
      <p:sp>
        <p:nvSpPr>
          <p:cNvPr id="25" name="Text 19"/>
          <p:cNvSpPr txBox="1"/>
          <p:nvPr/>
        </p:nvSpPr>
        <p:spPr>
          <a:xfrm>
            <a:off x="6446520" y="3532632"/>
            <a:ext cx="2468880" cy="640080"/>
          </a:xfrm>
          <a:prstGeom prst="rect">
            <a:avLst/>
          </a:prstGeom>
          <a:noFill/>
          <a:ln/>
        </p:spPr>
        <p:txBody>
          <a:bodyPr wrap="square" lIns="0" tIns="0" rIns="0" bIns="0" rtlCol="0" anchor="ctr"/>
          <a:lstStyle/>
          <a:p>
            <a:pPr algn="ctr" indent="0" marL="0">
              <a:buNone/>
            </a:pPr>
            <a:r>
              <a:rPr lang="en-US" sz="2400" b="1" i="1" dirty="0">
                <a:solidFill>
                  <a:schemeClr val="tx1"/>
                </a:solidFill>
              </a:rPr>
              <a:t>ontmoeten</a:t>
            </a:r>
            <a:endParaRPr lang="en-US" sz="2400" dirty="0"/>
          </a:p>
        </p:txBody>
      </p:sp>
      <p:sp>
        <p:nvSpPr>
          <p:cNvPr id="26" name="Text 20"/>
          <p:cNvSpPr txBox="1"/>
          <p:nvPr/>
        </p:nvSpPr>
        <p:spPr>
          <a:xfrm>
            <a:off x="9006840" y="3532632"/>
            <a:ext cx="2468880" cy="640080"/>
          </a:xfrm>
          <a:prstGeom prst="rect">
            <a:avLst/>
          </a:prstGeom>
          <a:noFill/>
          <a:ln/>
        </p:spPr>
        <p:txBody>
          <a:bodyPr wrap="square" lIns="0" tIns="0" rIns="0" bIns="0" rtlCol="0" anchor="ctr"/>
          <a:lstStyle/>
          <a:p>
            <a:pPr algn="ctr" indent="0" marL="0">
              <a:buNone/>
            </a:pPr>
            <a:r>
              <a:rPr lang="en-US" sz="2400" b="1" i="1" dirty="0">
                <a:solidFill>
                  <a:schemeClr val="tx1"/>
                </a:solidFill>
              </a:rPr>
              <a:t>vertellen</a:t>
            </a:r>
            <a:endParaRPr lang="en-US" sz="2400" dirty="0"/>
          </a:p>
        </p:txBody>
      </p:sp>
      <p:sp>
        <p:nvSpPr>
          <p:cNvPr id="27" name="Text 21"/>
          <p:cNvSpPr txBox="1"/>
          <p:nvPr/>
        </p:nvSpPr>
        <p:spPr>
          <a:xfrm>
            <a:off x="6446520" y="4264152"/>
            <a:ext cx="2468880" cy="640080"/>
          </a:xfrm>
          <a:prstGeom prst="rect">
            <a:avLst/>
          </a:prstGeom>
          <a:noFill/>
          <a:ln/>
        </p:spPr>
        <p:txBody>
          <a:bodyPr wrap="square" lIns="0" tIns="0" rIns="0" bIns="0" rtlCol="0" anchor="ctr"/>
          <a:lstStyle/>
          <a:p>
            <a:pPr algn="ctr" indent="0" marL="0">
              <a:buNone/>
            </a:pPr>
            <a:r>
              <a:rPr lang="en-US" sz="2400" b="1" i="1" dirty="0">
                <a:solidFill>
                  <a:schemeClr val="tx1"/>
                </a:solidFill>
              </a:rPr>
              <a:t>beginnen</a:t>
            </a:r>
            <a:endParaRPr lang="en-US" sz="2400" dirty="0"/>
          </a:p>
        </p:txBody>
      </p:sp>
      <p:sp>
        <p:nvSpPr>
          <p:cNvPr id="28" name="Text 22"/>
          <p:cNvSpPr txBox="1"/>
          <p:nvPr/>
        </p:nvSpPr>
        <p:spPr>
          <a:xfrm>
            <a:off x="9006840" y="4264152"/>
            <a:ext cx="2468880" cy="640080"/>
          </a:xfrm>
          <a:prstGeom prst="rect">
            <a:avLst/>
          </a:prstGeom>
          <a:noFill/>
          <a:ln/>
        </p:spPr>
        <p:txBody>
          <a:bodyPr wrap="square" lIns="0" tIns="0" rIns="0" bIns="0" rtlCol="0" anchor="ctr"/>
          <a:lstStyle/>
          <a:p>
            <a:pPr algn="ctr" indent="0" marL="0">
              <a:buNone/>
            </a:pPr>
            <a:r>
              <a:rPr lang="en-US" sz="2400" b="1" i="1" dirty="0">
                <a:solidFill>
                  <a:schemeClr val="tx1"/>
                </a:solidFill>
              </a:rPr>
              <a:t>herhalen</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Conjuguez</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Conjuguez au présent. Attention à la place de la particule !</a:t>
            </a:r>
            <a:endParaRPr lang="en-US" sz="1700" dirty="0"/>
          </a:p>
        </p:txBody>
      </p:sp>
      <p:sp>
        <p:nvSpPr>
          <p:cNvPr id="8" name="Text 4"/>
          <p:cNvSpPr txBox="1"/>
          <p:nvPr/>
        </p:nvSpPr>
        <p:spPr>
          <a:xfrm>
            <a:off x="548640" y="2023872"/>
            <a:ext cx="5340096" cy="4267200"/>
          </a:xfrm>
          <a:prstGeom prst="rect">
            <a:avLst/>
          </a:prstGeom>
          <a:noFill/>
          <a:ln/>
        </p:spPr>
        <p:txBody>
          <a:bodyPr wrap="square" lIns="0" tIns="0" rIns="0" bIns="0" rtlCol="0" anchor="t"/>
          <a:lstStyle/>
          <a:p>
            <a:pPr indent="0" marL="0">
              <a:spcAft>
                <a:spcPts val="1400"/>
              </a:spcAft>
              <a:buNone/>
            </a:pPr>
            <a:r>
              <a:rPr lang="en-US" sz="2000" b="1" dirty="0">
                <a:solidFill>
                  <a:schemeClr val="tx2"/>
                </a:solidFill>
              </a:rPr>
              <a:t>1  </a:t>
            </a:r>
            <a:r>
              <a:rPr lang="en-US" sz="2000" dirty="0">
                <a:solidFill>
                  <a:schemeClr val="tx1"/>
                </a:solidFill>
              </a:rPr>
              <a:t>Ik </a:t>
            </a:r>
            <a:r>
              <a:rPr lang="en-US" sz="2000" dirty="0">
                <a:solidFill>
                  <a:schemeClr val="accent5"/>
                </a:solidFill>
              </a:rPr>
              <a:t>…………</a:t>
            </a:r>
            <a:r>
              <a:rPr lang="en-US" sz="2000" dirty="0">
                <a:solidFill>
                  <a:schemeClr val="tx1"/>
                </a:solidFill>
              </a:rPr>
              <a:t> om 7 uur </a:t>
            </a:r>
            <a:r>
              <a:rPr lang="en-US" sz="2000" dirty="0">
                <a:solidFill>
                  <a:schemeClr val="accent5"/>
                </a:solidFill>
              </a:rPr>
              <a:t>…………</a:t>
            </a:r>
            <a:r>
              <a:rPr lang="en-US" sz="2000" dirty="0">
                <a:solidFill>
                  <a:schemeClr val="tx1"/>
                </a:solidFill>
              </a:rPr>
              <a:t>. </a:t>
            </a:r>
            <a:r>
              <a:rPr lang="en-US" sz="2000" i="1" dirty="0">
                <a:solidFill>
                  <a:schemeClr val="tx1"/>
                </a:solidFill>
              </a:rPr>
              <a:t>(opstaan)</a:t>
            </a:r>
            <a:endParaRPr lang="en-US" sz="2000" dirty="0"/>
          </a:p>
          <a:p>
            <a:pPr indent="0" marL="0">
              <a:spcAft>
                <a:spcPts val="1400"/>
              </a:spcAft>
              <a:buNone/>
            </a:pPr>
            <a:r>
              <a:rPr lang="en-US" sz="2000" b="1" dirty="0">
                <a:solidFill>
                  <a:schemeClr val="tx2"/>
                </a:solidFill>
              </a:rPr>
              <a:t>2  </a:t>
            </a:r>
            <a:r>
              <a:rPr lang="en-US" sz="2000" dirty="0">
                <a:solidFill>
                  <a:schemeClr val="tx1"/>
                </a:solidFill>
              </a:rPr>
              <a:t>Sofie </a:t>
            </a:r>
            <a:r>
              <a:rPr lang="en-US" sz="2000" dirty="0">
                <a:solidFill>
                  <a:schemeClr val="accent5"/>
                </a:solidFill>
              </a:rPr>
              <a:t>…………</a:t>
            </a:r>
            <a:r>
              <a:rPr lang="en-US" sz="2000" dirty="0">
                <a:solidFill>
                  <a:schemeClr val="tx1"/>
                </a:solidFill>
              </a:rPr>
              <a:t> haar laptop </a:t>
            </a:r>
            <a:r>
              <a:rPr lang="en-US" sz="2000" dirty="0">
                <a:solidFill>
                  <a:schemeClr val="accent5"/>
                </a:solidFill>
              </a:rPr>
              <a:t>…………</a:t>
            </a:r>
            <a:r>
              <a:rPr lang="en-US" sz="2000" dirty="0">
                <a:solidFill>
                  <a:schemeClr val="tx1"/>
                </a:solidFill>
              </a:rPr>
              <a:t>. </a:t>
            </a:r>
            <a:r>
              <a:rPr lang="en-US" sz="2000" i="1" dirty="0">
                <a:solidFill>
                  <a:schemeClr val="tx1"/>
                </a:solidFill>
              </a:rPr>
              <a:t>(meenemen)</a:t>
            </a:r>
            <a:endParaRPr lang="en-US" sz="2000" dirty="0"/>
          </a:p>
          <a:p>
            <a:pPr indent="0" marL="0">
              <a:spcAft>
                <a:spcPts val="1400"/>
              </a:spcAft>
              <a:buNone/>
            </a:pPr>
            <a:r>
              <a:rPr lang="en-US" sz="2000" b="1" dirty="0">
                <a:solidFill>
                  <a:schemeClr val="tx2"/>
                </a:solidFill>
              </a:rPr>
              <a:t>3  </a:t>
            </a:r>
            <a:r>
              <a:rPr lang="en-US" sz="2000" dirty="0">
                <a:solidFill>
                  <a:schemeClr val="tx1"/>
                </a:solidFill>
              </a:rPr>
              <a:t>We </a:t>
            </a:r>
            <a:r>
              <a:rPr lang="en-US" sz="2000" dirty="0">
                <a:solidFill>
                  <a:schemeClr val="accent5"/>
                </a:solidFill>
              </a:rPr>
              <a:t>…………</a:t>
            </a:r>
            <a:r>
              <a:rPr lang="en-US" sz="2000" dirty="0">
                <a:solidFill>
                  <a:schemeClr val="tx1"/>
                </a:solidFill>
              </a:rPr>
              <a:t> om 9 uur </a:t>
            </a:r>
            <a:r>
              <a:rPr lang="en-US" sz="2000" dirty="0">
                <a:solidFill>
                  <a:schemeClr val="accent5"/>
                </a:solidFill>
              </a:rPr>
              <a:t>…………</a:t>
            </a:r>
            <a:r>
              <a:rPr lang="en-US" sz="2000" dirty="0">
                <a:solidFill>
                  <a:schemeClr val="tx1"/>
                </a:solidFill>
              </a:rPr>
              <a:t>. </a:t>
            </a:r>
            <a:r>
              <a:rPr lang="en-US" sz="2000" i="1" dirty="0">
                <a:solidFill>
                  <a:schemeClr val="tx1"/>
                </a:solidFill>
              </a:rPr>
              <a:t>(inloggen)</a:t>
            </a:r>
            <a:endParaRPr lang="en-US" sz="2000" dirty="0"/>
          </a:p>
          <a:p>
            <a:pPr indent="0" marL="0">
              <a:spcAft>
                <a:spcPts val="1400"/>
              </a:spcAft>
              <a:buNone/>
            </a:pPr>
            <a:r>
              <a:rPr lang="en-US" sz="2000" b="1" dirty="0">
                <a:solidFill>
                  <a:schemeClr val="tx2"/>
                </a:solidFill>
              </a:rPr>
              <a:t>4  </a:t>
            </a:r>
            <a:r>
              <a:rPr lang="en-US" sz="2000" dirty="0">
                <a:solidFill>
                  <a:schemeClr val="tx1"/>
                </a:solidFill>
              </a:rPr>
              <a:t>Karim </a:t>
            </a:r>
            <a:r>
              <a:rPr lang="en-US" sz="2000" dirty="0">
                <a:solidFill>
                  <a:schemeClr val="accent5"/>
                </a:solidFill>
              </a:rPr>
              <a:t>…………</a:t>
            </a:r>
            <a:r>
              <a:rPr lang="en-US" sz="2000" dirty="0">
                <a:solidFill>
                  <a:schemeClr val="tx1"/>
                </a:solidFill>
              </a:rPr>
              <a:t> de klant </a:t>
            </a:r>
            <a:r>
              <a:rPr lang="en-US" sz="2000" dirty="0">
                <a:solidFill>
                  <a:schemeClr val="accent5"/>
                </a:solidFill>
              </a:rPr>
              <a:t>…………</a:t>
            </a:r>
            <a:r>
              <a:rPr lang="en-US" sz="2000" dirty="0">
                <a:solidFill>
                  <a:schemeClr val="tx1"/>
                </a:solidFill>
              </a:rPr>
              <a:t>. </a:t>
            </a:r>
            <a:r>
              <a:rPr lang="en-US" sz="2000" i="1" dirty="0">
                <a:solidFill>
                  <a:schemeClr val="tx1"/>
                </a:solidFill>
              </a:rPr>
              <a:t>(opbellen)</a:t>
            </a:r>
            <a:endParaRPr lang="en-US" sz="2000" dirty="0"/>
          </a:p>
        </p:txBody>
      </p:sp>
      <p:sp>
        <p:nvSpPr>
          <p:cNvPr id="9" name="Text 5"/>
          <p:cNvSpPr txBox="1"/>
          <p:nvPr/>
        </p:nvSpPr>
        <p:spPr>
          <a:xfrm>
            <a:off x="6300216" y="2023872"/>
            <a:ext cx="5340096" cy="4267200"/>
          </a:xfrm>
          <a:prstGeom prst="rect">
            <a:avLst/>
          </a:prstGeom>
          <a:noFill/>
          <a:ln/>
        </p:spPr>
        <p:txBody>
          <a:bodyPr wrap="square" lIns="0" tIns="0" rIns="0" bIns="0" rtlCol="0" anchor="t"/>
          <a:lstStyle/>
          <a:p>
            <a:pPr indent="0" marL="0">
              <a:spcAft>
                <a:spcPts val="1400"/>
              </a:spcAft>
              <a:buNone/>
            </a:pPr>
            <a:r>
              <a:rPr lang="en-US" sz="2000" b="1" dirty="0">
                <a:solidFill>
                  <a:schemeClr val="tx2"/>
                </a:solidFill>
              </a:rPr>
              <a:t>5  </a:t>
            </a:r>
            <a:r>
              <a:rPr lang="en-US" sz="2000" dirty="0">
                <a:solidFill>
                  <a:schemeClr val="tx1"/>
                </a:solidFill>
              </a:rPr>
              <a:t>Jullie </a:t>
            </a:r>
            <a:r>
              <a:rPr lang="en-US" sz="2000" dirty="0">
                <a:solidFill>
                  <a:schemeClr val="accent5"/>
                </a:solidFill>
              </a:rPr>
              <a:t>…………</a:t>
            </a:r>
            <a:r>
              <a:rPr lang="en-US" sz="2000" dirty="0">
                <a:solidFill>
                  <a:schemeClr val="tx1"/>
                </a:solidFill>
              </a:rPr>
              <a:t> morgen </a:t>
            </a:r>
            <a:r>
              <a:rPr lang="en-US" sz="2000" dirty="0">
                <a:solidFill>
                  <a:schemeClr val="accent5"/>
                </a:solidFill>
              </a:rPr>
              <a:t>…………</a:t>
            </a:r>
            <a:r>
              <a:rPr lang="en-US" sz="2000" dirty="0">
                <a:solidFill>
                  <a:schemeClr val="tx1"/>
                </a:solidFill>
              </a:rPr>
              <a:t>. </a:t>
            </a:r>
            <a:r>
              <a:rPr lang="en-US" sz="2000" i="1" dirty="0">
                <a:solidFill>
                  <a:schemeClr val="tx1"/>
                </a:solidFill>
              </a:rPr>
              <a:t>(terugkomen)</a:t>
            </a:r>
            <a:endParaRPr lang="en-US" sz="2000" dirty="0"/>
          </a:p>
          <a:p>
            <a:pPr indent="0" marL="0">
              <a:spcAft>
                <a:spcPts val="1400"/>
              </a:spcAft>
              <a:buNone/>
            </a:pPr>
            <a:r>
              <a:rPr lang="en-US" sz="2000" b="1" dirty="0">
                <a:solidFill>
                  <a:schemeClr val="tx2"/>
                </a:solidFill>
              </a:rPr>
              <a:t>6  </a:t>
            </a:r>
            <a:r>
              <a:rPr lang="en-US" sz="2000" dirty="0">
                <a:solidFill>
                  <a:schemeClr val="tx1"/>
                </a:solidFill>
              </a:rPr>
              <a:t>Hoe laat </a:t>
            </a:r>
            <a:r>
              <a:rPr lang="en-US" sz="2000" dirty="0">
                <a:solidFill>
                  <a:schemeClr val="accent5"/>
                </a:solidFill>
              </a:rPr>
              <a:t>…………</a:t>
            </a:r>
            <a:r>
              <a:rPr lang="en-US" sz="2000" dirty="0">
                <a:solidFill>
                  <a:schemeClr val="tx1"/>
                </a:solidFill>
              </a:rPr>
              <a:t> je </a:t>
            </a:r>
            <a:r>
              <a:rPr lang="en-US" sz="2000" dirty="0">
                <a:solidFill>
                  <a:schemeClr val="accent5"/>
                </a:solidFill>
              </a:rPr>
              <a:t>…………</a:t>
            </a:r>
            <a:r>
              <a:rPr lang="en-US" sz="2000" dirty="0">
                <a:solidFill>
                  <a:schemeClr val="tx1"/>
                </a:solidFill>
              </a:rPr>
              <a:t>? </a:t>
            </a:r>
            <a:r>
              <a:rPr lang="en-US" sz="2000" i="1" dirty="0">
                <a:solidFill>
                  <a:schemeClr val="tx1"/>
                </a:solidFill>
              </a:rPr>
              <a:t>(weggaan)</a:t>
            </a:r>
            <a:endParaRPr lang="en-US" sz="2000" dirty="0"/>
          </a:p>
          <a:p>
            <a:pPr indent="0" marL="0">
              <a:spcAft>
                <a:spcPts val="1400"/>
              </a:spcAft>
              <a:buNone/>
            </a:pPr>
            <a:r>
              <a:rPr lang="en-US" sz="2000" b="1" dirty="0">
                <a:solidFill>
                  <a:schemeClr val="tx2"/>
                </a:solidFill>
              </a:rPr>
              <a:t>7  </a:t>
            </a:r>
            <a:r>
              <a:rPr lang="en-US" sz="2000" dirty="0">
                <a:solidFill>
                  <a:schemeClr val="tx1"/>
                </a:solidFill>
              </a:rPr>
              <a:t>Ik </a:t>
            </a:r>
            <a:r>
              <a:rPr lang="en-US" sz="2000" dirty="0">
                <a:solidFill>
                  <a:schemeClr val="accent5"/>
                </a:solidFill>
              </a:rPr>
              <a:t>…………</a:t>
            </a:r>
            <a:r>
              <a:rPr lang="en-US" sz="2000" dirty="0">
                <a:solidFill>
                  <a:schemeClr val="tx1"/>
                </a:solidFill>
              </a:rPr>
              <a:t> mijn badge. </a:t>
            </a:r>
            <a:r>
              <a:rPr lang="en-US" sz="2000" i="1" dirty="0">
                <a:solidFill>
                  <a:schemeClr val="tx1"/>
                </a:solidFill>
              </a:rPr>
              <a:t>(vergeten)</a:t>
            </a:r>
            <a:endParaRPr lang="en-US" sz="2000" dirty="0"/>
          </a:p>
          <a:p>
            <a:pPr indent="0" marL="0">
              <a:spcAft>
                <a:spcPts val="1400"/>
              </a:spcAft>
              <a:buNone/>
            </a:pPr>
            <a:r>
              <a:rPr lang="en-US" sz="2000" b="1" dirty="0">
                <a:solidFill>
                  <a:schemeClr val="tx2"/>
                </a:solidFill>
              </a:rPr>
              <a:t>8  </a:t>
            </a:r>
            <a:r>
              <a:rPr lang="en-US" sz="2000" dirty="0">
                <a:solidFill>
                  <a:schemeClr val="accent5"/>
                </a:solidFill>
              </a:rPr>
              <a:t>…………</a:t>
            </a:r>
            <a:r>
              <a:rPr lang="en-US" sz="2000" dirty="0">
                <a:solidFill>
                  <a:schemeClr val="tx1"/>
                </a:solidFill>
              </a:rPr>
              <a:t> de deur </a:t>
            </a:r>
            <a:r>
              <a:rPr lang="en-US" sz="2000" dirty="0">
                <a:solidFill>
                  <a:schemeClr val="accent5"/>
                </a:solidFill>
              </a:rPr>
              <a:t>…………</a:t>
            </a:r>
            <a:r>
              <a:rPr lang="en-US" sz="2000" dirty="0">
                <a:solidFill>
                  <a:schemeClr val="tx1"/>
                </a:solidFill>
              </a:rPr>
              <a:t>, alstublieft! </a:t>
            </a:r>
            <a:r>
              <a:rPr lang="en-US" sz="2000" i="1" dirty="0">
                <a:solidFill>
                  <a:schemeClr val="tx1"/>
                </a:solidFill>
              </a:rPr>
              <a:t>(dichtdoen)</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Conjuguez</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Conjuguez au présent. Attention à la place de la particule !</a:t>
            </a:r>
            <a:endParaRPr lang="en-US" sz="1700" dirty="0"/>
          </a:p>
        </p:txBody>
      </p:sp>
      <p:sp>
        <p:nvSpPr>
          <p:cNvPr id="9" name="Text 5"/>
          <p:cNvSpPr txBox="1"/>
          <p:nvPr/>
        </p:nvSpPr>
        <p:spPr>
          <a:xfrm>
            <a:off x="548640" y="2023872"/>
            <a:ext cx="5340096" cy="4267200"/>
          </a:xfrm>
          <a:prstGeom prst="rect">
            <a:avLst/>
          </a:prstGeom>
          <a:noFill/>
          <a:ln/>
        </p:spPr>
        <p:txBody>
          <a:bodyPr wrap="square" lIns="0" tIns="0" rIns="0" bIns="0" rtlCol="0" anchor="t"/>
          <a:lstStyle/>
          <a:p>
            <a:pPr indent="0" marL="0">
              <a:spcAft>
                <a:spcPts val="1400"/>
              </a:spcAft>
              <a:buNone/>
            </a:pPr>
            <a:r>
              <a:rPr lang="en-US" sz="2000" b="1" dirty="0">
                <a:solidFill>
                  <a:schemeClr val="tx2"/>
                </a:solidFill>
              </a:rPr>
              <a:t>1  </a:t>
            </a:r>
            <a:r>
              <a:rPr lang="en-US" sz="2000" dirty="0">
                <a:solidFill>
                  <a:schemeClr val="tx1"/>
                </a:solidFill>
              </a:rPr>
              <a:t>Ik </a:t>
            </a:r>
            <a:r>
              <a:rPr lang="en-US" sz="2000" b="1" dirty="0">
                <a:solidFill>
                  <a:schemeClr val="accent3"/>
                </a:solidFill>
              </a:rPr>
              <a:t>sta</a:t>
            </a:r>
            <a:r>
              <a:rPr lang="en-US" sz="2000" dirty="0">
                <a:solidFill>
                  <a:schemeClr val="tx1"/>
                </a:solidFill>
              </a:rPr>
              <a:t> om 7 uur </a:t>
            </a:r>
            <a:r>
              <a:rPr lang="en-US" sz="2000" b="1" dirty="0">
                <a:solidFill>
                  <a:schemeClr val="accent3"/>
                </a:solidFill>
              </a:rPr>
              <a:t>op</a:t>
            </a:r>
            <a:r>
              <a:rPr lang="en-US" sz="2000" dirty="0">
                <a:solidFill>
                  <a:schemeClr val="tx1"/>
                </a:solidFill>
              </a:rPr>
              <a:t>. </a:t>
            </a:r>
            <a:r>
              <a:rPr lang="en-US" sz="2000" i="1" dirty="0">
                <a:solidFill>
                  <a:schemeClr val="tx1"/>
                </a:solidFill>
              </a:rPr>
              <a:t>(opstaan)</a:t>
            </a:r>
            <a:endParaRPr lang="en-US" sz="2000" dirty="0"/>
          </a:p>
          <a:p>
            <a:pPr indent="0" marL="0">
              <a:spcAft>
                <a:spcPts val="1400"/>
              </a:spcAft>
              <a:buNone/>
            </a:pPr>
            <a:r>
              <a:rPr lang="en-US" sz="2000" b="1" dirty="0">
                <a:solidFill>
                  <a:schemeClr val="tx2"/>
                </a:solidFill>
              </a:rPr>
              <a:t>2  </a:t>
            </a:r>
            <a:r>
              <a:rPr lang="en-US" sz="2000" dirty="0">
                <a:solidFill>
                  <a:schemeClr val="tx1"/>
                </a:solidFill>
              </a:rPr>
              <a:t>Sofie </a:t>
            </a:r>
            <a:r>
              <a:rPr lang="en-US" sz="2000" b="1" dirty="0">
                <a:solidFill>
                  <a:schemeClr val="accent3"/>
                </a:solidFill>
              </a:rPr>
              <a:t>neemt</a:t>
            </a:r>
            <a:r>
              <a:rPr lang="en-US" sz="2000" dirty="0">
                <a:solidFill>
                  <a:schemeClr val="tx1"/>
                </a:solidFill>
              </a:rPr>
              <a:t> haar laptop </a:t>
            </a:r>
            <a:r>
              <a:rPr lang="en-US" sz="2000" b="1" dirty="0">
                <a:solidFill>
                  <a:schemeClr val="accent3"/>
                </a:solidFill>
              </a:rPr>
              <a:t>mee</a:t>
            </a:r>
            <a:r>
              <a:rPr lang="en-US" sz="2000" dirty="0">
                <a:solidFill>
                  <a:schemeClr val="tx1"/>
                </a:solidFill>
              </a:rPr>
              <a:t>. </a:t>
            </a:r>
            <a:r>
              <a:rPr lang="en-US" sz="2000" i="1" dirty="0">
                <a:solidFill>
                  <a:schemeClr val="tx1"/>
                </a:solidFill>
              </a:rPr>
              <a:t>(meenemen)</a:t>
            </a:r>
            <a:endParaRPr lang="en-US" sz="2000" dirty="0"/>
          </a:p>
          <a:p>
            <a:pPr indent="0" marL="0">
              <a:spcAft>
                <a:spcPts val="1400"/>
              </a:spcAft>
              <a:buNone/>
            </a:pPr>
            <a:r>
              <a:rPr lang="en-US" sz="2000" b="1" dirty="0">
                <a:solidFill>
                  <a:schemeClr val="tx2"/>
                </a:solidFill>
              </a:rPr>
              <a:t>3  </a:t>
            </a:r>
            <a:r>
              <a:rPr lang="en-US" sz="2000" dirty="0">
                <a:solidFill>
                  <a:schemeClr val="tx1"/>
                </a:solidFill>
              </a:rPr>
              <a:t>We </a:t>
            </a:r>
            <a:r>
              <a:rPr lang="en-US" sz="2000" b="1" dirty="0">
                <a:solidFill>
                  <a:schemeClr val="accent3"/>
                </a:solidFill>
              </a:rPr>
              <a:t>loggen</a:t>
            </a:r>
            <a:r>
              <a:rPr lang="en-US" sz="2000" dirty="0">
                <a:solidFill>
                  <a:schemeClr val="tx1"/>
                </a:solidFill>
              </a:rPr>
              <a:t> om 9 uur </a:t>
            </a:r>
            <a:r>
              <a:rPr lang="en-US" sz="2000" b="1" dirty="0">
                <a:solidFill>
                  <a:schemeClr val="accent3"/>
                </a:solidFill>
              </a:rPr>
              <a:t>in</a:t>
            </a:r>
            <a:r>
              <a:rPr lang="en-US" sz="2000" dirty="0">
                <a:solidFill>
                  <a:schemeClr val="tx1"/>
                </a:solidFill>
              </a:rPr>
              <a:t>. </a:t>
            </a:r>
            <a:r>
              <a:rPr lang="en-US" sz="2000" i="1" dirty="0">
                <a:solidFill>
                  <a:schemeClr val="tx1"/>
                </a:solidFill>
              </a:rPr>
              <a:t>(inloggen)</a:t>
            </a:r>
            <a:endParaRPr lang="en-US" sz="2000" dirty="0"/>
          </a:p>
          <a:p>
            <a:pPr indent="0" marL="0">
              <a:spcAft>
                <a:spcPts val="1400"/>
              </a:spcAft>
              <a:buNone/>
            </a:pPr>
            <a:r>
              <a:rPr lang="en-US" sz="2000" b="1" dirty="0">
                <a:solidFill>
                  <a:schemeClr val="tx2"/>
                </a:solidFill>
              </a:rPr>
              <a:t>4  </a:t>
            </a:r>
            <a:r>
              <a:rPr lang="en-US" sz="2000" dirty="0">
                <a:solidFill>
                  <a:schemeClr val="tx1"/>
                </a:solidFill>
              </a:rPr>
              <a:t>Karim </a:t>
            </a:r>
            <a:r>
              <a:rPr lang="en-US" sz="2000" b="1" dirty="0">
                <a:solidFill>
                  <a:schemeClr val="accent3"/>
                </a:solidFill>
              </a:rPr>
              <a:t>belt</a:t>
            </a:r>
            <a:r>
              <a:rPr lang="en-US" sz="2000" dirty="0">
                <a:solidFill>
                  <a:schemeClr val="tx1"/>
                </a:solidFill>
              </a:rPr>
              <a:t> de klant </a:t>
            </a:r>
            <a:r>
              <a:rPr lang="en-US" sz="2000" b="1" dirty="0">
                <a:solidFill>
                  <a:schemeClr val="accent3"/>
                </a:solidFill>
              </a:rPr>
              <a:t>op</a:t>
            </a:r>
            <a:r>
              <a:rPr lang="en-US" sz="2000" dirty="0">
                <a:solidFill>
                  <a:schemeClr val="tx1"/>
                </a:solidFill>
              </a:rPr>
              <a:t>. </a:t>
            </a:r>
            <a:r>
              <a:rPr lang="en-US" sz="2000" i="1" dirty="0">
                <a:solidFill>
                  <a:schemeClr val="tx1"/>
                </a:solidFill>
              </a:rPr>
              <a:t>(opbellen)</a:t>
            </a:r>
            <a:endParaRPr lang="en-US" sz="2000" dirty="0"/>
          </a:p>
        </p:txBody>
      </p:sp>
      <p:sp>
        <p:nvSpPr>
          <p:cNvPr id="10" name="Text 6"/>
          <p:cNvSpPr txBox="1"/>
          <p:nvPr/>
        </p:nvSpPr>
        <p:spPr>
          <a:xfrm>
            <a:off x="6300216" y="2023872"/>
            <a:ext cx="5340096" cy="4267200"/>
          </a:xfrm>
          <a:prstGeom prst="rect">
            <a:avLst/>
          </a:prstGeom>
          <a:noFill/>
          <a:ln/>
        </p:spPr>
        <p:txBody>
          <a:bodyPr wrap="square" lIns="0" tIns="0" rIns="0" bIns="0" rtlCol="0" anchor="t"/>
          <a:lstStyle/>
          <a:p>
            <a:pPr indent="0" marL="0">
              <a:spcAft>
                <a:spcPts val="1400"/>
              </a:spcAft>
              <a:buNone/>
            </a:pPr>
            <a:r>
              <a:rPr lang="en-US" sz="2000" b="1" dirty="0">
                <a:solidFill>
                  <a:schemeClr val="tx2"/>
                </a:solidFill>
              </a:rPr>
              <a:t>5  </a:t>
            </a:r>
            <a:r>
              <a:rPr lang="en-US" sz="2000" dirty="0">
                <a:solidFill>
                  <a:schemeClr val="tx1"/>
                </a:solidFill>
              </a:rPr>
              <a:t>Jullie </a:t>
            </a:r>
            <a:r>
              <a:rPr lang="en-US" sz="2000" b="1" dirty="0">
                <a:solidFill>
                  <a:schemeClr val="accent3"/>
                </a:solidFill>
              </a:rPr>
              <a:t>komen</a:t>
            </a:r>
            <a:r>
              <a:rPr lang="en-US" sz="2000" dirty="0">
                <a:solidFill>
                  <a:schemeClr val="tx1"/>
                </a:solidFill>
              </a:rPr>
              <a:t> morgen </a:t>
            </a:r>
            <a:r>
              <a:rPr lang="en-US" sz="2000" b="1" dirty="0">
                <a:solidFill>
                  <a:schemeClr val="accent3"/>
                </a:solidFill>
              </a:rPr>
              <a:t>terug</a:t>
            </a:r>
            <a:r>
              <a:rPr lang="en-US" sz="2000" dirty="0">
                <a:solidFill>
                  <a:schemeClr val="tx1"/>
                </a:solidFill>
              </a:rPr>
              <a:t>. </a:t>
            </a:r>
            <a:r>
              <a:rPr lang="en-US" sz="2000" i="1" dirty="0">
                <a:solidFill>
                  <a:schemeClr val="tx1"/>
                </a:solidFill>
              </a:rPr>
              <a:t>(terugkomen)</a:t>
            </a:r>
            <a:endParaRPr lang="en-US" sz="2000" dirty="0"/>
          </a:p>
          <a:p>
            <a:pPr indent="0" marL="0">
              <a:spcAft>
                <a:spcPts val="1400"/>
              </a:spcAft>
              <a:buNone/>
            </a:pPr>
            <a:r>
              <a:rPr lang="en-US" sz="2000" b="1" dirty="0">
                <a:solidFill>
                  <a:schemeClr val="tx2"/>
                </a:solidFill>
              </a:rPr>
              <a:t>6  </a:t>
            </a:r>
            <a:r>
              <a:rPr lang="en-US" sz="2000" dirty="0">
                <a:solidFill>
                  <a:schemeClr val="tx1"/>
                </a:solidFill>
              </a:rPr>
              <a:t>Hoe laat </a:t>
            </a:r>
            <a:r>
              <a:rPr lang="en-US" sz="2000" b="1" dirty="0">
                <a:solidFill>
                  <a:schemeClr val="accent3"/>
                </a:solidFill>
              </a:rPr>
              <a:t>ga</a:t>
            </a:r>
            <a:r>
              <a:rPr lang="en-US" sz="2000" dirty="0">
                <a:solidFill>
                  <a:schemeClr val="tx1"/>
                </a:solidFill>
              </a:rPr>
              <a:t> je </a:t>
            </a:r>
            <a:r>
              <a:rPr lang="en-US" sz="2000" b="1" dirty="0">
                <a:solidFill>
                  <a:schemeClr val="accent3"/>
                </a:solidFill>
              </a:rPr>
              <a:t>weg</a:t>
            </a:r>
            <a:r>
              <a:rPr lang="en-US" sz="2000" dirty="0">
                <a:solidFill>
                  <a:schemeClr val="tx1"/>
                </a:solidFill>
              </a:rPr>
              <a:t>? </a:t>
            </a:r>
            <a:r>
              <a:rPr lang="en-US" sz="2000" i="1" dirty="0">
                <a:solidFill>
                  <a:schemeClr val="tx1"/>
                </a:solidFill>
              </a:rPr>
              <a:t>(weggaan)</a:t>
            </a:r>
            <a:endParaRPr lang="en-US" sz="2000" dirty="0"/>
          </a:p>
          <a:p>
            <a:pPr indent="0" marL="0">
              <a:spcAft>
                <a:spcPts val="1400"/>
              </a:spcAft>
              <a:buNone/>
            </a:pPr>
            <a:r>
              <a:rPr lang="en-US" sz="2000" b="1" dirty="0">
                <a:solidFill>
                  <a:schemeClr val="tx2"/>
                </a:solidFill>
              </a:rPr>
              <a:t>7  </a:t>
            </a:r>
            <a:r>
              <a:rPr lang="en-US" sz="2000" dirty="0">
                <a:solidFill>
                  <a:schemeClr val="tx1"/>
                </a:solidFill>
              </a:rPr>
              <a:t>Ik </a:t>
            </a:r>
            <a:r>
              <a:rPr lang="en-US" sz="2000" b="1" dirty="0">
                <a:solidFill>
                  <a:schemeClr val="accent3"/>
                </a:solidFill>
              </a:rPr>
              <a:t>vergeet</a:t>
            </a:r>
            <a:r>
              <a:rPr lang="en-US" sz="2000" dirty="0">
                <a:solidFill>
                  <a:schemeClr val="tx1"/>
                </a:solidFill>
              </a:rPr>
              <a:t> mijn badge. </a:t>
            </a:r>
            <a:r>
              <a:rPr lang="en-US" sz="2000" i="1" dirty="0">
                <a:solidFill>
                  <a:schemeClr val="tx1"/>
                </a:solidFill>
              </a:rPr>
              <a:t>(vergeten)</a:t>
            </a:r>
            <a:endParaRPr lang="en-US" sz="2000" dirty="0"/>
          </a:p>
          <a:p>
            <a:pPr indent="0" marL="0">
              <a:spcAft>
                <a:spcPts val="1400"/>
              </a:spcAft>
              <a:buNone/>
            </a:pPr>
            <a:r>
              <a:rPr lang="en-US" sz="2000" b="1" dirty="0">
                <a:solidFill>
                  <a:schemeClr val="tx2"/>
                </a:solidFill>
              </a:rPr>
              <a:t>8  </a:t>
            </a:r>
            <a:r>
              <a:rPr lang="en-US" sz="2000" b="1" dirty="0">
                <a:solidFill>
                  <a:schemeClr val="accent3"/>
                </a:solidFill>
              </a:rPr>
              <a:t>Doe</a:t>
            </a:r>
            <a:r>
              <a:rPr lang="en-US" sz="2000" dirty="0">
                <a:solidFill>
                  <a:schemeClr val="tx1"/>
                </a:solidFill>
              </a:rPr>
              <a:t> de deur </a:t>
            </a:r>
            <a:r>
              <a:rPr lang="en-US" sz="2000" b="1" dirty="0">
                <a:solidFill>
                  <a:schemeClr val="accent3"/>
                </a:solidFill>
              </a:rPr>
              <a:t>dicht</a:t>
            </a:r>
            <a:r>
              <a:rPr lang="en-US" sz="2000" dirty="0">
                <a:solidFill>
                  <a:schemeClr val="tx1"/>
                </a:solidFill>
              </a:rPr>
              <a:t>, alstublieft! </a:t>
            </a:r>
            <a:r>
              <a:rPr lang="en-US" sz="2000" i="1" dirty="0">
                <a:solidFill>
                  <a:schemeClr val="tx1"/>
                </a:solidFill>
              </a:rPr>
              <a:t>(dichtdoen)</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Avec un verbe de modalité</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Ajoutez le verbe de modalité : la particule se recolle !</a:t>
            </a:r>
            <a:endParaRPr lang="en-US" sz="1700" dirty="0"/>
          </a:p>
        </p:txBody>
      </p:sp>
      <p:sp>
        <p:nvSpPr>
          <p:cNvPr id="8" name="Shape 4"/>
          <p:cNvSpPr/>
          <p:nvPr/>
        </p:nvSpPr>
        <p:spPr>
          <a:xfrm>
            <a:off x="548640" y="2112772"/>
            <a:ext cx="365760" cy="365760"/>
          </a:xfrm>
          <a:prstGeom prst="ellipse">
            <a:avLst/>
          </a:prstGeom>
          <a:solidFill>
            <a:schemeClr val="tx2"/>
          </a:solidFill>
          <a:ln w="12700">
            <a:solidFill>
              <a:srgbClr val="FFFFFF">
                <a:alpha val="0"/>
              </a:srgbClr>
            </a:solidFill>
            <a:prstDash val="solid"/>
          </a:ln>
        </p:spPr>
      </p:sp>
      <p:sp>
        <p:nvSpPr>
          <p:cNvPr id="9" name="Text 5"/>
          <p:cNvSpPr txBox="1"/>
          <p:nvPr/>
        </p:nvSpPr>
        <p:spPr>
          <a:xfrm>
            <a:off x="548640" y="21127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Shape 6"/>
          <p:cNvSpPr/>
          <p:nvPr/>
        </p:nvSpPr>
        <p:spPr>
          <a:xfrm>
            <a:off x="1005840" y="1978152"/>
            <a:ext cx="4206240" cy="616712"/>
          </a:xfrm>
          <a:prstGeom prst="roundRect">
            <a:avLst>
              <a:gd name="adj" fmla="val 11862"/>
            </a:avLst>
          </a:prstGeom>
          <a:solidFill>
            <a:schemeClr val="bg2"/>
          </a:solidFill>
          <a:ln w="12700">
            <a:solidFill>
              <a:srgbClr val="D5DCE6"/>
            </a:solidFill>
            <a:prstDash val="solid"/>
          </a:ln>
        </p:spPr>
      </p:sp>
      <p:sp>
        <p:nvSpPr>
          <p:cNvPr id="11" name="Text 7"/>
          <p:cNvSpPr txBox="1"/>
          <p:nvPr/>
        </p:nvSpPr>
        <p:spPr>
          <a:xfrm>
            <a:off x="1143000" y="1978152"/>
            <a:ext cx="4023360" cy="616712"/>
          </a:xfrm>
          <a:prstGeom prst="rect">
            <a:avLst/>
          </a:prstGeom>
          <a:noFill/>
          <a:ln/>
        </p:spPr>
        <p:txBody>
          <a:bodyPr wrap="square" lIns="0" tIns="0" rIns="0" bIns="0" rtlCol="0" anchor="ctr"/>
          <a:lstStyle/>
          <a:p>
            <a:pPr algn="l" indent="0" marL="0">
              <a:buNone/>
            </a:pPr>
            <a:r>
              <a:rPr lang="en-US" sz="1900" i="1" dirty="0">
                <a:solidFill>
                  <a:schemeClr val="tx1"/>
                </a:solidFill>
              </a:rPr>
              <a:t>Ik sta om 6 uur op.</a:t>
            </a:r>
            <a:endParaRPr lang="en-US" sz="1900" dirty="0"/>
          </a:p>
        </p:txBody>
      </p:sp>
      <p:sp>
        <p:nvSpPr>
          <p:cNvPr id="12" name="Shape 8"/>
          <p:cNvSpPr/>
          <p:nvPr/>
        </p:nvSpPr>
        <p:spPr>
          <a:xfrm>
            <a:off x="5303520" y="2295652"/>
            <a:ext cx="1143000" cy="914"/>
          </a:xfrm>
          <a:prstGeom prst="line">
            <a:avLst/>
          </a:prstGeom>
          <a:noFill/>
          <a:ln w="38100">
            <a:solidFill>
              <a:srgbClr val="D9700F"/>
            </a:solidFill>
            <a:prstDash val="solid"/>
            <a:tailEnd type="triangle"/>
          </a:ln>
        </p:spPr>
      </p:sp>
      <p:sp>
        <p:nvSpPr>
          <p:cNvPr id="13" name="Text 9"/>
          <p:cNvSpPr txBox="1"/>
          <p:nvPr/>
        </p:nvSpPr>
        <p:spPr>
          <a:xfrm>
            <a:off x="5257800" y="1932432"/>
            <a:ext cx="1234440" cy="344932"/>
          </a:xfrm>
          <a:prstGeom prst="rect">
            <a:avLst/>
          </a:prstGeom>
          <a:noFill/>
          <a:ln/>
        </p:spPr>
        <p:txBody>
          <a:bodyPr wrap="square" lIns="0" tIns="0" rIns="0" bIns="0" rtlCol="0" anchor="b"/>
          <a:lstStyle/>
          <a:p>
            <a:pPr algn="ctr" indent="0" marL="0">
              <a:buNone/>
            </a:pPr>
            <a:r>
              <a:rPr lang="en-US" sz="1300" b="1" dirty="0">
                <a:solidFill>
                  <a:schemeClr val="accent1"/>
                </a:solidFill>
              </a:rPr>
              <a:t>moeten</a:t>
            </a:r>
            <a:endParaRPr lang="en-US" sz="1300" dirty="0"/>
          </a:p>
        </p:txBody>
      </p:sp>
      <p:sp>
        <p:nvSpPr>
          <p:cNvPr id="14" name="Shape 10"/>
          <p:cNvSpPr/>
          <p:nvPr/>
        </p:nvSpPr>
        <p:spPr>
          <a:xfrm>
            <a:off x="6537960" y="1978152"/>
            <a:ext cx="5102352" cy="616712"/>
          </a:xfrm>
          <a:prstGeom prst="roundRect">
            <a:avLst>
              <a:gd name="adj" fmla="val 11862"/>
            </a:avLst>
          </a:prstGeom>
          <a:solidFill>
            <a:schemeClr val="bg1"/>
          </a:solidFill>
          <a:ln w="15875">
            <a:solidFill>
              <a:srgbClr val="D5DCE6"/>
            </a:solidFill>
            <a:prstDash val="solid"/>
          </a:ln>
        </p:spPr>
      </p:sp>
      <p:sp>
        <p:nvSpPr>
          <p:cNvPr id="15" name="Shape 11"/>
          <p:cNvSpPr/>
          <p:nvPr/>
        </p:nvSpPr>
        <p:spPr>
          <a:xfrm>
            <a:off x="548640" y="2839212"/>
            <a:ext cx="365760" cy="365760"/>
          </a:xfrm>
          <a:prstGeom prst="ellipse">
            <a:avLst/>
          </a:prstGeom>
          <a:solidFill>
            <a:schemeClr val="tx2"/>
          </a:solidFill>
          <a:ln w="12700">
            <a:solidFill>
              <a:srgbClr val="FFFFFF">
                <a:alpha val="0"/>
              </a:srgbClr>
            </a:solidFill>
            <a:prstDash val="solid"/>
          </a:ln>
        </p:spPr>
      </p:sp>
      <p:sp>
        <p:nvSpPr>
          <p:cNvPr id="16" name="Text 12"/>
          <p:cNvSpPr txBox="1"/>
          <p:nvPr/>
        </p:nvSpPr>
        <p:spPr>
          <a:xfrm>
            <a:off x="548640" y="28392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7" name="Shape 13"/>
          <p:cNvSpPr/>
          <p:nvPr/>
        </p:nvSpPr>
        <p:spPr>
          <a:xfrm>
            <a:off x="1005840" y="2704592"/>
            <a:ext cx="4206240" cy="616712"/>
          </a:xfrm>
          <a:prstGeom prst="roundRect">
            <a:avLst>
              <a:gd name="adj" fmla="val 11862"/>
            </a:avLst>
          </a:prstGeom>
          <a:solidFill>
            <a:schemeClr val="bg2"/>
          </a:solidFill>
          <a:ln w="12700">
            <a:solidFill>
              <a:srgbClr val="D5DCE6"/>
            </a:solidFill>
            <a:prstDash val="solid"/>
          </a:ln>
        </p:spPr>
      </p:sp>
      <p:sp>
        <p:nvSpPr>
          <p:cNvPr id="18" name="Text 14"/>
          <p:cNvSpPr txBox="1"/>
          <p:nvPr/>
        </p:nvSpPr>
        <p:spPr>
          <a:xfrm>
            <a:off x="1143000" y="2704592"/>
            <a:ext cx="4023360" cy="616712"/>
          </a:xfrm>
          <a:prstGeom prst="rect">
            <a:avLst/>
          </a:prstGeom>
          <a:noFill/>
          <a:ln/>
        </p:spPr>
        <p:txBody>
          <a:bodyPr wrap="square" lIns="0" tIns="0" rIns="0" bIns="0" rtlCol="0" anchor="ctr"/>
          <a:lstStyle/>
          <a:p>
            <a:pPr algn="l" indent="0" marL="0">
              <a:buNone/>
            </a:pPr>
            <a:r>
              <a:rPr lang="en-US" sz="1900" i="1" dirty="0">
                <a:solidFill>
                  <a:schemeClr val="tx1"/>
                </a:solidFill>
              </a:rPr>
              <a:t>Sofie belt de klant op.</a:t>
            </a:r>
            <a:endParaRPr lang="en-US" sz="1900" dirty="0"/>
          </a:p>
        </p:txBody>
      </p:sp>
      <p:sp>
        <p:nvSpPr>
          <p:cNvPr id="19" name="Shape 15"/>
          <p:cNvSpPr/>
          <p:nvPr/>
        </p:nvSpPr>
        <p:spPr>
          <a:xfrm>
            <a:off x="5303520" y="3022092"/>
            <a:ext cx="1143000" cy="914"/>
          </a:xfrm>
          <a:prstGeom prst="line">
            <a:avLst/>
          </a:prstGeom>
          <a:noFill/>
          <a:ln w="38100">
            <a:solidFill>
              <a:srgbClr val="D9700F"/>
            </a:solidFill>
            <a:prstDash val="solid"/>
            <a:tailEnd type="triangle"/>
          </a:ln>
        </p:spPr>
      </p:sp>
      <p:sp>
        <p:nvSpPr>
          <p:cNvPr id="20" name="Text 16"/>
          <p:cNvSpPr txBox="1"/>
          <p:nvPr/>
        </p:nvSpPr>
        <p:spPr>
          <a:xfrm>
            <a:off x="5257800" y="2658872"/>
            <a:ext cx="1234440" cy="344932"/>
          </a:xfrm>
          <a:prstGeom prst="rect">
            <a:avLst/>
          </a:prstGeom>
          <a:noFill/>
          <a:ln/>
        </p:spPr>
        <p:txBody>
          <a:bodyPr wrap="square" lIns="0" tIns="0" rIns="0" bIns="0" rtlCol="0" anchor="b"/>
          <a:lstStyle/>
          <a:p>
            <a:pPr algn="ctr" indent="0" marL="0">
              <a:buNone/>
            </a:pPr>
            <a:r>
              <a:rPr lang="en-US" sz="1300" b="1" dirty="0">
                <a:solidFill>
                  <a:schemeClr val="accent1"/>
                </a:solidFill>
              </a:rPr>
              <a:t>willen</a:t>
            </a:r>
            <a:endParaRPr lang="en-US" sz="1300" dirty="0"/>
          </a:p>
        </p:txBody>
      </p:sp>
      <p:sp>
        <p:nvSpPr>
          <p:cNvPr id="21" name="Shape 17"/>
          <p:cNvSpPr/>
          <p:nvPr/>
        </p:nvSpPr>
        <p:spPr>
          <a:xfrm>
            <a:off x="6537960" y="2704592"/>
            <a:ext cx="5102352" cy="616712"/>
          </a:xfrm>
          <a:prstGeom prst="roundRect">
            <a:avLst>
              <a:gd name="adj" fmla="val 11862"/>
            </a:avLst>
          </a:prstGeom>
          <a:solidFill>
            <a:schemeClr val="bg1"/>
          </a:solidFill>
          <a:ln w="15875">
            <a:solidFill>
              <a:srgbClr val="D5DCE6"/>
            </a:solidFill>
            <a:prstDash val="solid"/>
          </a:ln>
        </p:spPr>
      </p:sp>
      <p:sp>
        <p:nvSpPr>
          <p:cNvPr id="22" name="Shape 18"/>
          <p:cNvSpPr/>
          <p:nvPr/>
        </p:nvSpPr>
        <p:spPr>
          <a:xfrm>
            <a:off x="548640" y="3565652"/>
            <a:ext cx="365760" cy="365760"/>
          </a:xfrm>
          <a:prstGeom prst="ellipse">
            <a:avLst/>
          </a:prstGeom>
          <a:solidFill>
            <a:schemeClr val="tx2"/>
          </a:solidFill>
          <a:ln w="12700">
            <a:solidFill>
              <a:srgbClr val="FFFFFF">
                <a:alpha val="0"/>
              </a:srgbClr>
            </a:solidFill>
            <a:prstDash val="solid"/>
          </a:ln>
        </p:spPr>
      </p:sp>
      <p:sp>
        <p:nvSpPr>
          <p:cNvPr id="23" name="Text 19"/>
          <p:cNvSpPr txBox="1"/>
          <p:nvPr/>
        </p:nvSpPr>
        <p:spPr>
          <a:xfrm>
            <a:off x="548640" y="35656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Shape 20"/>
          <p:cNvSpPr/>
          <p:nvPr/>
        </p:nvSpPr>
        <p:spPr>
          <a:xfrm>
            <a:off x="1005840" y="3431032"/>
            <a:ext cx="4206240" cy="616712"/>
          </a:xfrm>
          <a:prstGeom prst="roundRect">
            <a:avLst>
              <a:gd name="adj" fmla="val 11862"/>
            </a:avLst>
          </a:prstGeom>
          <a:solidFill>
            <a:schemeClr val="bg2"/>
          </a:solidFill>
          <a:ln w="12700">
            <a:solidFill>
              <a:srgbClr val="D5DCE6"/>
            </a:solidFill>
            <a:prstDash val="solid"/>
          </a:ln>
        </p:spPr>
      </p:sp>
      <p:sp>
        <p:nvSpPr>
          <p:cNvPr id="25" name="Text 21"/>
          <p:cNvSpPr txBox="1"/>
          <p:nvPr/>
        </p:nvSpPr>
        <p:spPr>
          <a:xfrm>
            <a:off x="1143000" y="3431032"/>
            <a:ext cx="4023360" cy="616712"/>
          </a:xfrm>
          <a:prstGeom prst="rect">
            <a:avLst/>
          </a:prstGeom>
          <a:noFill/>
          <a:ln/>
        </p:spPr>
        <p:txBody>
          <a:bodyPr wrap="square" lIns="0" tIns="0" rIns="0" bIns="0" rtlCol="0" anchor="ctr"/>
          <a:lstStyle/>
          <a:p>
            <a:pPr algn="l" indent="0" marL="0">
              <a:buNone/>
            </a:pPr>
            <a:r>
              <a:rPr lang="en-US" sz="1900" i="1" dirty="0">
                <a:solidFill>
                  <a:schemeClr val="tx1"/>
                </a:solidFill>
              </a:rPr>
              <a:t>We loggen thuis in.</a:t>
            </a:r>
            <a:endParaRPr lang="en-US" sz="1900" dirty="0"/>
          </a:p>
        </p:txBody>
      </p:sp>
      <p:sp>
        <p:nvSpPr>
          <p:cNvPr id="26" name="Shape 22"/>
          <p:cNvSpPr/>
          <p:nvPr/>
        </p:nvSpPr>
        <p:spPr>
          <a:xfrm>
            <a:off x="5303520" y="3748532"/>
            <a:ext cx="1143000" cy="914"/>
          </a:xfrm>
          <a:prstGeom prst="line">
            <a:avLst/>
          </a:prstGeom>
          <a:noFill/>
          <a:ln w="38100">
            <a:solidFill>
              <a:srgbClr val="D9700F"/>
            </a:solidFill>
            <a:prstDash val="solid"/>
            <a:tailEnd type="triangle"/>
          </a:ln>
        </p:spPr>
      </p:sp>
      <p:sp>
        <p:nvSpPr>
          <p:cNvPr id="27" name="Text 23"/>
          <p:cNvSpPr txBox="1"/>
          <p:nvPr/>
        </p:nvSpPr>
        <p:spPr>
          <a:xfrm>
            <a:off x="5257800" y="3385312"/>
            <a:ext cx="1234440" cy="344932"/>
          </a:xfrm>
          <a:prstGeom prst="rect">
            <a:avLst/>
          </a:prstGeom>
          <a:noFill/>
          <a:ln/>
        </p:spPr>
        <p:txBody>
          <a:bodyPr wrap="square" lIns="0" tIns="0" rIns="0" bIns="0" rtlCol="0" anchor="b"/>
          <a:lstStyle/>
          <a:p>
            <a:pPr algn="ctr" indent="0" marL="0">
              <a:buNone/>
            </a:pPr>
            <a:r>
              <a:rPr lang="en-US" sz="1300" b="1" dirty="0">
                <a:solidFill>
                  <a:schemeClr val="accent1"/>
                </a:solidFill>
              </a:rPr>
              <a:t>kunnen</a:t>
            </a:r>
            <a:endParaRPr lang="en-US" sz="1300" dirty="0"/>
          </a:p>
        </p:txBody>
      </p:sp>
      <p:sp>
        <p:nvSpPr>
          <p:cNvPr id="28" name="Shape 24"/>
          <p:cNvSpPr/>
          <p:nvPr/>
        </p:nvSpPr>
        <p:spPr>
          <a:xfrm>
            <a:off x="6537960" y="3431032"/>
            <a:ext cx="5102352" cy="616712"/>
          </a:xfrm>
          <a:prstGeom prst="roundRect">
            <a:avLst>
              <a:gd name="adj" fmla="val 11862"/>
            </a:avLst>
          </a:prstGeom>
          <a:solidFill>
            <a:schemeClr val="bg1"/>
          </a:solidFill>
          <a:ln w="15875">
            <a:solidFill>
              <a:srgbClr val="D5DCE6"/>
            </a:solidFill>
            <a:prstDash val="solid"/>
          </a:ln>
        </p:spPr>
      </p:sp>
      <p:sp>
        <p:nvSpPr>
          <p:cNvPr id="29" name="Shape 25"/>
          <p:cNvSpPr/>
          <p:nvPr/>
        </p:nvSpPr>
        <p:spPr>
          <a:xfrm>
            <a:off x="548640" y="4292092"/>
            <a:ext cx="365760" cy="365760"/>
          </a:xfrm>
          <a:prstGeom prst="ellipse">
            <a:avLst/>
          </a:prstGeom>
          <a:solidFill>
            <a:schemeClr val="tx2"/>
          </a:solidFill>
          <a:ln w="12700">
            <a:solidFill>
              <a:srgbClr val="FFFFFF">
                <a:alpha val="0"/>
              </a:srgbClr>
            </a:solidFill>
            <a:prstDash val="solid"/>
          </a:ln>
        </p:spPr>
      </p:sp>
      <p:sp>
        <p:nvSpPr>
          <p:cNvPr id="30" name="Text 26"/>
          <p:cNvSpPr txBox="1"/>
          <p:nvPr/>
        </p:nvSpPr>
        <p:spPr>
          <a:xfrm>
            <a:off x="548640" y="42920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1" name="Shape 27"/>
          <p:cNvSpPr/>
          <p:nvPr/>
        </p:nvSpPr>
        <p:spPr>
          <a:xfrm>
            <a:off x="1005840" y="4157472"/>
            <a:ext cx="4206240" cy="616712"/>
          </a:xfrm>
          <a:prstGeom prst="roundRect">
            <a:avLst>
              <a:gd name="adj" fmla="val 11862"/>
            </a:avLst>
          </a:prstGeom>
          <a:solidFill>
            <a:schemeClr val="bg2"/>
          </a:solidFill>
          <a:ln w="12700">
            <a:solidFill>
              <a:srgbClr val="D5DCE6"/>
            </a:solidFill>
            <a:prstDash val="solid"/>
          </a:ln>
        </p:spPr>
      </p:sp>
      <p:sp>
        <p:nvSpPr>
          <p:cNvPr id="32" name="Text 28"/>
          <p:cNvSpPr txBox="1"/>
          <p:nvPr/>
        </p:nvSpPr>
        <p:spPr>
          <a:xfrm>
            <a:off x="1143000" y="4157472"/>
            <a:ext cx="4023360" cy="616712"/>
          </a:xfrm>
          <a:prstGeom prst="rect">
            <a:avLst/>
          </a:prstGeom>
          <a:noFill/>
          <a:ln/>
        </p:spPr>
        <p:txBody>
          <a:bodyPr wrap="square" lIns="0" tIns="0" rIns="0" bIns="0" rtlCol="0" anchor="ctr"/>
          <a:lstStyle/>
          <a:p>
            <a:pPr algn="l" indent="0" marL="0">
              <a:buNone/>
            </a:pPr>
            <a:r>
              <a:rPr lang="en-US" sz="1900" i="1" dirty="0">
                <a:solidFill>
                  <a:schemeClr val="tx1"/>
                </a:solidFill>
              </a:rPr>
              <a:t>Je neemt je badge mee.</a:t>
            </a:r>
            <a:endParaRPr lang="en-US" sz="1900" dirty="0"/>
          </a:p>
        </p:txBody>
      </p:sp>
      <p:sp>
        <p:nvSpPr>
          <p:cNvPr id="33" name="Shape 29"/>
          <p:cNvSpPr/>
          <p:nvPr/>
        </p:nvSpPr>
        <p:spPr>
          <a:xfrm>
            <a:off x="5303520" y="4474972"/>
            <a:ext cx="1143000" cy="914"/>
          </a:xfrm>
          <a:prstGeom prst="line">
            <a:avLst/>
          </a:prstGeom>
          <a:noFill/>
          <a:ln w="38100">
            <a:solidFill>
              <a:srgbClr val="D9700F"/>
            </a:solidFill>
            <a:prstDash val="solid"/>
            <a:tailEnd type="triangle"/>
          </a:ln>
        </p:spPr>
      </p:sp>
      <p:sp>
        <p:nvSpPr>
          <p:cNvPr id="34" name="Text 30"/>
          <p:cNvSpPr txBox="1"/>
          <p:nvPr/>
        </p:nvSpPr>
        <p:spPr>
          <a:xfrm>
            <a:off x="5257800" y="4111752"/>
            <a:ext cx="1234440" cy="344932"/>
          </a:xfrm>
          <a:prstGeom prst="rect">
            <a:avLst/>
          </a:prstGeom>
          <a:noFill/>
          <a:ln/>
        </p:spPr>
        <p:txBody>
          <a:bodyPr wrap="square" lIns="0" tIns="0" rIns="0" bIns="0" rtlCol="0" anchor="b"/>
          <a:lstStyle/>
          <a:p>
            <a:pPr algn="ctr" indent="0" marL="0">
              <a:buNone/>
            </a:pPr>
            <a:r>
              <a:rPr lang="en-US" sz="1300" b="1" dirty="0">
                <a:solidFill>
                  <a:schemeClr val="accent1"/>
                </a:solidFill>
              </a:rPr>
              <a:t>moeten</a:t>
            </a:r>
            <a:endParaRPr lang="en-US" sz="1300" dirty="0"/>
          </a:p>
        </p:txBody>
      </p:sp>
      <p:sp>
        <p:nvSpPr>
          <p:cNvPr id="35" name="Shape 31"/>
          <p:cNvSpPr/>
          <p:nvPr/>
        </p:nvSpPr>
        <p:spPr>
          <a:xfrm>
            <a:off x="6537960" y="4157472"/>
            <a:ext cx="5102352" cy="616712"/>
          </a:xfrm>
          <a:prstGeom prst="roundRect">
            <a:avLst>
              <a:gd name="adj" fmla="val 11862"/>
            </a:avLst>
          </a:prstGeom>
          <a:solidFill>
            <a:schemeClr val="bg1"/>
          </a:solidFill>
          <a:ln w="15875">
            <a:solidFill>
              <a:srgbClr val="D5DCE6"/>
            </a:solidFill>
            <a:prstDash val="solid"/>
          </a:ln>
        </p:spPr>
      </p:sp>
      <p:sp>
        <p:nvSpPr>
          <p:cNvPr id="36" name="Shape 32"/>
          <p:cNvSpPr/>
          <p:nvPr/>
        </p:nvSpPr>
        <p:spPr>
          <a:xfrm>
            <a:off x="548640" y="5018532"/>
            <a:ext cx="365760" cy="365760"/>
          </a:xfrm>
          <a:prstGeom prst="ellipse">
            <a:avLst/>
          </a:prstGeom>
          <a:solidFill>
            <a:schemeClr val="tx2"/>
          </a:solidFill>
          <a:ln w="12700">
            <a:solidFill>
              <a:srgbClr val="FFFFFF">
                <a:alpha val="0"/>
              </a:srgbClr>
            </a:solidFill>
            <a:prstDash val="solid"/>
          </a:ln>
        </p:spPr>
      </p:sp>
      <p:sp>
        <p:nvSpPr>
          <p:cNvPr id="37" name="Text 33"/>
          <p:cNvSpPr txBox="1"/>
          <p:nvPr/>
        </p:nvSpPr>
        <p:spPr>
          <a:xfrm>
            <a:off x="548640" y="501853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8" name="Shape 34"/>
          <p:cNvSpPr/>
          <p:nvPr/>
        </p:nvSpPr>
        <p:spPr>
          <a:xfrm>
            <a:off x="1005840" y="4883912"/>
            <a:ext cx="4206240" cy="616712"/>
          </a:xfrm>
          <a:prstGeom prst="roundRect">
            <a:avLst>
              <a:gd name="adj" fmla="val 11862"/>
            </a:avLst>
          </a:prstGeom>
          <a:solidFill>
            <a:schemeClr val="bg2"/>
          </a:solidFill>
          <a:ln w="12700">
            <a:solidFill>
              <a:srgbClr val="D5DCE6"/>
            </a:solidFill>
            <a:prstDash val="solid"/>
          </a:ln>
        </p:spPr>
      </p:sp>
      <p:sp>
        <p:nvSpPr>
          <p:cNvPr id="39" name="Text 35"/>
          <p:cNvSpPr txBox="1"/>
          <p:nvPr/>
        </p:nvSpPr>
        <p:spPr>
          <a:xfrm>
            <a:off x="1143000" y="4883912"/>
            <a:ext cx="4023360" cy="616712"/>
          </a:xfrm>
          <a:prstGeom prst="rect">
            <a:avLst/>
          </a:prstGeom>
          <a:noFill/>
          <a:ln/>
        </p:spPr>
        <p:txBody>
          <a:bodyPr wrap="square" lIns="0" tIns="0" rIns="0" bIns="0" rtlCol="0" anchor="ctr"/>
          <a:lstStyle/>
          <a:p>
            <a:pPr algn="l" indent="0" marL="0">
              <a:buNone/>
            </a:pPr>
            <a:r>
              <a:rPr lang="en-US" sz="1900" i="1" dirty="0">
                <a:solidFill>
                  <a:schemeClr val="tx1"/>
                </a:solidFill>
              </a:rPr>
              <a:t>Ik ga om 16 uur weg.</a:t>
            </a:r>
            <a:endParaRPr lang="en-US" sz="1900" dirty="0"/>
          </a:p>
        </p:txBody>
      </p:sp>
      <p:sp>
        <p:nvSpPr>
          <p:cNvPr id="40" name="Shape 36"/>
          <p:cNvSpPr/>
          <p:nvPr/>
        </p:nvSpPr>
        <p:spPr>
          <a:xfrm>
            <a:off x="5303520" y="5201412"/>
            <a:ext cx="1143000" cy="914"/>
          </a:xfrm>
          <a:prstGeom prst="line">
            <a:avLst/>
          </a:prstGeom>
          <a:noFill/>
          <a:ln w="38100">
            <a:solidFill>
              <a:srgbClr val="D9700F"/>
            </a:solidFill>
            <a:prstDash val="solid"/>
            <a:tailEnd type="triangle"/>
          </a:ln>
        </p:spPr>
      </p:sp>
      <p:sp>
        <p:nvSpPr>
          <p:cNvPr id="41" name="Text 37"/>
          <p:cNvSpPr txBox="1"/>
          <p:nvPr/>
        </p:nvSpPr>
        <p:spPr>
          <a:xfrm>
            <a:off x="5257800" y="4838192"/>
            <a:ext cx="1234440" cy="344932"/>
          </a:xfrm>
          <a:prstGeom prst="rect">
            <a:avLst/>
          </a:prstGeom>
          <a:noFill/>
          <a:ln/>
        </p:spPr>
        <p:txBody>
          <a:bodyPr wrap="square" lIns="0" tIns="0" rIns="0" bIns="0" rtlCol="0" anchor="b"/>
          <a:lstStyle/>
          <a:p>
            <a:pPr algn="ctr" indent="0" marL="0">
              <a:buNone/>
            </a:pPr>
            <a:r>
              <a:rPr lang="en-US" sz="1300" b="1" dirty="0">
                <a:solidFill>
                  <a:schemeClr val="accent1"/>
                </a:solidFill>
              </a:rPr>
              <a:t>mogen</a:t>
            </a:r>
            <a:endParaRPr lang="en-US" sz="1300" dirty="0"/>
          </a:p>
        </p:txBody>
      </p:sp>
      <p:sp>
        <p:nvSpPr>
          <p:cNvPr id="42" name="Shape 38"/>
          <p:cNvSpPr/>
          <p:nvPr/>
        </p:nvSpPr>
        <p:spPr>
          <a:xfrm>
            <a:off x="6537960" y="4883912"/>
            <a:ext cx="5102352" cy="616712"/>
          </a:xfrm>
          <a:prstGeom prst="roundRect">
            <a:avLst>
              <a:gd name="adj" fmla="val 11862"/>
            </a:avLst>
          </a:prstGeom>
          <a:solidFill>
            <a:schemeClr val="bg1"/>
          </a:solidFill>
          <a:ln w="15875">
            <a:solidFill>
              <a:srgbClr val="D5DCE6"/>
            </a:solidFill>
            <a:prstDash val="solid"/>
          </a:ln>
        </p:spPr>
      </p:sp>
      <p:sp>
        <p:nvSpPr>
          <p:cNvPr id="43" name="Shape 39"/>
          <p:cNvSpPr/>
          <p:nvPr/>
        </p:nvSpPr>
        <p:spPr>
          <a:xfrm>
            <a:off x="548640" y="5744972"/>
            <a:ext cx="365760" cy="365760"/>
          </a:xfrm>
          <a:prstGeom prst="ellipse">
            <a:avLst/>
          </a:prstGeom>
          <a:solidFill>
            <a:schemeClr val="tx2"/>
          </a:solidFill>
          <a:ln w="12700">
            <a:solidFill>
              <a:srgbClr val="FFFFFF">
                <a:alpha val="0"/>
              </a:srgbClr>
            </a:solidFill>
            <a:prstDash val="solid"/>
          </a:ln>
        </p:spPr>
      </p:sp>
      <p:sp>
        <p:nvSpPr>
          <p:cNvPr id="44" name="Text 40"/>
          <p:cNvSpPr txBox="1"/>
          <p:nvPr/>
        </p:nvSpPr>
        <p:spPr>
          <a:xfrm>
            <a:off x="548640" y="57449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5" name="Shape 41"/>
          <p:cNvSpPr/>
          <p:nvPr/>
        </p:nvSpPr>
        <p:spPr>
          <a:xfrm>
            <a:off x="1005840" y="5610352"/>
            <a:ext cx="4206240" cy="616712"/>
          </a:xfrm>
          <a:prstGeom prst="roundRect">
            <a:avLst>
              <a:gd name="adj" fmla="val 11862"/>
            </a:avLst>
          </a:prstGeom>
          <a:solidFill>
            <a:schemeClr val="bg2"/>
          </a:solidFill>
          <a:ln w="12700">
            <a:solidFill>
              <a:srgbClr val="D5DCE6"/>
            </a:solidFill>
            <a:prstDash val="solid"/>
          </a:ln>
        </p:spPr>
      </p:sp>
      <p:sp>
        <p:nvSpPr>
          <p:cNvPr id="46" name="Text 42"/>
          <p:cNvSpPr txBox="1"/>
          <p:nvPr/>
        </p:nvSpPr>
        <p:spPr>
          <a:xfrm>
            <a:off x="1143000" y="5610352"/>
            <a:ext cx="4023360" cy="616712"/>
          </a:xfrm>
          <a:prstGeom prst="rect">
            <a:avLst/>
          </a:prstGeom>
          <a:noFill/>
          <a:ln/>
        </p:spPr>
        <p:txBody>
          <a:bodyPr wrap="square" lIns="0" tIns="0" rIns="0" bIns="0" rtlCol="0" anchor="ctr"/>
          <a:lstStyle/>
          <a:p>
            <a:pPr algn="l" indent="0" marL="0">
              <a:buNone/>
            </a:pPr>
            <a:r>
              <a:rPr lang="en-US" sz="1900" i="1" dirty="0">
                <a:solidFill>
                  <a:schemeClr val="tx1"/>
                </a:solidFill>
              </a:rPr>
              <a:t>Hij doet mee.</a:t>
            </a:r>
            <a:endParaRPr lang="en-US" sz="1900" dirty="0"/>
          </a:p>
        </p:txBody>
      </p:sp>
      <p:sp>
        <p:nvSpPr>
          <p:cNvPr id="47" name="Shape 43"/>
          <p:cNvSpPr/>
          <p:nvPr/>
        </p:nvSpPr>
        <p:spPr>
          <a:xfrm>
            <a:off x="5303520" y="5927852"/>
            <a:ext cx="1143000" cy="914"/>
          </a:xfrm>
          <a:prstGeom prst="line">
            <a:avLst/>
          </a:prstGeom>
          <a:noFill/>
          <a:ln w="38100">
            <a:solidFill>
              <a:srgbClr val="D9700F"/>
            </a:solidFill>
            <a:prstDash val="solid"/>
            <a:tailEnd type="triangle"/>
          </a:ln>
        </p:spPr>
      </p:sp>
      <p:sp>
        <p:nvSpPr>
          <p:cNvPr id="48" name="Text 44"/>
          <p:cNvSpPr txBox="1"/>
          <p:nvPr/>
        </p:nvSpPr>
        <p:spPr>
          <a:xfrm>
            <a:off x="5257800" y="5564632"/>
            <a:ext cx="1234440" cy="344932"/>
          </a:xfrm>
          <a:prstGeom prst="rect">
            <a:avLst/>
          </a:prstGeom>
          <a:noFill/>
          <a:ln/>
        </p:spPr>
        <p:txBody>
          <a:bodyPr wrap="square" lIns="0" tIns="0" rIns="0" bIns="0" rtlCol="0" anchor="b"/>
          <a:lstStyle/>
          <a:p>
            <a:pPr algn="ctr" indent="0" marL="0">
              <a:buNone/>
            </a:pPr>
            <a:r>
              <a:rPr lang="en-US" sz="1300" b="1" dirty="0">
                <a:solidFill>
                  <a:schemeClr val="accent1"/>
                </a:solidFill>
              </a:rPr>
              <a:t>willen</a:t>
            </a:r>
            <a:endParaRPr lang="en-US" sz="1300" dirty="0"/>
          </a:p>
        </p:txBody>
      </p:sp>
      <p:sp>
        <p:nvSpPr>
          <p:cNvPr id="49" name="Shape 45"/>
          <p:cNvSpPr/>
          <p:nvPr/>
        </p:nvSpPr>
        <p:spPr>
          <a:xfrm>
            <a:off x="6537960" y="5610352"/>
            <a:ext cx="5102352" cy="616712"/>
          </a:xfrm>
          <a:prstGeom prst="roundRect">
            <a:avLst>
              <a:gd name="adj" fmla="val 11862"/>
            </a:avLst>
          </a:prstGeom>
          <a:solidFill>
            <a:schemeClr val="bg1"/>
          </a:solidFill>
          <a:ln w="15875">
            <a:solidFill>
              <a:srgbClr val="D5DCE6"/>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Avec un verbe de modalité</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Ajoutez le verbe de modalité : la particule se recolle !</a:t>
            </a:r>
            <a:endParaRPr lang="en-US" sz="1700" dirty="0"/>
          </a:p>
        </p:txBody>
      </p:sp>
      <p:sp>
        <p:nvSpPr>
          <p:cNvPr id="9" name="Shape 5"/>
          <p:cNvSpPr/>
          <p:nvPr/>
        </p:nvSpPr>
        <p:spPr>
          <a:xfrm>
            <a:off x="548640" y="2112772"/>
            <a:ext cx="365760" cy="365760"/>
          </a:xfrm>
          <a:prstGeom prst="ellipse">
            <a:avLst/>
          </a:prstGeom>
          <a:solidFill>
            <a:schemeClr val="tx2"/>
          </a:solidFill>
          <a:ln w="12700">
            <a:solidFill>
              <a:srgbClr val="FFFFFF">
                <a:alpha val="0"/>
              </a:srgbClr>
            </a:solidFill>
            <a:prstDash val="solid"/>
          </a:ln>
        </p:spPr>
      </p:sp>
      <p:sp>
        <p:nvSpPr>
          <p:cNvPr id="10" name="Text 6"/>
          <p:cNvSpPr txBox="1"/>
          <p:nvPr/>
        </p:nvSpPr>
        <p:spPr>
          <a:xfrm>
            <a:off x="548640" y="21127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1" name="Shape 7"/>
          <p:cNvSpPr/>
          <p:nvPr/>
        </p:nvSpPr>
        <p:spPr>
          <a:xfrm>
            <a:off x="1005840" y="1978152"/>
            <a:ext cx="4206240" cy="616712"/>
          </a:xfrm>
          <a:prstGeom prst="roundRect">
            <a:avLst>
              <a:gd name="adj" fmla="val 11862"/>
            </a:avLst>
          </a:prstGeom>
          <a:solidFill>
            <a:schemeClr val="bg2"/>
          </a:solidFill>
          <a:ln w="12700">
            <a:solidFill>
              <a:srgbClr val="D5DCE6"/>
            </a:solidFill>
            <a:prstDash val="solid"/>
          </a:ln>
        </p:spPr>
      </p:sp>
      <p:sp>
        <p:nvSpPr>
          <p:cNvPr id="12" name="Text 8"/>
          <p:cNvSpPr txBox="1"/>
          <p:nvPr/>
        </p:nvSpPr>
        <p:spPr>
          <a:xfrm>
            <a:off x="1143000" y="1978152"/>
            <a:ext cx="4023360" cy="616712"/>
          </a:xfrm>
          <a:prstGeom prst="rect">
            <a:avLst/>
          </a:prstGeom>
          <a:noFill/>
          <a:ln/>
        </p:spPr>
        <p:txBody>
          <a:bodyPr wrap="square" lIns="0" tIns="0" rIns="0" bIns="0" rtlCol="0" anchor="ctr"/>
          <a:lstStyle/>
          <a:p>
            <a:pPr algn="l" indent="0" marL="0">
              <a:buNone/>
            </a:pPr>
            <a:r>
              <a:rPr lang="en-US" sz="1900" i="1" dirty="0">
                <a:solidFill>
                  <a:schemeClr val="tx1"/>
                </a:solidFill>
              </a:rPr>
              <a:t>Ik sta om 6 uur op.</a:t>
            </a:r>
            <a:endParaRPr lang="en-US" sz="1900" dirty="0"/>
          </a:p>
        </p:txBody>
      </p:sp>
      <p:sp>
        <p:nvSpPr>
          <p:cNvPr id="13" name="Shape 9"/>
          <p:cNvSpPr/>
          <p:nvPr/>
        </p:nvSpPr>
        <p:spPr>
          <a:xfrm>
            <a:off x="5303520" y="2295652"/>
            <a:ext cx="1143000" cy="914"/>
          </a:xfrm>
          <a:prstGeom prst="line">
            <a:avLst/>
          </a:prstGeom>
          <a:noFill/>
          <a:ln w="38100">
            <a:solidFill>
              <a:srgbClr val="D9700F"/>
            </a:solidFill>
            <a:prstDash val="solid"/>
            <a:tailEnd type="triangle"/>
          </a:ln>
        </p:spPr>
      </p:sp>
      <p:sp>
        <p:nvSpPr>
          <p:cNvPr id="14" name="Text 10"/>
          <p:cNvSpPr txBox="1"/>
          <p:nvPr/>
        </p:nvSpPr>
        <p:spPr>
          <a:xfrm>
            <a:off x="5257800" y="1932432"/>
            <a:ext cx="1234440" cy="344932"/>
          </a:xfrm>
          <a:prstGeom prst="rect">
            <a:avLst/>
          </a:prstGeom>
          <a:noFill/>
          <a:ln/>
        </p:spPr>
        <p:txBody>
          <a:bodyPr wrap="square" lIns="0" tIns="0" rIns="0" bIns="0" rtlCol="0" anchor="b"/>
          <a:lstStyle/>
          <a:p>
            <a:pPr algn="ctr" indent="0" marL="0">
              <a:buNone/>
            </a:pPr>
            <a:r>
              <a:rPr lang="en-US" sz="1300" b="1" dirty="0">
                <a:solidFill>
                  <a:schemeClr val="accent1"/>
                </a:solidFill>
              </a:rPr>
              <a:t>moeten</a:t>
            </a:r>
            <a:endParaRPr lang="en-US" sz="1300" dirty="0"/>
          </a:p>
        </p:txBody>
      </p:sp>
      <p:sp>
        <p:nvSpPr>
          <p:cNvPr id="15" name="Shape 11"/>
          <p:cNvSpPr/>
          <p:nvPr/>
        </p:nvSpPr>
        <p:spPr>
          <a:xfrm>
            <a:off x="6537960" y="1978152"/>
            <a:ext cx="5102352" cy="616712"/>
          </a:xfrm>
          <a:prstGeom prst="roundRect">
            <a:avLst>
              <a:gd name="adj" fmla="val 11862"/>
            </a:avLst>
          </a:prstGeom>
          <a:solidFill>
            <a:srgbClr val="EDF6F0"/>
          </a:solidFill>
          <a:ln w="15875">
            <a:solidFill>
              <a:srgbClr val="2E7D4F"/>
            </a:solidFill>
            <a:prstDash val="solid"/>
          </a:ln>
        </p:spPr>
      </p:sp>
      <p:sp>
        <p:nvSpPr>
          <p:cNvPr id="16" name="Text 12"/>
          <p:cNvSpPr txBox="1"/>
          <p:nvPr/>
        </p:nvSpPr>
        <p:spPr>
          <a:xfrm>
            <a:off x="6675120" y="1978152"/>
            <a:ext cx="4892040" cy="616712"/>
          </a:xfrm>
          <a:prstGeom prst="rect">
            <a:avLst/>
          </a:prstGeom>
          <a:noFill/>
          <a:ln/>
        </p:spPr>
        <p:txBody>
          <a:bodyPr wrap="square" lIns="0" tIns="0" rIns="0" bIns="0" rtlCol="0" anchor="ctr"/>
          <a:lstStyle/>
          <a:p>
            <a:pPr algn="l" indent="0" marL="0">
              <a:buNone/>
            </a:pPr>
            <a:r>
              <a:rPr lang="en-US" sz="1900" i="1" dirty="0">
                <a:solidFill>
                  <a:schemeClr val="tx1"/>
                </a:solidFill>
              </a:rPr>
              <a:t>Ik moet om 6 uur </a:t>
            </a:r>
            <a:r>
              <a:rPr lang="en-US" sz="1900" b="1" i="1" dirty="0">
                <a:solidFill>
                  <a:schemeClr val="accent1"/>
                </a:solidFill>
              </a:rPr>
              <a:t>op</a:t>
            </a:r>
            <a:r>
              <a:rPr lang="en-US" sz="1900" b="1" i="1" dirty="0">
                <a:solidFill>
                  <a:schemeClr val="tx1"/>
                </a:solidFill>
              </a:rPr>
              <a:t>staan</a:t>
            </a:r>
            <a:r>
              <a:rPr lang="en-US" sz="1900" i="1" dirty="0">
                <a:solidFill>
                  <a:schemeClr val="tx1"/>
                </a:solidFill>
              </a:rPr>
              <a:t>.</a:t>
            </a:r>
            <a:endParaRPr lang="en-US" sz="1900" dirty="0"/>
          </a:p>
        </p:txBody>
      </p:sp>
      <p:sp>
        <p:nvSpPr>
          <p:cNvPr id="17" name="Shape 13"/>
          <p:cNvSpPr/>
          <p:nvPr/>
        </p:nvSpPr>
        <p:spPr>
          <a:xfrm>
            <a:off x="548640" y="2839212"/>
            <a:ext cx="365760" cy="365760"/>
          </a:xfrm>
          <a:prstGeom prst="ellipse">
            <a:avLst/>
          </a:prstGeom>
          <a:solidFill>
            <a:schemeClr val="tx2"/>
          </a:solidFill>
          <a:ln w="12700">
            <a:solidFill>
              <a:srgbClr val="FFFFFF">
                <a:alpha val="0"/>
              </a:srgbClr>
            </a:solidFill>
            <a:prstDash val="solid"/>
          </a:ln>
        </p:spPr>
      </p:sp>
      <p:sp>
        <p:nvSpPr>
          <p:cNvPr id="18" name="Text 14"/>
          <p:cNvSpPr txBox="1"/>
          <p:nvPr/>
        </p:nvSpPr>
        <p:spPr>
          <a:xfrm>
            <a:off x="548640" y="28392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9" name="Shape 15"/>
          <p:cNvSpPr/>
          <p:nvPr/>
        </p:nvSpPr>
        <p:spPr>
          <a:xfrm>
            <a:off x="1005840" y="2704592"/>
            <a:ext cx="4206240" cy="616712"/>
          </a:xfrm>
          <a:prstGeom prst="roundRect">
            <a:avLst>
              <a:gd name="adj" fmla="val 11862"/>
            </a:avLst>
          </a:prstGeom>
          <a:solidFill>
            <a:schemeClr val="bg2"/>
          </a:solidFill>
          <a:ln w="12700">
            <a:solidFill>
              <a:srgbClr val="D5DCE6"/>
            </a:solidFill>
            <a:prstDash val="solid"/>
          </a:ln>
        </p:spPr>
      </p:sp>
      <p:sp>
        <p:nvSpPr>
          <p:cNvPr id="20" name="Text 16"/>
          <p:cNvSpPr txBox="1"/>
          <p:nvPr/>
        </p:nvSpPr>
        <p:spPr>
          <a:xfrm>
            <a:off x="1143000" y="2704592"/>
            <a:ext cx="4023360" cy="616712"/>
          </a:xfrm>
          <a:prstGeom prst="rect">
            <a:avLst/>
          </a:prstGeom>
          <a:noFill/>
          <a:ln/>
        </p:spPr>
        <p:txBody>
          <a:bodyPr wrap="square" lIns="0" tIns="0" rIns="0" bIns="0" rtlCol="0" anchor="ctr"/>
          <a:lstStyle/>
          <a:p>
            <a:pPr algn="l" indent="0" marL="0">
              <a:buNone/>
            </a:pPr>
            <a:r>
              <a:rPr lang="en-US" sz="1900" i="1" dirty="0">
                <a:solidFill>
                  <a:schemeClr val="tx1"/>
                </a:solidFill>
              </a:rPr>
              <a:t>Sofie belt de klant op.</a:t>
            </a:r>
            <a:endParaRPr lang="en-US" sz="1900" dirty="0"/>
          </a:p>
        </p:txBody>
      </p:sp>
      <p:sp>
        <p:nvSpPr>
          <p:cNvPr id="21" name="Shape 17"/>
          <p:cNvSpPr/>
          <p:nvPr/>
        </p:nvSpPr>
        <p:spPr>
          <a:xfrm>
            <a:off x="5303520" y="3022092"/>
            <a:ext cx="1143000" cy="914"/>
          </a:xfrm>
          <a:prstGeom prst="line">
            <a:avLst/>
          </a:prstGeom>
          <a:noFill/>
          <a:ln w="38100">
            <a:solidFill>
              <a:srgbClr val="D9700F"/>
            </a:solidFill>
            <a:prstDash val="solid"/>
            <a:tailEnd type="triangle"/>
          </a:ln>
        </p:spPr>
      </p:sp>
      <p:sp>
        <p:nvSpPr>
          <p:cNvPr id="22" name="Text 18"/>
          <p:cNvSpPr txBox="1"/>
          <p:nvPr/>
        </p:nvSpPr>
        <p:spPr>
          <a:xfrm>
            <a:off x="5257800" y="2658872"/>
            <a:ext cx="1234440" cy="344932"/>
          </a:xfrm>
          <a:prstGeom prst="rect">
            <a:avLst/>
          </a:prstGeom>
          <a:noFill/>
          <a:ln/>
        </p:spPr>
        <p:txBody>
          <a:bodyPr wrap="square" lIns="0" tIns="0" rIns="0" bIns="0" rtlCol="0" anchor="b"/>
          <a:lstStyle/>
          <a:p>
            <a:pPr algn="ctr" indent="0" marL="0">
              <a:buNone/>
            </a:pPr>
            <a:r>
              <a:rPr lang="en-US" sz="1300" b="1" dirty="0">
                <a:solidFill>
                  <a:schemeClr val="accent1"/>
                </a:solidFill>
              </a:rPr>
              <a:t>willen</a:t>
            </a:r>
            <a:endParaRPr lang="en-US" sz="1300" dirty="0"/>
          </a:p>
        </p:txBody>
      </p:sp>
      <p:sp>
        <p:nvSpPr>
          <p:cNvPr id="23" name="Shape 19"/>
          <p:cNvSpPr/>
          <p:nvPr/>
        </p:nvSpPr>
        <p:spPr>
          <a:xfrm>
            <a:off x="6537960" y="2704592"/>
            <a:ext cx="5102352" cy="616712"/>
          </a:xfrm>
          <a:prstGeom prst="roundRect">
            <a:avLst>
              <a:gd name="adj" fmla="val 11862"/>
            </a:avLst>
          </a:prstGeom>
          <a:solidFill>
            <a:srgbClr val="EDF6F0"/>
          </a:solidFill>
          <a:ln w="15875">
            <a:solidFill>
              <a:srgbClr val="2E7D4F"/>
            </a:solidFill>
            <a:prstDash val="solid"/>
          </a:ln>
        </p:spPr>
      </p:sp>
      <p:sp>
        <p:nvSpPr>
          <p:cNvPr id="24" name="Text 20"/>
          <p:cNvSpPr txBox="1"/>
          <p:nvPr/>
        </p:nvSpPr>
        <p:spPr>
          <a:xfrm>
            <a:off x="6675120" y="2704592"/>
            <a:ext cx="4892040" cy="616712"/>
          </a:xfrm>
          <a:prstGeom prst="rect">
            <a:avLst/>
          </a:prstGeom>
          <a:noFill/>
          <a:ln/>
        </p:spPr>
        <p:txBody>
          <a:bodyPr wrap="square" lIns="0" tIns="0" rIns="0" bIns="0" rtlCol="0" anchor="ctr"/>
          <a:lstStyle/>
          <a:p>
            <a:pPr algn="l" indent="0" marL="0">
              <a:buNone/>
            </a:pPr>
            <a:r>
              <a:rPr lang="en-US" sz="1900" i="1" dirty="0">
                <a:solidFill>
                  <a:schemeClr val="tx1"/>
                </a:solidFill>
              </a:rPr>
              <a:t>Sofie wil de klant </a:t>
            </a:r>
            <a:r>
              <a:rPr lang="en-US" sz="1900" b="1" i="1" dirty="0">
                <a:solidFill>
                  <a:schemeClr val="accent1"/>
                </a:solidFill>
              </a:rPr>
              <a:t>op</a:t>
            </a:r>
            <a:r>
              <a:rPr lang="en-US" sz="1900" b="1" i="1" dirty="0">
                <a:solidFill>
                  <a:schemeClr val="tx1"/>
                </a:solidFill>
              </a:rPr>
              <a:t>bellen</a:t>
            </a:r>
            <a:r>
              <a:rPr lang="en-US" sz="1900" i="1" dirty="0">
                <a:solidFill>
                  <a:schemeClr val="tx1"/>
                </a:solidFill>
              </a:rPr>
              <a:t>.</a:t>
            </a:r>
            <a:endParaRPr lang="en-US" sz="1900" dirty="0"/>
          </a:p>
        </p:txBody>
      </p:sp>
      <p:sp>
        <p:nvSpPr>
          <p:cNvPr id="25" name="Shape 21"/>
          <p:cNvSpPr/>
          <p:nvPr/>
        </p:nvSpPr>
        <p:spPr>
          <a:xfrm>
            <a:off x="548640" y="3565652"/>
            <a:ext cx="365760" cy="365760"/>
          </a:xfrm>
          <a:prstGeom prst="ellipse">
            <a:avLst/>
          </a:prstGeom>
          <a:solidFill>
            <a:schemeClr val="tx2"/>
          </a:solidFill>
          <a:ln w="12700">
            <a:solidFill>
              <a:srgbClr val="FFFFFF">
                <a:alpha val="0"/>
              </a:srgbClr>
            </a:solidFill>
            <a:prstDash val="solid"/>
          </a:ln>
        </p:spPr>
      </p:sp>
      <p:sp>
        <p:nvSpPr>
          <p:cNvPr id="26" name="Text 22"/>
          <p:cNvSpPr txBox="1"/>
          <p:nvPr/>
        </p:nvSpPr>
        <p:spPr>
          <a:xfrm>
            <a:off x="548640" y="35656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7" name="Shape 23"/>
          <p:cNvSpPr/>
          <p:nvPr/>
        </p:nvSpPr>
        <p:spPr>
          <a:xfrm>
            <a:off x="1005840" y="3431032"/>
            <a:ext cx="4206240" cy="616712"/>
          </a:xfrm>
          <a:prstGeom prst="roundRect">
            <a:avLst>
              <a:gd name="adj" fmla="val 11862"/>
            </a:avLst>
          </a:prstGeom>
          <a:solidFill>
            <a:schemeClr val="bg2"/>
          </a:solidFill>
          <a:ln w="12700">
            <a:solidFill>
              <a:srgbClr val="D5DCE6"/>
            </a:solidFill>
            <a:prstDash val="solid"/>
          </a:ln>
        </p:spPr>
      </p:sp>
      <p:sp>
        <p:nvSpPr>
          <p:cNvPr id="28" name="Text 24"/>
          <p:cNvSpPr txBox="1"/>
          <p:nvPr/>
        </p:nvSpPr>
        <p:spPr>
          <a:xfrm>
            <a:off x="1143000" y="3431032"/>
            <a:ext cx="4023360" cy="616712"/>
          </a:xfrm>
          <a:prstGeom prst="rect">
            <a:avLst/>
          </a:prstGeom>
          <a:noFill/>
          <a:ln/>
        </p:spPr>
        <p:txBody>
          <a:bodyPr wrap="square" lIns="0" tIns="0" rIns="0" bIns="0" rtlCol="0" anchor="ctr"/>
          <a:lstStyle/>
          <a:p>
            <a:pPr algn="l" indent="0" marL="0">
              <a:buNone/>
            </a:pPr>
            <a:r>
              <a:rPr lang="en-US" sz="1900" i="1" dirty="0">
                <a:solidFill>
                  <a:schemeClr val="tx1"/>
                </a:solidFill>
              </a:rPr>
              <a:t>We loggen thuis in.</a:t>
            </a:r>
            <a:endParaRPr lang="en-US" sz="1900" dirty="0"/>
          </a:p>
        </p:txBody>
      </p:sp>
      <p:sp>
        <p:nvSpPr>
          <p:cNvPr id="29" name="Shape 25"/>
          <p:cNvSpPr/>
          <p:nvPr/>
        </p:nvSpPr>
        <p:spPr>
          <a:xfrm>
            <a:off x="5303520" y="3748532"/>
            <a:ext cx="1143000" cy="914"/>
          </a:xfrm>
          <a:prstGeom prst="line">
            <a:avLst/>
          </a:prstGeom>
          <a:noFill/>
          <a:ln w="38100">
            <a:solidFill>
              <a:srgbClr val="D9700F"/>
            </a:solidFill>
            <a:prstDash val="solid"/>
            <a:tailEnd type="triangle"/>
          </a:ln>
        </p:spPr>
      </p:sp>
      <p:sp>
        <p:nvSpPr>
          <p:cNvPr id="30" name="Text 26"/>
          <p:cNvSpPr txBox="1"/>
          <p:nvPr/>
        </p:nvSpPr>
        <p:spPr>
          <a:xfrm>
            <a:off x="5257800" y="3385312"/>
            <a:ext cx="1234440" cy="344932"/>
          </a:xfrm>
          <a:prstGeom prst="rect">
            <a:avLst/>
          </a:prstGeom>
          <a:noFill/>
          <a:ln/>
        </p:spPr>
        <p:txBody>
          <a:bodyPr wrap="square" lIns="0" tIns="0" rIns="0" bIns="0" rtlCol="0" anchor="b"/>
          <a:lstStyle/>
          <a:p>
            <a:pPr algn="ctr" indent="0" marL="0">
              <a:buNone/>
            </a:pPr>
            <a:r>
              <a:rPr lang="en-US" sz="1300" b="1" dirty="0">
                <a:solidFill>
                  <a:schemeClr val="accent1"/>
                </a:solidFill>
              </a:rPr>
              <a:t>kunnen</a:t>
            </a:r>
            <a:endParaRPr lang="en-US" sz="1300" dirty="0"/>
          </a:p>
        </p:txBody>
      </p:sp>
      <p:sp>
        <p:nvSpPr>
          <p:cNvPr id="31" name="Shape 27"/>
          <p:cNvSpPr/>
          <p:nvPr/>
        </p:nvSpPr>
        <p:spPr>
          <a:xfrm>
            <a:off x="6537960" y="3431032"/>
            <a:ext cx="5102352" cy="616712"/>
          </a:xfrm>
          <a:prstGeom prst="roundRect">
            <a:avLst>
              <a:gd name="adj" fmla="val 11862"/>
            </a:avLst>
          </a:prstGeom>
          <a:solidFill>
            <a:srgbClr val="EDF6F0"/>
          </a:solidFill>
          <a:ln w="15875">
            <a:solidFill>
              <a:srgbClr val="2E7D4F"/>
            </a:solidFill>
            <a:prstDash val="solid"/>
          </a:ln>
        </p:spPr>
      </p:sp>
      <p:sp>
        <p:nvSpPr>
          <p:cNvPr id="32" name="Text 28"/>
          <p:cNvSpPr txBox="1"/>
          <p:nvPr/>
        </p:nvSpPr>
        <p:spPr>
          <a:xfrm>
            <a:off x="6675120" y="3431032"/>
            <a:ext cx="4892040" cy="616712"/>
          </a:xfrm>
          <a:prstGeom prst="rect">
            <a:avLst/>
          </a:prstGeom>
          <a:noFill/>
          <a:ln/>
        </p:spPr>
        <p:txBody>
          <a:bodyPr wrap="square" lIns="0" tIns="0" rIns="0" bIns="0" rtlCol="0" anchor="ctr"/>
          <a:lstStyle/>
          <a:p>
            <a:pPr algn="l" indent="0" marL="0">
              <a:buNone/>
            </a:pPr>
            <a:r>
              <a:rPr lang="en-US" sz="1900" i="1" dirty="0">
                <a:solidFill>
                  <a:schemeClr val="tx1"/>
                </a:solidFill>
              </a:rPr>
              <a:t>We kunnen thuis </a:t>
            </a:r>
            <a:r>
              <a:rPr lang="en-US" sz="1900" b="1" i="1" dirty="0">
                <a:solidFill>
                  <a:schemeClr val="accent1"/>
                </a:solidFill>
              </a:rPr>
              <a:t>in</a:t>
            </a:r>
            <a:r>
              <a:rPr lang="en-US" sz="1900" b="1" i="1" dirty="0">
                <a:solidFill>
                  <a:schemeClr val="tx1"/>
                </a:solidFill>
              </a:rPr>
              <a:t>loggen</a:t>
            </a:r>
            <a:r>
              <a:rPr lang="en-US" sz="1900" i="1" dirty="0">
                <a:solidFill>
                  <a:schemeClr val="tx1"/>
                </a:solidFill>
              </a:rPr>
              <a:t>.</a:t>
            </a:r>
            <a:endParaRPr lang="en-US" sz="1900" dirty="0"/>
          </a:p>
        </p:txBody>
      </p:sp>
      <p:sp>
        <p:nvSpPr>
          <p:cNvPr id="33" name="Shape 29"/>
          <p:cNvSpPr/>
          <p:nvPr/>
        </p:nvSpPr>
        <p:spPr>
          <a:xfrm>
            <a:off x="548640" y="4292092"/>
            <a:ext cx="365760" cy="365760"/>
          </a:xfrm>
          <a:prstGeom prst="ellipse">
            <a:avLst/>
          </a:prstGeom>
          <a:solidFill>
            <a:schemeClr val="tx2"/>
          </a:solidFill>
          <a:ln w="12700">
            <a:solidFill>
              <a:srgbClr val="FFFFFF">
                <a:alpha val="0"/>
              </a:srgbClr>
            </a:solidFill>
            <a:prstDash val="solid"/>
          </a:ln>
        </p:spPr>
      </p:sp>
      <p:sp>
        <p:nvSpPr>
          <p:cNvPr id="34" name="Text 30"/>
          <p:cNvSpPr txBox="1"/>
          <p:nvPr/>
        </p:nvSpPr>
        <p:spPr>
          <a:xfrm>
            <a:off x="548640" y="42920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5" name="Shape 31"/>
          <p:cNvSpPr/>
          <p:nvPr/>
        </p:nvSpPr>
        <p:spPr>
          <a:xfrm>
            <a:off x="1005840" y="4157472"/>
            <a:ext cx="4206240" cy="616712"/>
          </a:xfrm>
          <a:prstGeom prst="roundRect">
            <a:avLst>
              <a:gd name="adj" fmla="val 11862"/>
            </a:avLst>
          </a:prstGeom>
          <a:solidFill>
            <a:schemeClr val="bg2"/>
          </a:solidFill>
          <a:ln w="12700">
            <a:solidFill>
              <a:srgbClr val="D5DCE6"/>
            </a:solidFill>
            <a:prstDash val="solid"/>
          </a:ln>
        </p:spPr>
      </p:sp>
      <p:sp>
        <p:nvSpPr>
          <p:cNvPr id="36" name="Text 32"/>
          <p:cNvSpPr txBox="1"/>
          <p:nvPr/>
        </p:nvSpPr>
        <p:spPr>
          <a:xfrm>
            <a:off x="1143000" y="4157472"/>
            <a:ext cx="4023360" cy="616712"/>
          </a:xfrm>
          <a:prstGeom prst="rect">
            <a:avLst/>
          </a:prstGeom>
          <a:noFill/>
          <a:ln/>
        </p:spPr>
        <p:txBody>
          <a:bodyPr wrap="square" lIns="0" tIns="0" rIns="0" bIns="0" rtlCol="0" anchor="ctr"/>
          <a:lstStyle/>
          <a:p>
            <a:pPr algn="l" indent="0" marL="0">
              <a:buNone/>
            </a:pPr>
            <a:r>
              <a:rPr lang="en-US" sz="1900" i="1" dirty="0">
                <a:solidFill>
                  <a:schemeClr val="tx1"/>
                </a:solidFill>
              </a:rPr>
              <a:t>Je neemt je badge mee.</a:t>
            </a:r>
            <a:endParaRPr lang="en-US" sz="1900" dirty="0"/>
          </a:p>
        </p:txBody>
      </p:sp>
      <p:sp>
        <p:nvSpPr>
          <p:cNvPr id="37" name="Shape 33"/>
          <p:cNvSpPr/>
          <p:nvPr/>
        </p:nvSpPr>
        <p:spPr>
          <a:xfrm>
            <a:off x="5303520" y="4474972"/>
            <a:ext cx="1143000" cy="914"/>
          </a:xfrm>
          <a:prstGeom prst="line">
            <a:avLst/>
          </a:prstGeom>
          <a:noFill/>
          <a:ln w="38100">
            <a:solidFill>
              <a:srgbClr val="D9700F"/>
            </a:solidFill>
            <a:prstDash val="solid"/>
            <a:tailEnd type="triangle"/>
          </a:ln>
        </p:spPr>
      </p:sp>
      <p:sp>
        <p:nvSpPr>
          <p:cNvPr id="38" name="Text 34"/>
          <p:cNvSpPr txBox="1"/>
          <p:nvPr/>
        </p:nvSpPr>
        <p:spPr>
          <a:xfrm>
            <a:off x="5257800" y="4111752"/>
            <a:ext cx="1234440" cy="344932"/>
          </a:xfrm>
          <a:prstGeom prst="rect">
            <a:avLst/>
          </a:prstGeom>
          <a:noFill/>
          <a:ln/>
        </p:spPr>
        <p:txBody>
          <a:bodyPr wrap="square" lIns="0" tIns="0" rIns="0" bIns="0" rtlCol="0" anchor="b"/>
          <a:lstStyle/>
          <a:p>
            <a:pPr algn="ctr" indent="0" marL="0">
              <a:buNone/>
            </a:pPr>
            <a:r>
              <a:rPr lang="en-US" sz="1300" b="1" dirty="0">
                <a:solidFill>
                  <a:schemeClr val="accent1"/>
                </a:solidFill>
              </a:rPr>
              <a:t>moeten</a:t>
            </a:r>
            <a:endParaRPr lang="en-US" sz="1300" dirty="0"/>
          </a:p>
        </p:txBody>
      </p:sp>
      <p:sp>
        <p:nvSpPr>
          <p:cNvPr id="39" name="Shape 35"/>
          <p:cNvSpPr/>
          <p:nvPr/>
        </p:nvSpPr>
        <p:spPr>
          <a:xfrm>
            <a:off x="6537960" y="4157472"/>
            <a:ext cx="5102352" cy="616712"/>
          </a:xfrm>
          <a:prstGeom prst="roundRect">
            <a:avLst>
              <a:gd name="adj" fmla="val 11862"/>
            </a:avLst>
          </a:prstGeom>
          <a:solidFill>
            <a:srgbClr val="EDF6F0"/>
          </a:solidFill>
          <a:ln w="15875">
            <a:solidFill>
              <a:srgbClr val="2E7D4F"/>
            </a:solidFill>
            <a:prstDash val="solid"/>
          </a:ln>
        </p:spPr>
      </p:sp>
      <p:sp>
        <p:nvSpPr>
          <p:cNvPr id="40" name="Text 36"/>
          <p:cNvSpPr txBox="1"/>
          <p:nvPr/>
        </p:nvSpPr>
        <p:spPr>
          <a:xfrm>
            <a:off x="6675120" y="4157472"/>
            <a:ext cx="4892040" cy="616712"/>
          </a:xfrm>
          <a:prstGeom prst="rect">
            <a:avLst/>
          </a:prstGeom>
          <a:noFill/>
          <a:ln/>
        </p:spPr>
        <p:txBody>
          <a:bodyPr wrap="square" lIns="0" tIns="0" rIns="0" bIns="0" rtlCol="0" anchor="ctr"/>
          <a:lstStyle/>
          <a:p>
            <a:pPr algn="l" indent="0" marL="0">
              <a:buNone/>
            </a:pPr>
            <a:r>
              <a:rPr lang="en-US" sz="1900" i="1" dirty="0">
                <a:solidFill>
                  <a:schemeClr val="tx1"/>
                </a:solidFill>
              </a:rPr>
              <a:t>Je moet je badge </a:t>
            </a:r>
            <a:r>
              <a:rPr lang="en-US" sz="1900" b="1" i="1" dirty="0">
                <a:solidFill>
                  <a:schemeClr val="accent1"/>
                </a:solidFill>
              </a:rPr>
              <a:t>mee</a:t>
            </a:r>
            <a:r>
              <a:rPr lang="en-US" sz="1900" b="1" i="1" dirty="0">
                <a:solidFill>
                  <a:schemeClr val="tx1"/>
                </a:solidFill>
              </a:rPr>
              <a:t>nemen</a:t>
            </a:r>
            <a:r>
              <a:rPr lang="en-US" sz="1900" i="1" dirty="0">
                <a:solidFill>
                  <a:schemeClr val="tx1"/>
                </a:solidFill>
              </a:rPr>
              <a:t>.</a:t>
            </a:r>
            <a:endParaRPr lang="en-US" sz="1900" dirty="0"/>
          </a:p>
        </p:txBody>
      </p:sp>
      <p:sp>
        <p:nvSpPr>
          <p:cNvPr id="41" name="Shape 37"/>
          <p:cNvSpPr/>
          <p:nvPr/>
        </p:nvSpPr>
        <p:spPr>
          <a:xfrm>
            <a:off x="548640" y="5018532"/>
            <a:ext cx="365760" cy="365760"/>
          </a:xfrm>
          <a:prstGeom prst="ellipse">
            <a:avLst/>
          </a:prstGeom>
          <a:solidFill>
            <a:schemeClr val="tx2"/>
          </a:solidFill>
          <a:ln w="12700">
            <a:solidFill>
              <a:srgbClr val="FFFFFF">
                <a:alpha val="0"/>
              </a:srgbClr>
            </a:solidFill>
            <a:prstDash val="solid"/>
          </a:ln>
        </p:spPr>
      </p:sp>
      <p:sp>
        <p:nvSpPr>
          <p:cNvPr id="42" name="Text 38"/>
          <p:cNvSpPr txBox="1"/>
          <p:nvPr/>
        </p:nvSpPr>
        <p:spPr>
          <a:xfrm>
            <a:off x="548640" y="501853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3" name="Shape 39"/>
          <p:cNvSpPr/>
          <p:nvPr/>
        </p:nvSpPr>
        <p:spPr>
          <a:xfrm>
            <a:off x="1005840" y="4883912"/>
            <a:ext cx="4206240" cy="616712"/>
          </a:xfrm>
          <a:prstGeom prst="roundRect">
            <a:avLst>
              <a:gd name="adj" fmla="val 11862"/>
            </a:avLst>
          </a:prstGeom>
          <a:solidFill>
            <a:schemeClr val="bg2"/>
          </a:solidFill>
          <a:ln w="12700">
            <a:solidFill>
              <a:srgbClr val="D5DCE6"/>
            </a:solidFill>
            <a:prstDash val="solid"/>
          </a:ln>
        </p:spPr>
      </p:sp>
      <p:sp>
        <p:nvSpPr>
          <p:cNvPr id="44" name="Text 40"/>
          <p:cNvSpPr txBox="1"/>
          <p:nvPr/>
        </p:nvSpPr>
        <p:spPr>
          <a:xfrm>
            <a:off x="1143000" y="4883912"/>
            <a:ext cx="4023360" cy="616712"/>
          </a:xfrm>
          <a:prstGeom prst="rect">
            <a:avLst/>
          </a:prstGeom>
          <a:noFill/>
          <a:ln/>
        </p:spPr>
        <p:txBody>
          <a:bodyPr wrap="square" lIns="0" tIns="0" rIns="0" bIns="0" rtlCol="0" anchor="ctr"/>
          <a:lstStyle/>
          <a:p>
            <a:pPr algn="l" indent="0" marL="0">
              <a:buNone/>
            </a:pPr>
            <a:r>
              <a:rPr lang="en-US" sz="1900" i="1" dirty="0">
                <a:solidFill>
                  <a:schemeClr val="tx1"/>
                </a:solidFill>
              </a:rPr>
              <a:t>Ik ga om 16 uur weg.</a:t>
            </a:r>
            <a:endParaRPr lang="en-US" sz="1900" dirty="0"/>
          </a:p>
        </p:txBody>
      </p:sp>
      <p:sp>
        <p:nvSpPr>
          <p:cNvPr id="45" name="Shape 41"/>
          <p:cNvSpPr/>
          <p:nvPr/>
        </p:nvSpPr>
        <p:spPr>
          <a:xfrm>
            <a:off x="5303520" y="5201412"/>
            <a:ext cx="1143000" cy="914"/>
          </a:xfrm>
          <a:prstGeom prst="line">
            <a:avLst/>
          </a:prstGeom>
          <a:noFill/>
          <a:ln w="38100">
            <a:solidFill>
              <a:srgbClr val="D9700F"/>
            </a:solidFill>
            <a:prstDash val="solid"/>
            <a:tailEnd type="triangle"/>
          </a:ln>
        </p:spPr>
      </p:sp>
      <p:sp>
        <p:nvSpPr>
          <p:cNvPr id="46" name="Text 42"/>
          <p:cNvSpPr txBox="1"/>
          <p:nvPr/>
        </p:nvSpPr>
        <p:spPr>
          <a:xfrm>
            <a:off x="5257800" y="4838192"/>
            <a:ext cx="1234440" cy="344932"/>
          </a:xfrm>
          <a:prstGeom prst="rect">
            <a:avLst/>
          </a:prstGeom>
          <a:noFill/>
          <a:ln/>
        </p:spPr>
        <p:txBody>
          <a:bodyPr wrap="square" lIns="0" tIns="0" rIns="0" bIns="0" rtlCol="0" anchor="b"/>
          <a:lstStyle/>
          <a:p>
            <a:pPr algn="ctr" indent="0" marL="0">
              <a:buNone/>
            </a:pPr>
            <a:r>
              <a:rPr lang="en-US" sz="1300" b="1" dirty="0">
                <a:solidFill>
                  <a:schemeClr val="accent1"/>
                </a:solidFill>
              </a:rPr>
              <a:t>mogen</a:t>
            </a:r>
            <a:endParaRPr lang="en-US" sz="1300" dirty="0"/>
          </a:p>
        </p:txBody>
      </p:sp>
      <p:sp>
        <p:nvSpPr>
          <p:cNvPr id="47" name="Shape 43"/>
          <p:cNvSpPr/>
          <p:nvPr/>
        </p:nvSpPr>
        <p:spPr>
          <a:xfrm>
            <a:off x="6537960" y="4883912"/>
            <a:ext cx="5102352" cy="616712"/>
          </a:xfrm>
          <a:prstGeom prst="roundRect">
            <a:avLst>
              <a:gd name="adj" fmla="val 11862"/>
            </a:avLst>
          </a:prstGeom>
          <a:solidFill>
            <a:srgbClr val="EDF6F0"/>
          </a:solidFill>
          <a:ln w="15875">
            <a:solidFill>
              <a:srgbClr val="2E7D4F"/>
            </a:solidFill>
            <a:prstDash val="solid"/>
          </a:ln>
        </p:spPr>
      </p:sp>
      <p:sp>
        <p:nvSpPr>
          <p:cNvPr id="48" name="Text 44"/>
          <p:cNvSpPr txBox="1"/>
          <p:nvPr/>
        </p:nvSpPr>
        <p:spPr>
          <a:xfrm>
            <a:off x="6675120" y="4883912"/>
            <a:ext cx="4892040" cy="616712"/>
          </a:xfrm>
          <a:prstGeom prst="rect">
            <a:avLst/>
          </a:prstGeom>
          <a:noFill/>
          <a:ln/>
        </p:spPr>
        <p:txBody>
          <a:bodyPr wrap="square" lIns="0" tIns="0" rIns="0" bIns="0" rtlCol="0" anchor="ctr"/>
          <a:lstStyle/>
          <a:p>
            <a:pPr algn="l" indent="0" marL="0">
              <a:buNone/>
            </a:pPr>
            <a:r>
              <a:rPr lang="en-US" sz="1900" i="1" dirty="0">
                <a:solidFill>
                  <a:schemeClr val="tx1"/>
                </a:solidFill>
              </a:rPr>
              <a:t>Ik mag om 16 uur </a:t>
            </a:r>
            <a:r>
              <a:rPr lang="en-US" sz="1900" b="1" i="1" dirty="0">
                <a:solidFill>
                  <a:schemeClr val="accent1"/>
                </a:solidFill>
              </a:rPr>
              <a:t>weg</a:t>
            </a:r>
            <a:r>
              <a:rPr lang="en-US" sz="1900" b="1" i="1" dirty="0">
                <a:solidFill>
                  <a:schemeClr val="tx1"/>
                </a:solidFill>
              </a:rPr>
              <a:t>gaan</a:t>
            </a:r>
            <a:r>
              <a:rPr lang="en-US" sz="1900" i="1" dirty="0">
                <a:solidFill>
                  <a:schemeClr val="tx1"/>
                </a:solidFill>
              </a:rPr>
              <a:t>.</a:t>
            </a:r>
            <a:endParaRPr lang="en-US" sz="1900" dirty="0"/>
          </a:p>
        </p:txBody>
      </p:sp>
      <p:sp>
        <p:nvSpPr>
          <p:cNvPr id="49" name="Shape 45"/>
          <p:cNvSpPr/>
          <p:nvPr/>
        </p:nvSpPr>
        <p:spPr>
          <a:xfrm>
            <a:off x="548640" y="5744972"/>
            <a:ext cx="365760" cy="365760"/>
          </a:xfrm>
          <a:prstGeom prst="ellipse">
            <a:avLst/>
          </a:prstGeom>
          <a:solidFill>
            <a:schemeClr val="tx2"/>
          </a:solidFill>
          <a:ln w="12700">
            <a:solidFill>
              <a:srgbClr val="FFFFFF">
                <a:alpha val="0"/>
              </a:srgbClr>
            </a:solidFill>
            <a:prstDash val="solid"/>
          </a:ln>
        </p:spPr>
      </p:sp>
      <p:sp>
        <p:nvSpPr>
          <p:cNvPr id="50" name="Text 46"/>
          <p:cNvSpPr txBox="1"/>
          <p:nvPr/>
        </p:nvSpPr>
        <p:spPr>
          <a:xfrm>
            <a:off x="548640" y="57449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51" name="Shape 47"/>
          <p:cNvSpPr/>
          <p:nvPr/>
        </p:nvSpPr>
        <p:spPr>
          <a:xfrm>
            <a:off x="1005840" y="5610352"/>
            <a:ext cx="4206240" cy="616712"/>
          </a:xfrm>
          <a:prstGeom prst="roundRect">
            <a:avLst>
              <a:gd name="adj" fmla="val 11862"/>
            </a:avLst>
          </a:prstGeom>
          <a:solidFill>
            <a:schemeClr val="bg2"/>
          </a:solidFill>
          <a:ln w="12700">
            <a:solidFill>
              <a:srgbClr val="D5DCE6"/>
            </a:solidFill>
            <a:prstDash val="solid"/>
          </a:ln>
        </p:spPr>
      </p:sp>
      <p:sp>
        <p:nvSpPr>
          <p:cNvPr id="52" name="Text 48"/>
          <p:cNvSpPr txBox="1"/>
          <p:nvPr/>
        </p:nvSpPr>
        <p:spPr>
          <a:xfrm>
            <a:off x="1143000" y="5610352"/>
            <a:ext cx="4023360" cy="616712"/>
          </a:xfrm>
          <a:prstGeom prst="rect">
            <a:avLst/>
          </a:prstGeom>
          <a:noFill/>
          <a:ln/>
        </p:spPr>
        <p:txBody>
          <a:bodyPr wrap="square" lIns="0" tIns="0" rIns="0" bIns="0" rtlCol="0" anchor="ctr"/>
          <a:lstStyle/>
          <a:p>
            <a:pPr algn="l" indent="0" marL="0">
              <a:buNone/>
            </a:pPr>
            <a:r>
              <a:rPr lang="en-US" sz="1900" i="1" dirty="0">
                <a:solidFill>
                  <a:schemeClr val="tx1"/>
                </a:solidFill>
              </a:rPr>
              <a:t>Hij doet mee.</a:t>
            </a:r>
            <a:endParaRPr lang="en-US" sz="1900" dirty="0"/>
          </a:p>
        </p:txBody>
      </p:sp>
      <p:sp>
        <p:nvSpPr>
          <p:cNvPr id="53" name="Shape 49"/>
          <p:cNvSpPr/>
          <p:nvPr/>
        </p:nvSpPr>
        <p:spPr>
          <a:xfrm>
            <a:off x="5303520" y="5927852"/>
            <a:ext cx="1143000" cy="914"/>
          </a:xfrm>
          <a:prstGeom prst="line">
            <a:avLst/>
          </a:prstGeom>
          <a:noFill/>
          <a:ln w="38100">
            <a:solidFill>
              <a:srgbClr val="D9700F"/>
            </a:solidFill>
            <a:prstDash val="solid"/>
            <a:tailEnd type="triangle"/>
          </a:ln>
        </p:spPr>
      </p:sp>
      <p:sp>
        <p:nvSpPr>
          <p:cNvPr id="54" name="Text 50"/>
          <p:cNvSpPr txBox="1"/>
          <p:nvPr/>
        </p:nvSpPr>
        <p:spPr>
          <a:xfrm>
            <a:off x="5257800" y="5564632"/>
            <a:ext cx="1234440" cy="344932"/>
          </a:xfrm>
          <a:prstGeom prst="rect">
            <a:avLst/>
          </a:prstGeom>
          <a:noFill/>
          <a:ln/>
        </p:spPr>
        <p:txBody>
          <a:bodyPr wrap="square" lIns="0" tIns="0" rIns="0" bIns="0" rtlCol="0" anchor="b"/>
          <a:lstStyle/>
          <a:p>
            <a:pPr algn="ctr" indent="0" marL="0">
              <a:buNone/>
            </a:pPr>
            <a:r>
              <a:rPr lang="en-US" sz="1300" b="1" dirty="0">
                <a:solidFill>
                  <a:schemeClr val="accent1"/>
                </a:solidFill>
              </a:rPr>
              <a:t>willen</a:t>
            </a:r>
            <a:endParaRPr lang="en-US" sz="1300" dirty="0"/>
          </a:p>
        </p:txBody>
      </p:sp>
      <p:sp>
        <p:nvSpPr>
          <p:cNvPr id="55" name="Shape 51"/>
          <p:cNvSpPr/>
          <p:nvPr/>
        </p:nvSpPr>
        <p:spPr>
          <a:xfrm>
            <a:off x="6537960" y="5610352"/>
            <a:ext cx="5102352" cy="616712"/>
          </a:xfrm>
          <a:prstGeom prst="roundRect">
            <a:avLst>
              <a:gd name="adj" fmla="val 11862"/>
            </a:avLst>
          </a:prstGeom>
          <a:solidFill>
            <a:srgbClr val="EDF6F0"/>
          </a:solidFill>
          <a:ln w="15875">
            <a:solidFill>
              <a:srgbClr val="2E7D4F"/>
            </a:solidFill>
            <a:prstDash val="solid"/>
          </a:ln>
        </p:spPr>
      </p:sp>
      <p:sp>
        <p:nvSpPr>
          <p:cNvPr id="56" name="Text 52"/>
          <p:cNvSpPr txBox="1"/>
          <p:nvPr/>
        </p:nvSpPr>
        <p:spPr>
          <a:xfrm>
            <a:off x="6675120" y="5610352"/>
            <a:ext cx="4892040" cy="616712"/>
          </a:xfrm>
          <a:prstGeom prst="rect">
            <a:avLst/>
          </a:prstGeom>
          <a:noFill/>
          <a:ln/>
        </p:spPr>
        <p:txBody>
          <a:bodyPr wrap="square" lIns="0" tIns="0" rIns="0" bIns="0" rtlCol="0" anchor="ctr"/>
          <a:lstStyle/>
          <a:p>
            <a:pPr algn="l" indent="0" marL="0">
              <a:buNone/>
            </a:pPr>
            <a:r>
              <a:rPr lang="en-US" sz="1900" i="1" dirty="0">
                <a:solidFill>
                  <a:schemeClr val="tx1"/>
                </a:solidFill>
              </a:rPr>
              <a:t>Hij wil </a:t>
            </a:r>
            <a:r>
              <a:rPr lang="en-US" sz="1900" b="1" i="1" dirty="0">
                <a:solidFill>
                  <a:schemeClr val="accent1"/>
                </a:solidFill>
              </a:rPr>
              <a:t>mee</a:t>
            </a:r>
            <a:r>
              <a:rPr lang="en-US" sz="1900" b="1" i="1" dirty="0">
                <a:solidFill>
                  <a:schemeClr val="tx1"/>
                </a:solidFill>
              </a:rPr>
              <a:t>doen</a:t>
            </a:r>
            <a:r>
              <a:rPr lang="en-US" sz="1900" i="1" dirty="0">
                <a:solidFill>
                  <a:schemeClr val="tx1"/>
                </a:solidFill>
              </a:rPr>
              <a:t>.</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La bonne particule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une particule de la banque.</a:t>
            </a:r>
            <a:endParaRPr lang="en-US" sz="1700" dirty="0"/>
          </a:p>
        </p:txBody>
      </p:sp>
      <p:pic>
        <p:nvPicPr>
          <p:cNvPr id="8" name="Image 1" descr="memo">    </p:cNvPr>
          <p:cNvPicPr>
            <a:picLocks noChangeAspect="1"/>
          </p:cNvPicPr>
          <p:nvPr/>
        </p:nvPicPr>
        <p:blipFill>
          <a:blip r:embed="rId2"/>
          <a:stretch>
            <a:fillRect/>
          </a:stretch>
        </p:blipFill>
        <p:spPr>
          <a:xfrm>
            <a:off x="548640" y="2042160"/>
            <a:ext cx="594360" cy="594360"/>
          </a:xfrm>
          <a:prstGeom prst="rect">
            <a:avLst/>
          </a:prstGeom>
        </p:spPr>
      </p:pic>
      <p:sp>
        <p:nvSpPr>
          <p:cNvPr id="9" name="Text 4"/>
          <p:cNvSpPr txBox="1"/>
          <p:nvPr/>
        </p:nvSpPr>
        <p:spPr>
          <a:xfrm>
            <a:off x="1234440" y="1932432"/>
            <a:ext cx="3429000" cy="998220"/>
          </a:xfrm>
          <a:prstGeom prst="rect">
            <a:avLst/>
          </a:prstGeom>
          <a:noFill/>
          <a:ln/>
        </p:spPr>
        <p:txBody>
          <a:bodyPr wrap="square" lIns="0" tIns="0" rIns="0" bIns="0" rtlCol="0" anchor="ctr"/>
          <a:lstStyle/>
          <a:p>
            <a:pPr algn="l" indent="0" marL="0">
              <a:buNone/>
            </a:pPr>
            <a:r>
              <a:rPr lang="en-US" sz="1700" b="1" dirty="0">
                <a:solidFill>
                  <a:schemeClr val="tx1"/>
                </a:solidFill>
              </a:rPr>
              <a:t>1</a:t>
            </a:r>
            <a:r>
              <a:rPr lang="en-US" sz="1700" dirty="0">
                <a:solidFill>
                  <a:schemeClr val="tx1"/>
                </a:solidFill>
              </a:rPr>
              <a:t>  </a:t>
            </a:r>
            <a:r>
              <a:rPr lang="en-US" sz="1700" i="1" dirty="0">
                <a:solidFill>
                  <a:schemeClr val="tx1"/>
                </a:solidFill>
              </a:rPr>
              <a:t>Kunt u dit formulier </a:t>
            </a:r>
            <a:r>
              <a:rPr lang="en-US" sz="1700" i="1" dirty="0">
                <a:solidFill>
                  <a:schemeClr val="accent5"/>
                </a:solidFill>
              </a:rPr>
              <a:t>…………</a:t>
            </a:r>
            <a:r>
              <a:rPr lang="en-US" sz="1700" i="1" dirty="0">
                <a:solidFill>
                  <a:schemeClr val="tx1"/>
                </a:solidFill>
              </a:rPr>
              <a:t>vullen?</a:t>
            </a:r>
            <a:endParaRPr lang="en-US" sz="1700" dirty="0"/>
          </a:p>
        </p:txBody>
      </p:sp>
      <p:pic>
        <p:nvPicPr>
          <p:cNvPr id="10" name="Image 2" descr="telephone receiver">    </p:cNvPr>
          <p:cNvPicPr>
            <a:picLocks noChangeAspect="1"/>
          </p:cNvPicPr>
          <p:nvPr/>
        </p:nvPicPr>
        <p:blipFill>
          <a:blip r:embed="rId3"/>
          <a:stretch>
            <a:fillRect/>
          </a:stretch>
        </p:blipFill>
        <p:spPr>
          <a:xfrm>
            <a:off x="4754880" y="2042160"/>
            <a:ext cx="594360" cy="594360"/>
          </a:xfrm>
          <a:prstGeom prst="rect">
            <a:avLst/>
          </a:prstGeom>
        </p:spPr>
      </p:pic>
      <p:sp>
        <p:nvSpPr>
          <p:cNvPr id="11" name="Text 5"/>
          <p:cNvSpPr txBox="1"/>
          <p:nvPr/>
        </p:nvSpPr>
        <p:spPr>
          <a:xfrm>
            <a:off x="5440680" y="1932432"/>
            <a:ext cx="3429000" cy="998220"/>
          </a:xfrm>
          <a:prstGeom prst="rect">
            <a:avLst/>
          </a:prstGeom>
          <a:noFill/>
          <a:ln/>
        </p:spPr>
        <p:txBody>
          <a:bodyPr wrap="square" lIns="0" tIns="0" rIns="0" bIns="0" rtlCol="0" anchor="ctr"/>
          <a:lstStyle/>
          <a:p>
            <a:pPr algn="l" indent="0" marL="0">
              <a:buNone/>
            </a:pPr>
            <a:r>
              <a:rPr lang="en-US" sz="1700" b="1" dirty="0">
                <a:solidFill>
                  <a:schemeClr val="tx1"/>
                </a:solidFill>
              </a:rPr>
              <a:t>2</a:t>
            </a:r>
            <a:r>
              <a:rPr lang="en-US" sz="1700" dirty="0">
                <a:solidFill>
                  <a:schemeClr val="tx1"/>
                </a:solidFill>
              </a:rPr>
              <a:t>  </a:t>
            </a:r>
            <a:r>
              <a:rPr lang="en-US" sz="1700" i="1" dirty="0">
                <a:solidFill>
                  <a:schemeClr val="tx1"/>
                </a:solidFill>
              </a:rPr>
              <a:t>Je hebt gebeld? Ik bel je morgen </a:t>
            </a:r>
            <a:r>
              <a:rPr lang="en-US" sz="1700" i="1" dirty="0">
                <a:solidFill>
                  <a:schemeClr val="accent5"/>
                </a:solidFill>
              </a:rPr>
              <a:t>…………</a:t>
            </a:r>
            <a:r>
              <a:rPr lang="en-US" sz="1700" i="1" dirty="0">
                <a:solidFill>
                  <a:schemeClr val="tx1"/>
                </a:solidFill>
              </a:rPr>
              <a:t>.</a:t>
            </a:r>
            <a:endParaRPr lang="en-US" sz="1700" dirty="0"/>
          </a:p>
        </p:txBody>
      </p:sp>
      <p:pic>
        <p:nvPicPr>
          <p:cNvPr id="12" name="Image 3" descr="umbrella">    </p:cNvPr>
          <p:cNvPicPr>
            <a:picLocks noChangeAspect="1"/>
          </p:cNvPicPr>
          <p:nvPr/>
        </p:nvPicPr>
        <p:blipFill>
          <a:blip r:embed="rId4"/>
          <a:stretch>
            <a:fillRect/>
          </a:stretch>
        </p:blipFill>
        <p:spPr>
          <a:xfrm>
            <a:off x="548640" y="3131820"/>
            <a:ext cx="594360" cy="594360"/>
          </a:xfrm>
          <a:prstGeom prst="rect">
            <a:avLst/>
          </a:prstGeom>
        </p:spPr>
      </p:pic>
      <p:sp>
        <p:nvSpPr>
          <p:cNvPr id="13" name="Text 6"/>
          <p:cNvSpPr txBox="1"/>
          <p:nvPr/>
        </p:nvSpPr>
        <p:spPr>
          <a:xfrm>
            <a:off x="1234440" y="3022092"/>
            <a:ext cx="3429000" cy="998220"/>
          </a:xfrm>
          <a:prstGeom prst="rect">
            <a:avLst/>
          </a:prstGeom>
          <a:noFill/>
          <a:ln/>
        </p:spPr>
        <p:txBody>
          <a:bodyPr wrap="square" lIns="0" tIns="0" rIns="0" bIns="0" rtlCol="0" anchor="ctr"/>
          <a:lstStyle/>
          <a:p>
            <a:pPr algn="l" indent="0" marL="0">
              <a:buNone/>
            </a:pPr>
            <a:r>
              <a:rPr lang="en-US" sz="1700" b="1" dirty="0">
                <a:solidFill>
                  <a:schemeClr val="tx1"/>
                </a:solidFill>
              </a:rPr>
              <a:t>3</a:t>
            </a:r>
            <a:r>
              <a:rPr lang="en-US" sz="1700" dirty="0">
                <a:solidFill>
                  <a:schemeClr val="tx1"/>
                </a:solidFill>
              </a:rPr>
              <a:t>  </a:t>
            </a:r>
            <a:r>
              <a:rPr lang="en-US" sz="1700" i="1" dirty="0">
                <a:solidFill>
                  <a:schemeClr val="tx1"/>
                </a:solidFill>
              </a:rPr>
              <a:t>Neem je paraplu </a:t>
            </a:r>
            <a:r>
              <a:rPr lang="en-US" sz="1700" i="1" dirty="0">
                <a:solidFill>
                  <a:schemeClr val="accent5"/>
                </a:solidFill>
              </a:rPr>
              <a:t>…………</a:t>
            </a:r>
            <a:r>
              <a:rPr lang="en-US" sz="1700" i="1" dirty="0">
                <a:solidFill>
                  <a:schemeClr val="tx1"/>
                </a:solidFill>
              </a:rPr>
              <a:t>!</a:t>
            </a:r>
            <a:endParaRPr lang="en-US" sz="1700" dirty="0"/>
          </a:p>
        </p:txBody>
      </p:sp>
      <p:pic>
        <p:nvPicPr>
          <p:cNvPr id="14" name="Image 4" descr="window">    </p:cNvPr>
          <p:cNvPicPr>
            <a:picLocks noChangeAspect="1"/>
          </p:cNvPicPr>
          <p:nvPr/>
        </p:nvPicPr>
        <p:blipFill>
          <a:blip r:embed="rId5"/>
          <a:stretch>
            <a:fillRect/>
          </a:stretch>
        </p:blipFill>
        <p:spPr>
          <a:xfrm>
            <a:off x="4754880" y="3131820"/>
            <a:ext cx="594360" cy="594360"/>
          </a:xfrm>
          <a:prstGeom prst="rect">
            <a:avLst/>
          </a:prstGeom>
        </p:spPr>
      </p:pic>
      <p:sp>
        <p:nvSpPr>
          <p:cNvPr id="15" name="Text 7"/>
          <p:cNvSpPr txBox="1"/>
          <p:nvPr/>
        </p:nvSpPr>
        <p:spPr>
          <a:xfrm>
            <a:off x="5440680" y="3022092"/>
            <a:ext cx="3429000" cy="998220"/>
          </a:xfrm>
          <a:prstGeom prst="rect">
            <a:avLst/>
          </a:prstGeom>
          <a:noFill/>
          <a:ln/>
        </p:spPr>
        <p:txBody>
          <a:bodyPr wrap="square" lIns="0" tIns="0" rIns="0" bIns="0" rtlCol="0" anchor="ctr"/>
          <a:lstStyle/>
          <a:p>
            <a:pPr algn="l" indent="0" marL="0">
              <a:buNone/>
            </a:pPr>
            <a:r>
              <a:rPr lang="en-US" sz="1700" b="1" dirty="0">
                <a:solidFill>
                  <a:schemeClr val="tx1"/>
                </a:solidFill>
              </a:rPr>
              <a:t>4</a:t>
            </a:r>
            <a:r>
              <a:rPr lang="en-US" sz="1700" dirty="0">
                <a:solidFill>
                  <a:schemeClr val="tx1"/>
                </a:solidFill>
              </a:rPr>
              <a:t>  </a:t>
            </a:r>
            <a:r>
              <a:rPr lang="en-US" sz="1700" i="1" dirty="0">
                <a:solidFill>
                  <a:schemeClr val="tx1"/>
                </a:solidFill>
              </a:rPr>
              <a:t>Doe het raam </a:t>
            </a:r>
            <a:r>
              <a:rPr lang="en-US" sz="1700" i="1" dirty="0">
                <a:solidFill>
                  <a:schemeClr val="accent5"/>
                </a:solidFill>
              </a:rPr>
              <a:t>…………</a:t>
            </a:r>
            <a:r>
              <a:rPr lang="en-US" sz="1700" i="1" dirty="0">
                <a:solidFill>
                  <a:schemeClr val="tx1"/>
                </a:solidFill>
              </a:rPr>
              <a:t>, het is koud.</a:t>
            </a:r>
            <a:endParaRPr lang="en-US" sz="1700" dirty="0"/>
          </a:p>
        </p:txBody>
      </p:sp>
      <p:pic>
        <p:nvPicPr>
          <p:cNvPr id="16" name="Image 5" descr="t shirt">    </p:cNvPr>
          <p:cNvPicPr>
            <a:picLocks noChangeAspect="1"/>
          </p:cNvPicPr>
          <p:nvPr/>
        </p:nvPicPr>
        <p:blipFill>
          <a:blip r:embed="rId6"/>
          <a:stretch>
            <a:fillRect/>
          </a:stretch>
        </p:blipFill>
        <p:spPr>
          <a:xfrm>
            <a:off x="548640" y="4221480"/>
            <a:ext cx="594360" cy="594360"/>
          </a:xfrm>
          <a:prstGeom prst="rect">
            <a:avLst/>
          </a:prstGeom>
        </p:spPr>
      </p:pic>
      <p:sp>
        <p:nvSpPr>
          <p:cNvPr id="17" name="Text 8"/>
          <p:cNvSpPr txBox="1"/>
          <p:nvPr/>
        </p:nvSpPr>
        <p:spPr>
          <a:xfrm>
            <a:off x="1234440" y="4111752"/>
            <a:ext cx="3429000" cy="998220"/>
          </a:xfrm>
          <a:prstGeom prst="rect">
            <a:avLst/>
          </a:prstGeom>
          <a:noFill/>
          <a:ln/>
        </p:spPr>
        <p:txBody>
          <a:bodyPr wrap="square" lIns="0" tIns="0" rIns="0" bIns="0" rtlCol="0" anchor="ctr"/>
          <a:lstStyle/>
          <a:p>
            <a:pPr algn="l" indent="0" marL="0">
              <a:buNone/>
            </a:pPr>
            <a:r>
              <a:rPr lang="en-US" sz="1700" b="1" dirty="0">
                <a:solidFill>
                  <a:schemeClr val="tx1"/>
                </a:solidFill>
              </a:rPr>
              <a:t>5</a:t>
            </a:r>
            <a:r>
              <a:rPr lang="en-US" sz="1700" dirty="0">
                <a:solidFill>
                  <a:schemeClr val="tx1"/>
                </a:solidFill>
              </a:rPr>
              <a:t>  </a:t>
            </a:r>
            <a:r>
              <a:rPr lang="en-US" sz="1700" i="1" dirty="0">
                <a:solidFill>
                  <a:schemeClr val="tx1"/>
                </a:solidFill>
              </a:rPr>
              <a:t>Kleed je vlug </a:t>
            </a:r>
            <a:r>
              <a:rPr lang="en-US" sz="1700" i="1" dirty="0">
                <a:solidFill>
                  <a:schemeClr val="accent5"/>
                </a:solidFill>
              </a:rPr>
              <a:t>…………</a:t>
            </a:r>
            <a:r>
              <a:rPr lang="en-US" sz="1700" i="1" dirty="0">
                <a:solidFill>
                  <a:schemeClr val="tx1"/>
                </a:solidFill>
              </a:rPr>
              <a:t>!</a:t>
            </a:r>
            <a:endParaRPr lang="en-US" sz="1700" dirty="0"/>
          </a:p>
        </p:txBody>
      </p:sp>
      <p:pic>
        <p:nvPicPr>
          <p:cNvPr id="18" name="Image 6" descr="alarm clock">    </p:cNvPr>
          <p:cNvPicPr>
            <a:picLocks noChangeAspect="1"/>
          </p:cNvPicPr>
          <p:nvPr/>
        </p:nvPicPr>
        <p:blipFill>
          <a:blip r:embed="rId7"/>
          <a:stretch>
            <a:fillRect/>
          </a:stretch>
        </p:blipFill>
        <p:spPr>
          <a:xfrm>
            <a:off x="4754880" y="4221480"/>
            <a:ext cx="594360" cy="594360"/>
          </a:xfrm>
          <a:prstGeom prst="rect">
            <a:avLst/>
          </a:prstGeom>
        </p:spPr>
      </p:pic>
      <p:sp>
        <p:nvSpPr>
          <p:cNvPr id="19" name="Text 9"/>
          <p:cNvSpPr txBox="1"/>
          <p:nvPr/>
        </p:nvSpPr>
        <p:spPr>
          <a:xfrm>
            <a:off x="5440680" y="4111752"/>
            <a:ext cx="3429000" cy="998220"/>
          </a:xfrm>
          <a:prstGeom prst="rect">
            <a:avLst/>
          </a:prstGeom>
          <a:noFill/>
          <a:ln/>
        </p:spPr>
        <p:txBody>
          <a:bodyPr wrap="square" lIns="0" tIns="0" rIns="0" bIns="0" rtlCol="0" anchor="ctr"/>
          <a:lstStyle/>
          <a:p>
            <a:pPr algn="l" indent="0" marL="0">
              <a:buNone/>
            </a:pPr>
            <a:r>
              <a:rPr lang="en-US" sz="1700" b="1" dirty="0">
                <a:solidFill>
                  <a:schemeClr val="tx1"/>
                </a:solidFill>
              </a:rPr>
              <a:t>6</a:t>
            </a:r>
            <a:r>
              <a:rPr lang="en-US" sz="1700" dirty="0">
                <a:solidFill>
                  <a:schemeClr val="tx1"/>
                </a:solidFill>
              </a:rPr>
              <a:t>  </a:t>
            </a:r>
            <a:r>
              <a:rPr lang="en-US" sz="1700" i="1" dirty="0">
                <a:solidFill>
                  <a:schemeClr val="tx1"/>
                </a:solidFill>
              </a:rPr>
              <a:t>Ik sta elke dag om 7 uur </a:t>
            </a:r>
            <a:r>
              <a:rPr lang="en-US" sz="1700" i="1" dirty="0">
                <a:solidFill>
                  <a:schemeClr val="accent5"/>
                </a:solidFill>
              </a:rPr>
              <a:t>…………</a:t>
            </a:r>
            <a:r>
              <a:rPr lang="en-US" sz="1700" i="1" dirty="0">
                <a:solidFill>
                  <a:schemeClr val="tx1"/>
                </a:solidFill>
              </a:rPr>
              <a:t>.</a:t>
            </a:r>
            <a:endParaRPr lang="en-US" sz="1700" dirty="0"/>
          </a:p>
        </p:txBody>
      </p:sp>
      <p:pic>
        <p:nvPicPr>
          <p:cNvPr id="20" name="Image 7" descr="laptop">    </p:cNvPr>
          <p:cNvPicPr>
            <a:picLocks noChangeAspect="1"/>
          </p:cNvPicPr>
          <p:nvPr/>
        </p:nvPicPr>
        <p:blipFill>
          <a:blip r:embed="rId8"/>
          <a:stretch>
            <a:fillRect/>
          </a:stretch>
        </p:blipFill>
        <p:spPr>
          <a:xfrm>
            <a:off x="548640" y="5311140"/>
            <a:ext cx="594360" cy="594360"/>
          </a:xfrm>
          <a:prstGeom prst="rect">
            <a:avLst/>
          </a:prstGeom>
        </p:spPr>
      </p:pic>
      <p:sp>
        <p:nvSpPr>
          <p:cNvPr id="21" name="Text 10"/>
          <p:cNvSpPr txBox="1"/>
          <p:nvPr/>
        </p:nvSpPr>
        <p:spPr>
          <a:xfrm>
            <a:off x="1234440" y="5201412"/>
            <a:ext cx="3429000" cy="998220"/>
          </a:xfrm>
          <a:prstGeom prst="rect">
            <a:avLst/>
          </a:prstGeom>
          <a:noFill/>
          <a:ln/>
        </p:spPr>
        <p:txBody>
          <a:bodyPr wrap="square" lIns="0" tIns="0" rIns="0" bIns="0" rtlCol="0" anchor="ctr"/>
          <a:lstStyle/>
          <a:p>
            <a:pPr algn="l" indent="0" marL="0">
              <a:buNone/>
            </a:pPr>
            <a:r>
              <a:rPr lang="en-US" sz="1700" b="1" dirty="0">
                <a:solidFill>
                  <a:schemeClr val="tx1"/>
                </a:solidFill>
              </a:rPr>
              <a:t>7</a:t>
            </a:r>
            <a:r>
              <a:rPr lang="en-US" sz="1700" dirty="0">
                <a:solidFill>
                  <a:schemeClr val="tx1"/>
                </a:solidFill>
              </a:rPr>
              <a:t>  </a:t>
            </a:r>
            <a:r>
              <a:rPr lang="en-US" sz="1700" i="1" dirty="0">
                <a:solidFill>
                  <a:schemeClr val="tx1"/>
                </a:solidFill>
              </a:rPr>
              <a:t>Log </a:t>
            </a:r>
            <a:r>
              <a:rPr lang="en-US" sz="1700" i="1" dirty="0">
                <a:solidFill>
                  <a:schemeClr val="accent5"/>
                </a:solidFill>
              </a:rPr>
              <a:t>…………</a:t>
            </a:r>
            <a:r>
              <a:rPr lang="en-US" sz="1700" i="1" dirty="0">
                <a:solidFill>
                  <a:schemeClr val="tx1"/>
                </a:solidFill>
              </a:rPr>
              <a:t> voor je weggaat!</a:t>
            </a:r>
            <a:endParaRPr lang="en-US" sz="1700" dirty="0"/>
          </a:p>
        </p:txBody>
      </p:sp>
      <p:pic>
        <p:nvPicPr>
          <p:cNvPr id="22" name="Image 8" descr="bus">    </p:cNvPr>
          <p:cNvPicPr>
            <a:picLocks noChangeAspect="1"/>
          </p:cNvPicPr>
          <p:nvPr/>
        </p:nvPicPr>
        <p:blipFill>
          <a:blip r:embed="rId9"/>
          <a:stretch>
            <a:fillRect/>
          </a:stretch>
        </p:blipFill>
        <p:spPr>
          <a:xfrm>
            <a:off x="4754880" y="5311140"/>
            <a:ext cx="594360" cy="594360"/>
          </a:xfrm>
          <a:prstGeom prst="rect">
            <a:avLst/>
          </a:prstGeom>
        </p:spPr>
      </p:pic>
      <p:sp>
        <p:nvSpPr>
          <p:cNvPr id="23" name="Text 11"/>
          <p:cNvSpPr txBox="1"/>
          <p:nvPr/>
        </p:nvSpPr>
        <p:spPr>
          <a:xfrm>
            <a:off x="5440680" y="5201412"/>
            <a:ext cx="3429000" cy="998220"/>
          </a:xfrm>
          <a:prstGeom prst="rect">
            <a:avLst/>
          </a:prstGeom>
          <a:noFill/>
          <a:ln/>
        </p:spPr>
        <p:txBody>
          <a:bodyPr wrap="square" lIns="0" tIns="0" rIns="0" bIns="0" rtlCol="0" anchor="ctr"/>
          <a:lstStyle/>
          <a:p>
            <a:pPr algn="l" indent="0" marL="0">
              <a:buNone/>
            </a:pPr>
            <a:r>
              <a:rPr lang="en-US" sz="1700" b="1" dirty="0">
                <a:solidFill>
                  <a:schemeClr val="tx1"/>
                </a:solidFill>
              </a:rPr>
              <a:t>8</a:t>
            </a:r>
            <a:r>
              <a:rPr lang="en-US" sz="1700" dirty="0">
                <a:solidFill>
                  <a:schemeClr val="tx1"/>
                </a:solidFill>
              </a:rPr>
              <a:t>  </a:t>
            </a:r>
            <a:r>
              <a:rPr lang="en-US" sz="1700" i="1" dirty="0">
                <a:solidFill>
                  <a:schemeClr val="tx1"/>
                </a:solidFill>
              </a:rPr>
              <a:t>De bus is </a:t>
            </a:r>
            <a:r>
              <a:rPr lang="en-US" sz="1700" i="1" dirty="0">
                <a:solidFill>
                  <a:schemeClr val="accent5"/>
                </a:solidFill>
              </a:rPr>
              <a:t>…………</a:t>
            </a:r>
            <a:r>
              <a:rPr lang="en-US" sz="1700" i="1" dirty="0">
                <a:solidFill>
                  <a:schemeClr val="tx1"/>
                </a:solidFill>
              </a:rPr>
              <a:t>, we zijn te laat.</a:t>
            </a:r>
            <a:endParaRPr lang="en-US" sz="1700" dirty="0"/>
          </a:p>
        </p:txBody>
      </p:sp>
      <p:sp>
        <p:nvSpPr>
          <p:cNvPr id="24" name="Shape 12"/>
          <p:cNvSpPr/>
          <p:nvPr/>
        </p:nvSpPr>
        <p:spPr>
          <a:xfrm>
            <a:off x="9052560" y="1932432"/>
            <a:ext cx="2587752" cy="4358640"/>
          </a:xfrm>
          <a:prstGeom prst="roundRect">
            <a:avLst>
              <a:gd name="adj" fmla="val 2827"/>
            </a:avLst>
          </a:prstGeom>
          <a:solidFill>
            <a:schemeClr val="bg2"/>
          </a:solidFill>
          <a:ln w="12700">
            <a:solidFill>
              <a:srgbClr val="D5DCE6"/>
            </a:solidFill>
            <a:prstDash val="solid"/>
          </a:ln>
        </p:spPr>
      </p:sp>
      <p:sp>
        <p:nvSpPr>
          <p:cNvPr id="25" name="Text 13"/>
          <p:cNvSpPr txBox="1"/>
          <p:nvPr/>
        </p:nvSpPr>
        <p:spPr>
          <a:xfrm>
            <a:off x="9052560" y="2023872"/>
            <a:ext cx="2587752" cy="320040"/>
          </a:xfrm>
          <a:prstGeom prst="rect">
            <a:avLst/>
          </a:prstGeom>
          <a:noFill/>
          <a:ln/>
        </p:spPr>
        <p:txBody>
          <a:bodyPr wrap="square" lIns="0" tIns="0" rIns="0" bIns="0" rtlCol="0" anchor="t"/>
          <a:lstStyle/>
          <a:p>
            <a:pPr algn="ctr" indent="0" marL="0">
              <a:buNone/>
            </a:pPr>
            <a:r>
              <a:rPr lang="en-US" sz="1300" b="1" spc="200" kern="0" dirty="0">
                <a:solidFill>
                  <a:schemeClr val="accent5"/>
                </a:solidFill>
              </a:rPr>
              <a:t>BANQUE</a:t>
            </a:r>
            <a:endParaRPr lang="en-US" sz="1300" dirty="0"/>
          </a:p>
        </p:txBody>
      </p:sp>
      <p:sp>
        <p:nvSpPr>
          <p:cNvPr id="26" name="Shape 14"/>
          <p:cNvSpPr/>
          <p:nvPr/>
        </p:nvSpPr>
        <p:spPr>
          <a:xfrm>
            <a:off x="9235440" y="2481072"/>
            <a:ext cx="1051560" cy="566928"/>
          </a:xfrm>
          <a:prstGeom prst="roundRect">
            <a:avLst>
              <a:gd name="adj" fmla="val 48387"/>
            </a:avLst>
          </a:prstGeom>
          <a:solidFill>
            <a:schemeClr val="accent1"/>
          </a:solidFill>
          <a:ln w="12700">
            <a:solidFill>
              <a:srgbClr val="FFFFFF">
                <a:alpha val="0"/>
              </a:srgbClr>
            </a:solidFill>
            <a:prstDash val="solid"/>
          </a:ln>
        </p:spPr>
      </p:sp>
      <p:sp>
        <p:nvSpPr>
          <p:cNvPr id="27" name="Text 15"/>
          <p:cNvSpPr txBox="1"/>
          <p:nvPr/>
        </p:nvSpPr>
        <p:spPr>
          <a:xfrm>
            <a:off x="9235440" y="2481072"/>
            <a:ext cx="1051560" cy="566928"/>
          </a:xfrm>
          <a:prstGeom prst="rect">
            <a:avLst/>
          </a:prstGeom>
          <a:noFill/>
          <a:ln/>
        </p:spPr>
        <p:txBody>
          <a:bodyPr wrap="square" lIns="0" tIns="0" rIns="0" bIns="0" rtlCol="0" anchor="ctr"/>
          <a:lstStyle/>
          <a:p>
            <a:pPr algn="ctr" indent="0" marL="0">
              <a:buNone/>
            </a:pPr>
            <a:r>
              <a:rPr lang="en-US" sz="1800" b="1" dirty="0">
                <a:solidFill>
                  <a:schemeClr val="bg1"/>
                </a:solidFill>
              </a:rPr>
              <a:t>in</a:t>
            </a:r>
            <a:endParaRPr lang="en-US" sz="1800" dirty="0"/>
          </a:p>
        </p:txBody>
      </p:sp>
      <p:sp>
        <p:nvSpPr>
          <p:cNvPr id="28" name="Shape 16"/>
          <p:cNvSpPr/>
          <p:nvPr/>
        </p:nvSpPr>
        <p:spPr>
          <a:xfrm>
            <a:off x="10424160" y="2481072"/>
            <a:ext cx="1051560" cy="566928"/>
          </a:xfrm>
          <a:prstGeom prst="roundRect">
            <a:avLst>
              <a:gd name="adj" fmla="val 48387"/>
            </a:avLst>
          </a:prstGeom>
          <a:solidFill>
            <a:schemeClr val="accent1"/>
          </a:solidFill>
          <a:ln w="12700">
            <a:solidFill>
              <a:srgbClr val="FFFFFF">
                <a:alpha val="0"/>
              </a:srgbClr>
            </a:solidFill>
            <a:prstDash val="solid"/>
          </a:ln>
        </p:spPr>
      </p:sp>
      <p:sp>
        <p:nvSpPr>
          <p:cNvPr id="29" name="Text 17"/>
          <p:cNvSpPr txBox="1"/>
          <p:nvPr/>
        </p:nvSpPr>
        <p:spPr>
          <a:xfrm>
            <a:off x="10424160" y="2481072"/>
            <a:ext cx="1051560" cy="566928"/>
          </a:xfrm>
          <a:prstGeom prst="rect">
            <a:avLst/>
          </a:prstGeom>
          <a:noFill/>
          <a:ln/>
        </p:spPr>
        <p:txBody>
          <a:bodyPr wrap="square" lIns="0" tIns="0" rIns="0" bIns="0" rtlCol="0" anchor="ctr"/>
          <a:lstStyle/>
          <a:p>
            <a:pPr algn="ctr" indent="0" marL="0">
              <a:buNone/>
            </a:pPr>
            <a:r>
              <a:rPr lang="en-US" sz="1800" b="1" dirty="0">
                <a:solidFill>
                  <a:schemeClr val="bg1"/>
                </a:solidFill>
              </a:rPr>
              <a:t>terug</a:t>
            </a:r>
            <a:endParaRPr lang="en-US" sz="1800" dirty="0"/>
          </a:p>
        </p:txBody>
      </p:sp>
      <p:sp>
        <p:nvSpPr>
          <p:cNvPr id="30" name="Shape 18"/>
          <p:cNvSpPr/>
          <p:nvPr/>
        </p:nvSpPr>
        <p:spPr>
          <a:xfrm>
            <a:off x="9235440" y="3258312"/>
            <a:ext cx="1051560" cy="566928"/>
          </a:xfrm>
          <a:prstGeom prst="roundRect">
            <a:avLst>
              <a:gd name="adj" fmla="val 48387"/>
            </a:avLst>
          </a:prstGeom>
          <a:solidFill>
            <a:schemeClr val="accent1"/>
          </a:solidFill>
          <a:ln w="12700">
            <a:solidFill>
              <a:srgbClr val="FFFFFF">
                <a:alpha val="0"/>
              </a:srgbClr>
            </a:solidFill>
            <a:prstDash val="solid"/>
          </a:ln>
        </p:spPr>
      </p:sp>
      <p:sp>
        <p:nvSpPr>
          <p:cNvPr id="31" name="Text 19"/>
          <p:cNvSpPr txBox="1"/>
          <p:nvPr/>
        </p:nvSpPr>
        <p:spPr>
          <a:xfrm>
            <a:off x="9235440" y="3258312"/>
            <a:ext cx="1051560" cy="566928"/>
          </a:xfrm>
          <a:prstGeom prst="rect">
            <a:avLst/>
          </a:prstGeom>
          <a:noFill/>
          <a:ln/>
        </p:spPr>
        <p:txBody>
          <a:bodyPr wrap="square" lIns="0" tIns="0" rIns="0" bIns="0" rtlCol="0" anchor="ctr"/>
          <a:lstStyle/>
          <a:p>
            <a:pPr algn="ctr" indent="0" marL="0">
              <a:buNone/>
            </a:pPr>
            <a:r>
              <a:rPr lang="en-US" sz="1800" b="1" dirty="0">
                <a:solidFill>
                  <a:schemeClr val="bg1"/>
                </a:solidFill>
              </a:rPr>
              <a:t>mee</a:t>
            </a:r>
            <a:endParaRPr lang="en-US" sz="1800" dirty="0"/>
          </a:p>
        </p:txBody>
      </p:sp>
      <p:sp>
        <p:nvSpPr>
          <p:cNvPr id="32" name="Shape 20"/>
          <p:cNvSpPr/>
          <p:nvPr/>
        </p:nvSpPr>
        <p:spPr>
          <a:xfrm>
            <a:off x="10424160" y="3258312"/>
            <a:ext cx="1051560" cy="566928"/>
          </a:xfrm>
          <a:prstGeom prst="roundRect">
            <a:avLst>
              <a:gd name="adj" fmla="val 48387"/>
            </a:avLst>
          </a:prstGeom>
          <a:solidFill>
            <a:schemeClr val="accent1"/>
          </a:solidFill>
          <a:ln w="12700">
            <a:solidFill>
              <a:srgbClr val="FFFFFF">
                <a:alpha val="0"/>
              </a:srgbClr>
            </a:solidFill>
            <a:prstDash val="solid"/>
          </a:ln>
        </p:spPr>
      </p:sp>
      <p:sp>
        <p:nvSpPr>
          <p:cNvPr id="33" name="Text 21"/>
          <p:cNvSpPr txBox="1"/>
          <p:nvPr/>
        </p:nvSpPr>
        <p:spPr>
          <a:xfrm>
            <a:off x="10424160" y="3258312"/>
            <a:ext cx="1051560" cy="566928"/>
          </a:xfrm>
          <a:prstGeom prst="rect">
            <a:avLst/>
          </a:prstGeom>
          <a:noFill/>
          <a:ln/>
        </p:spPr>
        <p:txBody>
          <a:bodyPr wrap="square" lIns="0" tIns="0" rIns="0" bIns="0" rtlCol="0" anchor="ctr"/>
          <a:lstStyle/>
          <a:p>
            <a:pPr algn="ctr" indent="0" marL="0">
              <a:buNone/>
            </a:pPr>
            <a:r>
              <a:rPr lang="en-US" sz="1800" b="1" dirty="0">
                <a:solidFill>
                  <a:schemeClr val="bg1"/>
                </a:solidFill>
              </a:rPr>
              <a:t>dicht</a:t>
            </a:r>
            <a:endParaRPr lang="en-US" sz="1800" dirty="0"/>
          </a:p>
        </p:txBody>
      </p:sp>
      <p:sp>
        <p:nvSpPr>
          <p:cNvPr id="34" name="Shape 22"/>
          <p:cNvSpPr/>
          <p:nvPr/>
        </p:nvSpPr>
        <p:spPr>
          <a:xfrm>
            <a:off x="9235440" y="4035552"/>
            <a:ext cx="1051560" cy="566928"/>
          </a:xfrm>
          <a:prstGeom prst="roundRect">
            <a:avLst>
              <a:gd name="adj" fmla="val 48387"/>
            </a:avLst>
          </a:prstGeom>
          <a:solidFill>
            <a:schemeClr val="accent1"/>
          </a:solidFill>
          <a:ln w="12700">
            <a:solidFill>
              <a:srgbClr val="FFFFFF">
                <a:alpha val="0"/>
              </a:srgbClr>
            </a:solidFill>
            <a:prstDash val="solid"/>
          </a:ln>
        </p:spPr>
      </p:sp>
      <p:sp>
        <p:nvSpPr>
          <p:cNvPr id="35" name="Text 23"/>
          <p:cNvSpPr txBox="1"/>
          <p:nvPr/>
        </p:nvSpPr>
        <p:spPr>
          <a:xfrm>
            <a:off x="9235440" y="4035552"/>
            <a:ext cx="1051560" cy="566928"/>
          </a:xfrm>
          <a:prstGeom prst="rect">
            <a:avLst/>
          </a:prstGeom>
          <a:noFill/>
          <a:ln/>
        </p:spPr>
        <p:txBody>
          <a:bodyPr wrap="square" lIns="0" tIns="0" rIns="0" bIns="0" rtlCol="0" anchor="ctr"/>
          <a:lstStyle/>
          <a:p>
            <a:pPr algn="ctr" indent="0" marL="0">
              <a:buNone/>
            </a:pPr>
            <a:r>
              <a:rPr lang="en-US" sz="1800" b="1" dirty="0">
                <a:solidFill>
                  <a:schemeClr val="bg1"/>
                </a:solidFill>
              </a:rPr>
              <a:t>aan</a:t>
            </a:r>
            <a:endParaRPr lang="en-US" sz="1800" dirty="0"/>
          </a:p>
        </p:txBody>
      </p:sp>
      <p:sp>
        <p:nvSpPr>
          <p:cNvPr id="36" name="Shape 24"/>
          <p:cNvSpPr/>
          <p:nvPr/>
        </p:nvSpPr>
        <p:spPr>
          <a:xfrm>
            <a:off x="10424160" y="4035552"/>
            <a:ext cx="1051560" cy="566928"/>
          </a:xfrm>
          <a:prstGeom prst="roundRect">
            <a:avLst>
              <a:gd name="adj" fmla="val 48387"/>
            </a:avLst>
          </a:prstGeom>
          <a:solidFill>
            <a:schemeClr val="accent1"/>
          </a:solidFill>
          <a:ln w="12700">
            <a:solidFill>
              <a:srgbClr val="FFFFFF">
                <a:alpha val="0"/>
              </a:srgbClr>
            </a:solidFill>
            <a:prstDash val="solid"/>
          </a:ln>
        </p:spPr>
      </p:sp>
      <p:sp>
        <p:nvSpPr>
          <p:cNvPr id="37" name="Text 25"/>
          <p:cNvSpPr txBox="1"/>
          <p:nvPr/>
        </p:nvSpPr>
        <p:spPr>
          <a:xfrm>
            <a:off x="10424160" y="4035552"/>
            <a:ext cx="1051560" cy="566928"/>
          </a:xfrm>
          <a:prstGeom prst="rect">
            <a:avLst/>
          </a:prstGeom>
          <a:noFill/>
          <a:ln/>
        </p:spPr>
        <p:txBody>
          <a:bodyPr wrap="square" lIns="0" tIns="0" rIns="0" bIns="0" rtlCol="0" anchor="ctr"/>
          <a:lstStyle/>
          <a:p>
            <a:pPr algn="ctr" indent="0" marL="0">
              <a:buNone/>
            </a:pPr>
            <a:r>
              <a:rPr lang="en-US" sz="1800" b="1" dirty="0">
                <a:solidFill>
                  <a:schemeClr val="bg1"/>
                </a:solidFill>
              </a:rPr>
              <a:t>op</a:t>
            </a:r>
            <a:endParaRPr lang="en-US" sz="1800" dirty="0"/>
          </a:p>
        </p:txBody>
      </p:sp>
      <p:sp>
        <p:nvSpPr>
          <p:cNvPr id="38" name="Shape 26"/>
          <p:cNvSpPr/>
          <p:nvPr/>
        </p:nvSpPr>
        <p:spPr>
          <a:xfrm>
            <a:off x="9235440" y="4812792"/>
            <a:ext cx="1051560" cy="566928"/>
          </a:xfrm>
          <a:prstGeom prst="roundRect">
            <a:avLst>
              <a:gd name="adj" fmla="val 48387"/>
            </a:avLst>
          </a:prstGeom>
          <a:solidFill>
            <a:schemeClr val="accent1"/>
          </a:solidFill>
          <a:ln w="12700">
            <a:solidFill>
              <a:srgbClr val="FFFFFF">
                <a:alpha val="0"/>
              </a:srgbClr>
            </a:solidFill>
            <a:prstDash val="solid"/>
          </a:ln>
        </p:spPr>
      </p:sp>
      <p:sp>
        <p:nvSpPr>
          <p:cNvPr id="39" name="Text 27"/>
          <p:cNvSpPr txBox="1"/>
          <p:nvPr/>
        </p:nvSpPr>
        <p:spPr>
          <a:xfrm>
            <a:off x="9235440" y="4812792"/>
            <a:ext cx="1051560" cy="566928"/>
          </a:xfrm>
          <a:prstGeom prst="rect">
            <a:avLst/>
          </a:prstGeom>
          <a:noFill/>
          <a:ln/>
        </p:spPr>
        <p:txBody>
          <a:bodyPr wrap="square" lIns="0" tIns="0" rIns="0" bIns="0" rtlCol="0" anchor="ctr"/>
          <a:lstStyle/>
          <a:p>
            <a:pPr algn="ctr" indent="0" marL="0">
              <a:buNone/>
            </a:pPr>
            <a:r>
              <a:rPr lang="en-US" sz="1800" b="1" dirty="0">
                <a:solidFill>
                  <a:schemeClr val="bg1"/>
                </a:solidFill>
              </a:rPr>
              <a:t>uit</a:t>
            </a:r>
            <a:endParaRPr lang="en-US" sz="1800" dirty="0"/>
          </a:p>
        </p:txBody>
      </p:sp>
      <p:sp>
        <p:nvSpPr>
          <p:cNvPr id="40" name="Shape 28"/>
          <p:cNvSpPr/>
          <p:nvPr/>
        </p:nvSpPr>
        <p:spPr>
          <a:xfrm>
            <a:off x="10424160" y="4812792"/>
            <a:ext cx="1051560" cy="566928"/>
          </a:xfrm>
          <a:prstGeom prst="roundRect">
            <a:avLst>
              <a:gd name="adj" fmla="val 48387"/>
            </a:avLst>
          </a:prstGeom>
          <a:solidFill>
            <a:schemeClr val="accent1"/>
          </a:solidFill>
          <a:ln w="12700">
            <a:solidFill>
              <a:srgbClr val="FFFFFF">
                <a:alpha val="0"/>
              </a:srgbClr>
            </a:solidFill>
            <a:prstDash val="solid"/>
          </a:ln>
        </p:spPr>
      </p:sp>
      <p:sp>
        <p:nvSpPr>
          <p:cNvPr id="41" name="Text 29"/>
          <p:cNvSpPr txBox="1"/>
          <p:nvPr/>
        </p:nvSpPr>
        <p:spPr>
          <a:xfrm>
            <a:off x="10424160" y="4812792"/>
            <a:ext cx="1051560" cy="566928"/>
          </a:xfrm>
          <a:prstGeom prst="rect">
            <a:avLst/>
          </a:prstGeom>
          <a:noFill/>
          <a:ln/>
        </p:spPr>
        <p:txBody>
          <a:bodyPr wrap="square" lIns="0" tIns="0" rIns="0" bIns="0" rtlCol="0" anchor="ctr"/>
          <a:lstStyle/>
          <a:p>
            <a:pPr algn="ctr" indent="0" marL="0">
              <a:buNone/>
            </a:pPr>
            <a:r>
              <a:rPr lang="en-US" sz="1800" b="1" dirty="0">
                <a:solidFill>
                  <a:schemeClr val="bg1"/>
                </a:solidFill>
              </a:rPr>
              <a:t>weg</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La bonne particule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une particule de la banque.</a:t>
            </a:r>
            <a:endParaRPr lang="en-US" sz="1700" dirty="0"/>
          </a:p>
        </p:txBody>
      </p:sp>
      <p:pic>
        <p:nvPicPr>
          <p:cNvPr id="9" name="Image 1" descr="memo">    </p:cNvPr>
          <p:cNvPicPr>
            <a:picLocks noChangeAspect="1"/>
          </p:cNvPicPr>
          <p:nvPr/>
        </p:nvPicPr>
        <p:blipFill>
          <a:blip r:embed="rId2"/>
          <a:stretch>
            <a:fillRect/>
          </a:stretch>
        </p:blipFill>
        <p:spPr>
          <a:xfrm>
            <a:off x="548640" y="2042160"/>
            <a:ext cx="594360" cy="594360"/>
          </a:xfrm>
          <a:prstGeom prst="rect">
            <a:avLst/>
          </a:prstGeom>
        </p:spPr>
      </p:pic>
      <p:sp>
        <p:nvSpPr>
          <p:cNvPr id="10" name="Text 5"/>
          <p:cNvSpPr txBox="1"/>
          <p:nvPr/>
        </p:nvSpPr>
        <p:spPr>
          <a:xfrm>
            <a:off x="1234440" y="1932432"/>
            <a:ext cx="3429000" cy="998220"/>
          </a:xfrm>
          <a:prstGeom prst="rect">
            <a:avLst/>
          </a:prstGeom>
          <a:noFill/>
          <a:ln/>
        </p:spPr>
        <p:txBody>
          <a:bodyPr wrap="square" lIns="0" tIns="0" rIns="0" bIns="0" rtlCol="0" anchor="ctr"/>
          <a:lstStyle/>
          <a:p>
            <a:pPr algn="l" indent="0" marL="0">
              <a:buNone/>
            </a:pPr>
            <a:r>
              <a:rPr lang="en-US" sz="1700" b="1" dirty="0">
                <a:solidFill>
                  <a:schemeClr val="tx1"/>
                </a:solidFill>
              </a:rPr>
              <a:t>1</a:t>
            </a:r>
            <a:r>
              <a:rPr lang="en-US" sz="1700" dirty="0">
                <a:solidFill>
                  <a:schemeClr val="tx1"/>
                </a:solidFill>
              </a:rPr>
              <a:t>  </a:t>
            </a:r>
            <a:r>
              <a:rPr lang="en-US" sz="1700" i="1" dirty="0">
                <a:solidFill>
                  <a:schemeClr val="tx1"/>
                </a:solidFill>
              </a:rPr>
              <a:t>Kunt u dit formulier </a:t>
            </a:r>
            <a:r>
              <a:rPr lang="en-US" sz="1700" b="1" i="1" dirty="0">
                <a:solidFill>
                  <a:schemeClr val="accent3"/>
                </a:solidFill>
              </a:rPr>
              <a:t>in</a:t>
            </a:r>
            <a:r>
              <a:rPr lang="en-US" sz="1700" i="1" dirty="0">
                <a:solidFill>
                  <a:schemeClr val="tx1"/>
                </a:solidFill>
              </a:rPr>
              <a:t>vullen?</a:t>
            </a:r>
            <a:endParaRPr lang="en-US" sz="1700" dirty="0"/>
          </a:p>
        </p:txBody>
      </p:sp>
      <p:pic>
        <p:nvPicPr>
          <p:cNvPr id="11" name="Image 2" descr="telephone receiver">    </p:cNvPr>
          <p:cNvPicPr>
            <a:picLocks noChangeAspect="1"/>
          </p:cNvPicPr>
          <p:nvPr/>
        </p:nvPicPr>
        <p:blipFill>
          <a:blip r:embed="rId3"/>
          <a:stretch>
            <a:fillRect/>
          </a:stretch>
        </p:blipFill>
        <p:spPr>
          <a:xfrm>
            <a:off x="4754880" y="2042160"/>
            <a:ext cx="594360" cy="594360"/>
          </a:xfrm>
          <a:prstGeom prst="rect">
            <a:avLst/>
          </a:prstGeom>
        </p:spPr>
      </p:pic>
      <p:sp>
        <p:nvSpPr>
          <p:cNvPr id="12" name="Text 6"/>
          <p:cNvSpPr txBox="1"/>
          <p:nvPr/>
        </p:nvSpPr>
        <p:spPr>
          <a:xfrm>
            <a:off x="5440680" y="1932432"/>
            <a:ext cx="3429000" cy="998220"/>
          </a:xfrm>
          <a:prstGeom prst="rect">
            <a:avLst/>
          </a:prstGeom>
          <a:noFill/>
          <a:ln/>
        </p:spPr>
        <p:txBody>
          <a:bodyPr wrap="square" lIns="0" tIns="0" rIns="0" bIns="0" rtlCol="0" anchor="ctr"/>
          <a:lstStyle/>
          <a:p>
            <a:pPr algn="l" indent="0" marL="0">
              <a:buNone/>
            </a:pPr>
            <a:r>
              <a:rPr lang="en-US" sz="1700" b="1" dirty="0">
                <a:solidFill>
                  <a:schemeClr val="tx1"/>
                </a:solidFill>
              </a:rPr>
              <a:t>2</a:t>
            </a:r>
            <a:r>
              <a:rPr lang="en-US" sz="1700" dirty="0">
                <a:solidFill>
                  <a:schemeClr val="tx1"/>
                </a:solidFill>
              </a:rPr>
              <a:t>  </a:t>
            </a:r>
            <a:r>
              <a:rPr lang="en-US" sz="1700" i="1" dirty="0">
                <a:solidFill>
                  <a:schemeClr val="tx1"/>
                </a:solidFill>
              </a:rPr>
              <a:t>Je hebt gebeld? Ik bel je morgen </a:t>
            </a:r>
            <a:r>
              <a:rPr lang="en-US" sz="1700" b="1" i="1" dirty="0">
                <a:solidFill>
                  <a:schemeClr val="accent3"/>
                </a:solidFill>
              </a:rPr>
              <a:t>terug</a:t>
            </a:r>
            <a:r>
              <a:rPr lang="en-US" sz="1700" i="1" dirty="0">
                <a:solidFill>
                  <a:schemeClr val="tx1"/>
                </a:solidFill>
              </a:rPr>
              <a:t>.</a:t>
            </a:r>
            <a:endParaRPr lang="en-US" sz="1700" dirty="0"/>
          </a:p>
        </p:txBody>
      </p:sp>
      <p:pic>
        <p:nvPicPr>
          <p:cNvPr id="13" name="Image 3" descr="umbrella">    </p:cNvPr>
          <p:cNvPicPr>
            <a:picLocks noChangeAspect="1"/>
          </p:cNvPicPr>
          <p:nvPr/>
        </p:nvPicPr>
        <p:blipFill>
          <a:blip r:embed="rId4"/>
          <a:stretch>
            <a:fillRect/>
          </a:stretch>
        </p:blipFill>
        <p:spPr>
          <a:xfrm>
            <a:off x="548640" y="3131820"/>
            <a:ext cx="594360" cy="594360"/>
          </a:xfrm>
          <a:prstGeom prst="rect">
            <a:avLst/>
          </a:prstGeom>
        </p:spPr>
      </p:pic>
      <p:sp>
        <p:nvSpPr>
          <p:cNvPr id="14" name="Text 7"/>
          <p:cNvSpPr txBox="1"/>
          <p:nvPr/>
        </p:nvSpPr>
        <p:spPr>
          <a:xfrm>
            <a:off x="1234440" y="3022092"/>
            <a:ext cx="3429000" cy="998220"/>
          </a:xfrm>
          <a:prstGeom prst="rect">
            <a:avLst/>
          </a:prstGeom>
          <a:noFill/>
          <a:ln/>
        </p:spPr>
        <p:txBody>
          <a:bodyPr wrap="square" lIns="0" tIns="0" rIns="0" bIns="0" rtlCol="0" anchor="ctr"/>
          <a:lstStyle/>
          <a:p>
            <a:pPr algn="l" indent="0" marL="0">
              <a:buNone/>
            </a:pPr>
            <a:r>
              <a:rPr lang="en-US" sz="1700" b="1" dirty="0">
                <a:solidFill>
                  <a:schemeClr val="tx1"/>
                </a:solidFill>
              </a:rPr>
              <a:t>3</a:t>
            </a:r>
            <a:r>
              <a:rPr lang="en-US" sz="1700" dirty="0">
                <a:solidFill>
                  <a:schemeClr val="tx1"/>
                </a:solidFill>
              </a:rPr>
              <a:t>  </a:t>
            </a:r>
            <a:r>
              <a:rPr lang="en-US" sz="1700" i="1" dirty="0">
                <a:solidFill>
                  <a:schemeClr val="tx1"/>
                </a:solidFill>
              </a:rPr>
              <a:t>Neem je paraplu </a:t>
            </a:r>
            <a:r>
              <a:rPr lang="en-US" sz="1700" b="1" i="1" dirty="0">
                <a:solidFill>
                  <a:schemeClr val="accent3"/>
                </a:solidFill>
              </a:rPr>
              <a:t>mee</a:t>
            </a:r>
            <a:r>
              <a:rPr lang="en-US" sz="1700" i="1" dirty="0">
                <a:solidFill>
                  <a:schemeClr val="tx1"/>
                </a:solidFill>
              </a:rPr>
              <a:t>!</a:t>
            </a:r>
            <a:endParaRPr lang="en-US" sz="1700" dirty="0"/>
          </a:p>
        </p:txBody>
      </p:sp>
      <p:pic>
        <p:nvPicPr>
          <p:cNvPr id="15" name="Image 4" descr="window">    </p:cNvPr>
          <p:cNvPicPr>
            <a:picLocks noChangeAspect="1"/>
          </p:cNvPicPr>
          <p:nvPr/>
        </p:nvPicPr>
        <p:blipFill>
          <a:blip r:embed="rId5"/>
          <a:stretch>
            <a:fillRect/>
          </a:stretch>
        </p:blipFill>
        <p:spPr>
          <a:xfrm>
            <a:off x="4754880" y="3131820"/>
            <a:ext cx="594360" cy="594360"/>
          </a:xfrm>
          <a:prstGeom prst="rect">
            <a:avLst/>
          </a:prstGeom>
        </p:spPr>
      </p:pic>
      <p:sp>
        <p:nvSpPr>
          <p:cNvPr id="16" name="Text 8"/>
          <p:cNvSpPr txBox="1"/>
          <p:nvPr/>
        </p:nvSpPr>
        <p:spPr>
          <a:xfrm>
            <a:off x="5440680" y="3022092"/>
            <a:ext cx="3429000" cy="998220"/>
          </a:xfrm>
          <a:prstGeom prst="rect">
            <a:avLst/>
          </a:prstGeom>
          <a:noFill/>
          <a:ln/>
        </p:spPr>
        <p:txBody>
          <a:bodyPr wrap="square" lIns="0" tIns="0" rIns="0" bIns="0" rtlCol="0" anchor="ctr"/>
          <a:lstStyle/>
          <a:p>
            <a:pPr algn="l" indent="0" marL="0">
              <a:buNone/>
            </a:pPr>
            <a:r>
              <a:rPr lang="en-US" sz="1700" b="1" dirty="0">
                <a:solidFill>
                  <a:schemeClr val="tx1"/>
                </a:solidFill>
              </a:rPr>
              <a:t>4</a:t>
            </a:r>
            <a:r>
              <a:rPr lang="en-US" sz="1700" dirty="0">
                <a:solidFill>
                  <a:schemeClr val="tx1"/>
                </a:solidFill>
              </a:rPr>
              <a:t>  </a:t>
            </a:r>
            <a:r>
              <a:rPr lang="en-US" sz="1700" i="1" dirty="0">
                <a:solidFill>
                  <a:schemeClr val="tx1"/>
                </a:solidFill>
              </a:rPr>
              <a:t>Doe het raam </a:t>
            </a:r>
            <a:r>
              <a:rPr lang="en-US" sz="1700" b="1" i="1" dirty="0">
                <a:solidFill>
                  <a:schemeClr val="accent3"/>
                </a:solidFill>
              </a:rPr>
              <a:t>dicht</a:t>
            </a:r>
            <a:r>
              <a:rPr lang="en-US" sz="1700" i="1" dirty="0">
                <a:solidFill>
                  <a:schemeClr val="tx1"/>
                </a:solidFill>
              </a:rPr>
              <a:t>, het is koud.</a:t>
            </a:r>
            <a:endParaRPr lang="en-US" sz="1700" dirty="0"/>
          </a:p>
        </p:txBody>
      </p:sp>
      <p:pic>
        <p:nvPicPr>
          <p:cNvPr id="17" name="Image 5" descr="t shirt">    </p:cNvPr>
          <p:cNvPicPr>
            <a:picLocks noChangeAspect="1"/>
          </p:cNvPicPr>
          <p:nvPr/>
        </p:nvPicPr>
        <p:blipFill>
          <a:blip r:embed="rId6"/>
          <a:stretch>
            <a:fillRect/>
          </a:stretch>
        </p:blipFill>
        <p:spPr>
          <a:xfrm>
            <a:off x="548640" y="4221480"/>
            <a:ext cx="594360" cy="594360"/>
          </a:xfrm>
          <a:prstGeom prst="rect">
            <a:avLst/>
          </a:prstGeom>
        </p:spPr>
      </p:pic>
      <p:sp>
        <p:nvSpPr>
          <p:cNvPr id="18" name="Text 9"/>
          <p:cNvSpPr txBox="1"/>
          <p:nvPr/>
        </p:nvSpPr>
        <p:spPr>
          <a:xfrm>
            <a:off x="1234440" y="4111752"/>
            <a:ext cx="3429000" cy="998220"/>
          </a:xfrm>
          <a:prstGeom prst="rect">
            <a:avLst/>
          </a:prstGeom>
          <a:noFill/>
          <a:ln/>
        </p:spPr>
        <p:txBody>
          <a:bodyPr wrap="square" lIns="0" tIns="0" rIns="0" bIns="0" rtlCol="0" anchor="ctr"/>
          <a:lstStyle/>
          <a:p>
            <a:pPr algn="l" indent="0" marL="0">
              <a:buNone/>
            </a:pPr>
            <a:r>
              <a:rPr lang="en-US" sz="1700" b="1" dirty="0">
                <a:solidFill>
                  <a:schemeClr val="tx1"/>
                </a:solidFill>
              </a:rPr>
              <a:t>5</a:t>
            </a:r>
            <a:r>
              <a:rPr lang="en-US" sz="1700" dirty="0">
                <a:solidFill>
                  <a:schemeClr val="tx1"/>
                </a:solidFill>
              </a:rPr>
              <a:t>  </a:t>
            </a:r>
            <a:r>
              <a:rPr lang="en-US" sz="1700" i="1" dirty="0">
                <a:solidFill>
                  <a:schemeClr val="tx1"/>
                </a:solidFill>
              </a:rPr>
              <a:t>Kleed je vlug </a:t>
            </a:r>
            <a:r>
              <a:rPr lang="en-US" sz="1700" b="1" i="1" dirty="0">
                <a:solidFill>
                  <a:schemeClr val="accent3"/>
                </a:solidFill>
              </a:rPr>
              <a:t>aan</a:t>
            </a:r>
            <a:r>
              <a:rPr lang="en-US" sz="1700" i="1" dirty="0">
                <a:solidFill>
                  <a:schemeClr val="tx1"/>
                </a:solidFill>
              </a:rPr>
              <a:t>!</a:t>
            </a:r>
            <a:endParaRPr lang="en-US" sz="1700" dirty="0"/>
          </a:p>
        </p:txBody>
      </p:sp>
      <p:pic>
        <p:nvPicPr>
          <p:cNvPr id="19" name="Image 6" descr="alarm clock">    </p:cNvPr>
          <p:cNvPicPr>
            <a:picLocks noChangeAspect="1"/>
          </p:cNvPicPr>
          <p:nvPr/>
        </p:nvPicPr>
        <p:blipFill>
          <a:blip r:embed="rId7"/>
          <a:stretch>
            <a:fillRect/>
          </a:stretch>
        </p:blipFill>
        <p:spPr>
          <a:xfrm>
            <a:off x="4754880" y="4221480"/>
            <a:ext cx="594360" cy="594360"/>
          </a:xfrm>
          <a:prstGeom prst="rect">
            <a:avLst/>
          </a:prstGeom>
        </p:spPr>
      </p:pic>
      <p:sp>
        <p:nvSpPr>
          <p:cNvPr id="20" name="Text 10"/>
          <p:cNvSpPr txBox="1"/>
          <p:nvPr/>
        </p:nvSpPr>
        <p:spPr>
          <a:xfrm>
            <a:off x="5440680" y="4111752"/>
            <a:ext cx="3429000" cy="998220"/>
          </a:xfrm>
          <a:prstGeom prst="rect">
            <a:avLst/>
          </a:prstGeom>
          <a:noFill/>
          <a:ln/>
        </p:spPr>
        <p:txBody>
          <a:bodyPr wrap="square" lIns="0" tIns="0" rIns="0" bIns="0" rtlCol="0" anchor="ctr"/>
          <a:lstStyle/>
          <a:p>
            <a:pPr algn="l" indent="0" marL="0">
              <a:buNone/>
            </a:pPr>
            <a:r>
              <a:rPr lang="en-US" sz="1700" b="1" dirty="0">
                <a:solidFill>
                  <a:schemeClr val="tx1"/>
                </a:solidFill>
              </a:rPr>
              <a:t>6</a:t>
            </a:r>
            <a:r>
              <a:rPr lang="en-US" sz="1700" dirty="0">
                <a:solidFill>
                  <a:schemeClr val="tx1"/>
                </a:solidFill>
              </a:rPr>
              <a:t>  </a:t>
            </a:r>
            <a:r>
              <a:rPr lang="en-US" sz="1700" i="1" dirty="0">
                <a:solidFill>
                  <a:schemeClr val="tx1"/>
                </a:solidFill>
              </a:rPr>
              <a:t>Ik sta elke dag om 7 uur </a:t>
            </a:r>
            <a:r>
              <a:rPr lang="en-US" sz="1700" b="1" i="1" dirty="0">
                <a:solidFill>
                  <a:schemeClr val="accent3"/>
                </a:solidFill>
              </a:rPr>
              <a:t>op</a:t>
            </a:r>
            <a:r>
              <a:rPr lang="en-US" sz="1700" i="1" dirty="0">
                <a:solidFill>
                  <a:schemeClr val="tx1"/>
                </a:solidFill>
              </a:rPr>
              <a:t>.</a:t>
            </a:r>
            <a:endParaRPr lang="en-US" sz="1700" dirty="0"/>
          </a:p>
        </p:txBody>
      </p:sp>
      <p:pic>
        <p:nvPicPr>
          <p:cNvPr id="21" name="Image 7" descr="laptop">    </p:cNvPr>
          <p:cNvPicPr>
            <a:picLocks noChangeAspect="1"/>
          </p:cNvPicPr>
          <p:nvPr/>
        </p:nvPicPr>
        <p:blipFill>
          <a:blip r:embed="rId8"/>
          <a:stretch>
            <a:fillRect/>
          </a:stretch>
        </p:blipFill>
        <p:spPr>
          <a:xfrm>
            <a:off x="548640" y="5311140"/>
            <a:ext cx="594360" cy="594360"/>
          </a:xfrm>
          <a:prstGeom prst="rect">
            <a:avLst/>
          </a:prstGeom>
        </p:spPr>
      </p:pic>
      <p:sp>
        <p:nvSpPr>
          <p:cNvPr id="22" name="Text 11"/>
          <p:cNvSpPr txBox="1"/>
          <p:nvPr/>
        </p:nvSpPr>
        <p:spPr>
          <a:xfrm>
            <a:off x="1234440" y="5201412"/>
            <a:ext cx="3429000" cy="998220"/>
          </a:xfrm>
          <a:prstGeom prst="rect">
            <a:avLst/>
          </a:prstGeom>
          <a:noFill/>
          <a:ln/>
        </p:spPr>
        <p:txBody>
          <a:bodyPr wrap="square" lIns="0" tIns="0" rIns="0" bIns="0" rtlCol="0" anchor="ctr"/>
          <a:lstStyle/>
          <a:p>
            <a:pPr algn="l" indent="0" marL="0">
              <a:buNone/>
            </a:pPr>
            <a:r>
              <a:rPr lang="en-US" sz="1700" b="1" dirty="0">
                <a:solidFill>
                  <a:schemeClr val="tx1"/>
                </a:solidFill>
              </a:rPr>
              <a:t>7</a:t>
            </a:r>
            <a:r>
              <a:rPr lang="en-US" sz="1700" dirty="0">
                <a:solidFill>
                  <a:schemeClr val="tx1"/>
                </a:solidFill>
              </a:rPr>
              <a:t>  </a:t>
            </a:r>
            <a:r>
              <a:rPr lang="en-US" sz="1700" i="1" dirty="0">
                <a:solidFill>
                  <a:schemeClr val="tx1"/>
                </a:solidFill>
              </a:rPr>
              <a:t>Log </a:t>
            </a:r>
            <a:r>
              <a:rPr lang="en-US" sz="1700" b="1" i="1" dirty="0">
                <a:solidFill>
                  <a:schemeClr val="accent3"/>
                </a:solidFill>
              </a:rPr>
              <a:t>uit</a:t>
            </a:r>
            <a:r>
              <a:rPr lang="en-US" sz="1700" i="1" dirty="0">
                <a:solidFill>
                  <a:schemeClr val="tx1"/>
                </a:solidFill>
              </a:rPr>
              <a:t> voor je weggaat!</a:t>
            </a:r>
            <a:endParaRPr lang="en-US" sz="1700" dirty="0"/>
          </a:p>
        </p:txBody>
      </p:sp>
      <p:pic>
        <p:nvPicPr>
          <p:cNvPr id="23" name="Image 8" descr="bus">    </p:cNvPr>
          <p:cNvPicPr>
            <a:picLocks noChangeAspect="1"/>
          </p:cNvPicPr>
          <p:nvPr/>
        </p:nvPicPr>
        <p:blipFill>
          <a:blip r:embed="rId9"/>
          <a:stretch>
            <a:fillRect/>
          </a:stretch>
        </p:blipFill>
        <p:spPr>
          <a:xfrm>
            <a:off x="4754880" y="5311140"/>
            <a:ext cx="594360" cy="594360"/>
          </a:xfrm>
          <a:prstGeom prst="rect">
            <a:avLst/>
          </a:prstGeom>
        </p:spPr>
      </p:pic>
      <p:sp>
        <p:nvSpPr>
          <p:cNvPr id="24" name="Text 12"/>
          <p:cNvSpPr txBox="1"/>
          <p:nvPr/>
        </p:nvSpPr>
        <p:spPr>
          <a:xfrm>
            <a:off x="5440680" y="5201412"/>
            <a:ext cx="3429000" cy="998220"/>
          </a:xfrm>
          <a:prstGeom prst="rect">
            <a:avLst/>
          </a:prstGeom>
          <a:noFill/>
          <a:ln/>
        </p:spPr>
        <p:txBody>
          <a:bodyPr wrap="square" lIns="0" tIns="0" rIns="0" bIns="0" rtlCol="0" anchor="ctr"/>
          <a:lstStyle/>
          <a:p>
            <a:pPr algn="l" indent="0" marL="0">
              <a:buNone/>
            </a:pPr>
            <a:r>
              <a:rPr lang="en-US" sz="1700" b="1" dirty="0">
                <a:solidFill>
                  <a:schemeClr val="tx1"/>
                </a:solidFill>
              </a:rPr>
              <a:t>8</a:t>
            </a:r>
            <a:r>
              <a:rPr lang="en-US" sz="1700" dirty="0">
                <a:solidFill>
                  <a:schemeClr val="tx1"/>
                </a:solidFill>
              </a:rPr>
              <a:t>  </a:t>
            </a:r>
            <a:r>
              <a:rPr lang="en-US" sz="1700" i="1" dirty="0">
                <a:solidFill>
                  <a:schemeClr val="tx1"/>
                </a:solidFill>
              </a:rPr>
              <a:t>De bus is </a:t>
            </a:r>
            <a:r>
              <a:rPr lang="en-US" sz="1700" b="1" i="1" dirty="0">
                <a:solidFill>
                  <a:schemeClr val="accent3"/>
                </a:solidFill>
              </a:rPr>
              <a:t>weg</a:t>
            </a:r>
            <a:r>
              <a:rPr lang="en-US" sz="1700" i="1" dirty="0">
                <a:solidFill>
                  <a:schemeClr val="tx1"/>
                </a:solidFill>
              </a:rPr>
              <a:t>, we zijn te laat.</a:t>
            </a:r>
            <a:endParaRPr lang="en-US" sz="1700" dirty="0"/>
          </a:p>
        </p:txBody>
      </p:sp>
      <p:sp>
        <p:nvSpPr>
          <p:cNvPr id="25" name="Shape 13"/>
          <p:cNvSpPr/>
          <p:nvPr/>
        </p:nvSpPr>
        <p:spPr>
          <a:xfrm>
            <a:off x="9052560" y="1932432"/>
            <a:ext cx="2587752" cy="4358640"/>
          </a:xfrm>
          <a:prstGeom prst="roundRect">
            <a:avLst>
              <a:gd name="adj" fmla="val 2827"/>
            </a:avLst>
          </a:prstGeom>
          <a:solidFill>
            <a:schemeClr val="bg2"/>
          </a:solidFill>
          <a:ln w="12700">
            <a:solidFill>
              <a:srgbClr val="D5DCE6"/>
            </a:solidFill>
            <a:prstDash val="solid"/>
          </a:ln>
        </p:spPr>
      </p:sp>
      <p:sp>
        <p:nvSpPr>
          <p:cNvPr id="26" name="Text 14"/>
          <p:cNvSpPr txBox="1"/>
          <p:nvPr/>
        </p:nvSpPr>
        <p:spPr>
          <a:xfrm>
            <a:off x="9052560" y="2023872"/>
            <a:ext cx="2587752" cy="320040"/>
          </a:xfrm>
          <a:prstGeom prst="rect">
            <a:avLst/>
          </a:prstGeom>
          <a:noFill/>
          <a:ln/>
        </p:spPr>
        <p:txBody>
          <a:bodyPr wrap="square" lIns="0" tIns="0" rIns="0" bIns="0" rtlCol="0" anchor="t"/>
          <a:lstStyle/>
          <a:p>
            <a:pPr algn="ctr" indent="0" marL="0">
              <a:buNone/>
            </a:pPr>
            <a:r>
              <a:rPr lang="en-US" sz="1300" b="1" spc="200" kern="0" dirty="0">
                <a:solidFill>
                  <a:schemeClr val="accent5"/>
                </a:solidFill>
              </a:rPr>
              <a:t>BANQUE</a:t>
            </a:r>
            <a:endParaRPr lang="en-US" sz="1300" dirty="0"/>
          </a:p>
        </p:txBody>
      </p:sp>
      <p:sp>
        <p:nvSpPr>
          <p:cNvPr id="27" name="Shape 15"/>
          <p:cNvSpPr/>
          <p:nvPr/>
        </p:nvSpPr>
        <p:spPr>
          <a:xfrm>
            <a:off x="9235440" y="2481072"/>
            <a:ext cx="1051560" cy="566928"/>
          </a:xfrm>
          <a:prstGeom prst="roundRect">
            <a:avLst>
              <a:gd name="adj" fmla="val 48387"/>
            </a:avLst>
          </a:prstGeom>
          <a:solidFill>
            <a:schemeClr val="accent1"/>
          </a:solidFill>
          <a:ln w="12700">
            <a:solidFill>
              <a:srgbClr val="FFFFFF">
                <a:alpha val="0"/>
              </a:srgbClr>
            </a:solidFill>
            <a:prstDash val="solid"/>
          </a:ln>
        </p:spPr>
      </p:sp>
      <p:sp>
        <p:nvSpPr>
          <p:cNvPr id="28" name="Text 16"/>
          <p:cNvSpPr txBox="1"/>
          <p:nvPr/>
        </p:nvSpPr>
        <p:spPr>
          <a:xfrm>
            <a:off x="9235440" y="2481072"/>
            <a:ext cx="1051560" cy="566928"/>
          </a:xfrm>
          <a:prstGeom prst="rect">
            <a:avLst/>
          </a:prstGeom>
          <a:noFill/>
          <a:ln/>
        </p:spPr>
        <p:txBody>
          <a:bodyPr wrap="square" lIns="0" tIns="0" rIns="0" bIns="0" rtlCol="0" anchor="ctr"/>
          <a:lstStyle/>
          <a:p>
            <a:pPr algn="ctr" indent="0" marL="0">
              <a:buNone/>
            </a:pPr>
            <a:r>
              <a:rPr lang="en-US" sz="1800" b="1" dirty="0">
                <a:solidFill>
                  <a:schemeClr val="bg1"/>
                </a:solidFill>
              </a:rPr>
              <a:t>in</a:t>
            </a:r>
            <a:endParaRPr lang="en-US" sz="1800" dirty="0"/>
          </a:p>
        </p:txBody>
      </p:sp>
      <p:sp>
        <p:nvSpPr>
          <p:cNvPr id="29" name="Shape 17"/>
          <p:cNvSpPr/>
          <p:nvPr/>
        </p:nvSpPr>
        <p:spPr>
          <a:xfrm>
            <a:off x="10424160" y="2481072"/>
            <a:ext cx="1051560" cy="566928"/>
          </a:xfrm>
          <a:prstGeom prst="roundRect">
            <a:avLst>
              <a:gd name="adj" fmla="val 48387"/>
            </a:avLst>
          </a:prstGeom>
          <a:solidFill>
            <a:schemeClr val="accent1"/>
          </a:solidFill>
          <a:ln w="12700">
            <a:solidFill>
              <a:srgbClr val="FFFFFF">
                <a:alpha val="0"/>
              </a:srgbClr>
            </a:solidFill>
            <a:prstDash val="solid"/>
          </a:ln>
        </p:spPr>
      </p:sp>
      <p:sp>
        <p:nvSpPr>
          <p:cNvPr id="30" name="Text 18"/>
          <p:cNvSpPr txBox="1"/>
          <p:nvPr/>
        </p:nvSpPr>
        <p:spPr>
          <a:xfrm>
            <a:off x="10424160" y="2481072"/>
            <a:ext cx="1051560" cy="566928"/>
          </a:xfrm>
          <a:prstGeom prst="rect">
            <a:avLst/>
          </a:prstGeom>
          <a:noFill/>
          <a:ln/>
        </p:spPr>
        <p:txBody>
          <a:bodyPr wrap="square" lIns="0" tIns="0" rIns="0" bIns="0" rtlCol="0" anchor="ctr"/>
          <a:lstStyle/>
          <a:p>
            <a:pPr algn="ctr" indent="0" marL="0">
              <a:buNone/>
            </a:pPr>
            <a:r>
              <a:rPr lang="en-US" sz="1800" b="1" dirty="0">
                <a:solidFill>
                  <a:schemeClr val="bg1"/>
                </a:solidFill>
              </a:rPr>
              <a:t>terug</a:t>
            </a:r>
            <a:endParaRPr lang="en-US" sz="1800" dirty="0"/>
          </a:p>
        </p:txBody>
      </p:sp>
      <p:sp>
        <p:nvSpPr>
          <p:cNvPr id="31" name="Shape 19"/>
          <p:cNvSpPr/>
          <p:nvPr/>
        </p:nvSpPr>
        <p:spPr>
          <a:xfrm>
            <a:off x="9235440" y="3258312"/>
            <a:ext cx="1051560" cy="566928"/>
          </a:xfrm>
          <a:prstGeom prst="roundRect">
            <a:avLst>
              <a:gd name="adj" fmla="val 48387"/>
            </a:avLst>
          </a:prstGeom>
          <a:solidFill>
            <a:schemeClr val="accent1"/>
          </a:solidFill>
          <a:ln w="12700">
            <a:solidFill>
              <a:srgbClr val="FFFFFF">
                <a:alpha val="0"/>
              </a:srgbClr>
            </a:solidFill>
            <a:prstDash val="solid"/>
          </a:ln>
        </p:spPr>
      </p:sp>
      <p:sp>
        <p:nvSpPr>
          <p:cNvPr id="32" name="Text 20"/>
          <p:cNvSpPr txBox="1"/>
          <p:nvPr/>
        </p:nvSpPr>
        <p:spPr>
          <a:xfrm>
            <a:off x="9235440" y="3258312"/>
            <a:ext cx="1051560" cy="566928"/>
          </a:xfrm>
          <a:prstGeom prst="rect">
            <a:avLst/>
          </a:prstGeom>
          <a:noFill/>
          <a:ln/>
        </p:spPr>
        <p:txBody>
          <a:bodyPr wrap="square" lIns="0" tIns="0" rIns="0" bIns="0" rtlCol="0" anchor="ctr"/>
          <a:lstStyle/>
          <a:p>
            <a:pPr algn="ctr" indent="0" marL="0">
              <a:buNone/>
            </a:pPr>
            <a:r>
              <a:rPr lang="en-US" sz="1800" b="1" dirty="0">
                <a:solidFill>
                  <a:schemeClr val="bg1"/>
                </a:solidFill>
              </a:rPr>
              <a:t>mee</a:t>
            </a:r>
            <a:endParaRPr lang="en-US" sz="1800" dirty="0"/>
          </a:p>
        </p:txBody>
      </p:sp>
      <p:sp>
        <p:nvSpPr>
          <p:cNvPr id="33" name="Shape 21"/>
          <p:cNvSpPr/>
          <p:nvPr/>
        </p:nvSpPr>
        <p:spPr>
          <a:xfrm>
            <a:off x="10424160" y="3258312"/>
            <a:ext cx="1051560" cy="566928"/>
          </a:xfrm>
          <a:prstGeom prst="roundRect">
            <a:avLst>
              <a:gd name="adj" fmla="val 48387"/>
            </a:avLst>
          </a:prstGeom>
          <a:solidFill>
            <a:schemeClr val="accent1"/>
          </a:solidFill>
          <a:ln w="12700">
            <a:solidFill>
              <a:srgbClr val="FFFFFF">
                <a:alpha val="0"/>
              </a:srgbClr>
            </a:solidFill>
            <a:prstDash val="solid"/>
          </a:ln>
        </p:spPr>
      </p:sp>
      <p:sp>
        <p:nvSpPr>
          <p:cNvPr id="34" name="Text 22"/>
          <p:cNvSpPr txBox="1"/>
          <p:nvPr/>
        </p:nvSpPr>
        <p:spPr>
          <a:xfrm>
            <a:off x="10424160" y="3258312"/>
            <a:ext cx="1051560" cy="566928"/>
          </a:xfrm>
          <a:prstGeom prst="rect">
            <a:avLst/>
          </a:prstGeom>
          <a:noFill/>
          <a:ln/>
        </p:spPr>
        <p:txBody>
          <a:bodyPr wrap="square" lIns="0" tIns="0" rIns="0" bIns="0" rtlCol="0" anchor="ctr"/>
          <a:lstStyle/>
          <a:p>
            <a:pPr algn="ctr" indent="0" marL="0">
              <a:buNone/>
            </a:pPr>
            <a:r>
              <a:rPr lang="en-US" sz="1800" b="1" dirty="0">
                <a:solidFill>
                  <a:schemeClr val="bg1"/>
                </a:solidFill>
              </a:rPr>
              <a:t>dicht</a:t>
            </a:r>
            <a:endParaRPr lang="en-US" sz="1800" dirty="0"/>
          </a:p>
        </p:txBody>
      </p:sp>
      <p:sp>
        <p:nvSpPr>
          <p:cNvPr id="35" name="Shape 23"/>
          <p:cNvSpPr/>
          <p:nvPr/>
        </p:nvSpPr>
        <p:spPr>
          <a:xfrm>
            <a:off x="9235440" y="4035552"/>
            <a:ext cx="1051560" cy="566928"/>
          </a:xfrm>
          <a:prstGeom prst="roundRect">
            <a:avLst>
              <a:gd name="adj" fmla="val 48387"/>
            </a:avLst>
          </a:prstGeom>
          <a:solidFill>
            <a:schemeClr val="accent1"/>
          </a:solidFill>
          <a:ln w="12700">
            <a:solidFill>
              <a:srgbClr val="FFFFFF">
                <a:alpha val="0"/>
              </a:srgbClr>
            </a:solidFill>
            <a:prstDash val="solid"/>
          </a:ln>
        </p:spPr>
      </p:sp>
      <p:sp>
        <p:nvSpPr>
          <p:cNvPr id="36" name="Text 24"/>
          <p:cNvSpPr txBox="1"/>
          <p:nvPr/>
        </p:nvSpPr>
        <p:spPr>
          <a:xfrm>
            <a:off x="9235440" y="4035552"/>
            <a:ext cx="1051560" cy="566928"/>
          </a:xfrm>
          <a:prstGeom prst="rect">
            <a:avLst/>
          </a:prstGeom>
          <a:noFill/>
          <a:ln/>
        </p:spPr>
        <p:txBody>
          <a:bodyPr wrap="square" lIns="0" tIns="0" rIns="0" bIns="0" rtlCol="0" anchor="ctr"/>
          <a:lstStyle/>
          <a:p>
            <a:pPr algn="ctr" indent="0" marL="0">
              <a:buNone/>
            </a:pPr>
            <a:r>
              <a:rPr lang="en-US" sz="1800" b="1" dirty="0">
                <a:solidFill>
                  <a:schemeClr val="bg1"/>
                </a:solidFill>
              </a:rPr>
              <a:t>aan</a:t>
            </a:r>
            <a:endParaRPr lang="en-US" sz="1800" dirty="0"/>
          </a:p>
        </p:txBody>
      </p:sp>
      <p:sp>
        <p:nvSpPr>
          <p:cNvPr id="37" name="Shape 25"/>
          <p:cNvSpPr/>
          <p:nvPr/>
        </p:nvSpPr>
        <p:spPr>
          <a:xfrm>
            <a:off x="10424160" y="4035552"/>
            <a:ext cx="1051560" cy="566928"/>
          </a:xfrm>
          <a:prstGeom prst="roundRect">
            <a:avLst>
              <a:gd name="adj" fmla="val 48387"/>
            </a:avLst>
          </a:prstGeom>
          <a:solidFill>
            <a:schemeClr val="accent1"/>
          </a:solidFill>
          <a:ln w="12700">
            <a:solidFill>
              <a:srgbClr val="FFFFFF">
                <a:alpha val="0"/>
              </a:srgbClr>
            </a:solidFill>
            <a:prstDash val="solid"/>
          </a:ln>
        </p:spPr>
      </p:sp>
      <p:sp>
        <p:nvSpPr>
          <p:cNvPr id="38" name="Text 26"/>
          <p:cNvSpPr txBox="1"/>
          <p:nvPr/>
        </p:nvSpPr>
        <p:spPr>
          <a:xfrm>
            <a:off x="10424160" y="4035552"/>
            <a:ext cx="1051560" cy="566928"/>
          </a:xfrm>
          <a:prstGeom prst="rect">
            <a:avLst/>
          </a:prstGeom>
          <a:noFill/>
          <a:ln/>
        </p:spPr>
        <p:txBody>
          <a:bodyPr wrap="square" lIns="0" tIns="0" rIns="0" bIns="0" rtlCol="0" anchor="ctr"/>
          <a:lstStyle/>
          <a:p>
            <a:pPr algn="ctr" indent="0" marL="0">
              <a:buNone/>
            </a:pPr>
            <a:r>
              <a:rPr lang="en-US" sz="1800" b="1" dirty="0">
                <a:solidFill>
                  <a:schemeClr val="bg1"/>
                </a:solidFill>
              </a:rPr>
              <a:t>op</a:t>
            </a:r>
            <a:endParaRPr lang="en-US" sz="1800" dirty="0"/>
          </a:p>
        </p:txBody>
      </p:sp>
      <p:sp>
        <p:nvSpPr>
          <p:cNvPr id="39" name="Shape 27"/>
          <p:cNvSpPr/>
          <p:nvPr/>
        </p:nvSpPr>
        <p:spPr>
          <a:xfrm>
            <a:off x="9235440" y="4812792"/>
            <a:ext cx="1051560" cy="566928"/>
          </a:xfrm>
          <a:prstGeom prst="roundRect">
            <a:avLst>
              <a:gd name="adj" fmla="val 48387"/>
            </a:avLst>
          </a:prstGeom>
          <a:solidFill>
            <a:schemeClr val="accent1"/>
          </a:solidFill>
          <a:ln w="12700">
            <a:solidFill>
              <a:srgbClr val="FFFFFF">
                <a:alpha val="0"/>
              </a:srgbClr>
            </a:solidFill>
            <a:prstDash val="solid"/>
          </a:ln>
        </p:spPr>
      </p:sp>
      <p:sp>
        <p:nvSpPr>
          <p:cNvPr id="40" name="Text 28"/>
          <p:cNvSpPr txBox="1"/>
          <p:nvPr/>
        </p:nvSpPr>
        <p:spPr>
          <a:xfrm>
            <a:off x="9235440" y="4812792"/>
            <a:ext cx="1051560" cy="566928"/>
          </a:xfrm>
          <a:prstGeom prst="rect">
            <a:avLst/>
          </a:prstGeom>
          <a:noFill/>
          <a:ln/>
        </p:spPr>
        <p:txBody>
          <a:bodyPr wrap="square" lIns="0" tIns="0" rIns="0" bIns="0" rtlCol="0" anchor="ctr"/>
          <a:lstStyle/>
          <a:p>
            <a:pPr algn="ctr" indent="0" marL="0">
              <a:buNone/>
            </a:pPr>
            <a:r>
              <a:rPr lang="en-US" sz="1800" b="1" dirty="0">
                <a:solidFill>
                  <a:schemeClr val="bg1"/>
                </a:solidFill>
              </a:rPr>
              <a:t>uit</a:t>
            </a:r>
            <a:endParaRPr lang="en-US" sz="1800" dirty="0"/>
          </a:p>
        </p:txBody>
      </p:sp>
      <p:sp>
        <p:nvSpPr>
          <p:cNvPr id="41" name="Shape 29"/>
          <p:cNvSpPr/>
          <p:nvPr/>
        </p:nvSpPr>
        <p:spPr>
          <a:xfrm>
            <a:off x="10424160" y="4812792"/>
            <a:ext cx="1051560" cy="566928"/>
          </a:xfrm>
          <a:prstGeom prst="roundRect">
            <a:avLst>
              <a:gd name="adj" fmla="val 48387"/>
            </a:avLst>
          </a:prstGeom>
          <a:solidFill>
            <a:schemeClr val="accent1"/>
          </a:solidFill>
          <a:ln w="12700">
            <a:solidFill>
              <a:srgbClr val="FFFFFF">
                <a:alpha val="0"/>
              </a:srgbClr>
            </a:solidFill>
            <a:prstDash val="solid"/>
          </a:ln>
        </p:spPr>
      </p:sp>
      <p:sp>
        <p:nvSpPr>
          <p:cNvPr id="42" name="Text 30"/>
          <p:cNvSpPr txBox="1"/>
          <p:nvPr/>
        </p:nvSpPr>
        <p:spPr>
          <a:xfrm>
            <a:off x="10424160" y="4812792"/>
            <a:ext cx="1051560" cy="566928"/>
          </a:xfrm>
          <a:prstGeom prst="rect">
            <a:avLst/>
          </a:prstGeom>
          <a:noFill/>
          <a:ln/>
        </p:spPr>
        <p:txBody>
          <a:bodyPr wrap="square" lIns="0" tIns="0" rIns="0" bIns="0" rtlCol="0" anchor="ctr"/>
          <a:lstStyle/>
          <a:p>
            <a:pPr algn="ctr" indent="0" marL="0">
              <a:buNone/>
            </a:pPr>
            <a:r>
              <a:rPr lang="en-US" sz="1800" b="1" dirty="0">
                <a:solidFill>
                  <a:schemeClr val="bg1"/>
                </a:solidFill>
              </a:rPr>
              <a:t>weg</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Le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Karim écrit à Sofie. Trouvez les 5 erreurs.</a:t>
            </a:r>
            <a:endParaRPr lang="en-US" sz="1700" dirty="0"/>
          </a:p>
        </p:txBody>
      </p:sp>
      <p:sp>
        <p:nvSpPr>
          <p:cNvPr id="8" name="Shape 4"/>
          <p:cNvSpPr/>
          <p:nvPr/>
        </p:nvSpPr>
        <p:spPr>
          <a:xfrm>
            <a:off x="548640" y="1932432"/>
            <a:ext cx="82296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9" name="Shape 5"/>
          <p:cNvSpPr/>
          <p:nvPr/>
        </p:nvSpPr>
        <p:spPr>
          <a:xfrm>
            <a:off x="548640" y="1932432"/>
            <a:ext cx="8229600" cy="457200"/>
          </a:xfrm>
          <a:prstGeom prst="roundRect">
            <a:avLst>
              <a:gd name="adj" fmla="val 8000"/>
            </a:avLst>
          </a:prstGeom>
          <a:solidFill>
            <a:srgbClr val="E6EBF2"/>
          </a:solidFill>
          <a:ln w="12700">
            <a:solidFill>
              <a:srgbClr val="FFFFFF">
                <a:alpha val="0"/>
              </a:srgbClr>
            </a:solidFill>
            <a:prstDash val="solid"/>
          </a:ln>
        </p:spPr>
      </p:sp>
      <p:sp>
        <p:nvSpPr>
          <p:cNvPr id="10" name="Text 6"/>
          <p:cNvSpPr txBox="1"/>
          <p:nvPr/>
        </p:nvSpPr>
        <p:spPr>
          <a:xfrm>
            <a:off x="777240" y="1932432"/>
            <a:ext cx="7315200" cy="457200"/>
          </a:xfrm>
          <a:prstGeom prst="rect">
            <a:avLst/>
          </a:prstGeom>
          <a:noFill/>
          <a:ln/>
        </p:spPr>
        <p:txBody>
          <a:bodyPr wrap="square" lIns="0" tIns="0" rIns="0" bIns="0" rtlCol="0" anchor="ctr"/>
          <a:lstStyle/>
          <a:p>
            <a:pPr algn="l" indent="0" marL="0">
              <a:buNone/>
            </a:pPr>
            <a:r>
              <a:rPr lang="en-US" sz="1300" dirty="0">
                <a:solidFill>
                  <a:schemeClr val="accent5"/>
                </a:solidFill>
              </a:rPr>
              <a:t>Karim → Sofie</a:t>
            </a:r>
            <a:endParaRPr lang="en-US" sz="1300" dirty="0"/>
          </a:p>
        </p:txBody>
      </p:sp>
      <p:sp>
        <p:nvSpPr>
          <p:cNvPr id="11" name="Text 7"/>
          <p:cNvSpPr txBox="1"/>
          <p:nvPr/>
        </p:nvSpPr>
        <p:spPr>
          <a:xfrm>
            <a:off x="868680" y="2572512"/>
            <a:ext cx="7589520" cy="3535680"/>
          </a:xfrm>
          <a:prstGeom prst="rect">
            <a:avLst/>
          </a:prstGeom>
          <a:noFill/>
          <a:ln/>
        </p:spPr>
        <p:txBody>
          <a:bodyPr wrap="square" lIns="0" tIns="0" rIns="0" bIns="0" rtlCol="0" anchor="t"/>
          <a:lstStyle/>
          <a:p>
            <a:pPr algn="l" indent="0" marL="0">
              <a:lnSpc>
                <a:spcPct val="120000"/>
              </a:lnSpc>
              <a:buNone/>
            </a:pPr>
            <a:r>
              <a:rPr lang="en-US" sz="2100" i="1" dirty="0">
                <a:solidFill>
                  <a:schemeClr val="tx1"/>
                </a:solidFill>
              </a:rPr>
              <a:t>Hoi Sofie! </a:t>
            </a:r>
            <a:r>
              <a:rPr lang="en-US" sz="2100" i="1" dirty="0">
                <a:solidFill>
                  <a:schemeClr val="tx1"/>
                </a:solidFill>
              </a:rPr>
              <a:t>Morgen ik opsta</a:t>
            </a:r>
            <a:r>
              <a:rPr lang="en-US" sz="2100" i="1" dirty="0">
                <a:solidFill>
                  <a:schemeClr val="tx1"/>
                </a:solidFill>
              </a:rPr>
              <a:t> om 6 uur</a:t>
            </a:r>
            <a:r>
              <a:rPr lang="en-US" sz="2100" i="1" dirty="0">
                <a:solidFill>
                  <a:schemeClr val="tx1"/>
                </a:solidFill>
              </a:rPr>
              <a:t>, want ik moet om 8 uur vertrekken. </a:t>
            </a:r>
            <a:r>
              <a:rPr lang="en-US" sz="2100" i="1" dirty="0">
                <a:solidFill>
                  <a:schemeClr val="tx1"/>
                </a:solidFill>
              </a:rPr>
              <a:t>Ik meeneem</a:t>
            </a:r>
            <a:r>
              <a:rPr lang="en-US" sz="2100" i="1" dirty="0">
                <a:solidFill>
                  <a:schemeClr val="tx1"/>
                </a:solidFill>
              </a:rPr>
              <a:t> de documenten</a:t>
            </a:r>
            <a:r>
              <a:rPr lang="en-US" sz="2100" i="1" dirty="0">
                <a:solidFill>
                  <a:schemeClr val="tx1"/>
                </a:solidFill>
              </a:rPr>
              <a:t>. Kun jij de klant </a:t>
            </a:r>
            <a:r>
              <a:rPr lang="en-US" sz="2100" i="1" dirty="0">
                <a:solidFill>
                  <a:schemeClr val="tx1"/>
                </a:solidFill>
              </a:rPr>
              <a:t>bellen op</a:t>
            </a:r>
            <a:r>
              <a:rPr lang="en-US" sz="2100" i="1" dirty="0">
                <a:solidFill>
                  <a:schemeClr val="tx1"/>
                </a:solidFill>
              </a:rPr>
              <a:t>? Ik log om 9 uur in. Ik kom om 15 uur terug en </a:t>
            </a:r>
            <a:r>
              <a:rPr lang="en-US" sz="2100" i="1" dirty="0">
                <a:solidFill>
                  <a:schemeClr val="tx1"/>
                </a:solidFill>
              </a:rPr>
              <a:t>dan ik moet</a:t>
            </a:r>
            <a:r>
              <a:rPr lang="en-US" sz="2100" i="1" dirty="0">
                <a:solidFill>
                  <a:schemeClr val="tx1"/>
                </a:solidFill>
              </a:rPr>
              <a:t> de vergadering voorbereiden. Groetjes, Karim</a:t>
            </a:r>
            <a:endParaRPr lang="en-US" sz="2100" dirty="0"/>
          </a:p>
        </p:txBody>
      </p:sp>
      <p:pic>
        <p:nvPicPr>
          <p:cNvPr id="12" name="Image 1" descr="magnifying glass tilted left">    </p:cNvPr>
          <p:cNvPicPr>
            <a:picLocks noChangeAspect="1"/>
          </p:cNvPicPr>
          <p:nvPr/>
        </p:nvPicPr>
        <p:blipFill>
          <a:blip r:embed="rId2"/>
          <a:stretch>
            <a:fillRect/>
          </a:stretch>
        </p:blipFill>
        <p:spPr>
          <a:xfrm>
            <a:off x="9509760" y="2115312"/>
            <a:ext cx="1463040" cy="1463040"/>
          </a:xfrm>
          <a:prstGeom prst="rect">
            <a:avLst/>
          </a:prstGeom>
        </p:spPr>
      </p:pic>
      <p:sp>
        <p:nvSpPr>
          <p:cNvPr id="13" name="Shape 8"/>
          <p:cNvSpPr/>
          <p:nvPr/>
        </p:nvSpPr>
        <p:spPr>
          <a:xfrm>
            <a:off x="9052560" y="3852672"/>
            <a:ext cx="2587752" cy="822960"/>
          </a:xfrm>
          <a:prstGeom prst="roundRect">
            <a:avLst>
              <a:gd name="adj" fmla="val 8889"/>
            </a:avLst>
          </a:prstGeom>
          <a:solidFill>
            <a:schemeClr val="accent6"/>
          </a:solidFill>
          <a:ln w="12700">
            <a:solidFill>
              <a:srgbClr val="FFFFFF">
                <a:alpha val="0"/>
              </a:srgbClr>
            </a:solidFill>
            <a:prstDash val="solid"/>
          </a:ln>
        </p:spPr>
      </p:sp>
      <p:sp>
        <p:nvSpPr>
          <p:cNvPr id="14" name="Text 9"/>
          <p:cNvSpPr txBox="1"/>
          <p:nvPr/>
        </p:nvSpPr>
        <p:spPr>
          <a:xfrm>
            <a:off x="9052560" y="385267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5 erreurs ?</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Le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Karim écrit à Sofie. Trouvez les 5 erreurs.</a:t>
            </a:r>
            <a:endParaRPr lang="en-US" sz="1700" dirty="0"/>
          </a:p>
        </p:txBody>
      </p:sp>
      <p:sp>
        <p:nvSpPr>
          <p:cNvPr id="9" name="Shape 5"/>
          <p:cNvSpPr/>
          <p:nvPr/>
        </p:nvSpPr>
        <p:spPr>
          <a:xfrm>
            <a:off x="548640" y="1932432"/>
            <a:ext cx="82296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0" name="Shape 6"/>
          <p:cNvSpPr/>
          <p:nvPr/>
        </p:nvSpPr>
        <p:spPr>
          <a:xfrm>
            <a:off x="548640" y="1932432"/>
            <a:ext cx="8229600" cy="457200"/>
          </a:xfrm>
          <a:prstGeom prst="roundRect">
            <a:avLst>
              <a:gd name="adj" fmla="val 8000"/>
            </a:avLst>
          </a:prstGeom>
          <a:solidFill>
            <a:srgbClr val="E6EBF2"/>
          </a:solidFill>
          <a:ln w="12700">
            <a:solidFill>
              <a:srgbClr val="FFFFFF">
                <a:alpha val="0"/>
              </a:srgbClr>
            </a:solidFill>
            <a:prstDash val="solid"/>
          </a:ln>
        </p:spPr>
      </p:sp>
      <p:sp>
        <p:nvSpPr>
          <p:cNvPr id="11" name="Text 7"/>
          <p:cNvSpPr txBox="1"/>
          <p:nvPr/>
        </p:nvSpPr>
        <p:spPr>
          <a:xfrm>
            <a:off x="777240" y="1932432"/>
            <a:ext cx="7315200" cy="457200"/>
          </a:xfrm>
          <a:prstGeom prst="rect">
            <a:avLst/>
          </a:prstGeom>
          <a:noFill/>
          <a:ln/>
        </p:spPr>
        <p:txBody>
          <a:bodyPr wrap="square" lIns="0" tIns="0" rIns="0" bIns="0" rtlCol="0" anchor="ctr"/>
          <a:lstStyle/>
          <a:p>
            <a:pPr algn="l" indent="0" marL="0">
              <a:buNone/>
            </a:pPr>
            <a:r>
              <a:rPr lang="en-US" sz="1300" dirty="0">
                <a:solidFill>
                  <a:schemeClr val="accent5"/>
                </a:solidFill>
              </a:rPr>
              <a:t>Karim → Sofie</a:t>
            </a:r>
            <a:endParaRPr lang="en-US" sz="1300" dirty="0"/>
          </a:p>
        </p:txBody>
      </p:sp>
      <p:sp>
        <p:nvSpPr>
          <p:cNvPr id="12" name="Text 8"/>
          <p:cNvSpPr txBox="1"/>
          <p:nvPr/>
        </p:nvSpPr>
        <p:spPr>
          <a:xfrm>
            <a:off x="868680" y="2572512"/>
            <a:ext cx="7589520" cy="3535680"/>
          </a:xfrm>
          <a:prstGeom prst="rect">
            <a:avLst/>
          </a:prstGeom>
          <a:noFill/>
          <a:ln/>
        </p:spPr>
        <p:txBody>
          <a:bodyPr wrap="square" lIns="0" tIns="0" rIns="0" bIns="0" rtlCol="0" anchor="t"/>
          <a:lstStyle/>
          <a:p>
            <a:pPr algn="l" indent="0" marL="0">
              <a:lnSpc>
                <a:spcPct val="120000"/>
              </a:lnSpc>
              <a:buNone/>
            </a:pPr>
            <a:r>
              <a:rPr lang="en-US" sz="2100" i="1" dirty="0">
                <a:solidFill>
                  <a:schemeClr val="tx1"/>
                </a:solidFill>
              </a:rPr>
              <a:t>Hoi Sofie! </a:t>
            </a:r>
            <a:r>
              <a:rPr lang="en-US" sz="2100" i="1" strike="sngStrike" dirty="0">
                <a:solidFill>
                  <a:schemeClr val="accent6"/>
                </a:solidFill>
              </a:rPr>
              <a:t>Morgen ik opsta</a:t>
            </a:r>
            <a:r>
              <a:rPr lang="en-US" sz="2100" b="1" i="1" dirty="0">
                <a:solidFill>
                  <a:schemeClr val="accent3"/>
                </a:solidFill>
              </a:rPr>
              <a:t> Morgen sta ik</a:t>
            </a:r>
            <a:r>
              <a:rPr lang="en-US" sz="2100" i="1" dirty="0">
                <a:solidFill>
                  <a:schemeClr val="tx1"/>
                </a:solidFill>
              </a:rPr>
              <a:t> om 6 uur</a:t>
            </a:r>
            <a:r>
              <a:rPr lang="en-US" sz="2100" b="1" i="1" dirty="0">
                <a:solidFill>
                  <a:schemeClr val="accent3"/>
                </a:solidFill>
              </a:rPr>
              <a:t> op</a:t>
            </a:r>
            <a:r>
              <a:rPr lang="en-US" sz="2100" i="1" dirty="0">
                <a:solidFill>
                  <a:schemeClr val="tx1"/>
                </a:solidFill>
              </a:rPr>
              <a:t>, want ik moet om 8 uur vertrekken. </a:t>
            </a:r>
            <a:r>
              <a:rPr lang="en-US" sz="2100" i="1" strike="sngStrike" dirty="0">
                <a:solidFill>
                  <a:schemeClr val="accent6"/>
                </a:solidFill>
              </a:rPr>
              <a:t>Ik meeneem</a:t>
            </a:r>
            <a:r>
              <a:rPr lang="en-US" sz="2100" b="1" i="1" dirty="0">
                <a:solidFill>
                  <a:schemeClr val="accent3"/>
                </a:solidFill>
              </a:rPr>
              <a:t> Ik neem</a:t>
            </a:r>
            <a:r>
              <a:rPr lang="en-US" sz="2100" i="1" dirty="0">
                <a:solidFill>
                  <a:schemeClr val="tx1"/>
                </a:solidFill>
              </a:rPr>
              <a:t> de documenten</a:t>
            </a:r>
            <a:r>
              <a:rPr lang="en-US" sz="2100" b="1" i="1" dirty="0">
                <a:solidFill>
                  <a:schemeClr val="accent3"/>
                </a:solidFill>
              </a:rPr>
              <a:t> mee</a:t>
            </a:r>
            <a:r>
              <a:rPr lang="en-US" sz="2100" i="1" dirty="0">
                <a:solidFill>
                  <a:schemeClr val="tx1"/>
                </a:solidFill>
              </a:rPr>
              <a:t>. Kun jij de klant </a:t>
            </a:r>
            <a:r>
              <a:rPr lang="en-US" sz="2100" i="1" strike="sngStrike" dirty="0">
                <a:solidFill>
                  <a:schemeClr val="accent6"/>
                </a:solidFill>
              </a:rPr>
              <a:t>bellen op</a:t>
            </a:r>
            <a:r>
              <a:rPr lang="en-US" sz="2100" b="1" i="1" dirty="0">
                <a:solidFill>
                  <a:schemeClr val="accent3"/>
                </a:solidFill>
              </a:rPr>
              <a:t> opbellen</a:t>
            </a:r>
            <a:r>
              <a:rPr lang="en-US" sz="2100" i="1" dirty="0">
                <a:solidFill>
                  <a:schemeClr val="tx1"/>
                </a:solidFill>
              </a:rPr>
              <a:t>? Ik log om 9 uur in. Ik kom om 15 uur terug en </a:t>
            </a:r>
            <a:r>
              <a:rPr lang="en-US" sz="2100" i="1" strike="sngStrike" dirty="0">
                <a:solidFill>
                  <a:schemeClr val="accent6"/>
                </a:solidFill>
              </a:rPr>
              <a:t>dan ik moet</a:t>
            </a:r>
            <a:r>
              <a:rPr lang="en-US" sz="2100" b="1" i="1" dirty="0">
                <a:solidFill>
                  <a:schemeClr val="accent3"/>
                </a:solidFill>
              </a:rPr>
              <a:t> dan moet ik</a:t>
            </a:r>
            <a:r>
              <a:rPr lang="en-US" sz="2100" i="1" dirty="0">
                <a:solidFill>
                  <a:schemeClr val="tx1"/>
                </a:solidFill>
              </a:rPr>
              <a:t> de vergadering voorbereiden. Groetjes, Karim</a:t>
            </a:r>
            <a:endParaRPr lang="en-US" sz="2100" dirty="0"/>
          </a:p>
        </p:txBody>
      </p:sp>
      <p:pic>
        <p:nvPicPr>
          <p:cNvPr id="13" name="Image 1" descr="magnifying glass tilted left">    </p:cNvPr>
          <p:cNvPicPr>
            <a:picLocks noChangeAspect="1"/>
          </p:cNvPicPr>
          <p:nvPr/>
        </p:nvPicPr>
        <p:blipFill>
          <a:blip r:embed="rId2"/>
          <a:stretch>
            <a:fillRect/>
          </a:stretch>
        </p:blipFill>
        <p:spPr>
          <a:xfrm>
            <a:off x="9509760" y="2115312"/>
            <a:ext cx="1463040" cy="1463040"/>
          </a:xfrm>
          <a:prstGeom prst="rect">
            <a:avLst/>
          </a:prstGeom>
        </p:spPr>
      </p:pic>
      <p:sp>
        <p:nvSpPr>
          <p:cNvPr id="14" name="Shape 9"/>
          <p:cNvSpPr/>
          <p:nvPr/>
        </p:nvSpPr>
        <p:spPr>
          <a:xfrm>
            <a:off x="9052560" y="3852672"/>
            <a:ext cx="2587752" cy="822960"/>
          </a:xfrm>
          <a:prstGeom prst="roundRect">
            <a:avLst>
              <a:gd name="adj" fmla="val 8889"/>
            </a:avLst>
          </a:prstGeom>
          <a:solidFill>
            <a:schemeClr val="accent6"/>
          </a:solidFill>
          <a:ln w="12700">
            <a:solidFill>
              <a:srgbClr val="FFFFFF">
                <a:alpha val="0"/>
              </a:srgbClr>
            </a:solidFill>
            <a:prstDash val="solid"/>
          </a:ln>
        </p:spPr>
      </p:sp>
      <p:sp>
        <p:nvSpPr>
          <p:cNvPr id="15" name="Text 10"/>
          <p:cNvSpPr txBox="1"/>
          <p:nvPr/>
        </p:nvSpPr>
        <p:spPr>
          <a:xfrm>
            <a:off x="9052560" y="385267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5 erreurs ✓</a:t>
            </a:r>
            <a:endParaRPr lang="en-US" sz="2200" dirty="0"/>
          </a:p>
        </p:txBody>
      </p:sp>
      <p:sp>
        <p:nvSpPr>
          <p:cNvPr id="16" name="Text 11"/>
          <p:cNvSpPr txBox="1"/>
          <p:nvPr/>
        </p:nvSpPr>
        <p:spPr>
          <a:xfrm>
            <a:off x="9052560" y="4858512"/>
            <a:ext cx="2587752" cy="1737360"/>
          </a:xfrm>
          <a:prstGeom prst="rect">
            <a:avLst/>
          </a:prstGeom>
          <a:noFill/>
          <a:ln/>
        </p:spPr>
        <p:txBody>
          <a:bodyPr wrap="square" lIns="0" tIns="0" rIns="0" bIns="0" rtlCol="0" anchor="t"/>
          <a:lstStyle/>
          <a:p>
            <a:pPr algn="l" indent="0" marL="0">
              <a:buNone/>
            </a:pPr>
            <a:r>
              <a:rPr lang="en-US" sz="1400" i="1" dirty="0">
                <a:solidFill>
                  <a:schemeClr val="accent5"/>
                </a:solidFill>
              </a:rPr>
              <a:t>Morgen sta ik… op</a:t>
            </a:r>
            <a:r>
              <a:rPr lang="en-US" sz="1400" i="1" dirty="0">
                <a:solidFill>
                  <a:schemeClr val="accent5"/>
                </a:solidFill>
              </a:rPr>
              <a:t> corrige 2 erreurs (inversion + particule). Leurres : </a:t>
            </a:r>
            <a:r>
              <a:rPr lang="en-US" sz="1400" i="1" dirty="0">
                <a:solidFill>
                  <a:schemeClr val="accent5"/>
                </a:solidFill>
              </a:rPr>
              <a:t>Ik log … in · Ik kom … terug</a:t>
            </a:r>
            <a:r>
              <a:rPr lang="en-US" sz="1400" i="1" dirty="0">
                <a:solidFill>
                  <a:schemeClr val="accent5"/>
                </a:solidFill>
              </a:rPr>
              <a:t>.</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Simon zegt…</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man teacher">    </p:cNvPr>
          <p:cNvPicPr>
            <a:picLocks noChangeAspect="1"/>
          </p:cNvPicPr>
          <p:nvPr/>
        </p:nvPicPr>
        <p:blipFill>
          <a:blip r:embed="rId1"/>
          <a:stretch>
            <a:fillRect/>
          </a:stretch>
        </p:blipFill>
        <p:spPr>
          <a:xfrm>
            <a:off x="548640" y="1645920"/>
            <a:ext cx="2194560" cy="2194560"/>
          </a:xfrm>
          <a:prstGeom prst="rect">
            <a:avLst/>
          </a:prstGeom>
        </p:spPr>
      </p:pic>
      <p:sp>
        <p:nvSpPr>
          <p:cNvPr id="7" name="Shape 3"/>
          <p:cNvSpPr/>
          <p:nvPr/>
        </p:nvSpPr>
        <p:spPr>
          <a:xfrm>
            <a:off x="548640" y="4023360"/>
            <a:ext cx="2377440" cy="914400"/>
          </a:xfrm>
          <a:prstGeom prst="roundRect">
            <a:avLst>
              <a:gd name="adj" fmla="val 18000"/>
            </a:avLst>
          </a:prstGeom>
          <a:solidFill>
            <a:schemeClr val="accent1">
              <a:alpha val="12000"/>
            </a:schemeClr>
          </a:solidFill>
          <a:ln w="15875">
            <a:solidFill>
              <a:srgbClr val="D9700F"/>
            </a:solidFill>
            <a:prstDash val="solid"/>
          </a:ln>
        </p:spPr>
      </p:sp>
      <p:sp>
        <p:nvSpPr>
          <p:cNvPr id="8" name="Text 4"/>
          <p:cNvSpPr txBox="1"/>
          <p:nvPr/>
        </p:nvSpPr>
        <p:spPr>
          <a:xfrm>
            <a:off x="713232" y="4023360"/>
            <a:ext cx="2048256" cy="914400"/>
          </a:xfrm>
          <a:prstGeom prst="rect">
            <a:avLst/>
          </a:prstGeom>
          <a:noFill/>
          <a:ln/>
        </p:spPr>
        <p:txBody>
          <a:bodyPr wrap="square" lIns="0" tIns="0" rIns="0" bIns="0" rtlCol="0" anchor="ctr"/>
          <a:lstStyle/>
          <a:p>
            <a:pPr algn="l" indent="0" marL="0">
              <a:buNone/>
            </a:pPr>
            <a:r>
              <a:rPr lang="en-US" sz="1800" b="1" i="1" dirty="0">
                <a:solidFill>
                  <a:schemeClr val="tx1"/>
                </a:solidFill>
              </a:rPr>
              <a:t>Simon zegt</a:t>
            </a:r>
            <a:r>
              <a:rPr lang="en-US" sz="1800" i="1" dirty="0">
                <a:solidFill>
                  <a:schemeClr val="tx1"/>
                </a:solidFill>
              </a:rPr>
              <a:t>: sta op!</a:t>
            </a:r>
            <a:endParaRPr lang="en-US" sz="1800" dirty="0"/>
          </a:p>
        </p:txBody>
      </p:sp>
      <p:sp>
        <p:nvSpPr>
          <p:cNvPr id="9" name="Shape 5"/>
          <p:cNvSpPr/>
          <p:nvPr/>
        </p:nvSpPr>
        <p:spPr>
          <a:xfrm>
            <a:off x="3200400" y="1600200"/>
            <a:ext cx="3474720" cy="731520"/>
          </a:xfrm>
          <a:prstGeom prst="roundRect">
            <a:avLst>
              <a:gd name="adj" fmla="val 10000"/>
            </a:avLst>
          </a:prstGeom>
          <a:solidFill>
            <a:schemeClr val="bg2"/>
          </a:solidFill>
          <a:ln w="12700">
            <a:solidFill>
              <a:srgbClr val="D5DCE6"/>
            </a:solidFill>
            <a:prstDash val="solid"/>
          </a:ln>
        </p:spPr>
      </p:sp>
      <p:sp>
        <p:nvSpPr>
          <p:cNvPr id="10" name="Text 6"/>
          <p:cNvSpPr txBox="1"/>
          <p:nvPr/>
        </p:nvSpPr>
        <p:spPr>
          <a:xfrm>
            <a:off x="3383280" y="1600200"/>
            <a:ext cx="3200400" cy="731520"/>
          </a:xfrm>
          <a:prstGeom prst="rect">
            <a:avLst/>
          </a:prstGeom>
          <a:noFill/>
          <a:ln/>
        </p:spPr>
        <p:txBody>
          <a:bodyPr wrap="square" lIns="0" tIns="0" rIns="0" bIns="0" rtlCol="0" anchor="ctr"/>
          <a:lstStyle/>
          <a:p>
            <a:pPr algn="l" indent="0" marL="0">
              <a:buNone/>
            </a:pPr>
            <a:r>
              <a:rPr lang="en-US" sz="2100" b="1" i="1" dirty="0">
                <a:solidFill>
                  <a:schemeClr val="tx1"/>
                </a:solidFill>
              </a:rPr>
              <a:t>Sta </a:t>
            </a:r>
            <a:r>
              <a:rPr lang="en-US" sz="2100" b="1" i="1" dirty="0">
                <a:solidFill>
                  <a:schemeClr val="accent1"/>
                </a:solidFill>
              </a:rPr>
              <a:t>op</a:t>
            </a:r>
            <a:r>
              <a:rPr lang="en-US" sz="2100" b="1" i="1" dirty="0">
                <a:solidFill>
                  <a:schemeClr val="tx1"/>
                </a:solidFill>
              </a:rPr>
              <a:t>!</a:t>
            </a:r>
            <a:endParaRPr lang="en-US" sz="2100" dirty="0"/>
          </a:p>
        </p:txBody>
      </p:sp>
      <p:sp>
        <p:nvSpPr>
          <p:cNvPr id="11" name="Shape 7"/>
          <p:cNvSpPr/>
          <p:nvPr/>
        </p:nvSpPr>
        <p:spPr>
          <a:xfrm>
            <a:off x="6858000" y="1600200"/>
            <a:ext cx="3474720" cy="731520"/>
          </a:xfrm>
          <a:prstGeom prst="roundRect">
            <a:avLst>
              <a:gd name="adj" fmla="val 10000"/>
            </a:avLst>
          </a:prstGeom>
          <a:solidFill>
            <a:schemeClr val="bg1"/>
          </a:solidFill>
          <a:ln w="12700">
            <a:solidFill>
              <a:srgbClr val="D5DCE6"/>
            </a:solidFill>
            <a:prstDash val="solid"/>
          </a:ln>
        </p:spPr>
      </p:sp>
      <p:sp>
        <p:nvSpPr>
          <p:cNvPr id="12" name="Text 8"/>
          <p:cNvSpPr txBox="1"/>
          <p:nvPr/>
        </p:nvSpPr>
        <p:spPr>
          <a:xfrm>
            <a:off x="7040880" y="1600200"/>
            <a:ext cx="3200400" cy="731520"/>
          </a:xfrm>
          <a:prstGeom prst="rect">
            <a:avLst/>
          </a:prstGeom>
          <a:noFill/>
          <a:ln/>
        </p:spPr>
        <p:txBody>
          <a:bodyPr wrap="square" lIns="0" tIns="0" rIns="0" bIns="0" rtlCol="0" anchor="ctr"/>
          <a:lstStyle/>
          <a:p>
            <a:pPr algn="l" indent="0" marL="0">
              <a:buNone/>
            </a:pPr>
            <a:r>
              <a:rPr lang="en-US" sz="2100" b="1" i="1" dirty="0">
                <a:solidFill>
                  <a:schemeClr val="tx1"/>
                </a:solidFill>
              </a:rPr>
              <a:t>Ga zitten!</a:t>
            </a:r>
            <a:endParaRPr lang="en-US" sz="2100" dirty="0"/>
          </a:p>
        </p:txBody>
      </p:sp>
      <p:sp>
        <p:nvSpPr>
          <p:cNvPr id="13" name="Shape 9"/>
          <p:cNvSpPr/>
          <p:nvPr/>
        </p:nvSpPr>
        <p:spPr>
          <a:xfrm>
            <a:off x="3200400" y="2468880"/>
            <a:ext cx="3474720" cy="731520"/>
          </a:xfrm>
          <a:prstGeom prst="roundRect">
            <a:avLst>
              <a:gd name="adj" fmla="val 10000"/>
            </a:avLst>
          </a:prstGeom>
          <a:solidFill>
            <a:schemeClr val="bg1"/>
          </a:solidFill>
          <a:ln w="12700">
            <a:solidFill>
              <a:srgbClr val="D5DCE6"/>
            </a:solidFill>
            <a:prstDash val="solid"/>
          </a:ln>
        </p:spPr>
      </p:sp>
      <p:sp>
        <p:nvSpPr>
          <p:cNvPr id="14" name="Text 10"/>
          <p:cNvSpPr txBox="1"/>
          <p:nvPr/>
        </p:nvSpPr>
        <p:spPr>
          <a:xfrm>
            <a:off x="3383280" y="2468880"/>
            <a:ext cx="3200400" cy="731520"/>
          </a:xfrm>
          <a:prstGeom prst="rect">
            <a:avLst/>
          </a:prstGeom>
          <a:noFill/>
          <a:ln/>
        </p:spPr>
        <p:txBody>
          <a:bodyPr wrap="square" lIns="0" tIns="0" rIns="0" bIns="0" rtlCol="0" anchor="ctr"/>
          <a:lstStyle/>
          <a:p>
            <a:pPr algn="l" indent="0" marL="0">
              <a:buNone/>
            </a:pPr>
            <a:r>
              <a:rPr lang="en-US" sz="2100" b="1" i="1" dirty="0">
                <a:solidFill>
                  <a:schemeClr val="tx1"/>
                </a:solidFill>
              </a:rPr>
              <a:t>Doe je ogen </a:t>
            </a:r>
            <a:r>
              <a:rPr lang="en-US" sz="2100" b="1" i="1" dirty="0">
                <a:solidFill>
                  <a:schemeClr val="accent1"/>
                </a:solidFill>
              </a:rPr>
              <a:t>dicht</a:t>
            </a:r>
            <a:r>
              <a:rPr lang="en-US" sz="2100" b="1" i="1" dirty="0">
                <a:solidFill>
                  <a:schemeClr val="tx1"/>
                </a:solidFill>
              </a:rPr>
              <a:t>!</a:t>
            </a:r>
            <a:endParaRPr lang="en-US" sz="2100" dirty="0"/>
          </a:p>
        </p:txBody>
      </p:sp>
      <p:sp>
        <p:nvSpPr>
          <p:cNvPr id="15" name="Shape 11"/>
          <p:cNvSpPr/>
          <p:nvPr/>
        </p:nvSpPr>
        <p:spPr>
          <a:xfrm>
            <a:off x="6858000" y="2468880"/>
            <a:ext cx="3474720" cy="731520"/>
          </a:xfrm>
          <a:prstGeom prst="roundRect">
            <a:avLst>
              <a:gd name="adj" fmla="val 10000"/>
            </a:avLst>
          </a:prstGeom>
          <a:solidFill>
            <a:schemeClr val="bg2"/>
          </a:solidFill>
          <a:ln w="12700">
            <a:solidFill>
              <a:srgbClr val="D5DCE6"/>
            </a:solidFill>
            <a:prstDash val="solid"/>
          </a:ln>
        </p:spPr>
      </p:sp>
      <p:sp>
        <p:nvSpPr>
          <p:cNvPr id="16" name="Text 12"/>
          <p:cNvSpPr txBox="1"/>
          <p:nvPr/>
        </p:nvSpPr>
        <p:spPr>
          <a:xfrm>
            <a:off x="7040880" y="2468880"/>
            <a:ext cx="3200400" cy="731520"/>
          </a:xfrm>
          <a:prstGeom prst="rect">
            <a:avLst/>
          </a:prstGeom>
          <a:noFill/>
          <a:ln/>
        </p:spPr>
        <p:txBody>
          <a:bodyPr wrap="square" lIns="0" tIns="0" rIns="0" bIns="0" rtlCol="0" anchor="ctr"/>
          <a:lstStyle/>
          <a:p>
            <a:pPr algn="l" indent="0" marL="0">
              <a:buNone/>
            </a:pPr>
            <a:r>
              <a:rPr lang="en-US" sz="2100" b="1" i="1" dirty="0">
                <a:solidFill>
                  <a:schemeClr val="tx1"/>
                </a:solidFill>
              </a:rPr>
              <a:t>Doe je ogen </a:t>
            </a:r>
            <a:r>
              <a:rPr lang="en-US" sz="2100" b="1" i="1" dirty="0">
                <a:solidFill>
                  <a:schemeClr val="accent1"/>
                </a:solidFill>
              </a:rPr>
              <a:t>open</a:t>
            </a:r>
            <a:r>
              <a:rPr lang="en-US" sz="2100" b="1" i="1" dirty="0">
                <a:solidFill>
                  <a:schemeClr val="tx1"/>
                </a:solidFill>
              </a:rPr>
              <a:t>!</a:t>
            </a:r>
            <a:endParaRPr lang="en-US" sz="2100" dirty="0"/>
          </a:p>
        </p:txBody>
      </p:sp>
      <p:sp>
        <p:nvSpPr>
          <p:cNvPr id="17" name="Shape 13"/>
          <p:cNvSpPr/>
          <p:nvPr/>
        </p:nvSpPr>
        <p:spPr>
          <a:xfrm>
            <a:off x="3200400" y="3337560"/>
            <a:ext cx="3474720" cy="731520"/>
          </a:xfrm>
          <a:prstGeom prst="roundRect">
            <a:avLst>
              <a:gd name="adj" fmla="val 10000"/>
            </a:avLst>
          </a:prstGeom>
          <a:solidFill>
            <a:schemeClr val="bg2"/>
          </a:solidFill>
          <a:ln w="12700">
            <a:solidFill>
              <a:srgbClr val="D5DCE6"/>
            </a:solidFill>
            <a:prstDash val="solid"/>
          </a:ln>
        </p:spPr>
      </p:sp>
      <p:sp>
        <p:nvSpPr>
          <p:cNvPr id="18" name="Text 14"/>
          <p:cNvSpPr txBox="1"/>
          <p:nvPr/>
        </p:nvSpPr>
        <p:spPr>
          <a:xfrm>
            <a:off x="3383280" y="3337560"/>
            <a:ext cx="3200400" cy="731520"/>
          </a:xfrm>
          <a:prstGeom prst="rect">
            <a:avLst/>
          </a:prstGeom>
          <a:noFill/>
          <a:ln/>
        </p:spPr>
        <p:txBody>
          <a:bodyPr wrap="square" lIns="0" tIns="0" rIns="0" bIns="0" rtlCol="0" anchor="ctr"/>
          <a:lstStyle/>
          <a:p>
            <a:pPr algn="l" indent="0" marL="0">
              <a:buNone/>
            </a:pPr>
            <a:r>
              <a:rPr lang="en-US" sz="2100" b="1" i="1" dirty="0">
                <a:solidFill>
                  <a:schemeClr val="tx1"/>
                </a:solidFill>
              </a:rPr>
              <a:t>Steek je hand </a:t>
            </a:r>
            <a:r>
              <a:rPr lang="en-US" sz="2100" b="1" i="1" dirty="0">
                <a:solidFill>
                  <a:schemeClr val="accent1"/>
                </a:solidFill>
              </a:rPr>
              <a:t>op</a:t>
            </a:r>
            <a:r>
              <a:rPr lang="en-US" sz="2100" b="1" i="1" dirty="0">
                <a:solidFill>
                  <a:schemeClr val="tx1"/>
                </a:solidFill>
              </a:rPr>
              <a:t>!</a:t>
            </a:r>
            <a:endParaRPr lang="en-US" sz="2100" dirty="0"/>
          </a:p>
        </p:txBody>
      </p:sp>
      <p:sp>
        <p:nvSpPr>
          <p:cNvPr id="19" name="Shape 15"/>
          <p:cNvSpPr/>
          <p:nvPr/>
        </p:nvSpPr>
        <p:spPr>
          <a:xfrm>
            <a:off x="6858000" y="3337560"/>
            <a:ext cx="3474720" cy="731520"/>
          </a:xfrm>
          <a:prstGeom prst="roundRect">
            <a:avLst>
              <a:gd name="adj" fmla="val 10000"/>
            </a:avLst>
          </a:prstGeom>
          <a:solidFill>
            <a:schemeClr val="bg1"/>
          </a:solidFill>
          <a:ln w="12700">
            <a:solidFill>
              <a:srgbClr val="D5DCE6"/>
            </a:solidFill>
            <a:prstDash val="solid"/>
          </a:ln>
        </p:spPr>
      </p:sp>
      <p:sp>
        <p:nvSpPr>
          <p:cNvPr id="20" name="Text 16"/>
          <p:cNvSpPr txBox="1"/>
          <p:nvPr/>
        </p:nvSpPr>
        <p:spPr>
          <a:xfrm>
            <a:off x="7040880" y="3337560"/>
            <a:ext cx="3200400" cy="731520"/>
          </a:xfrm>
          <a:prstGeom prst="rect">
            <a:avLst/>
          </a:prstGeom>
          <a:noFill/>
          <a:ln/>
        </p:spPr>
        <p:txBody>
          <a:bodyPr wrap="square" lIns="0" tIns="0" rIns="0" bIns="0" rtlCol="0" anchor="ctr"/>
          <a:lstStyle/>
          <a:p>
            <a:pPr algn="l" indent="0" marL="0">
              <a:buNone/>
            </a:pPr>
            <a:r>
              <a:rPr lang="en-US" sz="2100" b="1" i="1" dirty="0">
                <a:solidFill>
                  <a:schemeClr val="tx1"/>
                </a:solidFill>
              </a:rPr>
              <a:t>Kijk </a:t>
            </a:r>
            <a:r>
              <a:rPr lang="en-US" sz="2100" b="1" i="1" dirty="0">
                <a:solidFill>
                  <a:schemeClr val="accent1"/>
                </a:solidFill>
              </a:rPr>
              <a:t>rond</a:t>
            </a:r>
            <a:r>
              <a:rPr lang="en-US" sz="2100" b="1" i="1" dirty="0">
                <a:solidFill>
                  <a:schemeClr val="tx1"/>
                </a:solidFill>
              </a:rPr>
              <a:t>!</a:t>
            </a:r>
            <a:endParaRPr lang="en-US" sz="2100" dirty="0"/>
          </a:p>
        </p:txBody>
      </p:sp>
      <p:sp>
        <p:nvSpPr>
          <p:cNvPr id="21" name="Shape 17"/>
          <p:cNvSpPr/>
          <p:nvPr/>
        </p:nvSpPr>
        <p:spPr>
          <a:xfrm>
            <a:off x="3200400" y="4206240"/>
            <a:ext cx="3474720" cy="731520"/>
          </a:xfrm>
          <a:prstGeom prst="roundRect">
            <a:avLst>
              <a:gd name="adj" fmla="val 10000"/>
            </a:avLst>
          </a:prstGeom>
          <a:solidFill>
            <a:schemeClr val="bg1"/>
          </a:solidFill>
          <a:ln w="12700">
            <a:solidFill>
              <a:srgbClr val="D5DCE6"/>
            </a:solidFill>
            <a:prstDash val="solid"/>
          </a:ln>
        </p:spPr>
      </p:sp>
      <p:sp>
        <p:nvSpPr>
          <p:cNvPr id="22" name="Text 18"/>
          <p:cNvSpPr txBox="1"/>
          <p:nvPr/>
        </p:nvSpPr>
        <p:spPr>
          <a:xfrm>
            <a:off x="3383280" y="4206240"/>
            <a:ext cx="3200400" cy="731520"/>
          </a:xfrm>
          <a:prstGeom prst="rect">
            <a:avLst/>
          </a:prstGeom>
          <a:noFill/>
          <a:ln/>
        </p:spPr>
        <p:txBody>
          <a:bodyPr wrap="square" lIns="0" tIns="0" rIns="0" bIns="0" rtlCol="0" anchor="ctr"/>
          <a:lstStyle/>
          <a:p>
            <a:pPr algn="l" indent="0" marL="0">
              <a:buNone/>
            </a:pPr>
            <a:r>
              <a:rPr lang="en-US" sz="2100" b="1" i="1" dirty="0">
                <a:solidFill>
                  <a:schemeClr val="tx1"/>
                </a:solidFill>
              </a:rPr>
              <a:t>Draai je </a:t>
            </a:r>
            <a:r>
              <a:rPr lang="en-US" sz="2100" b="1" i="1" dirty="0">
                <a:solidFill>
                  <a:schemeClr val="accent1"/>
                </a:solidFill>
              </a:rPr>
              <a:t>om</a:t>
            </a:r>
            <a:r>
              <a:rPr lang="en-US" sz="2100" b="1" i="1" dirty="0">
                <a:solidFill>
                  <a:schemeClr val="tx1"/>
                </a:solidFill>
              </a:rPr>
              <a:t>!</a:t>
            </a:r>
            <a:endParaRPr lang="en-US" sz="2100" dirty="0"/>
          </a:p>
        </p:txBody>
      </p:sp>
      <p:sp>
        <p:nvSpPr>
          <p:cNvPr id="23" name="Shape 19"/>
          <p:cNvSpPr/>
          <p:nvPr/>
        </p:nvSpPr>
        <p:spPr>
          <a:xfrm>
            <a:off x="6858000" y="4206240"/>
            <a:ext cx="3474720" cy="731520"/>
          </a:xfrm>
          <a:prstGeom prst="roundRect">
            <a:avLst>
              <a:gd name="adj" fmla="val 10000"/>
            </a:avLst>
          </a:prstGeom>
          <a:solidFill>
            <a:schemeClr val="bg2"/>
          </a:solidFill>
          <a:ln w="12700">
            <a:solidFill>
              <a:srgbClr val="D5DCE6"/>
            </a:solidFill>
            <a:prstDash val="solid"/>
          </a:ln>
        </p:spPr>
      </p:sp>
      <p:sp>
        <p:nvSpPr>
          <p:cNvPr id="24" name="Text 20"/>
          <p:cNvSpPr txBox="1"/>
          <p:nvPr/>
        </p:nvSpPr>
        <p:spPr>
          <a:xfrm>
            <a:off x="7040880" y="4206240"/>
            <a:ext cx="3200400" cy="731520"/>
          </a:xfrm>
          <a:prstGeom prst="rect">
            <a:avLst/>
          </a:prstGeom>
          <a:noFill/>
          <a:ln/>
        </p:spPr>
        <p:txBody>
          <a:bodyPr wrap="square" lIns="0" tIns="0" rIns="0" bIns="0" rtlCol="0" anchor="ctr"/>
          <a:lstStyle/>
          <a:p>
            <a:pPr algn="l" indent="0" marL="0">
              <a:buNone/>
            </a:pPr>
            <a:r>
              <a:rPr lang="en-US" sz="2100" b="1" i="1" dirty="0">
                <a:solidFill>
                  <a:schemeClr val="tx1"/>
                </a:solidFill>
              </a:rPr>
              <a:t>Leg je pen </a:t>
            </a:r>
            <a:r>
              <a:rPr lang="en-US" sz="2100" b="1" i="1" dirty="0">
                <a:solidFill>
                  <a:schemeClr val="accent1"/>
                </a:solidFill>
              </a:rPr>
              <a:t>neer</a:t>
            </a:r>
            <a:r>
              <a:rPr lang="en-US" sz="2100" b="1" i="1" dirty="0">
                <a:solidFill>
                  <a:schemeClr val="tx1"/>
                </a:solidFill>
              </a:rPr>
              <a:t>!</a:t>
            </a:r>
            <a:endParaRPr lang="en-US" sz="2100" dirty="0"/>
          </a:p>
        </p:txBody>
      </p:sp>
      <p:sp>
        <p:nvSpPr>
          <p:cNvPr id="25" name="Shape 21"/>
          <p:cNvSpPr/>
          <p:nvPr/>
        </p:nvSpPr>
        <p:spPr>
          <a:xfrm>
            <a:off x="3200400" y="5166360"/>
            <a:ext cx="8439912" cy="1097280"/>
          </a:xfrm>
          <a:prstGeom prst="roundRect">
            <a:avLst>
              <a:gd name="adj" fmla="val 6667"/>
            </a:avLst>
          </a:prstGeom>
          <a:solidFill>
            <a:schemeClr val="accent1">
              <a:alpha val="12000"/>
            </a:schemeClr>
          </a:solidFill>
          <a:ln w="12700">
            <a:solidFill>
              <a:srgbClr val="D9700F"/>
            </a:solidFill>
            <a:prstDash val="solid"/>
          </a:ln>
        </p:spPr>
      </p:sp>
      <p:sp>
        <p:nvSpPr>
          <p:cNvPr id="26" name="Text 22"/>
          <p:cNvSpPr txBox="1"/>
          <p:nvPr/>
        </p:nvSpPr>
        <p:spPr>
          <a:xfrm>
            <a:off x="3383280" y="5166360"/>
            <a:ext cx="8138160" cy="1097280"/>
          </a:xfrm>
          <a:prstGeom prst="rect">
            <a:avLst/>
          </a:prstGeom>
          <a:noFill/>
          <a:ln/>
        </p:spPr>
        <p:txBody>
          <a:bodyPr wrap="square" lIns="0" tIns="0" rIns="0" bIns="0" rtlCol="0" anchor="ctr"/>
          <a:lstStyle/>
          <a:p>
            <a:pPr algn="l" indent="0" marL="0">
              <a:spcAft>
                <a:spcPts val="600"/>
              </a:spcAft>
              <a:buNone/>
            </a:pPr>
            <a:r>
              <a:rPr lang="en-US" sz="1700" dirty="0">
                <a:solidFill>
                  <a:schemeClr val="tx1"/>
                </a:solidFill>
              </a:rPr>
              <a:t>On obéit </a:t>
            </a:r>
            <a:r>
              <a:rPr lang="en-US" sz="1700" b="1" dirty="0">
                <a:solidFill>
                  <a:schemeClr val="tx1"/>
                </a:solidFill>
              </a:rPr>
              <a:t>seulement</a:t>
            </a:r>
            <a:r>
              <a:rPr lang="en-US" sz="1700" dirty="0">
                <a:solidFill>
                  <a:schemeClr val="tx1"/>
                </a:solidFill>
              </a:rPr>
              <a:t> si l’ordre commence par </a:t>
            </a:r>
            <a:r>
              <a:rPr lang="en-US" sz="1700" i="1" dirty="0">
                <a:solidFill>
                  <a:schemeClr val="tx1"/>
                </a:solidFill>
              </a:rPr>
              <a:t>Simon zegt…</a:t>
            </a:r>
            <a:r>
              <a:rPr lang="en-US" sz="1700" dirty="0">
                <a:solidFill>
                  <a:schemeClr val="tx1"/>
                </a:solidFill>
              </a:rPr>
              <a:t> · Celui qui se trompe donne l’ordre suivant.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7 — Ma journée de travail</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481328"/>
            <a:ext cx="3488436" cy="3026664"/>
          </a:xfrm>
          <a:prstGeom prst="roundRect">
            <a:avLst>
              <a:gd name="adj" fmla="val 2417"/>
            </a:avLst>
          </a:prstGeom>
          <a:solidFill>
            <a:schemeClr val="bg1"/>
          </a:solidFill>
          <a:ln w="19050">
            <a:solidFill>
              <a:srgbClr val="2A6FB0"/>
            </a:solidFill>
            <a:prstDash val="solid"/>
          </a:ln>
          <a:effectLst>
            <a:outerShdw sx="100000" sy="100000" kx="0" ky="0" algn="bl" rotWithShape="0" blurRad="101600" dist="25400" dir="3600000">
              <a:srgbClr val="000000">
                <a:alpha val="16000"/>
              </a:srgbClr>
            </a:outerShdw>
          </a:effectLst>
        </p:spPr>
      </p:sp>
      <p:sp>
        <p:nvSpPr>
          <p:cNvPr id="7" name="Shape 4"/>
          <p:cNvSpPr/>
          <p:nvPr/>
        </p:nvSpPr>
        <p:spPr>
          <a:xfrm>
            <a:off x="713232" y="1618488"/>
            <a:ext cx="457200" cy="457200"/>
          </a:xfrm>
          <a:prstGeom prst="ellipse">
            <a:avLst/>
          </a:prstGeom>
          <a:solidFill>
            <a:schemeClr val="accent2"/>
          </a:solidFill>
          <a:ln w="12700">
            <a:solidFill>
              <a:srgbClr val="FFFFFF">
                <a:alpha val="0"/>
              </a:srgbClr>
            </a:solidFill>
            <a:prstDash val="solid"/>
          </a:ln>
        </p:spPr>
      </p:sp>
      <p:sp>
        <p:nvSpPr>
          <p:cNvPr id="8" name="Text 5"/>
          <p:cNvSpPr txBox="1"/>
          <p:nvPr/>
        </p:nvSpPr>
        <p:spPr>
          <a:xfrm>
            <a:off x="713232" y="161848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9" name="Text 6"/>
          <p:cNvSpPr txBox="1"/>
          <p:nvPr/>
        </p:nvSpPr>
        <p:spPr>
          <a:xfrm>
            <a:off x="1325880" y="1572768"/>
            <a:ext cx="2574036" cy="2843784"/>
          </a:xfrm>
          <a:prstGeom prst="rect">
            <a:avLst/>
          </a:prstGeom>
          <a:noFill/>
          <a:ln/>
        </p:spPr>
        <p:txBody>
          <a:bodyPr wrap="square" lIns="0" tIns="0" rIns="0" bIns="0" rtlCol="0" anchor="ctr"/>
          <a:lstStyle/>
          <a:p>
            <a:pPr algn="l" indent="0" marL="0">
              <a:buNone/>
            </a:pPr>
            <a:r>
              <a:rPr lang="en-US" sz="1700" b="1" dirty="0">
                <a:solidFill>
                  <a:schemeClr val="tx1"/>
                </a:solidFill>
              </a:rPr>
              <a:t>Journaliste</a:t>
            </a:r>
            <a:r>
              <a:rPr lang="en-US" sz="1700" dirty="0">
                <a:solidFill>
                  <a:schemeClr val="tx1"/>
                </a:solidFill>
              </a:rPr>
              <a:t> : interrogez votre collègue sur sa journée et notez les heures sur la frise.</a:t>
            </a:r>
            <a:endParaRPr lang="en-US" sz="1700" dirty="0"/>
          </a:p>
        </p:txBody>
      </p:sp>
      <p:sp>
        <p:nvSpPr>
          <p:cNvPr id="10" name="Shape 7"/>
          <p:cNvSpPr/>
          <p:nvPr/>
        </p:nvSpPr>
        <p:spPr>
          <a:xfrm>
            <a:off x="4311396" y="1481328"/>
            <a:ext cx="3488436" cy="3026664"/>
          </a:xfrm>
          <a:prstGeom prst="roundRect">
            <a:avLst>
              <a:gd name="adj" fmla="val 2417"/>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1" name="Shape 8"/>
          <p:cNvSpPr/>
          <p:nvPr/>
        </p:nvSpPr>
        <p:spPr>
          <a:xfrm>
            <a:off x="4475988" y="1618488"/>
            <a:ext cx="457200" cy="457200"/>
          </a:xfrm>
          <a:prstGeom prst="ellipse">
            <a:avLst/>
          </a:prstGeom>
          <a:solidFill>
            <a:srgbClr val="6E4A9E"/>
          </a:solidFill>
          <a:ln w="12700">
            <a:solidFill>
              <a:srgbClr val="FFFFFF">
                <a:alpha val="0"/>
              </a:srgbClr>
            </a:solidFill>
            <a:prstDash val="solid"/>
          </a:ln>
        </p:spPr>
      </p:sp>
      <p:sp>
        <p:nvSpPr>
          <p:cNvPr id="12" name="Text 9"/>
          <p:cNvSpPr txBox="1"/>
          <p:nvPr/>
        </p:nvSpPr>
        <p:spPr>
          <a:xfrm>
            <a:off x="4475988" y="161848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3" name="Text 10"/>
          <p:cNvSpPr txBox="1"/>
          <p:nvPr/>
        </p:nvSpPr>
        <p:spPr>
          <a:xfrm>
            <a:off x="5088636" y="1572768"/>
            <a:ext cx="2574036" cy="2843784"/>
          </a:xfrm>
          <a:prstGeom prst="rect">
            <a:avLst/>
          </a:prstGeom>
          <a:noFill/>
          <a:ln/>
        </p:spPr>
        <p:txBody>
          <a:bodyPr wrap="square" lIns="0" tIns="0" rIns="0" bIns="0" rtlCol="0" anchor="ctr"/>
          <a:lstStyle/>
          <a:p>
            <a:pPr algn="l" indent="0" marL="0">
              <a:buNone/>
            </a:pPr>
            <a:r>
              <a:rPr lang="en-US" sz="1700" b="1" dirty="0">
                <a:solidFill>
                  <a:schemeClr val="tx1"/>
                </a:solidFill>
              </a:rPr>
              <a:t>Employé·e</a:t>
            </a:r>
            <a:r>
              <a:rPr lang="en-US" sz="1700" dirty="0">
                <a:solidFill>
                  <a:schemeClr val="tx1"/>
                </a:solidFill>
              </a:rPr>
              <a:t> : répondez avec au moins </a:t>
            </a:r>
            <a:r>
              <a:rPr lang="en-US" sz="1700" b="1" dirty="0">
                <a:solidFill>
                  <a:schemeClr val="tx1"/>
                </a:solidFill>
              </a:rPr>
              <a:t>5 verbes à particule</a:t>
            </a:r>
            <a:r>
              <a:rPr lang="en-US" sz="1700" dirty="0">
                <a:solidFill>
                  <a:schemeClr val="tx1"/>
                </a:solidFill>
              </a:rPr>
              <a:t>.</a:t>
            </a:r>
            <a:endParaRPr lang="en-US" sz="1700" dirty="0"/>
          </a:p>
        </p:txBody>
      </p:sp>
      <p:sp>
        <p:nvSpPr>
          <p:cNvPr id="14" name="Shape 11"/>
          <p:cNvSpPr/>
          <p:nvPr/>
        </p:nvSpPr>
        <p:spPr>
          <a:xfrm>
            <a:off x="548640" y="4690872"/>
            <a:ext cx="7251192" cy="1600200"/>
          </a:xfrm>
          <a:prstGeom prst="roundRect">
            <a:avLst>
              <a:gd name="adj" fmla="val 4571"/>
            </a:avLst>
          </a:prstGeom>
          <a:solidFill>
            <a:schemeClr val="bg2"/>
          </a:solidFill>
          <a:ln w="12700">
            <a:solidFill>
              <a:srgbClr val="D5DCE6"/>
            </a:solidFill>
            <a:prstDash val="solid"/>
          </a:ln>
        </p:spPr>
      </p:sp>
      <p:sp>
        <p:nvSpPr>
          <p:cNvPr id="15" name="Text 12"/>
          <p:cNvSpPr txBox="1"/>
          <p:nvPr/>
        </p:nvSpPr>
        <p:spPr>
          <a:xfrm>
            <a:off x="731520" y="4764024"/>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BANQUE DE PHRASES</a:t>
            </a:r>
            <a:endParaRPr lang="en-US" sz="1200" dirty="0"/>
          </a:p>
        </p:txBody>
      </p:sp>
      <p:sp>
        <p:nvSpPr>
          <p:cNvPr id="16" name="Text 13"/>
          <p:cNvSpPr txBox="1"/>
          <p:nvPr/>
        </p:nvSpPr>
        <p:spPr>
          <a:xfrm>
            <a:off x="731520" y="5056632"/>
            <a:ext cx="6885432" cy="1161288"/>
          </a:xfrm>
          <a:prstGeom prst="rect">
            <a:avLst/>
          </a:prstGeom>
          <a:noFill/>
          <a:ln/>
        </p:spPr>
        <p:txBody>
          <a:bodyPr wrap="square" lIns="0" tIns="0" rIns="0" bIns="0" rtlCol="0" anchor="t"/>
          <a:lstStyle/>
          <a:p>
            <a:pPr algn="l" indent="0" marL="0">
              <a:buNone/>
            </a:pPr>
            <a:r>
              <a:rPr lang="en-US" sz="1600" i="1" dirty="0">
                <a:solidFill>
                  <a:schemeClr val="tx1"/>
                </a:solidFill>
              </a:rPr>
              <a:t>Hoe laat sta je op? · Wanneer vertrek je? · Hoe laat log je in? · Neem je je lunch mee? · Wanneer ga je weg? · Bel je veel klanten op?</a:t>
            </a:r>
            <a:endParaRPr lang="en-US" sz="1600" dirty="0"/>
          </a:p>
        </p:txBody>
      </p:sp>
      <p:sp>
        <p:nvSpPr>
          <p:cNvPr id="17" name="Shape 14"/>
          <p:cNvSpPr/>
          <p:nvPr/>
        </p:nvSpPr>
        <p:spPr>
          <a:xfrm>
            <a:off x="8074152" y="1481328"/>
            <a:ext cx="3566160" cy="4809744"/>
          </a:xfrm>
          <a:prstGeom prst="roundRect">
            <a:avLst>
              <a:gd name="adj" fmla="val 2051"/>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8" name="Text 15"/>
          <p:cNvSpPr txBox="1"/>
          <p:nvPr/>
        </p:nvSpPr>
        <p:spPr>
          <a:xfrm>
            <a:off x="8074152" y="1572768"/>
            <a:ext cx="3566160" cy="320040"/>
          </a:xfrm>
          <a:prstGeom prst="rect">
            <a:avLst/>
          </a:prstGeom>
          <a:noFill/>
          <a:ln/>
        </p:spPr>
        <p:txBody>
          <a:bodyPr wrap="square" lIns="0" tIns="0" rIns="0" bIns="0" rtlCol="0" anchor="t"/>
          <a:lstStyle/>
          <a:p>
            <a:pPr algn="ctr" indent="0" marL="0">
              <a:buNone/>
            </a:pPr>
            <a:r>
              <a:rPr lang="en-US" sz="1300" b="1" spc="200" kern="0" dirty="0">
                <a:solidFill>
                  <a:schemeClr val="accent5"/>
                </a:solidFill>
              </a:rPr>
              <a:t>MA JOURNÉE</a:t>
            </a:r>
            <a:endParaRPr lang="en-US" sz="1300" dirty="0"/>
          </a:p>
        </p:txBody>
      </p:sp>
      <p:sp>
        <p:nvSpPr>
          <p:cNvPr id="19" name="Shape 16"/>
          <p:cNvSpPr/>
          <p:nvPr/>
        </p:nvSpPr>
        <p:spPr>
          <a:xfrm>
            <a:off x="8714232" y="2029968"/>
            <a:ext cx="914" cy="4032504"/>
          </a:xfrm>
          <a:prstGeom prst="line">
            <a:avLst/>
          </a:prstGeom>
          <a:noFill/>
          <a:ln w="38100">
            <a:solidFill>
              <a:srgbClr val="D9700F"/>
            </a:solidFill>
            <a:prstDash val="solid"/>
          </a:ln>
        </p:spPr>
      </p:sp>
      <p:sp>
        <p:nvSpPr>
          <p:cNvPr id="20" name="Shape 17"/>
          <p:cNvSpPr/>
          <p:nvPr/>
        </p:nvSpPr>
        <p:spPr>
          <a:xfrm>
            <a:off x="8622792" y="2148840"/>
            <a:ext cx="182880" cy="182880"/>
          </a:xfrm>
          <a:prstGeom prst="ellipse">
            <a:avLst/>
          </a:prstGeom>
          <a:solidFill>
            <a:schemeClr val="accent1"/>
          </a:solidFill>
          <a:ln w="12700">
            <a:solidFill>
              <a:srgbClr val="FFFFFF">
                <a:alpha val="0"/>
              </a:srgbClr>
            </a:solidFill>
            <a:prstDash val="solid"/>
          </a:ln>
        </p:spPr>
      </p:sp>
      <p:sp>
        <p:nvSpPr>
          <p:cNvPr id="21" name="Text 18"/>
          <p:cNvSpPr txBox="1"/>
          <p:nvPr/>
        </p:nvSpPr>
        <p:spPr>
          <a:xfrm>
            <a:off x="8942832" y="2075688"/>
            <a:ext cx="731520" cy="320040"/>
          </a:xfrm>
          <a:prstGeom prst="rect">
            <a:avLst/>
          </a:prstGeom>
          <a:noFill/>
          <a:ln/>
        </p:spPr>
        <p:txBody>
          <a:bodyPr wrap="square" lIns="0" tIns="0" rIns="0" bIns="0" rtlCol="0" anchor="t"/>
          <a:lstStyle/>
          <a:p>
            <a:pPr algn="l" indent="0" marL="0">
              <a:buNone/>
            </a:pPr>
            <a:r>
              <a:rPr lang="en-US" sz="1300" b="1" dirty="0">
                <a:solidFill>
                  <a:schemeClr val="accent5"/>
                </a:solidFill>
              </a:rPr>
              <a:t>7.00</a:t>
            </a:r>
            <a:endParaRPr lang="en-US" sz="1300" dirty="0"/>
          </a:p>
        </p:txBody>
      </p:sp>
      <p:sp>
        <p:nvSpPr>
          <p:cNvPr id="22" name="Shape 19"/>
          <p:cNvSpPr/>
          <p:nvPr/>
        </p:nvSpPr>
        <p:spPr>
          <a:xfrm>
            <a:off x="9720072" y="2350008"/>
            <a:ext cx="1737360" cy="914"/>
          </a:xfrm>
          <a:prstGeom prst="line">
            <a:avLst/>
          </a:prstGeom>
          <a:noFill/>
          <a:ln w="12700">
            <a:solidFill>
              <a:srgbClr val="B8C2CF"/>
            </a:solidFill>
            <a:prstDash val="sysDot"/>
          </a:ln>
        </p:spPr>
      </p:sp>
      <p:sp>
        <p:nvSpPr>
          <p:cNvPr id="23" name="Shape 20"/>
          <p:cNvSpPr/>
          <p:nvPr/>
        </p:nvSpPr>
        <p:spPr>
          <a:xfrm>
            <a:off x="8622792" y="2946197"/>
            <a:ext cx="182880" cy="182880"/>
          </a:xfrm>
          <a:prstGeom prst="ellipse">
            <a:avLst/>
          </a:prstGeom>
          <a:solidFill>
            <a:schemeClr val="accent1"/>
          </a:solidFill>
          <a:ln w="12700">
            <a:solidFill>
              <a:srgbClr val="FFFFFF">
                <a:alpha val="0"/>
              </a:srgbClr>
            </a:solidFill>
            <a:prstDash val="solid"/>
          </a:ln>
        </p:spPr>
      </p:sp>
      <p:sp>
        <p:nvSpPr>
          <p:cNvPr id="24" name="Text 21"/>
          <p:cNvSpPr txBox="1"/>
          <p:nvPr/>
        </p:nvSpPr>
        <p:spPr>
          <a:xfrm>
            <a:off x="8942832" y="2873045"/>
            <a:ext cx="731520" cy="320040"/>
          </a:xfrm>
          <a:prstGeom prst="rect">
            <a:avLst/>
          </a:prstGeom>
          <a:noFill/>
          <a:ln/>
        </p:spPr>
        <p:txBody>
          <a:bodyPr wrap="square" lIns="0" tIns="0" rIns="0" bIns="0" rtlCol="0" anchor="t"/>
          <a:lstStyle/>
          <a:p>
            <a:pPr algn="l" indent="0" marL="0">
              <a:buNone/>
            </a:pPr>
            <a:r>
              <a:rPr lang="en-US" sz="1300" b="1" dirty="0">
                <a:solidFill>
                  <a:schemeClr val="accent5"/>
                </a:solidFill>
              </a:rPr>
              <a:t>9.00</a:t>
            </a:r>
            <a:endParaRPr lang="en-US" sz="1300" dirty="0"/>
          </a:p>
        </p:txBody>
      </p:sp>
      <p:sp>
        <p:nvSpPr>
          <p:cNvPr id="25" name="Shape 22"/>
          <p:cNvSpPr/>
          <p:nvPr/>
        </p:nvSpPr>
        <p:spPr>
          <a:xfrm>
            <a:off x="9720072" y="3147365"/>
            <a:ext cx="1737360" cy="914"/>
          </a:xfrm>
          <a:prstGeom prst="line">
            <a:avLst/>
          </a:prstGeom>
          <a:noFill/>
          <a:ln w="12700">
            <a:solidFill>
              <a:srgbClr val="B8C2CF"/>
            </a:solidFill>
            <a:prstDash val="sysDot"/>
          </a:ln>
        </p:spPr>
      </p:sp>
      <p:sp>
        <p:nvSpPr>
          <p:cNvPr id="26" name="Shape 23"/>
          <p:cNvSpPr/>
          <p:nvPr/>
        </p:nvSpPr>
        <p:spPr>
          <a:xfrm>
            <a:off x="8622792" y="3743554"/>
            <a:ext cx="182880" cy="182880"/>
          </a:xfrm>
          <a:prstGeom prst="ellipse">
            <a:avLst/>
          </a:prstGeom>
          <a:solidFill>
            <a:schemeClr val="accent1"/>
          </a:solidFill>
          <a:ln w="12700">
            <a:solidFill>
              <a:srgbClr val="FFFFFF">
                <a:alpha val="0"/>
              </a:srgbClr>
            </a:solidFill>
            <a:prstDash val="solid"/>
          </a:ln>
        </p:spPr>
      </p:sp>
      <p:sp>
        <p:nvSpPr>
          <p:cNvPr id="27" name="Text 24"/>
          <p:cNvSpPr txBox="1"/>
          <p:nvPr/>
        </p:nvSpPr>
        <p:spPr>
          <a:xfrm>
            <a:off x="8942832" y="3670402"/>
            <a:ext cx="731520" cy="320040"/>
          </a:xfrm>
          <a:prstGeom prst="rect">
            <a:avLst/>
          </a:prstGeom>
          <a:noFill/>
          <a:ln/>
        </p:spPr>
        <p:txBody>
          <a:bodyPr wrap="square" lIns="0" tIns="0" rIns="0" bIns="0" rtlCol="0" anchor="t"/>
          <a:lstStyle/>
          <a:p>
            <a:pPr algn="l" indent="0" marL="0">
              <a:buNone/>
            </a:pPr>
            <a:r>
              <a:rPr lang="en-US" sz="1300" b="1" dirty="0">
                <a:solidFill>
                  <a:schemeClr val="accent5"/>
                </a:solidFill>
              </a:rPr>
              <a:t>12.00</a:t>
            </a:r>
            <a:endParaRPr lang="en-US" sz="1300" dirty="0"/>
          </a:p>
        </p:txBody>
      </p:sp>
      <p:sp>
        <p:nvSpPr>
          <p:cNvPr id="28" name="Shape 25"/>
          <p:cNvSpPr/>
          <p:nvPr/>
        </p:nvSpPr>
        <p:spPr>
          <a:xfrm>
            <a:off x="9720072" y="3944722"/>
            <a:ext cx="1737360" cy="914"/>
          </a:xfrm>
          <a:prstGeom prst="line">
            <a:avLst/>
          </a:prstGeom>
          <a:noFill/>
          <a:ln w="12700">
            <a:solidFill>
              <a:srgbClr val="B8C2CF"/>
            </a:solidFill>
            <a:prstDash val="sysDot"/>
          </a:ln>
        </p:spPr>
      </p:sp>
      <p:sp>
        <p:nvSpPr>
          <p:cNvPr id="29" name="Shape 26"/>
          <p:cNvSpPr/>
          <p:nvPr/>
        </p:nvSpPr>
        <p:spPr>
          <a:xfrm>
            <a:off x="8622792" y="4540910"/>
            <a:ext cx="182880" cy="182880"/>
          </a:xfrm>
          <a:prstGeom prst="ellipse">
            <a:avLst/>
          </a:prstGeom>
          <a:solidFill>
            <a:schemeClr val="accent1"/>
          </a:solidFill>
          <a:ln w="12700">
            <a:solidFill>
              <a:srgbClr val="FFFFFF">
                <a:alpha val="0"/>
              </a:srgbClr>
            </a:solidFill>
            <a:prstDash val="solid"/>
          </a:ln>
        </p:spPr>
      </p:sp>
      <p:sp>
        <p:nvSpPr>
          <p:cNvPr id="30" name="Text 27"/>
          <p:cNvSpPr txBox="1"/>
          <p:nvPr/>
        </p:nvSpPr>
        <p:spPr>
          <a:xfrm>
            <a:off x="8942832" y="4467758"/>
            <a:ext cx="731520" cy="320040"/>
          </a:xfrm>
          <a:prstGeom prst="rect">
            <a:avLst/>
          </a:prstGeom>
          <a:noFill/>
          <a:ln/>
        </p:spPr>
        <p:txBody>
          <a:bodyPr wrap="square" lIns="0" tIns="0" rIns="0" bIns="0" rtlCol="0" anchor="t"/>
          <a:lstStyle/>
          <a:p>
            <a:pPr algn="l" indent="0" marL="0">
              <a:buNone/>
            </a:pPr>
            <a:r>
              <a:rPr lang="en-US" sz="1300" b="1" dirty="0">
                <a:solidFill>
                  <a:schemeClr val="accent5"/>
                </a:solidFill>
              </a:rPr>
              <a:t>15.00</a:t>
            </a:r>
            <a:endParaRPr lang="en-US" sz="1300" dirty="0"/>
          </a:p>
        </p:txBody>
      </p:sp>
      <p:sp>
        <p:nvSpPr>
          <p:cNvPr id="31" name="Shape 28"/>
          <p:cNvSpPr/>
          <p:nvPr/>
        </p:nvSpPr>
        <p:spPr>
          <a:xfrm>
            <a:off x="9720072" y="4742078"/>
            <a:ext cx="1737360" cy="914"/>
          </a:xfrm>
          <a:prstGeom prst="line">
            <a:avLst/>
          </a:prstGeom>
          <a:noFill/>
          <a:ln w="12700">
            <a:solidFill>
              <a:srgbClr val="B8C2CF"/>
            </a:solidFill>
            <a:prstDash val="sysDot"/>
          </a:ln>
        </p:spPr>
      </p:sp>
      <p:sp>
        <p:nvSpPr>
          <p:cNvPr id="32" name="Shape 29"/>
          <p:cNvSpPr/>
          <p:nvPr/>
        </p:nvSpPr>
        <p:spPr>
          <a:xfrm>
            <a:off x="8622792" y="5338267"/>
            <a:ext cx="182880" cy="182880"/>
          </a:xfrm>
          <a:prstGeom prst="ellipse">
            <a:avLst/>
          </a:prstGeom>
          <a:solidFill>
            <a:schemeClr val="accent1"/>
          </a:solidFill>
          <a:ln w="12700">
            <a:solidFill>
              <a:srgbClr val="FFFFFF">
                <a:alpha val="0"/>
              </a:srgbClr>
            </a:solidFill>
            <a:prstDash val="solid"/>
          </a:ln>
        </p:spPr>
      </p:sp>
      <p:sp>
        <p:nvSpPr>
          <p:cNvPr id="33" name="Text 30"/>
          <p:cNvSpPr txBox="1"/>
          <p:nvPr/>
        </p:nvSpPr>
        <p:spPr>
          <a:xfrm>
            <a:off x="8942832" y="5265115"/>
            <a:ext cx="731520" cy="320040"/>
          </a:xfrm>
          <a:prstGeom prst="rect">
            <a:avLst/>
          </a:prstGeom>
          <a:noFill/>
          <a:ln/>
        </p:spPr>
        <p:txBody>
          <a:bodyPr wrap="square" lIns="0" tIns="0" rIns="0" bIns="0" rtlCol="0" anchor="t"/>
          <a:lstStyle/>
          <a:p>
            <a:pPr algn="l" indent="0" marL="0">
              <a:buNone/>
            </a:pPr>
            <a:r>
              <a:rPr lang="en-US" sz="1300" b="1" dirty="0">
                <a:solidFill>
                  <a:schemeClr val="accent5"/>
                </a:solidFill>
              </a:rPr>
              <a:t>18.00</a:t>
            </a:r>
            <a:endParaRPr lang="en-US" sz="1300" dirty="0"/>
          </a:p>
        </p:txBody>
      </p:sp>
      <p:sp>
        <p:nvSpPr>
          <p:cNvPr id="34" name="Shape 31"/>
          <p:cNvSpPr/>
          <p:nvPr/>
        </p:nvSpPr>
        <p:spPr>
          <a:xfrm>
            <a:off x="9720072" y="5539435"/>
            <a:ext cx="1737360" cy="914"/>
          </a:xfrm>
          <a:prstGeom prst="line">
            <a:avLst/>
          </a:prstGeom>
          <a:noFill/>
          <a:ln w="12700">
            <a:solidFill>
              <a:srgbClr val="B8C2CF"/>
            </a:solidFill>
            <a:prstDash val="sysDot"/>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Ticket de sortie</a:t>
            </a:r>
            <a:endParaRPr lang="en-US" sz="3000" dirty="0"/>
          </a:p>
        </p:txBody>
      </p:sp>
      <p:sp>
        <p:nvSpPr>
          <p:cNvPr id="3" name="tag"/>
          <p:cNvSpPr/>
          <p:nvPr/>
        </p:nvSpPr>
        <p:spPr>
          <a:xfrm>
            <a:off x="548640" y="237744"/>
            <a:ext cx="2092147"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TICKET DE SORTIE</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Séparable ou inséparable : </a:t>
            </a:r>
            <a:r>
              <a:rPr lang="en-US" sz="2000" i="1" dirty="0">
                <a:solidFill>
                  <a:schemeClr val="tx1"/>
                </a:solidFill>
              </a:rPr>
              <a:t>vergeten</a:t>
            </a:r>
            <a:r>
              <a:rPr lang="en-US" sz="2000" dirty="0">
                <a:solidFill>
                  <a:schemeClr val="tx1"/>
                </a:solidFill>
              </a:rPr>
              <a:t> ?</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Conjuguez : </a:t>
            </a:r>
            <a:r>
              <a:rPr lang="en-US" sz="2000" i="1" dirty="0">
                <a:solidFill>
                  <a:schemeClr val="tx1"/>
                </a:solidFill>
              </a:rPr>
              <a:t>Ik …… mijn laptop …… (meenemen).</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Ajoutez </a:t>
            </a:r>
            <a:r>
              <a:rPr lang="en-US" sz="2000" i="1" dirty="0">
                <a:solidFill>
                  <a:schemeClr val="tx1"/>
                </a:solidFill>
              </a:rPr>
              <a:t>moeten</a:t>
            </a:r>
            <a:r>
              <a:rPr lang="en-US" sz="2000" dirty="0">
                <a:solidFill>
                  <a:schemeClr val="tx1"/>
                </a:solidFill>
              </a:rPr>
              <a:t> : </a:t>
            </a:r>
            <a:r>
              <a:rPr lang="en-US" sz="2000" i="1" dirty="0">
                <a:solidFill>
                  <a:schemeClr val="tx1"/>
                </a:solidFill>
              </a:rPr>
              <a:t>Ik sta om 6 uur op.</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AUTO-ÉVALUATION</a:t>
            </a:r>
            <a:endParaRPr lang="en-US" sz="1400" dirty="0"/>
          </a:p>
        </p:txBody>
      </p:sp>
      <p:sp>
        <p:nvSpPr>
          <p:cNvPr id="18" name="Shape 15"/>
          <p:cNvSpPr/>
          <p:nvPr/>
        </p:nvSpPr>
        <p:spPr>
          <a:xfrm>
            <a:off x="6949440" y="2011680"/>
            <a:ext cx="4690872" cy="758952"/>
          </a:xfrm>
          <a:prstGeom prst="roundRect">
            <a:avLst>
              <a:gd name="adj" fmla="val 9639"/>
            </a:avLst>
          </a:prstGeom>
          <a:solidFill>
            <a:schemeClr val="bg2"/>
          </a:solidFill>
          <a:ln w="6350">
            <a:solidFill>
              <a:srgbClr val="D5DCE6"/>
            </a:solidFill>
            <a:prstDash val="solid"/>
          </a:ln>
        </p:spPr>
      </p:sp>
      <p:sp>
        <p:nvSpPr>
          <p:cNvPr id="19" name="Text 16"/>
          <p:cNvSpPr txBox="1"/>
          <p:nvPr/>
        </p:nvSpPr>
        <p:spPr>
          <a:xfrm>
            <a:off x="7132320" y="201168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Reconnaître</a:t>
            </a:r>
            <a:endParaRPr lang="en-US" sz="1600" dirty="0"/>
          </a:p>
        </p:txBody>
      </p:sp>
      <p:pic>
        <p:nvPicPr>
          <p:cNvPr id="20" name="Image 0" descr="RegFrown">    </p:cNvPr>
          <p:cNvPicPr>
            <a:picLocks noChangeAspect="1"/>
          </p:cNvPicPr>
          <p:nvPr/>
        </p:nvPicPr>
        <p:blipFill>
          <a:blip r:embed="rId1"/>
          <a:stretch>
            <a:fillRect/>
          </a:stretch>
        </p:blipFill>
        <p:spPr>
          <a:xfrm>
            <a:off x="9555480" y="2162556"/>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162556"/>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162556"/>
            <a:ext cx="457200" cy="457200"/>
          </a:xfrm>
          <a:prstGeom prst="rect">
            <a:avLst/>
          </a:prstGeom>
        </p:spPr>
      </p:pic>
      <p:sp>
        <p:nvSpPr>
          <p:cNvPr id="23" name="Shape 17"/>
          <p:cNvSpPr/>
          <p:nvPr/>
        </p:nvSpPr>
        <p:spPr>
          <a:xfrm>
            <a:off x="6949440" y="2880360"/>
            <a:ext cx="4690872" cy="758952"/>
          </a:xfrm>
          <a:prstGeom prst="roundRect">
            <a:avLst>
              <a:gd name="adj" fmla="val 9639"/>
            </a:avLst>
          </a:prstGeom>
          <a:solidFill>
            <a:schemeClr val="bg1"/>
          </a:solidFill>
          <a:ln w="6350">
            <a:solidFill>
              <a:srgbClr val="D5DCE6"/>
            </a:solidFill>
            <a:prstDash val="solid"/>
          </a:ln>
        </p:spPr>
      </p:sp>
      <p:sp>
        <p:nvSpPr>
          <p:cNvPr id="24" name="Text 18"/>
          <p:cNvSpPr txBox="1"/>
          <p:nvPr/>
        </p:nvSpPr>
        <p:spPr>
          <a:xfrm>
            <a:off x="7132320" y="288036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Placer</a:t>
            </a:r>
            <a:endParaRPr lang="en-US" sz="1600" dirty="0"/>
          </a:p>
        </p:txBody>
      </p:sp>
      <p:pic>
        <p:nvPicPr>
          <p:cNvPr id="25" name="Image 3" descr="RegFrown">    </p:cNvPr>
          <p:cNvPicPr>
            <a:picLocks noChangeAspect="1"/>
          </p:cNvPicPr>
          <p:nvPr/>
        </p:nvPicPr>
        <p:blipFill>
          <a:blip r:embed="rId4"/>
          <a:stretch>
            <a:fillRect/>
          </a:stretch>
        </p:blipFill>
        <p:spPr>
          <a:xfrm>
            <a:off x="9555480" y="3031236"/>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3031236"/>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3031236"/>
            <a:ext cx="457200" cy="457200"/>
          </a:xfrm>
          <a:prstGeom prst="rect">
            <a:avLst/>
          </a:prstGeom>
        </p:spPr>
      </p:pic>
      <p:sp>
        <p:nvSpPr>
          <p:cNvPr id="28" name="Shape 19"/>
          <p:cNvSpPr/>
          <p:nvPr/>
        </p:nvSpPr>
        <p:spPr>
          <a:xfrm>
            <a:off x="6949440" y="3749040"/>
            <a:ext cx="4690872" cy="758952"/>
          </a:xfrm>
          <a:prstGeom prst="roundRect">
            <a:avLst>
              <a:gd name="adj" fmla="val 9639"/>
            </a:avLst>
          </a:prstGeom>
          <a:solidFill>
            <a:schemeClr val="bg2"/>
          </a:solidFill>
          <a:ln w="6350">
            <a:solidFill>
              <a:srgbClr val="D5DCE6"/>
            </a:solidFill>
            <a:prstDash val="solid"/>
          </a:ln>
        </p:spPr>
      </p:sp>
      <p:sp>
        <p:nvSpPr>
          <p:cNvPr id="29" name="Text 20"/>
          <p:cNvSpPr txBox="1"/>
          <p:nvPr/>
        </p:nvSpPr>
        <p:spPr>
          <a:xfrm>
            <a:off x="7132320" y="374904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Raconter</a:t>
            </a:r>
            <a:endParaRPr lang="en-US" sz="1600" dirty="0"/>
          </a:p>
        </p:txBody>
      </p:sp>
      <p:pic>
        <p:nvPicPr>
          <p:cNvPr id="30" name="Image 6" descr="RegFrown">    </p:cNvPr>
          <p:cNvPicPr>
            <a:picLocks noChangeAspect="1"/>
          </p:cNvPicPr>
          <p:nvPr/>
        </p:nvPicPr>
        <p:blipFill>
          <a:blip r:embed="rId7"/>
          <a:stretch>
            <a:fillRect/>
          </a:stretch>
        </p:blipFill>
        <p:spPr>
          <a:xfrm>
            <a:off x="9555480" y="389991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89991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899916"/>
            <a:ext cx="457200" cy="457200"/>
          </a:xfrm>
          <a:prstGeom prst="rect">
            <a:avLst/>
          </a:prstGeom>
        </p:spPr>
      </p:pic>
      <p:sp>
        <p:nvSpPr>
          <p:cNvPr id="33" name="Shape 21"/>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34" name="Image 9" descr="TrafficLight">    </p:cNvPr>
          <p:cNvPicPr>
            <a:picLocks noChangeAspect="1"/>
          </p:cNvPicPr>
          <p:nvPr/>
        </p:nvPicPr>
        <p:blipFill>
          <a:blip r:embed="rId10"/>
          <a:stretch>
            <a:fillRect/>
          </a:stretch>
        </p:blipFill>
        <p:spPr>
          <a:xfrm>
            <a:off x="777240" y="5715000"/>
            <a:ext cx="365760" cy="365760"/>
          </a:xfrm>
          <a:prstGeom prst="rect">
            <a:avLst/>
          </a:prstGeom>
        </p:spPr>
      </p:pic>
      <p:sp>
        <p:nvSpPr>
          <p:cNvPr id="35" name="Text 22"/>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b="1" dirty="0">
                <a:solidFill>
                  <a:schemeClr val="bg1"/>
                </a:solidFill>
              </a:rPr>
              <a:t>Volgende keer : Modale werkwoorden</a:t>
            </a:r>
            <a:r>
              <a:rPr lang="en-US" sz="1800" dirty="0">
                <a:solidFill>
                  <a:schemeClr val="bg1"/>
                </a:solidFill>
              </a:rPr>
              <a:t> — </a:t>
            </a:r>
            <a:r>
              <a:rPr lang="en-US" sz="1800" i="1" dirty="0">
                <a:solidFill>
                  <a:schemeClr val="bg1"/>
                </a:solidFill>
              </a:rPr>
              <a:t>kunnen, mogen, willen, moeten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IRAM — Néerlandais 1 (UE1)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11 — Scheidbare werkwoorden — Les verbes à particule</dc:title>
  <dc:subject>Néerlandais 1 — Langue en situation, en milieu professionnel</dc:subject>
  <dc:creator>A. Jouniaux</dc:creator>
  <cp:lastModifiedBy>A. Jouniaux</cp:lastModifiedBy>
  <cp:revision>1</cp:revision>
  <dcterms:created xsi:type="dcterms:W3CDTF">2026-10-06T08:28:15Z</dcterms:created>
  <dcterms:modified xsi:type="dcterms:W3CDTF">2026-10-06T08:28:15Z</dcterms:modified>
</cp:coreProperties>
</file>
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c33bb84-a83a-1a42-4d2b-0f367f239390}">
          <p14:sldIdLst>
            <p14:sldId id="256"/>
          </p14:sldIdLst>
        </p14:section>
        <p14:section name="Découvrir" id="{7ebac3e0-b86e-9f98-09b8-9e8a5a21c6a3}">
          <p14:sldIdLst>
            <p14:sldId id="257"/>
            <p14:sldId id="258"/>
          </p14:sldIdLst>
        </p14:section>
        <p14:section name="Comprendre" id="{94bf3f58-bf1f-8a5c-b62d-4f7c19516cee}">
          <p14:sldIdLst>
            <p14:sldId id="259"/>
            <p14:sldId id="260"/>
            <p14:sldId id="261"/>
            <p14:sldId id="262"/>
            <p14:sldId id="263"/>
            <p14:sldId id="264"/>
            <p14:sldId id="265"/>
            <p14:sldId id="266"/>
            <p14:sldId id="267"/>
            <p14:sldId id="268"/>
            <p14:sldId id="269"/>
            <p14:sldId id="270"/>
            <p14:sldId id="271"/>
          </p14:sldIdLst>
        </p14:section>
        <p14:section name="JIJ NU ! — Oefeningen" id="{64328a55-eb63-cd69-6513-ceb596830f56}">
          <p14:sldIdLst>
            <p14:sldId id="272"/>
            <p14:sldId id="273"/>
            <p14:sldId id="274"/>
            <p14:sldId id="275"/>
            <p14:sldId id="276"/>
            <p14:sldId id="277"/>
            <p14:sldId id="278"/>
            <p14:sldId id="279"/>
            <p14:sldId id="280"/>
            <p14:sldId id="281"/>
            <p14:sldId id="282"/>
            <p14:sldId id="283"/>
          </p14:sldIdLst>
        </p14:section>
        <p14:section name="Clôture" id="{fe71e429-190d-f435-1b5b-33273bfc5620}">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2026-10-05T10:24:11Z</dcterms:created>
  <dcterms:modified xsi:type="dcterms:W3CDTF">2026-10-05T10:24:11Z</dcterms:modified>
</cp:coreProperties>
</file>
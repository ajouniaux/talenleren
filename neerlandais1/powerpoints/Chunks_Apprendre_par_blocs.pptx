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671ac591-d9f6-3ae6-c697-93567a257f99}">
          <p14:sldIdLst>
            <p14:sldId id="256"/>
          </p14:sldIdLst>
        </p14:section>
        <p14:section name="Découvrir" id="{5a165570-65d6-6b63-bf6a-c82e4dae3333}">
          <p14:sldIdLst>
            <p14:sldId id="257"/>
            <p14:sldId id="258"/>
          </p14:sldIdLst>
        </p14:section>
        <p14:section name="Comprendre" id="{dff0476a-d975-d9d4-5cc1-dfe152d75de2}">
          <p14:sldIdLst>
            <p14:sldId id="259"/>
            <p14:sldId id="260"/>
            <p14:sldId id="261"/>
            <p14:sldId id="262"/>
            <p14:sldId id="263"/>
            <p14:sldId id="264"/>
            <p14:sldId id="265"/>
            <p14:sldId id="266"/>
            <p14:sldId id="267"/>
            <p14:sldId id="268"/>
            <p14:sldId id="269"/>
            <p14:sldId id="270"/>
            <p14:sldId id="271"/>
          </p14:sldIdLst>
        </p14:section>
        <p14:section name="JIJ NU ! — Oefeningen" id="{78c7d10d-a248-9fcd-f69d-f4d78603aa17}">
          <p14:sldIdLst>
            <p14:sldId id="272"/>
            <p14:sldId id="273"/>
            <p14:sldId id="274"/>
            <p14:sldId id="275"/>
            <p14:sldId id="276"/>
            <p14:sldId id="277"/>
            <p14:sldId id="278"/>
            <p14:sldId id="279"/>
            <p14:sldId id="280"/>
            <p14:sldId id="281"/>
            <p14:sldId id="282"/>
            <p14:sldId id="283"/>
          </p14:sldIdLst>
        </p14:section>
        <p14:section name="Clôture" id="{ceb0862c-995e-5bbe-ac65-20f1ffff14f2}">
          <p14:sldIdLst>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l'idée : en néerlandais, on apprend des blocs de mots.
het blokje = la petite brique (de jeu de construction). Question d'entrée : « Comment avez-vous appris à dire s'il vous plaît ? Mot par mot ? » Non : d'un bloc. Aujourd'hui, on fait pareil en néerlandais.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objectifs explicites.
À la fin de la séance, chacun repart avec une vingtaine de blocs et un « carnet de blocs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Faire prendre conscience que le français aussi fonctionne par blocs.
Faites traduire « s'il vous plaît » mot à mot (« si il vous plaît ») : ça sonne bizarre, et pourtant personne n'y pense. Dans « je ne sais pas », on prononce souvent « chais pas » : un bloc, un souffle. En néerlandais, « je ne sais pas » est aussi un bloc : Ik weet het niet.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Définir le chunk avec une image simple.
Dites Hoe gaat het? d'un souffle, sans pause : « hoegaathet ». Faites répéter en chœur. Insistez : on n'a pas besoin de savoir que het veut dire « ça » pour utiliser le bloc.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Montrer avec humour que la traduction mot à mot ne fonctionne pas.
Lisez la colonne du milieu avec un ton théâtral : les apprenants rient, et retiennent. Exception amusante : alsjeblieft vient de als het je belieft (« si cela te plaît »), exactement comme « s'il te plaît » : un bloc devenu un seul mot, dans les deux langues. Ik ben 25 jaar montre le piège inverse : le français dit « avoir », le néerlandais « être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Donner quatre raisons concrètes, pour motiver la méthode.
Point clé pour les grands débutants : on peut parler avant de connaître la grammaire. Waar kom je vandaan? : inutile d'expliquer vandaan aujourd'hui ; le bloc suffit.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Apprendre les salutations du quotidien comme des blocs.
En Belgique, Dag! sert à dire bonjour et au revoir. Hallo est neutre ; Hoi est familier (entre collègues, entre apprenants). À l'oral, on entend souvent Goeiemorgen, Goeiemiddag, Goeienavond. Faites saluer la personne à côté, puis prendre congé, en changeant de moment de la journée.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Demander et donner des nouvelles, puis renvoyer la question.
En met jou? est un bloc précieux : il permet de continuer la conversation sans réfléchir. Jeu rapide : chacun pose la question à son voisin, qui répond avec un visage choisi, puis renvoie la balle.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des blocs-cadres où l'on glisse sa propre information.
Le bloc reste fixe, seule la case change : c'est ce qui rend la méthode si rapide. Faites compléter oralement chaque bloc avec ses propres informations, puis enchaîner les 6 blocs : c'est déjà une présentation complète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Poser les questions de la présentation, chacune comme un bloc.
Une question = une réponse-bloc. Faites tourner la balle : A pose une question, B répond et pose la suivante. Avec u : Hoe heet u? · Waar woont u? (M8).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les formules de politesse de base, avec je et avec u.
Alsjeblieft / Alstublieft servent pour demander et pour donner (« voilà »). Aangenaam se dit en se serrant la main, très courant en Belgique. En Flandre, on entend aussi Wablieft? (= Pardon?) et Merci! (même entre amis).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Apprendre les stratégies de dépannage comme des blocs à sortir immédiatement.
Ces blocs sont les plus importants du module : un débutant qui les connaît ne reste jamais bloqué. Règle de la classe à partir d'aujourd'hui : on ne dit plus « quoi ? » en français, on sort une bouée. trager (Belgique) = langzamer (Pays-Bas). Kan je ou Kun je : les deux s'entendent. even adoucit la demande (« un instant »), il ne veut pas dire « même ». Dans la vraie vie, on entend aussi Kan je dat even herhalen? et Kan je dat even spellen? En Flandre, Kan u…? est aussi courant que Kunt 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Pouvoir épeler et comprendre une épellation (pour le bloc Kan je het laatste woord spellen?).
Les pièges pour les francophones : e se dit « é » (pas « eu »), g se dit « ghé » raclé (pas « jé »), j se dit « yé » (pas « ji »). y se dit « i-grec » en Flandre (aux Pays-Bas : Griekse y ou ypsilon) : indispensable pour Wuyts, Huysmans, Uyttendaele (ex. 6 et 7). Faites épeler son prénom à son voisin, qui l'écrit. L'alphabet complet est au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Voir les blocs bouées en action dans un dialogue de premier jour.
Faites lire le dialogue en binômes, deux fois, en changeant de rôle. Puis remplacez les prénoms par les vrais prénoms des apprenants. jij est la forme accentuée de je (diapo 10) : on l'utilise quand on insiste. Montrez que les bouées rendent la conversation plus naturelle, pas moins.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Donner une routine simple et un outil : le carnet de blocs.
Le carnet note le sens du bloc, jamais le mot à mot. Conseil : 3 nouveaux blocs par jour, répétés à voix haute (dans la voiture, sous la douche…). Les apprenants commencent leur carnet en fin de séance (ticket de sortie).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à photographier.
Ce récapitulatif est la référence pour tous les exercices.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Exercices 1 et 2 en séance 1, les autres en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Reconstituer des blocs coupés en deux.
Une fois les paires trouvées, faites dire chaque bloc entier, d'un souffle, en chœur.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Reconstituer des blocs coupés en deux.
Une fois les paires trouvées, faites dire chaque bloc entier, d'un souffle, en chœur.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le bloc adapté à la situation.
N° 1 : Hallo! est accepté entre apprenants. N° 7 : toute réponse de l'échelle (Prima! · Het gaat.) est acceptée, à condition de renvoyer la balle.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le bloc adapté à la situation.
N° 1 : Hallo! est accepté entre apprenants. N° 7 : toute réponse de l'échelle (Prima! · Het gaat.) est acceptée, à condition de renvoyer la balle.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Remplacer une traduction mot à mot par le bon bloc.
Faites retrouver d'où vient chaque erreur : « j'ai 25 ans », « comment vas-tu », « je m'appelle », « merci beaucoup », « peux-tu répéter encore une fois ». Morale : le français ne se traduit pas, il se remplace par un bloc. N° 6 : l'erreur est surtout l'ordre des mots ; Kan je dat nog een keer herhalen? est correct et accepté.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Remplacer une traduction mot à mot par le bon bloc.
Faites retrouver d'où vient chaque erreur : « j'ai 25 ans », « comment vas-tu », « je m'appelle », « merci beaucoup », « peux-tu répéter encore une fois ». Morale : le français ne se traduit pas, il se remplace par un bloc. N° 6 : l'erreur est surtout l'ordre des mots ; Kan je dat nog een keer herhalen? est correct et accepté.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une présentation personnelle avec les blocs à trou.
Chacun écrit son portrait, puis le dit sans regarder, d'un souffle par bloc. Variante : on mélange les portraits, on en lit un, la classe devine qui c'est.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Produire une présentation personnelle avec les blocs à trou.
Chacun écrit son portrait, puis le dit sans regarder, d'un souffle par bloc. Variante : on mélange les portraits, on en lit un, la classe devine qui c'est.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les blocs à l'oral, même dits vite, et utiliser la bouée Kan je even herhalen?
Parlez exprès un peu trop vite, ou avalez un bloc : vous voulez entendre la bouée. Chaque Kan je even herhalen? bien prononcé rapporte un point à son équipe. Deuxième tour : un·e apprenant·e lit les blocs.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Automatiser les blocs bouées par la répétition systématique, du chœur à l'autonomie.
Phrases à utiliser : Ik woon in Sint-Pieters-Woluwe (très vite → 🔁 ou 🐢) · Mijn naam is Vandenbroucke (→ 🔤) · Het is hier heel gezellig (→ Wat betekent gezellig?) · Ik heet Jeroen Wuyts (→ 🔤 / ✏️) · Ik kom uit Ieper (→ 🔤). Répondez toujours à la bouée : épelez, répétez lentement, expliquez. Le but est le réflexe : 2 à 3 secondes maximum entre la phrase et la bouée.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Mise en situation : faire connaissance en utilisant systématiquement les blocs bouées.
Changez de rôle après 4 minutes. A comptabilise les bouées utilisées par B (une coche par bouée) : objectif, 3 bouées différentes. À la fin, A vérifie la fiche de B : orthographe juste = 1 point par case. Les noms flamands (Wuyts, Huysmans, Uyttendaele, Ieper) sont choisis exprès : ils obligent à faire épeler.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et lancer le carnet de blocs.
Réponses :
1. Hoe gaat het? — Goed, dank je. En met jou?
2. Kan je even herhalen? ou Kan je het laatste woord spellen?
3. Par exemple : Ik heet… · Ik woon in… · Ik spreek…
Devoir : commencez votre carnet de blocs avec les blocs du jour, et ajoutez 3 nouveaux blocs cette semaine.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Chunks! · Apprendre par blocs de mots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Chunks! · Apprendre par blocs de mots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2.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2.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3.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slideLayout" Target="../slideLayouts/slideLayout2.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slideLayout" Target="../slideLayouts/slideLayout2.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slideLayout" Target="../slideLayouts/slideLayout2.xml"/><Relationship Id="rId1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4629607"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COMPLÉMENT · A1 · VRAIS DÉBUTANTS</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Chunks!</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Apprendre par blocs de mots</a:t>
            </a:r>
            <a:endParaRPr lang="en-US" sz="2000" dirty="0"/>
          </a:p>
          <a:p>
            <a:pPr algn="l" indent="0" marL="0">
              <a:buNone/>
            </a:pPr>
            <a:r>
              <a:rPr lang="en-US" sz="2000" b="1" dirty="0">
                <a:solidFill>
                  <a:srgbClr val="FFFFFF"/>
                </a:solidFill>
              </a:rPr>
              <a:t>Leer in blokjes!</a:t>
            </a:r>
            <a:endParaRPr lang="en-US" sz="2000" dirty="0"/>
          </a:p>
        </p:txBody>
      </p:sp>
      <p:sp>
        <p:nvSpPr>
          <p:cNvPr id="5" name="Shape 3"/>
          <p:cNvSpPr/>
          <p:nvPr/>
        </p:nvSpPr>
        <p:spPr>
          <a:xfrm>
            <a:off x="7153656" y="1152144"/>
            <a:ext cx="292608" cy="100584"/>
          </a:xfrm>
          <a:prstGeom prst="roundRect">
            <a:avLst>
              <a:gd name="adj" fmla="val 27273"/>
            </a:avLst>
          </a:prstGeom>
          <a:solidFill>
            <a:schemeClr val="accent1"/>
          </a:solidFill>
          <a:ln w="12700">
            <a:solidFill>
              <a:srgbClr val="FFFFFF">
                <a:alpha val="0"/>
              </a:srgbClr>
            </a:solidFill>
            <a:prstDash val="solid"/>
          </a:ln>
        </p:spPr>
      </p:sp>
      <p:sp>
        <p:nvSpPr>
          <p:cNvPr id="6" name="Shape 4"/>
          <p:cNvSpPr/>
          <p:nvPr/>
        </p:nvSpPr>
        <p:spPr>
          <a:xfrm>
            <a:off x="7854696" y="1152144"/>
            <a:ext cx="292608" cy="100584"/>
          </a:xfrm>
          <a:prstGeom prst="roundRect">
            <a:avLst>
              <a:gd name="adj" fmla="val 27273"/>
            </a:avLst>
          </a:prstGeom>
          <a:solidFill>
            <a:schemeClr val="accent1"/>
          </a:solidFill>
          <a:ln w="12700">
            <a:solidFill>
              <a:srgbClr val="FFFFFF">
                <a:alpha val="0"/>
              </a:srgbClr>
            </a:solidFill>
            <a:prstDash val="solid"/>
          </a:ln>
        </p:spPr>
      </p:sp>
      <p:sp>
        <p:nvSpPr>
          <p:cNvPr id="7" name="Shape 5"/>
          <p:cNvSpPr/>
          <p:nvPr/>
        </p:nvSpPr>
        <p:spPr>
          <a:xfrm>
            <a:off x="8555736" y="1152144"/>
            <a:ext cx="292608" cy="100584"/>
          </a:xfrm>
          <a:prstGeom prst="roundRect">
            <a:avLst>
              <a:gd name="adj" fmla="val 27273"/>
            </a:avLst>
          </a:prstGeom>
          <a:solidFill>
            <a:schemeClr val="accent1"/>
          </a:solidFill>
          <a:ln w="12700">
            <a:solidFill>
              <a:srgbClr val="FFFFFF">
                <a:alpha val="0"/>
              </a:srgbClr>
            </a:solidFill>
            <a:prstDash val="solid"/>
          </a:ln>
        </p:spPr>
      </p:sp>
      <p:sp>
        <p:nvSpPr>
          <p:cNvPr id="8" name="Shape 6"/>
          <p:cNvSpPr/>
          <p:nvPr/>
        </p:nvSpPr>
        <p:spPr>
          <a:xfrm>
            <a:off x="9256776" y="1152144"/>
            <a:ext cx="292608" cy="100584"/>
          </a:xfrm>
          <a:prstGeom prst="roundRect">
            <a:avLst>
              <a:gd name="adj" fmla="val 27273"/>
            </a:avLst>
          </a:prstGeom>
          <a:solidFill>
            <a:schemeClr val="accent1"/>
          </a:solidFill>
          <a:ln w="12700">
            <a:solidFill>
              <a:srgbClr val="FFFFFF">
                <a:alpha val="0"/>
              </a:srgbClr>
            </a:solidFill>
            <a:prstDash val="solid"/>
          </a:ln>
        </p:spPr>
      </p:sp>
      <p:sp>
        <p:nvSpPr>
          <p:cNvPr id="9" name="Shape 7"/>
          <p:cNvSpPr/>
          <p:nvPr/>
        </p:nvSpPr>
        <p:spPr>
          <a:xfrm>
            <a:off x="9957816" y="1152144"/>
            <a:ext cx="292608" cy="100584"/>
          </a:xfrm>
          <a:prstGeom prst="roundRect">
            <a:avLst>
              <a:gd name="adj" fmla="val 27273"/>
            </a:avLst>
          </a:prstGeom>
          <a:solidFill>
            <a:schemeClr val="accent1"/>
          </a:solidFill>
          <a:ln w="12700">
            <a:solidFill>
              <a:srgbClr val="FFFFFF">
                <a:alpha val="0"/>
              </a:srgbClr>
            </a:solidFill>
            <a:prstDash val="solid"/>
          </a:ln>
        </p:spPr>
      </p:sp>
      <p:sp>
        <p:nvSpPr>
          <p:cNvPr id="10" name="Shape 8"/>
          <p:cNvSpPr/>
          <p:nvPr/>
        </p:nvSpPr>
        <p:spPr>
          <a:xfrm>
            <a:off x="10658856" y="1152144"/>
            <a:ext cx="292608" cy="100584"/>
          </a:xfrm>
          <a:prstGeom prst="roundRect">
            <a:avLst>
              <a:gd name="adj" fmla="val 27273"/>
            </a:avLst>
          </a:prstGeom>
          <a:solidFill>
            <a:schemeClr val="accent1"/>
          </a:solidFill>
          <a:ln w="12700">
            <a:solidFill>
              <a:srgbClr val="FFFFFF">
                <a:alpha val="0"/>
              </a:srgbClr>
            </a:solidFill>
            <a:prstDash val="solid"/>
          </a:ln>
        </p:spPr>
      </p:sp>
      <p:sp>
        <p:nvSpPr>
          <p:cNvPr id="11" name="Shape 9"/>
          <p:cNvSpPr/>
          <p:nvPr/>
        </p:nvSpPr>
        <p:spPr>
          <a:xfrm>
            <a:off x="6949440" y="1234440"/>
            <a:ext cx="4206240" cy="868680"/>
          </a:xfrm>
          <a:prstGeom prst="roundRect">
            <a:avLst>
              <a:gd name="adj" fmla="val 8421"/>
            </a:avLst>
          </a:prstGeom>
          <a:solidFill>
            <a:schemeClr val="accent1"/>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2" name="Text 10"/>
          <p:cNvSpPr txBox="1"/>
          <p:nvPr/>
        </p:nvSpPr>
        <p:spPr>
          <a:xfrm>
            <a:off x="7022592" y="1234440"/>
            <a:ext cx="4059936" cy="868680"/>
          </a:xfrm>
          <a:prstGeom prst="rect">
            <a:avLst/>
          </a:prstGeom>
          <a:noFill/>
          <a:ln/>
        </p:spPr>
        <p:txBody>
          <a:bodyPr wrap="square" lIns="0" tIns="0" rIns="0" bIns="0" rtlCol="0" anchor="ctr"/>
          <a:lstStyle/>
          <a:p>
            <a:pPr algn="ctr" indent="0" marL="0">
              <a:buNone/>
            </a:pPr>
            <a:r>
              <a:rPr lang="en-US" sz="2600" b="1" i="1" dirty="0">
                <a:solidFill>
                  <a:schemeClr val="bg1"/>
                </a:solidFill>
              </a:rPr>
              <a:t>Hoe gaat het?</a:t>
            </a:r>
            <a:endParaRPr lang="en-US" sz="2600" dirty="0"/>
          </a:p>
        </p:txBody>
      </p:sp>
      <p:sp>
        <p:nvSpPr>
          <p:cNvPr id="13" name="Shape 11"/>
          <p:cNvSpPr/>
          <p:nvPr/>
        </p:nvSpPr>
        <p:spPr>
          <a:xfrm>
            <a:off x="6650736" y="2340864"/>
            <a:ext cx="292608" cy="100584"/>
          </a:xfrm>
          <a:prstGeom prst="roundRect">
            <a:avLst>
              <a:gd name="adj" fmla="val 27273"/>
            </a:avLst>
          </a:prstGeom>
          <a:solidFill>
            <a:schemeClr val="accent2"/>
          </a:solidFill>
          <a:ln w="12700">
            <a:solidFill>
              <a:srgbClr val="FFFFFF">
                <a:alpha val="0"/>
              </a:srgbClr>
            </a:solidFill>
            <a:prstDash val="solid"/>
          </a:ln>
        </p:spPr>
      </p:sp>
      <p:sp>
        <p:nvSpPr>
          <p:cNvPr id="14" name="Shape 12"/>
          <p:cNvSpPr/>
          <p:nvPr/>
        </p:nvSpPr>
        <p:spPr>
          <a:xfrm>
            <a:off x="7443216" y="2340864"/>
            <a:ext cx="292608" cy="100584"/>
          </a:xfrm>
          <a:prstGeom prst="roundRect">
            <a:avLst>
              <a:gd name="adj" fmla="val 27273"/>
            </a:avLst>
          </a:prstGeom>
          <a:solidFill>
            <a:schemeClr val="accent2"/>
          </a:solidFill>
          <a:ln w="12700">
            <a:solidFill>
              <a:srgbClr val="FFFFFF">
                <a:alpha val="0"/>
              </a:srgbClr>
            </a:solidFill>
            <a:prstDash val="solid"/>
          </a:ln>
        </p:spPr>
      </p:sp>
      <p:sp>
        <p:nvSpPr>
          <p:cNvPr id="15" name="Shape 13"/>
          <p:cNvSpPr/>
          <p:nvPr/>
        </p:nvSpPr>
        <p:spPr>
          <a:xfrm>
            <a:off x="8235696" y="2340864"/>
            <a:ext cx="292608" cy="100584"/>
          </a:xfrm>
          <a:prstGeom prst="roundRect">
            <a:avLst>
              <a:gd name="adj" fmla="val 27273"/>
            </a:avLst>
          </a:prstGeom>
          <a:solidFill>
            <a:schemeClr val="accent2"/>
          </a:solidFill>
          <a:ln w="12700">
            <a:solidFill>
              <a:srgbClr val="FFFFFF">
                <a:alpha val="0"/>
              </a:srgbClr>
            </a:solidFill>
            <a:prstDash val="solid"/>
          </a:ln>
        </p:spPr>
      </p:sp>
      <p:sp>
        <p:nvSpPr>
          <p:cNvPr id="16" name="Shape 14"/>
          <p:cNvSpPr/>
          <p:nvPr/>
        </p:nvSpPr>
        <p:spPr>
          <a:xfrm>
            <a:off x="9028176" y="2340864"/>
            <a:ext cx="292608" cy="100584"/>
          </a:xfrm>
          <a:prstGeom prst="roundRect">
            <a:avLst>
              <a:gd name="adj" fmla="val 27273"/>
            </a:avLst>
          </a:prstGeom>
          <a:solidFill>
            <a:schemeClr val="accent2"/>
          </a:solidFill>
          <a:ln w="12700">
            <a:solidFill>
              <a:srgbClr val="FFFFFF">
                <a:alpha val="0"/>
              </a:srgbClr>
            </a:solidFill>
            <a:prstDash val="solid"/>
          </a:ln>
        </p:spPr>
      </p:sp>
      <p:sp>
        <p:nvSpPr>
          <p:cNvPr id="17" name="Shape 15"/>
          <p:cNvSpPr/>
          <p:nvPr/>
        </p:nvSpPr>
        <p:spPr>
          <a:xfrm>
            <a:off x="9820656" y="2340864"/>
            <a:ext cx="292608" cy="100584"/>
          </a:xfrm>
          <a:prstGeom prst="roundRect">
            <a:avLst>
              <a:gd name="adj" fmla="val 27273"/>
            </a:avLst>
          </a:prstGeom>
          <a:solidFill>
            <a:schemeClr val="accent2"/>
          </a:solidFill>
          <a:ln w="12700">
            <a:solidFill>
              <a:srgbClr val="FFFFFF">
                <a:alpha val="0"/>
              </a:srgbClr>
            </a:solidFill>
            <a:prstDash val="solid"/>
          </a:ln>
        </p:spPr>
      </p:sp>
      <p:sp>
        <p:nvSpPr>
          <p:cNvPr id="18" name="Shape 16"/>
          <p:cNvSpPr/>
          <p:nvPr/>
        </p:nvSpPr>
        <p:spPr>
          <a:xfrm>
            <a:off x="10613136" y="2340864"/>
            <a:ext cx="292608" cy="100584"/>
          </a:xfrm>
          <a:prstGeom prst="roundRect">
            <a:avLst>
              <a:gd name="adj" fmla="val 27273"/>
            </a:avLst>
          </a:prstGeom>
          <a:solidFill>
            <a:schemeClr val="accent2"/>
          </a:solidFill>
          <a:ln w="12700">
            <a:solidFill>
              <a:srgbClr val="FFFFFF">
                <a:alpha val="0"/>
              </a:srgbClr>
            </a:solidFill>
            <a:prstDash val="solid"/>
          </a:ln>
        </p:spPr>
      </p:sp>
      <p:sp>
        <p:nvSpPr>
          <p:cNvPr id="19" name="Shape 17"/>
          <p:cNvSpPr/>
          <p:nvPr/>
        </p:nvSpPr>
        <p:spPr>
          <a:xfrm>
            <a:off x="6400800" y="2423160"/>
            <a:ext cx="4754880" cy="868680"/>
          </a:xfrm>
          <a:prstGeom prst="roundRect">
            <a:avLst>
              <a:gd name="adj" fmla="val 8421"/>
            </a:avLst>
          </a:prstGeom>
          <a:solidFill>
            <a:schemeClr val="accent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0" name="Text 18"/>
          <p:cNvSpPr txBox="1"/>
          <p:nvPr/>
        </p:nvSpPr>
        <p:spPr>
          <a:xfrm>
            <a:off x="6473952" y="2423160"/>
            <a:ext cx="4608576" cy="868680"/>
          </a:xfrm>
          <a:prstGeom prst="rect">
            <a:avLst/>
          </a:prstGeom>
          <a:noFill/>
          <a:ln/>
        </p:spPr>
        <p:txBody>
          <a:bodyPr wrap="square" lIns="0" tIns="0" rIns="0" bIns="0" rtlCol="0" anchor="ctr"/>
          <a:lstStyle/>
          <a:p>
            <a:pPr algn="ctr" indent="0" marL="0">
              <a:buNone/>
            </a:pPr>
            <a:r>
              <a:rPr lang="en-US" sz="2600" b="1" i="1" dirty="0">
                <a:solidFill>
                  <a:schemeClr val="bg1"/>
                </a:solidFill>
              </a:rPr>
              <a:t>Ik woon in Brussel.</a:t>
            </a:r>
            <a:endParaRPr lang="en-US" sz="2600" dirty="0"/>
          </a:p>
        </p:txBody>
      </p:sp>
      <p:sp>
        <p:nvSpPr>
          <p:cNvPr id="21" name="Shape 19"/>
          <p:cNvSpPr/>
          <p:nvPr/>
        </p:nvSpPr>
        <p:spPr>
          <a:xfrm>
            <a:off x="6940296" y="3529584"/>
            <a:ext cx="292608" cy="100584"/>
          </a:xfrm>
          <a:prstGeom prst="roundRect">
            <a:avLst>
              <a:gd name="adj" fmla="val 27273"/>
            </a:avLst>
          </a:prstGeom>
          <a:solidFill>
            <a:schemeClr val="accent3"/>
          </a:solidFill>
          <a:ln w="12700">
            <a:solidFill>
              <a:srgbClr val="FFFFFF">
                <a:alpha val="0"/>
              </a:srgbClr>
            </a:solidFill>
            <a:prstDash val="solid"/>
          </a:ln>
        </p:spPr>
      </p:sp>
      <p:sp>
        <p:nvSpPr>
          <p:cNvPr id="22" name="Shape 20"/>
          <p:cNvSpPr/>
          <p:nvPr/>
        </p:nvSpPr>
        <p:spPr>
          <a:xfrm>
            <a:off x="7763256" y="3529584"/>
            <a:ext cx="292608" cy="100584"/>
          </a:xfrm>
          <a:prstGeom prst="roundRect">
            <a:avLst>
              <a:gd name="adj" fmla="val 27273"/>
            </a:avLst>
          </a:prstGeom>
          <a:solidFill>
            <a:schemeClr val="accent3"/>
          </a:solidFill>
          <a:ln w="12700">
            <a:solidFill>
              <a:srgbClr val="FFFFFF">
                <a:alpha val="0"/>
              </a:srgbClr>
            </a:solidFill>
            <a:prstDash val="solid"/>
          </a:ln>
        </p:spPr>
      </p:sp>
      <p:sp>
        <p:nvSpPr>
          <p:cNvPr id="23" name="Shape 21"/>
          <p:cNvSpPr/>
          <p:nvPr/>
        </p:nvSpPr>
        <p:spPr>
          <a:xfrm>
            <a:off x="8586216" y="3529584"/>
            <a:ext cx="292608" cy="100584"/>
          </a:xfrm>
          <a:prstGeom prst="roundRect">
            <a:avLst>
              <a:gd name="adj" fmla="val 27273"/>
            </a:avLst>
          </a:prstGeom>
          <a:solidFill>
            <a:schemeClr val="accent3"/>
          </a:solidFill>
          <a:ln w="12700">
            <a:solidFill>
              <a:srgbClr val="FFFFFF">
                <a:alpha val="0"/>
              </a:srgbClr>
            </a:solidFill>
            <a:prstDash val="solid"/>
          </a:ln>
        </p:spPr>
      </p:sp>
      <p:sp>
        <p:nvSpPr>
          <p:cNvPr id="24" name="Shape 22"/>
          <p:cNvSpPr/>
          <p:nvPr/>
        </p:nvSpPr>
        <p:spPr>
          <a:xfrm>
            <a:off x="9409176" y="3529584"/>
            <a:ext cx="292608" cy="100584"/>
          </a:xfrm>
          <a:prstGeom prst="roundRect">
            <a:avLst>
              <a:gd name="adj" fmla="val 27273"/>
            </a:avLst>
          </a:prstGeom>
          <a:solidFill>
            <a:schemeClr val="accent3"/>
          </a:solidFill>
          <a:ln w="12700">
            <a:solidFill>
              <a:srgbClr val="FFFFFF">
                <a:alpha val="0"/>
              </a:srgbClr>
            </a:solidFill>
            <a:prstDash val="solid"/>
          </a:ln>
        </p:spPr>
      </p:sp>
      <p:sp>
        <p:nvSpPr>
          <p:cNvPr id="25" name="Shape 23"/>
          <p:cNvSpPr/>
          <p:nvPr/>
        </p:nvSpPr>
        <p:spPr>
          <a:xfrm>
            <a:off x="10232136" y="3529584"/>
            <a:ext cx="292608" cy="100584"/>
          </a:xfrm>
          <a:prstGeom prst="roundRect">
            <a:avLst>
              <a:gd name="adj" fmla="val 27273"/>
            </a:avLst>
          </a:prstGeom>
          <a:solidFill>
            <a:schemeClr val="accent3"/>
          </a:solidFill>
          <a:ln w="12700">
            <a:solidFill>
              <a:srgbClr val="FFFFFF">
                <a:alpha val="0"/>
              </a:srgbClr>
            </a:solidFill>
            <a:prstDash val="solid"/>
          </a:ln>
        </p:spPr>
      </p:sp>
      <p:sp>
        <p:nvSpPr>
          <p:cNvPr id="26" name="Shape 24"/>
          <p:cNvSpPr/>
          <p:nvPr/>
        </p:nvSpPr>
        <p:spPr>
          <a:xfrm>
            <a:off x="11055096" y="3529584"/>
            <a:ext cx="292608" cy="100584"/>
          </a:xfrm>
          <a:prstGeom prst="roundRect">
            <a:avLst>
              <a:gd name="adj" fmla="val 27273"/>
            </a:avLst>
          </a:prstGeom>
          <a:solidFill>
            <a:schemeClr val="accent3"/>
          </a:solidFill>
          <a:ln w="12700">
            <a:solidFill>
              <a:srgbClr val="FFFFFF">
                <a:alpha val="0"/>
              </a:srgbClr>
            </a:solidFill>
            <a:prstDash val="solid"/>
          </a:ln>
        </p:spPr>
      </p:sp>
      <p:sp>
        <p:nvSpPr>
          <p:cNvPr id="27" name="Shape 25"/>
          <p:cNvSpPr/>
          <p:nvPr/>
        </p:nvSpPr>
        <p:spPr>
          <a:xfrm>
            <a:off x="6675120" y="3611880"/>
            <a:ext cx="4937760" cy="868680"/>
          </a:xfrm>
          <a:prstGeom prst="roundRect">
            <a:avLst>
              <a:gd name="adj" fmla="val 8421"/>
            </a:avLst>
          </a:prstGeom>
          <a:solidFill>
            <a:schemeClr val="accent3"/>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8" name="Text 26"/>
          <p:cNvSpPr txBox="1"/>
          <p:nvPr/>
        </p:nvSpPr>
        <p:spPr>
          <a:xfrm>
            <a:off x="6748272" y="3611880"/>
            <a:ext cx="4791456" cy="868680"/>
          </a:xfrm>
          <a:prstGeom prst="rect">
            <a:avLst/>
          </a:prstGeom>
          <a:noFill/>
          <a:ln/>
        </p:spPr>
        <p:txBody>
          <a:bodyPr wrap="square" lIns="0" tIns="0" rIns="0" bIns="0" rtlCol="0" anchor="ctr"/>
          <a:lstStyle/>
          <a:p>
            <a:pPr algn="ctr" indent="0" marL="0">
              <a:buNone/>
            </a:pPr>
            <a:r>
              <a:rPr lang="en-US" sz="2600" b="1" i="1" dirty="0">
                <a:solidFill>
                  <a:schemeClr val="bg1"/>
                </a:solidFill>
              </a:rPr>
              <a:t>Kan je even herhalen?</a:t>
            </a:r>
            <a:endParaRPr lang="en-US" sz="2600" dirty="0"/>
          </a:p>
        </p:txBody>
      </p:sp>
      <p:pic>
        <p:nvPicPr>
          <p:cNvPr id="29" name="Image 0" descr="puzzle piece">    </p:cNvPr>
          <p:cNvPicPr>
            <a:picLocks noChangeAspect="1"/>
          </p:cNvPicPr>
          <p:nvPr/>
        </p:nvPicPr>
        <p:blipFill>
          <a:blip r:embed="rId1"/>
          <a:stretch>
            <a:fillRect/>
          </a:stretch>
        </p:blipFill>
        <p:spPr>
          <a:xfrm>
            <a:off x="10927080" y="685800"/>
            <a:ext cx="731520" cy="731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1"/>
          </a:solidFill>
          <a:ln w="12700">
            <a:solidFill>
              <a:srgbClr val="FFFFFF">
                <a:alpha val="0"/>
              </a:srgbClr>
            </a:solidFill>
            <a:prstDash val="solid"/>
          </a:ln>
        </p:spPr>
      </p:sp>
      <p:pic>
        <p:nvPicPr>
          <p:cNvPr id="7" name="Image 0" descr="PuzzlePiece">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Comprendre</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sais ce qu’est un bloc de mots et pourquoi l’apprendre en entier.</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2"/>
          </a:solidFill>
          <a:ln w="12700">
            <a:solidFill>
              <a:srgbClr val="FFFFFF">
                <a:alpha val="0"/>
              </a:srgbClr>
            </a:solidFill>
            <a:prstDash val="solid"/>
          </a:ln>
        </p:spPr>
      </p:sp>
      <p:pic>
        <p:nvPicPr>
          <p:cNvPr id="12" name="Image 1" descr="IdCard">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Me présenter</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salue et je me présente avec des blocs : </a:t>
            </a:r>
            <a:r>
              <a:rPr lang="en-US" sz="2000" i="1" dirty="0">
                <a:solidFill>
                  <a:schemeClr val="tx1"/>
                </a:solidFill>
              </a:rPr>
              <a:t>Hoe gaat het? · Ik woon in Namen.</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3"/>
          </a:solidFill>
          <a:ln w="12700">
            <a:solidFill>
              <a:srgbClr val="FFFFFF">
                <a:alpha val="0"/>
              </a:srgbClr>
            </a:solidFill>
            <a:prstDash val="solid"/>
          </a:ln>
        </p:spPr>
      </p:sp>
      <p:pic>
        <p:nvPicPr>
          <p:cNvPr id="17" name="Image 2" descr="LifeRing">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Me dépanner</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demande de répéter ou d’épeler : </a:t>
            </a:r>
            <a:r>
              <a:rPr lang="en-US" sz="2000" i="1" dirty="0">
                <a:solidFill>
                  <a:schemeClr val="tx1"/>
                </a:solidFill>
              </a:rPr>
              <a:t>Kan je even herhalen?</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À la fin de la séance : une vingtaine de blocs prêts à l’emploi et un carnet de blocs.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Vous parlez déjà en blocs !</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rot="-120000">
            <a:off x="1099566" y="1746504"/>
            <a:ext cx="292608" cy="100584"/>
          </a:xfrm>
          <a:prstGeom prst="roundRect">
            <a:avLst>
              <a:gd name="adj" fmla="val 27273"/>
            </a:avLst>
          </a:prstGeom>
          <a:solidFill>
            <a:schemeClr val="accent1"/>
          </a:solidFill>
          <a:ln w="12700">
            <a:solidFill>
              <a:srgbClr val="FFFFFF">
                <a:alpha val="0"/>
              </a:srgbClr>
            </a:solidFill>
            <a:prstDash val="solid"/>
          </a:ln>
        </p:spPr>
      </p:sp>
      <p:sp>
        <p:nvSpPr>
          <p:cNvPr id="6" name="Shape 3"/>
          <p:cNvSpPr/>
          <p:nvPr/>
        </p:nvSpPr>
        <p:spPr>
          <a:xfrm rot="-120000">
            <a:off x="1945386" y="1746504"/>
            <a:ext cx="292608" cy="100584"/>
          </a:xfrm>
          <a:prstGeom prst="roundRect">
            <a:avLst>
              <a:gd name="adj" fmla="val 27273"/>
            </a:avLst>
          </a:prstGeom>
          <a:solidFill>
            <a:schemeClr val="accent1"/>
          </a:solidFill>
          <a:ln w="12700">
            <a:solidFill>
              <a:srgbClr val="FFFFFF">
                <a:alpha val="0"/>
              </a:srgbClr>
            </a:solidFill>
            <a:prstDash val="solid"/>
          </a:ln>
        </p:spPr>
      </p:sp>
      <p:sp>
        <p:nvSpPr>
          <p:cNvPr id="7" name="Shape 4"/>
          <p:cNvSpPr/>
          <p:nvPr/>
        </p:nvSpPr>
        <p:spPr>
          <a:xfrm rot="-120000">
            <a:off x="2791206" y="1746504"/>
            <a:ext cx="292608" cy="100584"/>
          </a:xfrm>
          <a:prstGeom prst="roundRect">
            <a:avLst>
              <a:gd name="adj" fmla="val 27273"/>
            </a:avLst>
          </a:prstGeom>
          <a:solidFill>
            <a:schemeClr val="accent1"/>
          </a:solidFill>
          <a:ln w="12700">
            <a:solidFill>
              <a:srgbClr val="FFFFFF">
                <a:alpha val="0"/>
              </a:srgbClr>
            </a:solidFill>
            <a:prstDash val="solid"/>
          </a:ln>
        </p:spPr>
      </p:sp>
      <p:sp>
        <p:nvSpPr>
          <p:cNvPr id="8" name="Shape 5"/>
          <p:cNvSpPr/>
          <p:nvPr/>
        </p:nvSpPr>
        <p:spPr>
          <a:xfrm rot="-120000">
            <a:off x="3637026" y="1746504"/>
            <a:ext cx="292608" cy="100584"/>
          </a:xfrm>
          <a:prstGeom prst="roundRect">
            <a:avLst>
              <a:gd name="adj" fmla="val 27273"/>
            </a:avLst>
          </a:prstGeom>
          <a:solidFill>
            <a:schemeClr val="accent1"/>
          </a:solidFill>
          <a:ln w="12700">
            <a:solidFill>
              <a:srgbClr val="FFFFFF">
                <a:alpha val="0"/>
              </a:srgbClr>
            </a:solidFill>
            <a:prstDash val="solid"/>
          </a:ln>
        </p:spPr>
      </p:sp>
      <p:sp>
        <p:nvSpPr>
          <p:cNvPr id="9" name="Shape 6"/>
          <p:cNvSpPr/>
          <p:nvPr/>
        </p:nvSpPr>
        <p:spPr>
          <a:xfrm rot="-120000">
            <a:off x="822960" y="1828800"/>
            <a:ext cx="3383280" cy="777240"/>
          </a:xfrm>
          <a:prstGeom prst="roundRect">
            <a:avLst>
              <a:gd name="adj" fmla="val 9412"/>
            </a:avLst>
          </a:prstGeom>
          <a:solidFill>
            <a:schemeClr val="accent1"/>
          </a:solidFill>
          <a:ln w="12700">
            <a:solidFill>
              <a:srgbClr val="FFFFFF">
                <a:alpha val="0"/>
              </a:srgbClr>
            </a:solidFill>
            <a:prstDash val="solid"/>
          </a:ln>
        </p:spPr>
      </p:sp>
      <p:sp>
        <p:nvSpPr>
          <p:cNvPr id="10" name="Text 7"/>
          <p:cNvSpPr txBox="1"/>
          <p:nvPr/>
        </p:nvSpPr>
        <p:spPr>
          <a:xfrm rot="-120000">
            <a:off x="896112" y="1828800"/>
            <a:ext cx="3236976" cy="777240"/>
          </a:xfrm>
          <a:prstGeom prst="rect">
            <a:avLst/>
          </a:prstGeom>
          <a:noFill/>
          <a:ln/>
        </p:spPr>
        <p:txBody>
          <a:bodyPr wrap="square" lIns="0" tIns="0" rIns="0" bIns="0" rtlCol="0" anchor="ctr"/>
          <a:lstStyle/>
          <a:p>
            <a:pPr algn="ctr" indent="0" marL="0">
              <a:buNone/>
            </a:pPr>
            <a:r>
              <a:rPr lang="en-US" sz="2200" b="1" dirty="0">
                <a:solidFill>
                  <a:schemeClr val="bg1"/>
                </a:solidFill>
              </a:rPr>
              <a:t>« Ça va ? »</a:t>
            </a:r>
            <a:endParaRPr lang="en-US" sz="2200" dirty="0"/>
          </a:p>
        </p:txBody>
      </p:sp>
      <p:sp>
        <p:nvSpPr>
          <p:cNvPr id="11" name="Shape 8"/>
          <p:cNvSpPr/>
          <p:nvPr/>
        </p:nvSpPr>
        <p:spPr>
          <a:xfrm rot="60000">
            <a:off x="4894326" y="1746504"/>
            <a:ext cx="292608" cy="100584"/>
          </a:xfrm>
          <a:prstGeom prst="roundRect">
            <a:avLst>
              <a:gd name="adj" fmla="val 27273"/>
            </a:avLst>
          </a:prstGeom>
          <a:solidFill>
            <a:schemeClr val="accent1"/>
          </a:solidFill>
          <a:ln w="12700">
            <a:solidFill>
              <a:srgbClr val="FFFFFF">
                <a:alpha val="0"/>
              </a:srgbClr>
            </a:solidFill>
            <a:prstDash val="solid"/>
          </a:ln>
        </p:spPr>
      </p:sp>
      <p:sp>
        <p:nvSpPr>
          <p:cNvPr id="12" name="Shape 9"/>
          <p:cNvSpPr/>
          <p:nvPr/>
        </p:nvSpPr>
        <p:spPr>
          <a:xfrm rot="60000">
            <a:off x="5740146" y="1746504"/>
            <a:ext cx="292608" cy="100584"/>
          </a:xfrm>
          <a:prstGeom prst="roundRect">
            <a:avLst>
              <a:gd name="adj" fmla="val 27273"/>
            </a:avLst>
          </a:prstGeom>
          <a:solidFill>
            <a:schemeClr val="accent1"/>
          </a:solidFill>
          <a:ln w="12700">
            <a:solidFill>
              <a:srgbClr val="FFFFFF">
                <a:alpha val="0"/>
              </a:srgbClr>
            </a:solidFill>
            <a:prstDash val="solid"/>
          </a:ln>
        </p:spPr>
      </p:sp>
      <p:sp>
        <p:nvSpPr>
          <p:cNvPr id="13" name="Shape 10"/>
          <p:cNvSpPr/>
          <p:nvPr/>
        </p:nvSpPr>
        <p:spPr>
          <a:xfrm rot="60000">
            <a:off x="6585966" y="1746504"/>
            <a:ext cx="292608" cy="100584"/>
          </a:xfrm>
          <a:prstGeom prst="roundRect">
            <a:avLst>
              <a:gd name="adj" fmla="val 27273"/>
            </a:avLst>
          </a:prstGeom>
          <a:solidFill>
            <a:schemeClr val="accent1"/>
          </a:solidFill>
          <a:ln w="12700">
            <a:solidFill>
              <a:srgbClr val="FFFFFF">
                <a:alpha val="0"/>
              </a:srgbClr>
            </a:solidFill>
            <a:prstDash val="solid"/>
          </a:ln>
        </p:spPr>
      </p:sp>
      <p:sp>
        <p:nvSpPr>
          <p:cNvPr id="14" name="Shape 11"/>
          <p:cNvSpPr/>
          <p:nvPr/>
        </p:nvSpPr>
        <p:spPr>
          <a:xfrm rot="60000">
            <a:off x="7431786" y="1746504"/>
            <a:ext cx="292608" cy="100584"/>
          </a:xfrm>
          <a:prstGeom prst="roundRect">
            <a:avLst>
              <a:gd name="adj" fmla="val 27273"/>
            </a:avLst>
          </a:prstGeom>
          <a:solidFill>
            <a:schemeClr val="accent1"/>
          </a:solidFill>
          <a:ln w="12700">
            <a:solidFill>
              <a:srgbClr val="FFFFFF">
                <a:alpha val="0"/>
              </a:srgbClr>
            </a:solidFill>
            <a:prstDash val="solid"/>
          </a:ln>
        </p:spPr>
      </p:sp>
      <p:sp>
        <p:nvSpPr>
          <p:cNvPr id="15" name="Shape 12"/>
          <p:cNvSpPr/>
          <p:nvPr/>
        </p:nvSpPr>
        <p:spPr>
          <a:xfrm rot="60000">
            <a:off x="4617720" y="1828800"/>
            <a:ext cx="3383280" cy="777240"/>
          </a:xfrm>
          <a:prstGeom prst="roundRect">
            <a:avLst>
              <a:gd name="adj" fmla="val 9412"/>
            </a:avLst>
          </a:prstGeom>
          <a:solidFill>
            <a:schemeClr val="accent1"/>
          </a:solidFill>
          <a:ln w="12700">
            <a:solidFill>
              <a:srgbClr val="FFFFFF">
                <a:alpha val="0"/>
              </a:srgbClr>
            </a:solidFill>
            <a:prstDash val="solid"/>
          </a:ln>
        </p:spPr>
      </p:sp>
      <p:sp>
        <p:nvSpPr>
          <p:cNvPr id="16" name="Text 13"/>
          <p:cNvSpPr txBox="1"/>
          <p:nvPr/>
        </p:nvSpPr>
        <p:spPr>
          <a:xfrm rot="60000">
            <a:off x="4690872" y="1828800"/>
            <a:ext cx="3236976" cy="777240"/>
          </a:xfrm>
          <a:prstGeom prst="rect">
            <a:avLst/>
          </a:prstGeom>
          <a:noFill/>
          <a:ln/>
        </p:spPr>
        <p:txBody>
          <a:bodyPr wrap="square" lIns="0" tIns="0" rIns="0" bIns="0" rtlCol="0" anchor="ctr"/>
          <a:lstStyle/>
          <a:p>
            <a:pPr algn="ctr" indent="0" marL="0">
              <a:buNone/>
            </a:pPr>
            <a:r>
              <a:rPr lang="en-US" sz="2200" b="1" dirty="0">
                <a:solidFill>
                  <a:schemeClr val="bg1"/>
                </a:solidFill>
              </a:rPr>
              <a:t>« S’il vous plaît »</a:t>
            </a:r>
            <a:endParaRPr lang="en-US" sz="2200" dirty="0"/>
          </a:p>
        </p:txBody>
      </p:sp>
      <p:sp>
        <p:nvSpPr>
          <p:cNvPr id="17" name="Shape 14"/>
          <p:cNvSpPr/>
          <p:nvPr/>
        </p:nvSpPr>
        <p:spPr>
          <a:xfrm rot="120000">
            <a:off x="8689086" y="1746504"/>
            <a:ext cx="292608" cy="100584"/>
          </a:xfrm>
          <a:prstGeom prst="roundRect">
            <a:avLst>
              <a:gd name="adj" fmla="val 27273"/>
            </a:avLst>
          </a:prstGeom>
          <a:solidFill>
            <a:schemeClr val="accent1"/>
          </a:solidFill>
          <a:ln w="12700">
            <a:solidFill>
              <a:srgbClr val="FFFFFF">
                <a:alpha val="0"/>
              </a:srgbClr>
            </a:solidFill>
            <a:prstDash val="solid"/>
          </a:ln>
        </p:spPr>
      </p:sp>
      <p:sp>
        <p:nvSpPr>
          <p:cNvPr id="18" name="Shape 15"/>
          <p:cNvSpPr/>
          <p:nvPr/>
        </p:nvSpPr>
        <p:spPr>
          <a:xfrm rot="120000">
            <a:off x="9534906" y="1746504"/>
            <a:ext cx="292608" cy="100584"/>
          </a:xfrm>
          <a:prstGeom prst="roundRect">
            <a:avLst>
              <a:gd name="adj" fmla="val 27273"/>
            </a:avLst>
          </a:prstGeom>
          <a:solidFill>
            <a:schemeClr val="accent1"/>
          </a:solidFill>
          <a:ln w="12700">
            <a:solidFill>
              <a:srgbClr val="FFFFFF">
                <a:alpha val="0"/>
              </a:srgbClr>
            </a:solidFill>
            <a:prstDash val="solid"/>
          </a:ln>
        </p:spPr>
      </p:sp>
      <p:sp>
        <p:nvSpPr>
          <p:cNvPr id="19" name="Shape 16"/>
          <p:cNvSpPr/>
          <p:nvPr/>
        </p:nvSpPr>
        <p:spPr>
          <a:xfrm rot="120000">
            <a:off x="10380726" y="1746504"/>
            <a:ext cx="292608" cy="100584"/>
          </a:xfrm>
          <a:prstGeom prst="roundRect">
            <a:avLst>
              <a:gd name="adj" fmla="val 27273"/>
            </a:avLst>
          </a:prstGeom>
          <a:solidFill>
            <a:schemeClr val="accent1"/>
          </a:solidFill>
          <a:ln w="12700">
            <a:solidFill>
              <a:srgbClr val="FFFFFF">
                <a:alpha val="0"/>
              </a:srgbClr>
            </a:solidFill>
            <a:prstDash val="solid"/>
          </a:ln>
        </p:spPr>
      </p:sp>
      <p:sp>
        <p:nvSpPr>
          <p:cNvPr id="20" name="Shape 17"/>
          <p:cNvSpPr/>
          <p:nvPr/>
        </p:nvSpPr>
        <p:spPr>
          <a:xfrm rot="120000">
            <a:off x="11226546" y="1746504"/>
            <a:ext cx="292608" cy="100584"/>
          </a:xfrm>
          <a:prstGeom prst="roundRect">
            <a:avLst>
              <a:gd name="adj" fmla="val 27273"/>
            </a:avLst>
          </a:prstGeom>
          <a:solidFill>
            <a:schemeClr val="accent1"/>
          </a:solidFill>
          <a:ln w="12700">
            <a:solidFill>
              <a:srgbClr val="FFFFFF">
                <a:alpha val="0"/>
              </a:srgbClr>
            </a:solidFill>
            <a:prstDash val="solid"/>
          </a:ln>
        </p:spPr>
      </p:sp>
      <p:sp>
        <p:nvSpPr>
          <p:cNvPr id="21" name="Shape 18"/>
          <p:cNvSpPr/>
          <p:nvPr/>
        </p:nvSpPr>
        <p:spPr>
          <a:xfrm rot="120000">
            <a:off x="8412480" y="1828800"/>
            <a:ext cx="3383280" cy="777240"/>
          </a:xfrm>
          <a:prstGeom prst="roundRect">
            <a:avLst>
              <a:gd name="adj" fmla="val 9412"/>
            </a:avLst>
          </a:prstGeom>
          <a:solidFill>
            <a:schemeClr val="accent1"/>
          </a:solidFill>
          <a:ln w="12700">
            <a:solidFill>
              <a:srgbClr val="FFFFFF">
                <a:alpha val="0"/>
              </a:srgbClr>
            </a:solidFill>
            <a:prstDash val="solid"/>
          </a:ln>
        </p:spPr>
      </p:sp>
      <p:sp>
        <p:nvSpPr>
          <p:cNvPr id="22" name="Text 19"/>
          <p:cNvSpPr txBox="1"/>
          <p:nvPr/>
        </p:nvSpPr>
        <p:spPr>
          <a:xfrm rot="120000">
            <a:off x="8485632" y="1828800"/>
            <a:ext cx="3236976" cy="777240"/>
          </a:xfrm>
          <a:prstGeom prst="rect">
            <a:avLst/>
          </a:prstGeom>
          <a:noFill/>
          <a:ln/>
        </p:spPr>
        <p:txBody>
          <a:bodyPr wrap="square" lIns="0" tIns="0" rIns="0" bIns="0" rtlCol="0" anchor="ctr"/>
          <a:lstStyle/>
          <a:p>
            <a:pPr algn="ctr" indent="0" marL="0">
              <a:buNone/>
            </a:pPr>
            <a:r>
              <a:rPr lang="en-US" sz="2200" b="1" dirty="0">
                <a:solidFill>
                  <a:schemeClr val="bg1"/>
                </a:solidFill>
              </a:rPr>
              <a:t>« Il y a »</a:t>
            </a:r>
            <a:endParaRPr lang="en-US" sz="2200" dirty="0"/>
          </a:p>
        </p:txBody>
      </p:sp>
      <p:sp>
        <p:nvSpPr>
          <p:cNvPr id="23" name="Shape 20"/>
          <p:cNvSpPr/>
          <p:nvPr/>
        </p:nvSpPr>
        <p:spPr>
          <a:xfrm rot="60000">
            <a:off x="1099566" y="2980944"/>
            <a:ext cx="292608" cy="100584"/>
          </a:xfrm>
          <a:prstGeom prst="roundRect">
            <a:avLst>
              <a:gd name="adj" fmla="val 27273"/>
            </a:avLst>
          </a:prstGeom>
          <a:solidFill>
            <a:schemeClr val="accent1"/>
          </a:solidFill>
          <a:ln w="12700">
            <a:solidFill>
              <a:srgbClr val="FFFFFF">
                <a:alpha val="0"/>
              </a:srgbClr>
            </a:solidFill>
            <a:prstDash val="solid"/>
          </a:ln>
        </p:spPr>
      </p:sp>
      <p:sp>
        <p:nvSpPr>
          <p:cNvPr id="24" name="Shape 21"/>
          <p:cNvSpPr/>
          <p:nvPr/>
        </p:nvSpPr>
        <p:spPr>
          <a:xfrm rot="60000">
            <a:off x="1945386" y="2980944"/>
            <a:ext cx="292608" cy="100584"/>
          </a:xfrm>
          <a:prstGeom prst="roundRect">
            <a:avLst>
              <a:gd name="adj" fmla="val 27273"/>
            </a:avLst>
          </a:prstGeom>
          <a:solidFill>
            <a:schemeClr val="accent1"/>
          </a:solidFill>
          <a:ln w="12700">
            <a:solidFill>
              <a:srgbClr val="FFFFFF">
                <a:alpha val="0"/>
              </a:srgbClr>
            </a:solidFill>
            <a:prstDash val="solid"/>
          </a:ln>
        </p:spPr>
      </p:sp>
      <p:sp>
        <p:nvSpPr>
          <p:cNvPr id="25" name="Shape 22"/>
          <p:cNvSpPr/>
          <p:nvPr/>
        </p:nvSpPr>
        <p:spPr>
          <a:xfrm rot="60000">
            <a:off x="2791206" y="2980944"/>
            <a:ext cx="292608" cy="100584"/>
          </a:xfrm>
          <a:prstGeom prst="roundRect">
            <a:avLst>
              <a:gd name="adj" fmla="val 27273"/>
            </a:avLst>
          </a:prstGeom>
          <a:solidFill>
            <a:schemeClr val="accent1"/>
          </a:solidFill>
          <a:ln w="12700">
            <a:solidFill>
              <a:srgbClr val="FFFFFF">
                <a:alpha val="0"/>
              </a:srgbClr>
            </a:solidFill>
            <a:prstDash val="solid"/>
          </a:ln>
        </p:spPr>
      </p:sp>
      <p:sp>
        <p:nvSpPr>
          <p:cNvPr id="26" name="Shape 23"/>
          <p:cNvSpPr/>
          <p:nvPr/>
        </p:nvSpPr>
        <p:spPr>
          <a:xfrm rot="60000">
            <a:off x="3637026" y="2980944"/>
            <a:ext cx="292608" cy="100584"/>
          </a:xfrm>
          <a:prstGeom prst="roundRect">
            <a:avLst>
              <a:gd name="adj" fmla="val 27273"/>
            </a:avLst>
          </a:prstGeom>
          <a:solidFill>
            <a:schemeClr val="accent1"/>
          </a:solidFill>
          <a:ln w="12700">
            <a:solidFill>
              <a:srgbClr val="FFFFFF">
                <a:alpha val="0"/>
              </a:srgbClr>
            </a:solidFill>
            <a:prstDash val="solid"/>
          </a:ln>
        </p:spPr>
      </p:sp>
      <p:sp>
        <p:nvSpPr>
          <p:cNvPr id="27" name="Shape 24"/>
          <p:cNvSpPr/>
          <p:nvPr/>
        </p:nvSpPr>
        <p:spPr>
          <a:xfrm rot="60000">
            <a:off x="822960" y="3063240"/>
            <a:ext cx="3383280" cy="777240"/>
          </a:xfrm>
          <a:prstGeom prst="roundRect">
            <a:avLst>
              <a:gd name="adj" fmla="val 9412"/>
            </a:avLst>
          </a:prstGeom>
          <a:solidFill>
            <a:schemeClr val="accent1"/>
          </a:solidFill>
          <a:ln w="12700">
            <a:solidFill>
              <a:srgbClr val="FFFFFF">
                <a:alpha val="0"/>
              </a:srgbClr>
            </a:solidFill>
            <a:prstDash val="solid"/>
          </a:ln>
        </p:spPr>
      </p:sp>
      <p:sp>
        <p:nvSpPr>
          <p:cNvPr id="28" name="Text 25"/>
          <p:cNvSpPr txBox="1"/>
          <p:nvPr/>
        </p:nvSpPr>
        <p:spPr>
          <a:xfrm rot="60000">
            <a:off x="896112" y="3063240"/>
            <a:ext cx="3236976" cy="777240"/>
          </a:xfrm>
          <a:prstGeom prst="rect">
            <a:avLst/>
          </a:prstGeom>
          <a:noFill/>
          <a:ln/>
        </p:spPr>
        <p:txBody>
          <a:bodyPr wrap="square" lIns="0" tIns="0" rIns="0" bIns="0" rtlCol="0" anchor="ctr"/>
          <a:lstStyle/>
          <a:p>
            <a:pPr algn="ctr" indent="0" marL="0">
              <a:buNone/>
            </a:pPr>
            <a:r>
              <a:rPr lang="en-US" sz="2200" b="1" dirty="0">
                <a:solidFill>
                  <a:schemeClr val="bg1"/>
                </a:solidFill>
              </a:rPr>
              <a:t>« À plus ! »</a:t>
            </a:r>
            <a:endParaRPr lang="en-US" sz="2200" dirty="0"/>
          </a:p>
        </p:txBody>
      </p:sp>
      <p:sp>
        <p:nvSpPr>
          <p:cNvPr id="29" name="Shape 26"/>
          <p:cNvSpPr/>
          <p:nvPr/>
        </p:nvSpPr>
        <p:spPr>
          <a:xfrm rot="-60000">
            <a:off x="4894326" y="2980944"/>
            <a:ext cx="292608" cy="100584"/>
          </a:xfrm>
          <a:prstGeom prst="roundRect">
            <a:avLst>
              <a:gd name="adj" fmla="val 27273"/>
            </a:avLst>
          </a:prstGeom>
          <a:solidFill>
            <a:schemeClr val="accent1"/>
          </a:solidFill>
          <a:ln w="12700">
            <a:solidFill>
              <a:srgbClr val="FFFFFF">
                <a:alpha val="0"/>
              </a:srgbClr>
            </a:solidFill>
            <a:prstDash val="solid"/>
          </a:ln>
        </p:spPr>
      </p:sp>
      <p:sp>
        <p:nvSpPr>
          <p:cNvPr id="30" name="Shape 27"/>
          <p:cNvSpPr/>
          <p:nvPr/>
        </p:nvSpPr>
        <p:spPr>
          <a:xfrm rot="-60000">
            <a:off x="5740146" y="2980944"/>
            <a:ext cx="292608" cy="100584"/>
          </a:xfrm>
          <a:prstGeom prst="roundRect">
            <a:avLst>
              <a:gd name="adj" fmla="val 27273"/>
            </a:avLst>
          </a:prstGeom>
          <a:solidFill>
            <a:schemeClr val="accent1"/>
          </a:solidFill>
          <a:ln w="12700">
            <a:solidFill>
              <a:srgbClr val="FFFFFF">
                <a:alpha val="0"/>
              </a:srgbClr>
            </a:solidFill>
            <a:prstDash val="solid"/>
          </a:ln>
        </p:spPr>
      </p:sp>
      <p:sp>
        <p:nvSpPr>
          <p:cNvPr id="31" name="Shape 28"/>
          <p:cNvSpPr/>
          <p:nvPr/>
        </p:nvSpPr>
        <p:spPr>
          <a:xfrm rot="-60000">
            <a:off x="6585966" y="2980944"/>
            <a:ext cx="292608" cy="100584"/>
          </a:xfrm>
          <a:prstGeom prst="roundRect">
            <a:avLst>
              <a:gd name="adj" fmla="val 27273"/>
            </a:avLst>
          </a:prstGeom>
          <a:solidFill>
            <a:schemeClr val="accent1"/>
          </a:solidFill>
          <a:ln w="12700">
            <a:solidFill>
              <a:srgbClr val="FFFFFF">
                <a:alpha val="0"/>
              </a:srgbClr>
            </a:solidFill>
            <a:prstDash val="solid"/>
          </a:ln>
        </p:spPr>
      </p:sp>
      <p:sp>
        <p:nvSpPr>
          <p:cNvPr id="32" name="Shape 29"/>
          <p:cNvSpPr/>
          <p:nvPr/>
        </p:nvSpPr>
        <p:spPr>
          <a:xfrm rot="-60000">
            <a:off x="7431786" y="2980944"/>
            <a:ext cx="292608" cy="100584"/>
          </a:xfrm>
          <a:prstGeom prst="roundRect">
            <a:avLst>
              <a:gd name="adj" fmla="val 27273"/>
            </a:avLst>
          </a:prstGeom>
          <a:solidFill>
            <a:schemeClr val="accent1"/>
          </a:solidFill>
          <a:ln w="12700">
            <a:solidFill>
              <a:srgbClr val="FFFFFF">
                <a:alpha val="0"/>
              </a:srgbClr>
            </a:solidFill>
            <a:prstDash val="solid"/>
          </a:ln>
        </p:spPr>
      </p:sp>
      <p:sp>
        <p:nvSpPr>
          <p:cNvPr id="33" name="Shape 30"/>
          <p:cNvSpPr/>
          <p:nvPr/>
        </p:nvSpPr>
        <p:spPr>
          <a:xfrm rot="-60000">
            <a:off x="4617720" y="3063240"/>
            <a:ext cx="3383280" cy="777240"/>
          </a:xfrm>
          <a:prstGeom prst="roundRect">
            <a:avLst>
              <a:gd name="adj" fmla="val 9412"/>
            </a:avLst>
          </a:prstGeom>
          <a:solidFill>
            <a:schemeClr val="accent1"/>
          </a:solidFill>
          <a:ln w="12700">
            <a:solidFill>
              <a:srgbClr val="FFFFFF">
                <a:alpha val="0"/>
              </a:srgbClr>
            </a:solidFill>
            <a:prstDash val="solid"/>
          </a:ln>
        </p:spPr>
      </p:sp>
      <p:sp>
        <p:nvSpPr>
          <p:cNvPr id="34" name="Text 31"/>
          <p:cNvSpPr txBox="1"/>
          <p:nvPr/>
        </p:nvSpPr>
        <p:spPr>
          <a:xfrm rot="-60000">
            <a:off x="4690872" y="3063240"/>
            <a:ext cx="3236976" cy="777240"/>
          </a:xfrm>
          <a:prstGeom prst="rect">
            <a:avLst/>
          </a:prstGeom>
          <a:noFill/>
          <a:ln/>
        </p:spPr>
        <p:txBody>
          <a:bodyPr wrap="square" lIns="0" tIns="0" rIns="0" bIns="0" rtlCol="0" anchor="ctr"/>
          <a:lstStyle/>
          <a:p>
            <a:pPr algn="ctr" indent="0" marL="0">
              <a:buNone/>
            </a:pPr>
            <a:r>
              <a:rPr lang="en-US" sz="2200" b="1" dirty="0">
                <a:solidFill>
                  <a:schemeClr val="bg1"/>
                </a:solidFill>
              </a:rPr>
              <a:t>« Enchanté·e »</a:t>
            </a:r>
            <a:endParaRPr lang="en-US" sz="2200" dirty="0"/>
          </a:p>
        </p:txBody>
      </p:sp>
      <p:sp>
        <p:nvSpPr>
          <p:cNvPr id="35" name="Shape 32"/>
          <p:cNvSpPr/>
          <p:nvPr/>
        </p:nvSpPr>
        <p:spPr>
          <a:xfrm rot="-120000">
            <a:off x="8689086" y="2980944"/>
            <a:ext cx="292608" cy="100584"/>
          </a:xfrm>
          <a:prstGeom prst="roundRect">
            <a:avLst>
              <a:gd name="adj" fmla="val 27273"/>
            </a:avLst>
          </a:prstGeom>
          <a:solidFill>
            <a:schemeClr val="accent1"/>
          </a:solidFill>
          <a:ln w="12700">
            <a:solidFill>
              <a:srgbClr val="FFFFFF">
                <a:alpha val="0"/>
              </a:srgbClr>
            </a:solidFill>
            <a:prstDash val="solid"/>
          </a:ln>
        </p:spPr>
      </p:sp>
      <p:sp>
        <p:nvSpPr>
          <p:cNvPr id="36" name="Shape 33"/>
          <p:cNvSpPr/>
          <p:nvPr/>
        </p:nvSpPr>
        <p:spPr>
          <a:xfrm rot="-120000">
            <a:off x="9534906" y="2980944"/>
            <a:ext cx="292608" cy="100584"/>
          </a:xfrm>
          <a:prstGeom prst="roundRect">
            <a:avLst>
              <a:gd name="adj" fmla="val 27273"/>
            </a:avLst>
          </a:prstGeom>
          <a:solidFill>
            <a:schemeClr val="accent1"/>
          </a:solidFill>
          <a:ln w="12700">
            <a:solidFill>
              <a:srgbClr val="FFFFFF">
                <a:alpha val="0"/>
              </a:srgbClr>
            </a:solidFill>
            <a:prstDash val="solid"/>
          </a:ln>
        </p:spPr>
      </p:sp>
      <p:sp>
        <p:nvSpPr>
          <p:cNvPr id="37" name="Shape 34"/>
          <p:cNvSpPr/>
          <p:nvPr/>
        </p:nvSpPr>
        <p:spPr>
          <a:xfrm rot="-120000">
            <a:off x="10380726" y="2980944"/>
            <a:ext cx="292608" cy="100584"/>
          </a:xfrm>
          <a:prstGeom prst="roundRect">
            <a:avLst>
              <a:gd name="adj" fmla="val 27273"/>
            </a:avLst>
          </a:prstGeom>
          <a:solidFill>
            <a:schemeClr val="accent1"/>
          </a:solidFill>
          <a:ln w="12700">
            <a:solidFill>
              <a:srgbClr val="FFFFFF">
                <a:alpha val="0"/>
              </a:srgbClr>
            </a:solidFill>
            <a:prstDash val="solid"/>
          </a:ln>
        </p:spPr>
      </p:sp>
      <p:sp>
        <p:nvSpPr>
          <p:cNvPr id="38" name="Shape 35"/>
          <p:cNvSpPr/>
          <p:nvPr/>
        </p:nvSpPr>
        <p:spPr>
          <a:xfrm rot="-120000">
            <a:off x="11226546" y="2980944"/>
            <a:ext cx="292608" cy="100584"/>
          </a:xfrm>
          <a:prstGeom prst="roundRect">
            <a:avLst>
              <a:gd name="adj" fmla="val 27273"/>
            </a:avLst>
          </a:prstGeom>
          <a:solidFill>
            <a:schemeClr val="accent1"/>
          </a:solidFill>
          <a:ln w="12700">
            <a:solidFill>
              <a:srgbClr val="FFFFFF">
                <a:alpha val="0"/>
              </a:srgbClr>
            </a:solidFill>
            <a:prstDash val="solid"/>
          </a:ln>
        </p:spPr>
      </p:sp>
      <p:sp>
        <p:nvSpPr>
          <p:cNvPr id="39" name="Shape 36"/>
          <p:cNvSpPr/>
          <p:nvPr/>
        </p:nvSpPr>
        <p:spPr>
          <a:xfrm rot="-120000">
            <a:off x="8412480" y="3063240"/>
            <a:ext cx="3383280" cy="777240"/>
          </a:xfrm>
          <a:prstGeom prst="roundRect">
            <a:avLst>
              <a:gd name="adj" fmla="val 9412"/>
            </a:avLst>
          </a:prstGeom>
          <a:solidFill>
            <a:schemeClr val="accent1"/>
          </a:solidFill>
          <a:ln w="12700">
            <a:solidFill>
              <a:srgbClr val="FFFFFF">
                <a:alpha val="0"/>
              </a:srgbClr>
            </a:solidFill>
            <a:prstDash val="solid"/>
          </a:ln>
        </p:spPr>
      </p:sp>
      <p:sp>
        <p:nvSpPr>
          <p:cNvPr id="40" name="Text 37"/>
          <p:cNvSpPr txBox="1"/>
          <p:nvPr/>
        </p:nvSpPr>
        <p:spPr>
          <a:xfrm rot="-120000">
            <a:off x="8485632" y="3063240"/>
            <a:ext cx="3236976" cy="777240"/>
          </a:xfrm>
          <a:prstGeom prst="rect">
            <a:avLst/>
          </a:prstGeom>
          <a:noFill/>
          <a:ln/>
        </p:spPr>
        <p:txBody>
          <a:bodyPr wrap="square" lIns="0" tIns="0" rIns="0" bIns="0" rtlCol="0" anchor="ctr"/>
          <a:lstStyle/>
          <a:p>
            <a:pPr algn="ctr" indent="0" marL="0">
              <a:buNone/>
            </a:pPr>
            <a:r>
              <a:rPr lang="en-US" sz="2200" b="1" dirty="0">
                <a:solidFill>
                  <a:schemeClr val="bg1"/>
                </a:solidFill>
              </a:rPr>
              <a:t>« Je ne sais pas »</a:t>
            </a:r>
            <a:endParaRPr lang="en-US" sz="2200" dirty="0"/>
          </a:p>
        </p:txBody>
      </p:sp>
      <p:sp>
        <p:nvSpPr>
          <p:cNvPr id="41" name="Shape 38"/>
          <p:cNvSpPr/>
          <p:nvPr/>
        </p:nvSpPr>
        <p:spPr>
          <a:xfrm>
            <a:off x="548640" y="4526280"/>
            <a:ext cx="11091672" cy="1463040"/>
          </a:xfrm>
          <a:prstGeom prst="roundRect">
            <a:avLst>
              <a:gd name="adj" fmla="val 5000"/>
            </a:avLst>
          </a:prstGeom>
          <a:solidFill>
            <a:schemeClr val="accent1">
              <a:alpha val="15000"/>
            </a:schemeClr>
          </a:solidFill>
          <a:ln w="15875">
            <a:solidFill>
              <a:srgbClr val="D9700F"/>
            </a:solidFill>
            <a:prstDash val="solid"/>
          </a:ln>
        </p:spPr>
      </p:sp>
      <p:pic>
        <p:nvPicPr>
          <p:cNvPr id="42" name="Image 0" descr="thinking face">    </p:cNvPr>
          <p:cNvPicPr>
            <a:picLocks noChangeAspect="1"/>
          </p:cNvPicPr>
          <p:nvPr/>
        </p:nvPicPr>
        <p:blipFill>
          <a:blip r:embed="rId1"/>
          <a:stretch>
            <a:fillRect/>
          </a:stretch>
        </p:blipFill>
        <p:spPr>
          <a:xfrm>
            <a:off x="777240" y="4800600"/>
            <a:ext cx="914400" cy="914400"/>
          </a:xfrm>
          <a:prstGeom prst="rect">
            <a:avLst/>
          </a:prstGeom>
        </p:spPr>
      </p:pic>
      <p:sp>
        <p:nvSpPr>
          <p:cNvPr id="43" name="Text 39"/>
          <p:cNvSpPr txBox="1"/>
          <p:nvPr/>
        </p:nvSpPr>
        <p:spPr>
          <a:xfrm>
            <a:off x="1920240" y="4526280"/>
            <a:ext cx="9509760" cy="1463040"/>
          </a:xfrm>
          <a:prstGeom prst="rect">
            <a:avLst/>
          </a:prstGeom>
          <a:noFill/>
          <a:ln/>
        </p:spPr>
        <p:txBody>
          <a:bodyPr wrap="square" lIns="0" tIns="0" rIns="0" bIns="0" rtlCol="0" anchor="ctr"/>
          <a:lstStyle/>
          <a:p>
            <a:pPr algn="l" indent="0" marL="0">
              <a:spcAft>
                <a:spcPts val="600"/>
              </a:spcAft>
              <a:buNone/>
            </a:pPr>
            <a:r>
              <a:rPr lang="en-US" sz="1900" dirty="0">
                <a:solidFill>
                  <a:schemeClr val="tx1"/>
                </a:solidFill>
              </a:rPr>
              <a:t>Vous analysez « s’il vous plaît » mot par mot ? « si… il… vous… plaît » ? </a:t>
            </a:r>
            <a:r>
              <a:rPr lang="en-US" sz="1900" b="1" dirty="0">
                <a:solidFill>
                  <a:schemeClr val="tx1"/>
                </a:solidFill>
              </a:rPr>
              <a:t>Non !</a:t>
            </a:r>
            <a:endParaRPr lang="en-US" sz="1900" dirty="0"/>
          </a:p>
          <a:p>
            <a:pPr algn="l" indent="0" marL="0">
              <a:spcAft>
                <a:spcPts val="600"/>
              </a:spcAft>
              <a:buNone/>
            </a:pPr>
            <a:r>
              <a:rPr lang="en-US" sz="1900" dirty="0">
                <a:solidFill>
                  <a:schemeClr val="tx1"/>
                </a:solidFill>
              </a:rPr>
              <a:t>Vous l’utilisez </a:t>
            </a:r>
            <a:r>
              <a:rPr lang="en-US" sz="1900" b="1" dirty="0">
                <a:solidFill>
                  <a:schemeClr val="tx1"/>
                </a:solidFill>
              </a:rPr>
              <a:t>en bloc</a:t>
            </a:r>
            <a:r>
              <a:rPr lang="en-US" sz="1900" dirty="0">
                <a:solidFill>
                  <a:schemeClr val="tx1"/>
                </a:solidFill>
              </a:rPr>
              <a:t>. En néerlandais, c’est pareil.</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Un chunk, c’est quoi ?</a:t>
            </a:r>
            <a:endParaRPr lang="en-US" sz="3000" dirty="0"/>
          </a:p>
        </p:txBody>
      </p:sp>
      <p:sp>
        <p:nvSpPr>
          <p:cNvPr id="3" name="tag"/>
          <p:cNvSpPr/>
          <p:nvPr/>
        </p:nvSpPr>
        <p:spPr>
          <a:xfrm>
            <a:off x="548640" y="237744"/>
            <a:ext cx="1230782"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MÉTHODE</a:t>
            </a:r>
            <a:endParaRPr lang="en-US" sz="1200" dirty="0"/>
          </a:p>
        </p:txBody>
      </p:sp>
      <p:sp>
        <p:nvSpPr>
          <p:cNvPr id="5" name="Text 2"/>
          <p:cNvSpPr txBox="1"/>
          <p:nvPr/>
        </p:nvSpPr>
        <p:spPr>
          <a:xfrm>
            <a:off x="640080" y="1508760"/>
            <a:ext cx="4206240" cy="365760"/>
          </a:xfrm>
          <a:prstGeom prst="rect">
            <a:avLst/>
          </a:prstGeom>
          <a:noFill/>
          <a:ln/>
        </p:spPr>
        <p:txBody>
          <a:bodyPr wrap="square" lIns="0" tIns="0" rIns="0" bIns="0" rtlCol="0" anchor="t"/>
          <a:lstStyle/>
          <a:p>
            <a:pPr algn="l" indent="0" marL="0">
              <a:buNone/>
            </a:pPr>
            <a:r>
              <a:rPr lang="en-US" sz="1300" b="1" spc="200" kern="0" dirty="0">
                <a:solidFill>
                  <a:schemeClr val="accent5"/>
                </a:solidFill>
              </a:rPr>
              <a:t>MOT PAR MOT</a:t>
            </a:r>
            <a:endParaRPr lang="en-US" sz="1300" dirty="0"/>
          </a:p>
        </p:txBody>
      </p:sp>
      <p:sp>
        <p:nvSpPr>
          <p:cNvPr id="6" name="Shape 3"/>
          <p:cNvSpPr/>
          <p:nvPr/>
        </p:nvSpPr>
        <p:spPr>
          <a:xfrm rot="-480000">
            <a:off x="1139800" y="2066544"/>
            <a:ext cx="212141" cy="100584"/>
          </a:xfrm>
          <a:prstGeom prst="roundRect">
            <a:avLst>
              <a:gd name="adj" fmla="val 27273"/>
            </a:avLst>
          </a:prstGeom>
          <a:solidFill>
            <a:srgbClr val="D98A4A"/>
          </a:solidFill>
          <a:ln w="12700">
            <a:solidFill>
              <a:srgbClr val="FFFFFF">
                <a:alpha val="0"/>
              </a:srgbClr>
            </a:solidFill>
            <a:prstDash val="solid"/>
          </a:ln>
        </p:spPr>
      </p:sp>
      <p:sp>
        <p:nvSpPr>
          <p:cNvPr id="7" name="Shape 4"/>
          <p:cNvSpPr/>
          <p:nvPr/>
        </p:nvSpPr>
        <p:spPr>
          <a:xfrm rot="-480000">
            <a:off x="1802740" y="2066544"/>
            <a:ext cx="212141" cy="100584"/>
          </a:xfrm>
          <a:prstGeom prst="roundRect">
            <a:avLst>
              <a:gd name="adj" fmla="val 27273"/>
            </a:avLst>
          </a:prstGeom>
          <a:solidFill>
            <a:srgbClr val="D98A4A"/>
          </a:solidFill>
          <a:ln w="12700">
            <a:solidFill>
              <a:srgbClr val="FFFFFF">
                <a:alpha val="0"/>
              </a:srgbClr>
            </a:solidFill>
            <a:prstDash val="solid"/>
          </a:ln>
        </p:spPr>
      </p:sp>
      <p:sp>
        <p:nvSpPr>
          <p:cNvPr id="8" name="Shape 5"/>
          <p:cNvSpPr/>
          <p:nvPr/>
        </p:nvSpPr>
        <p:spPr>
          <a:xfrm rot="-480000">
            <a:off x="914400" y="2148840"/>
            <a:ext cx="1325880" cy="685800"/>
          </a:xfrm>
          <a:prstGeom prst="roundRect">
            <a:avLst>
              <a:gd name="adj" fmla="val 10667"/>
            </a:avLst>
          </a:prstGeom>
          <a:solidFill>
            <a:srgbClr val="D98A4A"/>
          </a:solidFill>
          <a:ln w="12700">
            <a:solidFill>
              <a:srgbClr val="FFFFFF">
                <a:alpha val="0"/>
              </a:srgbClr>
            </a:solidFill>
            <a:prstDash val="solid"/>
          </a:ln>
        </p:spPr>
      </p:sp>
      <p:sp>
        <p:nvSpPr>
          <p:cNvPr id="9" name="Text 6"/>
          <p:cNvSpPr txBox="1"/>
          <p:nvPr/>
        </p:nvSpPr>
        <p:spPr>
          <a:xfrm rot="-480000">
            <a:off x="987552" y="2148840"/>
            <a:ext cx="1179576" cy="685800"/>
          </a:xfrm>
          <a:prstGeom prst="rect">
            <a:avLst/>
          </a:prstGeom>
          <a:noFill/>
          <a:ln/>
        </p:spPr>
        <p:txBody>
          <a:bodyPr wrap="square" lIns="0" tIns="0" rIns="0" bIns="0" rtlCol="0" anchor="ctr"/>
          <a:lstStyle/>
          <a:p>
            <a:pPr algn="ctr" indent="0" marL="0">
              <a:buNone/>
            </a:pPr>
            <a:r>
              <a:rPr lang="en-US" sz="2200" b="1" i="1" dirty="0">
                <a:solidFill>
                  <a:schemeClr val="bg1"/>
                </a:solidFill>
              </a:rPr>
              <a:t>hoe</a:t>
            </a:r>
            <a:endParaRPr lang="en-US" sz="2200" dirty="0"/>
          </a:p>
        </p:txBody>
      </p:sp>
      <p:sp>
        <p:nvSpPr>
          <p:cNvPr id="10" name="Text 7"/>
          <p:cNvSpPr txBox="1"/>
          <p:nvPr/>
        </p:nvSpPr>
        <p:spPr>
          <a:xfrm>
            <a:off x="914400" y="2898648"/>
            <a:ext cx="1325880" cy="320040"/>
          </a:xfrm>
          <a:prstGeom prst="rect">
            <a:avLst/>
          </a:prstGeom>
          <a:noFill/>
          <a:ln/>
        </p:spPr>
        <p:txBody>
          <a:bodyPr wrap="square" lIns="0" tIns="0" rIns="0" bIns="0" rtlCol="0" anchor="t"/>
          <a:lstStyle/>
          <a:p>
            <a:pPr algn="ctr" indent="0" marL="0">
              <a:buNone/>
            </a:pPr>
            <a:r>
              <a:rPr lang="en-US" sz="1300" i="1" dirty="0">
                <a:solidFill>
                  <a:schemeClr val="accent5"/>
                </a:solidFill>
              </a:rPr>
              <a:t>comment</a:t>
            </a:r>
            <a:endParaRPr lang="en-US" sz="1300" dirty="0"/>
          </a:p>
        </p:txBody>
      </p:sp>
      <p:sp>
        <p:nvSpPr>
          <p:cNvPr id="11" name="Shape 8"/>
          <p:cNvSpPr/>
          <p:nvPr/>
        </p:nvSpPr>
        <p:spPr>
          <a:xfrm rot="360000">
            <a:off x="2740000" y="1883664"/>
            <a:ext cx="212141" cy="100584"/>
          </a:xfrm>
          <a:prstGeom prst="roundRect">
            <a:avLst>
              <a:gd name="adj" fmla="val 27273"/>
            </a:avLst>
          </a:prstGeom>
          <a:solidFill>
            <a:srgbClr val="D98A4A"/>
          </a:solidFill>
          <a:ln w="12700">
            <a:solidFill>
              <a:srgbClr val="FFFFFF">
                <a:alpha val="0"/>
              </a:srgbClr>
            </a:solidFill>
            <a:prstDash val="solid"/>
          </a:ln>
        </p:spPr>
      </p:sp>
      <p:sp>
        <p:nvSpPr>
          <p:cNvPr id="12" name="Shape 9"/>
          <p:cNvSpPr/>
          <p:nvPr/>
        </p:nvSpPr>
        <p:spPr>
          <a:xfrm rot="360000">
            <a:off x="3402940" y="1883664"/>
            <a:ext cx="212141" cy="100584"/>
          </a:xfrm>
          <a:prstGeom prst="roundRect">
            <a:avLst>
              <a:gd name="adj" fmla="val 27273"/>
            </a:avLst>
          </a:prstGeom>
          <a:solidFill>
            <a:srgbClr val="D98A4A"/>
          </a:solidFill>
          <a:ln w="12700">
            <a:solidFill>
              <a:srgbClr val="FFFFFF">
                <a:alpha val="0"/>
              </a:srgbClr>
            </a:solidFill>
            <a:prstDash val="solid"/>
          </a:ln>
        </p:spPr>
      </p:sp>
      <p:sp>
        <p:nvSpPr>
          <p:cNvPr id="13" name="Shape 10"/>
          <p:cNvSpPr/>
          <p:nvPr/>
        </p:nvSpPr>
        <p:spPr>
          <a:xfrm rot="360000">
            <a:off x="2514600" y="1965960"/>
            <a:ext cx="1325880" cy="685800"/>
          </a:xfrm>
          <a:prstGeom prst="roundRect">
            <a:avLst>
              <a:gd name="adj" fmla="val 10667"/>
            </a:avLst>
          </a:prstGeom>
          <a:solidFill>
            <a:srgbClr val="D98A4A"/>
          </a:solidFill>
          <a:ln w="12700">
            <a:solidFill>
              <a:srgbClr val="FFFFFF">
                <a:alpha val="0"/>
              </a:srgbClr>
            </a:solidFill>
            <a:prstDash val="solid"/>
          </a:ln>
        </p:spPr>
      </p:sp>
      <p:sp>
        <p:nvSpPr>
          <p:cNvPr id="14" name="Text 11"/>
          <p:cNvSpPr txBox="1"/>
          <p:nvPr/>
        </p:nvSpPr>
        <p:spPr>
          <a:xfrm rot="360000">
            <a:off x="2587752" y="1965960"/>
            <a:ext cx="1179576" cy="685800"/>
          </a:xfrm>
          <a:prstGeom prst="rect">
            <a:avLst/>
          </a:prstGeom>
          <a:noFill/>
          <a:ln/>
        </p:spPr>
        <p:txBody>
          <a:bodyPr wrap="square" lIns="0" tIns="0" rIns="0" bIns="0" rtlCol="0" anchor="ctr"/>
          <a:lstStyle/>
          <a:p>
            <a:pPr algn="ctr" indent="0" marL="0">
              <a:buNone/>
            </a:pPr>
            <a:r>
              <a:rPr lang="en-US" sz="2200" b="1" i="1" dirty="0">
                <a:solidFill>
                  <a:schemeClr val="bg1"/>
                </a:solidFill>
              </a:rPr>
              <a:t>gaat</a:t>
            </a:r>
            <a:endParaRPr lang="en-US" sz="2200" dirty="0"/>
          </a:p>
        </p:txBody>
      </p:sp>
      <p:sp>
        <p:nvSpPr>
          <p:cNvPr id="15" name="Text 12"/>
          <p:cNvSpPr txBox="1"/>
          <p:nvPr/>
        </p:nvSpPr>
        <p:spPr>
          <a:xfrm>
            <a:off x="2514600" y="2715768"/>
            <a:ext cx="1325880" cy="320040"/>
          </a:xfrm>
          <a:prstGeom prst="rect">
            <a:avLst/>
          </a:prstGeom>
          <a:noFill/>
          <a:ln/>
        </p:spPr>
        <p:txBody>
          <a:bodyPr wrap="square" lIns="0" tIns="0" rIns="0" bIns="0" rtlCol="0" anchor="t"/>
          <a:lstStyle/>
          <a:p>
            <a:pPr algn="ctr" indent="0" marL="0">
              <a:buNone/>
            </a:pPr>
            <a:r>
              <a:rPr lang="en-US" sz="1300" i="1" dirty="0">
                <a:solidFill>
                  <a:schemeClr val="accent5"/>
                </a:solidFill>
              </a:rPr>
              <a:t>va</a:t>
            </a:r>
            <a:endParaRPr lang="en-US" sz="1300" dirty="0"/>
          </a:p>
        </p:txBody>
      </p:sp>
      <p:sp>
        <p:nvSpPr>
          <p:cNvPr id="16" name="Shape 13"/>
          <p:cNvSpPr/>
          <p:nvPr/>
        </p:nvSpPr>
        <p:spPr>
          <a:xfrm rot="240000">
            <a:off x="1825600" y="3163824"/>
            <a:ext cx="212141" cy="100584"/>
          </a:xfrm>
          <a:prstGeom prst="roundRect">
            <a:avLst>
              <a:gd name="adj" fmla="val 27273"/>
            </a:avLst>
          </a:prstGeom>
          <a:solidFill>
            <a:srgbClr val="D98A4A"/>
          </a:solidFill>
          <a:ln w="12700">
            <a:solidFill>
              <a:srgbClr val="FFFFFF">
                <a:alpha val="0"/>
              </a:srgbClr>
            </a:solidFill>
            <a:prstDash val="solid"/>
          </a:ln>
        </p:spPr>
      </p:sp>
      <p:sp>
        <p:nvSpPr>
          <p:cNvPr id="17" name="Shape 14"/>
          <p:cNvSpPr/>
          <p:nvPr/>
        </p:nvSpPr>
        <p:spPr>
          <a:xfrm rot="240000">
            <a:off x="2488540" y="3163824"/>
            <a:ext cx="212141" cy="100584"/>
          </a:xfrm>
          <a:prstGeom prst="roundRect">
            <a:avLst>
              <a:gd name="adj" fmla="val 27273"/>
            </a:avLst>
          </a:prstGeom>
          <a:solidFill>
            <a:srgbClr val="D98A4A"/>
          </a:solidFill>
          <a:ln w="12700">
            <a:solidFill>
              <a:srgbClr val="FFFFFF">
                <a:alpha val="0"/>
              </a:srgbClr>
            </a:solidFill>
            <a:prstDash val="solid"/>
          </a:ln>
        </p:spPr>
      </p:sp>
      <p:sp>
        <p:nvSpPr>
          <p:cNvPr id="18" name="Shape 15"/>
          <p:cNvSpPr/>
          <p:nvPr/>
        </p:nvSpPr>
        <p:spPr>
          <a:xfrm rot="240000">
            <a:off x="1600200" y="3246120"/>
            <a:ext cx="1325880" cy="685800"/>
          </a:xfrm>
          <a:prstGeom prst="roundRect">
            <a:avLst>
              <a:gd name="adj" fmla="val 10667"/>
            </a:avLst>
          </a:prstGeom>
          <a:solidFill>
            <a:srgbClr val="D98A4A"/>
          </a:solidFill>
          <a:ln w="12700">
            <a:solidFill>
              <a:srgbClr val="FFFFFF">
                <a:alpha val="0"/>
              </a:srgbClr>
            </a:solidFill>
            <a:prstDash val="solid"/>
          </a:ln>
        </p:spPr>
      </p:sp>
      <p:sp>
        <p:nvSpPr>
          <p:cNvPr id="19" name="Text 16"/>
          <p:cNvSpPr txBox="1"/>
          <p:nvPr/>
        </p:nvSpPr>
        <p:spPr>
          <a:xfrm rot="240000">
            <a:off x="1673352" y="3246120"/>
            <a:ext cx="1179576" cy="685800"/>
          </a:xfrm>
          <a:prstGeom prst="rect">
            <a:avLst/>
          </a:prstGeom>
          <a:noFill/>
          <a:ln/>
        </p:spPr>
        <p:txBody>
          <a:bodyPr wrap="square" lIns="0" tIns="0" rIns="0" bIns="0" rtlCol="0" anchor="ctr"/>
          <a:lstStyle/>
          <a:p>
            <a:pPr algn="ctr" indent="0" marL="0">
              <a:buNone/>
            </a:pPr>
            <a:r>
              <a:rPr lang="en-US" sz="2200" b="1" i="1" dirty="0">
                <a:solidFill>
                  <a:schemeClr val="bg1"/>
                </a:solidFill>
              </a:rPr>
              <a:t>het</a:t>
            </a:r>
            <a:endParaRPr lang="en-US" sz="2200" dirty="0"/>
          </a:p>
        </p:txBody>
      </p:sp>
      <p:sp>
        <p:nvSpPr>
          <p:cNvPr id="20" name="Text 17"/>
          <p:cNvSpPr txBox="1"/>
          <p:nvPr/>
        </p:nvSpPr>
        <p:spPr>
          <a:xfrm>
            <a:off x="1600200" y="3995928"/>
            <a:ext cx="1325880" cy="320040"/>
          </a:xfrm>
          <a:prstGeom prst="rect">
            <a:avLst/>
          </a:prstGeom>
          <a:noFill/>
          <a:ln/>
        </p:spPr>
        <p:txBody>
          <a:bodyPr wrap="square" lIns="0" tIns="0" rIns="0" bIns="0" rtlCol="0" anchor="t"/>
          <a:lstStyle/>
          <a:p>
            <a:pPr algn="ctr" indent="0" marL="0">
              <a:buNone/>
            </a:pPr>
            <a:r>
              <a:rPr lang="en-US" sz="1300" i="1" dirty="0">
                <a:solidFill>
                  <a:schemeClr val="accent5"/>
                </a:solidFill>
              </a:rPr>
              <a:t>ça</a:t>
            </a:r>
            <a:endParaRPr lang="en-US" sz="1300" dirty="0"/>
          </a:p>
        </p:txBody>
      </p:sp>
      <p:sp>
        <p:nvSpPr>
          <p:cNvPr id="21" name="Shape 18"/>
          <p:cNvSpPr/>
          <p:nvPr/>
        </p:nvSpPr>
        <p:spPr>
          <a:xfrm>
            <a:off x="4343400" y="2926080"/>
            <a:ext cx="1280160" cy="914"/>
          </a:xfrm>
          <a:prstGeom prst="line">
            <a:avLst/>
          </a:prstGeom>
          <a:noFill/>
          <a:ln w="63500">
            <a:solidFill>
              <a:srgbClr val="D9700F"/>
            </a:solidFill>
            <a:prstDash val="solid"/>
            <a:tailEnd type="triangle"/>
          </a:ln>
        </p:spPr>
      </p:sp>
      <p:sp>
        <p:nvSpPr>
          <p:cNvPr id="22" name="Text 19"/>
          <p:cNvSpPr txBox="1"/>
          <p:nvPr/>
        </p:nvSpPr>
        <p:spPr>
          <a:xfrm>
            <a:off x="5943600" y="1508760"/>
            <a:ext cx="5486400" cy="365760"/>
          </a:xfrm>
          <a:prstGeom prst="rect">
            <a:avLst/>
          </a:prstGeom>
          <a:noFill/>
          <a:ln/>
        </p:spPr>
        <p:txBody>
          <a:bodyPr wrap="square" lIns="0" tIns="0" rIns="0" bIns="0" rtlCol="0" anchor="t"/>
          <a:lstStyle/>
          <a:p>
            <a:pPr algn="l" indent="0" marL="0">
              <a:buNone/>
            </a:pPr>
            <a:r>
              <a:rPr lang="en-US" sz="1300" b="1" spc="200" kern="0" dirty="0">
                <a:solidFill>
                  <a:schemeClr val="accent1"/>
                </a:solidFill>
              </a:rPr>
              <a:t>EN BLOC</a:t>
            </a:r>
            <a:endParaRPr lang="en-US" sz="1300" dirty="0"/>
          </a:p>
        </p:txBody>
      </p:sp>
      <p:sp>
        <p:nvSpPr>
          <p:cNvPr id="23" name="Shape 20"/>
          <p:cNvSpPr/>
          <p:nvPr/>
        </p:nvSpPr>
        <p:spPr>
          <a:xfrm>
            <a:off x="6246876" y="2340864"/>
            <a:ext cx="292608" cy="100584"/>
          </a:xfrm>
          <a:prstGeom prst="roundRect">
            <a:avLst>
              <a:gd name="adj" fmla="val 27273"/>
            </a:avLst>
          </a:prstGeom>
          <a:solidFill>
            <a:schemeClr val="accent1"/>
          </a:solidFill>
          <a:ln w="12700">
            <a:solidFill>
              <a:srgbClr val="FFFFFF">
                <a:alpha val="0"/>
              </a:srgbClr>
            </a:solidFill>
            <a:prstDash val="solid"/>
          </a:ln>
        </p:spPr>
      </p:sp>
      <p:sp>
        <p:nvSpPr>
          <p:cNvPr id="24" name="Shape 21"/>
          <p:cNvSpPr/>
          <p:nvPr/>
        </p:nvSpPr>
        <p:spPr>
          <a:xfrm>
            <a:off x="7146036" y="2340864"/>
            <a:ext cx="292608" cy="100584"/>
          </a:xfrm>
          <a:prstGeom prst="roundRect">
            <a:avLst>
              <a:gd name="adj" fmla="val 27273"/>
            </a:avLst>
          </a:prstGeom>
          <a:solidFill>
            <a:schemeClr val="accent1"/>
          </a:solidFill>
          <a:ln w="12700">
            <a:solidFill>
              <a:srgbClr val="FFFFFF">
                <a:alpha val="0"/>
              </a:srgbClr>
            </a:solidFill>
            <a:prstDash val="solid"/>
          </a:ln>
        </p:spPr>
      </p:sp>
      <p:sp>
        <p:nvSpPr>
          <p:cNvPr id="25" name="Shape 22"/>
          <p:cNvSpPr/>
          <p:nvPr/>
        </p:nvSpPr>
        <p:spPr>
          <a:xfrm>
            <a:off x="8045196" y="2340864"/>
            <a:ext cx="292608" cy="100584"/>
          </a:xfrm>
          <a:prstGeom prst="roundRect">
            <a:avLst>
              <a:gd name="adj" fmla="val 27273"/>
            </a:avLst>
          </a:prstGeom>
          <a:solidFill>
            <a:schemeClr val="accent1"/>
          </a:solidFill>
          <a:ln w="12700">
            <a:solidFill>
              <a:srgbClr val="FFFFFF">
                <a:alpha val="0"/>
              </a:srgbClr>
            </a:solidFill>
            <a:prstDash val="solid"/>
          </a:ln>
        </p:spPr>
      </p:sp>
      <p:sp>
        <p:nvSpPr>
          <p:cNvPr id="26" name="Shape 23"/>
          <p:cNvSpPr/>
          <p:nvPr/>
        </p:nvSpPr>
        <p:spPr>
          <a:xfrm>
            <a:off x="8944356" y="2340864"/>
            <a:ext cx="292608" cy="100584"/>
          </a:xfrm>
          <a:prstGeom prst="roundRect">
            <a:avLst>
              <a:gd name="adj" fmla="val 27273"/>
            </a:avLst>
          </a:prstGeom>
          <a:solidFill>
            <a:schemeClr val="accent1"/>
          </a:solidFill>
          <a:ln w="12700">
            <a:solidFill>
              <a:srgbClr val="FFFFFF">
                <a:alpha val="0"/>
              </a:srgbClr>
            </a:solidFill>
            <a:prstDash val="solid"/>
          </a:ln>
        </p:spPr>
      </p:sp>
      <p:sp>
        <p:nvSpPr>
          <p:cNvPr id="27" name="Shape 24"/>
          <p:cNvSpPr/>
          <p:nvPr/>
        </p:nvSpPr>
        <p:spPr>
          <a:xfrm>
            <a:off x="9843516" y="2340864"/>
            <a:ext cx="292608" cy="100584"/>
          </a:xfrm>
          <a:prstGeom prst="roundRect">
            <a:avLst>
              <a:gd name="adj" fmla="val 27273"/>
            </a:avLst>
          </a:prstGeom>
          <a:solidFill>
            <a:schemeClr val="accent1"/>
          </a:solidFill>
          <a:ln w="12700">
            <a:solidFill>
              <a:srgbClr val="FFFFFF">
                <a:alpha val="0"/>
              </a:srgbClr>
            </a:solidFill>
            <a:prstDash val="solid"/>
          </a:ln>
        </p:spPr>
      </p:sp>
      <p:sp>
        <p:nvSpPr>
          <p:cNvPr id="28" name="Shape 25"/>
          <p:cNvSpPr/>
          <p:nvPr/>
        </p:nvSpPr>
        <p:spPr>
          <a:xfrm>
            <a:off x="10742676" y="2340864"/>
            <a:ext cx="292608" cy="100584"/>
          </a:xfrm>
          <a:prstGeom prst="roundRect">
            <a:avLst>
              <a:gd name="adj" fmla="val 27273"/>
            </a:avLst>
          </a:prstGeom>
          <a:solidFill>
            <a:schemeClr val="accent1"/>
          </a:solidFill>
          <a:ln w="12700">
            <a:solidFill>
              <a:srgbClr val="FFFFFF">
                <a:alpha val="0"/>
              </a:srgbClr>
            </a:solidFill>
            <a:prstDash val="solid"/>
          </a:ln>
        </p:spPr>
      </p:sp>
      <p:sp>
        <p:nvSpPr>
          <p:cNvPr id="29" name="Shape 26"/>
          <p:cNvSpPr/>
          <p:nvPr/>
        </p:nvSpPr>
        <p:spPr>
          <a:xfrm>
            <a:off x="5943600" y="2423160"/>
            <a:ext cx="5394960" cy="1097280"/>
          </a:xfrm>
          <a:prstGeom prst="roundRect">
            <a:avLst>
              <a:gd name="adj" fmla="val 6667"/>
            </a:avLst>
          </a:prstGeom>
          <a:solidFill>
            <a:schemeClr val="accent1"/>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0" name="Text 27"/>
          <p:cNvSpPr txBox="1"/>
          <p:nvPr/>
        </p:nvSpPr>
        <p:spPr>
          <a:xfrm>
            <a:off x="6016752" y="2423160"/>
            <a:ext cx="5248656" cy="1097280"/>
          </a:xfrm>
          <a:prstGeom prst="rect">
            <a:avLst/>
          </a:prstGeom>
          <a:noFill/>
          <a:ln/>
        </p:spPr>
        <p:txBody>
          <a:bodyPr wrap="square" lIns="0" tIns="0" rIns="0" bIns="0" rtlCol="0" anchor="ctr"/>
          <a:lstStyle/>
          <a:p>
            <a:pPr algn="ctr" indent="0" marL="0">
              <a:buNone/>
            </a:pPr>
            <a:r>
              <a:rPr lang="en-US" sz="3600" b="1" i="1" dirty="0">
                <a:solidFill>
                  <a:schemeClr val="bg1"/>
                </a:solidFill>
              </a:rPr>
              <a:t>Hoe gaat het?</a:t>
            </a:r>
            <a:endParaRPr lang="en-US" sz="3600" dirty="0"/>
          </a:p>
        </p:txBody>
      </p:sp>
      <p:sp>
        <p:nvSpPr>
          <p:cNvPr id="31" name="Text 28"/>
          <p:cNvSpPr txBox="1"/>
          <p:nvPr/>
        </p:nvSpPr>
        <p:spPr>
          <a:xfrm>
            <a:off x="5943600" y="3611880"/>
            <a:ext cx="5394960" cy="548640"/>
          </a:xfrm>
          <a:prstGeom prst="rect">
            <a:avLst/>
          </a:prstGeom>
          <a:noFill/>
          <a:ln/>
        </p:spPr>
        <p:txBody>
          <a:bodyPr wrap="square" lIns="0" tIns="0" rIns="0" bIns="0" rtlCol="0" anchor="ctr"/>
          <a:lstStyle/>
          <a:p>
            <a:pPr algn="ctr" indent="0" marL="0">
              <a:buNone/>
            </a:pPr>
            <a:r>
              <a:rPr lang="en-US" sz="2400" b="1" dirty="0">
                <a:solidFill>
                  <a:schemeClr val="accent3"/>
                </a:solidFill>
              </a:rPr>
              <a:t>= « Ça va ? »</a:t>
            </a:r>
            <a:endParaRPr lang="en-US" sz="2400" dirty="0"/>
          </a:p>
        </p:txBody>
      </p:sp>
      <p:sp>
        <p:nvSpPr>
          <p:cNvPr id="32" name="Shape 29"/>
          <p:cNvSpPr/>
          <p:nvPr/>
        </p:nvSpPr>
        <p:spPr>
          <a:xfrm>
            <a:off x="548640" y="4526280"/>
            <a:ext cx="11091672" cy="777240"/>
          </a:xfrm>
          <a:prstGeom prst="roundRect">
            <a:avLst>
              <a:gd name="adj" fmla="val 11765"/>
            </a:avLst>
          </a:prstGeom>
          <a:solidFill>
            <a:schemeClr val="bg2"/>
          </a:solidFill>
          <a:ln w="12700">
            <a:solidFill>
              <a:srgbClr val="D5DCE6"/>
            </a:solidFill>
            <a:prstDash val="solid"/>
          </a:ln>
        </p:spPr>
      </p:sp>
      <p:sp>
        <p:nvSpPr>
          <p:cNvPr id="33" name="Text 30"/>
          <p:cNvSpPr txBox="1"/>
          <p:nvPr/>
        </p:nvSpPr>
        <p:spPr>
          <a:xfrm>
            <a:off x="777240" y="4526280"/>
            <a:ext cx="10698480" cy="777240"/>
          </a:xfrm>
          <a:prstGeom prst="rect">
            <a:avLst/>
          </a:prstGeom>
          <a:noFill/>
          <a:ln/>
        </p:spPr>
        <p:txBody>
          <a:bodyPr wrap="square" lIns="0" tIns="0" rIns="0" bIns="0" rtlCol="0" anchor="ctr"/>
          <a:lstStyle/>
          <a:p>
            <a:pPr algn="ctr" indent="0" marL="0">
              <a:buNone/>
            </a:pPr>
            <a:r>
              <a:rPr lang="en-US" sz="2000" b="1" dirty="0">
                <a:solidFill>
                  <a:schemeClr val="tx1"/>
                </a:solidFill>
              </a:rPr>
              <a:t>Un chunk</a:t>
            </a:r>
            <a:r>
              <a:rPr lang="en-US" sz="2000" dirty="0">
                <a:solidFill>
                  <a:schemeClr val="tx1"/>
                </a:solidFill>
              </a:rPr>
              <a:t> = un groupe de mots qu’on apprend, qu’on retient et qu’on dit </a:t>
            </a:r>
            <a:r>
              <a:rPr lang="en-US" sz="2000" b="1" dirty="0">
                <a:solidFill>
                  <a:schemeClr val="tx1"/>
                </a:solidFill>
              </a:rPr>
              <a:t>d’un seul bloc</a:t>
            </a:r>
            <a:r>
              <a:rPr lang="en-US" sz="2000" dirty="0">
                <a:solidFill>
                  <a:schemeClr val="tx1"/>
                </a:solidFill>
              </a:rPr>
              <a:t>.</a:t>
            </a:r>
            <a:endParaRPr lang="en-US" sz="2000" dirty="0"/>
          </a:p>
        </p:txBody>
      </p:sp>
      <p:sp>
        <p:nvSpPr>
          <p:cNvPr id="34" name="Shape 31"/>
          <p:cNvSpPr/>
          <p:nvPr/>
        </p:nvSpPr>
        <p:spPr>
          <a:xfrm>
            <a:off x="2377440" y="5532120"/>
            <a:ext cx="2240280" cy="594360"/>
          </a:xfrm>
          <a:prstGeom prst="roundRect">
            <a:avLst>
              <a:gd name="adj" fmla="val 46154"/>
            </a:avLst>
          </a:prstGeom>
          <a:solidFill>
            <a:schemeClr val="accent1"/>
          </a:solidFill>
          <a:ln w="12700">
            <a:solidFill>
              <a:srgbClr val="FFFFFF">
                <a:alpha val="0"/>
              </a:srgbClr>
            </a:solidFill>
            <a:prstDash val="solid"/>
          </a:ln>
        </p:spPr>
      </p:sp>
      <p:sp>
        <p:nvSpPr>
          <p:cNvPr id="35" name="Text 32"/>
          <p:cNvSpPr txBox="1"/>
          <p:nvPr/>
        </p:nvSpPr>
        <p:spPr>
          <a:xfrm>
            <a:off x="2377440" y="5532120"/>
            <a:ext cx="2240280" cy="594360"/>
          </a:xfrm>
          <a:prstGeom prst="rect">
            <a:avLst/>
          </a:prstGeom>
          <a:noFill/>
          <a:ln/>
        </p:spPr>
        <p:txBody>
          <a:bodyPr wrap="square" lIns="0" tIns="0" rIns="0" bIns="0" rtlCol="0" anchor="ctr"/>
          <a:lstStyle/>
          <a:p>
            <a:pPr algn="ctr" indent="0" marL="0">
              <a:buNone/>
            </a:pPr>
            <a:r>
              <a:rPr lang="en-US" sz="2000" b="1" dirty="0">
                <a:solidFill>
                  <a:schemeClr val="bg1"/>
                </a:solidFill>
              </a:rPr>
              <a:t>1 bloc</a:t>
            </a:r>
            <a:endParaRPr lang="en-US" sz="2000" dirty="0"/>
          </a:p>
        </p:txBody>
      </p:sp>
      <p:sp>
        <p:nvSpPr>
          <p:cNvPr id="36" name="Shape 33"/>
          <p:cNvSpPr/>
          <p:nvPr/>
        </p:nvSpPr>
        <p:spPr>
          <a:xfrm>
            <a:off x="4983480" y="5532120"/>
            <a:ext cx="2240280" cy="594360"/>
          </a:xfrm>
          <a:prstGeom prst="roundRect">
            <a:avLst>
              <a:gd name="adj" fmla="val 46154"/>
            </a:avLst>
          </a:prstGeom>
          <a:solidFill>
            <a:schemeClr val="accent3"/>
          </a:solidFill>
          <a:ln w="12700">
            <a:solidFill>
              <a:srgbClr val="FFFFFF">
                <a:alpha val="0"/>
              </a:srgbClr>
            </a:solidFill>
            <a:prstDash val="solid"/>
          </a:ln>
        </p:spPr>
      </p:sp>
      <p:sp>
        <p:nvSpPr>
          <p:cNvPr id="37" name="Text 34"/>
          <p:cNvSpPr txBox="1"/>
          <p:nvPr/>
        </p:nvSpPr>
        <p:spPr>
          <a:xfrm>
            <a:off x="4983480" y="5532120"/>
            <a:ext cx="2240280" cy="594360"/>
          </a:xfrm>
          <a:prstGeom prst="rect">
            <a:avLst/>
          </a:prstGeom>
          <a:noFill/>
          <a:ln/>
        </p:spPr>
        <p:txBody>
          <a:bodyPr wrap="square" lIns="0" tIns="0" rIns="0" bIns="0" rtlCol="0" anchor="ctr"/>
          <a:lstStyle/>
          <a:p>
            <a:pPr algn="ctr" indent="0" marL="0">
              <a:buNone/>
            </a:pPr>
            <a:r>
              <a:rPr lang="en-US" sz="2000" b="1" dirty="0">
                <a:solidFill>
                  <a:schemeClr val="bg1"/>
                </a:solidFill>
              </a:rPr>
              <a:t>1 sens</a:t>
            </a:r>
            <a:endParaRPr lang="en-US" sz="2000" dirty="0"/>
          </a:p>
        </p:txBody>
      </p:sp>
      <p:sp>
        <p:nvSpPr>
          <p:cNvPr id="38" name="Shape 35"/>
          <p:cNvSpPr/>
          <p:nvPr/>
        </p:nvSpPr>
        <p:spPr>
          <a:xfrm>
            <a:off x="7589520" y="5532120"/>
            <a:ext cx="2240280" cy="594360"/>
          </a:xfrm>
          <a:prstGeom prst="roundRect">
            <a:avLst>
              <a:gd name="adj" fmla="val 46154"/>
            </a:avLst>
          </a:prstGeom>
          <a:solidFill>
            <a:schemeClr val="accent2"/>
          </a:solidFill>
          <a:ln w="12700">
            <a:solidFill>
              <a:srgbClr val="FFFFFF">
                <a:alpha val="0"/>
              </a:srgbClr>
            </a:solidFill>
            <a:prstDash val="solid"/>
          </a:ln>
        </p:spPr>
      </p:sp>
      <p:sp>
        <p:nvSpPr>
          <p:cNvPr id="39" name="Text 36"/>
          <p:cNvSpPr txBox="1"/>
          <p:nvPr/>
        </p:nvSpPr>
        <p:spPr>
          <a:xfrm>
            <a:off x="7589520" y="5532120"/>
            <a:ext cx="2240280" cy="594360"/>
          </a:xfrm>
          <a:prstGeom prst="rect">
            <a:avLst/>
          </a:prstGeom>
          <a:noFill/>
          <a:ln/>
        </p:spPr>
        <p:txBody>
          <a:bodyPr wrap="square" lIns="0" tIns="0" rIns="0" bIns="0" rtlCol="0" anchor="ctr"/>
          <a:lstStyle/>
          <a:p>
            <a:pPr algn="ctr" indent="0" marL="0">
              <a:buNone/>
            </a:pPr>
            <a:r>
              <a:rPr lang="en-US" sz="2000" b="1" dirty="0">
                <a:solidFill>
                  <a:schemeClr val="bg1"/>
                </a:solidFill>
              </a:rPr>
              <a:t>1 souffle</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Mot à mot, c’est bizarre !</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Text 2"/>
          <p:cNvSpPr txBox="1"/>
          <p:nvPr/>
        </p:nvSpPr>
        <p:spPr>
          <a:xfrm>
            <a:off x="640080" y="1463040"/>
            <a:ext cx="3291840" cy="347472"/>
          </a:xfrm>
          <a:prstGeom prst="rect">
            <a:avLst/>
          </a:prstGeom>
          <a:noFill/>
          <a:ln/>
        </p:spPr>
        <p:txBody>
          <a:bodyPr wrap="square" lIns="0" tIns="0" rIns="0" bIns="0" rtlCol="0" anchor="t"/>
          <a:lstStyle/>
          <a:p>
            <a:pPr algn="l" indent="0" marL="0">
              <a:buNone/>
            </a:pPr>
            <a:r>
              <a:rPr lang="en-US" sz="1300" b="1" spc="200" kern="0" dirty="0">
                <a:solidFill>
                  <a:schemeClr val="accent1"/>
                </a:solidFill>
              </a:rPr>
              <a:t>LE BLOC</a:t>
            </a:r>
            <a:endParaRPr lang="en-US" sz="1300" dirty="0"/>
          </a:p>
        </p:txBody>
      </p:sp>
      <p:sp>
        <p:nvSpPr>
          <p:cNvPr id="6" name="Text 3"/>
          <p:cNvSpPr txBox="1"/>
          <p:nvPr/>
        </p:nvSpPr>
        <p:spPr>
          <a:xfrm>
            <a:off x="4343400" y="1463040"/>
            <a:ext cx="3657600" cy="347472"/>
          </a:xfrm>
          <a:prstGeom prst="rect">
            <a:avLst/>
          </a:prstGeom>
          <a:noFill/>
          <a:ln/>
        </p:spPr>
        <p:txBody>
          <a:bodyPr wrap="square" lIns="0" tIns="0" rIns="0" bIns="0" rtlCol="0" anchor="t"/>
          <a:lstStyle/>
          <a:p>
            <a:pPr algn="l" indent="0" marL="0">
              <a:buNone/>
            </a:pPr>
            <a:r>
              <a:rPr lang="en-US" sz="1300" b="1" spc="200" kern="0" dirty="0">
                <a:solidFill>
                  <a:schemeClr val="accent5"/>
                </a:solidFill>
              </a:rPr>
              <a:t>LE MOT À MOT</a:t>
            </a:r>
            <a:endParaRPr lang="en-US" sz="1300" dirty="0"/>
          </a:p>
        </p:txBody>
      </p:sp>
      <p:pic>
        <p:nvPicPr>
          <p:cNvPr id="7" name="Image 0" descr="confused face">    </p:cNvPr>
          <p:cNvPicPr>
            <a:picLocks noChangeAspect="1"/>
          </p:cNvPicPr>
          <p:nvPr/>
        </p:nvPicPr>
        <p:blipFill>
          <a:blip r:embed="rId1"/>
          <a:stretch>
            <a:fillRect/>
          </a:stretch>
        </p:blipFill>
        <p:spPr>
          <a:xfrm>
            <a:off x="6263640" y="1389888"/>
            <a:ext cx="438912" cy="438912"/>
          </a:xfrm>
          <a:prstGeom prst="rect">
            <a:avLst/>
          </a:prstGeom>
        </p:spPr>
      </p:pic>
      <p:sp>
        <p:nvSpPr>
          <p:cNvPr id="8" name="Text 4"/>
          <p:cNvSpPr txBox="1"/>
          <p:nvPr/>
        </p:nvSpPr>
        <p:spPr>
          <a:xfrm>
            <a:off x="8183880" y="1463040"/>
            <a:ext cx="3474720" cy="347472"/>
          </a:xfrm>
          <a:prstGeom prst="rect">
            <a:avLst/>
          </a:prstGeom>
          <a:noFill/>
          <a:ln/>
        </p:spPr>
        <p:txBody>
          <a:bodyPr wrap="square" lIns="0" tIns="0" rIns="0" bIns="0" rtlCol="0" anchor="t"/>
          <a:lstStyle/>
          <a:p>
            <a:pPr algn="l" indent="0" marL="0">
              <a:buNone/>
            </a:pPr>
            <a:r>
              <a:rPr lang="en-US" sz="1300" b="1" spc="200" kern="0" dirty="0">
                <a:solidFill>
                  <a:schemeClr val="accent3"/>
                </a:solidFill>
              </a:rPr>
              <a:t>LE VRAI SENS</a:t>
            </a:r>
            <a:endParaRPr lang="en-US" sz="1300" dirty="0"/>
          </a:p>
        </p:txBody>
      </p:sp>
      <p:sp>
        <p:nvSpPr>
          <p:cNvPr id="9" name="Shape 5"/>
          <p:cNvSpPr/>
          <p:nvPr/>
        </p:nvSpPr>
        <p:spPr>
          <a:xfrm>
            <a:off x="916686" y="1965960"/>
            <a:ext cx="292608" cy="73152"/>
          </a:xfrm>
          <a:prstGeom prst="roundRect">
            <a:avLst>
              <a:gd name="adj" fmla="val 37500"/>
            </a:avLst>
          </a:prstGeom>
          <a:solidFill>
            <a:schemeClr val="accent1"/>
          </a:solidFill>
          <a:ln w="12700">
            <a:solidFill>
              <a:srgbClr val="FFFFFF">
                <a:alpha val="0"/>
              </a:srgbClr>
            </a:solidFill>
            <a:prstDash val="solid"/>
          </a:ln>
        </p:spPr>
      </p:sp>
      <p:sp>
        <p:nvSpPr>
          <p:cNvPr id="10" name="Shape 6"/>
          <p:cNvSpPr/>
          <p:nvPr/>
        </p:nvSpPr>
        <p:spPr>
          <a:xfrm>
            <a:off x="1762506" y="1965960"/>
            <a:ext cx="292608" cy="73152"/>
          </a:xfrm>
          <a:prstGeom prst="roundRect">
            <a:avLst>
              <a:gd name="adj" fmla="val 37500"/>
            </a:avLst>
          </a:prstGeom>
          <a:solidFill>
            <a:schemeClr val="accent1"/>
          </a:solidFill>
          <a:ln w="12700">
            <a:solidFill>
              <a:srgbClr val="FFFFFF">
                <a:alpha val="0"/>
              </a:srgbClr>
            </a:solidFill>
            <a:prstDash val="solid"/>
          </a:ln>
        </p:spPr>
      </p:sp>
      <p:sp>
        <p:nvSpPr>
          <p:cNvPr id="11" name="Shape 7"/>
          <p:cNvSpPr/>
          <p:nvPr/>
        </p:nvSpPr>
        <p:spPr>
          <a:xfrm>
            <a:off x="2608326" y="1965960"/>
            <a:ext cx="292608" cy="73152"/>
          </a:xfrm>
          <a:prstGeom prst="roundRect">
            <a:avLst>
              <a:gd name="adj" fmla="val 37500"/>
            </a:avLst>
          </a:prstGeom>
          <a:solidFill>
            <a:schemeClr val="accent1"/>
          </a:solidFill>
          <a:ln w="12700">
            <a:solidFill>
              <a:srgbClr val="FFFFFF">
                <a:alpha val="0"/>
              </a:srgbClr>
            </a:solidFill>
            <a:prstDash val="solid"/>
          </a:ln>
        </p:spPr>
      </p:sp>
      <p:sp>
        <p:nvSpPr>
          <p:cNvPr id="12" name="Shape 8"/>
          <p:cNvSpPr/>
          <p:nvPr/>
        </p:nvSpPr>
        <p:spPr>
          <a:xfrm>
            <a:off x="3454146" y="1965960"/>
            <a:ext cx="292608" cy="73152"/>
          </a:xfrm>
          <a:prstGeom prst="roundRect">
            <a:avLst>
              <a:gd name="adj" fmla="val 37500"/>
            </a:avLst>
          </a:prstGeom>
          <a:solidFill>
            <a:schemeClr val="accent1"/>
          </a:solidFill>
          <a:ln w="12700">
            <a:solidFill>
              <a:srgbClr val="FFFFFF">
                <a:alpha val="0"/>
              </a:srgbClr>
            </a:solidFill>
            <a:prstDash val="solid"/>
          </a:ln>
        </p:spPr>
      </p:sp>
      <p:sp>
        <p:nvSpPr>
          <p:cNvPr id="13" name="Shape 9"/>
          <p:cNvSpPr/>
          <p:nvPr/>
        </p:nvSpPr>
        <p:spPr>
          <a:xfrm>
            <a:off x="640080" y="2020824"/>
            <a:ext cx="3383280" cy="457200"/>
          </a:xfrm>
          <a:prstGeom prst="roundRect">
            <a:avLst>
              <a:gd name="adj" fmla="val 16000"/>
            </a:avLst>
          </a:prstGeom>
          <a:solidFill>
            <a:schemeClr val="accent1"/>
          </a:solidFill>
          <a:ln w="12700">
            <a:solidFill>
              <a:srgbClr val="FFFFFF">
                <a:alpha val="0"/>
              </a:srgbClr>
            </a:solidFill>
            <a:prstDash val="solid"/>
          </a:ln>
        </p:spPr>
      </p:sp>
      <p:sp>
        <p:nvSpPr>
          <p:cNvPr id="14" name="Text 10"/>
          <p:cNvSpPr txBox="1"/>
          <p:nvPr/>
        </p:nvSpPr>
        <p:spPr>
          <a:xfrm>
            <a:off x="713232" y="2020824"/>
            <a:ext cx="3236976" cy="457200"/>
          </a:xfrm>
          <a:prstGeom prst="rect">
            <a:avLst/>
          </a:prstGeom>
          <a:noFill/>
          <a:ln/>
        </p:spPr>
        <p:txBody>
          <a:bodyPr wrap="square" lIns="0" tIns="0" rIns="0" bIns="0" rtlCol="0" anchor="ctr"/>
          <a:lstStyle/>
          <a:p>
            <a:pPr algn="ctr" indent="0" marL="0">
              <a:buNone/>
            </a:pPr>
            <a:r>
              <a:rPr lang="en-US" sz="1800" b="1" i="1" dirty="0">
                <a:solidFill>
                  <a:schemeClr val="bg1"/>
                </a:solidFill>
              </a:rPr>
              <a:t>Hoe gaat het?</a:t>
            </a:r>
            <a:endParaRPr lang="en-US" sz="1800" dirty="0"/>
          </a:p>
        </p:txBody>
      </p:sp>
      <p:sp>
        <p:nvSpPr>
          <p:cNvPr id="15" name="Text 11"/>
          <p:cNvSpPr txBox="1"/>
          <p:nvPr/>
        </p:nvSpPr>
        <p:spPr>
          <a:xfrm>
            <a:off x="4343400" y="1965960"/>
            <a:ext cx="3657600" cy="566928"/>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dirty="0">
                <a:solidFill>
                  <a:schemeClr val="accent5"/>
                </a:solidFill>
              </a:rPr>
              <a:t>Comment va ça ?</a:t>
            </a:r>
            <a:r>
              <a:rPr lang="en-US" sz="1700" dirty="0">
                <a:solidFill>
                  <a:schemeClr val="accent5"/>
                </a:solidFill>
              </a:rPr>
              <a:t> »</a:t>
            </a:r>
            <a:endParaRPr lang="en-US" sz="1700" dirty="0"/>
          </a:p>
        </p:txBody>
      </p:sp>
      <p:sp>
        <p:nvSpPr>
          <p:cNvPr id="16" name="Shape 12"/>
          <p:cNvSpPr/>
          <p:nvPr/>
        </p:nvSpPr>
        <p:spPr>
          <a:xfrm>
            <a:off x="7726680" y="2249424"/>
            <a:ext cx="365760" cy="914"/>
          </a:xfrm>
          <a:prstGeom prst="line">
            <a:avLst/>
          </a:prstGeom>
          <a:noFill/>
          <a:ln w="25400">
            <a:solidFill>
              <a:srgbClr val="2E7D4F"/>
            </a:solidFill>
            <a:prstDash val="solid"/>
            <a:tailEnd type="triangle"/>
          </a:ln>
        </p:spPr>
      </p:sp>
      <p:sp>
        <p:nvSpPr>
          <p:cNvPr id="17" name="Text 13"/>
          <p:cNvSpPr txBox="1"/>
          <p:nvPr/>
        </p:nvSpPr>
        <p:spPr>
          <a:xfrm>
            <a:off x="8183880" y="1965960"/>
            <a:ext cx="3474720" cy="566928"/>
          </a:xfrm>
          <a:prstGeom prst="rect">
            <a:avLst/>
          </a:prstGeom>
          <a:noFill/>
          <a:ln/>
        </p:spPr>
        <p:txBody>
          <a:bodyPr wrap="square" lIns="0" tIns="0" rIns="0" bIns="0" rtlCol="0" anchor="ctr"/>
          <a:lstStyle/>
          <a:p>
            <a:pPr algn="l" indent="0" marL="0">
              <a:buNone/>
            </a:pPr>
            <a:r>
              <a:rPr lang="en-US" sz="1800" b="1" dirty="0">
                <a:solidFill>
                  <a:srgbClr val="1F6B3F"/>
                </a:solidFill>
              </a:rPr>
              <a:t>Ça va ?</a:t>
            </a:r>
            <a:endParaRPr lang="en-US" sz="1800" dirty="0"/>
          </a:p>
        </p:txBody>
      </p:sp>
      <p:sp>
        <p:nvSpPr>
          <p:cNvPr id="18" name="Shape 14"/>
          <p:cNvSpPr/>
          <p:nvPr/>
        </p:nvSpPr>
        <p:spPr>
          <a:xfrm>
            <a:off x="916686" y="2569464"/>
            <a:ext cx="292608" cy="73152"/>
          </a:xfrm>
          <a:prstGeom prst="roundRect">
            <a:avLst>
              <a:gd name="adj" fmla="val 37500"/>
            </a:avLst>
          </a:prstGeom>
          <a:solidFill>
            <a:schemeClr val="accent1"/>
          </a:solidFill>
          <a:ln w="12700">
            <a:solidFill>
              <a:srgbClr val="FFFFFF">
                <a:alpha val="0"/>
              </a:srgbClr>
            </a:solidFill>
            <a:prstDash val="solid"/>
          </a:ln>
        </p:spPr>
      </p:sp>
      <p:sp>
        <p:nvSpPr>
          <p:cNvPr id="19" name="Shape 15"/>
          <p:cNvSpPr/>
          <p:nvPr/>
        </p:nvSpPr>
        <p:spPr>
          <a:xfrm>
            <a:off x="1762506" y="2569464"/>
            <a:ext cx="292608" cy="73152"/>
          </a:xfrm>
          <a:prstGeom prst="roundRect">
            <a:avLst>
              <a:gd name="adj" fmla="val 37500"/>
            </a:avLst>
          </a:prstGeom>
          <a:solidFill>
            <a:schemeClr val="accent1"/>
          </a:solidFill>
          <a:ln w="12700">
            <a:solidFill>
              <a:srgbClr val="FFFFFF">
                <a:alpha val="0"/>
              </a:srgbClr>
            </a:solidFill>
            <a:prstDash val="solid"/>
          </a:ln>
        </p:spPr>
      </p:sp>
      <p:sp>
        <p:nvSpPr>
          <p:cNvPr id="20" name="Shape 16"/>
          <p:cNvSpPr/>
          <p:nvPr/>
        </p:nvSpPr>
        <p:spPr>
          <a:xfrm>
            <a:off x="2608326" y="2569464"/>
            <a:ext cx="292608" cy="73152"/>
          </a:xfrm>
          <a:prstGeom prst="roundRect">
            <a:avLst>
              <a:gd name="adj" fmla="val 37500"/>
            </a:avLst>
          </a:prstGeom>
          <a:solidFill>
            <a:schemeClr val="accent1"/>
          </a:solidFill>
          <a:ln w="12700">
            <a:solidFill>
              <a:srgbClr val="FFFFFF">
                <a:alpha val="0"/>
              </a:srgbClr>
            </a:solidFill>
            <a:prstDash val="solid"/>
          </a:ln>
        </p:spPr>
      </p:sp>
      <p:sp>
        <p:nvSpPr>
          <p:cNvPr id="21" name="Shape 17"/>
          <p:cNvSpPr/>
          <p:nvPr/>
        </p:nvSpPr>
        <p:spPr>
          <a:xfrm>
            <a:off x="3454146" y="2569464"/>
            <a:ext cx="292608" cy="73152"/>
          </a:xfrm>
          <a:prstGeom prst="roundRect">
            <a:avLst>
              <a:gd name="adj" fmla="val 37500"/>
            </a:avLst>
          </a:prstGeom>
          <a:solidFill>
            <a:schemeClr val="accent1"/>
          </a:solidFill>
          <a:ln w="12700">
            <a:solidFill>
              <a:srgbClr val="FFFFFF">
                <a:alpha val="0"/>
              </a:srgbClr>
            </a:solidFill>
            <a:prstDash val="solid"/>
          </a:ln>
        </p:spPr>
      </p:sp>
      <p:sp>
        <p:nvSpPr>
          <p:cNvPr id="22" name="Shape 18"/>
          <p:cNvSpPr/>
          <p:nvPr/>
        </p:nvSpPr>
        <p:spPr>
          <a:xfrm>
            <a:off x="640080" y="2624328"/>
            <a:ext cx="3383280" cy="457200"/>
          </a:xfrm>
          <a:prstGeom prst="roundRect">
            <a:avLst>
              <a:gd name="adj" fmla="val 16000"/>
            </a:avLst>
          </a:prstGeom>
          <a:solidFill>
            <a:schemeClr val="accent1"/>
          </a:solidFill>
          <a:ln w="12700">
            <a:solidFill>
              <a:srgbClr val="FFFFFF">
                <a:alpha val="0"/>
              </a:srgbClr>
            </a:solidFill>
            <a:prstDash val="solid"/>
          </a:ln>
        </p:spPr>
      </p:sp>
      <p:sp>
        <p:nvSpPr>
          <p:cNvPr id="23" name="Text 19"/>
          <p:cNvSpPr txBox="1"/>
          <p:nvPr/>
        </p:nvSpPr>
        <p:spPr>
          <a:xfrm>
            <a:off x="713232" y="2624328"/>
            <a:ext cx="3236976" cy="457200"/>
          </a:xfrm>
          <a:prstGeom prst="rect">
            <a:avLst/>
          </a:prstGeom>
          <a:noFill/>
          <a:ln/>
        </p:spPr>
        <p:txBody>
          <a:bodyPr wrap="square" lIns="0" tIns="0" rIns="0" bIns="0" rtlCol="0" anchor="ctr"/>
          <a:lstStyle/>
          <a:p>
            <a:pPr algn="ctr" indent="0" marL="0">
              <a:buNone/>
            </a:pPr>
            <a:r>
              <a:rPr lang="en-US" sz="1800" b="1" i="1" dirty="0">
                <a:solidFill>
                  <a:schemeClr val="bg1"/>
                </a:solidFill>
              </a:rPr>
              <a:t>Hoe oud ben je?</a:t>
            </a:r>
            <a:endParaRPr lang="en-US" sz="1800" dirty="0"/>
          </a:p>
        </p:txBody>
      </p:sp>
      <p:sp>
        <p:nvSpPr>
          <p:cNvPr id="24" name="Text 20"/>
          <p:cNvSpPr txBox="1"/>
          <p:nvPr/>
        </p:nvSpPr>
        <p:spPr>
          <a:xfrm>
            <a:off x="4343400" y="2569464"/>
            <a:ext cx="3657600" cy="566928"/>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dirty="0">
                <a:solidFill>
                  <a:schemeClr val="accent5"/>
                </a:solidFill>
              </a:rPr>
              <a:t>Comment vieux es-tu ?</a:t>
            </a:r>
            <a:r>
              <a:rPr lang="en-US" sz="1700" dirty="0">
                <a:solidFill>
                  <a:schemeClr val="accent5"/>
                </a:solidFill>
              </a:rPr>
              <a:t> »</a:t>
            </a:r>
            <a:endParaRPr lang="en-US" sz="1700" dirty="0"/>
          </a:p>
        </p:txBody>
      </p:sp>
      <p:sp>
        <p:nvSpPr>
          <p:cNvPr id="25" name="Shape 21"/>
          <p:cNvSpPr/>
          <p:nvPr/>
        </p:nvSpPr>
        <p:spPr>
          <a:xfrm>
            <a:off x="7726680" y="2852928"/>
            <a:ext cx="365760" cy="914"/>
          </a:xfrm>
          <a:prstGeom prst="line">
            <a:avLst/>
          </a:prstGeom>
          <a:noFill/>
          <a:ln w="25400">
            <a:solidFill>
              <a:srgbClr val="2E7D4F"/>
            </a:solidFill>
            <a:prstDash val="solid"/>
            <a:tailEnd type="triangle"/>
          </a:ln>
        </p:spPr>
      </p:sp>
      <p:sp>
        <p:nvSpPr>
          <p:cNvPr id="26" name="Text 22"/>
          <p:cNvSpPr txBox="1"/>
          <p:nvPr/>
        </p:nvSpPr>
        <p:spPr>
          <a:xfrm>
            <a:off x="8183880" y="2569464"/>
            <a:ext cx="3474720" cy="566928"/>
          </a:xfrm>
          <a:prstGeom prst="rect">
            <a:avLst/>
          </a:prstGeom>
          <a:noFill/>
          <a:ln/>
        </p:spPr>
        <p:txBody>
          <a:bodyPr wrap="square" lIns="0" tIns="0" rIns="0" bIns="0" rtlCol="0" anchor="ctr"/>
          <a:lstStyle/>
          <a:p>
            <a:pPr algn="l" indent="0" marL="0">
              <a:buNone/>
            </a:pPr>
            <a:r>
              <a:rPr lang="en-US" sz="1800" b="1" dirty="0">
                <a:solidFill>
                  <a:srgbClr val="1F6B3F"/>
                </a:solidFill>
              </a:rPr>
              <a:t>Quel âge as-tu ?</a:t>
            </a:r>
            <a:endParaRPr lang="en-US" sz="1800" dirty="0"/>
          </a:p>
        </p:txBody>
      </p:sp>
      <p:sp>
        <p:nvSpPr>
          <p:cNvPr id="27" name="Shape 23"/>
          <p:cNvSpPr/>
          <p:nvPr/>
        </p:nvSpPr>
        <p:spPr>
          <a:xfrm>
            <a:off x="916686" y="3172968"/>
            <a:ext cx="292608" cy="73152"/>
          </a:xfrm>
          <a:prstGeom prst="roundRect">
            <a:avLst>
              <a:gd name="adj" fmla="val 37500"/>
            </a:avLst>
          </a:prstGeom>
          <a:solidFill>
            <a:schemeClr val="accent1"/>
          </a:solidFill>
          <a:ln w="12700">
            <a:solidFill>
              <a:srgbClr val="FFFFFF">
                <a:alpha val="0"/>
              </a:srgbClr>
            </a:solidFill>
            <a:prstDash val="solid"/>
          </a:ln>
        </p:spPr>
      </p:sp>
      <p:sp>
        <p:nvSpPr>
          <p:cNvPr id="28" name="Shape 24"/>
          <p:cNvSpPr/>
          <p:nvPr/>
        </p:nvSpPr>
        <p:spPr>
          <a:xfrm>
            <a:off x="1762506" y="3172968"/>
            <a:ext cx="292608" cy="73152"/>
          </a:xfrm>
          <a:prstGeom prst="roundRect">
            <a:avLst>
              <a:gd name="adj" fmla="val 37500"/>
            </a:avLst>
          </a:prstGeom>
          <a:solidFill>
            <a:schemeClr val="accent1"/>
          </a:solidFill>
          <a:ln w="12700">
            <a:solidFill>
              <a:srgbClr val="FFFFFF">
                <a:alpha val="0"/>
              </a:srgbClr>
            </a:solidFill>
            <a:prstDash val="solid"/>
          </a:ln>
        </p:spPr>
      </p:sp>
      <p:sp>
        <p:nvSpPr>
          <p:cNvPr id="29" name="Shape 25"/>
          <p:cNvSpPr/>
          <p:nvPr/>
        </p:nvSpPr>
        <p:spPr>
          <a:xfrm>
            <a:off x="2608326" y="3172968"/>
            <a:ext cx="292608" cy="73152"/>
          </a:xfrm>
          <a:prstGeom prst="roundRect">
            <a:avLst>
              <a:gd name="adj" fmla="val 37500"/>
            </a:avLst>
          </a:prstGeom>
          <a:solidFill>
            <a:schemeClr val="accent1"/>
          </a:solidFill>
          <a:ln w="12700">
            <a:solidFill>
              <a:srgbClr val="FFFFFF">
                <a:alpha val="0"/>
              </a:srgbClr>
            </a:solidFill>
            <a:prstDash val="solid"/>
          </a:ln>
        </p:spPr>
      </p:sp>
      <p:sp>
        <p:nvSpPr>
          <p:cNvPr id="30" name="Shape 26"/>
          <p:cNvSpPr/>
          <p:nvPr/>
        </p:nvSpPr>
        <p:spPr>
          <a:xfrm>
            <a:off x="3454146" y="3172968"/>
            <a:ext cx="292608" cy="73152"/>
          </a:xfrm>
          <a:prstGeom prst="roundRect">
            <a:avLst>
              <a:gd name="adj" fmla="val 37500"/>
            </a:avLst>
          </a:prstGeom>
          <a:solidFill>
            <a:schemeClr val="accent1"/>
          </a:solidFill>
          <a:ln w="12700">
            <a:solidFill>
              <a:srgbClr val="FFFFFF">
                <a:alpha val="0"/>
              </a:srgbClr>
            </a:solidFill>
            <a:prstDash val="solid"/>
          </a:ln>
        </p:spPr>
      </p:sp>
      <p:sp>
        <p:nvSpPr>
          <p:cNvPr id="31" name="Shape 27"/>
          <p:cNvSpPr/>
          <p:nvPr/>
        </p:nvSpPr>
        <p:spPr>
          <a:xfrm>
            <a:off x="640080" y="3227832"/>
            <a:ext cx="3383280" cy="457200"/>
          </a:xfrm>
          <a:prstGeom prst="roundRect">
            <a:avLst>
              <a:gd name="adj" fmla="val 16000"/>
            </a:avLst>
          </a:prstGeom>
          <a:solidFill>
            <a:schemeClr val="accent1"/>
          </a:solidFill>
          <a:ln w="12700">
            <a:solidFill>
              <a:srgbClr val="FFFFFF">
                <a:alpha val="0"/>
              </a:srgbClr>
            </a:solidFill>
            <a:prstDash val="solid"/>
          </a:ln>
        </p:spPr>
      </p:sp>
      <p:sp>
        <p:nvSpPr>
          <p:cNvPr id="32" name="Text 28"/>
          <p:cNvSpPr txBox="1"/>
          <p:nvPr/>
        </p:nvSpPr>
        <p:spPr>
          <a:xfrm>
            <a:off x="713232" y="3227832"/>
            <a:ext cx="3236976" cy="457200"/>
          </a:xfrm>
          <a:prstGeom prst="rect">
            <a:avLst/>
          </a:prstGeom>
          <a:noFill/>
          <a:ln/>
        </p:spPr>
        <p:txBody>
          <a:bodyPr wrap="square" lIns="0" tIns="0" rIns="0" bIns="0" rtlCol="0" anchor="ctr"/>
          <a:lstStyle/>
          <a:p>
            <a:pPr algn="ctr" indent="0" marL="0">
              <a:buNone/>
            </a:pPr>
            <a:r>
              <a:rPr lang="en-US" sz="1800" b="1" i="1" dirty="0">
                <a:solidFill>
                  <a:schemeClr val="bg1"/>
                </a:solidFill>
              </a:rPr>
              <a:t>Tot ziens!</a:t>
            </a:r>
            <a:endParaRPr lang="en-US" sz="1800" dirty="0"/>
          </a:p>
        </p:txBody>
      </p:sp>
      <p:sp>
        <p:nvSpPr>
          <p:cNvPr id="33" name="Text 29"/>
          <p:cNvSpPr txBox="1"/>
          <p:nvPr/>
        </p:nvSpPr>
        <p:spPr>
          <a:xfrm>
            <a:off x="4343400" y="3172968"/>
            <a:ext cx="3657600" cy="566928"/>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dirty="0">
                <a:solidFill>
                  <a:schemeClr val="accent5"/>
                </a:solidFill>
              </a:rPr>
              <a:t>Jusqu’au revoir !</a:t>
            </a:r>
            <a:r>
              <a:rPr lang="en-US" sz="1700" dirty="0">
                <a:solidFill>
                  <a:schemeClr val="accent5"/>
                </a:solidFill>
              </a:rPr>
              <a:t> »</a:t>
            </a:r>
            <a:endParaRPr lang="en-US" sz="1700" dirty="0"/>
          </a:p>
        </p:txBody>
      </p:sp>
      <p:sp>
        <p:nvSpPr>
          <p:cNvPr id="34" name="Shape 30"/>
          <p:cNvSpPr/>
          <p:nvPr/>
        </p:nvSpPr>
        <p:spPr>
          <a:xfrm>
            <a:off x="7726680" y="3456432"/>
            <a:ext cx="365760" cy="914"/>
          </a:xfrm>
          <a:prstGeom prst="line">
            <a:avLst/>
          </a:prstGeom>
          <a:noFill/>
          <a:ln w="25400">
            <a:solidFill>
              <a:srgbClr val="2E7D4F"/>
            </a:solidFill>
            <a:prstDash val="solid"/>
            <a:tailEnd type="triangle"/>
          </a:ln>
        </p:spPr>
      </p:sp>
      <p:sp>
        <p:nvSpPr>
          <p:cNvPr id="35" name="Text 31"/>
          <p:cNvSpPr txBox="1"/>
          <p:nvPr/>
        </p:nvSpPr>
        <p:spPr>
          <a:xfrm>
            <a:off x="8183880" y="3172968"/>
            <a:ext cx="3474720" cy="566928"/>
          </a:xfrm>
          <a:prstGeom prst="rect">
            <a:avLst/>
          </a:prstGeom>
          <a:noFill/>
          <a:ln/>
        </p:spPr>
        <p:txBody>
          <a:bodyPr wrap="square" lIns="0" tIns="0" rIns="0" bIns="0" rtlCol="0" anchor="ctr"/>
          <a:lstStyle/>
          <a:p>
            <a:pPr algn="l" indent="0" marL="0">
              <a:buNone/>
            </a:pPr>
            <a:r>
              <a:rPr lang="en-US" sz="1800" b="1" dirty="0">
                <a:solidFill>
                  <a:srgbClr val="1F6B3F"/>
                </a:solidFill>
              </a:rPr>
              <a:t>Au revoir !</a:t>
            </a:r>
            <a:endParaRPr lang="en-US" sz="1800" dirty="0"/>
          </a:p>
        </p:txBody>
      </p:sp>
      <p:sp>
        <p:nvSpPr>
          <p:cNvPr id="36" name="Shape 32"/>
          <p:cNvSpPr/>
          <p:nvPr/>
        </p:nvSpPr>
        <p:spPr>
          <a:xfrm>
            <a:off x="916686" y="3776472"/>
            <a:ext cx="292608" cy="73152"/>
          </a:xfrm>
          <a:prstGeom prst="roundRect">
            <a:avLst>
              <a:gd name="adj" fmla="val 37500"/>
            </a:avLst>
          </a:prstGeom>
          <a:solidFill>
            <a:schemeClr val="accent1"/>
          </a:solidFill>
          <a:ln w="12700">
            <a:solidFill>
              <a:srgbClr val="FFFFFF">
                <a:alpha val="0"/>
              </a:srgbClr>
            </a:solidFill>
            <a:prstDash val="solid"/>
          </a:ln>
        </p:spPr>
      </p:sp>
      <p:sp>
        <p:nvSpPr>
          <p:cNvPr id="37" name="Shape 33"/>
          <p:cNvSpPr/>
          <p:nvPr/>
        </p:nvSpPr>
        <p:spPr>
          <a:xfrm>
            <a:off x="1762506" y="3776472"/>
            <a:ext cx="292608" cy="73152"/>
          </a:xfrm>
          <a:prstGeom prst="roundRect">
            <a:avLst>
              <a:gd name="adj" fmla="val 37500"/>
            </a:avLst>
          </a:prstGeom>
          <a:solidFill>
            <a:schemeClr val="accent1"/>
          </a:solidFill>
          <a:ln w="12700">
            <a:solidFill>
              <a:srgbClr val="FFFFFF">
                <a:alpha val="0"/>
              </a:srgbClr>
            </a:solidFill>
            <a:prstDash val="solid"/>
          </a:ln>
        </p:spPr>
      </p:sp>
      <p:sp>
        <p:nvSpPr>
          <p:cNvPr id="38" name="Shape 34"/>
          <p:cNvSpPr/>
          <p:nvPr/>
        </p:nvSpPr>
        <p:spPr>
          <a:xfrm>
            <a:off x="2608326" y="3776472"/>
            <a:ext cx="292608" cy="73152"/>
          </a:xfrm>
          <a:prstGeom prst="roundRect">
            <a:avLst>
              <a:gd name="adj" fmla="val 37500"/>
            </a:avLst>
          </a:prstGeom>
          <a:solidFill>
            <a:schemeClr val="accent1"/>
          </a:solidFill>
          <a:ln w="12700">
            <a:solidFill>
              <a:srgbClr val="FFFFFF">
                <a:alpha val="0"/>
              </a:srgbClr>
            </a:solidFill>
            <a:prstDash val="solid"/>
          </a:ln>
        </p:spPr>
      </p:sp>
      <p:sp>
        <p:nvSpPr>
          <p:cNvPr id="39" name="Shape 35"/>
          <p:cNvSpPr/>
          <p:nvPr/>
        </p:nvSpPr>
        <p:spPr>
          <a:xfrm>
            <a:off x="3454146" y="3776472"/>
            <a:ext cx="292608" cy="73152"/>
          </a:xfrm>
          <a:prstGeom prst="roundRect">
            <a:avLst>
              <a:gd name="adj" fmla="val 37500"/>
            </a:avLst>
          </a:prstGeom>
          <a:solidFill>
            <a:schemeClr val="accent1"/>
          </a:solidFill>
          <a:ln w="12700">
            <a:solidFill>
              <a:srgbClr val="FFFFFF">
                <a:alpha val="0"/>
              </a:srgbClr>
            </a:solidFill>
            <a:prstDash val="solid"/>
          </a:ln>
        </p:spPr>
      </p:sp>
      <p:sp>
        <p:nvSpPr>
          <p:cNvPr id="40" name="Shape 36"/>
          <p:cNvSpPr/>
          <p:nvPr/>
        </p:nvSpPr>
        <p:spPr>
          <a:xfrm>
            <a:off x="640080" y="3831336"/>
            <a:ext cx="3383280" cy="457200"/>
          </a:xfrm>
          <a:prstGeom prst="roundRect">
            <a:avLst>
              <a:gd name="adj" fmla="val 16000"/>
            </a:avLst>
          </a:prstGeom>
          <a:solidFill>
            <a:schemeClr val="accent1"/>
          </a:solidFill>
          <a:ln w="12700">
            <a:solidFill>
              <a:srgbClr val="FFFFFF">
                <a:alpha val="0"/>
              </a:srgbClr>
            </a:solidFill>
            <a:prstDash val="solid"/>
          </a:ln>
        </p:spPr>
      </p:sp>
      <p:sp>
        <p:nvSpPr>
          <p:cNvPr id="41" name="Text 37"/>
          <p:cNvSpPr txBox="1"/>
          <p:nvPr/>
        </p:nvSpPr>
        <p:spPr>
          <a:xfrm>
            <a:off x="713232" y="3831336"/>
            <a:ext cx="3236976" cy="457200"/>
          </a:xfrm>
          <a:prstGeom prst="rect">
            <a:avLst/>
          </a:prstGeom>
          <a:noFill/>
          <a:ln/>
        </p:spPr>
        <p:txBody>
          <a:bodyPr wrap="square" lIns="0" tIns="0" rIns="0" bIns="0" rtlCol="0" anchor="ctr"/>
          <a:lstStyle/>
          <a:p>
            <a:pPr algn="ctr" indent="0" marL="0">
              <a:buNone/>
            </a:pPr>
            <a:r>
              <a:rPr lang="en-US" sz="1800" b="1" i="1" dirty="0">
                <a:solidFill>
                  <a:schemeClr val="bg1"/>
                </a:solidFill>
              </a:rPr>
              <a:t>Dank je wel!</a:t>
            </a:r>
            <a:endParaRPr lang="en-US" sz="1800" dirty="0"/>
          </a:p>
        </p:txBody>
      </p:sp>
      <p:sp>
        <p:nvSpPr>
          <p:cNvPr id="42" name="Text 38"/>
          <p:cNvSpPr txBox="1"/>
          <p:nvPr/>
        </p:nvSpPr>
        <p:spPr>
          <a:xfrm>
            <a:off x="4343400" y="3776472"/>
            <a:ext cx="3657600" cy="566928"/>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dirty="0">
                <a:solidFill>
                  <a:schemeClr val="accent5"/>
                </a:solidFill>
              </a:rPr>
              <a:t>Te remercie bien !</a:t>
            </a:r>
            <a:r>
              <a:rPr lang="en-US" sz="1700" dirty="0">
                <a:solidFill>
                  <a:schemeClr val="accent5"/>
                </a:solidFill>
              </a:rPr>
              <a:t> »</a:t>
            </a:r>
            <a:endParaRPr lang="en-US" sz="1700" dirty="0"/>
          </a:p>
        </p:txBody>
      </p:sp>
      <p:sp>
        <p:nvSpPr>
          <p:cNvPr id="43" name="Shape 39"/>
          <p:cNvSpPr/>
          <p:nvPr/>
        </p:nvSpPr>
        <p:spPr>
          <a:xfrm>
            <a:off x="7726680" y="4059936"/>
            <a:ext cx="365760" cy="914"/>
          </a:xfrm>
          <a:prstGeom prst="line">
            <a:avLst/>
          </a:prstGeom>
          <a:noFill/>
          <a:ln w="25400">
            <a:solidFill>
              <a:srgbClr val="2E7D4F"/>
            </a:solidFill>
            <a:prstDash val="solid"/>
            <a:tailEnd type="triangle"/>
          </a:ln>
        </p:spPr>
      </p:sp>
      <p:sp>
        <p:nvSpPr>
          <p:cNvPr id="44" name="Text 40"/>
          <p:cNvSpPr txBox="1"/>
          <p:nvPr/>
        </p:nvSpPr>
        <p:spPr>
          <a:xfrm>
            <a:off x="8183880" y="3776472"/>
            <a:ext cx="3474720" cy="566928"/>
          </a:xfrm>
          <a:prstGeom prst="rect">
            <a:avLst/>
          </a:prstGeom>
          <a:noFill/>
          <a:ln/>
        </p:spPr>
        <p:txBody>
          <a:bodyPr wrap="square" lIns="0" tIns="0" rIns="0" bIns="0" rtlCol="0" anchor="ctr"/>
          <a:lstStyle/>
          <a:p>
            <a:pPr algn="l" indent="0" marL="0">
              <a:buNone/>
            </a:pPr>
            <a:r>
              <a:rPr lang="en-US" sz="1800" b="1" dirty="0">
                <a:solidFill>
                  <a:srgbClr val="1F6B3F"/>
                </a:solidFill>
              </a:rPr>
              <a:t>Merci beaucoup !</a:t>
            </a:r>
            <a:endParaRPr lang="en-US" sz="1800" dirty="0"/>
          </a:p>
        </p:txBody>
      </p:sp>
      <p:sp>
        <p:nvSpPr>
          <p:cNvPr id="45" name="Shape 41"/>
          <p:cNvSpPr/>
          <p:nvPr/>
        </p:nvSpPr>
        <p:spPr>
          <a:xfrm>
            <a:off x="916686" y="4379976"/>
            <a:ext cx="292608" cy="73152"/>
          </a:xfrm>
          <a:prstGeom prst="roundRect">
            <a:avLst>
              <a:gd name="adj" fmla="val 37500"/>
            </a:avLst>
          </a:prstGeom>
          <a:solidFill>
            <a:schemeClr val="accent1"/>
          </a:solidFill>
          <a:ln w="12700">
            <a:solidFill>
              <a:srgbClr val="FFFFFF">
                <a:alpha val="0"/>
              </a:srgbClr>
            </a:solidFill>
            <a:prstDash val="solid"/>
          </a:ln>
        </p:spPr>
      </p:sp>
      <p:sp>
        <p:nvSpPr>
          <p:cNvPr id="46" name="Shape 42"/>
          <p:cNvSpPr/>
          <p:nvPr/>
        </p:nvSpPr>
        <p:spPr>
          <a:xfrm>
            <a:off x="1762506" y="4379976"/>
            <a:ext cx="292608" cy="73152"/>
          </a:xfrm>
          <a:prstGeom prst="roundRect">
            <a:avLst>
              <a:gd name="adj" fmla="val 37500"/>
            </a:avLst>
          </a:prstGeom>
          <a:solidFill>
            <a:schemeClr val="accent1"/>
          </a:solidFill>
          <a:ln w="12700">
            <a:solidFill>
              <a:srgbClr val="FFFFFF">
                <a:alpha val="0"/>
              </a:srgbClr>
            </a:solidFill>
            <a:prstDash val="solid"/>
          </a:ln>
        </p:spPr>
      </p:sp>
      <p:sp>
        <p:nvSpPr>
          <p:cNvPr id="47" name="Shape 43"/>
          <p:cNvSpPr/>
          <p:nvPr/>
        </p:nvSpPr>
        <p:spPr>
          <a:xfrm>
            <a:off x="2608326" y="4379976"/>
            <a:ext cx="292608" cy="73152"/>
          </a:xfrm>
          <a:prstGeom prst="roundRect">
            <a:avLst>
              <a:gd name="adj" fmla="val 37500"/>
            </a:avLst>
          </a:prstGeom>
          <a:solidFill>
            <a:schemeClr val="accent1"/>
          </a:solidFill>
          <a:ln w="12700">
            <a:solidFill>
              <a:srgbClr val="FFFFFF">
                <a:alpha val="0"/>
              </a:srgbClr>
            </a:solidFill>
            <a:prstDash val="solid"/>
          </a:ln>
        </p:spPr>
      </p:sp>
      <p:sp>
        <p:nvSpPr>
          <p:cNvPr id="48" name="Shape 44"/>
          <p:cNvSpPr/>
          <p:nvPr/>
        </p:nvSpPr>
        <p:spPr>
          <a:xfrm>
            <a:off x="3454146" y="4379976"/>
            <a:ext cx="292608" cy="73152"/>
          </a:xfrm>
          <a:prstGeom prst="roundRect">
            <a:avLst>
              <a:gd name="adj" fmla="val 37500"/>
            </a:avLst>
          </a:prstGeom>
          <a:solidFill>
            <a:schemeClr val="accent1"/>
          </a:solidFill>
          <a:ln w="12700">
            <a:solidFill>
              <a:srgbClr val="FFFFFF">
                <a:alpha val="0"/>
              </a:srgbClr>
            </a:solidFill>
            <a:prstDash val="solid"/>
          </a:ln>
        </p:spPr>
      </p:sp>
      <p:sp>
        <p:nvSpPr>
          <p:cNvPr id="49" name="Shape 45"/>
          <p:cNvSpPr/>
          <p:nvPr/>
        </p:nvSpPr>
        <p:spPr>
          <a:xfrm>
            <a:off x="640080" y="4434840"/>
            <a:ext cx="3383280" cy="457200"/>
          </a:xfrm>
          <a:prstGeom prst="roundRect">
            <a:avLst>
              <a:gd name="adj" fmla="val 16000"/>
            </a:avLst>
          </a:prstGeom>
          <a:solidFill>
            <a:schemeClr val="accent1"/>
          </a:solidFill>
          <a:ln w="12700">
            <a:solidFill>
              <a:srgbClr val="FFFFFF">
                <a:alpha val="0"/>
              </a:srgbClr>
            </a:solidFill>
            <a:prstDash val="solid"/>
          </a:ln>
        </p:spPr>
      </p:sp>
      <p:sp>
        <p:nvSpPr>
          <p:cNvPr id="50" name="Text 46"/>
          <p:cNvSpPr txBox="1"/>
          <p:nvPr/>
        </p:nvSpPr>
        <p:spPr>
          <a:xfrm>
            <a:off x="713232" y="4434840"/>
            <a:ext cx="3236976" cy="457200"/>
          </a:xfrm>
          <a:prstGeom prst="rect">
            <a:avLst/>
          </a:prstGeom>
          <a:noFill/>
          <a:ln/>
        </p:spPr>
        <p:txBody>
          <a:bodyPr wrap="square" lIns="0" tIns="0" rIns="0" bIns="0" rtlCol="0" anchor="ctr"/>
          <a:lstStyle/>
          <a:p>
            <a:pPr algn="ctr" indent="0" marL="0">
              <a:buNone/>
            </a:pPr>
            <a:r>
              <a:rPr lang="en-US" sz="1800" b="1" i="1" dirty="0">
                <a:solidFill>
                  <a:schemeClr val="bg1"/>
                </a:solidFill>
              </a:rPr>
              <a:t>Graag gedaan!</a:t>
            </a:r>
            <a:endParaRPr lang="en-US" sz="1800" dirty="0"/>
          </a:p>
        </p:txBody>
      </p:sp>
      <p:sp>
        <p:nvSpPr>
          <p:cNvPr id="51" name="Text 47"/>
          <p:cNvSpPr txBox="1"/>
          <p:nvPr/>
        </p:nvSpPr>
        <p:spPr>
          <a:xfrm>
            <a:off x="4343400" y="4379976"/>
            <a:ext cx="3657600" cy="566928"/>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dirty="0">
                <a:solidFill>
                  <a:schemeClr val="accent5"/>
                </a:solidFill>
              </a:rPr>
              <a:t>Volontiers fait !</a:t>
            </a:r>
            <a:r>
              <a:rPr lang="en-US" sz="1700" dirty="0">
                <a:solidFill>
                  <a:schemeClr val="accent5"/>
                </a:solidFill>
              </a:rPr>
              <a:t> »</a:t>
            </a:r>
            <a:endParaRPr lang="en-US" sz="1700" dirty="0"/>
          </a:p>
        </p:txBody>
      </p:sp>
      <p:sp>
        <p:nvSpPr>
          <p:cNvPr id="52" name="Shape 48"/>
          <p:cNvSpPr/>
          <p:nvPr/>
        </p:nvSpPr>
        <p:spPr>
          <a:xfrm>
            <a:off x="7726680" y="4663440"/>
            <a:ext cx="365760" cy="914"/>
          </a:xfrm>
          <a:prstGeom prst="line">
            <a:avLst/>
          </a:prstGeom>
          <a:noFill/>
          <a:ln w="25400">
            <a:solidFill>
              <a:srgbClr val="2E7D4F"/>
            </a:solidFill>
            <a:prstDash val="solid"/>
            <a:tailEnd type="triangle"/>
          </a:ln>
        </p:spPr>
      </p:sp>
      <p:sp>
        <p:nvSpPr>
          <p:cNvPr id="53" name="Text 49"/>
          <p:cNvSpPr txBox="1"/>
          <p:nvPr/>
        </p:nvSpPr>
        <p:spPr>
          <a:xfrm>
            <a:off x="8183880" y="4379976"/>
            <a:ext cx="3474720" cy="566928"/>
          </a:xfrm>
          <a:prstGeom prst="rect">
            <a:avLst/>
          </a:prstGeom>
          <a:noFill/>
          <a:ln/>
        </p:spPr>
        <p:txBody>
          <a:bodyPr wrap="square" lIns="0" tIns="0" rIns="0" bIns="0" rtlCol="0" anchor="ctr"/>
          <a:lstStyle/>
          <a:p>
            <a:pPr algn="l" indent="0" marL="0">
              <a:buNone/>
            </a:pPr>
            <a:r>
              <a:rPr lang="en-US" sz="1800" b="1" dirty="0">
                <a:solidFill>
                  <a:srgbClr val="1F6B3F"/>
                </a:solidFill>
              </a:rPr>
              <a:t>De rien !</a:t>
            </a:r>
            <a:endParaRPr lang="en-US" sz="1800" dirty="0"/>
          </a:p>
        </p:txBody>
      </p:sp>
      <p:sp>
        <p:nvSpPr>
          <p:cNvPr id="54" name="Shape 50"/>
          <p:cNvSpPr/>
          <p:nvPr/>
        </p:nvSpPr>
        <p:spPr>
          <a:xfrm>
            <a:off x="916686" y="4983480"/>
            <a:ext cx="292608" cy="73152"/>
          </a:xfrm>
          <a:prstGeom prst="roundRect">
            <a:avLst>
              <a:gd name="adj" fmla="val 37500"/>
            </a:avLst>
          </a:prstGeom>
          <a:solidFill>
            <a:schemeClr val="accent1"/>
          </a:solidFill>
          <a:ln w="12700">
            <a:solidFill>
              <a:srgbClr val="FFFFFF">
                <a:alpha val="0"/>
              </a:srgbClr>
            </a:solidFill>
            <a:prstDash val="solid"/>
          </a:ln>
        </p:spPr>
      </p:sp>
      <p:sp>
        <p:nvSpPr>
          <p:cNvPr id="55" name="Shape 51"/>
          <p:cNvSpPr/>
          <p:nvPr/>
        </p:nvSpPr>
        <p:spPr>
          <a:xfrm>
            <a:off x="1762506" y="4983480"/>
            <a:ext cx="292608" cy="73152"/>
          </a:xfrm>
          <a:prstGeom prst="roundRect">
            <a:avLst>
              <a:gd name="adj" fmla="val 37500"/>
            </a:avLst>
          </a:prstGeom>
          <a:solidFill>
            <a:schemeClr val="accent1"/>
          </a:solidFill>
          <a:ln w="12700">
            <a:solidFill>
              <a:srgbClr val="FFFFFF">
                <a:alpha val="0"/>
              </a:srgbClr>
            </a:solidFill>
            <a:prstDash val="solid"/>
          </a:ln>
        </p:spPr>
      </p:sp>
      <p:sp>
        <p:nvSpPr>
          <p:cNvPr id="56" name="Shape 52"/>
          <p:cNvSpPr/>
          <p:nvPr/>
        </p:nvSpPr>
        <p:spPr>
          <a:xfrm>
            <a:off x="2608326" y="4983480"/>
            <a:ext cx="292608" cy="73152"/>
          </a:xfrm>
          <a:prstGeom prst="roundRect">
            <a:avLst>
              <a:gd name="adj" fmla="val 37500"/>
            </a:avLst>
          </a:prstGeom>
          <a:solidFill>
            <a:schemeClr val="accent1"/>
          </a:solidFill>
          <a:ln w="12700">
            <a:solidFill>
              <a:srgbClr val="FFFFFF">
                <a:alpha val="0"/>
              </a:srgbClr>
            </a:solidFill>
            <a:prstDash val="solid"/>
          </a:ln>
        </p:spPr>
      </p:sp>
      <p:sp>
        <p:nvSpPr>
          <p:cNvPr id="57" name="Shape 53"/>
          <p:cNvSpPr/>
          <p:nvPr/>
        </p:nvSpPr>
        <p:spPr>
          <a:xfrm>
            <a:off x="3454146" y="4983480"/>
            <a:ext cx="292608" cy="73152"/>
          </a:xfrm>
          <a:prstGeom prst="roundRect">
            <a:avLst>
              <a:gd name="adj" fmla="val 37500"/>
            </a:avLst>
          </a:prstGeom>
          <a:solidFill>
            <a:schemeClr val="accent1"/>
          </a:solidFill>
          <a:ln w="12700">
            <a:solidFill>
              <a:srgbClr val="FFFFFF">
                <a:alpha val="0"/>
              </a:srgbClr>
            </a:solidFill>
            <a:prstDash val="solid"/>
          </a:ln>
        </p:spPr>
      </p:sp>
      <p:sp>
        <p:nvSpPr>
          <p:cNvPr id="58" name="Shape 54"/>
          <p:cNvSpPr/>
          <p:nvPr/>
        </p:nvSpPr>
        <p:spPr>
          <a:xfrm>
            <a:off x="640080" y="5038344"/>
            <a:ext cx="3383280" cy="457200"/>
          </a:xfrm>
          <a:prstGeom prst="roundRect">
            <a:avLst>
              <a:gd name="adj" fmla="val 16000"/>
            </a:avLst>
          </a:prstGeom>
          <a:solidFill>
            <a:schemeClr val="accent1"/>
          </a:solidFill>
          <a:ln w="12700">
            <a:solidFill>
              <a:srgbClr val="FFFFFF">
                <a:alpha val="0"/>
              </a:srgbClr>
            </a:solidFill>
            <a:prstDash val="solid"/>
          </a:ln>
        </p:spPr>
      </p:sp>
      <p:sp>
        <p:nvSpPr>
          <p:cNvPr id="59" name="Text 55"/>
          <p:cNvSpPr txBox="1"/>
          <p:nvPr/>
        </p:nvSpPr>
        <p:spPr>
          <a:xfrm>
            <a:off x="713232" y="5038344"/>
            <a:ext cx="3236976" cy="457200"/>
          </a:xfrm>
          <a:prstGeom prst="rect">
            <a:avLst/>
          </a:prstGeom>
          <a:noFill/>
          <a:ln/>
        </p:spPr>
        <p:txBody>
          <a:bodyPr wrap="square" lIns="0" tIns="0" rIns="0" bIns="0" rtlCol="0" anchor="ctr"/>
          <a:lstStyle/>
          <a:p>
            <a:pPr algn="ctr" indent="0" marL="0">
              <a:buNone/>
            </a:pPr>
            <a:r>
              <a:rPr lang="en-US" sz="1800" b="1" i="1" dirty="0">
                <a:solidFill>
                  <a:schemeClr val="bg1"/>
                </a:solidFill>
              </a:rPr>
              <a:t>Ik ben 25 jaar.</a:t>
            </a:r>
            <a:endParaRPr lang="en-US" sz="1800" dirty="0"/>
          </a:p>
        </p:txBody>
      </p:sp>
      <p:sp>
        <p:nvSpPr>
          <p:cNvPr id="60" name="Text 56"/>
          <p:cNvSpPr txBox="1"/>
          <p:nvPr/>
        </p:nvSpPr>
        <p:spPr>
          <a:xfrm>
            <a:off x="4343400" y="4983480"/>
            <a:ext cx="3657600" cy="566928"/>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dirty="0">
                <a:solidFill>
                  <a:schemeClr val="accent5"/>
                </a:solidFill>
              </a:rPr>
              <a:t>Je suis 25 ans.</a:t>
            </a:r>
            <a:r>
              <a:rPr lang="en-US" sz="1700" dirty="0">
                <a:solidFill>
                  <a:schemeClr val="accent5"/>
                </a:solidFill>
              </a:rPr>
              <a:t> »</a:t>
            </a:r>
            <a:endParaRPr lang="en-US" sz="1700" dirty="0"/>
          </a:p>
        </p:txBody>
      </p:sp>
      <p:sp>
        <p:nvSpPr>
          <p:cNvPr id="61" name="Shape 57"/>
          <p:cNvSpPr/>
          <p:nvPr/>
        </p:nvSpPr>
        <p:spPr>
          <a:xfrm>
            <a:off x="7726680" y="5266944"/>
            <a:ext cx="365760" cy="914"/>
          </a:xfrm>
          <a:prstGeom prst="line">
            <a:avLst/>
          </a:prstGeom>
          <a:noFill/>
          <a:ln w="25400">
            <a:solidFill>
              <a:srgbClr val="2E7D4F"/>
            </a:solidFill>
            <a:prstDash val="solid"/>
            <a:tailEnd type="triangle"/>
          </a:ln>
        </p:spPr>
      </p:sp>
      <p:sp>
        <p:nvSpPr>
          <p:cNvPr id="62" name="Text 58"/>
          <p:cNvSpPr txBox="1"/>
          <p:nvPr/>
        </p:nvSpPr>
        <p:spPr>
          <a:xfrm>
            <a:off x="8183880" y="4983480"/>
            <a:ext cx="3474720" cy="566928"/>
          </a:xfrm>
          <a:prstGeom prst="rect">
            <a:avLst/>
          </a:prstGeom>
          <a:noFill/>
          <a:ln/>
        </p:spPr>
        <p:txBody>
          <a:bodyPr wrap="square" lIns="0" tIns="0" rIns="0" bIns="0" rtlCol="0" anchor="ctr"/>
          <a:lstStyle/>
          <a:p>
            <a:pPr algn="l" indent="0" marL="0">
              <a:buNone/>
            </a:pPr>
            <a:r>
              <a:rPr lang="en-US" sz="1800" b="1" dirty="0">
                <a:solidFill>
                  <a:srgbClr val="1F6B3F"/>
                </a:solidFill>
              </a:rPr>
              <a:t>J’ai 25 ans.</a:t>
            </a:r>
            <a:endParaRPr lang="en-US" sz="1800" dirty="0"/>
          </a:p>
        </p:txBody>
      </p:sp>
      <p:sp>
        <p:nvSpPr>
          <p:cNvPr id="63" name="Shape 59"/>
          <p:cNvSpPr/>
          <p:nvPr/>
        </p:nvSpPr>
        <p:spPr>
          <a:xfrm>
            <a:off x="548640" y="5669280"/>
            <a:ext cx="11091672" cy="566928"/>
          </a:xfrm>
          <a:prstGeom prst="roundRect">
            <a:avLst>
              <a:gd name="adj" fmla="val 12903"/>
            </a:avLst>
          </a:prstGeom>
          <a:solidFill>
            <a:schemeClr val="tx2"/>
          </a:solidFill>
          <a:ln w="12700">
            <a:solidFill>
              <a:srgbClr val="FFFFFF">
                <a:alpha val="0"/>
              </a:srgbClr>
            </a:solidFill>
            <a:prstDash val="solid"/>
          </a:ln>
        </p:spPr>
      </p:sp>
      <p:sp>
        <p:nvSpPr>
          <p:cNvPr id="64" name="Text 60"/>
          <p:cNvSpPr txBox="1"/>
          <p:nvPr/>
        </p:nvSpPr>
        <p:spPr>
          <a:xfrm>
            <a:off x="822960" y="5669280"/>
            <a:ext cx="10607040" cy="566928"/>
          </a:xfrm>
          <a:prstGeom prst="rect">
            <a:avLst/>
          </a:prstGeom>
          <a:noFill/>
          <a:ln/>
        </p:spPr>
        <p:txBody>
          <a:bodyPr wrap="square" lIns="0" tIns="0" rIns="0" bIns="0" rtlCol="0" anchor="ctr"/>
          <a:lstStyle/>
          <a:p>
            <a:pPr algn="l" indent="0" marL="0">
              <a:buNone/>
            </a:pPr>
            <a:r>
              <a:rPr lang="en-US" sz="1700" dirty="0">
                <a:solidFill>
                  <a:schemeClr val="bg1"/>
                </a:solidFill>
              </a:rPr>
              <a:t>Mot à mot : </a:t>
            </a:r>
            <a:r>
              <a:rPr lang="en-US" sz="1700" b="1" dirty="0">
                <a:solidFill>
                  <a:schemeClr val="bg1"/>
                </a:solidFill>
              </a:rPr>
              <a:t>bizarre</a:t>
            </a:r>
            <a:r>
              <a:rPr lang="en-US" sz="1700" dirty="0">
                <a:solidFill>
                  <a:schemeClr val="bg1"/>
                </a:solidFill>
              </a:rPr>
              <a:t>. En bloc : </a:t>
            </a:r>
            <a:r>
              <a:rPr lang="en-US" sz="1700" b="1" dirty="0">
                <a:solidFill>
                  <a:schemeClr val="bg1"/>
                </a:solidFill>
              </a:rPr>
              <a:t>simple</a:t>
            </a:r>
            <a:r>
              <a:rPr lang="en-US" sz="1700" dirty="0">
                <a:solidFill>
                  <a:schemeClr val="bg1"/>
                </a:solidFill>
              </a:rPr>
              <a:t>. On apprend le </a:t>
            </a:r>
            <a:r>
              <a:rPr lang="en-US" sz="1700" b="1" dirty="0">
                <a:solidFill>
                  <a:schemeClr val="bg1"/>
                </a:solidFill>
              </a:rPr>
              <a:t>sens</a:t>
            </a:r>
            <a:r>
              <a:rPr lang="en-US" sz="1700" dirty="0">
                <a:solidFill>
                  <a:schemeClr val="bg1"/>
                </a:solidFill>
              </a:rPr>
              <a:t> du bloc, pas la traduction des mots.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Pourquoi apprendre en blocs ?</a:t>
            </a:r>
            <a:endParaRPr lang="en-US" sz="3000" dirty="0"/>
          </a:p>
        </p:txBody>
      </p:sp>
      <p:sp>
        <p:nvSpPr>
          <p:cNvPr id="3" name="tag"/>
          <p:cNvSpPr/>
          <p:nvPr/>
        </p:nvSpPr>
        <p:spPr>
          <a:xfrm>
            <a:off x="548640" y="237744"/>
            <a:ext cx="1230782"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MÉTHODE</a:t>
            </a:r>
            <a:endParaRPr lang="en-US" sz="1200" dirty="0"/>
          </a:p>
        </p:txBody>
      </p:sp>
      <p:sp>
        <p:nvSpPr>
          <p:cNvPr id="5" name="Shape 2"/>
          <p:cNvSpPr/>
          <p:nvPr/>
        </p:nvSpPr>
        <p:spPr>
          <a:xfrm>
            <a:off x="548640" y="1554480"/>
            <a:ext cx="5431536" cy="1874520"/>
          </a:xfrm>
          <a:prstGeom prst="roundRect">
            <a:avLst>
              <a:gd name="adj" fmla="val 5854"/>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pic>
        <p:nvPicPr>
          <p:cNvPr id="6" name="Image 0" descr="high voltage">    </p:cNvPr>
          <p:cNvPicPr>
            <a:picLocks noChangeAspect="1"/>
          </p:cNvPicPr>
          <p:nvPr/>
        </p:nvPicPr>
        <p:blipFill>
          <a:blip r:embed="rId1"/>
          <a:stretch>
            <a:fillRect/>
          </a:stretch>
        </p:blipFill>
        <p:spPr>
          <a:xfrm>
            <a:off x="777240" y="1828800"/>
            <a:ext cx="868680" cy="868680"/>
          </a:xfrm>
          <a:prstGeom prst="rect">
            <a:avLst/>
          </a:prstGeom>
        </p:spPr>
      </p:pic>
      <p:sp>
        <p:nvSpPr>
          <p:cNvPr id="7" name="Text 3"/>
          <p:cNvSpPr txBox="1"/>
          <p:nvPr/>
        </p:nvSpPr>
        <p:spPr>
          <a:xfrm>
            <a:off x="1828800" y="1691640"/>
            <a:ext cx="4014216" cy="548640"/>
          </a:xfrm>
          <a:prstGeom prst="rect">
            <a:avLst/>
          </a:prstGeom>
          <a:noFill/>
          <a:ln/>
        </p:spPr>
        <p:txBody>
          <a:bodyPr wrap="square" lIns="0" tIns="0" rIns="0" bIns="0" rtlCol="0" anchor="ctr"/>
          <a:lstStyle/>
          <a:p>
            <a:pPr algn="l" indent="0" marL="0">
              <a:buNone/>
            </a:pPr>
            <a:r>
              <a:rPr lang="en-US" sz="2000" b="1" dirty="0">
                <a:solidFill>
                  <a:schemeClr val="accent1"/>
                </a:solidFill>
              </a:rPr>
              <a:t>Plus vite</a:t>
            </a:r>
            <a:endParaRPr lang="en-US" sz="2000" dirty="0"/>
          </a:p>
        </p:txBody>
      </p:sp>
      <p:sp>
        <p:nvSpPr>
          <p:cNvPr id="8" name="Text 4"/>
          <p:cNvSpPr txBox="1"/>
          <p:nvPr/>
        </p:nvSpPr>
        <p:spPr>
          <a:xfrm>
            <a:off x="1828800" y="2286000"/>
            <a:ext cx="4014216" cy="1005840"/>
          </a:xfrm>
          <a:prstGeom prst="rect">
            <a:avLst/>
          </a:prstGeom>
          <a:noFill/>
          <a:ln/>
        </p:spPr>
        <p:txBody>
          <a:bodyPr wrap="square" lIns="0" tIns="0" rIns="0" bIns="0" rtlCol="0" anchor="ctr"/>
          <a:lstStyle/>
          <a:p>
            <a:pPr algn="l" indent="0" marL="0">
              <a:spcAft>
                <a:spcPts val="400"/>
              </a:spcAft>
              <a:buNone/>
            </a:pPr>
            <a:r>
              <a:rPr lang="en-US" sz="1700" dirty="0">
                <a:solidFill>
                  <a:schemeClr val="tx1"/>
                </a:solidFill>
              </a:rPr>
              <a:t>Un bloc = </a:t>
            </a:r>
            <a:r>
              <a:rPr lang="en-US" sz="1700" b="1" dirty="0">
                <a:solidFill>
                  <a:schemeClr val="tx1"/>
                </a:solidFill>
              </a:rPr>
              <a:t>un seul</a:t>
            </a:r>
            <a:r>
              <a:rPr lang="en-US" sz="1700" dirty="0">
                <a:solidFill>
                  <a:schemeClr val="tx1"/>
                </a:solidFill>
              </a:rPr>
              <a:t> effort de mémoire.</a:t>
            </a:r>
            <a:endParaRPr lang="en-US" sz="1700" dirty="0"/>
          </a:p>
          <a:p>
            <a:pPr algn="l" indent="0" marL="0">
              <a:spcAft>
                <a:spcPts val="400"/>
              </a:spcAft>
              <a:buNone/>
            </a:pPr>
            <a:r>
              <a:rPr lang="en-US" sz="1700" dirty="0">
                <a:solidFill>
                  <a:schemeClr val="tx1"/>
                </a:solidFill>
              </a:rPr>
              <a:t>Pas 3 mots + 2 règles !</a:t>
            </a:r>
            <a:endParaRPr lang="en-US" sz="1700" dirty="0"/>
          </a:p>
        </p:txBody>
      </p:sp>
      <p:sp>
        <p:nvSpPr>
          <p:cNvPr id="9" name="Shape 5"/>
          <p:cNvSpPr/>
          <p:nvPr/>
        </p:nvSpPr>
        <p:spPr>
          <a:xfrm>
            <a:off x="6208776" y="1554480"/>
            <a:ext cx="5431536" cy="1874520"/>
          </a:xfrm>
          <a:prstGeom prst="roundRect">
            <a:avLst>
              <a:gd name="adj" fmla="val 5854"/>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pic>
        <p:nvPicPr>
          <p:cNvPr id="10" name="Image 1" descr="puzzle piece">    </p:cNvPr>
          <p:cNvPicPr>
            <a:picLocks noChangeAspect="1"/>
          </p:cNvPicPr>
          <p:nvPr/>
        </p:nvPicPr>
        <p:blipFill>
          <a:blip r:embed="rId2"/>
          <a:stretch>
            <a:fillRect/>
          </a:stretch>
        </p:blipFill>
        <p:spPr>
          <a:xfrm>
            <a:off x="6437376" y="1828800"/>
            <a:ext cx="868680" cy="868680"/>
          </a:xfrm>
          <a:prstGeom prst="rect">
            <a:avLst/>
          </a:prstGeom>
        </p:spPr>
      </p:pic>
      <p:sp>
        <p:nvSpPr>
          <p:cNvPr id="11" name="Text 6"/>
          <p:cNvSpPr txBox="1"/>
          <p:nvPr/>
        </p:nvSpPr>
        <p:spPr>
          <a:xfrm>
            <a:off x="7488936" y="1691640"/>
            <a:ext cx="4014216" cy="548640"/>
          </a:xfrm>
          <a:prstGeom prst="rect">
            <a:avLst/>
          </a:prstGeom>
          <a:noFill/>
          <a:ln/>
        </p:spPr>
        <p:txBody>
          <a:bodyPr wrap="square" lIns="0" tIns="0" rIns="0" bIns="0" rtlCol="0" anchor="ctr"/>
          <a:lstStyle/>
          <a:p>
            <a:pPr algn="l" indent="0" marL="0">
              <a:buNone/>
            </a:pPr>
            <a:r>
              <a:rPr lang="en-US" sz="2000" b="1" dirty="0">
                <a:solidFill>
                  <a:schemeClr val="accent2"/>
                </a:solidFill>
              </a:rPr>
              <a:t>La grammaire est dans le bloc</a:t>
            </a:r>
            <a:endParaRPr lang="en-US" sz="2000" dirty="0"/>
          </a:p>
        </p:txBody>
      </p:sp>
      <p:sp>
        <p:nvSpPr>
          <p:cNvPr id="12" name="Text 7"/>
          <p:cNvSpPr txBox="1"/>
          <p:nvPr/>
        </p:nvSpPr>
        <p:spPr>
          <a:xfrm>
            <a:off x="7488936" y="2286000"/>
            <a:ext cx="4014216" cy="1005840"/>
          </a:xfrm>
          <a:prstGeom prst="rect">
            <a:avLst/>
          </a:prstGeom>
          <a:noFill/>
          <a:ln/>
        </p:spPr>
        <p:txBody>
          <a:bodyPr wrap="square" lIns="0" tIns="0" rIns="0" bIns="0" rtlCol="0" anchor="ctr"/>
          <a:lstStyle/>
          <a:p>
            <a:pPr algn="l" indent="0" marL="0">
              <a:spcAft>
                <a:spcPts val="400"/>
              </a:spcAft>
              <a:buNone/>
            </a:pPr>
            <a:r>
              <a:rPr lang="en-US" sz="1700" i="1" dirty="0">
                <a:solidFill>
                  <a:schemeClr val="tx1"/>
                </a:solidFill>
              </a:rPr>
              <a:t>Ik woon </a:t>
            </a:r>
            <a:r>
              <a:rPr lang="en-US" sz="1700" b="1" i="1" dirty="0">
                <a:solidFill>
                  <a:schemeClr val="tx1"/>
                </a:solidFill>
              </a:rPr>
              <a:t>in</a:t>
            </a:r>
            <a:r>
              <a:rPr lang="en-US" sz="1700" i="1" dirty="0">
                <a:solidFill>
                  <a:schemeClr val="tx1"/>
                </a:solidFill>
              </a:rPr>
              <a:t> Brussel.</a:t>
            </a:r>
            <a:r>
              <a:rPr lang="en-US" sz="1700" dirty="0">
                <a:solidFill>
                  <a:schemeClr val="tx1"/>
                </a:solidFill>
              </a:rPr>
              <a:t> · </a:t>
            </a:r>
            <a:r>
              <a:rPr lang="en-US" sz="1700" i="1" dirty="0">
                <a:solidFill>
                  <a:schemeClr val="tx1"/>
                </a:solidFill>
              </a:rPr>
              <a:t>Ik </a:t>
            </a:r>
            <a:r>
              <a:rPr lang="en-US" sz="1700" b="1" i="1" dirty="0">
                <a:solidFill>
                  <a:schemeClr val="tx1"/>
                </a:solidFill>
              </a:rPr>
              <a:t>ben</a:t>
            </a:r>
            <a:r>
              <a:rPr lang="en-US" sz="1700" i="1" dirty="0">
                <a:solidFill>
                  <a:schemeClr val="tx1"/>
                </a:solidFill>
              </a:rPr>
              <a:t> 25 jaar.</a:t>
            </a:r>
            <a:endParaRPr lang="en-US" sz="1700" dirty="0"/>
          </a:p>
          <a:p>
            <a:pPr algn="l" indent="0" marL="0">
              <a:spcAft>
                <a:spcPts val="400"/>
              </a:spcAft>
              <a:buNone/>
            </a:pPr>
            <a:r>
              <a:rPr lang="en-US" sz="1700" i="1" dirty="0">
                <a:solidFill>
                  <a:schemeClr val="tx1"/>
                </a:solidFill>
              </a:rPr>
              <a:t>Waar kom je </a:t>
            </a:r>
            <a:r>
              <a:rPr lang="en-US" sz="1700" b="1" i="1" dirty="0">
                <a:solidFill>
                  <a:schemeClr val="tx1"/>
                </a:solidFill>
              </a:rPr>
              <a:t>vandaan</a:t>
            </a:r>
            <a:r>
              <a:rPr lang="en-US" sz="1700" i="1" dirty="0">
                <a:solidFill>
                  <a:schemeClr val="tx1"/>
                </a:solidFill>
              </a:rPr>
              <a:t>?</a:t>
            </a:r>
            <a:endParaRPr lang="en-US" sz="1700" dirty="0"/>
          </a:p>
        </p:txBody>
      </p:sp>
      <p:sp>
        <p:nvSpPr>
          <p:cNvPr id="13" name="Shape 8"/>
          <p:cNvSpPr/>
          <p:nvPr/>
        </p:nvSpPr>
        <p:spPr>
          <a:xfrm>
            <a:off x="548640" y="3611880"/>
            <a:ext cx="5431536" cy="1874520"/>
          </a:xfrm>
          <a:prstGeom prst="roundRect">
            <a:avLst>
              <a:gd name="adj" fmla="val 5854"/>
            </a:avLst>
          </a:prstGeom>
          <a:solidFill>
            <a:schemeClr val="bg1"/>
          </a:solidFill>
          <a:ln w="25400">
            <a:solidFill>
              <a:srgbClr val="6E4A9E"/>
            </a:solidFill>
            <a:prstDash val="solid"/>
          </a:ln>
          <a:effectLst>
            <a:outerShdw sx="100000" sy="100000" kx="0" ky="0" algn="bl" rotWithShape="0" blurRad="101600" dist="25400" dir="3600000">
              <a:srgbClr val="000000">
                <a:alpha val="16000"/>
              </a:srgbClr>
            </a:outerShdw>
          </a:effectLst>
        </p:spPr>
      </p:sp>
      <p:pic>
        <p:nvPicPr>
          <p:cNvPr id="14" name="Image 2" descr="musical note">    </p:cNvPr>
          <p:cNvPicPr>
            <a:picLocks noChangeAspect="1"/>
          </p:cNvPicPr>
          <p:nvPr/>
        </p:nvPicPr>
        <p:blipFill>
          <a:blip r:embed="rId3"/>
          <a:stretch>
            <a:fillRect/>
          </a:stretch>
        </p:blipFill>
        <p:spPr>
          <a:xfrm>
            <a:off x="777240" y="3886200"/>
            <a:ext cx="868680" cy="868680"/>
          </a:xfrm>
          <a:prstGeom prst="rect">
            <a:avLst/>
          </a:prstGeom>
        </p:spPr>
      </p:pic>
      <p:sp>
        <p:nvSpPr>
          <p:cNvPr id="15" name="Text 9"/>
          <p:cNvSpPr txBox="1"/>
          <p:nvPr/>
        </p:nvSpPr>
        <p:spPr>
          <a:xfrm>
            <a:off x="1828800" y="3749040"/>
            <a:ext cx="4014216" cy="548640"/>
          </a:xfrm>
          <a:prstGeom prst="rect">
            <a:avLst/>
          </a:prstGeom>
          <a:noFill/>
          <a:ln/>
        </p:spPr>
        <p:txBody>
          <a:bodyPr wrap="square" lIns="0" tIns="0" rIns="0" bIns="0" rtlCol="0" anchor="ctr"/>
          <a:lstStyle/>
          <a:p>
            <a:pPr algn="l" indent="0" marL="0">
              <a:buNone/>
            </a:pPr>
            <a:r>
              <a:rPr lang="en-US" sz="2000" b="1" dirty="0">
                <a:solidFill>
                  <a:srgbClr val="6E4A9E"/>
                </a:solidFill>
              </a:rPr>
              <a:t>L’accent est dans le bloc</a:t>
            </a:r>
            <a:endParaRPr lang="en-US" sz="2000" dirty="0"/>
          </a:p>
        </p:txBody>
      </p:sp>
      <p:sp>
        <p:nvSpPr>
          <p:cNvPr id="16" name="Text 10"/>
          <p:cNvSpPr txBox="1"/>
          <p:nvPr/>
        </p:nvSpPr>
        <p:spPr>
          <a:xfrm>
            <a:off x="1828800" y="4343400"/>
            <a:ext cx="4014216" cy="1005840"/>
          </a:xfrm>
          <a:prstGeom prst="rect">
            <a:avLst/>
          </a:prstGeom>
          <a:noFill/>
          <a:ln/>
        </p:spPr>
        <p:txBody>
          <a:bodyPr wrap="square" lIns="0" tIns="0" rIns="0" bIns="0" rtlCol="0" anchor="ctr"/>
          <a:lstStyle/>
          <a:p>
            <a:pPr algn="l" indent="0" marL="0">
              <a:spcAft>
                <a:spcPts val="400"/>
              </a:spcAft>
              <a:buNone/>
            </a:pPr>
            <a:r>
              <a:rPr lang="en-US" sz="1700" dirty="0">
                <a:solidFill>
                  <a:schemeClr val="tx1"/>
                </a:solidFill>
              </a:rPr>
              <a:t>On le dit </a:t>
            </a:r>
            <a:r>
              <a:rPr lang="en-US" sz="1700" b="1" dirty="0">
                <a:solidFill>
                  <a:schemeClr val="tx1"/>
                </a:solidFill>
              </a:rPr>
              <a:t>d’un souffle</a:t>
            </a:r>
            <a:r>
              <a:rPr lang="en-US" sz="1700" dirty="0">
                <a:solidFill>
                  <a:schemeClr val="tx1"/>
                </a:solidFill>
              </a:rPr>
              <a:t> :</a:t>
            </a:r>
            <a:endParaRPr lang="en-US" sz="1700" dirty="0"/>
          </a:p>
          <a:p>
            <a:pPr algn="l" indent="0" marL="0">
              <a:spcAft>
                <a:spcPts val="400"/>
              </a:spcAft>
              <a:buNone/>
            </a:pPr>
            <a:r>
              <a:rPr lang="en-US" sz="1700" i="1" dirty="0">
                <a:solidFill>
                  <a:schemeClr val="tx1"/>
                </a:solidFill>
              </a:rPr>
              <a:t>Tot </a:t>
            </a:r>
            <a:r>
              <a:rPr lang="en-US" sz="1700" b="1" i="1" dirty="0">
                <a:solidFill>
                  <a:schemeClr val="tx1"/>
                </a:solidFill>
              </a:rPr>
              <a:t>ziens</a:t>
            </a:r>
            <a:r>
              <a:rPr lang="en-US" sz="1700" i="1" dirty="0">
                <a:solidFill>
                  <a:schemeClr val="tx1"/>
                </a:solidFill>
              </a:rPr>
              <a:t>! · Hoe </a:t>
            </a:r>
            <a:r>
              <a:rPr lang="en-US" sz="1700" b="1" i="1" dirty="0">
                <a:solidFill>
                  <a:schemeClr val="tx1"/>
                </a:solidFill>
              </a:rPr>
              <a:t>gaat</a:t>
            </a:r>
            <a:r>
              <a:rPr lang="en-US" sz="1700" i="1" dirty="0">
                <a:solidFill>
                  <a:schemeClr val="tx1"/>
                </a:solidFill>
              </a:rPr>
              <a:t> het?</a:t>
            </a:r>
            <a:endParaRPr lang="en-US" sz="1700" dirty="0"/>
          </a:p>
        </p:txBody>
      </p:sp>
      <p:sp>
        <p:nvSpPr>
          <p:cNvPr id="17" name="Shape 11"/>
          <p:cNvSpPr/>
          <p:nvPr/>
        </p:nvSpPr>
        <p:spPr>
          <a:xfrm>
            <a:off x="6208776" y="3611880"/>
            <a:ext cx="5431536" cy="1874520"/>
          </a:xfrm>
          <a:prstGeom prst="roundRect">
            <a:avLst>
              <a:gd name="adj" fmla="val 5854"/>
            </a:avLst>
          </a:prstGeom>
          <a:solidFill>
            <a:schemeClr val="bg1"/>
          </a:solidFill>
          <a:ln w="25400">
            <a:solidFill>
              <a:srgbClr val="B83227"/>
            </a:solidFill>
            <a:prstDash val="solid"/>
          </a:ln>
          <a:effectLst>
            <a:outerShdw sx="100000" sy="100000" kx="0" ky="0" algn="bl" rotWithShape="0" blurRad="101600" dist="25400" dir="3600000">
              <a:srgbClr val="000000">
                <a:alpha val="16000"/>
              </a:srgbClr>
            </a:outerShdw>
          </a:effectLst>
        </p:spPr>
      </p:sp>
      <p:pic>
        <p:nvPicPr>
          <p:cNvPr id="18" name="Image 3" descr="no entry">    </p:cNvPr>
          <p:cNvPicPr>
            <a:picLocks noChangeAspect="1"/>
          </p:cNvPicPr>
          <p:nvPr/>
        </p:nvPicPr>
        <p:blipFill>
          <a:blip r:embed="rId4"/>
          <a:stretch>
            <a:fillRect/>
          </a:stretch>
        </p:blipFill>
        <p:spPr>
          <a:xfrm>
            <a:off x="6437376" y="3886200"/>
            <a:ext cx="868680" cy="868680"/>
          </a:xfrm>
          <a:prstGeom prst="rect">
            <a:avLst/>
          </a:prstGeom>
        </p:spPr>
      </p:pic>
      <p:sp>
        <p:nvSpPr>
          <p:cNvPr id="19" name="Text 12"/>
          <p:cNvSpPr txBox="1"/>
          <p:nvPr/>
        </p:nvSpPr>
        <p:spPr>
          <a:xfrm>
            <a:off x="7488936" y="3749040"/>
            <a:ext cx="4014216" cy="548640"/>
          </a:xfrm>
          <a:prstGeom prst="rect">
            <a:avLst/>
          </a:prstGeom>
          <a:noFill/>
          <a:ln/>
        </p:spPr>
        <p:txBody>
          <a:bodyPr wrap="square" lIns="0" tIns="0" rIns="0" bIns="0" rtlCol="0" anchor="ctr"/>
          <a:lstStyle/>
          <a:p>
            <a:pPr algn="l" indent="0" marL="0">
              <a:buNone/>
            </a:pPr>
            <a:r>
              <a:rPr lang="en-US" sz="2000" b="1" dirty="0">
                <a:solidFill>
                  <a:schemeClr val="accent6"/>
                </a:solidFill>
              </a:rPr>
              <a:t>Moins d’erreurs</a:t>
            </a:r>
            <a:endParaRPr lang="en-US" sz="2000" dirty="0"/>
          </a:p>
        </p:txBody>
      </p:sp>
      <p:sp>
        <p:nvSpPr>
          <p:cNvPr id="20" name="Text 13"/>
          <p:cNvSpPr txBox="1"/>
          <p:nvPr/>
        </p:nvSpPr>
        <p:spPr>
          <a:xfrm>
            <a:off x="7488936" y="4343400"/>
            <a:ext cx="4014216" cy="1005840"/>
          </a:xfrm>
          <a:prstGeom prst="rect">
            <a:avLst/>
          </a:prstGeom>
          <a:noFill/>
          <a:ln/>
        </p:spPr>
        <p:txBody>
          <a:bodyPr wrap="square" lIns="0" tIns="0" rIns="0" bIns="0" rtlCol="0" anchor="ctr"/>
          <a:lstStyle/>
          <a:p>
            <a:pPr algn="l" indent="0" marL="0">
              <a:spcAft>
                <a:spcPts val="400"/>
              </a:spcAft>
              <a:buNone/>
            </a:pPr>
            <a:r>
              <a:rPr lang="en-US" sz="1700" dirty="0">
                <a:solidFill>
                  <a:schemeClr val="tx1"/>
                </a:solidFill>
              </a:rPr>
              <a:t>On ne traduit pas, on utilise :</a:t>
            </a:r>
            <a:endParaRPr lang="en-US" sz="1700" dirty="0"/>
          </a:p>
          <a:p>
            <a:pPr algn="l" indent="0" marL="0">
              <a:spcAft>
                <a:spcPts val="400"/>
              </a:spcAft>
              <a:buNone/>
            </a:pPr>
            <a:r>
              <a:rPr lang="en-US" sz="1700" dirty="0">
                <a:solidFill>
                  <a:schemeClr val="tx1"/>
                </a:solidFill>
              </a:rPr>
              <a:t>✗ </a:t>
            </a:r>
            <a:r>
              <a:rPr lang="en-US" sz="1700" i="1" strike="sngStrike" dirty="0">
                <a:solidFill>
                  <a:schemeClr val="accent6"/>
                </a:solidFill>
              </a:rPr>
              <a:t>Ik heb 25 jaar</a:t>
            </a:r>
            <a:r>
              <a:rPr lang="en-US" sz="1700" dirty="0">
                <a:solidFill>
                  <a:schemeClr val="tx1"/>
                </a:solidFill>
              </a:rPr>
              <a:t> → ✓ </a:t>
            </a:r>
            <a:r>
              <a:rPr lang="en-US" sz="1700" i="1" dirty="0">
                <a:solidFill>
                  <a:schemeClr val="tx1"/>
                </a:solidFill>
              </a:rPr>
              <a:t>Ik </a:t>
            </a:r>
            <a:r>
              <a:rPr lang="en-US" sz="1700" b="1" i="1" dirty="0">
                <a:solidFill>
                  <a:schemeClr val="tx1"/>
                </a:solidFill>
              </a:rPr>
              <a:t>ben</a:t>
            </a:r>
            <a:r>
              <a:rPr lang="en-US" sz="1700" i="1" dirty="0">
                <a:solidFill>
                  <a:schemeClr val="tx1"/>
                </a:solidFill>
              </a:rPr>
              <a:t> 25 jaar</a:t>
            </a:r>
            <a:endParaRPr lang="en-US" sz="1700" dirty="0"/>
          </a:p>
        </p:txBody>
      </p:sp>
      <p:sp>
        <p:nvSpPr>
          <p:cNvPr id="21" name="Shape 14"/>
          <p:cNvSpPr/>
          <p:nvPr/>
        </p:nvSpPr>
        <p:spPr>
          <a:xfrm>
            <a:off x="548640" y="5715000"/>
            <a:ext cx="11091672" cy="548640"/>
          </a:xfrm>
          <a:prstGeom prst="roundRect">
            <a:avLst>
              <a:gd name="adj" fmla="val 13333"/>
            </a:avLst>
          </a:prstGeom>
          <a:solidFill>
            <a:schemeClr val="tx2"/>
          </a:solidFill>
          <a:ln w="12700">
            <a:solidFill>
              <a:srgbClr val="FFFFFF">
                <a:alpha val="0"/>
              </a:srgbClr>
            </a:solidFill>
            <a:prstDash val="solid"/>
          </a:ln>
        </p:spPr>
      </p:sp>
      <p:sp>
        <p:nvSpPr>
          <p:cNvPr id="22" name="Text 15"/>
          <p:cNvSpPr txBox="1"/>
          <p:nvPr/>
        </p:nvSpPr>
        <p:spPr>
          <a:xfrm>
            <a:off x="822960" y="5715000"/>
            <a:ext cx="10607040" cy="548640"/>
          </a:xfrm>
          <a:prstGeom prst="rect">
            <a:avLst/>
          </a:prstGeom>
          <a:noFill/>
          <a:ln/>
        </p:spPr>
        <p:txBody>
          <a:bodyPr wrap="square" lIns="0" tIns="0" rIns="0" bIns="0" rtlCol="0" anchor="ctr"/>
          <a:lstStyle/>
          <a:p>
            <a:pPr algn="l" indent="0" marL="0">
              <a:buNone/>
            </a:pPr>
            <a:r>
              <a:rPr lang="en-US" sz="1800" dirty="0">
                <a:solidFill>
                  <a:schemeClr val="bg1"/>
                </a:solidFill>
              </a:rPr>
              <a:t>Le bonus pour débutants : on peut </a:t>
            </a:r>
            <a:r>
              <a:rPr lang="en-US" sz="1800" b="1" dirty="0">
                <a:solidFill>
                  <a:schemeClr val="bg1"/>
                </a:solidFill>
              </a:rPr>
              <a:t>parler avant</a:t>
            </a:r>
            <a:r>
              <a:rPr lang="en-US" sz="1800" dirty="0">
                <a:solidFill>
                  <a:schemeClr val="bg1"/>
                </a:solidFill>
              </a:rPr>
              <a:t> de connaître la grammaire.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Mes premiers blocs : bonjour, au revoir</a:t>
            </a:r>
            <a:endParaRPr lang="en-US" sz="3000" dirty="0"/>
          </a:p>
        </p:txBody>
      </p:sp>
      <p:sp>
        <p:nvSpPr>
          <p:cNvPr id="3" name="tag"/>
          <p:cNvSpPr/>
          <p:nvPr/>
        </p:nvSpPr>
        <p:spPr>
          <a:xfrm>
            <a:off x="548640" y="237744"/>
            <a:ext cx="905256"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BLOCS</a:t>
            </a:r>
            <a:endParaRPr lang="en-US" sz="1200" dirty="0"/>
          </a:p>
        </p:txBody>
      </p:sp>
      <p:sp>
        <p:nvSpPr>
          <p:cNvPr id="5" name="Shape 2"/>
          <p:cNvSpPr/>
          <p:nvPr/>
        </p:nvSpPr>
        <p:spPr>
          <a:xfrm>
            <a:off x="548640" y="1508760"/>
            <a:ext cx="3593592" cy="1417320"/>
          </a:xfrm>
          <a:prstGeom prst="roundRect">
            <a:avLst>
              <a:gd name="adj" fmla="val 7742"/>
            </a:avLst>
          </a:prstGeom>
          <a:solidFill>
            <a:srgbClr val="FDF1E6"/>
          </a:solidFill>
          <a:ln w="12700">
            <a:solidFill>
              <a:srgbClr val="FFFFFF">
                <a:alpha val="0"/>
              </a:srgbClr>
            </a:solidFill>
            <a:prstDash val="solid"/>
          </a:ln>
        </p:spPr>
      </p:sp>
      <p:pic>
        <p:nvPicPr>
          <p:cNvPr id="6" name="Image 0" descr="sunrise">    </p:cNvPr>
          <p:cNvPicPr>
            <a:picLocks noChangeAspect="1"/>
          </p:cNvPicPr>
          <p:nvPr/>
        </p:nvPicPr>
        <p:blipFill>
          <a:blip r:embed="rId1"/>
          <a:stretch>
            <a:fillRect/>
          </a:stretch>
        </p:blipFill>
        <p:spPr>
          <a:xfrm>
            <a:off x="685800" y="1645920"/>
            <a:ext cx="731520" cy="731520"/>
          </a:xfrm>
          <a:prstGeom prst="rect">
            <a:avLst/>
          </a:prstGeom>
        </p:spPr>
      </p:pic>
      <p:sp>
        <p:nvSpPr>
          <p:cNvPr id="7" name="Text 3"/>
          <p:cNvSpPr txBox="1"/>
          <p:nvPr/>
        </p:nvSpPr>
        <p:spPr>
          <a:xfrm>
            <a:off x="1508760" y="1645920"/>
            <a:ext cx="2468880" cy="731520"/>
          </a:xfrm>
          <a:prstGeom prst="rect">
            <a:avLst/>
          </a:prstGeom>
          <a:noFill/>
          <a:ln/>
        </p:spPr>
        <p:txBody>
          <a:bodyPr wrap="square" lIns="0" tIns="0" rIns="0" bIns="0" rtlCol="0" anchor="ctr"/>
          <a:lstStyle/>
          <a:p>
            <a:pPr algn="l" indent="0" marL="0">
              <a:buNone/>
            </a:pPr>
            <a:r>
              <a:rPr lang="en-US" sz="1500" i="1" dirty="0">
                <a:solidFill>
                  <a:schemeClr val="accent5"/>
                </a:solidFill>
              </a:rPr>
              <a:t>le matin</a:t>
            </a:r>
            <a:endParaRPr lang="en-US" sz="1500" dirty="0"/>
          </a:p>
        </p:txBody>
      </p:sp>
      <p:sp>
        <p:nvSpPr>
          <p:cNvPr id="8" name="Shape 4"/>
          <p:cNvSpPr/>
          <p:nvPr/>
        </p:nvSpPr>
        <p:spPr>
          <a:xfrm>
            <a:off x="1057275" y="2407432"/>
            <a:ext cx="292608" cy="61448"/>
          </a:xfrm>
          <a:prstGeom prst="roundRect">
            <a:avLst>
              <a:gd name="adj" fmla="val 44643"/>
            </a:avLst>
          </a:prstGeom>
          <a:solidFill>
            <a:schemeClr val="accent1"/>
          </a:solidFill>
          <a:ln w="12700">
            <a:solidFill>
              <a:srgbClr val="FFFFFF">
                <a:alpha val="0"/>
              </a:srgbClr>
            </a:solidFill>
            <a:prstDash val="solid"/>
          </a:ln>
        </p:spPr>
      </p:sp>
      <p:sp>
        <p:nvSpPr>
          <p:cNvPr id="9" name="Shape 5"/>
          <p:cNvSpPr/>
          <p:nvPr/>
        </p:nvSpPr>
        <p:spPr>
          <a:xfrm>
            <a:off x="1818513" y="2407432"/>
            <a:ext cx="292608" cy="61448"/>
          </a:xfrm>
          <a:prstGeom prst="roundRect">
            <a:avLst>
              <a:gd name="adj" fmla="val 44643"/>
            </a:avLst>
          </a:prstGeom>
          <a:solidFill>
            <a:schemeClr val="accent1"/>
          </a:solidFill>
          <a:ln w="12700">
            <a:solidFill>
              <a:srgbClr val="FFFFFF">
                <a:alpha val="0"/>
              </a:srgbClr>
            </a:solidFill>
            <a:prstDash val="solid"/>
          </a:ln>
        </p:spPr>
      </p:sp>
      <p:sp>
        <p:nvSpPr>
          <p:cNvPr id="10" name="Shape 6"/>
          <p:cNvSpPr/>
          <p:nvPr/>
        </p:nvSpPr>
        <p:spPr>
          <a:xfrm>
            <a:off x="2579751" y="2407432"/>
            <a:ext cx="292608" cy="61448"/>
          </a:xfrm>
          <a:prstGeom prst="roundRect">
            <a:avLst>
              <a:gd name="adj" fmla="val 44643"/>
            </a:avLst>
          </a:prstGeom>
          <a:solidFill>
            <a:schemeClr val="accent1"/>
          </a:solidFill>
          <a:ln w="12700">
            <a:solidFill>
              <a:srgbClr val="FFFFFF">
                <a:alpha val="0"/>
              </a:srgbClr>
            </a:solidFill>
            <a:prstDash val="solid"/>
          </a:ln>
        </p:spPr>
      </p:sp>
      <p:sp>
        <p:nvSpPr>
          <p:cNvPr id="11" name="Shape 7"/>
          <p:cNvSpPr/>
          <p:nvPr/>
        </p:nvSpPr>
        <p:spPr>
          <a:xfrm>
            <a:off x="3340989" y="2407432"/>
            <a:ext cx="292608" cy="61448"/>
          </a:xfrm>
          <a:prstGeom prst="roundRect">
            <a:avLst>
              <a:gd name="adj" fmla="val 44643"/>
            </a:avLst>
          </a:prstGeom>
          <a:solidFill>
            <a:schemeClr val="accent1"/>
          </a:solidFill>
          <a:ln w="12700">
            <a:solidFill>
              <a:srgbClr val="FFFFFF">
                <a:alpha val="0"/>
              </a:srgbClr>
            </a:solidFill>
            <a:prstDash val="solid"/>
          </a:ln>
        </p:spPr>
      </p:sp>
      <p:sp>
        <p:nvSpPr>
          <p:cNvPr id="12" name="Shape 8"/>
          <p:cNvSpPr/>
          <p:nvPr/>
        </p:nvSpPr>
        <p:spPr>
          <a:xfrm>
            <a:off x="822960" y="2450592"/>
            <a:ext cx="3044952" cy="384048"/>
          </a:xfrm>
          <a:prstGeom prst="roundRect">
            <a:avLst>
              <a:gd name="adj" fmla="val 19048"/>
            </a:avLst>
          </a:prstGeom>
          <a:solidFill>
            <a:schemeClr val="accent1"/>
          </a:solidFill>
          <a:ln w="12700">
            <a:solidFill>
              <a:srgbClr val="FFFFFF">
                <a:alpha val="0"/>
              </a:srgbClr>
            </a:solidFill>
            <a:prstDash val="solid"/>
          </a:ln>
        </p:spPr>
      </p:sp>
      <p:sp>
        <p:nvSpPr>
          <p:cNvPr id="13" name="Text 9"/>
          <p:cNvSpPr txBox="1"/>
          <p:nvPr/>
        </p:nvSpPr>
        <p:spPr>
          <a:xfrm>
            <a:off x="896112" y="2450592"/>
            <a:ext cx="2898648" cy="384048"/>
          </a:xfrm>
          <a:prstGeom prst="rect">
            <a:avLst/>
          </a:prstGeom>
          <a:noFill/>
          <a:ln/>
        </p:spPr>
        <p:txBody>
          <a:bodyPr wrap="square" lIns="0" tIns="0" rIns="0" bIns="0" rtlCol="0" anchor="ctr"/>
          <a:lstStyle/>
          <a:p>
            <a:pPr algn="ctr" indent="0" marL="0">
              <a:buNone/>
            </a:pPr>
            <a:r>
              <a:rPr lang="en-US" sz="1700" b="1" i="1" dirty="0">
                <a:solidFill>
                  <a:schemeClr val="bg1"/>
                </a:solidFill>
              </a:rPr>
              <a:t>Goedemorgen!</a:t>
            </a:r>
            <a:endParaRPr lang="en-US" sz="1700" dirty="0"/>
          </a:p>
        </p:txBody>
      </p:sp>
      <p:sp>
        <p:nvSpPr>
          <p:cNvPr id="14" name="Shape 10"/>
          <p:cNvSpPr/>
          <p:nvPr/>
        </p:nvSpPr>
        <p:spPr>
          <a:xfrm>
            <a:off x="4297680" y="1508760"/>
            <a:ext cx="3593592" cy="1417320"/>
          </a:xfrm>
          <a:prstGeom prst="roundRect">
            <a:avLst>
              <a:gd name="adj" fmla="val 7742"/>
            </a:avLst>
          </a:prstGeom>
          <a:solidFill>
            <a:srgbClr val="FDF1E6"/>
          </a:solidFill>
          <a:ln w="12700">
            <a:solidFill>
              <a:srgbClr val="FFFFFF">
                <a:alpha val="0"/>
              </a:srgbClr>
            </a:solidFill>
            <a:prstDash val="solid"/>
          </a:ln>
        </p:spPr>
      </p:sp>
      <p:pic>
        <p:nvPicPr>
          <p:cNvPr id="15" name="Image 1" descr="sun">    </p:cNvPr>
          <p:cNvPicPr>
            <a:picLocks noChangeAspect="1"/>
          </p:cNvPicPr>
          <p:nvPr/>
        </p:nvPicPr>
        <p:blipFill>
          <a:blip r:embed="rId2"/>
          <a:stretch>
            <a:fillRect/>
          </a:stretch>
        </p:blipFill>
        <p:spPr>
          <a:xfrm>
            <a:off x="4434840" y="1645920"/>
            <a:ext cx="731520" cy="731520"/>
          </a:xfrm>
          <a:prstGeom prst="rect">
            <a:avLst/>
          </a:prstGeom>
        </p:spPr>
      </p:pic>
      <p:sp>
        <p:nvSpPr>
          <p:cNvPr id="16" name="Text 11"/>
          <p:cNvSpPr txBox="1"/>
          <p:nvPr/>
        </p:nvSpPr>
        <p:spPr>
          <a:xfrm>
            <a:off x="5257800" y="1645920"/>
            <a:ext cx="2468880" cy="731520"/>
          </a:xfrm>
          <a:prstGeom prst="rect">
            <a:avLst/>
          </a:prstGeom>
          <a:noFill/>
          <a:ln/>
        </p:spPr>
        <p:txBody>
          <a:bodyPr wrap="square" lIns="0" tIns="0" rIns="0" bIns="0" rtlCol="0" anchor="ctr"/>
          <a:lstStyle/>
          <a:p>
            <a:pPr algn="l" indent="0" marL="0">
              <a:buNone/>
            </a:pPr>
            <a:r>
              <a:rPr lang="en-US" sz="1500" i="1" dirty="0">
                <a:solidFill>
                  <a:schemeClr val="accent5"/>
                </a:solidFill>
              </a:rPr>
              <a:t>l’après-midi</a:t>
            </a:r>
            <a:endParaRPr lang="en-US" sz="1500" dirty="0"/>
          </a:p>
        </p:txBody>
      </p:sp>
      <p:sp>
        <p:nvSpPr>
          <p:cNvPr id="17" name="Shape 12"/>
          <p:cNvSpPr/>
          <p:nvPr/>
        </p:nvSpPr>
        <p:spPr>
          <a:xfrm>
            <a:off x="4806315" y="2407432"/>
            <a:ext cx="292608" cy="61448"/>
          </a:xfrm>
          <a:prstGeom prst="roundRect">
            <a:avLst>
              <a:gd name="adj" fmla="val 44643"/>
            </a:avLst>
          </a:prstGeom>
          <a:solidFill>
            <a:schemeClr val="accent1"/>
          </a:solidFill>
          <a:ln w="12700">
            <a:solidFill>
              <a:srgbClr val="FFFFFF">
                <a:alpha val="0"/>
              </a:srgbClr>
            </a:solidFill>
            <a:prstDash val="solid"/>
          </a:ln>
        </p:spPr>
      </p:sp>
      <p:sp>
        <p:nvSpPr>
          <p:cNvPr id="18" name="Shape 13"/>
          <p:cNvSpPr/>
          <p:nvPr/>
        </p:nvSpPr>
        <p:spPr>
          <a:xfrm>
            <a:off x="5567553" y="2407432"/>
            <a:ext cx="292608" cy="61448"/>
          </a:xfrm>
          <a:prstGeom prst="roundRect">
            <a:avLst>
              <a:gd name="adj" fmla="val 44643"/>
            </a:avLst>
          </a:prstGeom>
          <a:solidFill>
            <a:schemeClr val="accent1"/>
          </a:solidFill>
          <a:ln w="12700">
            <a:solidFill>
              <a:srgbClr val="FFFFFF">
                <a:alpha val="0"/>
              </a:srgbClr>
            </a:solidFill>
            <a:prstDash val="solid"/>
          </a:ln>
        </p:spPr>
      </p:sp>
      <p:sp>
        <p:nvSpPr>
          <p:cNvPr id="19" name="Shape 14"/>
          <p:cNvSpPr/>
          <p:nvPr/>
        </p:nvSpPr>
        <p:spPr>
          <a:xfrm>
            <a:off x="6328791" y="2407432"/>
            <a:ext cx="292608" cy="61448"/>
          </a:xfrm>
          <a:prstGeom prst="roundRect">
            <a:avLst>
              <a:gd name="adj" fmla="val 44643"/>
            </a:avLst>
          </a:prstGeom>
          <a:solidFill>
            <a:schemeClr val="accent1"/>
          </a:solidFill>
          <a:ln w="12700">
            <a:solidFill>
              <a:srgbClr val="FFFFFF">
                <a:alpha val="0"/>
              </a:srgbClr>
            </a:solidFill>
            <a:prstDash val="solid"/>
          </a:ln>
        </p:spPr>
      </p:sp>
      <p:sp>
        <p:nvSpPr>
          <p:cNvPr id="20" name="Shape 15"/>
          <p:cNvSpPr/>
          <p:nvPr/>
        </p:nvSpPr>
        <p:spPr>
          <a:xfrm>
            <a:off x="7090029" y="2407432"/>
            <a:ext cx="292608" cy="61448"/>
          </a:xfrm>
          <a:prstGeom prst="roundRect">
            <a:avLst>
              <a:gd name="adj" fmla="val 44643"/>
            </a:avLst>
          </a:prstGeom>
          <a:solidFill>
            <a:schemeClr val="accent1"/>
          </a:solidFill>
          <a:ln w="12700">
            <a:solidFill>
              <a:srgbClr val="FFFFFF">
                <a:alpha val="0"/>
              </a:srgbClr>
            </a:solidFill>
            <a:prstDash val="solid"/>
          </a:ln>
        </p:spPr>
      </p:sp>
      <p:sp>
        <p:nvSpPr>
          <p:cNvPr id="21" name="Shape 16"/>
          <p:cNvSpPr/>
          <p:nvPr/>
        </p:nvSpPr>
        <p:spPr>
          <a:xfrm>
            <a:off x="4572000" y="2450592"/>
            <a:ext cx="3044952" cy="384048"/>
          </a:xfrm>
          <a:prstGeom prst="roundRect">
            <a:avLst>
              <a:gd name="adj" fmla="val 19048"/>
            </a:avLst>
          </a:prstGeom>
          <a:solidFill>
            <a:schemeClr val="accent1"/>
          </a:solidFill>
          <a:ln w="12700">
            <a:solidFill>
              <a:srgbClr val="FFFFFF">
                <a:alpha val="0"/>
              </a:srgbClr>
            </a:solidFill>
            <a:prstDash val="solid"/>
          </a:ln>
        </p:spPr>
      </p:sp>
      <p:sp>
        <p:nvSpPr>
          <p:cNvPr id="22" name="Text 17"/>
          <p:cNvSpPr txBox="1"/>
          <p:nvPr/>
        </p:nvSpPr>
        <p:spPr>
          <a:xfrm>
            <a:off x="4645152" y="2450592"/>
            <a:ext cx="2898648" cy="384048"/>
          </a:xfrm>
          <a:prstGeom prst="rect">
            <a:avLst/>
          </a:prstGeom>
          <a:noFill/>
          <a:ln/>
        </p:spPr>
        <p:txBody>
          <a:bodyPr wrap="square" lIns="0" tIns="0" rIns="0" bIns="0" rtlCol="0" anchor="ctr"/>
          <a:lstStyle/>
          <a:p>
            <a:pPr algn="ctr" indent="0" marL="0">
              <a:buNone/>
            </a:pPr>
            <a:r>
              <a:rPr lang="en-US" sz="1700" b="1" i="1" dirty="0">
                <a:solidFill>
                  <a:schemeClr val="bg1"/>
                </a:solidFill>
              </a:rPr>
              <a:t>Goedemiddag!</a:t>
            </a:r>
            <a:endParaRPr lang="en-US" sz="1700" dirty="0"/>
          </a:p>
        </p:txBody>
      </p:sp>
      <p:sp>
        <p:nvSpPr>
          <p:cNvPr id="23" name="Shape 18"/>
          <p:cNvSpPr/>
          <p:nvPr/>
        </p:nvSpPr>
        <p:spPr>
          <a:xfrm>
            <a:off x="8046720" y="1508760"/>
            <a:ext cx="3593592" cy="1417320"/>
          </a:xfrm>
          <a:prstGeom prst="roundRect">
            <a:avLst>
              <a:gd name="adj" fmla="val 7742"/>
            </a:avLst>
          </a:prstGeom>
          <a:solidFill>
            <a:srgbClr val="FDF1E6"/>
          </a:solidFill>
          <a:ln w="12700">
            <a:solidFill>
              <a:srgbClr val="FFFFFF">
                <a:alpha val="0"/>
              </a:srgbClr>
            </a:solidFill>
            <a:prstDash val="solid"/>
          </a:ln>
        </p:spPr>
      </p:sp>
      <p:pic>
        <p:nvPicPr>
          <p:cNvPr id="24" name="Image 2" descr="sunset">    </p:cNvPr>
          <p:cNvPicPr>
            <a:picLocks noChangeAspect="1"/>
          </p:cNvPicPr>
          <p:nvPr/>
        </p:nvPicPr>
        <p:blipFill>
          <a:blip r:embed="rId3"/>
          <a:stretch>
            <a:fillRect/>
          </a:stretch>
        </p:blipFill>
        <p:spPr>
          <a:xfrm>
            <a:off x="8183880" y="1645920"/>
            <a:ext cx="731520" cy="731520"/>
          </a:xfrm>
          <a:prstGeom prst="rect">
            <a:avLst/>
          </a:prstGeom>
        </p:spPr>
      </p:pic>
      <p:sp>
        <p:nvSpPr>
          <p:cNvPr id="25" name="Text 19"/>
          <p:cNvSpPr txBox="1"/>
          <p:nvPr/>
        </p:nvSpPr>
        <p:spPr>
          <a:xfrm>
            <a:off x="9006840" y="1645920"/>
            <a:ext cx="2468880" cy="731520"/>
          </a:xfrm>
          <a:prstGeom prst="rect">
            <a:avLst/>
          </a:prstGeom>
          <a:noFill/>
          <a:ln/>
        </p:spPr>
        <p:txBody>
          <a:bodyPr wrap="square" lIns="0" tIns="0" rIns="0" bIns="0" rtlCol="0" anchor="ctr"/>
          <a:lstStyle/>
          <a:p>
            <a:pPr algn="l" indent="0" marL="0">
              <a:buNone/>
            </a:pPr>
            <a:r>
              <a:rPr lang="en-US" sz="1500" i="1" dirty="0">
                <a:solidFill>
                  <a:schemeClr val="accent5"/>
                </a:solidFill>
              </a:rPr>
              <a:t>le soir</a:t>
            </a:r>
            <a:endParaRPr lang="en-US" sz="1500" dirty="0"/>
          </a:p>
        </p:txBody>
      </p:sp>
      <p:sp>
        <p:nvSpPr>
          <p:cNvPr id="26" name="Shape 20"/>
          <p:cNvSpPr/>
          <p:nvPr/>
        </p:nvSpPr>
        <p:spPr>
          <a:xfrm>
            <a:off x="8555355" y="2407432"/>
            <a:ext cx="292608" cy="61448"/>
          </a:xfrm>
          <a:prstGeom prst="roundRect">
            <a:avLst>
              <a:gd name="adj" fmla="val 44643"/>
            </a:avLst>
          </a:prstGeom>
          <a:solidFill>
            <a:schemeClr val="accent1"/>
          </a:solidFill>
          <a:ln w="12700">
            <a:solidFill>
              <a:srgbClr val="FFFFFF">
                <a:alpha val="0"/>
              </a:srgbClr>
            </a:solidFill>
            <a:prstDash val="solid"/>
          </a:ln>
        </p:spPr>
      </p:sp>
      <p:sp>
        <p:nvSpPr>
          <p:cNvPr id="27" name="Shape 21"/>
          <p:cNvSpPr/>
          <p:nvPr/>
        </p:nvSpPr>
        <p:spPr>
          <a:xfrm>
            <a:off x="9316593" y="2407432"/>
            <a:ext cx="292608" cy="61448"/>
          </a:xfrm>
          <a:prstGeom prst="roundRect">
            <a:avLst>
              <a:gd name="adj" fmla="val 44643"/>
            </a:avLst>
          </a:prstGeom>
          <a:solidFill>
            <a:schemeClr val="accent1"/>
          </a:solidFill>
          <a:ln w="12700">
            <a:solidFill>
              <a:srgbClr val="FFFFFF">
                <a:alpha val="0"/>
              </a:srgbClr>
            </a:solidFill>
            <a:prstDash val="solid"/>
          </a:ln>
        </p:spPr>
      </p:sp>
      <p:sp>
        <p:nvSpPr>
          <p:cNvPr id="28" name="Shape 22"/>
          <p:cNvSpPr/>
          <p:nvPr/>
        </p:nvSpPr>
        <p:spPr>
          <a:xfrm>
            <a:off x="10077831" y="2407432"/>
            <a:ext cx="292608" cy="61448"/>
          </a:xfrm>
          <a:prstGeom prst="roundRect">
            <a:avLst>
              <a:gd name="adj" fmla="val 44643"/>
            </a:avLst>
          </a:prstGeom>
          <a:solidFill>
            <a:schemeClr val="accent1"/>
          </a:solidFill>
          <a:ln w="12700">
            <a:solidFill>
              <a:srgbClr val="FFFFFF">
                <a:alpha val="0"/>
              </a:srgbClr>
            </a:solidFill>
            <a:prstDash val="solid"/>
          </a:ln>
        </p:spPr>
      </p:sp>
      <p:sp>
        <p:nvSpPr>
          <p:cNvPr id="29" name="Shape 23"/>
          <p:cNvSpPr/>
          <p:nvPr/>
        </p:nvSpPr>
        <p:spPr>
          <a:xfrm>
            <a:off x="10839069" y="2407432"/>
            <a:ext cx="292608" cy="61448"/>
          </a:xfrm>
          <a:prstGeom prst="roundRect">
            <a:avLst>
              <a:gd name="adj" fmla="val 44643"/>
            </a:avLst>
          </a:prstGeom>
          <a:solidFill>
            <a:schemeClr val="accent1"/>
          </a:solidFill>
          <a:ln w="12700">
            <a:solidFill>
              <a:srgbClr val="FFFFFF">
                <a:alpha val="0"/>
              </a:srgbClr>
            </a:solidFill>
            <a:prstDash val="solid"/>
          </a:ln>
        </p:spPr>
      </p:sp>
      <p:sp>
        <p:nvSpPr>
          <p:cNvPr id="30" name="Shape 24"/>
          <p:cNvSpPr/>
          <p:nvPr/>
        </p:nvSpPr>
        <p:spPr>
          <a:xfrm>
            <a:off x="8321040" y="2450592"/>
            <a:ext cx="3044952" cy="384048"/>
          </a:xfrm>
          <a:prstGeom prst="roundRect">
            <a:avLst>
              <a:gd name="adj" fmla="val 19048"/>
            </a:avLst>
          </a:prstGeom>
          <a:solidFill>
            <a:schemeClr val="accent1"/>
          </a:solidFill>
          <a:ln w="12700">
            <a:solidFill>
              <a:srgbClr val="FFFFFF">
                <a:alpha val="0"/>
              </a:srgbClr>
            </a:solidFill>
            <a:prstDash val="solid"/>
          </a:ln>
        </p:spPr>
      </p:sp>
      <p:sp>
        <p:nvSpPr>
          <p:cNvPr id="31" name="Text 25"/>
          <p:cNvSpPr txBox="1"/>
          <p:nvPr/>
        </p:nvSpPr>
        <p:spPr>
          <a:xfrm>
            <a:off x="8394192" y="2450592"/>
            <a:ext cx="2898648" cy="384048"/>
          </a:xfrm>
          <a:prstGeom prst="rect">
            <a:avLst/>
          </a:prstGeom>
          <a:noFill/>
          <a:ln/>
        </p:spPr>
        <p:txBody>
          <a:bodyPr wrap="square" lIns="0" tIns="0" rIns="0" bIns="0" rtlCol="0" anchor="ctr"/>
          <a:lstStyle/>
          <a:p>
            <a:pPr algn="ctr" indent="0" marL="0">
              <a:buNone/>
            </a:pPr>
            <a:r>
              <a:rPr lang="en-US" sz="1700" b="1" i="1" dirty="0">
                <a:solidFill>
                  <a:schemeClr val="bg1"/>
                </a:solidFill>
              </a:rPr>
              <a:t>Goedenavond!</a:t>
            </a:r>
            <a:endParaRPr lang="en-US" sz="1700" dirty="0"/>
          </a:p>
        </p:txBody>
      </p:sp>
      <p:sp>
        <p:nvSpPr>
          <p:cNvPr id="32" name="Shape 26"/>
          <p:cNvSpPr/>
          <p:nvPr/>
        </p:nvSpPr>
        <p:spPr>
          <a:xfrm>
            <a:off x="640080" y="3090672"/>
            <a:ext cx="10881360" cy="914"/>
          </a:xfrm>
          <a:prstGeom prst="line">
            <a:avLst/>
          </a:prstGeom>
          <a:noFill/>
          <a:ln w="25400">
            <a:solidFill>
              <a:srgbClr val="D9700F"/>
            </a:solidFill>
            <a:prstDash val="dash"/>
            <a:tailEnd type="triangle"/>
          </a:ln>
        </p:spPr>
      </p:sp>
      <p:sp>
        <p:nvSpPr>
          <p:cNvPr id="33" name="Text 27"/>
          <p:cNvSpPr txBox="1"/>
          <p:nvPr/>
        </p:nvSpPr>
        <p:spPr>
          <a:xfrm>
            <a:off x="548640" y="3246120"/>
            <a:ext cx="3593592" cy="347472"/>
          </a:xfrm>
          <a:prstGeom prst="rect">
            <a:avLst/>
          </a:prstGeom>
          <a:noFill/>
          <a:ln/>
        </p:spPr>
        <p:txBody>
          <a:bodyPr wrap="square" lIns="0" tIns="0" rIns="0" bIns="0" rtlCol="0" anchor="t"/>
          <a:lstStyle/>
          <a:p>
            <a:pPr algn="l" indent="0" marL="0">
              <a:buNone/>
            </a:pPr>
            <a:r>
              <a:rPr lang="en-US" sz="1300" b="1" spc="200" kern="0" dirty="0">
                <a:solidFill>
                  <a:schemeClr val="accent5"/>
                </a:solidFill>
              </a:rPr>
              <a:t>J’ARRIVE</a:t>
            </a:r>
            <a:endParaRPr lang="en-US" sz="1300" dirty="0"/>
          </a:p>
        </p:txBody>
      </p:sp>
      <p:sp>
        <p:nvSpPr>
          <p:cNvPr id="34" name="Shape 28"/>
          <p:cNvSpPr/>
          <p:nvPr/>
        </p:nvSpPr>
        <p:spPr>
          <a:xfrm>
            <a:off x="851764" y="3648456"/>
            <a:ext cx="285293" cy="73152"/>
          </a:xfrm>
          <a:prstGeom prst="roundRect">
            <a:avLst>
              <a:gd name="adj" fmla="val 37500"/>
            </a:avLst>
          </a:prstGeom>
          <a:solidFill>
            <a:schemeClr val="accent1"/>
          </a:solidFill>
          <a:ln w="12700">
            <a:solidFill>
              <a:srgbClr val="FFFFFF">
                <a:alpha val="0"/>
              </a:srgbClr>
            </a:solidFill>
            <a:prstDash val="solid"/>
          </a:ln>
        </p:spPr>
      </p:sp>
      <p:sp>
        <p:nvSpPr>
          <p:cNvPr id="35" name="Shape 29"/>
          <p:cNvSpPr/>
          <p:nvPr/>
        </p:nvSpPr>
        <p:spPr>
          <a:xfrm>
            <a:off x="1743304" y="3648456"/>
            <a:ext cx="285293" cy="73152"/>
          </a:xfrm>
          <a:prstGeom prst="roundRect">
            <a:avLst>
              <a:gd name="adj" fmla="val 37500"/>
            </a:avLst>
          </a:prstGeom>
          <a:solidFill>
            <a:schemeClr val="accent1"/>
          </a:solidFill>
          <a:ln w="12700">
            <a:solidFill>
              <a:srgbClr val="FFFFFF">
                <a:alpha val="0"/>
              </a:srgbClr>
            </a:solidFill>
            <a:prstDash val="solid"/>
          </a:ln>
        </p:spPr>
      </p:sp>
      <p:sp>
        <p:nvSpPr>
          <p:cNvPr id="36" name="Shape 30"/>
          <p:cNvSpPr/>
          <p:nvPr/>
        </p:nvSpPr>
        <p:spPr>
          <a:xfrm>
            <a:off x="548640" y="3703320"/>
            <a:ext cx="1783080" cy="457200"/>
          </a:xfrm>
          <a:prstGeom prst="roundRect">
            <a:avLst>
              <a:gd name="adj" fmla="val 16000"/>
            </a:avLst>
          </a:prstGeom>
          <a:solidFill>
            <a:schemeClr val="accent1"/>
          </a:solidFill>
          <a:ln w="12700">
            <a:solidFill>
              <a:srgbClr val="FFFFFF">
                <a:alpha val="0"/>
              </a:srgbClr>
            </a:solidFill>
            <a:prstDash val="solid"/>
          </a:ln>
        </p:spPr>
      </p:sp>
      <p:sp>
        <p:nvSpPr>
          <p:cNvPr id="37" name="Text 31"/>
          <p:cNvSpPr txBox="1"/>
          <p:nvPr/>
        </p:nvSpPr>
        <p:spPr>
          <a:xfrm>
            <a:off x="621792" y="3703320"/>
            <a:ext cx="1636776" cy="457200"/>
          </a:xfrm>
          <a:prstGeom prst="rect">
            <a:avLst/>
          </a:prstGeom>
          <a:noFill/>
          <a:ln/>
        </p:spPr>
        <p:txBody>
          <a:bodyPr wrap="square" lIns="0" tIns="0" rIns="0" bIns="0" rtlCol="0" anchor="ctr"/>
          <a:lstStyle/>
          <a:p>
            <a:pPr algn="ctr" indent="0" marL="0">
              <a:buNone/>
            </a:pPr>
            <a:r>
              <a:rPr lang="en-US" sz="1500" b="1" i="1" dirty="0">
                <a:solidFill>
                  <a:schemeClr val="bg1"/>
                </a:solidFill>
              </a:rPr>
              <a:t>Hallo!</a:t>
            </a:r>
            <a:endParaRPr lang="en-US" sz="1500" dirty="0"/>
          </a:p>
        </p:txBody>
      </p:sp>
      <p:sp>
        <p:nvSpPr>
          <p:cNvPr id="38" name="Text 32"/>
          <p:cNvSpPr txBox="1"/>
          <p:nvPr/>
        </p:nvSpPr>
        <p:spPr>
          <a:xfrm>
            <a:off x="2423160" y="3703320"/>
            <a:ext cx="1783080" cy="457200"/>
          </a:xfrm>
          <a:prstGeom prst="rect">
            <a:avLst/>
          </a:prstGeom>
          <a:noFill/>
          <a:ln/>
        </p:spPr>
        <p:txBody>
          <a:bodyPr wrap="square" lIns="0" tIns="0" rIns="0" bIns="0" rtlCol="0" anchor="ctr"/>
          <a:lstStyle/>
          <a:p>
            <a:pPr algn="l" indent="0" marL="0">
              <a:buNone/>
            </a:pPr>
            <a:r>
              <a:rPr lang="en-US" sz="1300" i="1" dirty="0">
                <a:solidFill>
                  <a:schemeClr val="accent5"/>
                </a:solidFill>
              </a:rPr>
              <a:t>neutre</a:t>
            </a:r>
            <a:endParaRPr lang="en-US" sz="1300" dirty="0"/>
          </a:p>
        </p:txBody>
      </p:sp>
      <p:sp>
        <p:nvSpPr>
          <p:cNvPr id="39" name="Shape 33"/>
          <p:cNvSpPr/>
          <p:nvPr/>
        </p:nvSpPr>
        <p:spPr>
          <a:xfrm>
            <a:off x="851764" y="4361688"/>
            <a:ext cx="285293" cy="73152"/>
          </a:xfrm>
          <a:prstGeom prst="roundRect">
            <a:avLst>
              <a:gd name="adj" fmla="val 37500"/>
            </a:avLst>
          </a:prstGeom>
          <a:solidFill>
            <a:schemeClr val="accent1"/>
          </a:solidFill>
          <a:ln w="12700">
            <a:solidFill>
              <a:srgbClr val="FFFFFF">
                <a:alpha val="0"/>
              </a:srgbClr>
            </a:solidFill>
            <a:prstDash val="solid"/>
          </a:ln>
        </p:spPr>
      </p:sp>
      <p:sp>
        <p:nvSpPr>
          <p:cNvPr id="40" name="Shape 34"/>
          <p:cNvSpPr/>
          <p:nvPr/>
        </p:nvSpPr>
        <p:spPr>
          <a:xfrm>
            <a:off x="1743304" y="4361688"/>
            <a:ext cx="285293" cy="73152"/>
          </a:xfrm>
          <a:prstGeom prst="roundRect">
            <a:avLst>
              <a:gd name="adj" fmla="val 37500"/>
            </a:avLst>
          </a:prstGeom>
          <a:solidFill>
            <a:schemeClr val="accent1"/>
          </a:solidFill>
          <a:ln w="12700">
            <a:solidFill>
              <a:srgbClr val="FFFFFF">
                <a:alpha val="0"/>
              </a:srgbClr>
            </a:solidFill>
            <a:prstDash val="solid"/>
          </a:ln>
        </p:spPr>
      </p:sp>
      <p:sp>
        <p:nvSpPr>
          <p:cNvPr id="41" name="Shape 35"/>
          <p:cNvSpPr/>
          <p:nvPr/>
        </p:nvSpPr>
        <p:spPr>
          <a:xfrm>
            <a:off x="548640" y="4416552"/>
            <a:ext cx="1783080" cy="457200"/>
          </a:xfrm>
          <a:prstGeom prst="roundRect">
            <a:avLst>
              <a:gd name="adj" fmla="val 16000"/>
            </a:avLst>
          </a:prstGeom>
          <a:solidFill>
            <a:schemeClr val="accent1"/>
          </a:solidFill>
          <a:ln w="12700">
            <a:solidFill>
              <a:srgbClr val="FFFFFF">
                <a:alpha val="0"/>
              </a:srgbClr>
            </a:solidFill>
            <a:prstDash val="solid"/>
          </a:ln>
        </p:spPr>
      </p:sp>
      <p:sp>
        <p:nvSpPr>
          <p:cNvPr id="42" name="Text 36"/>
          <p:cNvSpPr txBox="1"/>
          <p:nvPr/>
        </p:nvSpPr>
        <p:spPr>
          <a:xfrm>
            <a:off x="621792" y="4416552"/>
            <a:ext cx="1636776" cy="457200"/>
          </a:xfrm>
          <a:prstGeom prst="rect">
            <a:avLst/>
          </a:prstGeom>
          <a:noFill/>
          <a:ln/>
        </p:spPr>
        <p:txBody>
          <a:bodyPr wrap="square" lIns="0" tIns="0" rIns="0" bIns="0" rtlCol="0" anchor="ctr"/>
          <a:lstStyle/>
          <a:p>
            <a:pPr algn="ctr" indent="0" marL="0">
              <a:buNone/>
            </a:pPr>
            <a:r>
              <a:rPr lang="en-US" sz="1500" b="1" i="1" dirty="0">
                <a:solidFill>
                  <a:schemeClr val="bg1"/>
                </a:solidFill>
              </a:rPr>
              <a:t>Hoi!</a:t>
            </a:r>
            <a:endParaRPr lang="en-US" sz="1500" dirty="0"/>
          </a:p>
        </p:txBody>
      </p:sp>
      <p:sp>
        <p:nvSpPr>
          <p:cNvPr id="43" name="Text 37"/>
          <p:cNvSpPr txBox="1"/>
          <p:nvPr/>
        </p:nvSpPr>
        <p:spPr>
          <a:xfrm>
            <a:off x="2423160" y="4416552"/>
            <a:ext cx="1783080" cy="457200"/>
          </a:xfrm>
          <a:prstGeom prst="rect">
            <a:avLst/>
          </a:prstGeom>
          <a:noFill/>
          <a:ln/>
        </p:spPr>
        <p:txBody>
          <a:bodyPr wrap="square" lIns="0" tIns="0" rIns="0" bIns="0" rtlCol="0" anchor="ctr"/>
          <a:lstStyle/>
          <a:p>
            <a:pPr algn="l" indent="0" marL="0">
              <a:buNone/>
            </a:pPr>
            <a:r>
              <a:rPr lang="en-US" sz="1300" i="1" dirty="0">
                <a:solidFill>
                  <a:schemeClr val="accent5"/>
                </a:solidFill>
              </a:rPr>
              <a:t>familier</a:t>
            </a:r>
            <a:endParaRPr lang="en-US" sz="1300" dirty="0"/>
          </a:p>
        </p:txBody>
      </p:sp>
      <p:sp>
        <p:nvSpPr>
          <p:cNvPr id="44" name="Shape 38"/>
          <p:cNvSpPr/>
          <p:nvPr/>
        </p:nvSpPr>
        <p:spPr>
          <a:xfrm>
            <a:off x="851764" y="5074920"/>
            <a:ext cx="285293" cy="73152"/>
          </a:xfrm>
          <a:prstGeom prst="roundRect">
            <a:avLst>
              <a:gd name="adj" fmla="val 37500"/>
            </a:avLst>
          </a:prstGeom>
          <a:solidFill>
            <a:schemeClr val="accent1"/>
          </a:solidFill>
          <a:ln w="12700">
            <a:solidFill>
              <a:srgbClr val="FFFFFF">
                <a:alpha val="0"/>
              </a:srgbClr>
            </a:solidFill>
            <a:prstDash val="solid"/>
          </a:ln>
        </p:spPr>
      </p:sp>
      <p:sp>
        <p:nvSpPr>
          <p:cNvPr id="45" name="Shape 39"/>
          <p:cNvSpPr/>
          <p:nvPr/>
        </p:nvSpPr>
        <p:spPr>
          <a:xfrm>
            <a:off x="1743304" y="5074920"/>
            <a:ext cx="285293" cy="73152"/>
          </a:xfrm>
          <a:prstGeom prst="roundRect">
            <a:avLst>
              <a:gd name="adj" fmla="val 37500"/>
            </a:avLst>
          </a:prstGeom>
          <a:solidFill>
            <a:schemeClr val="accent1"/>
          </a:solidFill>
          <a:ln w="12700">
            <a:solidFill>
              <a:srgbClr val="FFFFFF">
                <a:alpha val="0"/>
              </a:srgbClr>
            </a:solidFill>
            <a:prstDash val="solid"/>
          </a:ln>
        </p:spPr>
      </p:sp>
      <p:sp>
        <p:nvSpPr>
          <p:cNvPr id="46" name="Shape 40"/>
          <p:cNvSpPr/>
          <p:nvPr/>
        </p:nvSpPr>
        <p:spPr>
          <a:xfrm>
            <a:off x="548640" y="5129784"/>
            <a:ext cx="1783080" cy="457200"/>
          </a:xfrm>
          <a:prstGeom prst="roundRect">
            <a:avLst>
              <a:gd name="adj" fmla="val 16000"/>
            </a:avLst>
          </a:prstGeom>
          <a:solidFill>
            <a:schemeClr val="accent1"/>
          </a:solidFill>
          <a:ln w="12700">
            <a:solidFill>
              <a:srgbClr val="FFFFFF">
                <a:alpha val="0"/>
              </a:srgbClr>
            </a:solidFill>
            <a:prstDash val="solid"/>
          </a:ln>
        </p:spPr>
      </p:sp>
      <p:sp>
        <p:nvSpPr>
          <p:cNvPr id="47" name="Text 41"/>
          <p:cNvSpPr txBox="1"/>
          <p:nvPr/>
        </p:nvSpPr>
        <p:spPr>
          <a:xfrm>
            <a:off x="621792" y="5129784"/>
            <a:ext cx="1636776" cy="457200"/>
          </a:xfrm>
          <a:prstGeom prst="rect">
            <a:avLst/>
          </a:prstGeom>
          <a:noFill/>
          <a:ln/>
        </p:spPr>
        <p:txBody>
          <a:bodyPr wrap="square" lIns="0" tIns="0" rIns="0" bIns="0" rtlCol="0" anchor="ctr"/>
          <a:lstStyle/>
          <a:p>
            <a:pPr algn="ctr" indent="0" marL="0">
              <a:buNone/>
            </a:pPr>
            <a:r>
              <a:rPr lang="en-US" sz="1500" b="1" i="1" dirty="0">
                <a:solidFill>
                  <a:schemeClr val="bg1"/>
                </a:solidFill>
              </a:rPr>
              <a:t>Dag!</a:t>
            </a:r>
            <a:endParaRPr lang="en-US" sz="1500" dirty="0"/>
          </a:p>
        </p:txBody>
      </p:sp>
      <p:sp>
        <p:nvSpPr>
          <p:cNvPr id="48" name="Text 42"/>
          <p:cNvSpPr txBox="1"/>
          <p:nvPr/>
        </p:nvSpPr>
        <p:spPr>
          <a:xfrm>
            <a:off x="2423160" y="5129784"/>
            <a:ext cx="1783080" cy="457200"/>
          </a:xfrm>
          <a:prstGeom prst="rect">
            <a:avLst/>
          </a:prstGeom>
          <a:noFill/>
          <a:ln/>
        </p:spPr>
        <p:txBody>
          <a:bodyPr wrap="square" lIns="0" tIns="0" rIns="0" bIns="0" rtlCol="0" anchor="ctr"/>
          <a:lstStyle/>
          <a:p>
            <a:pPr algn="l" indent="0" marL="0">
              <a:buNone/>
            </a:pPr>
            <a:r>
              <a:rPr lang="en-US" sz="1300" i="1" dirty="0">
                <a:solidFill>
                  <a:schemeClr val="accent5"/>
                </a:solidFill>
              </a:rPr>
              <a:t>bonjour (BE)</a:t>
            </a:r>
            <a:endParaRPr lang="en-US" sz="1300" dirty="0"/>
          </a:p>
        </p:txBody>
      </p:sp>
      <p:sp>
        <p:nvSpPr>
          <p:cNvPr id="49" name="Text 43"/>
          <p:cNvSpPr txBox="1"/>
          <p:nvPr/>
        </p:nvSpPr>
        <p:spPr>
          <a:xfrm>
            <a:off x="4297680" y="3246120"/>
            <a:ext cx="7342632" cy="347472"/>
          </a:xfrm>
          <a:prstGeom prst="rect">
            <a:avLst/>
          </a:prstGeom>
          <a:noFill/>
          <a:ln/>
        </p:spPr>
        <p:txBody>
          <a:bodyPr wrap="square" lIns="0" tIns="0" rIns="0" bIns="0" rtlCol="0" anchor="t"/>
          <a:lstStyle/>
          <a:p>
            <a:pPr algn="l" indent="0" marL="0">
              <a:buNone/>
            </a:pPr>
            <a:r>
              <a:rPr lang="en-US" sz="1300" b="1" spc="200" kern="0" dirty="0">
                <a:solidFill>
                  <a:schemeClr val="accent5"/>
                </a:solidFill>
              </a:rPr>
              <a:t>JE PARS</a:t>
            </a:r>
            <a:endParaRPr lang="en-US" sz="1300" dirty="0"/>
          </a:p>
        </p:txBody>
      </p:sp>
      <p:sp>
        <p:nvSpPr>
          <p:cNvPr id="50" name="Shape 44"/>
          <p:cNvSpPr/>
          <p:nvPr/>
        </p:nvSpPr>
        <p:spPr>
          <a:xfrm>
            <a:off x="4524756" y="3648456"/>
            <a:ext cx="292608" cy="73152"/>
          </a:xfrm>
          <a:prstGeom prst="roundRect">
            <a:avLst>
              <a:gd name="adj" fmla="val 37500"/>
            </a:avLst>
          </a:prstGeom>
          <a:solidFill>
            <a:schemeClr val="accent1"/>
          </a:solidFill>
          <a:ln w="12700">
            <a:solidFill>
              <a:srgbClr val="FFFFFF">
                <a:alpha val="0"/>
              </a:srgbClr>
            </a:solidFill>
            <a:prstDash val="solid"/>
          </a:ln>
        </p:spPr>
      </p:sp>
      <p:sp>
        <p:nvSpPr>
          <p:cNvPr id="51" name="Shape 45"/>
          <p:cNvSpPr/>
          <p:nvPr/>
        </p:nvSpPr>
        <p:spPr>
          <a:xfrm>
            <a:off x="5271516" y="3648456"/>
            <a:ext cx="292608" cy="73152"/>
          </a:xfrm>
          <a:prstGeom prst="roundRect">
            <a:avLst>
              <a:gd name="adj" fmla="val 37500"/>
            </a:avLst>
          </a:prstGeom>
          <a:solidFill>
            <a:schemeClr val="accent1"/>
          </a:solidFill>
          <a:ln w="12700">
            <a:solidFill>
              <a:srgbClr val="FFFFFF">
                <a:alpha val="0"/>
              </a:srgbClr>
            </a:solidFill>
            <a:prstDash val="solid"/>
          </a:ln>
        </p:spPr>
      </p:sp>
      <p:sp>
        <p:nvSpPr>
          <p:cNvPr id="52" name="Shape 46"/>
          <p:cNvSpPr/>
          <p:nvPr/>
        </p:nvSpPr>
        <p:spPr>
          <a:xfrm>
            <a:off x="6018276" y="3648456"/>
            <a:ext cx="292608" cy="73152"/>
          </a:xfrm>
          <a:prstGeom prst="roundRect">
            <a:avLst>
              <a:gd name="adj" fmla="val 37500"/>
            </a:avLst>
          </a:prstGeom>
          <a:solidFill>
            <a:schemeClr val="accent1"/>
          </a:solidFill>
          <a:ln w="12700">
            <a:solidFill>
              <a:srgbClr val="FFFFFF">
                <a:alpha val="0"/>
              </a:srgbClr>
            </a:solidFill>
            <a:prstDash val="solid"/>
          </a:ln>
        </p:spPr>
      </p:sp>
      <p:sp>
        <p:nvSpPr>
          <p:cNvPr id="53" name="Shape 47"/>
          <p:cNvSpPr/>
          <p:nvPr/>
        </p:nvSpPr>
        <p:spPr>
          <a:xfrm>
            <a:off x="4297680" y="3703320"/>
            <a:ext cx="2240280" cy="457200"/>
          </a:xfrm>
          <a:prstGeom prst="roundRect">
            <a:avLst>
              <a:gd name="adj" fmla="val 16000"/>
            </a:avLst>
          </a:prstGeom>
          <a:solidFill>
            <a:schemeClr val="accent1"/>
          </a:solidFill>
          <a:ln w="12700">
            <a:solidFill>
              <a:srgbClr val="FFFFFF">
                <a:alpha val="0"/>
              </a:srgbClr>
            </a:solidFill>
            <a:prstDash val="solid"/>
          </a:ln>
        </p:spPr>
      </p:sp>
      <p:sp>
        <p:nvSpPr>
          <p:cNvPr id="54" name="Text 48"/>
          <p:cNvSpPr txBox="1"/>
          <p:nvPr/>
        </p:nvSpPr>
        <p:spPr>
          <a:xfrm>
            <a:off x="4370832" y="3703320"/>
            <a:ext cx="2093976" cy="457200"/>
          </a:xfrm>
          <a:prstGeom prst="rect">
            <a:avLst/>
          </a:prstGeom>
          <a:noFill/>
          <a:ln/>
        </p:spPr>
        <p:txBody>
          <a:bodyPr wrap="square" lIns="0" tIns="0" rIns="0" bIns="0" rtlCol="0" anchor="ctr"/>
          <a:lstStyle/>
          <a:p>
            <a:pPr algn="ctr" indent="0" marL="0">
              <a:buNone/>
            </a:pPr>
            <a:r>
              <a:rPr lang="en-US" sz="1500" b="1" i="1" dirty="0">
                <a:solidFill>
                  <a:schemeClr val="bg1"/>
                </a:solidFill>
              </a:rPr>
              <a:t>Dag!</a:t>
            </a:r>
            <a:endParaRPr lang="en-US" sz="1500" dirty="0"/>
          </a:p>
        </p:txBody>
      </p:sp>
      <p:sp>
        <p:nvSpPr>
          <p:cNvPr id="55" name="Text 49"/>
          <p:cNvSpPr txBox="1"/>
          <p:nvPr/>
        </p:nvSpPr>
        <p:spPr>
          <a:xfrm>
            <a:off x="6629400" y="3703320"/>
            <a:ext cx="1325880" cy="457200"/>
          </a:xfrm>
          <a:prstGeom prst="rect">
            <a:avLst/>
          </a:prstGeom>
          <a:noFill/>
          <a:ln/>
        </p:spPr>
        <p:txBody>
          <a:bodyPr wrap="square" lIns="0" tIns="0" rIns="0" bIns="0" rtlCol="0" anchor="ctr"/>
          <a:lstStyle/>
          <a:p>
            <a:pPr algn="l" indent="0" marL="0">
              <a:buNone/>
            </a:pPr>
            <a:r>
              <a:rPr lang="en-US" sz="1300" i="1" dirty="0">
                <a:solidFill>
                  <a:schemeClr val="accent5"/>
                </a:solidFill>
              </a:rPr>
              <a:t>au revoir (BE)</a:t>
            </a:r>
            <a:endParaRPr lang="en-US" sz="1300" dirty="0"/>
          </a:p>
        </p:txBody>
      </p:sp>
      <p:sp>
        <p:nvSpPr>
          <p:cNvPr id="56" name="Shape 50"/>
          <p:cNvSpPr/>
          <p:nvPr/>
        </p:nvSpPr>
        <p:spPr>
          <a:xfrm>
            <a:off x="8228076" y="3648456"/>
            <a:ext cx="292608" cy="73152"/>
          </a:xfrm>
          <a:prstGeom prst="roundRect">
            <a:avLst>
              <a:gd name="adj" fmla="val 37500"/>
            </a:avLst>
          </a:prstGeom>
          <a:solidFill>
            <a:schemeClr val="accent1"/>
          </a:solidFill>
          <a:ln w="12700">
            <a:solidFill>
              <a:srgbClr val="FFFFFF">
                <a:alpha val="0"/>
              </a:srgbClr>
            </a:solidFill>
            <a:prstDash val="solid"/>
          </a:ln>
        </p:spPr>
      </p:sp>
      <p:sp>
        <p:nvSpPr>
          <p:cNvPr id="57" name="Shape 51"/>
          <p:cNvSpPr/>
          <p:nvPr/>
        </p:nvSpPr>
        <p:spPr>
          <a:xfrm>
            <a:off x="8974836" y="3648456"/>
            <a:ext cx="292608" cy="73152"/>
          </a:xfrm>
          <a:prstGeom prst="roundRect">
            <a:avLst>
              <a:gd name="adj" fmla="val 37500"/>
            </a:avLst>
          </a:prstGeom>
          <a:solidFill>
            <a:schemeClr val="accent1"/>
          </a:solidFill>
          <a:ln w="12700">
            <a:solidFill>
              <a:srgbClr val="FFFFFF">
                <a:alpha val="0"/>
              </a:srgbClr>
            </a:solidFill>
            <a:prstDash val="solid"/>
          </a:ln>
        </p:spPr>
      </p:sp>
      <p:sp>
        <p:nvSpPr>
          <p:cNvPr id="58" name="Shape 52"/>
          <p:cNvSpPr/>
          <p:nvPr/>
        </p:nvSpPr>
        <p:spPr>
          <a:xfrm>
            <a:off x="9721596" y="3648456"/>
            <a:ext cx="292608" cy="73152"/>
          </a:xfrm>
          <a:prstGeom prst="roundRect">
            <a:avLst>
              <a:gd name="adj" fmla="val 37500"/>
            </a:avLst>
          </a:prstGeom>
          <a:solidFill>
            <a:schemeClr val="accent1"/>
          </a:solidFill>
          <a:ln w="12700">
            <a:solidFill>
              <a:srgbClr val="FFFFFF">
                <a:alpha val="0"/>
              </a:srgbClr>
            </a:solidFill>
            <a:prstDash val="solid"/>
          </a:ln>
        </p:spPr>
      </p:sp>
      <p:sp>
        <p:nvSpPr>
          <p:cNvPr id="59" name="Shape 53"/>
          <p:cNvSpPr/>
          <p:nvPr/>
        </p:nvSpPr>
        <p:spPr>
          <a:xfrm>
            <a:off x="8001000" y="3703320"/>
            <a:ext cx="2240280" cy="457200"/>
          </a:xfrm>
          <a:prstGeom prst="roundRect">
            <a:avLst>
              <a:gd name="adj" fmla="val 16000"/>
            </a:avLst>
          </a:prstGeom>
          <a:solidFill>
            <a:schemeClr val="accent1"/>
          </a:solidFill>
          <a:ln w="12700">
            <a:solidFill>
              <a:srgbClr val="FFFFFF">
                <a:alpha val="0"/>
              </a:srgbClr>
            </a:solidFill>
            <a:prstDash val="solid"/>
          </a:ln>
        </p:spPr>
      </p:sp>
      <p:sp>
        <p:nvSpPr>
          <p:cNvPr id="60" name="Text 54"/>
          <p:cNvSpPr txBox="1"/>
          <p:nvPr/>
        </p:nvSpPr>
        <p:spPr>
          <a:xfrm>
            <a:off x="8074152" y="3703320"/>
            <a:ext cx="2093976" cy="457200"/>
          </a:xfrm>
          <a:prstGeom prst="rect">
            <a:avLst/>
          </a:prstGeom>
          <a:noFill/>
          <a:ln/>
        </p:spPr>
        <p:txBody>
          <a:bodyPr wrap="square" lIns="0" tIns="0" rIns="0" bIns="0" rtlCol="0" anchor="ctr"/>
          <a:lstStyle/>
          <a:p>
            <a:pPr algn="ctr" indent="0" marL="0">
              <a:buNone/>
            </a:pPr>
            <a:r>
              <a:rPr lang="en-US" sz="1500" b="1" i="1" dirty="0">
                <a:solidFill>
                  <a:schemeClr val="bg1"/>
                </a:solidFill>
              </a:rPr>
              <a:t>Tot straks!</a:t>
            </a:r>
            <a:endParaRPr lang="en-US" sz="1500" dirty="0"/>
          </a:p>
        </p:txBody>
      </p:sp>
      <p:sp>
        <p:nvSpPr>
          <p:cNvPr id="61" name="Text 55"/>
          <p:cNvSpPr txBox="1"/>
          <p:nvPr/>
        </p:nvSpPr>
        <p:spPr>
          <a:xfrm>
            <a:off x="10332720" y="3703320"/>
            <a:ext cx="1325880" cy="457200"/>
          </a:xfrm>
          <a:prstGeom prst="rect">
            <a:avLst/>
          </a:prstGeom>
          <a:noFill/>
          <a:ln/>
        </p:spPr>
        <p:txBody>
          <a:bodyPr wrap="square" lIns="0" tIns="0" rIns="0" bIns="0" rtlCol="0" anchor="ctr"/>
          <a:lstStyle/>
          <a:p>
            <a:pPr algn="l" indent="0" marL="0">
              <a:buNone/>
            </a:pPr>
            <a:r>
              <a:rPr lang="en-US" sz="1300" i="1" dirty="0">
                <a:solidFill>
                  <a:schemeClr val="accent5"/>
                </a:solidFill>
              </a:rPr>
              <a:t>à tout à l’heure</a:t>
            </a:r>
            <a:endParaRPr lang="en-US" sz="1300" dirty="0"/>
          </a:p>
        </p:txBody>
      </p:sp>
      <p:sp>
        <p:nvSpPr>
          <p:cNvPr id="62" name="Shape 56"/>
          <p:cNvSpPr/>
          <p:nvPr/>
        </p:nvSpPr>
        <p:spPr>
          <a:xfrm>
            <a:off x="4524756" y="4361688"/>
            <a:ext cx="292608" cy="73152"/>
          </a:xfrm>
          <a:prstGeom prst="roundRect">
            <a:avLst>
              <a:gd name="adj" fmla="val 37500"/>
            </a:avLst>
          </a:prstGeom>
          <a:solidFill>
            <a:schemeClr val="accent1"/>
          </a:solidFill>
          <a:ln w="12700">
            <a:solidFill>
              <a:srgbClr val="FFFFFF">
                <a:alpha val="0"/>
              </a:srgbClr>
            </a:solidFill>
            <a:prstDash val="solid"/>
          </a:ln>
        </p:spPr>
      </p:sp>
      <p:sp>
        <p:nvSpPr>
          <p:cNvPr id="63" name="Shape 57"/>
          <p:cNvSpPr/>
          <p:nvPr/>
        </p:nvSpPr>
        <p:spPr>
          <a:xfrm>
            <a:off x="5271516" y="4361688"/>
            <a:ext cx="292608" cy="73152"/>
          </a:xfrm>
          <a:prstGeom prst="roundRect">
            <a:avLst>
              <a:gd name="adj" fmla="val 37500"/>
            </a:avLst>
          </a:prstGeom>
          <a:solidFill>
            <a:schemeClr val="accent1"/>
          </a:solidFill>
          <a:ln w="12700">
            <a:solidFill>
              <a:srgbClr val="FFFFFF">
                <a:alpha val="0"/>
              </a:srgbClr>
            </a:solidFill>
            <a:prstDash val="solid"/>
          </a:ln>
        </p:spPr>
      </p:sp>
      <p:sp>
        <p:nvSpPr>
          <p:cNvPr id="64" name="Shape 58"/>
          <p:cNvSpPr/>
          <p:nvPr/>
        </p:nvSpPr>
        <p:spPr>
          <a:xfrm>
            <a:off x="6018276" y="4361688"/>
            <a:ext cx="292608" cy="73152"/>
          </a:xfrm>
          <a:prstGeom prst="roundRect">
            <a:avLst>
              <a:gd name="adj" fmla="val 37500"/>
            </a:avLst>
          </a:prstGeom>
          <a:solidFill>
            <a:schemeClr val="accent1"/>
          </a:solidFill>
          <a:ln w="12700">
            <a:solidFill>
              <a:srgbClr val="FFFFFF">
                <a:alpha val="0"/>
              </a:srgbClr>
            </a:solidFill>
            <a:prstDash val="solid"/>
          </a:ln>
        </p:spPr>
      </p:sp>
      <p:sp>
        <p:nvSpPr>
          <p:cNvPr id="65" name="Shape 59"/>
          <p:cNvSpPr/>
          <p:nvPr/>
        </p:nvSpPr>
        <p:spPr>
          <a:xfrm>
            <a:off x="4297680" y="4416552"/>
            <a:ext cx="2240280" cy="457200"/>
          </a:xfrm>
          <a:prstGeom prst="roundRect">
            <a:avLst>
              <a:gd name="adj" fmla="val 16000"/>
            </a:avLst>
          </a:prstGeom>
          <a:solidFill>
            <a:schemeClr val="accent1"/>
          </a:solidFill>
          <a:ln w="12700">
            <a:solidFill>
              <a:srgbClr val="FFFFFF">
                <a:alpha val="0"/>
              </a:srgbClr>
            </a:solidFill>
            <a:prstDash val="solid"/>
          </a:ln>
        </p:spPr>
      </p:sp>
      <p:sp>
        <p:nvSpPr>
          <p:cNvPr id="66" name="Text 60"/>
          <p:cNvSpPr txBox="1"/>
          <p:nvPr/>
        </p:nvSpPr>
        <p:spPr>
          <a:xfrm>
            <a:off x="4370832" y="4416552"/>
            <a:ext cx="2093976" cy="457200"/>
          </a:xfrm>
          <a:prstGeom prst="rect">
            <a:avLst/>
          </a:prstGeom>
          <a:noFill/>
          <a:ln/>
        </p:spPr>
        <p:txBody>
          <a:bodyPr wrap="square" lIns="0" tIns="0" rIns="0" bIns="0" rtlCol="0" anchor="ctr"/>
          <a:lstStyle/>
          <a:p>
            <a:pPr algn="ctr" indent="0" marL="0">
              <a:buNone/>
            </a:pPr>
            <a:r>
              <a:rPr lang="en-US" sz="1500" b="1" i="1" dirty="0">
                <a:solidFill>
                  <a:schemeClr val="bg1"/>
                </a:solidFill>
              </a:rPr>
              <a:t>Tot morgen!</a:t>
            </a:r>
            <a:endParaRPr lang="en-US" sz="1500" dirty="0"/>
          </a:p>
        </p:txBody>
      </p:sp>
      <p:sp>
        <p:nvSpPr>
          <p:cNvPr id="67" name="Text 61"/>
          <p:cNvSpPr txBox="1"/>
          <p:nvPr/>
        </p:nvSpPr>
        <p:spPr>
          <a:xfrm>
            <a:off x="6629400" y="4416552"/>
            <a:ext cx="1325880" cy="457200"/>
          </a:xfrm>
          <a:prstGeom prst="rect">
            <a:avLst/>
          </a:prstGeom>
          <a:noFill/>
          <a:ln/>
        </p:spPr>
        <p:txBody>
          <a:bodyPr wrap="square" lIns="0" tIns="0" rIns="0" bIns="0" rtlCol="0" anchor="ctr"/>
          <a:lstStyle/>
          <a:p>
            <a:pPr algn="l" indent="0" marL="0">
              <a:buNone/>
            </a:pPr>
            <a:r>
              <a:rPr lang="en-US" sz="1300" i="1" dirty="0">
                <a:solidFill>
                  <a:schemeClr val="accent5"/>
                </a:solidFill>
              </a:rPr>
              <a:t>à demain</a:t>
            </a:r>
            <a:endParaRPr lang="en-US" sz="1300" dirty="0"/>
          </a:p>
        </p:txBody>
      </p:sp>
      <p:sp>
        <p:nvSpPr>
          <p:cNvPr id="68" name="Shape 62"/>
          <p:cNvSpPr/>
          <p:nvPr/>
        </p:nvSpPr>
        <p:spPr>
          <a:xfrm>
            <a:off x="8228076" y="4361688"/>
            <a:ext cx="292608" cy="73152"/>
          </a:xfrm>
          <a:prstGeom prst="roundRect">
            <a:avLst>
              <a:gd name="adj" fmla="val 37500"/>
            </a:avLst>
          </a:prstGeom>
          <a:solidFill>
            <a:schemeClr val="accent1"/>
          </a:solidFill>
          <a:ln w="12700">
            <a:solidFill>
              <a:srgbClr val="FFFFFF">
                <a:alpha val="0"/>
              </a:srgbClr>
            </a:solidFill>
            <a:prstDash val="solid"/>
          </a:ln>
        </p:spPr>
      </p:sp>
      <p:sp>
        <p:nvSpPr>
          <p:cNvPr id="69" name="Shape 63"/>
          <p:cNvSpPr/>
          <p:nvPr/>
        </p:nvSpPr>
        <p:spPr>
          <a:xfrm>
            <a:off x="8974836" y="4361688"/>
            <a:ext cx="292608" cy="73152"/>
          </a:xfrm>
          <a:prstGeom prst="roundRect">
            <a:avLst>
              <a:gd name="adj" fmla="val 37500"/>
            </a:avLst>
          </a:prstGeom>
          <a:solidFill>
            <a:schemeClr val="accent1"/>
          </a:solidFill>
          <a:ln w="12700">
            <a:solidFill>
              <a:srgbClr val="FFFFFF">
                <a:alpha val="0"/>
              </a:srgbClr>
            </a:solidFill>
            <a:prstDash val="solid"/>
          </a:ln>
        </p:spPr>
      </p:sp>
      <p:sp>
        <p:nvSpPr>
          <p:cNvPr id="70" name="Shape 64"/>
          <p:cNvSpPr/>
          <p:nvPr/>
        </p:nvSpPr>
        <p:spPr>
          <a:xfrm>
            <a:off x="9721596" y="4361688"/>
            <a:ext cx="292608" cy="73152"/>
          </a:xfrm>
          <a:prstGeom prst="roundRect">
            <a:avLst>
              <a:gd name="adj" fmla="val 37500"/>
            </a:avLst>
          </a:prstGeom>
          <a:solidFill>
            <a:schemeClr val="accent1"/>
          </a:solidFill>
          <a:ln w="12700">
            <a:solidFill>
              <a:srgbClr val="FFFFFF">
                <a:alpha val="0"/>
              </a:srgbClr>
            </a:solidFill>
            <a:prstDash val="solid"/>
          </a:ln>
        </p:spPr>
      </p:sp>
      <p:sp>
        <p:nvSpPr>
          <p:cNvPr id="71" name="Shape 65"/>
          <p:cNvSpPr/>
          <p:nvPr/>
        </p:nvSpPr>
        <p:spPr>
          <a:xfrm>
            <a:off x="8001000" y="4416552"/>
            <a:ext cx="2240280" cy="457200"/>
          </a:xfrm>
          <a:prstGeom prst="roundRect">
            <a:avLst>
              <a:gd name="adj" fmla="val 16000"/>
            </a:avLst>
          </a:prstGeom>
          <a:solidFill>
            <a:schemeClr val="accent1"/>
          </a:solidFill>
          <a:ln w="12700">
            <a:solidFill>
              <a:srgbClr val="FFFFFF">
                <a:alpha val="0"/>
              </a:srgbClr>
            </a:solidFill>
            <a:prstDash val="solid"/>
          </a:ln>
        </p:spPr>
      </p:sp>
      <p:sp>
        <p:nvSpPr>
          <p:cNvPr id="72" name="Text 66"/>
          <p:cNvSpPr txBox="1"/>
          <p:nvPr/>
        </p:nvSpPr>
        <p:spPr>
          <a:xfrm>
            <a:off x="8074152" y="4416552"/>
            <a:ext cx="2093976" cy="457200"/>
          </a:xfrm>
          <a:prstGeom prst="rect">
            <a:avLst/>
          </a:prstGeom>
          <a:noFill/>
          <a:ln/>
        </p:spPr>
        <p:txBody>
          <a:bodyPr wrap="square" lIns="0" tIns="0" rIns="0" bIns="0" rtlCol="0" anchor="ctr"/>
          <a:lstStyle/>
          <a:p>
            <a:pPr algn="ctr" indent="0" marL="0">
              <a:buNone/>
            </a:pPr>
            <a:r>
              <a:rPr lang="en-US" sz="1500" b="1" i="1" dirty="0">
                <a:solidFill>
                  <a:schemeClr val="bg1"/>
                </a:solidFill>
              </a:rPr>
              <a:t>Tot ziens!</a:t>
            </a:r>
            <a:endParaRPr lang="en-US" sz="1500" dirty="0"/>
          </a:p>
        </p:txBody>
      </p:sp>
      <p:sp>
        <p:nvSpPr>
          <p:cNvPr id="73" name="Text 67"/>
          <p:cNvSpPr txBox="1"/>
          <p:nvPr/>
        </p:nvSpPr>
        <p:spPr>
          <a:xfrm>
            <a:off x="10332720" y="4416552"/>
            <a:ext cx="1325880" cy="457200"/>
          </a:xfrm>
          <a:prstGeom prst="rect">
            <a:avLst/>
          </a:prstGeom>
          <a:noFill/>
          <a:ln/>
        </p:spPr>
        <p:txBody>
          <a:bodyPr wrap="square" lIns="0" tIns="0" rIns="0" bIns="0" rtlCol="0" anchor="ctr"/>
          <a:lstStyle/>
          <a:p>
            <a:pPr algn="l" indent="0" marL="0">
              <a:buNone/>
            </a:pPr>
            <a:r>
              <a:rPr lang="en-US" sz="1300" i="1" dirty="0">
                <a:solidFill>
                  <a:schemeClr val="accent5"/>
                </a:solidFill>
              </a:rPr>
              <a:t>au revoir</a:t>
            </a:r>
            <a:endParaRPr lang="en-US" sz="1300" dirty="0"/>
          </a:p>
        </p:txBody>
      </p:sp>
      <p:sp>
        <p:nvSpPr>
          <p:cNvPr id="74" name="Shape 68"/>
          <p:cNvSpPr/>
          <p:nvPr/>
        </p:nvSpPr>
        <p:spPr>
          <a:xfrm>
            <a:off x="4524756" y="5074920"/>
            <a:ext cx="292608" cy="73152"/>
          </a:xfrm>
          <a:prstGeom prst="roundRect">
            <a:avLst>
              <a:gd name="adj" fmla="val 37500"/>
            </a:avLst>
          </a:prstGeom>
          <a:solidFill>
            <a:schemeClr val="accent1"/>
          </a:solidFill>
          <a:ln w="12700">
            <a:solidFill>
              <a:srgbClr val="FFFFFF">
                <a:alpha val="0"/>
              </a:srgbClr>
            </a:solidFill>
            <a:prstDash val="solid"/>
          </a:ln>
        </p:spPr>
      </p:sp>
      <p:sp>
        <p:nvSpPr>
          <p:cNvPr id="75" name="Shape 69"/>
          <p:cNvSpPr/>
          <p:nvPr/>
        </p:nvSpPr>
        <p:spPr>
          <a:xfrm>
            <a:off x="5271516" y="5074920"/>
            <a:ext cx="292608" cy="73152"/>
          </a:xfrm>
          <a:prstGeom prst="roundRect">
            <a:avLst>
              <a:gd name="adj" fmla="val 37500"/>
            </a:avLst>
          </a:prstGeom>
          <a:solidFill>
            <a:schemeClr val="accent1"/>
          </a:solidFill>
          <a:ln w="12700">
            <a:solidFill>
              <a:srgbClr val="FFFFFF">
                <a:alpha val="0"/>
              </a:srgbClr>
            </a:solidFill>
            <a:prstDash val="solid"/>
          </a:ln>
        </p:spPr>
      </p:sp>
      <p:sp>
        <p:nvSpPr>
          <p:cNvPr id="76" name="Shape 70"/>
          <p:cNvSpPr/>
          <p:nvPr/>
        </p:nvSpPr>
        <p:spPr>
          <a:xfrm>
            <a:off x="6018276" y="5074920"/>
            <a:ext cx="292608" cy="73152"/>
          </a:xfrm>
          <a:prstGeom prst="roundRect">
            <a:avLst>
              <a:gd name="adj" fmla="val 37500"/>
            </a:avLst>
          </a:prstGeom>
          <a:solidFill>
            <a:schemeClr val="accent1"/>
          </a:solidFill>
          <a:ln w="12700">
            <a:solidFill>
              <a:srgbClr val="FFFFFF">
                <a:alpha val="0"/>
              </a:srgbClr>
            </a:solidFill>
            <a:prstDash val="solid"/>
          </a:ln>
        </p:spPr>
      </p:sp>
      <p:sp>
        <p:nvSpPr>
          <p:cNvPr id="77" name="Shape 71"/>
          <p:cNvSpPr/>
          <p:nvPr/>
        </p:nvSpPr>
        <p:spPr>
          <a:xfrm>
            <a:off x="4297680" y="5129784"/>
            <a:ext cx="2240280" cy="457200"/>
          </a:xfrm>
          <a:prstGeom prst="roundRect">
            <a:avLst>
              <a:gd name="adj" fmla="val 16000"/>
            </a:avLst>
          </a:prstGeom>
          <a:solidFill>
            <a:schemeClr val="accent1"/>
          </a:solidFill>
          <a:ln w="12700">
            <a:solidFill>
              <a:srgbClr val="FFFFFF">
                <a:alpha val="0"/>
              </a:srgbClr>
            </a:solidFill>
            <a:prstDash val="solid"/>
          </a:ln>
        </p:spPr>
      </p:sp>
      <p:sp>
        <p:nvSpPr>
          <p:cNvPr id="78" name="Text 72"/>
          <p:cNvSpPr txBox="1"/>
          <p:nvPr/>
        </p:nvSpPr>
        <p:spPr>
          <a:xfrm>
            <a:off x="4370832" y="5129784"/>
            <a:ext cx="2093976" cy="457200"/>
          </a:xfrm>
          <a:prstGeom prst="rect">
            <a:avLst/>
          </a:prstGeom>
          <a:noFill/>
          <a:ln/>
        </p:spPr>
        <p:txBody>
          <a:bodyPr wrap="square" lIns="0" tIns="0" rIns="0" bIns="0" rtlCol="0" anchor="ctr"/>
          <a:lstStyle/>
          <a:p>
            <a:pPr algn="ctr" indent="0" marL="0">
              <a:buNone/>
            </a:pPr>
            <a:r>
              <a:rPr lang="en-US" sz="1500" b="1" i="1" dirty="0">
                <a:solidFill>
                  <a:schemeClr val="bg1"/>
                </a:solidFill>
              </a:rPr>
              <a:t>Nog een fijne dag!</a:t>
            </a:r>
            <a:endParaRPr lang="en-US" sz="1500" dirty="0"/>
          </a:p>
        </p:txBody>
      </p:sp>
      <p:sp>
        <p:nvSpPr>
          <p:cNvPr id="79" name="Text 73"/>
          <p:cNvSpPr txBox="1"/>
          <p:nvPr/>
        </p:nvSpPr>
        <p:spPr>
          <a:xfrm>
            <a:off x="6629400" y="5129784"/>
            <a:ext cx="1325880" cy="457200"/>
          </a:xfrm>
          <a:prstGeom prst="rect">
            <a:avLst/>
          </a:prstGeom>
          <a:noFill/>
          <a:ln/>
        </p:spPr>
        <p:txBody>
          <a:bodyPr wrap="square" lIns="0" tIns="0" rIns="0" bIns="0" rtlCol="0" anchor="ctr"/>
          <a:lstStyle/>
          <a:p>
            <a:pPr algn="l" indent="0" marL="0">
              <a:buNone/>
            </a:pPr>
            <a:r>
              <a:rPr lang="en-US" sz="1300" i="1" dirty="0">
                <a:solidFill>
                  <a:schemeClr val="accent5"/>
                </a:solidFill>
              </a:rPr>
              <a:t>bonne journée</a:t>
            </a:r>
            <a:endParaRPr lang="en-US" sz="1300" dirty="0"/>
          </a:p>
        </p:txBody>
      </p:sp>
      <p:sp>
        <p:nvSpPr>
          <p:cNvPr id="80" name="Shape 74"/>
          <p:cNvSpPr/>
          <p:nvPr/>
        </p:nvSpPr>
        <p:spPr>
          <a:xfrm>
            <a:off x="548640" y="5760720"/>
            <a:ext cx="11091672" cy="502920"/>
          </a:xfrm>
          <a:prstGeom prst="roundRect">
            <a:avLst>
              <a:gd name="adj" fmla="val 14545"/>
            </a:avLst>
          </a:prstGeom>
          <a:solidFill>
            <a:schemeClr val="tx2"/>
          </a:solidFill>
          <a:ln w="12700">
            <a:solidFill>
              <a:srgbClr val="FFFFFF">
                <a:alpha val="0"/>
              </a:srgbClr>
            </a:solidFill>
            <a:prstDash val="solid"/>
          </a:ln>
        </p:spPr>
      </p:sp>
      <p:sp>
        <p:nvSpPr>
          <p:cNvPr id="81" name="Text 75"/>
          <p:cNvSpPr txBox="1"/>
          <p:nvPr/>
        </p:nvSpPr>
        <p:spPr>
          <a:xfrm>
            <a:off x="822960" y="5760720"/>
            <a:ext cx="10607040" cy="502920"/>
          </a:xfrm>
          <a:prstGeom prst="rect">
            <a:avLst/>
          </a:prstGeom>
          <a:noFill/>
          <a:ln/>
        </p:spPr>
        <p:txBody>
          <a:bodyPr wrap="square" lIns="0" tIns="0" rIns="0" bIns="0" rtlCol="0" anchor="ctr"/>
          <a:lstStyle/>
          <a:p>
            <a:pPr algn="l" indent="0" marL="0">
              <a:buNone/>
            </a:pPr>
            <a:r>
              <a:rPr lang="en-US" sz="1700" dirty="0">
                <a:solidFill>
                  <a:schemeClr val="bg1"/>
                </a:solidFill>
              </a:rPr>
              <a:t>En Belgique, </a:t>
            </a:r>
            <a:r>
              <a:rPr lang="en-US" sz="1700" b="1" i="1" dirty="0">
                <a:solidFill>
                  <a:schemeClr val="bg1"/>
                </a:solidFill>
              </a:rPr>
              <a:t>Dag!</a:t>
            </a:r>
            <a:r>
              <a:rPr lang="en-US" sz="1700" dirty="0">
                <a:solidFill>
                  <a:schemeClr val="bg1"/>
                </a:solidFill>
              </a:rPr>
              <a:t> sert à dire bonjour </a:t>
            </a:r>
            <a:r>
              <a:rPr lang="en-US" sz="1700" b="1" dirty="0">
                <a:solidFill>
                  <a:schemeClr val="bg1"/>
                </a:solidFill>
              </a:rPr>
              <a:t>et</a:t>
            </a:r>
            <a:r>
              <a:rPr lang="en-US" sz="1700" dirty="0">
                <a:solidFill>
                  <a:schemeClr val="bg1"/>
                </a:solidFill>
              </a:rPr>
              <a:t> au revoir.</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blocs de « ça va ? »</a:t>
            </a:r>
            <a:endParaRPr lang="en-US" sz="3000" dirty="0"/>
          </a:p>
        </p:txBody>
      </p:sp>
      <p:sp>
        <p:nvSpPr>
          <p:cNvPr id="3" name="tag"/>
          <p:cNvSpPr/>
          <p:nvPr/>
        </p:nvSpPr>
        <p:spPr>
          <a:xfrm>
            <a:off x="548640" y="237744"/>
            <a:ext cx="905256"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BLOCS</a:t>
            </a:r>
            <a:endParaRPr lang="en-US" sz="1200" dirty="0"/>
          </a:p>
        </p:txBody>
      </p:sp>
      <p:sp>
        <p:nvSpPr>
          <p:cNvPr id="5" name="Shape 2"/>
          <p:cNvSpPr/>
          <p:nvPr/>
        </p:nvSpPr>
        <p:spPr>
          <a:xfrm>
            <a:off x="886968" y="1929384"/>
            <a:ext cx="292608" cy="100584"/>
          </a:xfrm>
          <a:prstGeom prst="roundRect">
            <a:avLst>
              <a:gd name="adj" fmla="val 27273"/>
            </a:avLst>
          </a:prstGeom>
          <a:solidFill>
            <a:schemeClr val="accent1"/>
          </a:solidFill>
          <a:ln w="12700">
            <a:solidFill>
              <a:srgbClr val="FFFFFF">
                <a:alpha val="0"/>
              </a:srgbClr>
            </a:solidFill>
            <a:prstDash val="solid"/>
          </a:ln>
        </p:spPr>
      </p:sp>
      <p:sp>
        <p:nvSpPr>
          <p:cNvPr id="6" name="Shape 3"/>
          <p:cNvSpPr/>
          <p:nvPr/>
        </p:nvSpPr>
        <p:spPr>
          <a:xfrm>
            <a:off x="1673352" y="1929384"/>
            <a:ext cx="292608" cy="100584"/>
          </a:xfrm>
          <a:prstGeom prst="roundRect">
            <a:avLst>
              <a:gd name="adj" fmla="val 27273"/>
            </a:avLst>
          </a:prstGeom>
          <a:solidFill>
            <a:schemeClr val="accent1"/>
          </a:solidFill>
          <a:ln w="12700">
            <a:solidFill>
              <a:srgbClr val="FFFFFF">
                <a:alpha val="0"/>
              </a:srgbClr>
            </a:solidFill>
            <a:prstDash val="solid"/>
          </a:ln>
        </p:spPr>
      </p:sp>
      <p:sp>
        <p:nvSpPr>
          <p:cNvPr id="7" name="Shape 4"/>
          <p:cNvSpPr/>
          <p:nvPr/>
        </p:nvSpPr>
        <p:spPr>
          <a:xfrm>
            <a:off x="2459736" y="1929384"/>
            <a:ext cx="292608" cy="100584"/>
          </a:xfrm>
          <a:prstGeom prst="roundRect">
            <a:avLst>
              <a:gd name="adj" fmla="val 27273"/>
            </a:avLst>
          </a:prstGeom>
          <a:solidFill>
            <a:schemeClr val="accent1"/>
          </a:solidFill>
          <a:ln w="12700">
            <a:solidFill>
              <a:srgbClr val="FFFFFF">
                <a:alpha val="0"/>
              </a:srgbClr>
            </a:solidFill>
            <a:prstDash val="solid"/>
          </a:ln>
        </p:spPr>
      </p:sp>
      <p:sp>
        <p:nvSpPr>
          <p:cNvPr id="8" name="Shape 5"/>
          <p:cNvSpPr/>
          <p:nvPr/>
        </p:nvSpPr>
        <p:spPr>
          <a:xfrm>
            <a:off x="3246120" y="1929384"/>
            <a:ext cx="292608" cy="100584"/>
          </a:xfrm>
          <a:prstGeom prst="roundRect">
            <a:avLst>
              <a:gd name="adj" fmla="val 27273"/>
            </a:avLst>
          </a:prstGeom>
          <a:solidFill>
            <a:schemeClr val="accent1"/>
          </a:solidFill>
          <a:ln w="12700">
            <a:solidFill>
              <a:srgbClr val="FFFFFF">
                <a:alpha val="0"/>
              </a:srgbClr>
            </a:solidFill>
            <a:prstDash val="solid"/>
          </a:ln>
        </p:spPr>
      </p:sp>
      <p:sp>
        <p:nvSpPr>
          <p:cNvPr id="9" name="Shape 6"/>
          <p:cNvSpPr/>
          <p:nvPr/>
        </p:nvSpPr>
        <p:spPr>
          <a:xfrm>
            <a:off x="4032504" y="1929384"/>
            <a:ext cx="292608" cy="100584"/>
          </a:xfrm>
          <a:prstGeom prst="roundRect">
            <a:avLst>
              <a:gd name="adj" fmla="val 27273"/>
            </a:avLst>
          </a:prstGeom>
          <a:solidFill>
            <a:schemeClr val="accent1"/>
          </a:solidFill>
          <a:ln w="12700">
            <a:solidFill>
              <a:srgbClr val="FFFFFF">
                <a:alpha val="0"/>
              </a:srgbClr>
            </a:solidFill>
            <a:prstDash val="solid"/>
          </a:ln>
        </p:spPr>
      </p:sp>
      <p:sp>
        <p:nvSpPr>
          <p:cNvPr id="10" name="Shape 7"/>
          <p:cNvSpPr/>
          <p:nvPr/>
        </p:nvSpPr>
        <p:spPr>
          <a:xfrm>
            <a:off x="640080" y="2011680"/>
            <a:ext cx="3931920" cy="1005840"/>
          </a:xfrm>
          <a:prstGeom prst="roundRect">
            <a:avLst>
              <a:gd name="adj" fmla="val 7273"/>
            </a:avLst>
          </a:prstGeom>
          <a:solidFill>
            <a:schemeClr val="accent1"/>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1" name="Text 8"/>
          <p:cNvSpPr txBox="1"/>
          <p:nvPr/>
        </p:nvSpPr>
        <p:spPr>
          <a:xfrm>
            <a:off x="713232" y="2011680"/>
            <a:ext cx="3785616" cy="1005840"/>
          </a:xfrm>
          <a:prstGeom prst="rect">
            <a:avLst/>
          </a:prstGeom>
          <a:noFill/>
          <a:ln/>
        </p:spPr>
        <p:txBody>
          <a:bodyPr wrap="square" lIns="0" tIns="0" rIns="0" bIns="0" rtlCol="0" anchor="ctr"/>
          <a:lstStyle/>
          <a:p>
            <a:pPr algn="ctr" indent="0" marL="0">
              <a:buNone/>
            </a:pPr>
            <a:r>
              <a:rPr lang="en-US" sz="3000" b="1" i="1" dirty="0">
                <a:solidFill>
                  <a:schemeClr val="bg1"/>
                </a:solidFill>
              </a:rPr>
              <a:t>Hoe gaat het?</a:t>
            </a:r>
            <a:endParaRPr lang="en-US" sz="3000" dirty="0"/>
          </a:p>
        </p:txBody>
      </p:sp>
      <p:sp>
        <p:nvSpPr>
          <p:cNvPr id="12" name="Text 9"/>
          <p:cNvSpPr txBox="1"/>
          <p:nvPr/>
        </p:nvSpPr>
        <p:spPr>
          <a:xfrm>
            <a:off x="640080" y="3108960"/>
            <a:ext cx="3931920" cy="411480"/>
          </a:xfrm>
          <a:prstGeom prst="rect">
            <a:avLst/>
          </a:prstGeom>
          <a:noFill/>
          <a:ln/>
        </p:spPr>
        <p:txBody>
          <a:bodyPr wrap="square" lIns="0" tIns="0" rIns="0" bIns="0" rtlCol="0" anchor="t"/>
          <a:lstStyle/>
          <a:p>
            <a:pPr algn="ctr" indent="0" marL="0">
              <a:buNone/>
            </a:pPr>
            <a:r>
              <a:rPr lang="en-US" sz="1600" dirty="0">
                <a:solidFill>
                  <a:schemeClr val="accent5"/>
                </a:solidFill>
              </a:rPr>
              <a:t>ou : </a:t>
            </a:r>
            <a:r>
              <a:rPr lang="en-US" sz="1600" b="1" i="1" dirty="0">
                <a:solidFill>
                  <a:schemeClr val="accent5"/>
                </a:solidFill>
              </a:rPr>
              <a:t>Alles goed?</a:t>
            </a:r>
            <a:r>
              <a:rPr lang="en-US" sz="1600" dirty="0">
                <a:solidFill>
                  <a:schemeClr val="accent5"/>
                </a:solidFill>
              </a:rPr>
              <a:t> (familier)</a:t>
            </a:r>
            <a:endParaRPr lang="en-US" sz="1600" dirty="0"/>
          </a:p>
        </p:txBody>
      </p:sp>
      <p:pic>
        <p:nvPicPr>
          <p:cNvPr id="13" name="Image 0" descr="grinning face">    </p:cNvPr>
          <p:cNvPicPr>
            <a:picLocks noChangeAspect="1"/>
          </p:cNvPicPr>
          <p:nvPr/>
        </p:nvPicPr>
        <p:blipFill>
          <a:blip r:embed="rId1"/>
          <a:stretch>
            <a:fillRect/>
          </a:stretch>
        </p:blipFill>
        <p:spPr>
          <a:xfrm>
            <a:off x="5303520" y="1600200"/>
            <a:ext cx="566928" cy="566928"/>
          </a:xfrm>
          <a:prstGeom prst="rect">
            <a:avLst/>
          </a:prstGeom>
        </p:spPr>
      </p:pic>
      <p:sp>
        <p:nvSpPr>
          <p:cNvPr id="14" name="Shape 10"/>
          <p:cNvSpPr/>
          <p:nvPr/>
        </p:nvSpPr>
        <p:spPr>
          <a:xfrm>
            <a:off x="6231636" y="1606418"/>
            <a:ext cx="292608" cy="76078"/>
          </a:xfrm>
          <a:prstGeom prst="roundRect">
            <a:avLst>
              <a:gd name="adj" fmla="val 36058"/>
            </a:avLst>
          </a:prstGeom>
          <a:solidFill>
            <a:schemeClr val="accent1"/>
          </a:solidFill>
          <a:ln w="12700">
            <a:solidFill>
              <a:srgbClr val="FFFFFF">
                <a:alpha val="0"/>
              </a:srgbClr>
            </a:solidFill>
            <a:prstDash val="solid"/>
          </a:ln>
        </p:spPr>
      </p:sp>
      <p:sp>
        <p:nvSpPr>
          <p:cNvPr id="15" name="Shape 11"/>
          <p:cNvSpPr/>
          <p:nvPr/>
        </p:nvSpPr>
        <p:spPr>
          <a:xfrm>
            <a:off x="6917436" y="1606418"/>
            <a:ext cx="292608" cy="76078"/>
          </a:xfrm>
          <a:prstGeom prst="roundRect">
            <a:avLst>
              <a:gd name="adj" fmla="val 36058"/>
            </a:avLst>
          </a:prstGeom>
          <a:solidFill>
            <a:schemeClr val="accent1"/>
          </a:solidFill>
          <a:ln w="12700">
            <a:solidFill>
              <a:srgbClr val="FFFFFF">
                <a:alpha val="0"/>
              </a:srgbClr>
            </a:solidFill>
            <a:prstDash val="solid"/>
          </a:ln>
        </p:spPr>
      </p:sp>
      <p:sp>
        <p:nvSpPr>
          <p:cNvPr id="16" name="Shape 12"/>
          <p:cNvSpPr/>
          <p:nvPr/>
        </p:nvSpPr>
        <p:spPr>
          <a:xfrm>
            <a:off x="7603236" y="1606418"/>
            <a:ext cx="292608" cy="76078"/>
          </a:xfrm>
          <a:prstGeom prst="roundRect">
            <a:avLst>
              <a:gd name="adj" fmla="val 36058"/>
            </a:avLst>
          </a:prstGeom>
          <a:solidFill>
            <a:schemeClr val="accent1"/>
          </a:solidFill>
          <a:ln w="12700">
            <a:solidFill>
              <a:srgbClr val="FFFFFF">
                <a:alpha val="0"/>
              </a:srgbClr>
            </a:solidFill>
            <a:prstDash val="solid"/>
          </a:ln>
        </p:spPr>
      </p:sp>
      <p:sp>
        <p:nvSpPr>
          <p:cNvPr id="17" name="Shape 13"/>
          <p:cNvSpPr/>
          <p:nvPr/>
        </p:nvSpPr>
        <p:spPr>
          <a:xfrm>
            <a:off x="8289036" y="1606418"/>
            <a:ext cx="292608" cy="76078"/>
          </a:xfrm>
          <a:prstGeom prst="roundRect">
            <a:avLst>
              <a:gd name="adj" fmla="val 36058"/>
            </a:avLst>
          </a:prstGeom>
          <a:solidFill>
            <a:schemeClr val="accent1"/>
          </a:solidFill>
          <a:ln w="12700">
            <a:solidFill>
              <a:srgbClr val="FFFFFF">
                <a:alpha val="0"/>
              </a:srgbClr>
            </a:solidFill>
            <a:prstDash val="solid"/>
          </a:ln>
        </p:spPr>
      </p:sp>
      <p:sp>
        <p:nvSpPr>
          <p:cNvPr id="18" name="Shape 14"/>
          <p:cNvSpPr/>
          <p:nvPr/>
        </p:nvSpPr>
        <p:spPr>
          <a:xfrm>
            <a:off x="6035040" y="1664208"/>
            <a:ext cx="2743200" cy="475488"/>
          </a:xfrm>
          <a:prstGeom prst="roundRect">
            <a:avLst>
              <a:gd name="adj" fmla="val 15385"/>
            </a:avLst>
          </a:prstGeom>
          <a:solidFill>
            <a:schemeClr val="accent1"/>
          </a:solidFill>
          <a:ln w="12700">
            <a:solidFill>
              <a:srgbClr val="FFFFFF">
                <a:alpha val="0"/>
              </a:srgbClr>
            </a:solidFill>
            <a:prstDash val="solid"/>
          </a:ln>
        </p:spPr>
      </p:sp>
      <p:sp>
        <p:nvSpPr>
          <p:cNvPr id="19" name="Text 15"/>
          <p:cNvSpPr txBox="1"/>
          <p:nvPr/>
        </p:nvSpPr>
        <p:spPr>
          <a:xfrm>
            <a:off x="6108192" y="1664208"/>
            <a:ext cx="2596896" cy="475488"/>
          </a:xfrm>
          <a:prstGeom prst="rect">
            <a:avLst/>
          </a:prstGeom>
          <a:noFill/>
          <a:ln/>
        </p:spPr>
        <p:txBody>
          <a:bodyPr wrap="square" lIns="0" tIns="0" rIns="0" bIns="0" rtlCol="0" anchor="ctr"/>
          <a:lstStyle/>
          <a:p>
            <a:pPr algn="ctr" indent="0" marL="0">
              <a:buNone/>
            </a:pPr>
            <a:r>
              <a:rPr lang="en-US" sz="1800" b="1" i="1" dirty="0">
                <a:solidFill>
                  <a:schemeClr val="bg1"/>
                </a:solidFill>
              </a:rPr>
              <a:t>Prima!</a:t>
            </a:r>
            <a:endParaRPr lang="en-US" sz="1800" dirty="0"/>
          </a:p>
        </p:txBody>
      </p:sp>
      <p:sp>
        <p:nvSpPr>
          <p:cNvPr id="20" name="Text 16"/>
          <p:cNvSpPr txBox="1"/>
          <p:nvPr/>
        </p:nvSpPr>
        <p:spPr>
          <a:xfrm>
            <a:off x="8915400" y="1600200"/>
            <a:ext cx="2651760" cy="566928"/>
          </a:xfrm>
          <a:prstGeom prst="rect">
            <a:avLst/>
          </a:prstGeom>
          <a:noFill/>
          <a:ln/>
        </p:spPr>
        <p:txBody>
          <a:bodyPr wrap="square" lIns="0" tIns="0" rIns="0" bIns="0" rtlCol="0" anchor="ctr"/>
          <a:lstStyle/>
          <a:p>
            <a:pPr algn="l" indent="0" marL="0">
              <a:buNone/>
            </a:pPr>
            <a:r>
              <a:rPr lang="en-US" sz="1500" i="1" dirty="0">
                <a:solidFill>
                  <a:schemeClr val="accent5"/>
                </a:solidFill>
              </a:rPr>
              <a:t>super !</a:t>
            </a:r>
            <a:endParaRPr lang="en-US" sz="1500" dirty="0"/>
          </a:p>
        </p:txBody>
      </p:sp>
      <p:pic>
        <p:nvPicPr>
          <p:cNvPr id="21" name="Image 1" descr="slightly smiling face">    </p:cNvPr>
          <p:cNvPicPr>
            <a:picLocks noChangeAspect="1"/>
          </p:cNvPicPr>
          <p:nvPr/>
        </p:nvPicPr>
        <p:blipFill>
          <a:blip r:embed="rId2"/>
          <a:stretch>
            <a:fillRect/>
          </a:stretch>
        </p:blipFill>
        <p:spPr>
          <a:xfrm>
            <a:off x="5303520" y="2377440"/>
            <a:ext cx="566928" cy="566928"/>
          </a:xfrm>
          <a:prstGeom prst="rect">
            <a:avLst/>
          </a:prstGeom>
        </p:spPr>
      </p:pic>
      <p:sp>
        <p:nvSpPr>
          <p:cNvPr id="22" name="Shape 17"/>
          <p:cNvSpPr/>
          <p:nvPr/>
        </p:nvSpPr>
        <p:spPr>
          <a:xfrm>
            <a:off x="6231636" y="2383658"/>
            <a:ext cx="292608" cy="76078"/>
          </a:xfrm>
          <a:prstGeom prst="roundRect">
            <a:avLst>
              <a:gd name="adj" fmla="val 36058"/>
            </a:avLst>
          </a:prstGeom>
          <a:solidFill>
            <a:schemeClr val="accent1"/>
          </a:solidFill>
          <a:ln w="12700">
            <a:solidFill>
              <a:srgbClr val="FFFFFF">
                <a:alpha val="0"/>
              </a:srgbClr>
            </a:solidFill>
            <a:prstDash val="solid"/>
          </a:ln>
        </p:spPr>
      </p:sp>
      <p:sp>
        <p:nvSpPr>
          <p:cNvPr id="23" name="Shape 18"/>
          <p:cNvSpPr/>
          <p:nvPr/>
        </p:nvSpPr>
        <p:spPr>
          <a:xfrm>
            <a:off x="6917436" y="2383658"/>
            <a:ext cx="292608" cy="76078"/>
          </a:xfrm>
          <a:prstGeom prst="roundRect">
            <a:avLst>
              <a:gd name="adj" fmla="val 36058"/>
            </a:avLst>
          </a:prstGeom>
          <a:solidFill>
            <a:schemeClr val="accent1"/>
          </a:solidFill>
          <a:ln w="12700">
            <a:solidFill>
              <a:srgbClr val="FFFFFF">
                <a:alpha val="0"/>
              </a:srgbClr>
            </a:solidFill>
            <a:prstDash val="solid"/>
          </a:ln>
        </p:spPr>
      </p:sp>
      <p:sp>
        <p:nvSpPr>
          <p:cNvPr id="24" name="Shape 19"/>
          <p:cNvSpPr/>
          <p:nvPr/>
        </p:nvSpPr>
        <p:spPr>
          <a:xfrm>
            <a:off x="7603236" y="2383658"/>
            <a:ext cx="292608" cy="76078"/>
          </a:xfrm>
          <a:prstGeom prst="roundRect">
            <a:avLst>
              <a:gd name="adj" fmla="val 36058"/>
            </a:avLst>
          </a:prstGeom>
          <a:solidFill>
            <a:schemeClr val="accent1"/>
          </a:solidFill>
          <a:ln w="12700">
            <a:solidFill>
              <a:srgbClr val="FFFFFF">
                <a:alpha val="0"/>
              </a:srgbClr>
            </a:solidFill>
            <a:prstDash val="solid"/>
          </a:ln>
        </p:spPr>
      </p:sp>
      <p:sp>
        <p:nvSpPr>
          <p:cNvPr id="25" name="Shape 20"/>
          <p:cNvSpPr/>
          <p:nvPr/>
        </p:nvSpPr>
        <p:spPr>
          <a:xfrm>
            <a:off x="8289036" y="2383658"/>
            <a:ext cx="292608" cy="76078"/>
          </a:xfrm>
          <a:prstGeom prst="roundRect">
            <a:avLst>
              <a:gd name="adj" fmla="val 36058"/>
            </a:avLst>
          </a:prstGeom>
          <a:solidFill>
            <a:schemeClr val="accent1"/>
          </a:solidFill>
          <a:ln w="12700">
            <a:solidFill>
              <a:srgbClr val="FFFFFF">
                <a:alpha val="0"/>
              </a:srgbClr>
            </a:solidFill>
            <a:prstDash val="solid"/>
          </a:ln>
        </p:spPr>
      </p:sp>
      <p:sp>
        <p:nvSpPr>
          <p:cNvPr id="26" name="Shape 21"/>
          <p:cNvSpPr/>
          <p:nvPr/>
        </p:nvSpPr>
        <p:spPr>
          <a:xfrm>
            <a:off x="6035040" y="2441448"/>
            <a:ext cx="2743200" cy="475488"/>
          </a:xfrm>
          <a:prstGeom prst="roundRect">
            <a:avLst>
              <a:gd name="adj" fmla="val 15385"/>
            </a:avLst>
          </a:prstGeom>
          <a:solidFill>
            <a:schemeClr val="accent1"/>
          </a:solidFill>
          <a:ln w="12700">
            <a:solidFill>
              <a:srgbClr val="FFFFFF">
                <a:alpha val="0"/>
              </a:srgbClr>
            </a:solidFill>
            <a:prstDash val="solid"/>
          </a:ln>
        </p:spPr>
      </p:sp>
      <p:sp>
        <p:nvSpPr>
          <p:cNvPr id="27" name="Text 22"/>
          <p:cNvSpPr txBox="1"/>
          <p:nvPr/>
        </p:nvSpPr>
        <p:spPr>
          <a:xfrm>
            <a:off x="6108192" y="2441448"/>
            <a:ext cx="2596896" cy="475488"/>
          </a:xfrm>
          <a:prstGeom prst="rect">
            <a:avLst/>
          </a:prstGeom>
          <a:noFill/>
          <a:ln/>
        </p:spPr>
        <p:txBody>
          <a:bodyPr wrap="square" lIns="0" tIns="0" rIns="0" bIns="0" rtlCol="0" anchor="ctr"/>
          <a:lstStyle/>
          <a:p>
            <a:pPr algn="ctr" indent="0" marL="0">
              <a:buNone/>
            </a:pPr>
            <a:r>
              <a:rPr lang="en-US" sz="1800" b="1" i="1" dirty="0">
                <a:solidFill>
                  <a:schemeClr val="bg1"/>
                </a:solidFill>
              </a:rPr>
              <a:t>Goed, dank je.</a:t>
            </a:r>
            <a:endParaRPr lang="en-US" sz="1800" dirty="0"/>
          </a:p>
        </p:txBody>
      </p:sp>
      <p:sp>
        <p:nvSpPr>
          <p:cNvPr id="28" name="Text 23"/>
          <p:cNvSpPr txBox="1"/>
          <p:nvPr/>
        </p:nvSpPr>
        <p:spPr>
          <a:xfrm>
            <a:off x="8915400" y="2377440"/>
            <a:ext cx="2651760" cy="566928"/>
          </a:xfrm>
          <a:prstGeom prst="rect">
            <a:avLst/>
          </a:prstGeom>
          <a:noFill/>
          <a:ln/>
        </p:spPr>
        <p:txBody>
          <a:bodyPr wrap="square" lIns="0" tIns="0" rIns="0" bIns="0" rtlCol="0" anchor="ctr"/>
          <a:lstStyle/>
          <a:p>
            <a:pPr algn="l" indent="0" marL="0">
              <a:buNone/>
            </a:pPr>
            <a:r>
              <a:rPr lang="en-US" sz="1500" i="1" dirty="0">
                <a:solidFill>
                  <a:schemeClr val="accent5"/>
                </a:solidFill>
              </a:rPr>
              <a:t>bien, merci</a:t>
            </a:r>
            <a:endParaRPr lang="en-US" sz="1500" dirty="0"/>
          </a:p>
        </p:txBody>
      </p:sp>
      <p:pic>
        <p:nvPicPr>
          <p:cNvPr id="29" name="Image 2" descr="neutral face">    </p:cNvPr>
          <p:cNvPicPr>
            <a:picLocks noChangeAspect="1"/>
          </p:cNvPicPr>
          <p:nvPr/>
        </p:nvPicPr>
        <p:blipFill>
          <a:blip r:embed="rId3"/>
          <a:stretch>
            <a:fillRect/>
          </a:stretch>
        </p:blipFill>
        <p:spPr>
          <a:xfrm>
            <a:off x="5303520" y="3154680"/>
            <a:ext cx="566928" cy="566928"/>
          </a:xfrm>
          <a:prstGeom prst="rect">
            <a:avLst/>
          </a:prstGeom>
        </p:spPr>
      </p:pic>
      <p:sp>
        <p:nvSpPr>
          <p:cNvPr id="30" name="Shape 24"/>
          <p:cNvSpPr/>
          <p:nvPr/>
        </p:nvSpPr>
        <p:spPr>
          <a:xfrm>
            <a:off x="6231636" y="3160898"/>
            <a:ext cx="292608" cy="76078"/>
          </a:xfrm>
          <a:prstGeom prst="roundRect">
            <a:avLst>
              <a:gd name="adj" fmla="val 36058"/>
            </a:avLst>
          </a:prstGeom>
          <a:solidFill>
            <a:schemeClr val="accent1"/>
          </a:solidFill>
          <a:ln w="12700">
            <a:solidFill>
              <a:srgbClr val="FFFFFF">
                <a:alpha val="0"/>
              </a:srgbClr>
            </a:solidFill>
            <a:prstDash val="solid"/>
          </a:ln>
        </p:spPr>
      </p:sp>
      <p:sp>
        <p:nvSpPr>
          <p:cNvPr id="31" name="Shape 25"/>
          <p:cNvSpPr/>
          <p:nvPr/>
        </p:nvSpPr>
        <p:spPr>
          <a:xfrm>
            <a:off x="6917436" y="3160898"/>
            <a:ext cx="292608" cy="76078"/>
          </a:xfrm>
          <a:prstGeom prst="roundRect">
            <a:avLst>
              <a:gd name="adj" fmla="val 36058"/>
            </a:avLst>
          </a:prstGeom>
          <a:solidFill>
            <a:schemeClr val="accent1"/>
          </a:solidFill>
          <a:ln w="12700">
            <a:solidFill>
              <a:srgbClr val="FFFFFF">
                <a:alpha val="0"/>
              </a:srgbClr>
            </a:solidFill>
            <a:prstDash val="solid"/>
          </a:ln>
        </p:spPr>
      </p:sp>
      <p:sp>
        <p:nvSpPr>
          <p:cNvPr id="32" name="Shape 26"/>
          <p:cNvSpPr/>
          <p:nvPr/>
        </p:nvSpPr>
        <p:spPr>
          <a:xfrm>
            <a:off x="7603236" y="3160898"/>
            <a:ext cx="292608" cy="76078"/>
          </a:xfrm>
          <a:prstGeom prst="roundRect">
            <a:avLst>
              <a:gd name="adj" fmla="val 36058"/>
            </a:avLst>
          </a:prstGeom>
          <a:solidFill>
            <a:schemeClr val="accent1"/>
          </a:solidFill>
          <a:ln w="12700">
            <a:solidFill>
              <a:srgbClr val="FFFFFF">
                <a:alpha val="0"/>
              </a:srgbClr>
            </a:solidFill>
            <a:prstDash val="solid"/>
          </a:ln>
        </p:spPr>
      </p:sp>
      <p:sp>
        <p:nvSpPr>
          <p:cNvPr id="33" name="Shape 27"/>
          <p:cNvSpPr/>
          <p:nvPr/>
        </p:nvSpPr>
        <p:spPr>
          <a:xfrm>
            <a:off x="8289036" y="3160898"/>
            <a:ext cx="292608" cy="76078"/>
          </a:xfrm>
          <a:prstGeom prst="roundRect">
            <a:avLst>
              <a:gd name="adj" fmla="val 36058"/>
            </a:avLst>
          </a:prstGeom>
          <a:solidFill>
            <a:schemeClr val="accent1"/>
          </a:solidFill>
          <a:ln w="12700">
            <a:solidFill>
              <a:srgbClr val="FFFFFF">
                <a:alpha val="0"/>
              </a:srgbClr>
            </a:solidFill>
            <a:prstDash val="solid"/>
          </a:ln>
        </p:spPr>
      </p:sp>
      <p:sp>
        <p:nvSpPr>
          <p:cNvPr id="34" name="Shape 28"/>
          <p:cNvSpPr/>
          <p:nvPr/>
        </p:nvSpPr>
        <p:spPr>
          <a:xfrm>
            <a:off x="6035040" y="3218688"/>
            <a:ext cx="2743200" cy="475488"/>
          </a:xfrm>
          <a:prstGeom prst="roundRect">
            <a:avLst>
              <a:gd name="adj" fmla="val 15385"/>
            </a:avLst>
          </a:prstGeom>
          <a:solidFill>
            <a:schemeClr val="accent1"/>
          </a:solidFill>
          <a:ln w="12700">
            <a:solidFill>
              <a:srgbClr val="FFFFFF">
                <a:alpha val="0"/>
              </a:srgbClr>
            </a:solidFill>
            <a:prstDash val="solid"/>
          </a:ln>
        </p:spPr>
      </p:sp>
      <p:sp>
        <p:nvSpPr>
          <p:cNvPr id="35" name="Text 29"/>
          <p:cNvSpPr txBox="1"/>
          <p:nvPr/>
        </p:nvSpPr>
        <p:spPr>
          <a:xfrm>
            <a:off x="6108192" y="3218688"/>
            <a:ext cx="2596896" cy="475488"/>
          </a:xfrm>
          <a:prstGeom prst="rect">
            <a:avLst/>
          </a:prstGeom>
          <a:noFill/>
          <a:ln/>
        </p:spPr>
        <p:txBody>
          <a:bodyPr wrap="square" lIns="0" tIns="0" rIns="0" bIns="0" rtlCol="0" anchor="ctr"/>
          <a:lstStyle/>
          <a:p>
            <a:pPr algn="ctr" indent="0" marL="0">
              <a:buNone/>
            </a:pPr>
            <a:r>
              <a:rPr lang="en-US" sz="1800" b="1" i="1" dirty="0">
                <a:solidFill>
                  <a:schemeClr val="bg1"/>
                </a:solidFill>
              </a:rPr>
              <a:t>Het gaat.</a:t>
            </a:r>
            <a:endParaRPr lang="en-US" sz="1800" dirty="0"/>
          </a:p>
        </p:txBody>
      </p:sp>
      <p:sp>
        <p:nvSpPr>
          <p:cNvPr id="36" name="Text 30"/>
          <p:cNvSpPr txBox="1"/>
          <p:nvPr/>
        </p:nvSpPr>
        <p:spPr>
          <a:xfrm>
            <a:off x="8915400" y="3154680"/>
            <a:ext cx="2651760" cy="566928"/>
          </a:xfrm>
          <a:prstGeom prst="rect">
            <a:avLst/>
          </a:prstGeom>
          <a:noFill/>
          <a:ln/>
        </p:spPr>
        <p:txBody>
          <a:bodyPr wrap="square" lIns="0" tIns="0" rIns="0" bIns="0" rtlCol="0" anchor="ctr"/>
          <a:lstStyle/>
          <a:p>
            <a:pPr algn="l" indent="0" marL="0">
              <a:buNone/>
            </a:pPr>
            <a:r>
              <a:rPr lang="en-US" sz="1500" i="1" dirty="0">
                <a:solidFill>
                  <a:schemeClr val="accent5"/>
                </a:solidFill>
              </a:rPr>
              <a:t>ça peut aller</a:t>
            </a:r>
            <a:endParaRPr lang="en-US" sz="1500" dirty="0"/>
          </a:p>
        </p:txBody>
      </p:sp>
      <p:pic>
        <p:nvPicPr>
          <p:cNvPr id="37" name="Image 3" descr="slightly frowning face">    </p:cNvPr>
          <p:cNvPicPr>
            <a:picLocks noChangeAspect="1"/>
          </p:cNvPicPr>
          <p:nvPr/>
        </p:nvPicPr>
        <p:blipFill>
          <a:blip r:embed="rId4"/>
          <a:stretch>
            <a:fillRect/>
          </a:stretch>
        </p:blipFill>
        <p:spPr>
          <a:xfrm>
            <a:off x="5303520" y="3931920"/>
            <a:ext cx="566928" cy="566928"/>
          </a:xfrm>
          <a:prstGeom prst="rect">
            <a:avLst/>
          </a:prstGeom>
        </p:spPr>
      </p:pic>
      <p:sp>
        <p:nvSpPr>
          <p:cNvPr id="38" name="Shape 31"/>
          <p:cNvSpPr/>
          <p:nvPr/>
        </p:nvSpPr>
        <p:spPr>
          <a:xfrm>
            <a:off x="6231636" y="3938138"/>
            <a:ext cx="292608" cy="76078"/>
          </a:xfrm>
          <a:prstGeom prst="roundRect">
            <a:avLst>
              <a:gd name="adj" fmla="val 36058"/>
            </a:avLst>
          </a:prstGeom>
          <a:solidFill>
            <a:schemeClr val="accent1"/>
          </a:solidFill>
          <a:ln w="12700">
            <a:solidFill>
              <a:srgbClr val="FFFFFF">
                <a:alpha val="0"/>
              </a:srgbClr>
            </a:solidFill>
            <a:prstDash val="solid"/>
          </a:ln>
        </p:spPr>
      </p:sp>
      <p:sp>
        <p:nvSpPr>
          <p:cNvPr id="39" name="Shape 32"/>
          <p:cNvSpPr/>
          <p:nvPr/>
        </p:nvSpPr>
        <p:spPr>
          <a:xfrm>
            <a:off x="6917436" y="3938138"/>
            <a:ext cx="292608" cy="76078"/>
          </a:xfrm>
          <a:prstGeom prst="roundRect">
            <a:avLst>
              <a:gd name="adj" fmla="val 36058"/>
            </a:avLst>
          </a:prstGeom>
          <a:solidFill>
            <a:schemeClr val="accent1"/>
          </a:solidFill>
          <a:ln w="12700">
            <a:solidFill>
              <a:srgbClr val="FFFFFF">
                <a:alpha val="0"/>
              </a:srgbClr>
            </a:solidFill>
            <a:prstDash val="solid"/>
          </a:ln>
        </p:spPr>
      </p:sp>
      <p:sp>
        <p:nvSpPr>
          <p:cNvPr id="40" name="Shape 33"/>
          <p:cNvSpPr/>
          <p:nvPr/>
        </p:nvSpPr>
        <p:spPr>
          <a:xfrm>
            <a:off x="7603236" y="3938138"/>
            <a:ext cx="292608" cy="76078"/>
          </a:xfrm>
          <a:prstGeom prst="roundRect">
            <a:avLst>
              <a:gd name="adj" fmla="val 36058"/>
            </a:avLst>
          </a:prstGeom>
          <a:solidFill>
            <a:schemeClr val="accent1"/>
          </a:solidFill>
          <a:ln w="12700">
            <a:solidFill>
              <a:srgbClr val="FFFFFF">
                <a:alpha val="0"/>
              </a:srgbClr>
            </a:solidFill>
            <a:prstDash val="solid"/>
          </a:ln>
        </p:spPr>
      </p:sp>
      <p:sp>
        <p:nvSpPr>
          <p:cNvPr id="41" name="Shape 34"/>
          <p:cNvSpPr/>
          <p:nvPr/>
        </p:nvSpPr>
        <p:spPr>
          <a:xfrm>
            <a:off x="8289036" y="3938138"/>
            <a:ext cx="292608" cy="76078"/>
          </a:xfrm>
          <a:prstGeom prst="roundRect">
            <a:avLst>
              <a:gd name="adj" fmla="val 36058"/>
            </a:avLst>
          </a:prstGeom>
          <a:solidFill>
            <a:schemeClr val="accent1"/>
          </a:solidFill>
          <a:ln w="12700">
            <a:solidFill>
              <a:srgbClr val="FFFFFF">
                <a:alpha val="0"/>
              </a:srgbClr>
            </a:solidFill>
            <a:prstDash val="solid"/>
          </a:ln>
        </p:spPr>
      </p:sp>
      <p:sp>
        <p:nvSpPr>
          <p:cNvPr id="42" name="Shape 35"/>
          <p:cNvSpPr/>
          <p:nvPr/>
        </p:nvSpPr>
        <p:spPr>
          <a:xfrm>
            <a:off x="6035040" y="3995928"/>
            <a:ext cx="2743200" cy="475488"/>
          </a:xfrm>
          <a:prstGeom prst="roundRect">
            <a:avLst>
              <a:gd name="adj" fmla="val 15385"/>
            </a:avLst>
          </a:prstGeom>
          <a:solidFill>
            <a:schemeClr val="accent1"/>
          </a:solidFill>
          <a:ln w="12700">
            <a:solidFill>
              <a:srgbClr val="FFFFFF">
                <a:alpha val="0"/>
              </a:srgbClr>
            </a:solidFill>
            <a:prstDash val="solid"/>
          </a:ln>
        </p:spPr>
      </p:sp>
      <p:sp>
        <p:nvSpPr>
          <p:cNvPr id="43" name="Text 36"/>
          <p:cNvSpPr txBox="1"/>
          <p:nvPr/>
        </p:nvSpPr>
        <p:spPr>
          <a:xfrm>
            <a:off x="6108192" y="3995928"/>
            <a:ext cx="2596896" cy="475488"/>
          </a:xfrm>
          <a:prstGeom prst="rect">
            <a:avLst/>
          </a:prstGeom>
          <a:noFill/>
          <a:ln/>
        </p:spPr>
        <p:txBody>
          <a:bodyPr wrap="square" lIns="0" tIns="0" rIns="0" bIns="0" rtlCol="0" anchor="ctr"/>
          <a:lstStyle/>
          <a:p>
            <a:pPr algn="ctr" indent="0" marL="0">
              <a:buNone/>
            </a:pPr>
            <a:r>
              <a:rPr lang="en-US" sz="1800" b="1" i="1" dirty="0">
                <a:solidFill>
                  <a:schemeClr val="bg1"/>
                </a:solidFill>
              </a:rPr>
              <a:t>Niet zo goed.</a:t>
            </a:r>
            <a:endParaRPr lang="en-US" sz="1800" dirty="0"/>
          </a:p>
        </p:txBody>
      </p:sp>
      <p:sp>
        <p:nvSpPr>
          <p:cNvPr id="44" name="Text 37"/>
          <p:cNvSpPr txBox="1"/>
          <p:nvPr/>
        </p:nvSpPr>
        <p:spPr>
          <a:xfrm>
            <a:off x="8915400" y="3931920"/>
            <a:ext cx="2651760" cy="566928"/>
          </a:xfrm>
          <a:prstGeom prst="rect">
            <a:avLst/>
          </a:prstGeom>
          <a:noFill/>
          <a:ln/>
        </p:spPr>
        <p:txBody>
          <a:bodyPr wrap="square" lIns="0" tIns="0" rIns="0" bIns="0" rtlCol="0" anchor="ctr"/>
          <a:lstStyle/>
          <a:p>
            <a:pPr algn="l" indent="0" marL="0">
              <a:buNone/>
            </a:pPr>
            <a:r>
              <a:rPr lang="en-US" sz="1500" i="1" dirty="0">
                <a:solidFill>
                  <a:schemeClr val="accent5"/>
                </a:solidFill>
              </a:rPr>
              <a:t>pas très bien</a:t>
            </a:r>
            <a:endParaRPr lang="en-US" sz="1500" dirty="0"/>
          </a:p>
        </p:txBody>
      </p:sp>
      <p:sp>
        <p:nvSpPr>
          <p:cNvPr id="45" name="Shape 38"/>
          <p:cNvSpPr/>
          <p:nvPr/>
        </p:nvSpPr>
        <p:spPr>
          <a:xfrm>
            <a:off x="548640" y="4846320"/>
            <a:ext cx="11091672" cy="868680"/>
          </a:xfrm>
          <a:prstGeom prst="roundRect">
            <a:avLst>
              <a:gd name="adj" fmla="val 12632"/>
            </a:avLst>
          </a:prstGeom>
          <a:solidFill>
            <a:srgbClr val="EAF2FB"/>
          </a:solidFill>
          <a:ln w="19050">
            <a:solidFill>
              <a:srgbClr val="2A6FB0"/>
            </a:solidFill>
            <a:prstDash val="solid"/>
          </a:ln>
        </p:spPr>
      </p:sp>
      <p:sp>
        <p:nvSpPr>
          <p:cNvPr id="46" name="Text 39"/>
          <p:cNvSpPr txBox="1"/>
          <p:nvPr/>
        </p:nvSpPr>
        <p:spPr>
          <a:xfrm>
            <a:off x="777240" y="4846320"/>
            <a:ext cx="2926080" cy="868680"/>
          </a:xfrm>
          <a:prstGeom prst="rect">
            <a:avLst/>
          </a:prstGeom>
          <a:noFill/>
          <a:ln/>
        </p:spPr>
        <p:txBody>
          <a:bodyPr wrap="square" lIns="0" tIns="0" rIns="0" bIns="0" rtlCol="0" anchor="ctr"/>
          <a:lstStyle/>
          <a:p>
            <a:pPr algn="l" indent="0" marL="0">
              <a:buNone/>
            </a:pPr>
            <a:r>
              <a:rPr lang="en-US" sz="1800" dirty="0">
                <a:solidFill>
                  <a:schemeClr val="tx1"/>
                </a:solidFill>
              </a:rPr>
              <a:t>On renvoie la balle :</a:t>
            </a:r>
            <a:endParaRPr lang="en-US" sz="1800" dirty="0"/>
          </a:p>
        </p:txBody>
      </p:sp>
      <p:sp>
        <p:nvSpPr>
          <p:cNvPr id="47" name="Shape 40"/>
          <p:cNvSpPr/>
          <p:nvPr/>
        </p:nvSpPr>
        <p:spPr>
          <a:xfrm>
            <a:off x="4044696" y="4967021"/>
            <a:ext cx="292608" cy="80467"/>
          </a:xfrm>
          <a:prstGeom prst="roundRect">
            <a:avLst>
              <a:gd name="adj" fmla="val 34091"/>
            </a:avLst>
          </a:prstGeom>
          <a:solidFill>
            <a:schemeClr val="accent2"/>
          </a:solidFill>
          <a:ln w="12700">
            <a:solidFill>
              <a:srgbClr val="FFFFFF">
                <a:alpha val="0"/>
              </a:srgbClr>
            </a:solidFill>
            <a:prstDash val="solid"/>
          </a:ln>
        </p:spPr>
      </p:sp>
      <p:sp>
        <p:nvSpPr>
          <p:cNvPr id="48" name="Shape 41"/>
          <p:cNvSpPr/>
          <p:nvPr/>
        </p:nvSpPr>
        <p:spPr>
          <a:xfrm>
            <a:off x="4928616" y="4967021"/>
            <a:ext cx="292608" cy="80467"/>
          </a:xfrm>
          <a:prstGeom prst="roundRect">
            <a:avLst>
              <a:gd name="adj" fmla="val 34091"/>
            </a:avLst>
          </a:prstGeom>
          <a:solidFill>
            <a:schemeClr val="accent2"/>
          </a:solidFill>
          <a:ln w="12700">
            <a:solidFill>
              <a:srgbClr val="FFFFFF">
                <a:alpha val="0"/>
              </a:srgbClr>
            </a:solidFill>
            <a:prstDash val="solid"/>
          </a:ln>
        </p:spPr>
      </p:sp>
      <p:sp>
        <p:nvSpPr>
          <p:cNvPr id="49" name="Shape 42"/>
          <p:cNvSpPr/>
          <p:nvPr/>
        </p:nvSpPr>
        <p:spPr>
          <a:xfrm>
            <a:off x="5812536" y="4967021"/>
            <a:ext cx="292608" cy="80467"/>
          </a:xfrm>
          <a:prstGeom prst="roundRect">
            <a:avLst>
              <a:gd name="adj" fmla="val 34091"/>
            </a:avLst>
          </a:prstGeom>
          <a:solidFill>
            <a:schemeClr val="accent2"/>
          </a:solidFill>
          <a:ln w="12700">
            <a:solidFill>
              <a:srgbClr val="FFFFFF">
                <a:alpha val="0"/>
              </a:srgbClr>
            </a:solidFill>
            <a:prstDash val="solid"/>
          </a:ln>
        </p:spPr>
      </p:sp>
      <p:sp>
        <p:nvSpPr>
          <p:cNvPr id="50" name="Shape 43"/>
          <p:cNvSpPr/>
          <p:nvPr/>
        </p:nvSpPr>
        <p:spPr>
          <a:xfrm>
            <a:off x="3749040" y="5029200"/>
            <a:ext cx="2651760" cy="502920"/>
          </a:xfrm>
          <a:prstGeom prst="roundRect">
            <a:avLst>
              <a:gd name="adj" fmla="val 14545"/>
            </a:avLst>
          </a:prstGeom>
          <a:solidFill>
            <a:schemeClr val="accent2"/>
          </a:solidFill>
          <a:ln w="12700">
            <a:solidFill>
              <a:srgbClr val="FFFFFF">
                <a:alpha val="0"/>
              </a:srgbClr>
            </a:solidFill>
            <a:prstDash val="solid"/>
          </a:ln>
        </p:spPr>
      </p:sp>
      <p:sp>
        <p:nvSpPr>
          <p:cNvPr id="51" name="Text 44"/>
          <p:cNvSpPr txBox="1"/>
          <p:nvPr/>
        </p:nvSpPr>
        <p:spPr>
          <a:xfrm>
            <a:off x="3822192" y="5029200"/>
            <a:ext cx="2505456" cy="502920"/>
          </a:xfrm>
          <a:prstGeom prst="rect">
            <a:avLst/>
          </a:prstGeom>
          <a:noFill/>
          <a:ln/>
        </p:spPr>
        <p:txBody>
          <a:bodyPr wrap="square" lIns="0" tIns="0" rIns="0" bIns="0" rtlCol="0" anchor="ctr"/>
          <a:lstStyle/>
          <a:p>
            <a:pPr algn="ctr" indent="0" marL="0">
              <a:buNone/>
            </a:pPr>
            <a:r>
              <a:rPr lang="en-US" sz="2000" b="1" i="1" dirty="0">
                <a:solidFill>
                  <a:schemeClr val="bg1"/>
                </a:solidFill>
              </a:rPr>
              <a:t>En met jou?</a:t>
            </a:r>
            <a:endParaRPr lang="en-US" sz="2000" dirty="0"/>
          </a:p>
        </p:txBody>
      </p:sp>
      <p:sp>
        <p:nvSpPr>
          <p:cNvPr id="52" name="Text 45"/>
          <p:cNvSpPr txBox="1"/>
          <p:nvPr/>
        </p:nvSpPr>
        <p:spPr>
          <a:xfrm>
            <a:off x="6629400" y="4846320"/>
            <a:ext cx="1097280" cy="868680"/>
          </a:xfrm>
          <a:prstGeom prst="rect">
            <a:avLst/>
          </a:prstGeom>
          <a:noFill/>
          <a:ln/>
        </p:spPr>
        <p:txBody>
          <a:bodyPr wrap="square" lIns="0" tIns="0" rIns="0" bIns="0" rtlCol="0" anchor="ctr"/>
          <a:lstStyle/>
          <a:p>
            <a:pPr algn="l" indent="0" marL="0">
              <a:buNone/>
            </a:pPr>
            <a:r>
              <a:rPr lang="en-US" sz="1600" dirty="0">
                <a:solidFill>
                  <a:schemeClr val="accent5"/>
                </a:solidFill>
              </a:rPr>
              <a:t>avec </a:t>
            </a:r>
            <a:r>
              <a:rPr lang="en-US" sz="1600" i="1" dirty="0">
                <a:solidFill>
                  <a:schemeClr val="accent5"/>
                </a:solidFill>
              </a:rPr>
              <a:t>u</a:t>
            </a:r>
            <a:r>
              <a:rPr lang="en-US" sz="1600" dirty="0">
                <a:solidFill>
                  <a:schemeClr val="accent5"/>
                </a:solidFill>
              </a:rPr>
              <a:t> :</a:t>
            </a:r>
            <a:endParaRPr lang="en-US" sz="1600" dirty="0"/>
          </a:p>
        </p:txBody>
      </p:sp>
      <p:sp>
        <p:nvSpPr>
          <p:cNvPr id="53" name="Shape 46"/>
          <p:cNvSpPr/>
          <p:nvPr/>
        </p:nvSpPr>
        <p:spPr>
          <a:xfrm>
            <a:off x="7930896" y="4967021"/>
            <a:ext cx="292608" cy="80467"/>
          </a:xfrm>
          <a:prstGeom prst="roundRect">
            <a:avLst>
              <a:gd name="adj" fmla="val 34091"/>
            </a:avLst>
          </a:prstGeom>
          <a:solidFill>
            <a:schemeClr val="accent2"/>
          </a:solidFill>
          <a:ln w="12700">
            <a:solidFill>
              <a:srgbClr val="FFFFFF">
                <a:alpha val="0"/>
              </a:srgbClr>
            </a:solidFill>
            <a:prstDash val="solid"/>
          </a:ln>
        </p:spPr>
      </p:sp>
      <p:sp>
        <p:nvSpPr>
          <p:cNvPr id="54" name="Shape 47"/>
          <p:cNvSpPr/>
          <p:nvPr/>
        </p:nvSpPr>
        <p:spPr>
          <a:xfrm>
            <a:off x="8723376" y="4967021"/>
            <a:ext cx="292608" cy="80467"/>
          </a:xfrm>
          <a:prstGeom prst="roundRect">
            <a:avLst>
              <a:gd name="adj" fmla="val 34091"/>
            </a:avLst>
          </a:prstGeom>
          <a:solidFill>
            <a:schemeClr val="accent2"/>
          </a:solidFill>
          <a:ln w="12700">
            <a:solidFill>
              <a:srgbClr val="FFFFFF">
                <a:alpha val="0"/>
              </a:srgbClr>
            </a:solidFill>
            <a:prstDash val="solid"/>
          </a:ln>
        </p:spPr>
      </p:sp>
      <p:sp>
        <p:nvSpPr>
          <p:cNvPr id="55" name="Shape 48"/>
          <p:cNvSpPr/>
          <p:nvPr/>
        </p:nvSpPr>
        <p:spPr>
          <a:xfrm>
            <a:off x="9515856" y="4967021"/>
            <a:ext cx="292608" cy="80467"/>
          </a:xfrm>
          <a:prstGeom prst="roundRect">
            <a:avLst>
              <a:gd name="adj" fmla="val 34091"/>
            </a:avLst>
          </a:prstGeom>
          <a:solidFill>
            <a:schemeClr val="accent2"/>
          </a:solidFill>
          <a:ln w="12700">
            <a:solidFill>
              <a:srgbClr val="FFFFFF">
                <a:alpha val="0"/>
              </a:srgbClr>
            </a:solidFill>
            <a:prstDash val="solid"/>
          </a:ln>
        </p:spPr>
      </p:sp>
      <p:sp>
        <p:nvSpPr>
          <p:cNvPr id="56" name="Shape 49"/>
          <p:cNvSpPr/>
          <p:nvPr/>
        </p:nvSpPr>
        <p:spPr>
          <a:xfrm>
            <a:off x="7680960" y="5029200"/>
            <a:ext cx="2377440" cy="502920"/>
          </a:xfrm>
          <a:prstGeom prst="roundRect">
            <a:avLst>
              <a:gd name="adj" fmla="val 14545"/>
            </a:avLst>
          </a:prstGeom>
          <a:solidFill>
            <a:schemeClr val="accent2"/>
          </a:solidFill>
          <a:ln w="12700">
            <a:solidFill>
              <a:srgbClr val="FFFFFF">
                <a:alpha val="0"/>
              </a:srgbClr>
            </a:solidFill>
            <a:prstDash val="solid"/>
          </a:ln>
        </p:spPr>
      </p:sp>
      <p:sp>
        <p:nvSpPr>
          <p:cNvPr id="57" name="Text 50"/>
          <p:cNvSpPr txBox="1"/>
          <p:nvPr/>
        </p:nvSpPr>
        <p:spPr>
          <a:xfrm>
            <a:off x="7754112" y="5029200"/>
            <a:ext cx="2231136" cy="502920"/>
          </a:xfrm>
          <a:prstGeom prst="rect">
            <a:avLst/>
          </a:prstGeom>
          <a:noFill/>
          <a:ln/>
        </p:spPr>
        <p:txBody>
          <a:bodyPr wrap="square" lIns="0" tIns="0" rIns="0" bIns="0" rtlCol="0" anchor="ctr"/>
          <a:lstStyle/>
          <a:p>
            <a:pPr algn="ctr" indent="0" marL="0">
              <a:buNone/>
            </a:pPr>
            <a:r>
              <a:rPr lang="en-US" sz="2000" b="1" i="1" dirty="0">
                <a:solidFill>
                  <a:schemeClr val="bg1"/>
                </a:solidFill>
              </a:rPr>
              <a:t>En met u?</a:t>
            </a:r>
            <a:endParaRPr lang="en-US" sz="2000" dirty="0"/>
          </a:p>
        </p:txBody>
      </p:sp>
      <p:pic>
        <p:nvPicPr>
          <p:cNvPr id="58" name="Image 4" descr="ping pong">    </p:cNvPr>
          <p:cNvPicPr>
            <a:picLocks noChangeAspect="1"/>
          </p:cNvPicPr>
          <p:nvPr/>
        </p:nvPicPr>
        <p:blipFill>
          <a:blip r:embed="rId5"/>
          <a:stretch>
            <a:fillRect/>
          </a:stretch>
        </p:blipFill>
        <p:spPr>
          <a:xfrm>
            <a:off x="10652760" y="4937760"/>
            <a:ext cx="685800" cy="685800"/>
          </a:xfrm>
          <a:prstGeom prst="rect">
            <a:avLst/>
          </a:prstGeom>
        </p:spPr>
      </p:pic>
      <p:sp>
        <p:nvSpPr>
          <p:cNvPr id="59" name="Text 51"/>
          <p:cNvSpPr txBox="1"/>
          <p:nvPr/>
        </p:nvSpPr>
        <p:spPr>
          <a:xfrm>
            <a:off x="548640" y="5852160"/>
            <a:ext cx="11091672" cy="411480"/>
          </a:xfrm>
          <a:prstGeom prst="rect">
            <a:avLst/>
          </a:prstGeom>
          <a:noFill/>
          <a:ln/>
        </p:spPr>
        <p:txBody>
          <a:bodyPr wrap="square" lIns="0" tIns="0" rIns="0" bIns="0" rtlCol="0" anchor="ctr"/>
          <a:lstStyle/>
          <a:p>
            <a:pPr algn="ctr" indent="0" marL="0">
              <a:buNone/>
            </a:pPr>
            <a:r>
              <a:rPr lang="en-US" sz="1700" i="1" dirty="0">
                <a:solidFill>
                  <a:schemeClr val="tx2"/>
                </a:solidFill>
              </a:rPr>
              <a:t>Hoe gaat het? — Goed, dank je. </a:t>
            </a:r>
            <a:r>
              <a:rPr lang="en-US" sz="1700" b="1" i="1" dirty="0">
                <a:solidFill>
                  <a:schemeClr val="tx2"/>
                </a:solidFill>
              </a:rPr>
              <a:t>En met jou?</a:t>
            </a:r>
            <a:r>
              <a:rPr lang="en-US" sz="1700" i="1" dirty="0">
                <a:solidFill>
                  <a:schemeClr val="tx2"/>
                </a:solidFill>
              </a:rPr>
              <a:t> — Prima!</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Me présenter : le bloc à trou</a:t>
            </a:r>
            <a:endParaRPr lang="en-US" sz="3000" dirty="0"/>
          </a:p>
        </p:txBody>
      </p:sp>
      <p:sp>
        <p:nvSpPr>
          <p:cNvPr id="3" name="tag"/>
          <p:cNvSpPr/>
          <p:nvPr/>
        </p:nvSpPr>
        <p:spPr>
          <a:xfrm>
            <a:off x="548640" y="237744"/>
            <a:ext cx="905256"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BLOCS</a:t>
            </a:r>
            <a:endParaRPr lang="en-US" sz="1200" dirty="0"/>
          </a:p>
        </p:txBody>
      </p:sp>
      <p:sp>
        <p:nvSpPr>
          <p:cNvPr id="5" name="Shape 2"/>
          <p:cNvSpPr/>
          <p:nvPr/>
        </p:nvSpPr>
        <p:spPr>
          <a:xfrm>
            <a:off x="847032" y="1579352"/>
            <a:ext cx="292608" cy="84856"/>
          </a:xfrm>
          <a:prstGeom prst="roundRect">
            <a:avLst>
              <a:gd name="adj" fmla="val 32328"/>
            </a:avLst>
          </a:prstGeom>
          <a:solidFill>
            <a:schemeClr val="accent1"/>
          </a:solidFill>
          <a:ln w="12700">
            <a:solidFill>
              <a:srgbClr val="FFFFFF">
                <a:alpha val="0"/>
              </a:srgbClr>
            </a:solidFill>
            <a:prstDash val="solid"/>
          </a:ln>
        </p:spPr>
      </p:sp>
      <p:sp>
        <p:nvSpPr>
          <p:cNvPr id="6" name="Shape 3"/>
          <p:cNvSpPr/>
          <p:nvPr/>
        </p:nvSpPr>
        <p:spPr>
          <a:xfrm>
            <a:off x="1553543" y="1579352"/>
            <a:ext cx="292608" cy="84856"/>
          </a:xfrm>
          <a:prstGeom prst="roundRect">
            <a:avLst>
              <a:gd name="adj" fmla="val 32328"/>
            </a:avLst>
          </a:prstGeom>
          <a:solidFill>
            <a:schemeClr val="accent1"/>
          </a:solidFill>
          <a:ln w="12700">
            <a:solidFill>
              <a:srgbClr val="FFFFFF">
                <a:alpha val="0"/>
              </a:srgbClr>
            </a:solidFill>
            <a:prstDash val="solid"/>
          </a:ln>
        </p:spPr>
      </p:sp>
      <p:sp>
        <p:nvSpPr>
          <p:cNvPr id="7" name="Shape 4"/>
          <p:cNvSpPr/>
          <p:nvPr/>
        </p:nvSpPr>
        <p:spPr>
          <a:xfrm>
            <a:off x="2260054" y="1579352"/>
            <a:ext cx="292608" cy="84856"/>
          </a:xfrm>
          <a:prstGeom prst="roundRect">
            <a:avLst>
              <a:gd name="adj" fmla="val 32328"/>
            </a:avLst>
          </a:prstGeom>
          <a:solidFill>
            <a:schemeClr val="accent1"/>
          </a:solidFill>
          <a:ln w="12700">
            <a:solidFill>
              <a:srgbClr val="FFFFFF">
                <a:alpha val="0"/>
              </a:srgbClr>
            </a:solidFill>
            <a:prstDash val="solid"/>
          </a:ln>
        </p:spPr>
      </p:sp>
      <p:sp>
        <p:nvSpPr>
          <p:cNvPr id="8" name="Shape 5"/>
          <p:cNvSpPr/>
          <p:nvPr/>
        </p:nvSpPr>
        <p:spPr>
          <a:xfrm>
            <a:off x="2966565" y="1579352"/>
            <a:ext cx="292608" cy="84856"/>
          </a:xfrm>
          <a:prstGeom prst="roundRect">
            <a:avLst>
              <a:gd name="adj" fmla="val 32328"/>
            </a:avLst>
          </a:prstGeom>
          <a:solidFill>
            <a:schemeClr val="accent1"/>
          </a:solidFill>
          <a:ln w="12700">
            <a:solidFill>
              <a:srgbClr val="FFFFFF">
                <a:alpha val="0"/>
              </a:srgbClr>
            </a:solidFill>
            <a:prstDash val="solid"/>
          </a:ln>
        </p:spPr>
      </p:sp>
      <p:sp>
        <p:nvSpPr>
          <p:cNvPr id="9" name="Shape 6"/>
          <p:cNvSpPr/>
          <p:nvPr/>
        </p:nvSpPr>
        <p:spPr>
          <a:xfrm>
            <a:off x="640080" y="1645920"/>
            <a:ext cx="2826045" cy="530352"/>
          </a:xfrm>
          <a:prstGeom prst="roundRect">
            <a:avLst>
              <a:gd name="adj" fmla="val 13793"/>
            </a:avLst>
          </a:prstGeom>
          <a:solidFill>
            <a:schemeClr val="accent1"/>
          </a:solidFill>
          <a:ln w="12700">
            <a:solidFill>
              <a:srgbClr val="FFFFFF">
                <a:alpha val="0"/>
              </a:srgbClr>
            </a:solidFill>
            <a:prstDash val="solid"/>
          </a:ln>
        </p:spPr>
      </p:sp>
      <p:sp>
        <p:nvSpPr>
          <p:cNvPr id="10" name="Text 7"/>
          <p:cNvSpPr txBox="1"/>
          <p:nvPr/>
        </p:nvSpPr>
        <p:spPr>
          <a:xfrm>
            <a:off x="694944" y="1645920"/>
            <a:ext cx="1271565" cy="530352"/>
          </a:xfrm>
          <a:prstGeom prst="rect">
            <a:avLst/>
          </a:prstGeom>
          <a:noFill/>
          <a:ln/>
        </p:spPr>
        <p:txBody>
          <a:bodyPr wrap="square" lIns="0" tIns="0" rIns="0" bIns="0" rtlCol="0" anchor="ctr"/>
          <a:lstStyle/>
          <a:p>
            <a:pPr algn="ctr" indent="0" marL="0">
              <a:buNone/>
            </a:pPr>
            <a:r>
              <a:rPr lang="en-US" sz="1900" b="1" i="1" dirty="0">
                <a:solidFill>
                  <a:schemeClr val="bg1"/>
                </a:solidFill>
              </a:rPr>
              <a:t>Ik heet</a:t>
            </a:r>
            <a:endParaRPr lang="en-US" sz="1900" dirty="0"/>
          </a:p>
        </p:txBody>
      </p:sp>
      <p:sp>
        <p:nvSpPr>
          <p:cNvPr id="11" name="Shape 8"/>
          <p:cNvSpPr/>
          <p:nvPr/>
        </p:nvSpPr>
        <p:spPr>
          <a:xfrm>
            <a:off x="1984797" y="1728216"/>
            <a:ext cx="1371600" cy="365760"/>
          </a:xfrm>
          <a:prstGeom prst="roundRect">
            <a:avLst>
              <a:gd name="adj" fmla="val 15000"/>
            </a:avLst>
          </a:prstGeom>
          <a:solidFill>
            <a:srgbClr val="FFFFFF"/>
          </a:solidFill>
          <a:ln w="25400">
            <a:solidFill>
              <a:srgbClr val="2A6FB0"/>
            </a:solidFill>
            <a:prstDash val="dash"/>
          </a:ln>
        </p:spPr>
      </p:sp>
      <p:sp>
        <p:nvSpPr>
          <p:cNvPr id="12" name="Shape 9"/>
          <p:cNvSpPr/>
          <p:nvPr/>
        </p:nvSpPr>
        <p:spPr>
          <a:xfrm>
            <a:off x="4709160" y="1911096"/>
            <a:ext cx="457200" cy="914"/>
          </a:xfrm>
          <a:prstGeom prst="line">
            <a:avLst/>
          </a:prstGeom>
          <a:noFill/>
          <a:ln w="25400">
            <a:solidFill>
              <a:srgbClr val="D9700F"/>
            </a:solidFill>
            <a:prstDash val="solid"/>
            <a:tailEnd type="triangle"/>
          </a:ln>
        </p:spPr>
      </p:sp>
      <p:sp>
        <p:nvSpPr>
          <p:cNvPr id="13" name="Text 10"/>
          <p:cNvSpPr txBox="1"/>
          <p:nvPr/>
        </p:nvSpPr>
        <p:spPr>
          <a:xfrm>
            <a:off x="5303520" y="1645920"/>
            <a:ext cx="6309360" cy="530352"/>
          </a:xfrm>
          <a:prstGeom prst="rect">
            <a:avLst/>
          </a:prstGeom>
          <a:noFill/>
          <a:ln/>
        </p:spPr>
        <p:txBody>
          <a:bodyPr wrap="square" lIns="0" tIns="0" rIns="0" bIns="0" rtlCol="0" anchor="ctr"/>
          <a:lstStyle/>
          <a:p>
            <a:pPr algn="l" indent="0" marL="0">
              <a:buNone/>
            </a:pPr>
            <a:r>
              <a:rPr lang="en-US" sz="1900" i="1" dirty="0">
                <a:solidFill>
                  <a:schemeClr val="tx1"/>
                </a:solidFill>
              </a:rPr>
              <a:t>Ik heet </a:t>
            </a:r>
            <a:r>
              <a:rPr lang="en-US" sz="1900" b="1" i="1" dirty="0">
                <a:solidFill>
                  <a:schemeClr val="accent2"/>
                </a:solidFill>
              </a:rPr>
              <a:t>Karim</a:t>
            </a:r>
            <a:r>
              <a:rPr lang="en-US" sz="1900" i="1" dirty="0">
                <a:solidFill>
                  <a:schemeClr val="tx1"/>
                </a:solidFill>
              </a:rPr>
              <a:t>.</a:t>
            </a:r>
            <a:endParaRPr lang="en-US" sz="1900" dirty="0"/>
          </a:p>
        </p:txBody>
      </p:sp>
      <p:sp>
        <p:nvSpPr>
          <p:cNvPr id="14" name="Shape 11"/>
          <p:cNvSpPr/>
          <p:nvPr/>
        </p:nvSpPr>
        <p:spPr>
          <a:xfrm>
            <a:off x="900455" y="2237720"/>
            <a:ext cx="292608" cy="84856"/>
          </a:xfrm>
          <a:prstGeom prst="roundRect">
            <a:avLst>
              <a:gd name="adj" fmla="val 32328"/>
            </a:avLst>
          </a:prstGeom>
          <a:solidFill>
            <a:schemeClr val="accent1"/>
          </a:solidFill>
          <a:ln w="12700">
            <a:solidFill>
              <a:srgbClr val="FFFFFF">
                <a:alpha val="0"/>
              </a:srgbClr>
            </a:solidFill>
            <a:prstDash val="solid"/>
          </a:ln>
        </p:spPr>
      </p:sp>
      <p:sp>
        <p:nvSpPr>
          <p:cNvPr id="15" name="Shape 12"/>
          <p:cNvSpPr/>
          <p:nvPr/>
        </p:nvSpPr>
        <p:spPr>
          <a:xfrm>
            <a:off x="1713814" y="2237720"/>
            <a:ext cx="292608" cy="84856"/>
          </a:xfrm>
          <a:prstGeom prst="roundRect">
            <a:avLst>
              <a:gd name="adj" fmla="val 32328"/>
            </a:avLst>
          </a:prstGeom>
          <a:solidFill>
            <a:schemeClr val="accent1"/>
          </a:solidFill>
          <a:ln w="12700">
            <a:solidFill>
              <a:srgbClr val="FFFFFF">
                <a:alpha val="0"/>
              </a:srgbClr>
            </a:solidFill>
            <a:prstDash val="solid"/>
          </a:ln>
        </p:spPr>
      </p:sp>
      <p:sp>
        <p:nvSpPr>
          <p:cNvPr id="16" name="Shape 13"/>
          <p:cNvSpPr/>
          <p:nvPr/>
        </p:nvSpPr>
        <p:spPr>
          <a:xfrm>
            <a:off x="2527173" y="2237720"/>
            <a:ext cx="292608" cy="84856"/>
          </a:xfrm>
          <a:prstGeom prst="roundRect">
            <a:avLst>
              <a:gd name="adj" fmla="val 32328"/>
            </a:avLst>
          </a:prstGeom>
          <a:solidFill>
            <a:schemeClr val="accent1"/>
          </a:solidFill>
          <a:ln w="12700">
            <a:solidFill>
              <a:srgbClr val="FFFFFF">
                <a:alpha val="0"/>
              </a:srgbClr>
            </a:solidFill>
            <a:prstDash val="solid"/>
          </a:ln>
        </p:spPr>
      </p:sp>
      <p:sp>
        <p:nvSpPr>
          <p:cNvPr id="17" name="Shape 14"/>
          <p:cNvSpPr/>
          <p:nvPr/>
        </p:nvSpPr>
        <p:spPr>
          <a:xfrm>
            <a:off x="3340532" y="2237720"/>
            <a:ext cx="292608" cy="84856"/>
          </a:xfrm>
          <a:prstGeom prst="roundRect">
            <a:avLst>
              <a:gd name="adj" fmla="val 32328"/>
            </a:avLst>
          </a:prstGeom>
          <a:solidFill>
            <a:schemeClr val="accent1"/>
          </a:solidFill>
          <a:ln w="12700">
            <a:solidFill>
              <a:srgbClr val="FFFFFF">
                <a:alpha val="0"/>
              </a:srgbClr>
            </a:solidFill>
            <a:prstDash val="solid"/>
          </a:ln>
        </p:spPr>
      </p:sp>
      <p:sp>
        <p:nvSpPr>
          <p:cNvPr id="18" name="Shape 15"/>
          <p:cNvSpPr/>
          <p:nvPr/>
        </p:nvSpPr>
        <p:spPr>
          <a:xfrm>
            <a:off x="640080" y="2304288"/>
            <a:ext cx="3253435" cy="530352"/>
          </a:xfrm>
          <a:prstGeom prst="roundRect">
            <a:avLst>
              <a:gd name="adj" fmla="val 13793"/>
            </a:avLst>
          </a:prstGeom>
          <a:solidFill>
            <a:schemeClr val="accent1"/>
          </a:solidFill>
          <a:ln w="12700">
            <a:solidFill>
              <a:srgbClr val="FFFFFF">
                <a:alpha val="0"/>
              </a:srgbClr>
            </a:solidFill>
            <a:prstDash val="solid"/>
          </a:ln>
        </p:spPr>
      </p:sp>
      <p:sp>
        <p:nvSpPr>
          <p:cNvPr id="19" name="Text 16"/>
          <p:cNvSpPr txBox="1"/>
          <p:nvPr/>
        </p:nvSpPr>
        <p:spPr>
          <a:xfrm>
            <a:off x="694944" y="2304288"/>
            <a:ext cx="1698955" cy="530352"/>
          </a:xfrm>
          <a:prstGeom prst="rect">
            <a:avLst/>
          </a:prstGeom>
          <a:noFill/>
          <a:ln/>
        </p:spPr>
        <p:txBody>
          <a:bodyPr wrap="square" lIns="0" tIns="0" rIns="0" bIns="0" rtlCol="0" anchor="ctr"/>
          <a:lstStyle/>
          <a:p>
            <a:pPr algn="ctr" indent="0" marL="0">
              <a:buNone/>
            </a:pPr>
            <a:r>
              <a:rPr lang="en-US" sz="1900" b="1" i="1" dirty="0">
                <a:solidFill>
                  <a:schemeClr val="bg1"/>
                </a:solidFill>
              </a:rPr>
              <a:t>Ik kom uit</a:t>
            </a:r>
            <a:endParaRPr lang="en-US" sz="1900" dirty="0"/>
          </a:p>
        </p:txBody>
      </p:sp>
      <p:sp>
        <p:nvSpPr>
          <p:cNvPr id="20" name="Shape 17"/>
          <p:cNvSpPr/>
          <p:nvPr/>
        </p:nvSpPr>
        <p:spPr>
          <a:xfrm>
            <a:off x="2412187" y="2386584"/>
            <a:ext cx="1371600" cy="365760"/>
          </a:xfrm>
          <a:prstGeom prst="roundRect">
            <a:avLst>
              <a:gd name="adj" fmla="val 15000"/>
            </a:avLst>
          </a:prstGeom>
          <a:solidFill>
            <a:srgbClr val="FFFFFF"/>
          </a:solidFill>
          <a:ln w="25400">
            <a:solidFill>
              <a:srgbClr val="2A6FB0"/>
            </a:solidFill>
            <a:prstDash val="dash"/>
          </a:ln>
        </p:spPr>
      </p:sp>
      <p:sp>
        <p:nvSpPr>
          <p:cNvPr id="21" name="Shape 18"/>
          <p:cNvSpPr/>
          <p:nvPr/>
        </p:nvSpPr>
        <p:spPr>
          <a:xfrm>
            <a:off x="4709160" y="2569464"/>
            <a:ext cx="457200" cy="914"/>
          </a:xfrm>
          <a:prstGeom prst="line">
            <a:avLst/>
          </a:prstGeom>
          <a:noFill/>
          <a:ln w="25400">
            <a:solidFill>
              <a:srgbClr val="D9700F"/>
            </a:solidFill>
            <a:prstDash val="solid"/>
            <a:tailEnd type="triangle"/>
          </a:ln>
        </p:spPr>
      </p:sp>
      <p:sp>
        <p:nvSpPr>
          <p:cNvPr id="22" name="Text 19"/>
          <p:cNvSpPr txBox="1"/>
          <p:nvPr/>
        </p:nvSpPr>
        <p:spPr>
          <a:xfrm>
            <a:off x="5303520" y="2304288"/>
            <a:ext cx="6309360" cy="530352"/>
          </a:xfrm>
          <a:prstGeom prst="rect">
            <a:avLst/>
          </a:prstGeom>
          <a:noFill/>
          <a:ln/>
        </p:spPr>
        <p:txBody>
          <a:bodyPr wrap="square" lIns="0" tIns="0" rIns="0" bIns="0" rtlCol="0" anchor="ctr"/>
          <a:lstStyle/>
          <a:p>
            <a:pPr algn="l" indent="0" marL="0">
              <a:buNone/>
            </a:pPr>
            <a:r>
              <a:rPr lang="en-US" sz="1900" i="1" dirty="0">
                <a:solidFill>
                  <a:schemeClr val="tx1"/>
                </a:solidFill>
              </a:rPr>
              <a:t>Ik kom uit </a:t>
            </a:r>
            <a:r>
              <a:rPr lang="en-US" sz="1900" b="1" i="1" dirty="0">
                <a:solidFill>
                  <a:schemeClr val="accent2"/>
                </a:solidFill>
              </a:rPr>
              <a:t>België</a:t>
            </a:r>
            <a:r>
              <a:rPr lang="en-US" sz="1900" i="1" dirty="0">
                <a:solidFill>
                  <a:schemeClr val="tx1"/>
                </a:solidFill>
              </a:rPr>
              <a:t>.</a:t>
            </a:r>
            <a:endParaRPr lang="en-US" sz="1900" dirty="0"/>
          </a:p>
        </p:txBody>
      </p:sp>
      <p:sp>
        <p:nvSpPr>
          <p:cNvPr id="23" name="Shape 20"/>
          <p:cNvSpPr/>
          <p:nvPr/>
        </p:nvSpPr>
        <p:spPr>
          <a:xfrm>
            <a:off x="900455" y="2896088"/>
            <a:ext cx="292608" cy="84856"/>
          </a:xfrm>
          <a:prstGeom prst="roundRect">
            <a:avLst>
              <a:gd name="adj" fmla="val 32328"/>
            </a:avLst>
          </a:prstGeom>
          <a:solidFill>
            <a:schemeClr val="accent1"/>
          </a:solidFill>
          <a:ln w="12700">
            <a:solidFill>
              <a:srgbClr val="FFFFFF">
                <a:alpha val="0"/>
              </a:srgbClr>
            </a:solidFill>
            <a:prstDash val="solid"/>
          </a:ln>
        </p:spPr>
      </p:sp>
      <p:sp>
        <p:nvSpPr>
          <p:cNvPr id="24" name="Shape 21"/>
          <p:cNvSpPr/>
          <p:nvPr/>
        </p:nvSpPr>
        <p:spPr>
          <a:xfrm>
            <a:off x="1713814" y="2896088"/>
            <a:ext cx="292608" cy="84856"/>
          </a:xfrm>
          <a:prstGeom prst="roundRect">
            <a:avLst>
              <a:gd name="adj" fmla="val 32328"/>
            </a:avLst>
          </a:prstGeom>
          <a:solidFill>
            <a:schemeClr val="accent1"/>
          </a:solidFill>
          <a:ln w="12700">
            <a:solidFill>
              <a:srgbClr val="FFFFFF">
                <a:alpha val="0"/>
              </a:srgbClr>
            </a:solidFill>
            <a:prstDash val="solid"/>
          </a:ln>
        </p:spPr>
      </p:sp>
      <p:sp>
        <p:nvSpPr>
          <p:cNvPr id="25" name="Shape 22"/>
          <p:cNvSpPr/>
          <p:nvPr/>
        </p:nvSpPr>
        <p:spPr>
          <a:xfrm>
            <a:off x="2527173" y="2896088"/>
            <a:ext cx="292608" cy="84856"/>
          </a:xfrm>
          <a:prstGeom prst="roundRect">
            <a:avLst>
              <a:gd name="adj" fmla="val 32328"/>
            </a:avLst>
          </a:prstGeom>
          <a:solidFill>
            <a:schemeClr val="accent1"/>
          </a:solidFill>
          <a:ln w="12700">
            <a:solidFill>
              <a:srgbClr val="FFFFFF">
                <a:alpha val="0"/>
              </a:srgbClr>
            </a:solidFill>
            <a:prstDash val="solid"/>
          </a:ln>
        </p:spPr>
      </p:sp>
      <p:sp>
        <p:nvSpPr>
          <p:cNvPr id="26" name="Shape 23"/>
          <p:cNvSpPr/>
          <p:nvPr/>
        </p:nvSpPr>
        <p:spPr>
          <a:xfrm>
            <a:off x="3340532" y="2896088"/>
            <a:ext cx="292608" cy="84856"/>
          </a:xfrm>
          <a:prstGeom prst="roundRect">
            <a:avLst>
              <a:gd name="adj" fmla="val 32328"/>
            </a:avLst>
          </a:prstGeom>
          <a:solidFill>
            <a:schemeClr val="accent1"/>
          </a:solidFill>
          <a:ln w="12700">
            <a:solidFill>
              <a:srgbClr val="FFFFFF">
                <a:alpha val="0"/>
              </a:srgbClr>
            </a:solidFill>
            <a:prstDash val="solid"/>
          </a:ln>
        </p:spPr>
      </p:sp>
      <p:sp>
        <p:nvSpPr>
          <p:cNvPr id="27" name="Shape 24"/>
          <p:cNvSpPr/>
          <p:nvPr/>
        </p:nvSpPr>
        <p:spPr>
          <a:xfrm>
            <a:off x="640080" y="2962656"/>
            <a:ext cx="3253435" cy="530352"/>
          </a:xfrm>
          <a:prstGeom prst="roundRect">
            <a:avLst>
              <a:gd name="adj" fmla="val 13793"/>
            </a:avLst>
          </a:prstGeom>
          <a:solidFill>
            <a:schemeClr val="accent1"/>
          </a:solidFill>
          <a:ln w="12700">
            <a:solidFill>
              <a:srgbClr val="FFFFFF">
                <a:alpha val="0"/>
              </a:srgbClr>
            </a:solidFill>
            <a:prstDash val="solid"/>
          </a:ln>
        </p:spPr>
      </p:sp>
      <p:sp>
        <p:nvSpPr>
          <p:cNvPr id="28" name="Text 25"/>
          <p:cNvSpPr txBox="1"/>
          <p:nvPr/>
        </p:nvSpPr>
        <p:spPr>
          <a:xfrm>
            <a:off x="694944" y="2962656"/>
            <a:ext cx="1698955" cy="530352"/>
          </a:xfrm>
          <a:prstGeom prst="rect">
            <a:avLst/>
          </a:prstGeom>
          <a:noFill/>
          <a:ln/>
        </p:spPr>
        <p:txBody>
          <a:bodyPr wrap="square" lIns="0" tIns="0" rIns="0" bIns="0" rtlCol="0" anchor="ctr"/>
          <a:lstStyle/>
          <a:p>
            <a:pPr algn="ctr" indent="0" marL="0">
              <a:buNone/>
            </a:pPr>
            <a:r>
              <a:rPr lang="en-US" sz="1900" b="1" i="1" dirty="0">
                <a:solidFill>
                  <a:schemeClr val="bg1"/>
                </a:solidFill>
              </a:rPr>
              <a:t>Ik woon in</a:t>
            </a:r>
            <a:endParaRPr lang="en-US" sz="1900" dirty="0"/>
          </a:p>
        </p:txBody>
      </p:sp>
      <p:sp>
        <p:nvSpPr>
          <p:cNvPr id="29" name="Shape 26"/>
          <p:cNvSpPr/>
          <p:nvPr/>
        </p:nvSpPr>
        <p:spPr>
          <a:xfrm>
            <a:off x="2412187" y="3044952"/>
            <a:ext cx="1371600" cy="365760"/>
          </a:xfrm>
          <a:prstGeom prst="roundRect">
            <a:avLst>
              <a:gd name="adj" fmla="val 15000"/>
            </a:avLst>
          </a:prstGeom>
          <a:solidFill>
            <a:srgbClr val="FFFFFF"/>
          </a:solidFill>
          <a:ln w="25400">
            <a:solidFill>
              <a:srgbClr val="2A6FB0"/>
            </a:solidFill>
            <a:prstDash val="dash"/>
          </a:ln>
        </p:spPr>
      </p:sp>
      <p:sp>
        <p:nvSpPr>
          <p:cNvPr id="30" name="Shape 27"/>
          <p:cNvSpPr/>
          <p:nvPr/>
        </p:nvSpPr>
        <p:spPr>
          <a:xfrm>
            <a:off x="4709160" y="3227832"/>
            <a:ext cx="457200" cy="914"/>
          </a:xfrm>
          <a:prstGeom prst="line">
            <a:avLst/>
          </a:prstGeom>
          <a:noFill/>
          <a:ln w="25400">
            <a:solidFill>
              <a:srgbClr val="D9700F"/>
            </a:solidFill>
            <a:prstDash val="solid"/>
            <a:tailEnd type="triangle"/>
          </a:ln>
        </p:spPr>
      </p:sp>
      <p:sp>
        <p:nvSpPr>
          <p:cNvPr id="31" name="Text 28"/>
          <p:cNvSpPr txBox="1"/>
          <p:nvPr/>
        </p:nvSpPr>
        <p:spPr>
          <a:xfrm>
            <a:off x="5303520" y="2962656"/>
            <a:ext cx="6309360" cy="530352"/>
          </a:xfrm>
          <a:prstGeom prst="rect">
            <a:avLst/>
          </a:prstGeom>
          <a:noFill/>
          <a:ln/>
        </p:spPr>
        <p:txBody>
          <a:bodyPr wrap="square" lIns="0" tIns="0" rIns="0" bIns="0" rtlCol="0" anchor="ctr"/>
          <a:lstStyle/>
          <a:p>
            <a:pPr algn="l" indent="0" marL="0">
              <a:buNone/>
            </a:pPr>
            <a:r>
              <a:rPr lang="en-US" sz="1900" i="1" dirty="0">
                <a:solidFill>
                  <a:schemeClr val="tx1"/>
                </a:solidFill>
              </a:rPr>
              <a:t>Ik woon in </a:t>
            </a:r>
            <a:r>
              <a:rPr lang="en-US" sz="1900" b="1" i="1" dirty="0">
                <a:solidFill>
                  <a:schemeClr val="accent2"/>
                </a:solidFill>
              </a:rPr>
              <a:t>Namen</a:t>
            </a:r>
            <a:r>
              <a:rPr lang="en-US" sz="1900" i="1" dirty="0">
                <a:solidFill>
                  <a:schemeClr val="tx1"/>
                </a:solidFill>
              </a:rPr>
              <a:t>.</a:t>
            </a:r>
            <a:endParaRPr lang="en-US" sz="1900" dirty="0"/>
          </a:p>
        </p:txBody>
      </p:sp>
      <p:sp>
        <p:nvSpPr>
          <p:cNvPr id="32" name="Shape 29"/>
          <p:cNvSpPr/>
          <p:nvPr/>
        </p:nvSpPr>
        <p:spPr>
          <a:xfrm>
            <a:off x="860798" y="3554456"/>
            <a:ext cx="292608" cy="84856"/>
          </a:xfrm>
          <a:prstGeom prst="roundRect">
            <a:avLst>
              <a:gd name="adj" fmla="val 32328"/>
            </a:avLst>
          </a:prstGeom>
          <a:solidFill>
            <a:schemeClr val="accent1"/>
          </a:solidFill>
          <a:ln w="12700">
            <a:solidFill>
              <a:srgbClr val="FFFFFF">
                <a:alpha val="0"/>
              </a:srgbClr>
            </a:solidFill>
            <a:prstDash val="solid"/>
          </a:ln>
        </p:spPr>
      </p:sp>
      <p:sp>
        <p:nvSpPr>
          <p:cNvPr id="33" name="Shape 30"/>
          <p:cNvSpPr/>
          <p:nvPr/>
        </p:nvSpPr>
        <p:spPr>
          <a:xfrm>
            <a:off x="1594842" y="3554456"/>
            <a:ext cx="292608" cy="84856"/>
          </a:xfrm>
          <a:prstGeom prst="roundRect">
            <a:avLst>
              <a:gd name="adj" fmla="val 32328"/>
            </a:avLst>
          </a:prstGeom>
          <a:solidFill>
            <a:schemeClr val="accent1"/>
          </a:solidFill>
          <a:ln w="12700">
            <a:solidFill>
              <a:srgbClr val="FFFFFF">
                <a:alpha val="0"/>
              </a:srgbClr>
            </a:solidFill>
            <a:prstDash val="solid"/>
          </a:ln>
        </p:spPr>
      </p:sp>
      <p:sp>
        <p:nvSpPr>
          <p:cNvPr id="34" name="Shape 31"/>
          <p:cNvSpPr/>
          <p:nvPr/>
        </p:nvSpPr>
        <p:spPr>
          <a:xfrm>
            <a:off x="2328885" y="3554456"/>
            <a:ext cx="292608" cy="84856"/>
          </a:xfrm>
          <a:prstGeom prst="roundRect">
            <a:avLst>
              <a:gd name="adj" fmla="val 32328"/>
            </a:avLst>
          </a:prstGeom>
          <a:solidFill>
            <a:schemeClr val="accent1"/>
          </a:solidFill>
          <a:ln w="12700">
            <a:solidFill>
              <a:srgbClr val="FFFFFF">
                <a:alpha val="0"/>
              </a:srgbClr>
            </a:solidFill>
            <a:prstDash val="solid"/>
          </a:ln>
        </p:spPr>
      </p:sp>
      <p:sp>
        <p:nvSpPr>
          <p:cNvPr id="35" name="Shape 32"/>
          <p:cNvSpPr/>
          <p:nvPr/>
        </p:nvSpPr>
        <p:spPr>
          <a:xfrm>
            <a:off x="3062929" y="3554456"/>
            <a:ext cx="292608" cy="84856"/>
          </a:xfrm>
          <a:prstGeom prst="roundRect">
            <a:avLst>
              <a:gd name="adj" fmla="val 32328"/>
            </a:avLst>
          </a:prstGeom>
          <a:solidFill>
            <a:schemeClr val="accent1"/>
          </a:solidFill>
          <a:ln w="12700">
            <a:solidFill>
              <a:srgbClr val="FFFFFF">
                <a:alpha val="0"/>
              </a:srgbClr>
            </a:solidFill>
            <a:prstDash val="solid"/>
          </a:ln>
        </p:spPr>
      </p:sp>
      <p:sp>
        <p:nvSpPr>
          <p:cNvPr id="36" name="Shape 33"/>
          <p:cNvSpPr/>
          <p:nvPr/>
        </p:nvSpPr>
        <p:spPr>
          <a:xfrm>
            <a:off x="3796973" y="3554456"/>
            <a:ext cx="292608" cy="84856"/>
          </a:xfrm>
          <a:prstGeom prst="roundRect">
            <a:avLst>
              <a:gd name="adj" fmla="val 32328"/>
            </a:avLst>
          </a:prstGeom>
          <a:solidFill>
            <a:schemeClr val="accent1"/>
          </a:solidFill>
          <a:ln w="12700">
            <a:solidFill>
              <a:srgbClr val="FFFFFF">
                <a:alpha val="0"/>
              </a:srgbClr>
            </a:solidFill>
            <a:prstDash val="solid"/>
          </a:ln>
        </p:spPr>
      </p:sp>
      <p:sp>
        <p:nvSpPr>
          <p:cNvPr id="37" name="Shape 34"/>
          <p:cNvSpPr/>
          <p:nvPr/>
        </p:nvSpPr>
        <p:spPr>
          <a:xfrm>
            <a:off x="640080" y="3621024"/>
            <a:ext cx="3670219" cy="530352"/>
          </a:xfrm>
          <a:prstGeom prst="roundRect">
            <a:avLst>
              <a:gd name="adj" fmla="val 13793"/>
            </a:avLst>
          </a:prstGeom>
          <a:solidFill>
            <a:schemeClr val="accent1"/>
          </a:solidFill>
          <a:ln w="12700">
            <a:solidFill>
              <a:srgbClr val="FFFFFF">
                <a:alpha val="0"/>
              </a:srgbClr>
            </a:solidFill>
            <a:prstDash val="solid"/>
          </a:ln>
        </p:spPr>
      </p:sp>
      <p:sp>
        <p:nvSpPr>
          <p:cNvPr id="38" name="Text 35"/>
          <p:cNvSpPr txBox="1"/>
          <p:nvPr/>
        </p:nvSpPr>
        <p:spPr>
          <a:xfrm>
            <a:off x="694944" y="3621024"/>
            <a:ext cx="1129101" cy="530352"/>
          </a:xfrm>
          <a:prstGeom prst="rect">
            <a:avLst/>
          </a:prstGeom>
          <a:noFill/>
          <a:ln/>
        </p:spPr>
        <p:txBody>
          <a:bodyPr wrap="square" lIns="0" tIns="0" rIns="0" bIns="0" rtlCol="0" anchor="ctr"/>
          <a:lstStyle/>
          <a:p>
            <a:pPr algn="ctr" indent="0" marL="0">
              <a:buNone/>
            </a:pPr>
            <a:r>
              <a:rPr lang="en-US" sz="1900" b="1" i="1" dirty="0">
                <a:solidFill>
                  <a:schemeClr val="bg1"/>
                </a:solidFill>
              </a:rPr>
              <a:t>Ik ben</a:t>
            </a:r>
            <a:endParaRPr lang="en-US" sz="1900" dirty="0"/>
          </a:p>
        </p:txBody>
      </p:sp>
      <p:sp>
        <p:nvSpPr>
          <p:cNvPr id="39" name="Shape 36"/>
          <p:cNvSpPr/>
          <p:nvPr/>
        </p:nvSpPr>
        <p:spPr>
          <a:xfrm>
            <a:off x="1842333" y="3703320"/>
            <a:ext cx="1371600" cy="365760"/>
          </a:xfrm>
          <a:prstGeom prst="roundRect">
            <a:avLst>
              <a:gd name="adj" fmla="val 15000"/>
            </a:avLst>
          </a:prstGeom>
          <a:solidFill>
            <a:srgbClr val="FFFFFF"/>
          </a:solidFill>
          <a:ln w="25400">
            <a:solidFill>
              <a:srgbClr val="2A6FB0"/>
            </a:solidFill>
            <a:prstDash val="dash"/>
          </a:ln>
        </p:spPr>
      </p:sp>
      <p:sp>
        <p:nvSpPr>
          <p:cNvPr id="40" name="Text 37"/>
          <p:cNvSpPr txBox="1"/>
          <p:nvPr/>
        </p:nvSpPr>
        <p:spPr>
          <a:xfrm>
            <a:off x="3250509" y="3621024"/>
            <a:ext cx="986638" cy="530352"/>
          </a:xfrm>
          <a:prstGeom prst="rect">
            <a:avLst/>
          </a:prstGeom>
          <a:noFill/>
          <a:ln/>
        </p:spPr>
        <p:txBody>
          <a:bodyPr wrap="square" lIns="0" tIns="0" rIns="0" bIns="0" rtlCol="0" anchor="ctr"/>
          <a:lstStyle/>
          <a:p>
            <a:pPr algn="ctr" indent="0" marL="0">
              <a:buNone/>
            </a:pPr>
            <a:r>
              <a:rPr lang="en-US" sz="1900" b="1" i="1" dirty="0">
                <a:solidFill>
                  <a:schemeClr val="bg1"/>
                </a:solidFill>
              </a:rPr>
              <a:t>jaar.</a:t>
            </a:r>
            <a:endParaRPr lang="en-US" sz="1900" dirty="0"/>
          </a:p>
        </p:txBody>
      </p:sp>
      <p:sp>
        <p:nvSpPr>
          <p:cNvPr id="41" name="Shape 38"/>
          <p:cNvSpPr/>
          <p:nvPr/>
        </p:nvSpPr>
        <p:spPr>
          <a:xfrm>
            <a:off x="4709160" y="3886200"/>
            <a:ext cx="457200" cy="914"/>
          </a:xfrm>
          <a:prstGeom prst="line">
            <a:avLst/>
          </a:prstGeom>
          <a:noFill/>
          <a:ln w="25400">
            <a:solidFill>
              <a:srgbClr val="D9700F"/>
            </a:solidFill>
            <a:prstDash val="solid"/>
            <a:tailEnd type="triangle"/>
          </a:ln>
        </p:spPr>
      </p:sp>
      <p:sp>
        <p:nvSpPr>
          <p:cNvPr id="42" name="Text 39"/>
          <p:cNvSpPr txBox="1"/>
          <p:nvPr/>
        </p:nvSpPr>
        <p:spPr>
          <a:xfrm>
            <a:off x="5303520" y="3621024"/>
            <a:ext cx="6309360" cy="530352"/>
          </a:xfrm>
          <a:prstGeom prst="rect">
            <a:avLst/>
          </a:prstGeom>
          <a:noFill/>
          <a:ln/>
        </p:spPr>
        <p:txBody>
          <a:bodyPr wrap="square" lIns="0" tIns="0" rIns="0" bIns="0" rtlCol="0" anchor="ctr"/>
          <a:lstStyle/>
          <a:p>
            <a:pPr algn="l" indent="0" marL="0">
              <a:buNone/>
            </a:pPr>
            <a:r>
              <a:rPr lang="en-US" sz="1900" i="1" dirty="0">
                <a:solidFill>
                  <a:schemeClr val="tx1"/>
                </a:solidFill>
              </a:rPr>
              <a:t>Ik ben </a:t>
            </a:r>
            <a:r>
              <a:rPr lang="en-US" sz="1900" b="1" i="1" dirty="0">
                <a:solidFill>
                  <a:schemeClr val="accent2"/>
                </a:solidFill>
              </a:rPr>
              <a:t>32</a:t>
            </a:r>
            <a:r>
              <a:rPr lang="en-US" sz="1900" i="1" dirty="0">
                <a:solidFill>
                  <a:schemeClr val="tx1"/>
                </a:solidFill>
              </a:rPr>
              <a:t> jaar.</a:t>
            </a:r>
            <a:endParaRPr lang="en-US" sz="1900" dirty="0"/>
          </a:p>
        </p:txBody>
      </p:sp>
      <p:sp>
        <p:nvSpPr>
          <p:cNvPr id="43" name="Shape 40"/>
          <p:cNvSpPr/>
          <p:nvPr/>
        </p:nvSpPr>
        <p:spPr>
          <a:xfrm>
            <a:off x="882647" y="4212824"/>
            <a:ext cx="292608" cy="84856"/>
          </a:xfrm>
          <a:prstGeom prst="roundRect">
            <a:avLst>
              <a:gd name="adj" fmla="val 32328"/>
            </a:avLst>
          </a:prstGeom>
          <a:solidFill>
            <a:schemeClr val="accent1"/>
          </a:solidFill>
          <a:ln w="12700">
            <a:solidFill>
              <a:srgbClr val="FFFFFF">
                <a:alpha val="0"/>
              </a:srgbClr>
            </a:solidFill>
            <a:prstDash val="solid"/>
          </a:ln>
        </p:spPr>
      </p:sp>
      <p:sp>
        <p:nvSpPr>
          <p:cNvPr id="44" name="Shape 41"/>
          <p:cNvSpPr/>
          <p:nvPr/>
        </p:nvSpPr>
        <p:spPr>
          <a:xfrm>
            <a:off x="1660390" y="4212824"/>
            <a:ext cx="292608" cy="84856"/>
          </a:xfrm>
          <a:prstGeom prst="roundRect">
            <a:avLst>
              <a:gd name="adj" fmla="val 32328"/>
            </a:avLst>
          </a:prstGeom>
          <a:solidFill>
            <a:schemeClr val="accent1"/>
          </a:solidFill>
          <a:ln w="12700">
            <a:solidFill>
              <a:srgbClr val="FFFFFF">
                <a:alpha val="0"/>
              </a:srgbClr>
            </a:solidFill>
            <a:prstDash val="solid"/>
          </a:ln>
        </p:spPr>
      </p:sp>
      <p:sp>
        <p:nvSpPr>
          <p:cNvPr id="45" name="Shape 42"/>
          <p:cNvSpPr/>
          <p:nvPr/>
        </p:nvSpPr>
        <p:spPr>
          <a:xfrm>
            <a:off x="2438133" y="4212824"/>
            <a:ext cx="292608" cy="84856"/>
          </a:xfrm>
          <a:prstGeom prst="roundRect">
            <a:avLst>
              <a:gd name="adj" fmla="val 32328"/>
            </a:avLst>
          </a:prstGeom>
          <a:solidFill>
            <a:schemeClr val="accent1"/>
          </a:solidFill>
          <a:ln w="12700">
            <a:solidFill>
              <a:srgbClr val="FFFFFF">
                <a:alpha val="0"/>
              </a:srgbClr>
            </a:solidFill>
            <a:prstDash val="solid"/>
          </a:ln>
        </p:spPr>
      </p:sp>
      <p:sp>
        <p:nvSpPr>
          <p:cNvPr id="46" name="Shape 43"/>
          <p:cNvSpPr/>
          <p:nvPr/>
        </p:nvSpPr>
        <p:spPr>
          <a:xfrm>
            <a:off x="3215876" y="4212824"/>
            <a:ext cx="292608" cy="84856"/>
          </a:xfrm>
          <a:prstGeom prst="roundRect">
            <a:avLst>
              <a:gd name="adj" fmla="val 32328"/>
            </a:avLst>
          </a:prstGeom>
          <a:solidFill>
            <a:schemeClr val="accent1"/>
          </a:solidFill>
          <a:ln w="12700">
            <a:solidFill>
              <a:srgbClr val="FFFFFF">
                <a:alpha val="0"/>
              </a:srgbClr>
            </a:solidFill>
            <a:prstDash val="solid"/>
          </a:ln>
        </p:spPr>
      </p:sp>
      <p:sp>
        <p:nvSpPr>
          <p:cNvPr id="47" name="Shape 44"/>
          <p:cNvSpPr/>
          <p:nvPr/>
        </p:nvSpPr>
        <p:spPr>
          <a:xfrm>
            <a:off x="640080" y="4279392"/>
            <a:ext cx="3110972" cy="530352"/>
          </a:xfrm>
          <a:prstGeom prst="roundRect">
            <a:avLst>
              <a:gd name="adj" fmla="val 13793"/>
            </a:avLst>
          </a:prstGeom>
          <a:solidFill>
            <a:schemeClr val="accent1"/>
          </a:solidFill>
          <a:ln w="12700">
            <a:solidFill>
              <a:srgbClr val="FFFFFF">
                <a:alpha val="0"/>
              </a:srgbClr>
            </a:solidFill>
            <a:prstDash val="solid"/>
          </a:ln>
        </p:spPr>
      </p:sp>
      <p:sp>
        <p:nvSpPr>
          <p:cNvPr id="48" name="Text 45"/>
          <p:cNvSpPr txBox="1"/>
          <p:nvPr/>
        </p:nvSpPr>
        <p:spPr>
          <a:xfrm>
            <a:off x="694944" y="4279392"/>
            <a:ext cx="1556492" cy="530352"/>
          </a:xfrm>
          <a:prstGeom prst="rect">
            <a:avLst/>
          </a:prstGeom>
          <a:noFill/>
          <a:ln/>
        </p:spPr>
        <p:txBody>
          <a:bodyPr wrap="square" lIns="0" tIns="0" rIns="0" bIns="0" rtlCol="0" anchor="ctr"/>
          <a:lstStyle/>
          <a:p>
            <a:pPr algn="ctr" indent="0" marL="0">
              <a:buNone/>
            </a:pPr>
            <a:r>
              <a:rPr lang="en-US" sz="1900" b="1" i="1" dirty="0">
                <a:solidFill>
                  <a:schemeClr val="bg1"/>
                </a:solidFill>
              </a:rPr>
              <a:t>Ik spreek</a:t>
            </a:r>
            <a:endParaRPr lang="en-US" sz="1900" dirty="0"/>
          </a:p>
        </p:txBody>
      </p:sp>
      <p:sp>
        <p:nvSpPr>
          <p:cNvPr id="49" name="Shape 46"/>
          <p:cNvSpPr/>
          <p:nvPr/>
        </p:nvSpPr>
        <p:spPr>
          <a:xfrm>
            <a:off x="2269724" y="4361688"/>
            <a:ext cx="1371600" cy="365760"/>
          </a:xfrm>
          <a:prstGeom prst="roundRect">
            <a:avLst>
              <a:gd name="adj" fmla="val 15000"/>
            </a:avLst>
          </a:prstGeom>
          <a:solidFill>
            <a:srgbClr val="FFFFFF"/>
          </a:solidFill>
          <a:ln w="25400">
            <a:solidFill>
              <a:srgbClr val="2A6FB0"/>
            </a:solidFill>
            <a:prstDash val="dash"/>
          </a:ln>
        </p:spPr>
      </p:sp>
      <p:sp>
        <p:nvSpPr>
          <p:cNvPr id="50" name="Shape 47"/>
          <p:cNvSpPr/>
          <p:nvPr/>
        </p:nvSpPr>
        <p:spPr>
          <a:xfrm>
            <a:off x="4709160" y="4544568"/>
            <a:ext cx="457200" cy="914"/>
          </a:xfrm>
          <a:prstGeom prst="line">
            <a:avLst/>
          </a:prstGeom>
          <a:noFill/>
          <a:ln w="25400">
            <a:solidFill>
              <a:srgbClr val="D9700F"/>
            </a:solidFill>
            <a:prstDash val="solid"/>
            <a:tailEnd type="triangle"/>
          </a:ln>
        </p:spPr>
      </p:sp>
      <p:sp>
        <p:nvSpPr>
          <p:cNvPr id="51" name="Text 48"/>
          <p:cNvSpPr txBox="1"/>
          <p:nvPr/>
        </p:nvSpPr>
        <p:spPr>
          <a:xfrm>
            <a:off x="5303520" y="4279392"/>
            <a:ext cx="6309360" cy="530352"/>
          </a:xfrm>
          <a:prstGeom prst="rect">
            <a:avLst/>
          </a:prstGeom>
          <a:noFill/>
          <a:ln/>
        </p:spPr>
        <p:txBody>
          <a:bodyPr wrap="square" lIns="0" tIns="0" rIns="0" bIns="0" rtlCol="0" anchor="ctr"/>
          <a:lstStyle/>
          <a:p>
            <a:pPr algn="l" indent="0" marL="0">
              <a:buNone/>
            </a:pPr>
            <a:r>
              <a:rPr lang="en-US" sz="1900" i="1" dirty="0">
                <a:solidFill>
                  <a:schemeClr val="tx1"/>
                </a:solidFill>
              </a:rPr>
              <a:t>Ik spreek </a:t>
            </a:r>
            <a:r>
              <a:rPr lang="en-US" sz="1900" b="1" i="1" dirty="0">
                <a:solidFill>
                  <a:schemeClr val="accent2"/>
                </a:solidFill>
              </a:rPr>
              <a:t>Frans en een beetje Nederlands</a:t>
            </a:r>
            <a:r>
              <a:rPr lang="en-US" sz="1900" i="1" dirty="0">
                <a:solidFill>
                  <a:schemeClr val="tx1"/>
                </a:solidFill>
              </a:rPr>
              <a:t>.</a:t>
            </a:r>
            <a:endParaRPr lang="en-US" sz="1900" dirty="0"/>
          </a:p>
        </p:txBody>
      </p:sp>
      <p:sp>
        <p:nvSpPr>
          <p:cNvPr id="52" name="Shape 49"/>
          <p:cNvSpPr/>
          <p:nvPr/>
        </p:nvSpPr>
        <p:spPr>
          <a:xfrm>
            <a:off x="941040" y="4871192"/>
            <a:ext cx="292608" cy="84856"/>
          </a:xfrm>
          <a:prstGeom prst="roundRect">
            <a:avLst>
              <a:gd name="adj" fmla="val 32328"/>
            </a:avLst>
          </a:prstGeom>
          <a:solidFill>
            <a:schemeClr val="accent1"/>
          </a:solidFill>
          <a:ln w="12700">
            <a:solidFill>
              <a:srgbClr val="FFFFFF">
                <a:alpha val="0"/>
              </a:srgbClr>
            </a:solidFill>
            <a:prstDash val="solid"/>
          </a:ln>
        </p:spPr>
      </p:sp>
      <p:sp>
        <p:nvSpPr>
          <p:cNvPr id="53" name="Shape 50"/>
          <p:cNvSpPr/>
          <p:nvPr/>
        </p:nvSpPr>
        <p:spPr>
          <a:xfrm>
            <a:off x="1835567" y="4871192"/>
            <a:ext cx="292608" cy="84856"/>
          </a:xfrm>
          <a:prstGeom prst="roundRect">
            <a:avLst>
              <a:gd name="adj" fmla="val 32328"/>
            </a:avLst>
          </a:prstGeom>
          <a:solidFill>
            <a:schemeClr val="accent1"/>
          </a:solidFill>
          <a:ln w="12700">
            <a:solidFill>
              <a:srgbClr val="FFFFFF">
                <a:alpha val="0"/>
              </a:srgbClr>
            </a:solidFill>
            <a:prstDash val="solid"/>
          </a:ln>
        </p:spPr>
      </p:sp>
      <p:sp>
        <p:nvSpPr>
          <p:cNvPr id="54" name="Shape 51"/>
          <p:cNvSpPr/>
          <p:nvPr/>
        </p:nvSpPr>
        <p:spPr>
          <a:xfrm>
            <a:off x="2730094" y="4871192"/>
            <a:ext cx="292608" cy="84856"/>
          </a:xfrm>
          <a:prstGeom prst="roundRect">
            <a:avLst>
              <a:gd name="adj" fmla="val 32328"/>
            </a:avLst>
          </a:prstGeom>
          <a:solidFill>
            <a:schemeClr val="accent1"/>
          </a:solidFill>
          <a:ln w="12700">
            <a:solidFill>
              <a:srgbClr val="FFFFFF">
                <a:alpha val="0"/>
              </a:srgbClr>
            </a:solidFill>
            <a:prstDash val="solid"/>
          </a:ln>
        </p:spPr>
      </p:sp>
      <p:sp>
        <p:nvSpPr>
          <p:cNvPr id="55" name="Shape 52"/>
          <p:cNvSpPr/>
          <p:nvPr/>
        </p:nvSpPr>
        <p:spPr>
          <a:xfrm>
            <a:off x="640080" y="4937760"/>
            <a:ext cx="2683581" cy="530352"/>
          </a:xfrm>
          <a:prstGeom prst="roundRect">
            <a:avLst>
              <a:gd name="adj" fmla="val 13793"/>
            </a:avLst>
          </a:prstGeom>
          <a:solidFill>
            <a:schemeClr val="accent1"/>
          </a:solidFill>
          <a:ln w="12700">
            <a:solidFill>
              <a:srgbClr val="FFFFFF">
                <a:alpha val="0"/>
              </a:srgbClr>
            </a:solidFill>
            <a:prstDash val="solid"/>
          </a:ln>
        </p:spPr>
      </p:sp>
      <p:sp>
        <p:nvSpPr>
          <p:cNvPr id="56" name="Text 53"/>
          <p:cNvSpPr txBox="1"/>
          <p:nvPr/>
        </p:nvSpPr>
        <p:spPr>
          <a:xfrm>
            <a:off x="694944" y="4937760"/>
            <a:ext cx="1129101" cy="530352"/>
          </a:xfrm>
          <a:prstGeom prst="rect">
            <a:avLst/>
          </a:prstGeom>
          <a:noFill/>
          <a:ln/>
        </p:spPr>
        <p:txBody>
          <a:bodyPr wrap="square" lIns="0" tIns="0" rIns="0" bIns="0" rtlCol="0" anchor="ctr"/>
          <a:lstStyle/>
          <a:p>
            <a:pPr algn="ctr" indent="0" marL="0">
              <a:buNone/>
            </a:pPr>
            <a:r>
              <a:rPr lang="en-US" sz="1900" b="1" i="1" dirty="0">
                <a:solidFill>
                  <a:schemeClr val="bg1"/>
                </a:solidFill>
              </a:rPr>
              <a:t>Ik ben</a:t>
            </a:r>
            <a:endParaRPr lang="en-US" sz="1900" dirty="0"/>
          </a:p>
        </p:txBody>
      </p:sp>
      <p:sp>
        <p:nvSpPr>
          <p:cNvPr id="57" name="Shape 54"/>
          <p:cNvSpPr/>
          <p:nvPr/>
        </p:nvSpPr>
        <p:spPr>
          <a:xfrm>
            <a:off x="1842333" y="5020056"/>
            <a:ext cx="1371600" cy="365760"/>
          </a:xfrm>
          <a:prstGeom prst="roundRect">
            <a:avLst>
              <a:gd name="adj" fmla="val 15000"/>
            </a:avLst>
          </a:prstGeom>
          <a:solidFill>
            <a:srgbClr val="FFFFFF"/>
          </a:solidFill>
          <a:ln w="25400">
            <a:solidFill>
              <a:srgbClr val="2A6FB0"/>
            </a:solidFill>
            <a:prstDash val="dash"/>
          </a:ln>
        </p:spPr>
      </p:sp>
      <p:sp>
        <p:nvSpPr>
          <p:cNvPr id="58" name="Shape 55"/>
          <p:cNvSpPr/>
          <p:nvPr/>
        </p:nvSpPr>
        <p:spPr>
          <a:xfrm>
            <a:off x="4709160" y="5202936"/>
            <a:ext cx="457200" cy="914"/>
          </a:xfrm>
          <a:prstGeom prst="line">
            <a:avLst/>
          </a:prstGeom>
          <a:noFill/>
          <a:ln w="25400">
            <a:solidFill>
              <a:srgbClr val="D9700F"/>
            </a:solidFill>
            <a:prstDash val="solid"/>
            <a:tailEnd type="triangle"/>
          </a:ln>
        </p:spPr>
      </p:sp>
      <p:sp>
        <p:nvSpPr>
          <p:cNvPr id="59" name="Text 56"/>
          <p:cNvSpPr txBox="1"/>
          <p:nvPr/>
        </p:nvSpPr>
        <p:spPr>
          <a:xfrm>
            <a:off x="5303520" y="4937760"/>
            <a:ext cx="6309360" cy="530352"/>
          </a:xfrm>
          <a:prstGeom prst="rect">
            <a:avLst/>
          </a:prstGeom>
          <a:noFill/>
          <a:ln/>
        </p:spPr>
        <p:txBody>
          <a:bodyPr wrap="square" lIns="0" tIns="0" rIns="0" bIns="0" rtlCol="0" anchor="ctr"/>
          <a:lstStyle/>
          <a:p>
            <a:pPr algn="l" indent="0" marL="0">
              <a:buNone/>
            </a:pPr>
            <a:r>
              <a:rPr lang="en-US" sz="1900" i="1" dirty="0">
                <a:solidFill>
                  <a:schemeClr val="tx1"/>
                </a:solidFill>
              </a:rPr>
              <a:t>Ik ben </a:t>
            </a:r>
            <a:r>
              <a:rPr lang="en-US" sz="1900" b="1" i="1" dirty="0">
                <a:solidFill>
                  <a:schemeClr val="accent2"/>
                </a:solidFill>
              </a:rPr>
              <a:t>boekhouder</a:t>
            </a:r>
            <a:r>
              <a:rPr lang="en-US" sz="1900" i="1" dirty="0">
                <a:solidFill>
                  <a:schemeClr val="tx1"/>
                </a:solidFill>
              </a:rPr>
              <a:t>.</a:t>
            </a:r>
            <a:endParaRPr lang="en-US" sz="1900" dirty="0"/>
          </a:p>
        </p:txBody>
      </p:sp>
      <p:sp>
        <p:nvSpPr>
          <p:cNvPr id="60" name="Shape 57"/>
          <p:cNvSpPr/>
          <p:nvPr/>
        </p:nvSpPr>
        <p:spPr>
          <a:xfrm>
            <a:off x="548640" y="5669280"/>
            <a:ext cx="11091672" cy="566928"/>
          </a:xfrm>
          <a:prstGeom prst="roundRect">
            <a:avLst>
              <a:gd name="adj" fmla="val 12903"/>
            </a:avLst>
          </a:prstGeom>
          <a:solidFill>
            <a:schemeClr val="tx2"/>
          </a:solidFill>
          <a:ln w="12700">
            <a:solidFill>
              <a:srgbClr val="FFFFFF">
                <a:alpha val="0"/>
              </a:srgbClr>
            </a:solidFill>
            <a:prstDash val="solid"/>
          </a:ln>
        </p:spPr>
      </p:sp>
      <p:sp>
        <p:nvSpPr>
          <p:cNvPr id="61" name="Text 58"/>
          <p:cNvSpPr txBox="1"/>
          <p:nvPr/>
        </p:nvSpPr>
        <p:spPr>
          <a:xfrm>
            <a:off x="822960" y="5669280"/>
            <a:ext cx="10607040" cy="566928"/>
          </a:xfrm>
          <a:prstGeom prst="rect">
            <a:avLst/>
          </a:prstGeom>
          <a:noFill/>
          <a:ln/>
        </p:spPr>
        <p:txBody>
          <a:bodyPr wrap="square" lIns="0" tIns="0" rIns="0" bIns="0" rtlCol="0" anchor="ctr"/>
          <a:lstStyle/>
          <a:p>
            <a:pPr algn="l" indent="0" marL="0">
              <a:buNone/>
            </a:pPr>
            <a:r>
              <a:rPr lang="en-US" sz="1700" dirty="0">
                <a:solidFill>
                  <a:schemeClr val="bg1"/>
                </a:solidFill>
              </a:rPr>
              <a:t>Le </a:t>
            </a:r>
            <a:r>
              <a:rPr lang="en-US" sz="1700" b="1" dirty="0">
                <a:solidFill>
                  <a:schemeClr val="bg1"/>
                </a:solidFill>
              </a:rPr>
              <a:t>bloc</a:t>
            </a:r>
            <a:r>
              <a:rPr lang="en-US" sz="1700" dirty="0">
                <a:solidFill>
                  <a:schemeClr val="bg1"/>
                </a:solidFill>
              </a:rPr>
              <a:t> reste, seule la </a:t>
            </a:r>
            <a:r>
              <a:rPr lang="en-US" sz="1700" b="1" dirty="0">
                <a:solidFill>
                  <a:schemeClr val="bg1"/>
                </a:solidFill>
              </a:rPr>
              <a:t>case</a:t>
            </a:r>
            <a:r>
              <a:rPr lang="en-US" sz="1700" dirty="0">
                <a:solidFill>
                  <a:schemeClr val="bg1"/>
                </a:solidFill>
              </a:rPr>
              <a:t> change. Enchaînez les 6 blocs : c’est déjà une présentation complète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blocs-questions</a:t>
            </a:r>
            <a:endParaRPr lang="en-US" sz="3000" dirty="0"/>
          </a:p>
        </p:txBody>
      </p:sp>
      <p:sp>
        <p:nvSpPr>
          <p:cNvPr id="3" name="tag"/>
          <p:cNvSpPr/>
          <p:nvPr/>
        </p:nvSpPr>
        <p:spPr>
          <a:xfrm>
            <a:off x="548640" y="237744"/>
            <a:ext cx="905256"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BLOCS</a:t>
            </a:r>
            <a:endParaRPr lang="en-US" sz="1200" dirty="0"/>
          </a:p>
        </p:txBody>
      </p:sp>
      <p:sp>
        <p:nvSpPr>
          <p:cNvPr id="5" name="Shape 2"/>
          <p:cNvSpPr/>
          <p:nvPr/>
        </p:nvSpPr>
        <p:spPr>
          <a:xfrm>
            <a:off x="548640" y="1572768"/>
            <a:ext cx="4480560" cy="548640"/>
          </a:xfrm>
          <a:prstGeom prst="roundRect">
            <a:avLst>
              <a:gd name="adj" fmla="val 30000"/>
            </a:avLst>
          </a:prstGeom>
          <a:solidFill>
            <a:schemeClr val="accent2">
              <a:alpha val="12000"/>
            </a:schemeClr>
          </a:solidFill>
          <a:ln w="15875">
            <a:solidFill>
              <a:srgbClr val="2A6FB0"/>
            </a:solidFill>
            <a:prstDash val="solid"/>
          </a:ln>
        </p:spPr>
      </p:sp>
      <p:sp>
        <p:nvSpPr>
          <p:cNvPr id="6" name="Text 3"/>
          <p:cNvSpPr txBox="1"/>
          <p:nvPr/>
        </p:nvSpPr>
        <p:spPr>
          <a:xfrm>
            <a:off x="713232" y="1572768"/>
            <a:ext cx="4151376" cy="548640"/>
          </a:xfrm>
          <a:prstGeom prst="rect">
            <a:avLst/>
          </a:prstGeom>
          <a:noFill/>
          <a:ln/>
        </p:spPr>
        <p:txBody>
          <a:bodyPr wrap="square" lIns="0" tIns="0" rIns="0" bIns="0" rtlCol="0" anchor="ctr"/>
          <a:lstStyle/>
          <a:p>
            <a:pPr algn="l" indent="0" marL="0">
              <a:buNone/>
            </a:pPr>
            <a:r>
              <a:rPr lang="en-US" sz="1800" b="1" i="1" dirty="0">
                <a:solidFill>
                  <a:schemeClr val="tx1"/>
                </a:solidFill>
              </a:rPr>
              <a:t>Hoe heet je?</a:t>
            </a:r>
            <a:endParaRPr lang="en-US" sz="1800" dirty="0"/>
          </a:p>
        </p:txBody>
      </p:sp>
      <p:sp>
        <p:nvSpPr>
          <p:cNvPr id="7" name="Shape 4"/>
          <p:cNvSpPr/>
          <p:nvPr/>
        </p:nvSpPr>
        <p:spPr>
          <a:xfrm>
            <a:off x="5166360" y="1847088"/>
            <a:ext cx="548640" cy="914"/>
          </a:xfrm>
          <a:prstGeom prst="line">
            <a:avLst/>
          </a:prstGeom>
          <a:noFill/>
          <a:ln w="31750">
            <a:solidFill>
              <a:srgbClr val="D9700F"/>
            </a:solidFill>
            <a:prstDash val="solid"/>
            <a:tailEnd type="triangle"/>
          </a:ln>
        </p:spPr>
      </p:sp>
      <p:sp>
        <p:nvSpPr>
          <p:cNvPr id="8" name="Shape 5"/>
          <p:cNvSpPr/>
          <p:nvPr/>
        </p:nvSpPr>
        <p:spPr>
          <a:xfrm>
            <a:off x="6174608" y="1530340"/>
            <a:ext cx="292608" cy="79004"/>
          </a:xfrm>
          <a:prstGeom prst="roundRect">
            <a:avLst>
              <a:gd name="adj" fmla="val 34722"/>
            </a:avLst>
          </a:prstGeom>
          <a:solidFill>
            <a:schemeClr val="accent1"/>
          </a:solidFill>
          <a:ln w="12700">
            <a:solidFill>
              <a:srgbClr val="FFFFFF">
                <a:alpha val="0"/>
              </a:srgbClr>
            </a:solidFill>
            <a:prstDash val="solid"/>
          </a:ln>
        </p:spPr>
      </p:sp>
      <p:sp>
        <p:nvSpPr>
          <p:cNvPr id="9" name="Shape 6"/>
          <p:cNvSpPr/>
          <p:nvPr/>
        </p:nvSpPr>
        <p:spPr>
          <a:xfrm>
            <a:off x="7020672" y="1530340"/>
            <a:ext cx="292608" cy="79004"/>
          </a:xfrm>
          <a:prstGeom prst="roundRect">
            <a:avLst>
              <a:gd name="adj" fmla="val 34722"/>
            </a:avLst>
          </a:prstGeom>
          <a:solidFill>
            <a:schemeClr val="accent1"/>
          </a:solidFill>
          <a:ln w="12700">
            <a:solidFill>
              <a:srgbClr val="FFFFFF">
                <a:alpha val="0"/>
              </a:srgbClr>
            </a:solidFill>
            <a:prstDash val="solid"/>
          </a:ln>
        </p:spPr>
      </p:sp>
      <p:sp>
        <p:nvSpPr>
          <p:cNvPr id="10" name="Shape 7"/>
          <p:cNvSpPr/>
          <p:nvPr/>
        </p:nvSpPr>
        <p:spPr>
          <a:xfrm>
            <a:off x="7866736" y="1530340"/>
            <a:ext cx="292608" cy="79004"/>
          </a:xfrm>
          <a:prstGeom prst="roundRect">
            <a:avLst>
              <a:gd name="adj" fmla="val 34722"/>
            </a:avLst>
          </a:prstGeom>
          <a:solidFill>
            <a:schemeClr val="accent1"/>
          </a:solidFill>
          <a:ln w="12700">
            <a:solidFill>
              <a:srgbClr val="FFFFFF">
                <a:alpha val="0"/>
              </a:srgbClr>
            </a:solidFill>
            <a:prstDash val="solid"/>
          </a:ln>
        </p:spPr>
      </p:sp>
      <p:sp>
        <p:nvSpPr>
          <p:cNvPr id="11" name="Shape 8"/>
          <p:cNvSpPr/>
          <p:nvPr/>
        </p:nvSpPr>
        <p:spPr>
          <a:xfrm>
            <a:off x="5897880" y="1591056"/>
            <a:ext cx="2538192" cy="493776"/>
          </a:xfrm>
          <a:prstGeom prst="roundRect">
            <a:avLst>
              <a:gd name="adj" fmla="val 14815"/>
            </a:avLst>
          </a:prstGeom>
          <a:solidFill>
            <a:schemeClr val="accent1"/>
          </a:solidFill>
          <a:ln w="12700">
            <a:solidFill>
              <a:srgbClr val="FFFFFF">
                <a:alpha val="0"/>
              </a:srgbClr>
            </a:solidFill>
            <a:prstDash val="solid"/>
          </a:ln>
        </p:spPr>
      </p:sp>
      <p:sp>
        <p:nvSpPr>
          <p:cNvPr id="12" name="Text 9"/>
          <p:cNvSpPr txBox="1"/>
          <p:nvPr/>
        </p:nvSpPr>
        <p:spPr>
          <a:xfrm>
            <a:off x="5952744" y="1591056"/>
            <a:ext cx="1166592" cy="493776"/>
          </a:xfrm>
          <a:prstGeom prst="rect">
            <a:avLst/>
          </a:prstGeom>
          <a:noFill/>
          <a:ln/>
        </p:spPr>
        <p:txBody>
          <a:bodyPr wrap="square" lIns="0" tIns="0" rIns="0" bIns="0" rtlCol="0" anchor="ctr"/>
          <a:lstStyle/>
          <a:p>
            <a:pPr algn="ctr" indent="0" marL="0">
              <a:buNone/>
            </a:pPr>
            <a:r>
              <a:rPr lang="en-US" sz="1700" b="1" i="1" dirty="0">
                <a:solidFill>
                  <a:schemeClr val="bg1"/>
                </a:solidFill>
              </a:rPr>
              <a:t>Ik heet</a:t>
            </a:r>
            <a:endParaRPr lang="en-US" sz="1700" dirty="0"/>
          </a:p>
        </p:txBody>
      </p:sp>
      <p:sp>
        <p:nvSpPr>
          <p:cNvPr id="13" name="Shape 10"/>
          <p:cNvSpPr/>
          <p:nvPr/>
        </p:nvSpPr>
        <p:spPr>
          <a:xfrm>
            <a:off x="7137624" y="1673352"/>
            <a:ext cx="1188720" cy="329184"/>
          </a:xfrm>
          <a:prstGeom prst="roundRect">
            <a:avLst>
              <a:gd name="adj" fmla="val 16667"/>
            </a:avLst>
          </a:prstGeom>
          <a:solidFill>
            <a:srgbClr val="FFFFFF"/>
          </a:solidFill>
          <a:ln w="25400">
            <a:solidFill>
              <a:srgbClr val="2A6FB0"/>
            </a:solidFill>
            <a:prstDash val="dash"/>
          </a:ln>
        </p:spPr>
      </p:sp>
      <p:sp>
        <p:nvSpPr>
          <p:cNvPr id="14" name="Shape 11"/>
          <p:cNvSpPr/>
          <p:nvPr/>
        </p:nvSpPr>
        <p:spPr>
          <a:xfrm>
            <a:off x="548640" y="2240280"/>
            <a:ext cx="4480560" cy="548640"/>
          </a:xfrm>
          <a:prstGeom prst="roundRect">
            <a:avLst>
              <a:gd name="adj" fmla="val 30000"/>
            </a:avLst>
          </a:prstGeom>
          <a:solidFill>
            <a:schemeClr val="accent2">
              <a:alpha val="12000"/>
            </a:schemeClr>
          </a:solidFill>
          <a:ln w="15875">
            <a:solidFill>
              <a:srgbClr val="2A6FB0"/>
            </a:solidFill>
            <a:prstDash val="solid"/>
          </a:ln>
        </p:spPr>
      </p:sp>
      <p:sp>
        <p:nvSpPr>
          <p:cNvPr id="15" name="Text 12"/>
          <p:cNvSpPr txBox="1"/>
          <p:nvPr/>
        </p:nvSpPr>
        <p:spPr>
          <a:xfrm>
            <a:off x="713232" y="2240280"/>
            <a:ext cx="4151376" cy="548640"/>
          </a:xfrm>
          <a:prstGeom prst="rect">
            <a:avLst/>
          </a:prstGeom>
          <a:noFill/>
          <a:ln/>
        </p:spPr>
        <p:txBody>
          <a:bodyPr wrap="square" lIns="0" tIns="0" rIns="0" bIns="0" rtlCol="0" anchor="ctr"/>
          <a:lstStyle/>
          <a:p>
            <a:pPr algn="l" indent="0" marL="0">
              <a:buNone/>
            </a:pPr>
            <a:r>
              <a:rPr lang="en-US" sz="1800" b="1" i="1" dirty="0">
                <a:solidFill>
                  <a:schemeClr val="tx1"/>
                </a:solidFill>
              </a:rPr>
              <a:t>Waar kom je vandaan?</a:t>
            </a:r>
            <a:endParaRPr lang="en-US" sz="1800" dirty="0"/>
          </a:p>
        </p:txBody>
      </p:sp>
      <p:sp>
        <p:nvSpPr>
          <p:cNvPr id="16" name="Shape 13"/>
          <p:cNvSpPr/>
          <p:nvPr/>
        </p:nvSpPr>
        <p:spPr>
          <a:xfrm>
            <a:off x="5166360" y="2514600"/>
            <a:ext cx="548640" cy="914"/>
          </a:xfrm>
          <a:prstGeom prst="line">
            <a:avLst/>
          </a:prstGeom>
          <a:noFill/>
          <a:ln w="31750">
            <a:solidFill>
              <a:srgbClr val="D9700F"/>
            </a:solidFill>
            <a:prstDash val="solid"/>
            <a:tailEnd type="triangle"/>
          </a:ln>
        </p:spPr>
      </p:sp>
      <p:sp>
        <p:nvSpPr>
          <p:cNvPr id="17" name="Shape 14"/>
          <p:cNvSpPr/>
          <p:nvPr/>
        </p:nvSpPr>
        <p:spPr>
          <a:xfrm>
            <a:off x="6116650" y="2197852"/>
            <a:ext cx="292608" cy="79004"/>
          </a:xfrm>
          <a:prstGeom prst="roundRect">
            <a:avLst>
              <a:gd name="adj" fmla="val 34722"/>
            </a:avLst>
          </a:prstGeom>
          <a:solidFill>
            <a:schemeClr val="accent1"/>
          </a:solidFill>
          <a:ln w="12700">
            <a:solidFill>
              <a:srgbClr val="FFFFFF">
                <a:alpha val="0"/>
              </a:srgbClr>
            </a:solidFill>
            <a:prstDash val="solid"/>
          </a:ln>
        </p:spPr>
      </p:sp>
      <p:sp>
        <p:nvSpPr>
          <p:cNvPr id="18" name="Shape 15"/>
          <p:cNvSpPr/>
          <p:nvPr/>
        </p:nvSpPr>
        <p:spPr>
          <a:xfrm>
            <a:off x="6846799" y="2197852"/>
            <a:ext cx="292608" cy="79004"/>
          </a:xfrm>
          <a:prstGeom prst="roundRect">
            <a:avLst>
              <a:gd name="adj" fmla="val 34722"/>
            </a:avLst>
          </a:prstGeom>
          <a:solidFill>
            <a:schemeClr val="accent1"/>
          </a:solidFill>
          <a:ln w="12700">
            <a:solidFill>
              <a:srgbClr val="FFFFFF">
                <a:alpha val="0"/>
              </a:srgbClr>
            </a:solidFill>
            <a:prstDash val="solid"/>
          </a:ln>
        </p:spPr>
      </p:sp>
      <p:sp>
        <p:nvSpPr>
          <p:cNvPr id="19" name="Shape 16"/>
          <p:cNvSpPr/>
          <p:nvPr/>
        </p:nvSpPr>
        <p:spPr>
          <a:xfrm>
            <a:off x="7576947" y="2197852"/>
            <a:ext cx="292608" cy="79004"/>
          </a:xfrm>
          <a:prstGeom prst="roundRect">
            <a:avLst>
              <a:gd name="adj" fmla="val 34722"/>
            </a:avLst>
          </a:prstGeom>
          <a:solidFill>
            <a:schemeClr val="accent1"/>
          </a:solidFill>
          <a:ln w="12700">
            <a:solidFill>
              <a:srgbClr val="FFFFFF">
                <a:alpha val="0"/>
              </a:srgbClr>
            </a:solidFill>
            <a:prstDash val="solid"/>
          </a:ln>
        </p:spPr>
      </p:sp>
      <p:sp>
        <p:nvSpPr>
          <p:cNvPr id="20" name="Shape 17"/>
          <p:cNvSpPr/>
          <p:nvPr/>
        </p:nvSpPr>
        <p:spPr>
          <a:xfrm>
            <a:off x="8307095" y="2197852"/>
            <a:ext cx="292608" cy="79004"/>
          </a:xfrm>
          <a:prstGeom prst="roundRect">
            <a:avLst>
              <a:gd name="adj" fmla="val 34722"/>
            </a:avLst>
          </a:prstGeom>
          <a:solidFill>
            <a:schemeClr val="accent1"/>
          </a:solidFill>
          <a:ln w="12700">
            <a:solidFill>
              <a:srgbClr val="FFFFFF">
                <a:alpha val="0"/>
              </a:srgbClr>
            </a:solidFill>
            <a:prstDash val="solid"/>
          </a:ln>
        </p:spPr>
      </p:sp>
      <p:sp>
        <p:nvSpPr>
          <p:cNvPr id="21" name="Shape 18"/>
          <p:cNvSpPr/>
          <p:nvPr/>
        </p:nvSpPr>
        <p:spPr>
          <a:xfrm>
            <a:off x="5897880" y="2258568"/>
            <a:ext cx="2920594" cy="493776"/>
          </a:xfrm>
          <a:prstGeom prst="roundRect">
            <a:avLst>
              <a:gd name="adj" fmla="val 14815"/>
            </a:avLst>
          </a:prstGeom>
          <a:solidFill>
            <a:schemeClr val="accent1"/>
          </a:solidFill>
          <a:ln w="12700">
            <a:solidFill>
              <a:srgbClr val="FFFFFF">
                <a:alpha val="0"/>
              </a:srgbClr>
            </a:solidFill>
            <a:prstDash val="solid"/>
          </a:ln>
        </p:spPr>
      </p:sp>
      <p:sp>
        <p:nvSpPr>
          <p:cNvPr id="22" name="Text 19"/>
          <p:cNvSpPr txBox="1"/>
          <p:nvPr/>
        </p:nvSpPr>
        <p:spPr>
          <a:xfrm>
            <a:off x="5952744" y="2258568"/>
            <a:ext cx="1548994" cy="493776"/>
          </a:xfrm>
          <a:prstGeom prst="rect">
            <a:avLst/>
          </a:prstGeom>
          <a:noFill/>
          <a:ln/>
        </p:spPr>
        <p:txBody>
          <a:bodyPr wrap="square" lIns="0" tIns="0" rIns="0" bIns="0" rtlCol="0" anchor="ctr"/>
          <a:lstStyle/>
          <a:p>
            <a:pPr algn="ctr" indent="0" marL="0">
              <a:buNone/>
            </a:pPr>
            <a:r>
              <a:rPr lang="en-US" sz="1700" b="1" i="1" dirty="0">
                <a:solidFill>
                  <a:schemeClr val="bg1"/>
                </a:solidFill>
              </a:rPr>
              <a:t>Ik kom uit</a:t>
            </a:r>
            <a:endParaRPr lang="en-US" sz="1700" dirty="0"/>
          </a:p>
        </p:txBody>
      </p:sp>
      <p:sp>
        <p:nvSpPr>
          <p:cNvPr id="23" name="Shape 20"/>
          <p:cNvSpPr/>
          <p:nvPr/>
        </p:nvSpPr>
        <p:spPr>
          <a:xfrm>
            <a:off x="7520026" y="2340864"/>
            <a:ext cx="1188720" cy="329184"/>
          </a:xfrm>
          <a:prstGeom prst="roundRect">
            <a:avLst>
              <a:gd name="adj" fmla="val 16667"/>
            </a:avLst>
          </a:prstGeom>
          <a:solidFill>
            <a:srgbClr val="FFFFFF"/>
          </a:solidFill>
          <a:ln w="25400">
            <a:solidFill>
              <a:srgbClr val="2A6FB0"/>
            </a:solidFill>
            <a:prstDash val="dash"/>
          </a:ln>
        </p:spPr>
      </p:sp>
      <p:sp>
        <p:nvSpPr>
          <p:cNvPr id="24" name="Shape 21"/>
          <p:cNvSpPr/>
          <p:nvPr/>
        </p:nvSpPr>
        <p:spPr>
          <a:xfrm>
            <a:off x="548640" y="2907792"/>
            <a:ext cx="4480560" cy="548640"/>
          </a:xfrm>
          <a:prstGeom prst="roundRect">
            <a:avLst>
              <a:gd name="adj" fmla="val 30000"/>
            </a:avLst>
          </a:prstGeom>
          <a:solidFill>
            <a:schemeClr val="accent2">
              <a:alpha val="12000"/>
            </a:schemeClr>
          </a:solidFill>
          <a:ln w="15875">
            <a:solidFill>
              <a:srgbClr val="2A6FB0"/>
            </a:solidFill>
            <a:prstDash val="solid"/>
          </a:ln>
        </p:spPr>
      </p:sp>
      <p:sp>
        <p:nvSpPr>
          <p:cNvPr id="25" name="Text 22"/>
          <p:cNvSpPr txBox="1"/>
          <p:nvPr/>
        </p:nvSpPr>
        <p:spPr>
          <a:xfrm>
            <a:off x="713232" y="2907792"/>
            <a:ext cx="4151376" cy="548640"/>
          </a:xfrm>
          <a:prstGeom prst="rect">
            <a:avLst/>
          </a:prstGeom>
          <a:noFill/>
          <a:ln/>
        </p:spPr>
        <p:txBody>
          <a:bodyPr wrap="square" lIns="0" tIns="0" rIns="0" bIns="0" rtlCol="0" anchor="ctr"/>
          <a:lstStyle/>
          <a:p>
            <a:pPr algn="l" indent="0" marL="0">
              <a:buNone/>
            </a:pPr>
            <a:r>
              <a:rPr lang="en-US" sz="1800" b="1" i="1" dirty="0">
                <a:solidFill>
                  <a:schemeClr val="tx1"/>
                </a:solidFill>
              </a:rPr>
              <a:t>Waar woon je?</a:t>
            </a:r>
            <a:endParaRPr lang="en-US" sz="1800" dirty="0"/>
          </a:p>
        </p:txBody>
      </p:sp>
      <p:sp>
        <p:nvSpPr>
          <p:cNvPr id="26" name="Shape 23"/>
          <p:cNvSpPr/>
          <p:nvPr/>
        </p:nvSpPr>
        <p:spPr>
          <a:xfrm>
            <a:off x="5166360" y="3182112"/>
            <a:ext cx="548640" cy="914"/>
          </a:xfrm>
          <a:prstGeom prst="line">
            <a:avLst/>
          </a:prstGeom>
          <a:noFill/>
          <a:ln w="31750">
            <a:solidFill>
              <a:srgbClr val="D9700F"/>
            </a:solidFill>
            <a:prstDash val="solid"/>
            <a:tailEnd type="triangle"/>
          </a:ln>
        </p:spPr>
      </p:sp>
      <p:sp>
        <p:nvSpPr>
          <p:cNvPr id="27" name="Shape 24"/>
          <p:cNvSpPr/>
          <p:nvPr/>
        </p:nvSpPr>
        <p:spPr>
          <a:xfrm>
            <a:off x="6116650" y="2865364"/>
            <a:ext cx="292608" cy="79004"/>
          </a:xfrm>
          <a:prstGeom prst="roundRect">
            <a:avLst>
              <a:gd name="adj" fmla="val 34722"/>
            </a:avLst>
          </a:prstGeom>
          <a:solidFill>
            <a:schemeClr val="accent1"/>
          </a:solidFill>
          <a:ln w="12700">
            <a:solidFill>
              <a:srgbClr val="FFFFFF">
                <a:alpha val="0"/>
              </a:srgbClr>
            </a:solidFill>
            <a:prstDash val="solid"/>
          </a:ln>
        </p:spPr>
      </p:sp>
      <p:sp>
        <p:nvSpPr>
          <p:cNvPr id="28" name="Shape 25"/>
          <p:cNvSpPr/>
          <p:nvPr/>
        </p:nvSpPr>
        <p:spPr>
          <a:xfrm>
            <a:off x="6846799" y="2865364"/>
            <a:ext cx="292608" cy="79004"/>
          </a:xfrm>
          <a:prstGeom prst="roundRect">
            <a:avLst>
              <a:gd name="adj" fmla="val 34722"/>
            </a:avLst>
          </a:prstGeom>
          <a:solidFill>
            <a:schemeClr val="accent1"/>
          </a:solidFill>
          <a:ln w="12700">
            <a:solidFill>
              <a:srgbClr val="FFFFFF">
                <a:alpha val="0"/>
              </a:srgbClr>
            </a:solidFill>
            <a:prstDash val="solid"/>
          </a:ln>
        </p:spPr>
      </p:sp>
      <p:sp>
        <p:nvSpPr>
          <p:cNvPr id="29" name="Shape 26"/>
          <p:cNvSpPr/>
          <p:nvPr/>
        </p:nvSpPr>
        <p:spPr>
          <a:xfrm>
            <a:off x="7576947" y="2865364"/>
            <a:ext cx="292608" cy="79004"/>
          </a:xfrm>
          <a:prstGeom prst="roundRect">
            <a:avLst>
              <a:gd name="adj" fmla="val 34722"/>
            </a:avLst>
          </a:prstGeom>
          <a:solidFill>
            <a:schemeClr val="accent1"/>
          </a:solidFill>
          <a:ln w="12700">
            <a:solidFill>
              <a:srgbClr val="FFFFFF">
                <a:alpha val="0"/>
              </a:srgbClr>
            </a:solidFill>
            <a:prstDash val="solid"/>
          </a:ln>
        </p:spPr>
      </p:sp>
      <p:sp>
        <p:nvSpPr>
          <p:cNvPr id="30" name="Shape 27"/>
          <p:cNvSpPr/>
          <p:nvPr/>
        </p:nvSpPr>
        <p:spPr>
          <a:xfrm>
            <a:off x="8307095" y="2865364"/>
            <a:ext cx="292608" cy="79004"/>
          </a:xfrm>
          <a:prstGeom prst="roundRect">
            <a:avLst>
              <a:gd name="adj" fmla="val 34722"/>
            </a:avLst>
          </a:prstGeom>
          <a:solidFill>
            <a:schemeClr val="accent1"/>
          </a:solidFill>
          <a:ln w="12700">
            <a:solidFill>
              <a:srgbClr val="FFFFFF">
                <a:alpha val="0"/>
              </a:srgbClr>
            </a:solidFill>
            <a:prstDash val="solid"/>
          </a:ln>
        </p:spPr>
      </p:sp>
      <p:sp>
        <p:nvSpPr>
          <p:cNvPr id="31" name="Shape 28"/>
          <p:cNvSpPr/>
          <p:nvPr/>
        </p:nvSpPr>
        <p:spPr>
          <a:xfrm>
            <a:off x="5897880" y="2926080"/>
            <a:ext cx="2920594" cy="493776"/>
          </a:xfrm>
          <a:prstGeom prst="roundRect">
            <a:avLst>
              <a:gd name="adj" fmla="val 14815"/>
            </a:avLst>
          </a:prstGeom>
          <a:solidFill>
            <a:schemeClr val="accent1"/>
          </a:solidFill>
          <a:ln w="12700">
            <a:solidFill>
              <a:srgbClr val="FFFFFF">
                <a:alpha val="0"/>
              </a:srgbClr>
            </a:solidFill>
            <a:prstDash val="solid"/>
          </a:ln>
        </p:spPr>
      </p:sp>
      <p:sp>
        <p:nvSpPr>
          <p:cNvPr id="32" name="Text 29"/>
          <p:cNvSpPr txBox="1"/>
          <p:nvPr/>
        </p:nvSpPr>
        <p:spPr>
          <a:xfrm>
            <a:off x="5952744" y="2926080"/>
            <a:ext cx="1548994" cy="493776"/>
          </a:xfrm>
          <a:prstGeom prst="rect">
            <a:avLst/>
          </a:prstGeom>
          <a:noFill/>
          <a:ln/>
        </p:spPr>
        <p:txBody>
          <a:bodyPr wrap="square" lIns="0" tIns="0" rIns="0" bIns="0" rtlCol="0" anchor="ctr"/>
          <a:lstStyle/>
          <a:p>
            <a:pPr algn="ctr" indent="0" marL="0">
              <a:buNone/>
            </a:pPr>
            <a:r>
              <a:rPr lang="en-US" sz="1700" b="1" i="1" dirty="0">
                <a:solidFill>
                  <a:schemeClr val="bg1"/>
                </a:solidFill>
              </a:rPr>
              <a:t>Ik woon in</a:t>
            </a:r>
            <a:endParaRPr lang="en-US" sz="1700" dirty="0"/>
          </a:p>
        </p:txBody>
      </p:sp>
      <p:sp>
        <p:nvSpPr>
          <p:cNvPr id="33" name="Shape 30"/>
          <p:cNvSpPr/>
          <p:nvPr/>
        </p:nvSpPr>
        <p:spPr>
          <a:xfrm>
            <a:off x="7520026" y="3008376"/>
            <a:ext cx="1188720" cy="329184"/>
          </a:xfrm>
          <a:prstGeom prst="roundRect">
            <a:avLst>
              <a:gd name="adj" fmla="val 16667"/>
            </a:avLst>
          </a:prstGeom>
          <a:solidFill>
            <a:srgbClr val="FFFFFF"/>
          </a:solidFill>
          <a:ln w="25400">
            <a:solidFill>
              <a:srgbClr val="2A6FB0"/>
            </a:solidFill>
            <a:prstDash val="dash"/>
          </a:ln>
        </p:spPr>
      </p:sp>
      <p:sp>
        <p:nvSpPr>
          <p:cNvPr id="34" name="Shape 31"/>
          <p:cNvSpPr/>
          <p:nvPr/>
        </p:nvSpPr>
        <p:spPr>
          <a:xfrm>
            <a:off x="548640" y="3575304"/>
            <a:ext cx="4480560" cy="548640"/>
          </a:xfrm>
          <a:prstGeom prst="roundRect">
            <a:avLst>
              <a:gd name="adj" fmla="val 30000"/>
            </a:avLst>
          </a:prstGeom>
          <a:solidFill>
            <a:schemeClr val="accent2">
              <a:alpha val="12000"/>
            </a:schemeClr>
          </a:solidFill>
          <a:ln w="15875">
            <a:solidFill>
              <a:srgbClr val="2A6FB0"/>
            </a:solidFill>
            <a:prstDash val="solid"/>
          </a:ln>
        </p:spPr>
      </p:sp>
      <p:sp>
        <p:nvSpPr>
          <p:cNvPr id="35" name="Text 32"/>
          <p:cNvSpPr txBox="1"/>
          <p:nvPr/>
        </p:nvSpPr>
        <p:spPr>
          <a:xfrm>
            <a:off x="713232" y="3575304"/>
            <a:ext cx="4151376" cy="548640"/>
          </a:xfrm>
          <a:prstGeom prst="rect">
            <a:avLst/>
          </a:prstGeom>
          <a:noFill/>
          <a:ln/>
        </p:spPr>
        <p:txBody>
          <a:bodyPr wrap="square" lIns="0" tIns="0" rIns="0" bIns="0" rtlCol="0" anchor="ctr"/>
          <a:lstStyle/>
          <a:p>
            <a:pPr algn="l" indent="0" marL="0">
              <a:buNone/>
            </a:pPr>
            <a:r>
              <a:rPr lang="en-US" sz="1800" b="1" i="1" dirty="0">
                <a:solidFill>
                  <a:schemeClr val="tx1"/>
                </a:solidFill>
              </a:rPr>
              <a:t>Hoe oud ben je?</a:t>
            </a:r>
            <a:endParaRPr lang="en-US" sz="1800" dirty="0"/>
          </a:p>
        </p:txBody>
      </p:sp>
      <p:sp>
        <p:nvSpPr>
          <p:cNvPr id="36" name="Shape 33"/>
          <p:cNvSpPr/>
          <p:nvPr/>
        </p:nvSpPr>
        <p:spPr>
          <a:xfrm>
            <a:off x="5166360" y="3849624"/>
            <a:ext cx="548640" cy="914"/>
          </a:xfrm>
          <a:prstGeom prst="line">
            <a:avLst/>
          </a:prstGeom>
          <a:noFill/>
          <a:ln w="31750">
            <a:solidFill>
              <a:srgbClr val="D9700F"/>
            </a:solidFill>
            <a:prstDash val="solid"/>
            <a:tailEnd type="triangle"/>
          </a:ln>
        </p:spPr>
      </p:sp>
      <p:sp>
        <p:nvSpPr>
          <p:cNvPr id="37" name="Shape 34"/>
          <p:cNvSpPr/>
          <p:nvPr/>
        </p:nvSpPr>
        <p:spPr>
          <a:xfrm>
            <a:off x="6166874" y="3532876"/>
            <a:ext cx="292608" cy="79004"/>
          </a:xfrm>
          <a:prstGeom prst="roundRect">
            <a:avLst>
              <a:gd name="adj" fmla="val 34722"/>
            </a:avLst>
          </a:prstGeom>
          <a:solidFill>
            <a:schemeClr val="accent1"/>
          </a:solidFill>
          <a:ln w="12700">
            <a:solidFill>
              <a:srgbClr val="FFFFFF">
                <a:alpha val="0"/>
              </a:srgbClr>
            </a:solidFill>
            <a:prstDash val="solid"/>
          </a:ln>
        </p:spPr>
      </p:sp>
      <p:sp>
        <p:nvSpPr>
          <p:cNvPr id="38" name="Shape 35"/>
          <p:cNvSpPr/>
          <p:nvPr/>
        </p:nvSpPr>
        <p:spPr>
          <a:xfrm>
            <a:off x="6997469" y="3532876"/>
            <a:ext cx="292608" cy="79004"/>
          </a:xfrm>
          <a:prstGeom prst="roundRect">
            <a:avLst>
              <a:gd name="adj" fmla="val 34722"/>
            </a:avLst>
          </a:prstGeom>
          <a:solidFill>
            <a:schemeClr val="accent1"/>
          </a:solidFill>
          <a:ln w="12700">
            <a:solidFill>
              <a:srgbClr val="FFFFFF">
                <a:alpha val="0"/>
              </a:srgbClr>
            </a:solidFill>
            <a:prstDash val="solid"/>
          </a:ln>
        </p:spPr>
      </p:sp>
      <p:sp>
        <p:nvSpPr>
          <p:cNvPr id="39" name="Shape 36"/>
          <p:cNvSpPr/>
          <p:nvPr/>
        </p:nvSpPr>
        <p:spPr>
          <a:xfrm>
            <a:off x="7828064" y="3532876"/>
            <a:ext cx="292608" cy="79004"/>
          </a:xfrm>
          <a:prstGeom prst="roundRect">
            <a:avLst>
              <a:gd name="adj" fmla="val 34722"/>
            </a:avLst>
          </a:prstGeom>
          <a:solidFill>
            <a:schemeClr val="accent1"/>
          </a:solidFill>
          <a:ln w="12700">
            <a:solidFill>
              <a:srgbClr val="FFFFFF">
                <a:alpha val="0"/>
              </a:srgbClr>
            </a:solidFill>
            <a:prstDash val="solid"/>
          </a:ln>
        </p:spPr>
      </p:sp>
      <p:sp>
        <p:nvSpPr>
          <p:cNvPr id="40" name="Shape 37"/>
          <p:cNvSpPr/>
          <p:nvPr/>
        </p:nvSpPr>
        <p:spPr>
          <a:xfrm>
            <a:off x="8658659" y="3532876"/>
            <a:ext cx="292608" cy="79004"/>
          </a:xfrm>
          <a:prstGeom prst="roundRect">
            <a:avLst>
              <a:gd name="adj" fmla="val 34722"/>
            </a:avLst>
          </a:prstGeom>
          <a:solidFill>
            <a:schemeClr val="accent1"/>
          </a:solidFill>
          <a:ln w="12700">
            <a:solidFill>
              <a:srgbClr val="FFFFFF">
                <a:alpha val="0"/>
              </a:srgbClr>
            </a:solidFill>
            <a:prstDash val="solid"/>
          </a:ln>
        </p:spPr>
      </p:sp>
      <p:sp>
        <p:nvSpPr>
          <p:cNvPr id="41" name="Shape 38"/>
          <p:cNvSpPr/>
          <p:nvPr/>
        </p:nvSpPr>
        <p:spPr>
          <a:xfrm>
            <a:off x="5897880" y="3593592"/>
            <a:ext cx="3322381" cy="493776"/>
          </a:xfrm>
          <a:prstGeom prst="roundRect">
            <a:avLst>
              <a:gd name="adj" fmla="val 14815"/>
            </a:avLst>
          </a:prstGeom>
          <a:solidFill>
            <a:schemeClr val="accent1"/>
          </a:solidFill>
          <a:ln w="12700">
            <a:solidFill>
              <a:srgbClr val="FFFFFF">
                <a:alpha val="0"/>
              </a:srgbClr>
            </a:solidFill>
            <a:prstDash val="solid"/>
          </a:ln>
        </p:spPr>
      </p:sp>
      <p:sp>
        <p:nvSpPr>
          <p:cNvPr id="42" name="Text 39"/>
          <p:cNvSpPr txBox="1"/>
          <p:nvPr/>
        </p:nvSpPr>
        <p:spPr>
          <a:xfrm>
            <a:off x="5952744" y="3593592"/>
            <a:ext cx="1039124" cy="493776"/>
          </a:xfrm>
          <a:prstGeom prst="rect">
            <a:avLst/>
          </a:prstGeom>
          <a:noFill/>
          <a:ln/>
        </p:spPr>
        <p:txBody>
          <a:bodyPr wrap="square" lIns="0" tIns="0" rIns="0" bIns="0" rtlCol="0" anchor="ctr"/>
          <a:lstStyle/>
          <a:p>
            <a:pPr algn="ctr" indent="0" marL="0">
              <a:buNone/>
            </a:pPr>
            <a:r>
              <a:rPr lang="en-US" sz="1700" b="1" i="1" dirty="0">
                <a:solidFill>
                  <a:schemeClr val="bg1"/>
                </a:solidFill>
              </a:rPr>
              <a:t>Ik ben</a:t>
            </a:r>
            <a:endParaRPr lang="en-US" sz="1700" dirty="0"/>
          </a:p>
        </p:txBody>
      </p:sp>
      <p:sp>
        <p:nvSpPr>
          <p:cNvPr id="43" name="Shape 40"/>
          <p:cNvSpPr/>
          <p:nvPr/>
        </p:nvSpPr>
        <p:spPr>
          <a:xfrm>
            <a:off x="7010156" y="3675888"/>
            <a:ext cx="1188720" cy="329184"/>
          </a:xfrm>
          <a:prstGeom prst="roundRect">
            <a:avLst>
              <a:gd name="adj" fmla="val 16667"/>
            </a:avLst>
          </a:prstGeom>
          <a:solidFill>
            <a:srgbClr val="FFFFFF"/>
          </a:solidFill>
          <a:ln w="25400">
            <a:solidFill>
              <a:srgbClr val="2A6FB0"/>
            </a:solidFill>
            <a:prstDash val="dash"/>
          </a:ln>
        </p:spPr>
      </p:sp>
      <p:sp>
        <p:nvSpPr>
          <p:cNvPr id="44" name="Text 41"/>
          <p:cNvSpPr txBox="1"/>
          <p:nvPr/>
        </p:nvSpPr>
        <p:spPr>
          <a:xfrm>
            <a:off x="8235452" y="3593592"/>
            <a:ext cx="911657" cy="493776"/>
          </a:xfrm>
          <a:prstGeom prst="rect">
            <a:avLst/>
          </a:prstGeom>
          <a:noFill/>
          <a:ln/>
        </p:spPr>
        <p:txBody>
          <a:bodyPr wrap="square" lIns="0" tIns="0" rIns="0" bIns="0" rtlCol="0" anchor="ctr"/>
          <a:lstStyle/>
          <a:p>
            <a:pPr algn="ctr" indent="0" marL="0">
              <a:buNone/>
            </a:pPr>
            <a:r>
              <a:rPr lang="en-US" sz="1700" b="1" i="1" dirty="0">
                <a:solidFill>
                  <a:schemeClr val="bg1"/>
                </a:solidFill>
              </a:rPr>
              <a:t>jaar.</a:t>
            </a:r>
            <a:endParaRPr lang="en-US" sz="1700" dirty="0"/>
          </a:p>
        </p:txBody>
      </p:sp>
      <p:sp>
        <p:nvSpPr>
          <p:cNvPr id="45" name="Shape 42"/>
          <p:cNvSpPr/>
          <p:nvPr/>
        </p:nvSpPr>
        <p:spPr>
          <a:xfrm>
            <a:off x="548640" y="4242816"/>
            <a:ext cx="4480560" cy="548640"/>
          </a:xfrm>
          <a:prstGeom prst="roundRect">
            <a:avLst>
              <a:gd name="adj" fmla="val 30000"/>
            </a:avLst>
          </a:prstGeom>
          <a:solidFill>
            <a:schemeClr val="accent2">
              <a:alpha val="12000"/>
            </a:schemeClr>
          </a:solidFill>
          <a:ln w="15875">
            <a:solidFill>
              <a:srgbClr val="2A6FB0"/>
            </a:solidFill>
            <a:prstDash val="solid"/>
          </a:ln>
        </p:spPr>
      </p:sp>
      <p:sp>
        <p:nvSpPr>
          <p:cNvPr id="46" name="Text 43"/>
          <p:cNvSpPr txBox="1"/>
          <p:nvPr/>
        </p:nvSpPr>
        <p:spPr>
          <a:xfrm>
            <a:off x="713232" y="4242816"/>
            <a:ext cx="4151376" cy="548640"/>
          </a:xfrm>
          <a:prstGeom prst="rect">
            <a:avLst/>
          </a:prstGeom>
          <a:noFill/>
          <a:ln/>
        </p:spPr>
        <p:txBody>
          <a:bodyPr wrap="square" lIns="0" tIns="0" rIns="0" bIns="0" rtlCol="0" anchor="ctr"/>
          <a:lstStyle/>
          <a:p>
            <a:pPr algn="l" indent="0" marL="0">
              <a:buNone/>
            </a:pPr>
            <a:r>
              <a:rPr lang="en-US" sz="1800" b="1" i="1" dirty="0">
                <a:solidFill>
                  <a:schemeClr val="tx1"/>
                </a:solidFill>
              </a:rPr>
              <a:t>Welke talen spreek je?</a:t>
            </a:r>
            <a:endParaRPr lang="en-US" sz="1800" dirty="0"/>
          </a:p>
        </p:txBody>
      </p:sp>
      <p:sp>
        <p:nvSpPr>
          <p:cNvPr id="47" name="Shape 44"/>
          <p:cNvSpPr/>
          <p:nvPr/>
        </p:nvSpPr>
        <p:spPr>
          <a:xfrm>
            <a:off x="5166360" y="4517136"/>
            <a:ext cx="548640" cy="914"/>
          </a:xfrm>
          <a:prstGeom prst="line">
            <a:avLst/>
          </a:prstGeom>
          <a:noFill/>
          <a:ln w="31750">
            <a:solidFill>
              <a:srgbClr val="D9700F"/>
            </a:solidFill>
            <a:prstDash val="solid"/>
            <a:tailEnd type="triangle"/>
          </a:ln>
        </p:spPr>
      </p:sp>
      <p:sp>
        <p:nvSpPr>
          <p:cNvPr id="48" name="Shape 45"/>
          <p:cNvSpPr/>
          <p:nvPr/>
        </p:nvSpPr>
        <p:spPr>
          <a:xfrm>
            <a:off x="6100717" y="4200388"/>
            <a:ext cx="292608" cy="79004"/>
          </a:xfrm>
          <a:prstGeom prst="roundRect">
            <a:avLst>
              <a:gd name="adj" fmla="val 34722"/>
            </a:avLst>
          </a:prstGeom>
          <a:solidFill>
            <a:schemeClr val="accent1"/>
          </a:solidFill>
          <a:ln w="12700">
            <a:solidFill>
              <a:srgbClr val="FFFFFF">
                <a:alpha val="0"/>
              </a:srgbClr>
            </a:solidFill>
            <a:prstDash val="solid"/>
          </a:ln>
        </p:spPr>
      </p:sp>
      <p:sp>
        <p:nvSpPr>
          <p:cNvPr id="49" name="Shape 46"/>
          <p:cNvSpPr/>
          <p:nvPr/>
        </p:nvSpPr>
        <p:spPr>
          <a:xfrm>
            <a:off x="6798998" y="4200388"/>
            <a:ext cx="292608" cy="79004"/>
          </a:xfrm>
          <a:prstGeom prst="roundRect">
            <a:avLst>
              <a:gd name="adj" fmla="val 34722"/>
            </a:avLst>
          </a:prstGeom>
          <a:solidFill>
            <a:schemeClr val="accent1"/>
          </a:solidFill>
          <a:ln w="12700">
            <a:solidFill>
              <a:srgbClr val="FFFFFF">
                <a:alpha val="0"/>
              </a:srgbClr>
            </a:solidFill>
            <a:prstDash val="solid"/>
          </a:ln>
        </p:spPr>
      </p:sp>
      <p:sp>
        <p:nvSpPr>
          <p:cNvPr id="50" name="Shape 47"/>
          <p:cNvSpPr/>
          <p:nvPr/>
        </p:nvSpPr>
        <p:spPr>
          <a:xfrm>
            <a:off x="7497280" y="4200388"/>
            <a:ext cx="292608" cy="79004"/>
          </a:xfrm>
          <a:prstGeom prst="roundRect">
            <a:avLst>
              <a:gd name="adj" fmla="val 34722"/>
            </a:avLst>
          </a:prstGeom>
          <a:solidFill>
            <a:schemeClr val="accent1"/>
          </a:solidFill>
          <a:ln w="12700">
            <a:solidFill>
              <a:srgbClr val="FFFFFF">
                <a:alpha val="0"/>
              </a:srgbClr>
            </a:solidFill>
            <a:prstDash val="solid"/>
          </a:ln>
        </p:spPr>
      </p:sp>
      <p:sp>
        <p:nvSpPr>
          <p:cNvPr id="51" name="Shape 48"/>
          <p:cNvSpPr/>
          <p:nvPr/>
        </p:nvSpPr>
        <p:spPr>
          <a:xfrm>
            <a:off x="8195561" y="4200388"/>
            <a:ext cx="292608" cy="79004"/>
          </a:xfrm>
          <a:prstGeom prst="roundRect">
            <a:avLst>
              <a:gd name="adj" fmla="val 34722"/>
            </a:avLst>
          </a:prstGeom>
          <a:solidFill>
            <a:schemeClr val="accent1"/>
          </a:solidFill>
          <a:ln w="12700">
            <a:solidFill>
              <a:srgbClr val="FFFFFF">
                <a:alpha val="0"/>
              </a:srgbClr>
            </a:solidFill>
            <a:prstDash val="solid"/>
          </a:ln>
        </p:spPr>
      </p:sp>
      <p:sp>
        <p:nvSpPr>
          <p:cNvPr id="52" name="Shape 49"/>
          <p:cNvSpPr/>
          <p:nvPr/>
        </p:nvSpPr>
        <p:spPr>
          <a:xfrm>
            <a:off x="5897880" y="4261104"/>
            <a:ext cx="2793126" cy="493776"/>
          </a:xfrm>
          <a:prstGeom prst="roundRect">
            <a:avLst>
              <a:gd name="adj" fmla="val 14815"/>
            </a:avLst>
          </a:prstGeom>
          <a:solidFill>
            <a:schemeClr val="accent1"/>
          </a:solidFill>
          <a:ln w="12700">
            <a:solidFill>
              <a:srgbClr val="FFFFFF">
                <a:alpha val="0"/>
              </a:srgbClr>
            </a:solidFill>
            <a:prstDash val="solid"/>
          </a:ln>
        </p:spPr>
      </p:sp>
      <p:sp>
        <p:nvSpPr>
          <p:cNvPr id="53" name="Text 50"/>
          <p:cNvSpPr txBox="1"/>
          <p:nvPr/>
        </p:nvSpPr>
        <p:spPr>
          <a:xfrm>
            <a:off x="5952744" y="4261104"/>
            <a:ext cx="1421526" cy="493776"/>
          </a:xfrm>
          <a:prstGeom prst="rect">
            <a:avLst/>
          </a:prstGeom>
          <a:noFill/>
          <a:ln/>
        </p:spPr>
        <p:txBody>
          <a:bodyPr wrap="square" lIns="0" tIns="0" rIns="0" bIns="0" rtlCol="0" anchor="ctr"/>
          <a:lstStyle/>
          <a:p>
            <a:pPr algn="ctr" indent="0" marL="0">
              <a:buNone/>
            </a:pPr>
            <a:r>
              <a:rPr lang="en-US" sz="1700" b="1" i="1" dirty="0">
                <a:solidFill>
                  <a:schemeClr val="bg1"/>
                </a:solidFill>
              </a:rPr>
              <a:t>Ik spreek</a:t>
            </a:r>
            <a:endParaRPr lang="en-US" sz="1700" dirty="0"/>
          </a:p>
        </p:txBody>
      </p:sp>
      <p:sp>
        <p:nvSpPr>
          <p:cNvPr id="54" name="Shape 51"/>
          <p:cNvSpPr/>
          <p:nvPr/>
        </p:nvSpPr>
        <p:spPr>
          <a:xfrm>
            <a:off x="7392558" y="4343400"/>
            <a:ext cx="1188720" cy="329184"/>
          </a:xfrm>
          <a:prstGeom prst="roundRect">
            <a:avLst>
              <a:gd name="adj" fmla="val 16667"/>
            </a:avLst>
          </a:prstGeom>
          <a:solidFill>
            <a:srgbClr val="FFFFFF"/>
          </a:solidFill>
          <a:ln w="25400">
            <a:solidFill>
              <a:srgbClr val="2A6FB0"/>
            </a:solidFill>
            <a:prstDash val="dash"/>
          </a:ln>
        </p:spPr>
      </p:sp>
      <p:sp>
        <p:nvSpPr>
          <p:cNvPr id="55" name="Shape 52"/>
          <p:cNvSpPr/>
          <p:nvPr/>
        </p:nvSpPr>
        <p:spPr>
          <a:xfrm>
            <a:off x="548640" y="4910328"/>
            <a:ext cx="4480560" cy="548640"/>
          </a:xfrm>
          <a:prstGeom prst="roundRect">
            <a:avLst>
              <a:gd name="adj" fmla="val 30000"/>
            </a:avLst>
          </a:prstGeom>
          <a:solidFill>
            <a:schemeClr val="accent2">
              <a:alpha val="12000"/>
            </a:schemeClr>
          </a:solidFill>
          <a:ln w="15875">
            <a:solidFill>
              <a:srgbClr val="2A6FB0"/>
            </a:solidFill>
            <a:prstDash val="solid"/>
          </a:ln>
        </p:spPr>
      </p:sp>
      <p:sp>
        <p:nvSpPr>
          <p:cNvPr id="56" name="Text 53"/>
          <p:cNvSpPr txBox="1"/>
          <p:nvPr/>
        </p:nvSpPr>
        <p:spPr>
          <a:xfrm>
            <a:off x="713232" y="4910328"/>
            <a:ext cx="4151376" cy="548640"/>
          </a:xfrm>
          <a:prstGeom prst="rect">
            <a:avLst/>
          </a:prstGeom>
          <a:noFill/>
          <a:ln/>
        </p:spPr>
        <p:txBody>
          <a:bodyPr wrap="square" lIns="0" tIns="0" rIns="0" bIns="0" rtlCol="0" anchor="ctr"/>
          <a:lstStyle/>
          <a:p>
            <a:pPr algn="l" indent="0" marL="0">
              <a:buNone/>
            </a:pPr>
            <a:r>
              <a:rPr lang="en-US" sz="1800" b="1" i="1" dirty="0">
                <a:solidFill>
                  <a:schemeClr val="tx1"/>
                </a:solidFill>
              </a:rPr>
              <a:t>Wat doe je van beroep?</a:t>
            </a:r>
            <a:endParaRPr lang="en-US" sz="1800" dirty="0"/>
          </a:p>
        </p:txBody>
      </p:sp>
      <p:sp>
        <p:nvSpPr>
          <p:cNvPr id="57" name="Shape 54"/>
          <p:cNvSpPr/>
          <p:nvPr/>
        </p:nvSpPr>
        <p:spPr>
          <a:xfrm>
            <a:off x="5166360" y="5184648"/>
            <a:ext cx="548640" cy="914"/>
          </a:xfrm>
          <a:prstGeom prst="line">
            <a:avLst/>
          </a:prstGeom>
          <a:noFill/>
          <a:ln w="31750">
            <a:solidFill>
              <a:srgbClr val="D9700F"/>
            </a:solidFill>
            <a:prstDash val="solid"/>
            <a:tailEnd type="triangle"/>
          </a:ln>
        </p:spPr>
      </p:sp>
      <p:sp>
        <p:nvSpPr>
          <p:cNvPr id="58" name="Shape 55"/>
          <p:cNvSpPr/>
          <p:nvPr/>
        </p:nvSpPr>
        <p:spPr>
          <a:xfrm>
            <a:off x="6153363" y="4867900"/>
            <a:ext cx="292608" cy="79004"/>
          </a:xfrm>
          <a:prstGeom prst="roundRect">
            <a:avLst>
              <a:gd name="adj" fmla="val 34722"/>
            </a:avLst>
          </a:prstGeom>
          <a:solidFill>
            <a:schemeClr val="accent1"/>
          </a:solidFill>
          <a:ln w="12700">
            <a:solidFill>
              <a:srgbClr val="FFFFFF">
                <a:alpha val="0"/>
              </a:srgbClr>
            </a:solidFill>
            <a:prstDash val="solid"/>
          </a:ln>
        </p:spPr>
      </p:sp>
      <p:sp>
        <p:nvSpPr>
          <p:cNvPr id="59" name="Shape 56"/>
          <p:cNvSpPr/>
          <p:nvPr/>
        </p:nvSpPr>
        <p:spPr>
          <a:xfrm>
            <a:off x="6956938" y="4867900"/>
            <a:ext cx="292608" cy="79004"/>
          </a:xfrm>
          <a:prstGeom prst="roundRect">
            <a:avLst>
              <a:gd name="adj" fmla="val 34722"/>
            </a:avLst>
          </a:prstGeom>
          <a:solidFill>
            <a:schemeClr val="accent1"/>
          </a:solidFill>
          <a:ln w="12700">
            <a:solidFill>
              <a:srgbClr val="FFFFFF">
                <a:alpha val="0"/>
              </a:srgbClr>
            </a:solidFill>
            <a:prstDash val="solid"/>
          </a:ln>
        </p:spPr>
      </p:sp>
      <p:sp>
        <p:nvSpPr>
          <p:cNvPr id="60" name="Shape 57"/>
          <p:cNvSpPr/>
          <p:nvPr/>
        </p:nvSpPr>
        <p:spPr>
          <a:xfrm>
            <a:off x="7760513" y="4867900"/>
            <a:ext cx="292608" cy="79004"/>
          </a:xfrm>
          <a:prstGeom prst="roundRect">
            <a:avLst>
              <a:gd name="adj" fmla="val 34722"/>
            </a:avLst>
          </a:prstGeom>
          <a:solidFill>
            <a:schemeClr val="accent1"/>
          </a:solidFill>
          <a:ln w="12700">
            <a:solidFill>
              <a:srgbClr val="FFFFFF">
                <a:alpha val="0"/>
              </a:srgbClr>
            </a:solidFill>
            <a:prstDash val="solid"/>
          </a:ln>
        </p:spPr>
      </p:sp>
      <p:sp>
        <p:nvSpPr>
          <p:cNvPr id="61" name="Shape 58"/>
          <p:cNvSpPr/>
          <p:nvPr/>
        </p:nvSpPr>
        <p:spPr>
          <a:xfrm>
            <a:off x="5897880" y="4928616"/>
            <a:ext cx="2410724" cy="493776"/>
          </a:xfrm>
          <a:prstGeom prst="roundRect">
            <a:avLst>
              <a:gd name="adj" fmla="val 14815"/>
            </a:avLst>
          </a:prstGeom>
          <a:solidFill>
            <a:schemeClr val="accent1"/>
          </a:solidFill>
          <a:ln w="12700">
            <a:solidFill>
              <a:srgbClr val="FFFFFF">
                <a:alpha val="0"/>
              </a:srgbClr>
            </a:solidFill>
            <a:prstDash val="solid"/>
          </a:ln>
        </p:spPr>
      </p:sp>
      <p:sp>
        <p:nvSpPr>
          <p:cNvPr id="62" name="Text 59"/>
          <p:cNvSpPr txBox="1"/>
          <p:nvPr/>
        </p:nvSpPr>
        <p:spPr>
          <a:xfrm>
            <a:off x="5952744" y="4928616"/>
            <a:ext cx="1039124" cy="493776"/>
          </a:xfrm>
          <a:prstGeom prst="rect">
            <a:avLst/>
          </a:prstGeom>
          <a:noFill/>
          <a:ln/>
        </p:spPr>
        <p:txBody>
          <a:bodyPr wrap="square" lIns="0" tIns="0" rIns="0" bIns="0" rtlCol="0" anchor="ctr"/>
          <a:lstStyle/>
          <a:p>
            <a:pPr algn="ctr" indent="0" marL="0">
              <a:buNone/>
            </a:pPr>
            <a:r>
              <a:rPr lang="en-US" sz="1700" b="1" i="1" dirty="0">
                <a:solidFill>
                  <a:schemeClr val="bg1"/>
                </a:solidFill>
              </a:rPr>
              <a:t>Ik ben</a:t>
            </a:r>
            <a:endParaRPr lang="en-US" sz="1700" dirty="0"/>
          </a:p>
        </p:txBody>
      </p:sp>
      <p:sp>
        <p:nvSpPr>
          <p:cNvPr id="63" name="Shape 60"/>
          <p:cNvSpPr/>
          <p:nvPr/>
        </p:nvSpPr>
        <p:spPr>
          <a:xfrm>
            <a:off x="7010156" y="5010912"/>
            <a:ext cx="1188720" cy="329184"/>
          </a:xfrm>
          <a:prstGeom prst="roundRect">
            <a:avLst>
              <a:gd name="adj" fmla="val 16667"/>
            </a:avLst>
          </a:prstGeom>
          <a:solidFill>
            <a:srgbClr val="FFFFFF"/>
          </a:solidFill>
          <a:ln w="25400">
            <a:solidFill>
              <a:srgbClr val="2A6FB0"/>
            </a:solidFill>
            <a:prstDash val="dash"/>
          </a:ln>
        </p:spPr>
      </p:sp>
      <p:sp>
        <p:nvSpPr>
          <p:cNvPr id="64" name="Shape 61"/>
          <p:cNvSpPr/>
          <p:nvPr/>
        </p:nvSpPr>
        <p:spPr>
          <a:xfrm>
            <a:off x="548640" y="5669280"/>
            <a:ext cx="11091672" cy="566928"/>
          </a:xfrm>
          <a:prstGeom prst="roundRect">
            <a:avLst>
              <a:gd name="adj" fmla="val 12903"/>
            </a:avLst>
          </a:prstGeom>
          <a:solidFill>
            <a:schemeClr val="tx2"/>
          </a:solidFill>
          <a:ln w="12700">
            <a:solidFill>
              <a:srgbClr val="FFFFFF">
                <a:alpha val="0"/>
              </a:srgbClr>
            </a:solidFill>
            <a:prstDash val="solid"/>
          </a:ln>
        </p:spPr>
      </p:sp>
      <p:sp>
        <p:nvSpPr>
          <p:cNvPr id="65" name="Text 62"/>
          <p:cNvSpPr txBox="1"/>
          <p:nvPr/>
        </p:nvSpPr>
        <p:spPr>
          <a:xfrm>
            <a:off x="822960" y="5669280"/>
            <a:ext cx="10607040" cy="566928"/>
          </a:xfrm>
          <a:prstGeom prst="rect">
            <a:avLst/>
          </a:prstGeom>
          <a:noFill/>
          <a:ln/>
        </p:spPr>
        <p:txBody>
          <a:bodyPr wrap="square" lIns="0" tIns="0" rIns="0" bIns="0" rtlCol="0" anchor="ctr"/>
          <a:lstStyle/>
          <a:p>
            <a:pPr algn="l" indent="0" marL="0">
              <a:buNone/>
            </a:pPr>
            <a:r>
              <a:rPr lang="en-US" sz="1700" dirty="0">
                <a:solidFill>
                  <a:schemeClr val="bg1"/>
                </a:solidFill>
              </a:rPr>
              <a:t>Une question = une réponse-bloc. Avec </a:t>
            </a:r>
            <a:r>
              <a:rPr lang="en-US" sz="1700" i="1" dirty="0">
                <a:solidFill>
                  <a:schemeClr val="bg1"/>
                </a:solidFill>
              </a:rPr>
              <a:t>u</a:t>
            </a:r>
            <a:r>
              <a:rPr lang="en-US" sz="1700" dirty="0">
                <a:solidFill>
                  <a:schemeClr val="bg1"/>
                </a:solidFill>
              </a:rPr>
              <a:t> : </a:t>
            </a:r>
            <a:r>
              <a:rPr lang="en-US" sz="1700" i="1" dirty="0">
                <a:solidFill>
                  <a:schemeClr val="bg1"/>
                </a:solidFill>
              </a:rPr>
              <a:t>Hoe heet u? · Waar woont u?</a:t>
            </a:r>
            <a:r>
              <a:rPr lang="en-US" sz="1700" dirty="0">
                <a:solidFill>
                  <a:schemeClr val="bg1"/>
                </a:solidFill>
              </a:rPr>
              <a:t> (M8)</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blocs de politesse</a:t>
            </a:r>
            <a:endParaRPr lang="en-US" sz="3000" dirty="0"/>
          </a:p>
        </p:txBody>
      </p:sp>
      <p:sp>
        <p:nvSpPr>
          <p:cNvPr id="3" name="tag"/>
          <p:cNvSpPr/>
          <p:nvPr/>
        </p:nvSpPr>
        <p:spPr>
          <a:xfrm>
            <a:off x="548640" y="237744"/>
            <a:ext cx="905256"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BLOCS</a:t>
            </a:r>
            <a:endParaRPr lang="en-US" sz="1200" dirty="0"/>
          </a:p>
        </p:txBody>
      </p:sp>
      <p:sp>
        <p:nvSpPr>
          <p:cNvPr id="5" name="tag"/>
          <p:cNvSpPr/>
          <p:nvPr/>
        </p:nvSpPr>
        <p:spPr>
          <a:xfrm>
            <a:off x="640080" y="1554480"/>
            <a:ext cx="3631540" cy="347472"/>
          </a:xfrm>
          <a:prstGeom prst="roundRect">
            <a:avLst>
              <a:gd name="adj" fmla="val 13158"/>
            </a:avLst>
          </a:prstGeom>
          <a:solidFill>
            <a:schemeClr val="accent1"/>
          </a:solidFill>
          <a:ln/>
        </p:spPr>
        <p:txBody>
          <a:bodyPr wrap="square" lIns="0" tIns="0" rIns="0" bIns="0" rtlCol="0" anchor="ctr"/>
          <a:lstStyle/>
          <a:p>
            <a:pPr algn="ctr" indent="0" marL="0">
              <a:buNone/>
            </a:pPr>
            <a:r>
              <a:rPr lang="en-US" sz="1300" b="1" spc="100" kern="0" dirty="0">
                <a:solidFill>
                  <a:srgbClr val="FFFFFF"/>
                </a:solidFill>
              </a:rPr>
              <a:t>je · entre apprenants, amis</a:t>
            </a:r>
            <a:endParaRPr lang="en-US" sz="1300" dirty="0"/>
          </a:p>
        </p:txBody>
      </p:sp>
      <p:sp>
        <p:nvSpPr>
          <p:cNvPr id="6" name="tag"/>
          <p:cNvSpPr/>
          <p:nvPr/>
        </p:nvSpPr>
        <p:spPr>
          <a:xfrm>
            <a:off x="6355080" y="1554480"/>
            <a:ext cx="2930195" cy="347472"/>
          </a:xfrm>
          <a:prstGeom prst="roundRect">
            <a:avLst>
              <a:gd name="adj" fmla="val 13158"/>
            </a:avLst>
          </a:prstGeom>
          <a:solidFill>
            <a:schemeClr val="tx2"/>
          </a:solidFill>
          <a:ln/>
        </p:spPr>
        <p:txBody>
          <a:bodyPr wrap="square" lIns="0" tIns="0" rIns="0" bIns="0" rtlCol="0" anchor="ctr"/>
          <a:lstStyle/>
          <a:p>
            <a:pPr algn="ctr" indent="0" marL="0">
              <a:buNone/>
            </a:pPr>
            <a:r>
              <a:rPr lang="en-US" sz="1300" b="1" spc="100" kern="0" dirty="0">
                <a:solidFill>
                  <a:srgbClr val="FFFFFF"/>
                </a:solidFill>
              </a:rPr>
              <a:t>u · inconnus, accueil</a:t>
            </a:r>
            <a:endParaRPr lang="en-US" sz="1300" dirty="0"/>
          </a:p>
        </p:txBody>
      </p:sp>
      <p:sp>
        <p:nvSpPr>
          <p:cNvPr id="7" name="Shape 4"/>
          <p:cNvSpPr/>
          <p:nvPr/>
        </p:nvSpPr>
        <p:spPr>
          <a:xfrm>
            <a:off x="905256" y="2033626"/>
            <a:ext cx="292608" cy="87782"/>
          </a:xfrm>
          <a:prstGeom prst="roundRect">
            <a:avLst>
              <a:gd name="adj" fmla="val 31250"/>
            </a:avLst>
          </a:prstGeom>
          <a:solidFill>
            <a:schemeClr val="accent1"/>
          </a:solidFill>
          <a:ln w="12700">
            <a:solidFill>
              <a:srgbClr val="FFFFFF">
                <a:alpha val="0"/>
              </a:srgbClr>
            </a:solidFill>
            <a:prstDash val="solid"/>
          </a:ln>
        </p:spPr>
      </p:sp>
      <p:sp>
        <p:nvSpPr>
          <p:cNvPr id="8" name="Shape 5"/>
          <p:cNvSpPr/>
          <p:nvPr/>
        </p:nvSpPr>
        <p:spPr>
          <a:xfrm>
            <a:off x="1728216" y="2033626"/>
            <a:ext cx="292608" cy="87782"/>
          </a:xfrm>
          <a:prstGeom prst="roundRect">
            <a:avLst>
              <a:gd name="adj" fmla="val 31250"/>
            </a:avLst>
          </a:prstGeom>
          <a:solidFill>
            <a:schemeClr val="accent1"/>
          </a:solidFill>
          <a:ln w="12700">
            <a:solidFill>
              <a:srgbClr val="FFFFFF">
                <a:alpha val="0"/>
              </a:srgbClr>
            </a:solidFill>
            <a:prstDash val="solid"/>
          </a:ln>
        </p:spPr>
      </p:sp>
      <p:sp>
        <p:nvSpPr>
          <p:cNvPr id="9" name="Shape 6"/>
          <p:cNvSpPr/>
          <p:nvPr/>
        </p:nvSpPr>
        <p:spPr>
          <a:xfrm>
            <a:off x="2551176" y="2033626"/>
            <a:ext cx="292608" cy="87782"/>
          </a:xfrm>
          <a:prstGeom prst="roundRect">
            <a:avLst>
              <a:gd name="adj" fmla="val 31250"/>
            </a:avLst>
          </a:prstGeom>
          <a:solidFill>
            <a:schemeClr val="accent1"/>
          </a:solidFill>
          <a:ln w="12700">
            <a:solidFill>
              <a:srgbClr val="FFFFFF">
                <a:alpha val="0"/>
              </a:srgbClr>
            </a:solidFill>
            <a:prstDash val="solid"/>
          </a:ln>
        </p:spPr>
      </p:sp>
      <p:sp>
        <p:nvSpPr>
          <p:cNvPr id="10" name="Shape 7"/>
          <p:cNvSpPr/>
          <p:nvPr/>
        </p:nvSpPr>
        <p:spPr>
          <a:xfrm>
            <a:off x="3374136" y="2033626"/>
            <a:ext cx="292608" cy="87782"/>
          </a:xfrm>
          <a:prstGeom prst="roundRect">
            <a:avLst>
              <a:gd name="adj" fmla="val 31250"/>
            </a:avLst>
          </a:prstGeom>
          <a:solidFill>
            <a:schemeClr val="accent1"/>
          </a:solidFill>
          <a:ln w="12700">
            <a:solidFill>
              <a:srgbClr val="FFFFFF">
                <a:alpha val="0"/>
              </a:srgbClr>
            </a:solidFill>
            <a:prstDash val="solid"/>
          </a:ln>
        </p:spPr>
      </p:sp>
      <p:sp>
        <p:nvSpPr>
          <p:cNvPr id="11" name="Shape 8"/>
          <p:cNvSpPr/>
          <p:nvPr/>
        </p:nvSpPr>
        <p:spPr>
          <a:xfrm>
            <a:off x="640080" y="2103120"/>
            <a:ext cx="3291840" cy="548640"/>
          </a:xfrm>
          <a:prstGeom prst="roundRect">
            <a:avLst>
              <a:gd name="adj" fmla="val 13333"/>
            </a:avLst>
          </a:prstGeom>
          <a:solidFill>
            <a:schemeClr val="accent1"/>
          </a:solidFill>
          <a:ln w="12700">
            <a:solidFill>
              <a:srgbClr val="FFFFFF">
                <a:alpha val="0"/>
              </a:srgbClr>
            </a:solidFill>
            <a:prstDash val="solid"/>
          </a:ln>
        </p:spPr>
      </p:sp>
      <p:sp>
        <p:nvSpPr>
          <p:cNvPr id="12" name="Text 9"/>
          <p:cNvSpPr txBox="1"/>
          <p:nvPr/>
        </p:nvSpPr>
        <p:spPr>
          <a:xfrm>
            <a:off x="713232" y="2103120"/>
            <a:ext cx="3145536" cy="548640"/>
          </a:xfrm>
          <a:prstGeom prst="rect">
            <a:avLst/>
          </a:prstGeom>
          <a:noFill/>
          <a:ln/>
        </p:spPr>
        <p:txBody>
          <a:bodyPr wrap="square" lIns="0" tIns="0" rIns="0" bIns="0" rtlCol="0" anchor="ctr"/>
          <a:lstStyle/>
          <a:p>
            <a:pPr algn="ctr" indent="0" marL="0">
              <a:buNone/>
            </a:pPr>
            <a:r>
              <a:rPr lang="en-US" sz="2000" b="1" i="1" dirty="0">
                <a:solidFill>
                  <a:schemeClr val="bg1"/>
                </a:solidFill>
              </a:rPr>
              <a:t>Alsjeblieft!</a:t>
            </a:r>
            <a:endParaRPr lang="en-US" sz="2000" dirty="0"/>
          </a:p>
        </p:txBody>
      </p:sp>
      <p:sp>
        <p:nvSpPr>
          <p:cNvPr id="13" name="Shape 10"/>
          <p:cNvSpPr/>
          <p:nvPr/>
        </p:nvSpPr>
        <p:spPr>
          <a:xfrm>
            <a:off x="6620256" y="2033626"/>
            <a:ext cx="292608" cy="87782"/>
          </a:xfrm>
          <a:prstGeom prst="roundRect">
            <a:avLst>
              <a:gd name="adj" fmla="val 31250"/>
            </a:avLst>
          </a:prstGeom>
          <a:solidFill>
            <a:schemeClr val="tx2"/>
          </a:solidFill>
          <a:ln w="12700">
            <a:solidFill>
              <a:srgbClr val="FFFFFF">
                <a:alpha val="0"/>
              </a:srgbClr>
            </a:solidFill>
            <a:prstDash val="solid"/>
          </a:ln>
        </p:spPr>
      </p:sp>
      <p:sp>
        <p:nvSpPr>
          <p:cNvPr id="14" name="Shape 11"/>
          <p:cNvSpPr/>
          <p:nvPr/>
        </p:nvSpPr>
        <p:spPr>
          <a:xfrm>
            <a:off x="7443216" y="2033626"/>
            <a:ext cx="292608" cy="87782"/>
          </a:xfrm>
          <a:prstGeom prst="roundRect">
            <a:avLst>
              <a:gd name="adj" fmla="val 31250"/>
            </a:avLst>
          </a:prstGeom>
          <a:solidFill>
            <a:schemeClr val="tx2"/>
          </a:solidFill>
          <a:ln w="12700">
            <a:solidFill>
              <a:srgbClr val="FFFFFF">
                <a:alpha val="0"/>
              </a:srgbClr>
            </a:solidFill>
            <a:prstDash val="solid"/>
          </a:ln>
        </p:spPr>
      </p:sp>
      <p:sp>
        <p:nvSpPr>
          <p:cNvPr id="15" name="Shape 12"/>
          <p:cNvSpPr/>
          <p:nvPr/>
        </p:nvSpPr>
        <p:spPr>
          <a:xfrm>
            <a:off x="8266176" y="2033626"/>
            <a:ext cx="292608" cy="87782"/>
          </a:xfrm>
          <a:prstGeom prst="roundRect">
            <a:avLst>
              <a:gd name="adj" fmla="val 31250"/>
            </a:avLst>
          </a:prstGeom>
          <a:solidFill>
            <a:schemeClr val="tx2"/>
          </a:solidFill>
          <a:ln w="12700">
            <a:solidFill>
              <a:srgbClr val="FFFFFF">
                <a:alpha val="0"/>
              </a:srgbClr>
            </a:solidFill>
            <a:prstDash val="solid"/>
          </a:ln>
        </p:spPr>
      </p:sp>
      <p:sp>
        <p:nvSpPr>
          <p:cNvPr id="16" name="Shape 13"/>
          <p:cNvSpPr/>
          <p:nvPr/>
        </p:nvSpPr>
        <p:spPr>
          <a:xfrm>
            <a:off x="9089136" y="2033626"/>
            <a:ext cx="292608" cy="87782"/>
          </a:xfrm>
          <a:prstGeom prst="roundRect">
            <a:avLst>
              <a:gd name="adj" fmla="val 31250"/>
            </a:avLst>
          </a:prstGeom>
          <a:solidFill>
            <a:schemeClr val="tx2"/>
          </a:solidFill>
          <a:ln w="12700">
            <a:solidFill>
              <a:srgbClr val="FFFFFF">
                <a:alpha val="0"/>
              </a:srgbClr>
            </a:solidFill>
            <a:prstDash val="solid"/>
          </a:ln>
        </p:spPr>
      </p:sp>
      <p:sp>
        <p:nvSpPr>
          <p:cNvPr id="17" name="Shape 14"/>
          <p:cNvSpPr/>
          <p:nvPr/>
        </p:nvSpPr>
        <p:spPr>
          <a:xfrm>
            <a:off x="6355080" y="2103120"/>
            <a:ext cx="3291840" cy="548640"/>
          </a:xfrm>
          <a:prstGeom prst="roundRect">
            <a:avLst>
              <a:gd name="adj" fmla="val 13333"/>
            </a:avLst>
          </a:prstGeom>
          <a:solidFill>
            <a:schemeClr val="tx2"/>
          </a:solidFill>
          <a:ln w="12700">
            <a:solidFill>
              <a:srgbClr val="FFFFFF">
                <a:alpha val="0"/>
              </a:srgbClr>
            </a:solidFill>
            <a:prstDash val="solid"/>
          </a:ln>
        </p:spPr>
      </p:sp>
      <p:sp>
        <p:nvSpPr>
          <p:cNvPr id="18" name="Text 15"/>
          <p:cNvSpPr txBox="1"/>
          <p:nvPr/>
        </p:nvSpPr>
        <p:spPr>
          <a:xfrm>
            <a:off x="6428232" y="2103120"/>
            <a:ext cx="3145536" cy="548640"/>
          </a:xfrm>
          <a:prstGeom prst="rect">
            <a:avLst/>
          </a:prstGeom>
          <a:noFill/>
          <a:ln/>
        </p:spPr>
        <p:txBody>
          <a:bodyPr wrap="square" lIns="0" tIns="0" rIns="0" bIns="0" rtlCol="0" anchor="ctr"/>
          <a:lstStyle/>
          <a:p>
            <a:pPr algn="ctr" indent="0" marL="0">
              <a:buNone/>
            </a:pPr>
            <a:r>
              <a:rPr lang="en-US" sz="2000" b="1" i="1" dirty="0">
                <a:solidFill>
                  <a:schemeClr val="bg1"/>
                </a:solidFill>
              </a:rPr>
              <a:t>Alstublieft!</a:t>
            </a:r>
            <a:endParaRPr lang="en-US" sz="2000" dirty="0"/>
          </a:p>
        </p:txBody>
      </p:sp>
      <p:sp>
        <p:nvSpPr>
          <p:cNvPr id="19" name="Text 16"/>
          <p:cNvSpPr txBox="1"/>
          <p:nvPr/>
        </p:nvSpPr>
        <p:spPr>
          <a:xfrm>
            <a:off x="4069080" y="2103120"/>
            <a:ext cx="2194560" cy="548640"/>
          </a:xfrm>
          <a:prstGeom prst="rect">
            <a:avLst/>
          </a:prstGeom>
          <a:noFill/>
          <a:ln/>
        </p:spPr>
        <p:txBody>
          <a:bodyPr wrap="square" lIns="0" tIns="0" rIns="0" bIns="0" rtlCol="0" anchor="ctr"/>
          <a:lstStyle/>
          <a:p>
            <a:pPr algn="ctr" indent="0" marL="0">
              <a:buNone/>
            </a:pPr>
            <a:r>
              <a:rPr lang="en-US" sz="1400" i="1" dirty="0">
                <a:solidFill>
                  <a:schemeClr val="accent5"/>
                </a:solidFill>
              </a:rPr>
              <a:t>s’il te / vous plaît · voilà</a:t>
            </a:r>
            <a:endParaRPr lang="en-US" sz="1400" dirty="0"/>
          </a:p>
        </p:txBody>
      </p:sp>
      <p:sp>
        <p:nvSpPr>
          <p:cNvPr id="20" name="Shape 17"/>
          <p:cNvSpPr/>
          <p:nvPr/>
        </p:nvSpPr>
        <p:spPr>
          <a:xfrm>
            <a:off x="905256" y="2902306"/>
            <a:ext cx="292608" cy="87782"/>
          </a:xfrm>
          <a:prstGeom prst="roundRect">
            <a:avLst>
              <a:gd name="adj" fmla="val 31250"/>
            </a:avLst>
          </a:prstGeom>
          <a:solidFill>
            <a:schemeClr val="accent1"/>
          </a:solidFill>
          <a:ln w="12700">
            <a:solidFill>
              <a:srgbClr val="FFFFFF">
                <a:alpha val="0"/>
              </a:srgbClr>
            </a:solidFill>
            <a:prstDash val="solid"/>
          </a:ln>
        </p:spPr>
      </p:sp>
      <p:sp>
        <p:nvSpPr>
          <p:cNvPr id="21" name="Shape 18"/>
          <p:cNvSpPr/>
          <p:nvPr/>
        </p:nvSpPr>
        <p:spPr>
          <a:xfrm>
            <a:off x="1728216" y="2902306"/>
            <a:ext cx="292608" cy="87782"/>
          </a:xfrm>
          <a:prstGeom prst="roundRect">
            <a:avLst>
              <a:gd name="adj" fmla="val 31250"/>
            </a:avLst>
          </a:prstGeom>
          <a:solidFill>
            <a:schemeClr val="accent1"/>
          </a:solidFill>
          <a:ln w="12700">
            <a:solidFill>
              <a:srgbClr val="FFFFFF">
                <a:alpha val="0"/>
              </a:srgbClr>
            </a:solidFill>
            <a:prstDash val="solid"/>
          </a:ln>
        </p:spPr>
      </p:sp>
      <p:sp>
        <p:nvSpPr>
          <p:cNvPr id="22" name="Shape 19"/>
          <p:cNvSpPr/>
          <p:nvPr/>
        </p:nvSpPr>
        <p:spPr>
          <a:xfrm>
            <a:off x="2551176" y="2902306"/>
            <a:ext cx="292608" cy="87782"/>
          </a:xfrm>
          <a:prstGeom prst="roundRect">
            <a:avLst>
              <a:gd name="adj" fmla="val 31250"/>
            </a:avLst>
          </a:prstGeom>
          <a:solidFill>
            <a:schemeClr val="accent1"/>
          </a:solidFill>
          <a:ln w="12700">
            <a:solidFill>
              <a:srgbClr val="FFFFFF">
                <a:alpha val="0"/>
              </a:srgbClr>
            </a:solidFill>
            <a:prstDash val="solid"/>
          </a:ln>
        </p:spPr>
      </p:sp>
      <p:sp>
        <p:nvSpPr>
          <p:cNvPr id="23" name="Shape 20"/>
          <p:cNvSpPr/>
          <p:nvPr/>
        </p:nvSpPr>
        <p:spPr>
          <a:xfrm>
            <a:off x="3374136" y="2902306"/>
            <a:ext cx="292608" cy="87782"/>
          </a:xfrm>
          <a:prstGeom prst="roundRect">
            <a:avLst>
              <a:gd name="adj" fmla="val 31250"/>
            </a:avLst>
          </a:prstGeom>
          <a:solidFill>
            <a:schemeClr val="accent1"/>
          </a:solidFill>
          <a:ln w="12700">
            <a:solidFill>
              <a:srgbClr val="FFFFFF">
                <a:alpha val="0"/>
              </a:srgbClr>
            </a:solidFill>
            <a:prstDash val="solid"/>
          </a:ln>
        </p:spPr>
      </p:sp>
      <p:sp>
        <p:nvSpPr>
          <p:cNvPr id="24" name="Shape 21"/>
          <p:cNvSpPr/>
          <p:nvPr/>
        </p:nvSpPr>
        <p:spPr>
          <a:xfrm>
            <a:off x="640080" y="2971800"/>
            <a:ext cx="3291840" cy="548640"/>
          </a:xfrm>
          <a:prstGeom prst="roundRect">
            <a:avLst>
              <a:gd name="adj" fmla="val 13333"/>
            </a:avLst>
          </a:prstGeom>
          <a:solidFill>
            <a:schemeClr val="accent1"/>
          </a:solidFill>
          <a:ln w="12700">
            <a:solidFill>
              <a:srgbClr val="FFFFFF">
                <a:alpha val="0"/>
              </a:srgbClr>
            </a:solidFill>
            <a:prstDash val="solid"/>
          </a:ln>
        </p:spPr>
      </p:sp>
      <p:sp>
        <p:nvSpPr>
          <p:cNvPr id="25" name="Text 22"/>
          <p:cNvSpPr txBox="1"/>
          <p:nvPr/>
        </p:nvSpPr>
        <p:spPr>
          <a:xfrm>
            <a:off x="713232" y="2971800"/>
            <a:ext cx="3145536" cy="548640"/>
          </a:xfrm>
          <a:prstGeom prst="rect">
            <a:avLst/>
          </a:prstGeom>
          <a:noFill/>
          <a:ln/>
        </p:spPr>
        <p:txBody>
          <a:bodyPr wrap="square" lIns="0" tIns="0" rIns="0" bIns="0" rtlCol="0" anchor="ctr"/>
          <a:lstStyle/>
          <a:p>
            <a:pPr algn="ctr" indent="0" marL="0">
              <a:buNone/>
            </a:pPr>
            <a:r>
              <a:rPr lang="en-US" sz="2000" b="1" i="1" dirty="0">
                <a:solidFill>
                  <a:schemeClr val="bg1"/>
                </a:solidFill>
              </a:rPr>
              <a:t>Dank je wel!</a:t>
            </a:r>
            <a:endParaRPr lang="en-US" sz="2000" dirty="0"/>
          </a:p>
        </p:txBody>
      </p:sp>
      <p:sp>
        <p:nvSpPr>
          <p:cNvPr id="26" name="Shape 23"/>
          <p:cNvSpPr/>
          <p:nvPr/>
        </p:nvSpPr>
        <p:spPr>
          <a:xfrm>
            <a:off x="6620256" y="2902306"/>
            <a:ext cx="292608" cy="87782"/>
          </a:xfrm>
          <a:prstGeom prst="roundRect">
            <a:avLst>
              <a:gd name="adj" fmla="val 31250"/>
            </a:avLst>
          </a:prstGeom>
          <a:solidFill>
            <a:schemeClr val="tx2"/>
          </a:solidFill>
          <a:ln w="12700">
            <a:solidFill>
              <a:srgbClr val="FFFFFF">
                <a:alpha val="0"/>
              </a:srgbClr>
            </a:solidFill>
            <a:prstDash val="solid"/>
          </a:ln>
        </p:spPr>
      </p:sp>
      <p:sp>
        <p:nvSpPr>
          <p:cNvPr id="27" name="Shape 24"/>
          <p:cNvSpPr/>
          <p:nvPr/>
        </p:nvSpPr>
        <p:spPr>
          <a:xfrm>
            <a:off x="7443216" y="2902306"/>
            <a:ext cx="292608" cy="87782"/>
          </a:xfrm>
          <a:prstGeom prst="roundRect">
            <a:avLst>
              <a:gd name="adj" fmla="val 31250"/>
            </a:avLst>
          </a:prstGeom>
          <a:solidFill>
            <a:schemeClr val="tx2"/>
          </a:solidFill>
          <a:ln w="12700">
            <a:solidFill>
              <a:srgbClr val="FFFFFF">
                <a:alpha val="0"/>
              </a:srgbClr>
            </a:solidFill>
            <a:prstDash val="solid"/>
          </a:ln>
        </p:spPr>
      </p:sp>
      <p:sp>
        <p:nvSpPr>
          <p:cNvPr id="28" name="Shape 25"/>
          <p:cNvSpPr/>
          <p:nvPr/>
        </p:nvSpPr>
        <p:spPr>
          <a:xfrm>
            <a:off x="8266176" y="2902306"/>
            <a:ext cx="292608" cy="87782"/>
          </a:xfrm>
          <a:prstGeom prst="roundRect">
            <a:avLst>
              <a:gd name="adj" fmla="val 31250"/>
            </a:avLst>
          </a:prstGeom>
          <a:solidFill>
            <a:schemeClr val="tx2"/>
          </a:solidFill>
          <a:ln w="12700">
            <a:solidFill>
              <a:srgbClr val="FFFFFF">
                <a:alpha val="0"/>
              </a:srgbClr>
            </a:solidFill>
            <a:prstDash val="solid"/>
          </a:ln>
        </p:spPr>
      </p:sp>
      <p:sp>
        <p:nvSpPr>
          <p:cNvPr id="29" name="Shape 26"/>
          <p:cNvSpPr/>
          <p:nvPr/>
        </p:nvSpPr>
        <p:spPr>
          <a:xfrm>
            <a:off x="9089136" y="2902306"/>
            <a:ext cx="292608" cy="87782"/>
          </a:xfrm>
          <a:prstGeom prst="roundRect">
            <a:avLst>
              <a:gd name="adj" fmla="val 31250"/>
            </a:avLst>
          </a:prstGeom>
          <a:solidFill>
            <a:schemeClr val="tx2"/>
          </a:solidFill>
          <a:ln w="12700">
            <a:solidFill>
              <a:srgbClr val="FFFFFF">
                <a:alpha val="0"/>
              </a:srgbClr>
            </a:solidFill>
            <a:prstDash val="solid"/>
          </a:ln>
        </p:spPr>
      </p:sp>
      <p:sp>
        <p:nvSpPr>
          <p:cNvPr id="30" name="Shape 27"/>
          <p:cNvSpPr/>
          <p:nvPr/>
        </p:nvSpPr>
        <p:spPr>
          <a:xfrm>
            <a:off x="6355080" y="2971800"/>
            <a:ext cx="3291840" cy="548640"/>
          </a:xfrm>
          <a:prstGeom prst="roundRect">
            <a:avLst>
              <a:gd name="adj" fmla="val 13333"/>
            </a:avLst>
          </a:prstGeom>
          <a:solidFill>
            <a:schemeClr val="tx2"/>
          </a:solidFill>
          <a:ln w="12700">
            <a:solidFill>
              <a:srgbClr val="FFFFFF">
                <a:alpha val="0"/>
              </a:srgbClr>
            </a:solidFill>
            <a:prstDash val="solid"/>
          </a:ln>
        </p:spPr>
      </p:sp>
      <p:sp>
        <p:nvSpPr>
          <p:cNvPr id="31" name="Text 28"/>
          <p:cNvSpPr txBox="1"/>
          <p:nvPr/>
        </p:nvSpPr>
        <p:spPr>
          <a:xfrm>
            <a:off x="6428232" y="2971800"/>
            <a:ext cx="3145536" cy="548640"/>
          </a:xfrm>
          <a:prstGeom prst="rect">
            <a:avLst/>
          </a:prstGeom>
          <a:noFill/>
          <a:ln/>
        </p:spPr>
        <p:txBody>
          <a:bodyPr wrap="square" lIns="0" tIns="0" rIns="0" bIns="0" rtlCol="0" anchor="ctr"/>
          <a:lstStyle/>
          <a:p>
            <a:pPr algn="ctr" indent="0" marL="0">
              <a:buNone/>
            </a:pPr>
            <a:r>
              <a:rPr lang="en-US" sz="2000" b="1" i="1" dirty="0">
                <a:solidFill>
                  <a:schemeClr val="bg1"/>
                </a:solidFill>
              </a:rPr>
              <a:t>Dank u wel!</a:t>
            </a:r>
            <a:endParaRPr lang="en-US" sz="2000" dirty="0"/>
          </a:p>
        </p:txBody>
      </p:sp>
      <p:sp>
        <p:nvSpPr>
          <p:cNvPr id="32" name="Text 29"/>
          <p:cNvSpPr txBox="1"/>
          <p:nvPr/>
        </p:nvSpPr>
        <p:spPr>
          <a:xfrm>
            <a:off x="4069080" y="2971800"/>
            <a:ext cx="2194560" cy="548640"/>
          </a:xfrm>
          <a:prstGeom prst="rect">
            <a:avLst/>
          </a:prstGeom>
          <a:noFill/>
          <a:ln/>
        </p:spPr>
        <p:txBody>
          <a:bodyPr wrap="square" lIns="0" tIns="0" rIns="0" bIns="0" rtlCol="0" anchor="ctr"/>
          <a:lstStyle/>
          <a:p>
            <a:pPr algn="ctr" indent="0" marL="0">
              <a:buNone/>
            </a:pPr>
            <a:r>
              <a:rPr lang="en-US" sz="1400" i="1" dirty="0">
                <a:solidFill>
                  <a:schemeClr val="accent5"/>
                </a:solidFill>
              </a:rPr>
              <a:t>merci (beaucoup)</a:t>
            </a:r>
            <a:endParaRPr lang="en-US" sz="1400" dirty="0"/>
          </a:p>
        </p:txBody>
      </p:sp>
      <p:sp>
        <p:nvSpPr>
          <p:cNvPr id="33" name="Text 30"/>
          <p:cNvSpPr txBox="1"/>
          <p:nvPr/>
        </p:nvSpPr>
        <p:spPr>
          <a:xfrm>
            <a:off x="640080" y="3840480"/>
            <a:ext cx="5486400" cy="347472"/>
          </a:xfrm>
          <a:prstGeom prst="rect">
            <a:avLst/>
          </a:prstGeom>
          <a:noFill/>
          <a:ln/>
        </p:spPr>
        <p:txBody>
          <a:bodyPr wrap="square" lIns="0" tIns="0" rIns="0" bIns="0" rtlCol="0" anchor="t"/>
          <a:lstStyle/>
          <a:p>
            <a:pPr algn="l" indent="0" marL="0">
              <a:buNone/>
            </a:pPr>
            <a:r>
              <a:rPr lang="en-US" sz="1300" b="1" spc="200" kern="0" dirty="0">
                <a:solidFill>
                  <a:schemeClr val="accent5"/>
                </a:solidFill>
              </a:rPr>
              <a:t>POUR TOUT LE MONDE</a:t>
            </a:r>
            <a:endParaRPr lang="en-US" sz="1300" dirty="0"/>
          </a:p>
        </p:txBody>
      </p:sp>
      <p:sp>
        <p:nvSpPr>
          <p:cNvPr id="34" name="Shape 31"/>
          <p:cNvSpPr/>
          <p:nvPr/>
        </p:nvSpPr>
        <p:spPr>
          <a:xfrm>
            <a:off x="851916" y="4288536"/>
            <a:ext cx="292608" cy="73152"/>
          </a:xfrm>
          <a:prstGeom prst="roundRect">
            <a:avLst>
              <a:gd name="adj" fmla="val 37500"/>
            </a:avLst>
          </a:prstGeom>
          <a:solidFill>
            <a:schemeClr val="accent1"/>
          </a:solidFill>
          <a:ln w="12700">
            <a:solidFill>
              <a:srgbClr val="FFFFFF">
                <a:alpha val="0"/>
              </a:srgbClr>
            </a:solidFill>
            <a:prstDash val="solid"/>
          </a:ln>
        </p:spPr>
      </p:sp>
      <p:sp>
        <p:nvSpPr>
          <p:cNvPr id="35" name="Shape 32"/>
          <p:cNvSpPr/>
          <p:nvPr/>
        </p:nvSpPr>
        <p:spPr>
          <a:xfrm>
            <a:off x="1568196" y="4288536"/>
            <a:ext cx="292608" cy="73152"/>
          </a:xfrm>
          <a:prstGeom prst="roundRect">
            <a:avLst>
              <a:gd name="adj" fmla="val 37500"/>
            </a:avLst>
          </a:prstGeom>
          <a:solidFill>
            <a:schemeClr val="accent1"/>
          </a:solidFill>
          <a:ln w="12700">
            <a:solidFill>
              <a:srgbClr val="FFFFFF">
                <a:alpha val="0"/>
              </a:srgbClr>
            </a:solidFill>
            <a:prstDash val="solid"/>
          </a:ln>
        </p:spPr>
      </p:sp>
      <p:sp>
        <p:nvSpPr>
          <p:cNvPr id="36" name="Shape 33"/>
          <p:cNvSpPr/>
          <p:nvPr/>
        </p:nvSpPr>
        <p:spPr>
          <a:xfrm>
            <a:off x="2284476" y="4288536"/>
            <a:ext cx="292608" cy="73152"/>
          </a:xfrm>
          <a:prstGeom prst="roundRect">
            <a:avLst>
              <a:gd name="adj" fmla="val 37500"/>
            </a:avLst>
          </a:prstGeom>
          <a:solidFill>
            <a:schemeClr val="accent1"/>
          </a:solidFill>
          <a:ln w="12700">
            <a:solidFill>
              <a:srgbClr val="FFFFFF">
                <a:alpha val="0"/>
              </a:srgbClr>
            </a:solidFill>
            <a:prstDash val="solid"/>
          </a:ln>
        </p:spPr>
      </p:sp>
      <p:sp>
        <p:nvSpPr>
          <p:cNvPr id="37" name="Shape 34"/>
          <p:cNvSpPr/>
          <p:nvPr/>
        </p:nvSpPr>
        <p:spPr>
          <a:xfrm>
            <a:off x="640080" y="4343400"/>
            <a:ext cx="2148840" cy="457200"/>
          </a:xfrm>
          <a:prstGeom prst="roundRect">
            <a:avLst>
              <a:gd name="adj" fmla="val 16000"/>
            </a:avLst>
          </a:prstGeom>
          <a:solidFill>
            <a:schemeClr val="accent1"/>
          </a:solidFill>
          <a:ln w="12700">
            <a:solidFill>
              <a:srgbClr val="FFFFFF">
                <a:alpha val="0"/>
              </a:srgbClr>
            </a:solidFill>
            <a:prstDash val="solid"/>
          </a:ln>
        </p:spPr>
      </p:sp>
      <p:sp>
        <p:nvSpPr>
          <p:cNvPr id="38" name="Text 35"/>
          <p:cNvSpPr txBox="1"/>
          <p:nvPr/>
        </p:nvSpPr>
        <p:spPr>
          <a:xfrm>
            <a:off x="713232" y="4343400"/>
            <a:ext cx="2002536" cy="457200"/>
          </a:xfrm>
          <a:prstGeom prst="rect">
            <a:avLst/>
          </a:prstGeom>
          <a:noFill/>
          <a:ln/>
        </p:spPr>
        <p:txBody>
          <a:bodyPr wrap="square" lIns="0" tIns="0" rIns="0" bIns="0" rtlCol="0" anchor="ctr"/>
          <a:lstStyle/>
          <a:p>
            <a:pPr algn="ctr" indent="0" marL="0">
              <a:buNone/>
            </a:pPr>
            <a:r>
              <a:rPr lang="en-US" sz="1600" b="1" i="1" dirty="0">
                <a:solidFill>
                  <a:schemeClr val="bg1"/>
                </a:solidFill>
              </a:rPr>
              <a:t>Graag gedaan!</a:t>
            </a:r>
            <a:endParaRPr lang="en-US" sz="1600" dirty="0"/>
          </a:p>
        </p:txBody>
      </p:sp>
      <p:sp>
        <p:nvSpPr>
          <p:cNvPr id="39" name="Text 36"/>
          <p:cNvSpPr txBox="1"/>
          <p:nvPr/>
        </p:nvSpPr>
        <p:spPr>
          <a:xfrm>
            <a:off x="2880360" y="4343400"/>
            <a:ext cx="1417320" cy="457200"/>
          </a:xfrm>
          <a:prstGeom prst="rect">
            <a:avLst/>
          </a:prstGeom>
          <a:noFill/>
          <a:ln/>
        </p:spPr>
        <p:txBody>
          <a:bodyPr wrap="square" lIns="0" tIns="0" rIns="0" bIns="0" rtlCol="0" anchor="ctr"/>
          <a:lstStyle/>
          <a:p>
            <a:pPr algn="l" indent="0" marL="0">
              <a:buNone/>
            </a:pPr>
            <a:r>
              <a:rPr lang="en-US" sz="1300" i="1" dirty="0">
                <a:solidFill>
                  <a:schemeClr val="accent5"/>
                </a:solidFill>
              </a:rPr>
              <a:t>de rien</a:t>
            </a:r>
            <a:endParaRPr lang="en-US" sz="1300" dirty="0"/>
          </a:p>
        </p:txBody>
      </p:sp>
      <p:sp>
        <p:nvSpPr>
          <p:cNvPr id="40" name="Shape 37"/>
          <p:cNvSpPr/>
          <p:nvPr/>
        </p:nvSpPr>
        <p:spPr>
          <a:xfrm>
            <a:off x="4555236" y="4288536"/>
            <a:ext cx="292608" cy="73152"/>
          </a:xfrm>
          <a:prstGeom prst="roundRect">
            <a:avLst>
              <a:gd name="adj" fmla="val 37500"/>
            </a:avLst>
          </a:prstGeom>
          <a:solidFill>
            <a:schemeClr val="accent1"/>
          </a:solidFill>
          <a:ln w="12700">
            <a:solidFill>
              <a:srgbClr val="FFFFFF">
                <a:alpha val="0"/>
              </a:srgbClr>
            </a:solidFill>
            <a:prstDash val="solid"/>
          </a:ln>
        </p:spPr>
      </p:sp>
      <p:sp>
        <p:nvSpPr>
          <p:cNvPr id="41" name="Shape 38"/>
          <p:cNvSpPr/>
          <p:nvPr/>
        </p:nvSpPr>
        <p:spPr>
          <a:xfrm>
            <a:off x="5271516" y="4288536"/>
            <a:ext cx="292608" cy="73152"/>
          </a:xfrm>
          <a:prstGeom prst="roundRect">
            <a:avLst>
              <a:gd name="adj" fmla="val 37500"/>
            </a:avLst>
          </a:prstGeom>
          <a:solidFill>
            <a:schemeClr val="accent1"/>
          </a:solidFill>
          <a:ln w="12700">
            <a:solidFill>
              <a:srgbClr val="FFFFFF">
                <a:alpha val="0"/>
              </a:srgbClr>
            </a:solidFill>
            <a:prstDash val="solid"/>
          </a:ln>
        </p:spPr>
      </p:sp>
      <p:sp>
        <p:nvSpPr>
          <p:cNvPr id="42" name="Shape 39"/>
          <p:cNvSpPr/>
          <p:nvPr/>
        </p:nvSpPr>
        <p:spPr>
          <a:xfrm>
            <a:off x="5987796" y="4288536"/>
            <a:ext cx="292608" cy="73152"/>
          </a:xfrm>
          <a:prstGeom prst="roundRect">
            <a:avLst>
              <a:gd name="adj" fmla="val 37500"/>
            </a:avLst>
          </a:prstGeom>
          <a:solidFill>
            <a:schemeClr val="accent1"/>
          </a:solidFill>
          <a:ln w="12700">
            <a:solidFill>
              <a:srgbClr val="FFFFFF">
                <a:alpha val="0"/>
              </a:srgbClr>
            </a:solidFill>
            <a:prstDash val="solid"/>
          </a:ln>
        </p:spPr>
      </p:sp>
      <p:sp>
        <p:nvSpPr>
          <p:cNvPr id="43" name="Shape 40"/>
          <p:cNvSpPr/>
          <p:nvPr/>
        </p:nvSpPr>
        <p:spPr>
          <a:xfrm>
            <a:off x="4343400" y="4343400"/>
            <a:ext cx="2148840" cy="457200"/>
          </a:xfrm>
          <a:prstGeom prst="roundRect">
            <a:avLst>
              <a:gd name="adj" fmla="val 16000"/>
            </a:avLst>
          </a:prstGeom>
          <a:solidFill>
            <a:schemeClr val="accent1"/>
          </a:solidFill>
          <a:ln w="12700">
            <a:solidFill>
              <a:srgbClr val="FFFFFF">
                <a:alpha val="0"/>
              </a:srgbClr>
            </a:solidFill>
            <a:prstDash val="solid"/>
          </a:ln>
        </p:spPr>
      </p:sp>
      <p:sp>
        <p:nvSpPr>
          <p:cNvPr id="44" name="Text 41"/>
          <p:cNvSpPr txBox="1"/>
          <p:nvPr/>
        </p:nvSpPr>
        <p:spPr>
          <a:xfrm>
            <a:off x="4416552" y="4343400"/>
            <a:ext cx="2002536" cy="457200"/>
          </a:xfrm>
          <a:prstGeom prst="rect">
            <a:avLst/>
          </a:prstGeom>
          <a:noFill/>
          <a:ln/>
        </p:spPr>
        <p:txBody>
          <a:bodyPr wrap="square" lIns="0" tIns="0" rIns="0" bIns="0" rtlCol="0" anchor="ctr"/>
          <a:lstStyle/>
          <a:p>
            <a:pPr algn="ctr" indent="0" marL="0">
              <a:buNone/>
            </a:pPr>
            <a:r>
              <a:rPr lang="en-US" sz="1600" b="1" i="1" dirty="0">
                <a:solidFill>
                  <a:schemeClr val="bg1"/>
                </a:solidFill>
              </a:rPr>
              <a:t>Sorry!</a:t>
            </a:r>
            <a:endParaRPr lang="en-US" sz="1600" dirty="0"/>
          </a:p>
        </p:txBody>
      </p:sp>
      <p:sp>
        <p:nvSpPr>
          <p:cNvPr id="45" name="Text 42"/>
          <p:cNvSpPr txBox="1"/>
          <p:nvPr/>
        </p:nvSpPr>
        <p:spPr>
          <a:xfrm>
            <a:off x="6583680" y="4343400"/>
            <a:ext cx="1417320" cy="457200"/>
          </a:xfrm>
          <a:prstGeom prst="rect">
            <a:avLst/>
          </a:prstGeom>
          <a:noFill/>
          <a:ln/>
        </p:spPr>
        <p:txBody>
          <a:bodyPr wrap="square" lIns="0" tIns="0" rIns="0" bIns="0" rtlCol="0" anchor="ctr"/>
          <a:lstStyle/>
          <a:p>
            <a:pPr algn="l" indent="0" marL="0">
              <a:buNone/>
            </a:pPr>
            <a:r>
              <a:rPr lang="en-US" sz="1300" i="1" dirty="0">
                <a:solidFill>
                  <a:schemeClr val="accent5"/>
                </a:solidFill>
              </a:rPr>
              <a:t>désolé·e</a:t>
            </a:r>
            <a:endParaRPr lang="en-US" sz="1300" dirty="0"/>
          </a:p>
        </p:txBody>
      </p:sp>
      <p:sp>
        <p:nvSpPr>
          <p:cNvPr id="46" name="Shape 43"/>
          <p:cNvSpPr/>
          <p:nvPr/>
        </p:nvSpPr>
        <p:spPr>
          <a:xfrm>
            <a:off x="8258556" y="4288536"/>
            <a:ext cx="292608" cy="73152"/>
          </a:xfrm>
          <a:prstGeom prst="roundRect">
            <a:avLst>
              <a:gd name="adj" fmla="val 37500"/>
            </a:avLst>
          </a:prstGeom>
          <a:solidFill>
            <a:schemeClr val="accent1"/>
          </a:solidFill>
          <a:ln w="12700">
            <a:solidFill>
              <a:srgbClr val="FFFFFF">
                <a:alpha val="0"/>
              </a:srgbClr>
            </a:solidFill>
            <a:prstDash val="solid"/>
          </a:ln>
        </p:spPr>
      </p:sp>
      <p:sp>
        <p:nvSpPr>
          <p:cNvPr id="47" name="Shape 44"/>
          <p:cNvSpPr/>
          <p:nvPr/>
        </p:nvSpPr>
        <p:spPr>
          <a:xfrm>
            <a:off x="8974836" y="4288536"/>
            <a:ext cx="292608" cy="73152"/>
          </a:xfrm>
          <a:prstGeom prst="roundRect">
            <a:avLst>
              <a:gd name="adj" fmla="val 37500"/>
            </a:avLst>
          </a:prstGeom>
          <a:solidFill>
            <a:schemeClr val="accent1"/>
          </a:solidFill>
          <a:ln w="12700">
            <a:solidFill>
              <a:srgbClr val="FFFFFF">
                <a:alpha val="0"/>
              </a:srgbClr>
            </a:solidFill>
            <a:prstDash val="solid"/>
          </a:ln>
        </p:spPr>
      </p:sp>
      <p:sp>
        <p:nvSpPr>
          <p:cNvPr id="48" name="Shape 45"/>
          <p:cNvSpPr/>
          <p:nvPr/>
        </p:nvSpPr>
        <p:spPr>
          <a:xfrm>
            <a:off x="9691116" y="4288536"/>
            <a:ext cx="292608" cy="73152"/>
          </a:xfrm>
          <a:prstGeom prst="roundRect">
            <a:avLst>
              <a:gd name="adj" fmla="val 37500"/>
            </a:avLst>
          </a:prstGeom>
          <a:solidFill>
            <a:schemeClr val="accent1"/>
          </a:solidFill>
          <a:ln w="12700">
            <a:solidFill>
              <a:srgbClr val="FFFFFF">
                <a:alpha val="0"/>
              </a:srgbClr>
            </a:solidFill>
            <a:prstDash val="solid"/>
          </a:ln>
        </p:spPr>
      </p:sp>
      <p:sp>
        <p:nvSpPr>
          <p:cNvPr id="49" name="Shape 46"/>
          <p:cNvSpPr/>
          <p:nvPr/>
        </p:nvSpPr>
        <p:spPr>
          <a:xfrm>
            <a:off x="8046720" y="4343400"/>
            <a:ext cx="2148840" cy="457200"/>
          </a:xfrm>
          <a:prstGeom prst="roundRect">
            <a:avLst>
              <a:gd name="adj" fmla="val 16000"/>
            </a:avLst>
          </a:prstGeom>
          <a:solidFill>
            <a:schemeClr val="accent1"/>
          </a:solidFill>
          <a:ln w="12700">
            <a:solidFill>
              <a:srgbClr val="FFFFFF">
                <a:alpha val="0"/>
              </a:srgbClr>
            </a:solidFill>
            <a:prstDash val="solid"/>
          </a:ln>
        </p:spPr>
      </p:sp>
      <p:sp>
        <p:nvSpPr>
          <p:cNvPr id="50" name="Text 47"/>
          <p:cNvSpPr txBox="1"/>
          <p:nvPr/>
        </p:nvSpPr>
        <p:spPr>
          <a:xfrm>
            <a:off x="8119872" y="4343400"/>
            <a:ext cx="2002536" cy="457200"/>
          </a:xfrm>
          <a:prstGeom prst="rect">
            <a:avLst/>
          </a:prstGeom>
          <a:noFill/>
          <a:ln/>
        </p:spPr>
        <p:txBody>
          <a:bodyPr wrap="square" lIns="0" tIns="0" rIns="0" bIns="0" rtlCol="0" anchor="ctr"/>
          <a:lstStyle/>
          <a:p>
            <a:pPr algn="ctr" indent="0" marL="0">
              <a:buNone/>
            </a:pPr>
            <a:r>
              <a:rPr lang="en-US" sz="1600" b="1" i="1" dirty="0">
                <a:solidFill>
                  <a:schemeClr val="bg1"/>
                </a:solidFill>
              </a:rPr>
              <a:t>Pardon?</a:t>
            </a:r>
            <a:endParaRPr lang="en-US" sz="1600" dirty="0"/>
          </a:p>
        </p:txBody>
      </p:sp>
      <p:sp>
        <p:nvSpPr>
          <p:cNvPr id="51" name="Text 48"/>
          <p:cNvSpPr txBox="1"/>
          <p:nvPr/>
        </p:nvSpPr>
        <p:spPr>
          <a:xfrm>
            <a:off x="10287000" y="4343400"/>
            <a:ext cx="1417320" cy="457200"/>
          </a:xfrm>
          <a:prstGeom prst="rect">
            <a:avLst/>
          </a:prstGeom>
          <a:noFill/>
          <a:ln/>
        </p:spPr>
        <p:txBody>
          <a:bodyPr wrap="square" lIns="0" tIns="0" rIns="0" bIns="0" rtlCol="0" anchor="ctr"/>
          <a:lstStyle/>
          <a:p>
            <a:pPr algn="l" indent="0" marL="0">
              <a:buNone/>
            </a:pPr>
            <a:r>
              <a:rPr lang="en-US" sz="1300" i="1" dirty="0">
                <a:solidFill>
                  <a:schemeClr val="accent5"/>
                </a:solidFill>
              </a:rPr>
              <a:t>pardon ?</a:t>
            </a:r>
            <a:endParaRPr lang="en-US" sz="1300" dirty="0"/>
          </a:p>
        </p:txBody>
      </p:sp>
      <p:sp>
        <p:nvSpPr>
          <p:cNvPr id="52" name="Shape 49"/>
          <p:cNvSpPr/>
          <p:nvPr/>
        </p:nvSpPr>
        <p:spPr>
          <a:xfrm>
            <a:off x="851916" y="5001768"/>
            <a:ext cx="292608" cy="73152"/>
          </a:xfrm>
          <a:prstGeom prst="roundRect">
            <a:avLst>
              <a:gd name="adj" fmla="val 37500"/>
            </a:avLst>
          </a:prstGeom>
          <a:solidFill>
            <a:schemeClr val="accent1"/>
          </a:solidFill>
          <a:ln w="12700">
            <a:solidFill>
              <a:srgbClr val="FFFFFF">
                <a:alpha val="0"/>
              </a:srgbClr>
            </a:solidFill>
            <a:prstDash val="solid"/>
          </a:ln>
        </p:spPr>
      </p:sp>
      <p:sp>
        <p:nvSpPr>
          <p:cNvPr id="53" name="Shape 50"/>
          <p:cNvSpPr/>
          <p:nvPr/>
        </p:nvSpPr>
        <p:spPr>
          <a:xfrm>
            <a:off x="1568196" y="5001768"/>
            <a:ext cx="292608" cy="73152"/>
          </a:xfrm>
          <a:prstGeom prst="roundRect">
            <a:avLst>
              <a:gd name="adj" fmla="val 37500"/>
            </a:avLst>
          </a:prstGeom>
          <a:solidFill>
            <a:schemeClr val="accent1"/>
          </a:solidFill>
          <a:ln w="12700">
            <a:solidFill>
              <a:srgbClr val="FFFFFF">
                <a:alpha val="0"/>
              </a:srgbClr>
            </a:solidFill>
            <a:prstDash val="solid"/>
          </a:ln>
        </p:spPr>
      </p:sp>
      <p:sp>
        <p:nvSpPr>
          <p:cNvPr id="54" name="Shape 51"/>
          <p:cNvSpPr/>
          <p:nvPr/>
        </p:nvSpPr>
        <p:spPr>
          <a:xfrm>
            <a:off x="2284476" y="5001768"/>
            <a:ext cx="292608" cy="73152"/>
          </a:xfrm>
          <a:prstGeom prst="roundRect">
            <a:avLst>
              <a:gd name="adj" fmla="val 37500"/>
            </a:avLst>
          </a:prstGeom>
          <a:solidFill>
            <a:schemeClr val="accent1"/>
          </a:solidFill>
          <a:ln w="12700">
            <a:solidFill>
              <a:srgbClr val="FFFFFF">
                <a:alpha val="0"/>
              </a:srgbClr>
            </a:solidFill>
            <a:prstDash val="solid"/>
          </a:ln>
        </p:spPr>
      </p:sp>
      <p:sp>
        <p:nvSpPr>
          <p:cNvPr id="55" name="Shape 52"/>
          <p:cNvSpPr/>
          <p:nvPr/>
        </p:nvSpPr>
        <p:spPr>
          <a:xfrm>
            <a:off x="640080" y="5056632"/>
            <a:ext cx="2148840" cy="457200"/>
          </a:xfrm>
          <a:prstGeom prst="roundRect">
            <a:avLst>
              <a:gd name="adj" fmla="val 16000"/>
            </a:avLst>
          </a:prstGeom>
          <a:solidFill>
            <a:schemeClr val="accent1"/>
          </a:solidFill>
          <a:ln w="12700">
            <a:solidFill>
              <a:srgbClr val="FFFFFF">
                <a:alpha val="0"/>
              </a:srgbClr>
            </a:solidFill>
            <a:prstDash val="solid"/>
          </a:ln>
        </p:spPr>
      </p:sp>
      <p:sp>
        <p:nvSpPr>
          <p:cNvPr id="56" name="Text 53"/>
          <p:cNvSpPr txBox="1"/>
          <p:nvPr/>
        </p:nvSpPr>
        <p:spPr>
          <a:xfrm>
            <a:off x="713232" y="5056632"/>
            <a:ext cx="2002536" cy="457200"/>
          </a:xfrm>
          <a:prstGeom prst="rect">
            <a:avLst/>
          </a:prstGeom>
          <a:noFill/>
          <a:ln/>
        </p:spPr>
        <p:txBody>
          <a:bodyPr wrap="square" lIns="0" tIns="0" rIns="0" bIns="0" rtlCol="0" anchor="ctr"/>
          <a:lstStyle/>
          <a:p>
            <a:pPr algn="ctr" indent="0" marL="0">
              <a:buNone/>
            </a:pPr>
            <a:r>
              <a:rPr lang="en-US" sz="1600" b="1" i="1" dirty="0">
                <a:solidFill>
                  <a:schemeClr val="bg1"/>
                </a:solidFill>
              </a:rPr>
              <a:t>Geen probleem!</a:t>
            </a:r>
            <a:endParaRPr lang="en-US" sz="1600" dirty="0"/>
          </a:p>
        </p:txBody>
      </p:sp>
      <p:sp>
        <p:nvSpPr>
          <p:cNvPr id="57" name="Text 54"/>
          <p:cNvSpPr txBox="1"/>
          <p:nvPr/>
        </p:nvSpPr>
        <p:spPr>
          <a:xfrm>
            <a:off x="2880360" y="5056632"/>
            <a:ext cx="1417320" cy="457200"/>
          </a:xfrm>
          <a:prstGeom prst="rect">
            <a:avLst/>
          </a:prstGeom>
          <a:noFill/>
          <a:ln/>
        </p:spPr>
        <p:txBody>
          <a:bodyPr wrap="square" lIns="0" tIns="0" rIns="0" bIns="0" rtlCol="0" anchor="ctr"/>
          <a:lstStyle/>
          <a:p>
            <a:pPr algn="l" indent="0" marL="0">
              <a:buNone/>
            </a:pPr>
            <a:r>
              <a:rPr lang="en-US" sz="1300" i="1" dirty="0">
                <a:solidFill>
                  <a:schemeClr val="accent5"/>
                </a:solidFill>
              </a:rPr>
              <a:t>pas de problème</a:t>
            </a:r>
            <a:endParaRPr lang="en-US" sz="1300" dirty="0"/>
          </a:p>
        </p:txBody>
      </p:sp>
      <p:sp>
        <p:nvSpPr>
          <p:cNvPr id="58" name="Shape 55"/>
          <p:cNvSpPr/>
          <p:nvPr/>
        </p:nvSpPr>
        <p:spPr>
          <a:xfrm>
            <a:off x="4555236" y="5001768"/>
            <a:ext cx="292608" cy="73152"/>
          </a:xfrm>
          <a:prstGeom prst="roundRect">
            <a:avLst>
              <a:gd name="adj" fmla="val 37500"/>
            </a:avLst>
          </a:prstGeom>
          <a:solidFill>
            <a:schemeClr val="accent1"/>
          </a:solidFill>
          <a:ln w="12700">
            <a:solidFill>
              <a:srgbClr val="FFFFFF">
                <a:alpha val="0"/>
              </a:srgbClr>
            </a:solidFill>
            <a:prstDash val="solid"/>
          </a:ln>
        </p:spPr>
      </p:sp>
      <p:sp>
        <p:nvSpPr>
          <p:cNvPr id="59" name="Shape 56"/>
          <p:cNvSpPr/>
          <p:nvPr/>
        </p:nvSpPr>
        <p:spPr>
          <a:xfrm>
            <a:off x="5271516" y="5001768"/>
            <a:ext cx="292608" cy="73152"/>
          </a:xfrm>
          <a:prstGeom prst="roundRect">
            <a:avLst>
              <a:gd name="adj" fmla="val 37500"/>
            </a:avLst>
          </a:prstGeom>
          <a:solidFill>
            <a:schemeClr val="accent1"/>
          </a:solidFill>
          <a:ln w="12700">
            <a:solidFill>
              <a:srgbClr val="FFFFFF">
                <a:alpha val="0"/>
              </a:srgbClr>
            </a:solidFill>
            <a:prstDash val="solid"/>
          </a:ln>
        </p:spPr>
      </p:sp>
      <p:sp>
        <p:nvSpPr>
          <p:cNvPr id="60" name="Shape 57"/>
          <p:cNvSpPr/>
          <p:nvPr/>
        </p:nvSpPr>
        <p:spPr>
          <a:xfrm>
            <a:off x="5987796" y="5001768"/>
            <a:ext cx="292608" cy="73152"/>
          </a:xfrm>
          <a:prstGeom prst="roundRect">
            <a:avLst>
              <a:gd name="adj" fmla="val 37500"/>
            </a:avLst>
          </a:prstGeom>
          <a:solidFill>
            <a:schemeClr val="accent1"/>
          </a:solidFill>
          <a:ln w="12700">
            <a:solidFill>
              <a:srgbClr val="FFFFFF">
                <a:alpha val="0"/>
              </a:srgbClr>
            </a:solidFill>
            <a:prstDash val="solid"/>
          </a:ln>
        </p:spPr>
      </p:sp>
      <p:sp>
        <p:nvSpPr>
          <p:cNvPr id="61" name="Shape 58"/>
          <p:cNvSpPr/>
          <p:nvPr/>
        </p:nvSpPr>
        <p:spPr>
          <a:xfrm>
            <a:off x="4343400" y="5056632"/>
            <a:ext cx="2148840" cy="457200"/>
          </a:xfrm>
          <a:prstGeom prst="roundRect">
            <a:avLst>
              <a:gd name="adj" fmla="val 16000"/>
            </a:avLst>
          </a:prstGeom>
          <a:solidFill>
            <a:schemeClr val="accent1"/>
          </a:solidFill>
          <a:ln w="12700">
            <a:solidFill>
              <a:srgbClr val="FFFFFF">
                <a:alpha val="0"/>
              </a:srgbClr>
            </a:solidFill>
            <a:prstDash val="solid"/>
          </a:ln>
        </p:spPr>
      </p:sp>
      <p:sp>
        <p:nvSpPr>
          <p:cNvPr id="62" name="Text 59"/>
          <p:cNvSpPr txBox="1"/>
          <p:nvPr/>
        </p:nvSpPr>
        <p:spPr>
          <a:xfrm>
            <a:off x="4416552" y="5056632"/>
            <a:ext cx="2002536" cy="457200"/>
          </a:xfrm>
          <a:prstGeom prst="rect">
            <a:avLst/>
          </a:prstGeom>
          <a:noFill/>
          <a:ln/>
        </p:spPr>
        <p:txBody>
          <a:bodyPr wrap="square" lIns="0" tIns="0" rIns="0" bIns="0" rtlCol="0" anchor="ctr"/>
          <a:lstStyle/>
          <a:p>
            <a:pPr algn="ctr" indent="0" marL="0">
              <a:buNone/>
            </a:pPr>
            <a:r>
              <a:rPr lang="en-US" sz="1600" b="1" i="1" dirty="0">
                <a:solidFill>
                  <a:schemeClr val="bg1"/>
                </a:solidFill>
              </a:rPr>
              <a:t>Aangenaam!</a:t>
            </a:r>
            <a:endParaRPr lang="en-US" sz="1600" dirty="0"/>
          </a:p>
        </p:txBody>
      </p:sp>
      <p:sp>
        <p:nvSpPr>
          <p:cNvPr id="63" name="Text 60"/>
          <p:cNvSpPr txBox="1"/>
          <p:nvPr/>
        </p:nvSpPr>
        <p:spPr>
          <a:xfrm>
            <a:off x="6583680" y="5056632"/>
            <a:ext cx="1417320" cy="457200"/>
          </a:xfrm>
          <a:prstGeom prst="rect">
            <a:avLst/>
          </a:prstGeom>
          <a:noFill/>
          <a:ln/>
        </p:spPr>
        <p:txBody>
          <a:bodyPr wrap="square" lIns="0" tIns="0" rIns="0" bIns="0" rtlCol="0" anchor="ctr"/>
          <a:lstStyle/>
          <a:p>
            <a:pPr algn="l" indent="0" marL="0">
              <a:buNone/>
            </a:pPr>
            <a:r>
              <a:rPr lang="en-US" sz="1300" i="1" dirty="0">
                <a:solidFill>
                  <a:schemeClr val="accent5"/>
                </a:solidFill>
              </a:rPr>
              <a:t>enchanté·e</a:t>
            </a:r>
            <a:endParaRPr lang="en-US" sz="1300" dirty="0"/>
          </a:p>
        </p:txBody>
      </p:sp>
      <p:sp>
        <p:nvSpPr>
          <p:cNvPr id="64" name="Shape 61"/>
          <p:cNvSpPr/>
          <p:nvPr/>
        </p:nvSpPr>
        <p:spPr>
          <a:xfrm>
            <a:off x="8258556" y="5001768"/>
            <a:ext cx="292608" cy="73152"/>
          </a:xfrm>
          <a:prstGeom prst="roundRect">
            <a:avLst>
              <a:gd name="adj" fmla="val 37500"/>
            </a:avLst>
          </a:prstGeom>
          <a:solidFill>
            <a:schemeClr val="accent1"/>
          </a:solidFill>
          <a:ln w="12700">
            <a:solidFill>
              <a:srgbClr val="FFFFFF">
                <a:alpha val="0"/>
              </a:srgbClr>
            </a:solidFill>
            <a:prstDash val="solid"/>
          </a:ln>
        </p:spPr>
      </p:sp>
      <p:sp>
        <p:nvSpPr>
          <p:cNvPr id="65" name="Shape 62"/>
          <p:cNvSpPr/>
          <p:nvPr/>
        </p:nvSpPr>
        <p:spPr>
          <a:xfrm>
            <a:off x="8974836" y="5001768"/>
            <a:ext cx="292608" cy="73152"/>
          </a:xfrm>
          <a:prstGeom prst="roundRect">
            <a:avLst>
              <a:gd name="adj" fmla="val 37500"/>
            </a:avLst>
          </a:prstGeom>
          <a:solidFill>
            <a:schemeClr val="accent1"/>
          </a:solidFill>
          <a:ln w="12700">
            <a:solidFill>
              <a:srgbClr val="FFFFFF">
                <a:alpha val="0"/>
              </a:srgbClr>
            </a:solidFill>
            <a:prstDash val="solid"/>
          </a:ln>
        </p:spPr>
      </p:sp>
      <p:sp>
        <p:nvSpPr>
          <p:cNvPr id="66" name="Shape 63"/>
          <p:cNvSpPr/>
          <p:nvPr/>
        </p:nvSpPr>
        <p:spPr>
          <a:xfrm>
            <a:off x="9691116" y="5001768"/>
            <a:ext cx="292608" cy="73152"/>
          </a:xfrm>
          <a:prstGeom prst="roundRect">
            <a:avLst>
              <a:gd name="adj" fmla="val 37500"/>
            </a:avLst>
          </a:prstGeom>
          <a:solidFill>
            <a:schemeClr val="accent1"/>
          </a:solidFill>
          <a:ln w="12700">
            <a:solidFill>
              <a:srgbClr val="FFFFFF">
                <a:alpha val="0"/>
              </a:srgbClr>
            </a:solidFill>
            <a:prstDash val="solid"/>
          </a:ln>
        </p:spPr>
      </p:sp>
      <p:sp>
        <p:nvSpPr>
          <p:cNvPr id="67" name="Shape 64"/>
          <p:cNvSpPr/>
          <p:nvPr/>
        </p:nvSpPr>
        <p:spPr>
          <a:xfrm>
            <a:off x="8046720" y="5056632"/>
            <a:ext cx="2148840" cy="457200"/>
          </a:xfrm>
          <a:prstGeom prst="roundRect">
            <a:avLst>
              <a:gd name="adj" fmla="val 16000"/>
            </a:avLst>
          </a:prstGeom>
          <a:solidFill>
            <a:schemeClr val="accent1"/>
          </a:solidFill>
          <a:ln w="12700">
            <a:solidFill>
              <a:srgbClr val="FFFFFF">
                <a:alpha val="0"/>
              </a:srgbClr>
            </a:solidFill>
            <a:prstDash val="solid"/>
          </a:ln>
        </p:spPr>
      </p:sp>
      <p:sp>
        <p:nvSpPr>
          <p:cNvPr id="68" name="Text 65"/>
          <p:cNvSpPr txBox="1"/>
          <p:nvPr/>
        </p:nvSpPr>
        <p:spPr>
          <a:xfrm>
            <a:off x="8119872" y="5056632"/>
            <a:ext cx="2002536" cy="457200"/>
          </a:xfrm>
          <a:prstGeom prst="rect">
            <a:avLst/>
          </a:prstGeom>
          <a:noFill/>
          <a:ln/>
        </p:spPr>
        <p:txBody>
          <a:bodyPr wrap="square" lIns="0" tIns="0" rIns="0" bIns="0" rtlCol="0" anchor="ctr"/>
          <a:lstStyle/>
          <a:p>
            <a:pPr algn="ctr" indent="0" marL="0">
              <a:buNone/>
            </a:pPr>
            <a:r>
              <a:rPr lang="en-US" sz="1600" b="1" i="1" dirty="0">
                <a:solidFill>
                  <a:schemeClr val="bg1"/>
                </a:solidFill>
              </a:rPr>
              <a:t>Welkom!</a:t>
            </a:r>
            <a:endParaRPr lang="en-US" sz="1600" dirty="0"/>
          </a:p>
        </p:txBody>
      </p:sp>
      <p:sp>
        <p:nvSpPr>
          <p:cNvPr id="69" name="Text 66"/>
          <p:cNvSpPr txBox="1"/>
          <p:nvPr/>
        </p:nvSpPr>
        <p:spPr>
          <a:xfrm>
            <a:off x="10287000" y="5056632"/>
            <a:ext cx="1417320" cy="457200"/>
          </a:xfrm>
          <a:prstGeom prst="rect">
            <a:avLst/>
          </a:prstGeom>
          <a:noFill/>
          <a:ln/>
        </p:spPr>
        <p:txBody>
          <a:bodyPr wrap="square" lIns="0" tIns="0" rIns="0" bIns="0" rtlCol="0" anchor="ctr"/>
          <a:lstStyle/>
          <a:p>
            <a:pPr algn="l" indent="0" marL="0">
              <a:buNone/>
            </a:pPr>
            <a:r>
              <a:rPr lang="en-US" sz="1300" i="1" dirty="0">
                <a:solidFill>
                  <a:schemeClr val="accent5"/>
                </a:solidFill>
              </a:rPr>
              <a:t>bienvenue</a:t>
            </a:r>
            <a:endParaRPr lang="en-US" sz="1300" dirty="0"/>
          </a:p>
        </p:txBody>
      </p:sp>
      <p:sp>
        <p:nvSpPr>
          <p:cNvPr id="70" name="Text 67"/>
          <p:cNvSpPr txBox="1"/>
          <p:nvPr/>
        </p:nvSpPr>
        <p:spPr>
          <a:xfrm>
            <a:off x="548640" y="5852160"/>
            <a:ext cx="11091672" cy="411480"/>
          </a:xfrm>
          <a:prstGeom prst="rect">
            <a:avLst/>
          </a:prstGeom>
          <a:noFill/>
          <a:ln/>
        </p:spPr>
        <p:txBody>
          <a:bodyPr wrap="square" lIns="0" tIns="0" rIns="0" bIns="0" rtlCol="0" anchor="t"/>
          <a:lstStyle/>
          <a:p>
            <a:pPr algn="ctr" indent="0" marL="0">
              <a:buNone/>
            </a:pPr>
            <a:r>
              <a:rPr lang="en-US" sz="1500" i="1" dirty="0">
                <a:solidFill>
                  <a:schemeClr val="accent5"/>
                </a:solidFill>
              </a:rPr>
              <a:t>Alsjeblieft</a:t>
            </a:r>
            <a:r>
              <a:rPr lang="en-US" sz="1500" i="1" dirty="0">
                <a:solidFill>
                  <a:schemeClr val="accent5"/>
                </a:solidFill>
              </a:rPr>
              <a:t> sert pour demander </a:t>
            </a:r>
            <a:r>
              <a:rPr lang="en-US" sz="1500" b="1" i="1" dirty="0">
                <a:solidFill>
                  <a:schemeClr val="accent5"/>
                </a:solidFill>
              </a:rPr>
              <a:t>et</a:t>
            </a:r>
            <a:r>
              <a:rPr lang="en-US" sz="1500" i="1" dirty="0">
                <a:solidFill>
                  <a:schemeClr val="accent5"/>
                </a:solidFill>
              </a:rPr>
              <a:t> pour donner (« voilà ») · </a:t>
            </a:r>
            <a:r>
              <a:rPr lang="en-US" sz="1500" i="1" dirty="0">
                <a:solidFill>
                  <a:schemeClr val="accent5"/>
                </a:solidFill>
              </a:rPr>
              <a:t>Aangenaam</a:t>
            </a:r>
            <a:r>
              <a:rPr lang="en-US" sz="1500" i="1" dirty="0">
                <a:solidFill>
                  <a:schemeClr val="accent5"/>
                </a:solidFill>
              </a:rPr>
              <a:t> : en se serrant la main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blocs bouées : se dépanner</a:t>
            </a:r>
            <a:endParaRPr lang="en-US" sz="3000" dirty="0"/>
          </a:p>
        </p:txBody>
      </p:sp>
      <p:sp>
        <p:nvSpPr>
          <p:cNvPr id="3" name="tag"/>
          <p:cNvSpPr/>
          <p:nvPr/>
        </p:nvSpPr>
        <p:spPr>
          <a:xfrm>
            <a:off x="54864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BLOCS BOUÉES</a:t>
            </a:r>
            <a:endParaRPr lang="en-US" sz="1200" dirty="0"/>
          </a:p>
        </p:txBody>
      </p:sp>
      <p:pic>
        <p:nvPicPr>
          <p:cNvPr id="5" name="Image 0" descr="ring buoy">    </p:cNvPr>
          <p:cNvPicPr>
            <a:picLocks noChangeAspect="1"/>
          </p:cNvPicPr>
          <p:nvPr/>
        </p:nvPicPr>
        <p:blipFill>
          <a:blip r:embed="rId1"/>
          <a:stretch>
            <a:fillRect/>
          </a:stretch>
        </p:blipFill>
        <p:spPr>
          <a:xfrm>
            <a:off x="640080" y="2103120"/>
            <a:ext cx="1828800" cy="1828800"/>
          </a:xfrm>
          <a:prstGeom prst="rect">
            <a:avLst/>
          </a:prstGeom>
        </p:spPr>
      </p:pic>
      <p:sp>
        <p:nvSpPr>
          <p:cNvPr id="6" name="Text 2"/>
          <p:cNvSpPr txBox="1"/>
          <p:nvPr/>
        </p:nvSpPr>
        <p:spPr>
          <a:xfrm>
            <a:off x="548640" y="4023360"/>
            <a:ext cx="2011680" cy="822960"/>
          </a:xfrm>
          <a:prstGeom prst="rect">
            <a:avLst/>
          </a:prstGeom>
          <a:noFill/>
          <a:ln/>
        </p:spPr>
        <p:txBody>
          <a:bodyPr wrap="square" lIns="0" tIns="0" rIns="0" bIns="0" rtlCol="0" anchor="t"/>
          <a:lstStyle/>
          <a:p>
            <a:pPr algn="ctr" indent="0" marL="0">
              <a:buNone/>
            </a:pPr>
            <a:r>
              <a:rPr lang="en-US" sz="1500" b="1" dirty="0">
                <a:solidFill>
                  <a:schemeClr val="accent3"/>
                </a:solidFill>
              </a:rPr>
              <a:t>Pas compris ?</a:t>
            </a:r>
            <a:endParaRPr lang="en-US" sz="1500" dirty="0"/>
          </a:p>
          <a:p>
            <a:pPr algn="ctr" indent="0" marL="0">
              <a:buNone/>
            </a:pPr>
            <a:r>
              <a:rPr lang="en-US" sz="1500" b="1" dirty="0">
                <a:solidFill>
                  <a:schemeClr val="accent3"/>
                </a:solidFill>
              </a:rPr>
              <a:t>Pas de panique !</a:t>
            </a:r>
            <a:endParaRPr lang="en-US" sz="1500" dirty="0"/>
          </a:p>
        </p:txBody>
      </p:sp>
      <p:pic>
        <p:nvPicPr>
          <p:cNvPr id="7" name="Image 1" descr="repeat button">    </p:cNvPr>
          <p:cNvPicPr>
            <a:picLocks noChangeAspect="1"/>
          </p:cNvPicPr>
          <p:nvPr/>
        </p:nvPicPr>
        <p:blipFill>
          <a:blip r:embed="rId2"/>
          <a:stretch>
            <a:fillRect/>
          </a:stretch>
        </p:blipFill>
        <p:spPr>
          <a:xfrm>
            <a:off x="2834640" y="1536192"/>
            <a:ext cx="402336" cy="402336"/>
          </a:xfrm>
          <a:prstGeom prst="rect">
            <a:avLst/>
          </a:prstGeom>
        </p:spPr>
      </p:pic>
      <p:sp>
        <p:nvSpPr>
          <p:cNvPr id="8" name="Shape 3"/>
          <p:cNvSpPr/>
          <p:nvPr/>
        </p:nvSpPr>
        <p:spPr>
          <a:xfrm>
            <a:off x="3663696" y="1520464"/>
            <a:ext cx="292608" cy="61448"/>
          </a:xfrm>
          <a:prstGeom prst="roundRect">
            <a:avLst>
              <a:gd name="adj" fmla="val 44643"/>
            </a:avLst>
          </a:prstGeom>
          <a:solidFill>
            <a:schemeClr val="accent3"/>
          </a:solidFill>
          <a:ln w="12700">
            <a:solidFill>
              <a:srgbClr val="FFFFFF">
                <a:alpha val="0"/>
              </a:srgbClr>
            </a:solidFill>
            <a:prstDash val="solid"/>
          </a:ln>
        </p:spPr>
      </p:sp>
      <p:sp>
        <p:nvSpPr>
          <p:cNvPr id="9" name="Shape 4"/>
          <p:cNvSpPr/>
          <p:nvPr/>
        </p:nvSpPr>
        <p:spPr>
          <a:xfrm>
            <a:off x="4517136" y="1520464"/>
            <a:ext cx="292608" cy="61448"/>
          </a:xfrm>
          <a:prstGeom prst="roundRect">
            <a:avLst>
              <a:gd name="adj" fmla="val 44643"/>
            </a:avLst>
          </a:prstGeom>
          <a:solidFill>
            <a:schemeClr val="accent3"/>
          </a:solidFill>
          <a:ln w="12700">
            <a:solidFill>
              <a:srgbClr val="FFFFFF">
                <a:alpha val="0"/>
              </a:srgbClr>
            </a:solidFill>
            <a:prstDash val="solid"/>
          </a:ln>
        </p:spPr>
      </p:sp>
      <p:sp>
        <p:nvSpPr>
          <p:cNvPr id="10" name="Shape 5"/>
          <p:cNvSpPr/>
          <p:nvPr/>
        </p:nvSpPr>
        <p:spPr>
          <a:xfrm>
            <a:off x="5370576" y="1520464"/>
            <a:ext cx="292608" cy="61448"/>
          </a:xfrm>
          <a:prstGeom prst="roundRect">
            <a:avLst>
              <a:gd name="adj" fmla="val 44643"/>
            </a:avLst>
          </a:prstGeom>
          <a:solidFill>
            <a:schemeClr val="accent3"/>
          </a:solidFill>
          <a:ln w="12700">
            <a:solidFill>
              <a:srgbClr val="FFFFFF">
                <a:alpha val="0"/>
              </a:srgbClr>
            </a:solidFill>
            <a:prstDash val="solid"/>
          </a:ln>
        </p:spPr>
      </p:sp>
      <p:sp>
        <p:nvSpPr>
          <p:cNvPr id="11" name="Shape 6"/>
          <p:cNvSpPr/>
          <p:nvPr/>
        </p:nvSpPr>
        <p:spPr>
          <a:xfrm>
            <a:off x="6224016" y="1520464"/>
            <a:ext cx="292608" cy="61448"/>
          </a:xfrm>
          <a:prstGeom prst="roundRect">
            <a:avLst>
              <a:gd name="adj" fmla="val 44643"/>
            </a:avLst>
          </a:prstGeom>
          <a:solidFill>
            <a:schemeClr val="accent3"/>
          </a:solidFill>
          <a:ln w="12700">
            <a:solidFill>
              <a:srgbClr val="FFFFFF">
                <a:alpha val="0"/>
              </a:srgbClr>
            </a:solidFill>
            <a:prstDash val="solid"/>
          </a:ln>
        </p:spPr>
      </p:sp>
      <p:sp>
        <p:nvSpPr>
          <p:cNvPr id="12" name="Shape 7"/>
          <p:cNvSpPr/>
          <p:nvPr/>
        </p:nvSpPr>
        <p:spPr>
          <a:xfrm>
            <a:off x="7077456" y="1520464"/>
            <a:ext cx="292608" cy="61448"/>
          </a:xfrm>
          <a:prstGeom prst="roundRect">
            <a:avLst>
              <a:gd name="adj" fmla="val 44643"/>
            </a:avLst>
          </a:prstGeom>
          <a:solidFill>
            <a:schemeClr val="accent3"/>
          </a:solidFill>
          <a:ln w="12700">
            <a:solidFill>
              <a:srgbClr val="FFFFFF">
                <a:alpha val="0"/>
              </a:srgbClr>
            </a:solidFill>
            <a:prstDash val="solid"/>
          </a:ln>
        </p:spPr>
      </p:sp>
      <p:sp>
        <p:nvSpPr>
          <p:cNvPr id="13" name="Shape 8"/>
          <p:cNvSpPr/>
          <p:nvPr/>
        </p:nvSpPr>
        <p:spPr>
          <a:xfrm>
            <a:off x="7930896" y="1520464"/>
            <a:ext cx="292608" cy="61448"/>
          </a:xfrm>
          <a:prstGeom prst="roundRect">
            <a:avLst>
              <a:gd name="adj" fmla="val 44643"/>
            </a:avLst>
          </a:prstGeom>
          <a:solidFill>
            <a:schemeClr val="accent3"/>
          </a:solidFill>
          <a:ln w="12700">
            <a:solidFill>
              <a:srgbClr val="FFFFFF">
                <a:alpha val="0"/>
              </a:srgbClr>
            </a:solidFill>
            <a:prstDash val="solid"/>
          </a:ln>
        </p:spPr>
      </p:sp>
      <p:sp>
        <p:nvSpPr>
          <p:cNvPr id="14" name="Shape 9"/>
          <p:cNvSpPr/>
          <p:nvPr/>
        </p:nvSpPr>
        <p:spPr>
          <a:xfrm>
            <a:off x="3383280" y="1563624"/>
            <a:ext cx="5120640" cy="384048"/>
          </a:xfrm>
          <a:prstGeom prst="roundRect">
            <a:avLst>
              <a:gd name="adj" fmla="val 19048"/>
            </a:avLst>
          </a:prstGeom>
          <a:solidFill>
            <a:schemeClr val="accent3"/>
          </a:solidFill>
          <a:ln w="12700">
            <a:solidFill>
              <a:srgbClr val="FFFFFF">
                <a:alpha val="0"/>
              </a:srgbClr>
            </a:solidFill>
            <a:prstDash val="solid"/>
          </a:ln>
        </p:spPr>
      </p:sp>
      <p:sp>
        <p:nvSpPr>
          <p:cNvPr id="15" name="Text 10"/>
          <p:cNvSpPr txBox="1"/>
          <p:nvPr/>
        </p:nvSpPr>
        <p:spPr>
          <a:xfrm>
            <a:off x="3456432" y="1563624"/>
            <a:ext cx="4974336" cy="384048"/>
          </a:xfrm>
          <a:prstGeom prst="rect">
            <a:avLst/>
          </a:prstGeom>
          <a:noFill/>
          <a:ln/>
        </p:spPr>
        <p:txBody>
          <a:bodyPr wrap="square" lIns="0" tIns="0" rIns="0" bIns="0" rtlCol="0" anchor="ctr"/>
          <a:lstStyle/>
          <a:p>
            <a:pPr algn="l" indent="0" marL="0">
              <a:buNone/>
            </a:pPr>
            <a:r>
              <a:rPr lang="en-US" sz="1600" b="1" i="1" dirty="0">
                <a:solidFill>
                  <a:schemeClr val="bg1"/>
                </a:solidFill>
              </a:rPr>
              <a:t>Kan je even herhalen?</a:t>
            </a:r>
            <a:endParaRPr lang="en-US" sz="1600" dirty="0"/>
          </a:p>
        </p:txBody>
      </p:sp>
      <p:sp>
        <p:nvSpPr>
          <p:cNvPr id="16" name="Text 11"/>
          <p:cNvSpPr txBox="1"/>
          <p:nvPr/>
        </p:nvSpPr>
        <p:spPr>
          <a:xfrm>
            <a:off x="8641080" y="1508760"/>
            <a:ext cx="3017520" cy="475488"/>
          </a:xfrm>
          <a:prstGeom prst="rect">
            <a:avLst/>
          </a:prstGeom>
          <a:noFill/>
          <a:ln/>
        </p:spPr>
        <p:txBody>
          <a:bodyPr wrap="square" lIns="0" tIns="0" rIns="0" bIns="0" rtlCol="0" anchor="ctr"/>
          <a:lstStyle/>
          <a:p>
            <a:pPr algn="l" indent="0" marL="0">
              <a:buNone/>
            </a:pPr>
            <a:r>
              <a:rPr lang="en-US" sz="1400" i="1" dirty="0">
                <a:solidFill>
                  <a:schemeClr val="accent5"/>
                </a:solidFill>
              </a:rPr>
              <a:t>Tu peux répéter ?</a:t>
            </a:r>
            <a:endParaRPr lang="en-US" sz="1400" dirty="0"/>
          </a:p>
        </p:txBody>
      </p:sp>
      <p:pic>
        <p:nvPicPr>
          <p:cNvPr id="17" name="Image 2" descr="turtle">    </p:cNvPr>
          <p:cNvPicPr>
            <a:picLocks noChangeAspect="1"/>
          </p:cNvPicPr>
          <p:nvPr/>
        </p:nvPicPr>
        <p:blipFill>
          <a:blip r:embed="rId3"/>
          <a:stretch>
            <a:fillRect/>
          </a:stretch>
        </p:blipFill>
        <p:spPr>
          <a:xfrm>
            <a:off x="2834640" y="2048256"/>
            <a:ext cx="402336" cy="402336"/>
          </a:xfrm>
          <a:prstGeom prst="rect">
            <a:avLst/>
          </a:prstGeom>
        </p:spPr>
      </p:pic>
      <p:sp>
        <p:nvSpPr>
          <p:cNvPr id="18" name="Shape 12"/>
          <p:cNvSpPr/>
          <p:nvPr/>
        </p:nvSpPr>
        <p:spPr>
          <a:xfrm>
            <a:off x="3663696" y="2032528"/>
            <a:ext cx="292608" cy="61448"/>
          </a:xfrm>
          <a:prstGeom prst="roundRect">
            <a:avLst>
              <a:gd name="adj" fmla="val 44643"/>
            </a:avLst>
          </a:prstGeom>
          <a:solidFill>
            <a:schemeClr val="accent3"/>
          </a:solidFill>
          <a:ln w="12700">
            <a:solidFill>
              <a:srgbClr val="FFFFFF">
                <a:alpha val="0"/>
              </a:srgbClr>
            </a:solidFill>
            <a:prstDash val="solid"/>
          </a:ln>
        </p:spPr>
      </p:sp>
      <p:sp>
        <p:nvSpPr>
          <p:cNvPr id="19" name="Shape 13"/>
          <p:cNvSpPr/>
          <p:nvPr/>
        </p:nvSpPr>
        <p:spPr>
          <a:xfrm>
            <a:off x="4517136" y="2032528"/>
            <a:ext cx="292608" cy="61448"/>
          </a:xfrm>
          <a:prstGeom prst="roundRect">
            <a:avLst>
              <a:gd name="adj" fmla="val 44643"/>
            </a:avLst>
          </a:prstGeom>
          <a:solidFill>
            <a:schemeClr val="accent3"/>
          </a:solidFill>
          <a:ln w="12700">
            <a:solidFill>
              <a:srgbClr val="FFFFFF">
                <a:alpha val="0"/>
              </a:srgbClr>
            </a:solidFill>
            <a:prstDash val="solid"/>
          </a:ln>
        </p:spPr>
      </p:sp>
      <p:sp>
        <p:nvSpPr>
          <p:cNvPr id="20" name="Shape 14"/>
          <p:cNvSpPr/>
          <p:nvPr/>
        </p:nvSpPr>
        <p:spPr>
          <a:xfrm>
            <a:off x="5370576" y="2032528"/>
            <a:ext cx="292608" cy="61448"/>
          </a:xfrm>
          <a:prstGeom prst="roundRect">
            <a:avLst>
              <a:gd name="adj" fmla="val 44643"/>
            </a:avLst>
          </a:prstGeom>
          <a:solidFill>
            <a:schemeClr val="accent3"/>
          </a:solidFill>
          <a:ln w="12700">
            <a:solidFill>
              <a:srgbClr val="FFFFFF">
                <a:alpha val="0"/>
              </a:srgbClr>
            </a:solidFill>
            <a:prstDash val="solid"/>
          </a:ln>
        </p:spPr>
      </p:sp>
      <p:sp>
        <p:nvSpPr>
          <p:cNvPr id="21" name="Shape 15"/>
          <p:cNvSpPr/>
          <p:nvPr/>
        </p:nvSpPr>
        <p:spPr>
          <a:xfrm>
            <a:off x="6224016" y="2032528"/>
            <a:ext cx="292608" cy="61448"/>
          </a:xfrm>
          <a:prstGeom prst="roundRect">
            <a:avLst>
              <a:gd name="adj" fmla="val 44643"/>
            </a:avLst>
          </a:prstGeom>
          <a:solidFill>
            <a:schemeClr val="accent3"/>
          </a:solidFill>
          <a:ln w="12700">
            <a:solidFill>
              <a:srgbClr val="FFFFFF">
                <a:alpha val="0"/>
              </a:srgbClr>
            </a:solidFill>
            <a:prstDash val="solid"/>
          </a:ln>
        </p:spPr>
      </p:sp>
      <p:sp>
        <p:nvSpPr>
          <p:cNvPr id="22" name="Shape 16"/>
          <p:cNvSpPr/>
          <p:nvPr/>
        </p:nvSpPr>
        <p:spPr>
          <a:xfrm>
            <a:off x="7077456" y="2032528"/>
            <a:ext cx="292608" cy="61448"/>
          </a:xfrm>
          <a:prstGeom prst="roundRect">
            <a:avLst>
              <a:gd name="adj" fmla="val 44643"/>
            </a:avLst>
          </a:prstGeom>
          <a:solidFill>
            <a:schemeClr val="accent3"/>
          </a:solidFill>
          <a:ln w="12700">
            <a:solidFill>
              <a:srgbClr val="FFFFFF">
                <a:alpha val="0"/>
              </a:srgbClr>
            </a:solidFill>
            <a:prstDash val="solid"/>
          </a:ln>
        </p:spPr>
      </p:sp>
      <p:sp>
        <p:nvSpPr>
          <p:cNvPr id="23" name="Shape 17"/>
          <p:cNvSpPr/>
          <p:nvPr/>
        </p:nvSpPr>
        <p:spPr>
          <a:xfrm>
            <a:off x="7930896" y="2032528"/>
            <a:ext cx="292608" cy="61448"/>
          </a:xfrm>
          <a:prstGeom prst="roundRect">
            <a:avLst>
              <a:gd name="adj" fmla="val 44643"/>
            </a:avLst>
          </a:prstGeom>
          <a:solidFill>
            <a:schemeClr val="accent3"/>
          </a:solidFill>
          <a:ln w="12700">
            <a:solidFill>
              <a:srgbClr val="FFFFFF">
                <a:alpha val="0"/>
              </a:srgbClr>
            </a:solidFill>
            <a:prstDash val="solid"/>
          </a:ln>
        </p:spPr>
      </p:sp>
      <p:sp>
        <p:nvSpPr>
          <p:cNvPr id="24" name="Shape 18"/>
          <p:cNvSpPr/>
          <p:nvPr/>
        </p:nvSpPr>
        <p:spPr>
          <a:xfrm>
            <a:off x="3383280" y="2075688"/>
            <a:ext cx="5120640" cy="384048"/>
          </a:xfrm>
          <a:prstGeom prst="roundRect">
            <a:avLst>
              <a:gd name="adj" fmla="val 19048"/>
            </a:avLst>
          </a:prstGeom>
          <a:solidFill>
            <a:schemeClr val="accent3"/>
          </a:solidFill>
          <a:ln w="12700">
            <a:solidFill>
              <a:srgbClr val="FFFFFF">
                <a:alpha val="0"/>
              </a:srgbClr>
            </a:solidFill>
            <a:prstDash val="solid"/>
          </a:ln>
        </p:spPr>
      </p:sp>
      <p:sp>
        <p:nvSpPr>
          <p:cNvPr id="25" name="Text 19"/>
          <p:cNvSpPr txBox="1"/>
          <p:nvPr/>
        </p:nvSpPr>
        <p:spPr>
          <a:xfrm>
            <a:off x="3456432" y="2075688"/>
            <a:ext cx="4974336" cy="384048"/>
          </a:xfrm>
          <a:prstGeom prst="rect">
            <a:avLst/>
          </a:prstGeom>
          <a:noFill/>
          <a:ln/>
        </p:spPr>
        <p:txBody>
          <a:bodyPr wrap="square" lIns="0" tIns="0" rIns="0" bIns="0" rtlCol="0" anchor="ctr"/>
          <a:lstStyle/>
          <a:p>
            <a:pPr algn="l" indent="0" marL="0">
              <a:buNone/>
            </a:pPr>
            <a:r>
              <a:rPr lang="en-US" sz="1600" b="1" i="1" dirty="0">
                <a:solidFill>
                  <a:schemeClr val="bg1"/>
                </a:solidFill>
              </a:rPr>
              <a:t>Kan je wat trager spreken?</a:t>
            </a:r>
            <a:endParaRPr lang="en-US" sz="1600" dirty="0"/>
          </a:p>
        </p:txBody>
      </p:sp>
      <p:sp>
        <p:nvSpPr>
          <p:cNvPr id="26" name="Text 20"/>
          <p:cNvSpPr txBox="1"/>
          <p:nvPr/>
        </p:nvSpPr>
        <p:spPr>
          <a:xfrm>
            <a:off x="8641080" y="2020824"/>
            <a:ext cx="3017520" cy="475488"/>
          </a:xfrm>
          <a:prstGeom prst="rect">
            <a:avLst/>
          </a:prstGeom>
          <a:noFill/>
          <a:ln/>
        </p:spPr>
        <p:txBody>
          <a:bodyPr wrap="square" lIns="0" tIns="0" rIns="0" bIns="0" rtlCol="0" anchor="ctr"/>
          <a:lstStyle/>
          <a:p>
            <a:pPr algn="l" indent="0" marL="0">
              <a:buNone/>
            </a:pPr>
            <a:r>
              <a:rPr lang="en-US" sz="1400" i="1" dirty="0">
                <a:solidFill>
                  <a:schemeClr val="accent5"/>
                </a:solidFill>
              </a:rPr>
              <a:t>plus lentement ?</a:t>
            </a:r>
            <a:endParaRPr lang="en-US" sz="1400" dirty="0"/>
          </a:p>
        </p:txBody>
      </p:sp>
      <p:pic>
        <p:nvPicPr>
          <p:cNvPr id="27" name="Image 3" descr="input latin letters">    </p:cNvPr>
          <p:cNvPicPr>
            <a:picLocks noChangeAspect="1"/>
          </p:cNvPicPr>
          <p:nvPr/>
        </p:nvPicPr>
        <p:blipFill>
          <a:blip r:embed="rId4"/>
          <a:stretch>
            <a:fillRect/>
          </a:stretch>
        </p:blipFill>
        <p:spPr>
          <a:xfrm>
            <a:off x="2834640" y="2560320"/>
            <a:ext cx="402336" cy="402336"/>
          </a:xfrm>
          <a:prstGeom prst="rect">
            <a:avLst/>
          </a:prstGeom>
        </p:spPr>
      </p:pic>
      <p:sp>
        <p:nvSpPr>
          <p:cNvPr id="28" name="Shape 21"/>
          <p:cNvSpPr/>
          <p:nvPr/>
        </p:nvSpPr>
        <p:spPr>
          <a:xfrm>
            <a:off x="3663696" y="2544592"/>
            <a:ext cx="292608" cy="61448"/>
          </a:xfrm>
          <a:prstGeom prst="roundRect">
            <a:avLst>
              <a:gd name="adj" fmla="val 44643"/>
            </a:avLst>
          </a:prstGeom>
          <a:solidFill>
            <a:schemeClr val="accent3"/>
          </a:solidFill>
          <a:ln w="12700">
            <a:solidFill>
              <a:srgbClr val="FFFFFF">
                <a:alpha val="0"/>
              </a:srgbClr>
            </a:solidFill>
            <a:prstDash val="solid"/>
          </a:ln>
        </p:spPr>
      </p:sp>
      <p:sp>
        <p:nvSpPr>
          <p:cNvPr id="29" name="Shape 22"/>
          <p:cNvSpPr/>
          <p:nvPr/>
        </p:nvSpPr>
        <p:spPr>
          <a:xfrm>
            <a:off x="4517136" y="2544592"/>
            <a:ext cx="292608" cy="61448"/>
          </a:xfrm>
          <a:prstGeom prst="roundRect">
            <a:avLst>
              <a:gd name="adj" fmla="val 44643"/>
            </a:avLst>
          </a:prstGeom>
          <a:solidFill>
            <a:schemeClr val="accent3"/>
          </a:solidFill>
          <a:ln w="12700">
            <a:solidFill>
              <a:srgbClr val="FFFFFF">
                <a:alpha val="0"/>
              </a:srgbClr>
            </a:solidFill>
            <a:prstDash val="solid"/>
          </a:ln>
        </p:spPr>
      </p:sp>
      <p:sp>
        <p:nvSpPr>
          <p:cNvPr id="30" name="Shape 23"/>
          <p:cNvSpPr/>
          <p:nvPr/>
        </p:nvSpPr>
        <p:spPr>
          <a:xfrm>
            <a:off x="5370576" y="2544592"/>
            <a:ext cx="292608" cy="61448"/>
          </a:xfrm>
          <a:prstGeom prst="roundRect">
            <a:avLst>
              <a:gd name="adj" fmla="val 44643"/>
            </a:avLst>
          </a:prstGeom>
          <a:solidFill>
            <a:schemeClr val="accent3"/>
          </a:solidFill>
          <a:ln w="12700">
            <a:solidFill>
              <a:srgbClr val="FFFFFF">
                <a:alpha val="0"/>
              </a:srgbClr>
            </a:solidFill>
            <a:prstDash val="solid"/>
          </a:ln>
        </p:spPr>
      </p:sp>
      <p:sp>
        <p:nvSpPr>
          <p:cNvPr id="31" name="Shape 24"/>
          <p:cNvSpPr/>
          <p:nvPr/>
        </p:nvSpPr>
        <p:spPr>
          <a:xfrm>
            <a:off x="6224016" y="2544592"/>
            <a:ext cx="292608" cy="61448"/>
          </a:xfrm>
          <a:prstGeom prst="roundRect">
            <a:avLst>
              <a:gd name="adj" fmla="val 44643"/>
            </a:avLst>
          </a:prstGeom>
          <a:solidFill>
            <a:schemeClr val="accent3"/>
          </a:solidFill>
          <a:ln w="12700">
            <a:solidFill>
              <a:srgbClr val="FFFFFF">
                <a:alpha val="0"/>
              </a:srgbClr>
            </a:solidFill>
            <a:prstDash val="solid"/>
          </a:ln>
        </p:spPr>
      </p:sp>
      <p:sp>
        <p:nvSpPr>
          <p:cNvPr id="32" name="Shape 25"/>
          <p:cNvSpPr/>
          <p:nvPr/>
        </p:nvSpPr>
        <p:spPr>
          <a:xfrm>
            <a:off x="7077456" y="2544592"/>
            <a:ext cx="292608" cy="61448"/>
          </a:xfrm>
          <a:prstGeom prst="roundRect">
            <a:avLst>
              <a:gd name="adj" fmla="val 44643"/>
            </a:avLst>
          </a:prstGeom>
          <a:solidFill>
            <a:schemeClr val="accent3"/>
          </a:solidFill>
          <a:ln w="12700">
            <a:solidFill>
              <a:srgbClr val="FFFFFF">
                <a:alpha val="0"/>
              </a:srgbClr>
            </a:solidFill>
            <a:prstDash val="solid"/>
          </a:ln>
        </p:spPr>
      </p:sp>
      <p:sp>
        <p:nvSpPr>
          <p:cNvPr id="33" name="Shape 26"/>
          <p:cNvSpPr/>
          <p:nvPr/>
        </p:nvSpPr>
        <p:spPr>
          <a:xfrm>
            <a:off x="7930896" y="2544592"/>
            <a:ext cx="292608" cy="61448"/>
          </a:xfrm>
          <a:prstGeom prst="roundRect">
            <a:avLst>
              <a:gd name="adj" fmla="val 44643"/>
            </a:avLst>
          </a:prstGeom>
          <a:solidFill>
            <a:schemeClr val="accent3"/>
          </a:solidFill>
          <a:ln w="12700">
            <a:solidFill>
              <a:srgbClr val="FFFFFF">
                <a:alpha val="0"/>
              </a:srgbClr>
            </a:solidFill>
            <a:prstDash val="solid"/>
          </a:ln>
        </p:spPr>
      </p:sp>
      <p:sp>
        <p:nvSpPr>
          <p:cNvPr id="34" name="Shape 27"/>
          <p:cNvSpPr/>
          <p:nvPr/>
        </p:nvSpPr>
        <p:spPr>
          <a:xfrm>
            <a:off x="3383280" y="2587752"/>
            <a:ext cx="5120640" cy="384048"/>
          </a:xfrm>
          <a:prstGeom prst="roundRect">
            <a:avLst>
              <a:gd name="adj" fmla="val 19048"/>
            </a:avLst>
          </a:prstGeom>
          <a:solidFill>
            <a:schemeClr val="accent3"/>
          </a:solidFill>
          <a:ln w="12700">
            <a:solidFill>
              <a:srgbClr val="FFFFFF">
                <a:alpha val="0"/>
              </a:srgbClr>
            </a:solidFill>
            <a:prstDash val="solid"/>
          </a:ln>
        </p:spPr>
      </p:sp>
      <p:sp>
        <p:nvSpPr>
          <p:cNvPr id="35" name="Text 28"/>
          <p:cNvSpPr txBox="1"/>
          <p:nvPr/>
        </p:nvSpPr>
        <p:spPr>
          <a:xfrm>
            <a:off x="3456432" y="2587752"/>
            <a:ext cx="4974336" cy="384048"/>
          </a:xfrm>
          <a:prstGeom prst="rect">
            <a:avLst/>
          </a:prstGeom>
          <a:noFill/>
          <a:ln/>
        </p:spPr>
        <p:txBody>
          <a:bodyPr wrap="square" lIns="0" tIns="0" rIns="0" bIns="0" rtlCol="0" anchor="ctr"/>
          <a:lstStyle/>
          <a:p>
            <a:pPr algn="l" indent="0" marL="0">
              <a:buNone/>
            </a:pPr>
            <a:r>
              <a:rPr lang="en-US" sz="1600" b="1" i="1" dirty="0">
                <a:solidFill>
                  <a:schemeClr val="bg1"/>
                </a:solidFill>
              </a:rPr>
              <a:t>Kan je het laatste woord spellen?</a:t>
            </a:r>
            <a:endParaRPr lang="en-US" sz="1600" dirty="0"/>
          </a:p>
        </p:txBody>
      </p:sp>
      <p:sp>
        <p:nvSpPr>
          <p:cNvPr id="36" name="Text 29"/>
          <p:cNvSpPr txBox="1"/>
          <p:nvPr/>
        </p:nvSpPr>
        <p:spPr>
          <a:xfrm>
            <a:off x="8641080" y="2532888"/>
            <a:ext cx="3017520" cy="475488"/>
          </a:xfrm>
          <a:prstGeom prst="rect">
            <a:avLst/>
          </a:prstGeom>
          <a:noFill/>
          <a:ln/>
        </p:spPr>
        <p:txBody>
          <a:bodyPr wrap="square" lIns="0" tIns="0" rIns="0" bIns="0" rtlCol="0" anchor="ctr"/>
          <a:lstStyle/>
          <a:p>
            <a:pPr algn="l" indent="0" marL="0">
              <a:buNone/>
            </a:pPr>
            <a:r>
              <a:rPr lang="en-US" sz="1400" i="1" dirty="0">
                <a:solidFill>
                  <a:schemeClr val="accent5"/>
                </a:solidFill>
              </a:rPr>
              <a:t>épeler le dernier mot ?</a:t>
            </a:r>
            <a:endParaRPr lang="en-US" sz="1400" dirty="0"/>
          </a:p>
        </p:txBody>
      </p:sp>
      <p:pic>
        <p:nvPicPr>
          <p:cNvPr id="37" name="Image 4" descr="pencil">    </p:cNvPr>
          <p:cNvPicPr>
            <a:picLocks noChangeAspect="1"/>
          </p:cNvPicPr>
          <p:nvPr/>
        </p:nvPicPr>
        <p:blipFill>
          <a:blip r:embed="rId5"/>
          <a:stretch>
            <a:fillRect/>
          </a:stretch>
        </p:blipFill>
        <p:spPr>
          <a:xfrm>
            <a:off x="2834640" y="3072384"/>
            <a:ext cx="402336" cy="402336"/>
          </a:xfrm>
          <a:prstGeom prst="rect">
            <a:avLst/>
          </a:prstGeom>
        </p:spPr>
      </p:pic>
      <p:sp>
        <p:nvSpPr>
          <p:cNvPr id="38" name="Shape 30"/>
          <p:cNvSpPr/>
          <p:nvPr/>
        </p:nvSpPr>
        <p:spPr>
          <a:xfrm>
            <a:off x="3663696" y="3056656"/>
            <a:ext cx="292608" cy="61448"/>
          </a:xfrm>
          <a:prstGeom prst="roundRect">
            <a:avLst>
              <a:gd name="adj" fmla="val 44643"/>
            </a:avLst>
          </a:prstGeom>
          <a:solidFill>
            <a:schemeClr val="accent3"/>
          </a:solidFill>
          <a:ln w="12700">
            <a:solidFill>
              <a:srgbClr val="FFFFFF">
                <a:alpha val="0"/>
              </a:srgbClr>
            </a:solidFill>
            <a:prstDash val="solid"/>
          </a:ln>
        </p:spPr>
      </p:sp>
      <p:sp>
        <p:nvSpPr>
          <p:cNvPr id="39" name="Shape 31"/>
          <p:cNvSpPr/>
          <p:nvPr/>
        </p:nvSpPr>
        <p:spPr>
          <a:xfrm>
            <a:off x="4517136" y="3056656"/>
            <a:ext cx="292608" cy="61448"/>
          </a:xfrm>
          <a:prstGeom prst="roundRect">
            <a:avLst>
              <a:gd name="adj" fmla="val 44643"/>
            </a:avLst>
          </a:prstGeom>
          <a:solidFill>
            <a:schemeClr val="accent3"/>
          </a:solidFill>
          <a:ln w="12700">
            <a:solidFill>
              <a:srgbClr val="FFFFFF">
                <a:alpha val="0"/>
              </a:srgbClr>
            </a:solidFill>
            <a:prstDash val="solid"/>
          </a:ln>
        </p:spPr>
      </p:sp>
      <p:sp>
        <p:nvSpPr>
          <p:cNvPr id="40" name="Shape 32"/>
          <p:cNvSpPr/>
          <p:nvPr/>
        </p:nvSpPr>
        <p:spPr>
          <a:xfrm>
            <a:off x="5370576" y="3056656"/>
            <a:ext cx="292608" cy="61448"/>
          </a:xfrm>
          <a:prstGeom prst="roundRect">
            <a:avLst>
              <a:gd name="adj" fmla="val 44643"/>
            </a:avLst>
          </a:prstGeom>
          <a:solidFill>
            <a:schemeClr val="accent3"/>
          </a:solidFill>
          <a:ln w="12700">
            <a:solidFill>
              <a:srgbClr val="FFFFFF">
                <a:alpha val="0"/>
              </a:srgbClr>
            </a:solidFill>
            <a:prstDash val="solid"/>
          </a:ln>
        </p:spPr>
      </p:sp>
      <p:sp>
        <p:nvSpPr>
          <p:cNvPr id="41" name="Shape 33"/>
          <p:cNvSpPr/>
          <p:nvPr/>
        </p:nvSpPr>
        <p:spPr>
          <a:xfrm>
            <a:off x="6224016" y="3056656"/>
            <a:ext cx="292608" cy="61448"/>
          </a:xfrm>
          <a:prstGeom prst="roundRect">
            <a:avLst>
              <a:gd name="adj" fmla="val 44643"/>
            </a:avLst>
          </a:prstGeom>
          <a:solidFill>
            <a:schemeClr val="accent3"/>
          </a:solidFill>
          <a:ln w="12700">
            <a:solidFill>
              <a:srgbClr val="FFFFFF">
                <a:alpha val="0"/>
              </a:srgbClr>
            </a:solidFill>
            <a:prstDash val="solid"/>
          </a:ln>
        </p:spPr>
      </p:sp>
      <p:sp>
        <p:nvSpPr>
          <p:cNvPr id="42" name="Shape 34"/>
          <p:cNvSpPr/>
          <p:nvPr/>
        </p:nvSpPr>
        <p:spPr>
          <a:xfrm>
            <a:off x="7077456" y="3056656"/>
            <a:ext cx="292608" cy="61448"/>
          </a:xfrm>
          <a:prstGeom prst="roundRect">
            <a:avLst>
              <a:gd name="adj" fmla="val 44643"/>
            </a:avLst>
          </a:prstGeom>
          <a:solidFill>
            <a:schemeClr val="accent3"/>
          </a:solidFill>
          <a:ln w="12700">
            <a:solidFill>
              <a:srgbClr val="FFFFFF">
                <a:alpha val="0"/>
              </a:srgbClr>
            </a:solidFill>
            <a:prstDash val="solid"/>
          </a:ln>
        </p:spPr>
      </p:sp>
      <p:sp>
        <p:nvSpPr>
          <p:cNvPr id="43" name="Shape 35"/>
          <p:cNvSpPr/>
          <p:nvPr/>
        </p:nvSpPr>
        <p:spPr>
          <a:xfrm>
            <a:off x="7930896" y="3056656"/>
            <a:ext cx="292608" cy="61448"/>
          </a:xfrm>
          <a:prstGeom prst="roundRect">
            <a:avLst>
              <a:gd name="adj" fmla="val 44643"/>
            </a:avLst>
          </a:prstGeom>
          <a:solidFill>
            <a:schemeClr val="accent3"/>
          </a:solidFill>
          <a:ln w="12700">
            <a:solidFill>
              <a:srgbClr val="FFFFFF">
                <a:alpha val="0"/>
              </a:srgbClr>
            </a:solidFill>
            <a:prstDash val="solid"/>
          </a:ln>
        </p:spPr>
      </p:sp>
      <p:sp>
        <p:nvSpPr>
          <p:cNvPr id="44" name="Shape 36"/>
          <p:cNvSpPr/>
          <p:nvPr/>
        </p:nvSpPr>
        <p:spPr>
          <a:xfrm>
            <a:off x="3383280" y="3099816"/>
            <a:ext cx="5120640" cy="384048"/>
          </a:xfrm>
          <a:prstGeom prst="roundRect">
            <a:avLst>
              <a:gd name="adj" fmla="val 19048"/>
            </a:avLst>
          </a:prstGeom>
          <a:solidFill>
            <a:schemeClr val="accent3"/>
          </a:solidFill>
          <a:ln w="12700">
            <a:solidFill>
              <a:srgbClr val="FFFFFF">
                <a:alpha val="0"/>
              </a:srgbClr>
            </a:solidFill>
            <a:prstDash val="solid"/>
          </a:ln>
        </p:spPr>
      </p:sp>
      <p:sp>
        <p:nvSpPr>
          <p:cNvPr id="45" name="Text 37"/>
          <p:cNvSpPr txBox="1"/>
          <p:nvPr/>
        </p:nvSpPr>
        <p:spPr>
          <a:xfrm>
            <a:off x="3456432" y="3099816"/>
            <a:ext cx="4974336" cy="384048"/>
          </a:xfrm>
          <a:prstGeom prst="rect">
            <a:avLst/>
          </a:prstGeom>
          <a:noFill/>
          <a:ln/>
        </p:spPr>
        <p:txBody>
          <a:bodyPr wrap="square" lIns="0" tIns="0" rIns="0" bIns="0" rtlCol="0" anchor="ctr"/>
          <a:lstStyle/>
          <a:p>
            <a:pPr algn="l" indent="0" marL="0">
              <a:buNone/>
            </a:pPr>
            <a:r>
              <a:rPr lang="en-US" sz="1600" b="1" i="1" dirty="0">
                <a:solidFill>
                  <a:schemeClr val="bg1"/>
                </a:solidFill>
              </a:rPr>
              <a:t>Hoe schrijf je dat?</a:t>
            </a:r>
            <a:endParaRPr lang="en-US" sz="1600" dirty="0"/>
          </a:p>
        </p:txBody>
      </p:sp>
      <p:sp>
        <p:nvSpPr>
          <p:cNvPr id="46" name="Text 38"/>
          <p:cNvSpPr txBox="1"/>
          <p:nvPr/>
        </p:nvSpPr>
        <p:spPr>
          <a:xfrm>
            <a:off x="8641080" y="3044952"/>
            <a:ext cx="3017520" cy="475488"/>
          </a:xfrm>
          <a:prstGeom prst="rect">
            <a:avLst/>
          </a:prstGeom>
          <a:noFill/>
          <a:ln/>
        </p:spPr>
        <p:txBody>
          <a:bodyPr wrap="square" lIns="0" tIns="0" rIns="0" bIns="0" rtlCol="0" anchor="ctr"/>
          <a:lstStyle/>
          <a:p>
            <a:pPr algn="l" indent="0" marL="0">
              <a:buNone/>
            </a:pPr>
            <a:r>
              <a:rPr lang="en-US" sz="1400" i="1" dirty="0">
                <a:solidFill>
                  <a:schemeClr val="accent5"/>
                </a:solidFill>
              </a:rPr>
              <a:t>ça s’écrit comment ?</a:t>
            </a:r>
            <a:endParaRPr lang="en-US" sz="1400" dirty="0"/>
          </a:p>
        </p:txBody>
      </p:sp>
      <p:pic>
        <p:nvPicPr>
          <p:cNvPr id="47" name="Image 5" descr="red question mark">    </p:cNvPr>
          <p:cNvPicPr>
            <a:picLocks noChangeAspect="1"/>
          </p:cNvPicPr>
          <p:nvPr/>
        </p:nvPicPr>
        <p:blipFill>
          <a:blip r:embed="rId6"/>
          <a:stretch>
            <a:fillRect/>
          </a:stretch>
        </p:blipFill>
        <p:spPr>
          <a:xfrm>
            <a:off x="2834640" y="3584448"/>
            <a:ext cx="402336" cy="402336"/>
          </a:xfrm>
          <a:prstGeom prst="rect">
            <a:avLst/>
          </a:prstGeom>
        </p:spPr>
      </p:pic>
      <p:sp>
        <p:nvSpPr>
          <p:cNvPr id="48" name="Shape 39"/>
          <p:cNvSpPr/>
          <p:nvPr/>
        </p:nvSpPr>
        <p:spPr>
          <a:xfrm>
            <a:off x="3663696" y="3568720"/>
            <a:ext cx="292608" cy="61448"/>
          </a:xfrm>
          <a:prstGeom prst="roundRect">
            <a:avLst>
              <a:gd name="adj" fmla="val 44643"/>
            </a:avLst>
          </a:prstGeom>
          <a:solidFill>
            <a:schemeClr val="accent3"/>
          </a:solidFill>
          <a:ln w="12700">
            <a:solidFill>
              <a:srgbClr val="FFFFFF">
                <a:alpha val="0"/>
              </a:srgbClr>
            </a:solidFill>
            <a:prstDash val="solid"/>
          </a:ln>
        </p:spPr>
      </p:sp>
      <p:sp>
        <p:nvSpPr>
          <p:cNvPr id="49" name="Shape 40"/>
          <p:cNvSpPr/>
          <p:nvPr/>
        </p:nvSpPr>
        <p:spPr>
          <a:xfrm>
            <a:off x="4517136" y="3568720"/>
            <a:ext cx="292608" cy="61448"/>
          </a:xfrm>
          <a:prstGeom prst="roundRect">
            <a:avLst>
              <a:gd name="adj" fmla="val 44643"/>
            </a:avLst>
          </a:prstGeom>
          <a:solidFill>
            <a:schemeClr val="accent3"/>
          </a:solidFill>
          <a:ln w="12700">
            <a:solidFill>
              <a:srgbClr val="FFFFFF">
                <a:alpha val="0"/>
              </a:srgbClr>
            </a:solidFill>
            <a:prstDash val="solid"/>
          </a:ln>
        </p:spPr>
      </p:sp>
      <p:sp>
        <p:nvSpPr>
          <p:cNvPr id="50" name="Shape 41"/>
          <p:cNvSpPr/>
          <p:nvPr/>
        </p:nvSpPr>
        <p:spPr>
          <a:xfrm>
            <a:off x="5370576" y="3568720"/>
            <a:ext cx="292608" cy="61448"/>
          </a:xfrm>
          <a:prstGeom prst="roundRect">
            <a:avLst>
              <a:gd name="adj" fmla="val 44643"/>
            </a:avLst>
          </a:prstGeom>
          <a:solidFill>
            <a:schemeClr val="accent3"/>
          </a:solidFill>
          <a:ln w="12700">
            <a:solidFill>
              <a:srgbClr val="FFFFFF">
                <a:alpha val="0"/>
              </a:srgbClr>
            </a:solidFill>
            <a:prstDash val="solid"/>
          </a:ln>
        </p:spPr>
      </p:sp>
      <p:sp>
        <p:nvSpPr>
          <p:cNvPr id="51" name="Shape 42"/>
          <p:cNvSpPr/>
          <p:nvPr/>
        </p:nvSpPr>
        <p:spPr>
          <a:xfrm>
            <a:off x="6224016" y="3568720"/>
            <a:ext cx="292608" cy="61448"/>
          </a:xfrm>
          <a:prstGeom prst="roundRect">
            <a:avLst>
              <a:gd name="adj" fmla="val 44643"/>
            </a:avLst>
          </a:prstGeom>
          <a:solidFill>
            <a:schemeClr val="accent3"/>
          </a:solidFill>
          <a:ln w="12700">
            <a:solidFill>
              <a:srgbClr val="FFFFFF">
                <a:alpha val="0"/>
              </a:srgbClr>
            </a:solidFill>
            <a:prstDash val="solid"/>
          </a:ln>
        </p:spPr>
      </p:sp>
      <p:sp>
        <p:nvSpPr>
          <p:cNvPr id="52" name="Shape 43"/>
          <p:cNvSpPr/>
          <p:nvPr/>
        </p:nvSpPr>
        <p:spPr>
          <a:xfrm>
            <a:off x="7077456" y="3568720"/>
            <a:ext cx="292608" cy="61448"/>
          </a:xfrm>
          <a:prstGeom prst="roundRect">
            <a:avLst>
              <a:gd name="adj" fmla="val 44643"/>
            </a:avLst>
          </a:prstGeom>
          <a:solidFill>
            <a:schemeClr val="accent3"/>
          </a:solidFill>
          <a:ln w="12700">
            <a:solidFill>
              <a:srgbClr val="FFFFFF">
                <a:alpha val="0"/>
              </a:srgbClr>
            </a:solidFill>
            <a:prstDash val="solid"/>
          </a:ln>
        </p:spPr>
      </p:sp>
      <p:sp>
        <p:nvSpPr>
          <p:cNvPr id="53" name="Shape 44"/>
          <p:cNvSpPr/>
          <p:nvPr/>
        </p:nvSpPr>
        <p:spPr>
          <a:xfrm>
            <a:off x="7930896" y="3568720"/>
            <a:ext cx="292608" cy="61448"/>
          </a:xfrm>
          <a:prstGeom prst="roundRect">
            <a:avLst>
              <a:gd name="adj" fmla="val 44643"/>
            </a:avLst>
          </a:prstGeom>
          <a:solidFill>
            <a:schemeClr val="accent3"/>
          </a:solidFill>
          <a:ln w="12700">
            <a:solidFill>
              <a:srgbClr val="FFFFFF">
                <a:alpha val="0"/>
              </a:srgbClr>
            </a:solidFill>
            <a:prstDash val="solid"/>
          </a:ln>
        </p:spPr>
      </p:sp>
      <p:sp>
        <p:nvSpPr>
          <p:cNvPr id="54" name="Shape 45"/>
          <p:cNvSpPr/>
          <p:nvPr/>
        </p:nvSpPr>
        <p:spPr>
          <a:xfrm>
            <a:off x="3383280" y="3611880"/>
            <a:ext cx="5120640" cy="384048"/>
          </a:xfrm>
          <a:prstGeom prst="roundRect">
            <a:avLst>
              <a:gd name="adj" fmla="val 19048"/>
            </a:avLst>
          </a:prstGeom>
          <a:solidFill>
            <a:schemeClr val="accent3"/>
          </a:solidFill>
          <a:ln w="12700">
            <a:solidFill>
              <a:srgbClr val="FFFFFF">
                <a:alpha val="0"/>
              </a:srgbClr>
            </a:solidFill>
            <a:prstDash val="solid"/>
          </a:ln>
        </p:spPr>
      </p:sp>
      <p:sp>
        <p:nvSpPr>
          <p:cNvPr id="55" name="Text 46"/>
          <p:cNvSpPr txBox="1"/>
          <p:nvPr/>
        </p:nvSpPr>
        <p:spPr>
          <a:xfrm>
            <a:off x="3456432" y="3611880"/>
            <a:ext cx="4974336" cy="384048"/>
          </a:xfrm>
          <a:prstGeom prst="rect">
            <a:avLst/>
          </a:prstGeom>
          <a:noFill/>
          <a:ln/>
        </p:spPr>
        <p:txBody>
          <a:bodyPr wrap="square" lIns="0" tIns="0" rIns="0" bIns="0" rtlCol="0" anchor="ctr"/>
          <a:lstStyle/>
          <a:p>
            <a:pPr algn="l" indent="0" marL="0">
              <a:buNone/>
            </a:pPr>
            <a:r>
              <a:rPr lang="en-US" sz="1600" b="1" i="1" dirty="0">
                <a:solidFill>
                  <a:schemeClr val="bg1"/>
                </a:solidFill>
              </a:rPr>
              <a:t>Wat betekent …?</a:t>
            </a:r>
            <a:endParaRPr lang="en-US" sz="1600" dirty="0"/>
          </a:p>
        </p:txBody>
      </p:sp>
      <p:sp>
        <p:nvSpPr>
          <p:cNvPr id="56" name="Text 47"/>
          <p:cNvSpPr txBox="1"/>
          <p:nvPr/>
        </p:nvSpPr>
        <p:spPr>
          <a:xfrm>
            <a:off x="8641080" y="3557016"/>
            <a:ext cx="3017520" cy="475488"/>
          </a:xfrm>
          <a:prstGeom prst="rect">
            <a:avLst/>
          </a:prstGeom>
          <a:noFill/>
          <a:ln/>
        </p:spPr>
        <p:txBody>
          <a:bodyPr wrap="square" lIns="0" tIns="0" rIns="0" bIns="0" rtlCol="0" anchor="ctr"/>
          <a:lstStyle/>
          <a:p>
            <a:pPr algn="l" indent="0" marL="0">
              <a:buNone/>
            </a:pPr>
            <a:r>
              <a:rPr lang="en-US" sz="1400" i="1" dirty="0">
                <a:solidFill>
                  <a:schemeClr val="accent5"/>
                </a:solidFill>
              </a:rPr>
              <a:t>que veut dire… ?</a:t>
            </a:r>
            <a:endParaRPr lang="en-US" sz="1400" dirty="0"/>
          </a:p>
        </p:txBody>
      </p:sp>
      <p:pic>
        <p:nvPicPr>
          <p:cNvPr id="57" name="Image 6" descr="speaking head">    </p:cNvPr>
          <p:cNvPicPr>
            <a:picLocks noChangeAspect="1"/>
          </p:cNvPicPr>
          <p:nvPr/>
        </p:nvPicPr>
        <p:blipFill>
          <a:blip r:embed="rId7"/>
          <a:stretch>
            <a:fillRect/>
          </a:stretch>
        </p:blipFill>
        <p:spPr>
          <a:xfrm>
            <a:off x="2834640" y="4096512"/>
            <a:ext cx="402336" cy="402336"/>
          </a:xfrm>
          <a:prstGeom prst="rect">
            <a:avLst/>
          </a:prstGeom>
        </p:spPr>
      </p:pic>
      <p:sp>
        <p:nvSpPr>
          <p:cNvPr id="58" name="Shape 48"/>
          <p:cNvSpPr/>
          <p:nvPr/>
        </p:nvSpPr>
        <p:spPr>
          <a:xfrm>
            <a:off x="3663696" y="4080784"/>
            <a:ext cx="292608" cy="61448"/>
          </a:xfrm>
          <a:prstGeom prst="roundRect">
            <a:avLst>
              <a:gd name="adj" fmla="val 44643"/>
            </a:avLst>
          </a:prstGeom>
          <a:solidFill>
            <a:schemeClr val="accent3"/>
          </a:solidFill>
          <a:ln w="12700">
            <a:solidFill>
              <a:srgbClr val="FFFFFF">
                <a:alpha val="0"/>
              </a:srgbClr>
            </a:solidFill>
            <a:prstDash val="solid"/>
          </a:ln>
        </p:spPr>
      </p:sp>
      <p:sp>
        <p:nvSpPr>
          <p:cNvPr id="59" name="Shape 49"/>
          <p:cNvSpPr/>
          <p:nvPr/>
        </p:nvSpPr>
        <p:spPr>
          <a:xfrm>
            <a:off x="4517136" y="4080784"/>
            <a:ext cx="292608" cy="61448"/>
          </a:xfrm>
          <a:prstGeom prst="roundRect">
            <a:avLst>
              <a:gd name="adj" fmla="val 44643"/>
            </a:avLst>
          </a:prstGeom>
          <a:solidFill>
            <a:schemeClr val="accent3"/>
          </a:solidFill>
          <a:ln w="12700">
            <a:solidFill>
              <a:srgbClr val="FFFFFF">
                <a:alpha val="0"/>
              </a:srgbClr>
            </a:solidFill>
            <a:prstDash val="solid"/>
          </a:ln>
        </p:spPr>
      </p:sp>
      <p:sp>
        <p:nvSpPr>
          <p:cNvPr id="60" name="Shape 50"/>
          <p:cNvSpPr/>
          <p:nvPr/>
        </p:nvSpPr>
        <p:spPr>
          <a:xfrm>
            <a:off x="5370576" y="4080784"/>
            <a:ext cx="292608" cy="61448"/>
          </a:xfrm>
          <a:prstGeom prst="roundRect">
            <a:avLst>
              <a:gd name="adj" fmla="val 44643"/>
            </a:avLst>
          </a:prstGeom>
          <a:solidFill>
            <a:schemeClr val="accent3"/>
          </a:solidFill>
          <a:ln w="12700">
            <a:solidFill>
              <a:srgbClr val="FFFFFF">
                <a:alpha val="0"/>
              </a:srgbClr>
            </a:solidFill>
            <a:prstDash val="solid"/>
          </a:ln>
        </p:spPr>
      </p:sp>
      <p:sp>
        <p:nvSpPr>
          <p:cNvPr id="61" name="Shape 51"/>
          <p:cNvSpPr/>
          <p:nvPr/>
        </p:nvSpPr>
        <p:spPr>
          <a:xfrm>
            <a:off x="6224016" y="4080784"/>
            <a:ext cx="292608" cy="61448"/>
          </a:xfrm>
          <a:prstGeom prst="roundRect">
            <a:avLst>
              <a:gd name="adj" fmla="val 44643"/>
            </a:avLst>
          </a:prstGeom>
          <a:solidFill>
            <a:schemeClr val="accent3"/>
          </a:solidFill>
          <a:ln w="12700">
            <a:solidFill>
              <a:srgbClr val="FFFFFF">
                <a:alpha val="0"/>
              </a:srgbClr>
            </a:solidFill>
            <a:prstDash val="solid"/>
          </a:ln>
        </p:spPr>
      </p:sp>
      <p:sp>
        <p:nvSpPr>
          <p:cNvPr id="62" name="Shape 52"/>
          <p:cNvSpPr/>
          <p:nvPr/>
        </p:nvSpPr>
        <p:spPr>
          <a:xfrm>
            <a:off x="7077456" y="4080784"/>
            <a:ext cx="292608" cy="61448"/>
          </a:xfrm>
          <a:prstGeom prst="roundRect">
            <a:avLst>
              <a:gd name="adj" fmla="val 44643"/>
            </a:avLst>
          </a:prstGeom>
          <a:solidFill>
            <a:schemeClr val="accent3"/>
          </a:solidFill>
          <a:ln w="12700">
            <a:solidFill>
              <a:srgbClr val="FFFFFF">
                <a:alpha val="0"/>
              </a:srgbClr>
            </a:solidFill>
            <a:prstDash val="solid"/>
          </a:ln>
        </p:spPr>
      </p:sp>
      <p:sp>
        <p:nvSpPr>
          <p:cNvPr id="63" name="Shape 53"/>
          <p:cNvSpPr/>
          <p:nvPr/>
        </p:nvSpPr>
        <p:spPr>
          <a:xfrm>
            <a:off x="7930896" y="4080784"/>
            <a:ext cx="292608" cy="61448"/>
          </a:xfrm>
          <a:prstGeom prst="roundRect">
            <a:avLst>
              <a:gd name="adj" fmla="val 44643"/>
            </a:avLst>
          </a:prstGeom>
          <a:solidFill>
            <a:schemeClr val="accent3"/>
          </a:solidFill>
          <a:ln w="12700">
            <a:solidFill>
              <a:srgbClr val="FFFFFF">
                <a:alpha val="0"/>
              </a:srgbClr>
            </a:solidFill>
            <a:prstDash val="solid"/>
          </a:ln>
        </p:spPr>
      </p:sp>
      <p:sp>
        <p:nvSpPr>
          <p:cNvPr id="64" name="Shape 54"/>
          <p:cNvSpPr/>
          <p:nvPr/>
        </p:nvSpPr>
        <p:spPr>
          <a:xfrm>
            <a:off x="3383280" y="4123944"/>
            <a:ext cx="5120640" cy="384048"/>
          </a:xfrm>
          <a:prstGeom prst="roundRect">
            <a:avLst>
              <a:gd name="adj" fmla="val 19048"/>
            </a:avLst>
          </a:prstGeom>
          <a:solidFill>
            <a:schemeClr val="accent3"/>
          </a:solidFill>
          <a:ln w="12700">
            <a:solidFill>
              <a:srgbClr val="FFFFFF">
                <a:alpha val="0"/>
              </a:srgbClr>
            </a:solidFill>
            <a:prstDash val="solid"/>
          </a:ln>
        </p:spPr>
      </p:sp>
      <p:sp>
        <p:nvSpPr>
          <p:cNvPr id="65" name="Text 55"/>
          <p:cNvSpPr txBox="1"/>
          <p:nvPr/>
        </p:nvSpPr>
        <p:spPr>
          <a:xfrm>
            <a:off x="3456432" y="4123944"/>
            <a:ext cx="4974336" cy="384048"/>
          </a:xfrm>
          <a:prstGeom prst="rect">
            <a:avLst/>
          </a:prstGeom>
          <a:noFill/>
          <a:ln/>
        </p:spPr>
        <p:txBody>
          <a:bodyPr wrap="square" lIns="0" tIns="0" rIns="0" bIns="0" rtlCol="0" anchor="ctr"/>
          <a:lstStyle/>
          <a:p>
            <a:pPr algn="l" indent="0" marL="0">
              <a:buNone/>
            </a:pPr>
            <a:r>
              <a:rPr lang="en-US" sz="1600" b="1" i="1" dirty="0">
                <a:solidFill>
                  <a:schemeClr val="bg1"/>
                </a:solidFill>
              </a:rPr>
              <a:t>Hoe zeg je … in het Nederlands?</a:t>
            </a:r>
            <a:endParaRPr lang="en-US" sz="1600" dirty="0"/>
          </a:p>
        </p:txBody>
      </p:sp>
      <p:sp>
        <p:nvSpPr>
          <p:cNvPr id="66" name="Text 56"/>
          <p:cNvSpPr txBox="1"/>
          <p:nvPr/>
        </p:nvSpPr>
        <p:spPr>
          <a:xfrm>
            <a:off x="8641080" y="4069080"/>
            <a:ext cx="3017520" cy="475488"/>
          </a:xfrm>
          <a:prstGeom prst="rect">
            <a:avLst/>
          </a:prstGeom>
          <a:noFill/>
          <a:ln/>
        </p:spPr>
        <p:txBody>
          <a:bodyPr wrap="square" lIns="0" tIns="0" rIns="0" bIns="0" rtlCol="0" anchor="ctr"/>
          <a:lstStyle/>
          <a:p>
            <a:pPr algn="l" indent="0" marL="0">
              <a:buNone/>
            </a:pPr>
            <a:r>
              <a:rPr lang="en-US" sz="1400" i="1" dirty="0">
                <a:solidFill>
                  <a:schemeClr val="accent5"/>
                </a:solidFill>
              </a:rPr>
              <a:t>comment on dit… ?</a:t>
            </a:r>
            <a:endParaRPr lang="en-US" sz="1400" dirty="0"/>
          </a:p>
        </p:txBody>
      </p:sp>
      <p:pic>
        <p:nvPicPr>
          <p:cNvPr id="67" name="Image 7" descr="person raising hand">    </p:cNvPr>
          <p:cNvPicPr>
            <a:picLocks noChangeAspect="1"/>
          </p:cNvPicPr>
          <p:nvPr/>
        </p:nvPicPr>
        <p:blipFill>
          <a:blip r:embed="rId8"/>
          <a:stretch>
            <a:fillRect/>
          </a:stretch>
        </p:blipFill>
        <p:spPr>
          <a:xfrm>
            <a:off x="2834640" y="4608576"/>
            <a:ext cx="402336" cy="402336"/>
          </a:xfrm>
          <a:prstGeom prst="rect">
            <a:avLst/>
          </a:prstGeom>
        </p:spPr>
      </p:pic>
      <p:sp>
        <p:nvSpPr>
          <p:cNvPr id="68" name="Shape 57"/>
          <p:cNvSpPr/>
          <p:nvPr/>
        </p:nvSpPr>
        <p:spPr>
          <a:xfrm>
            <a:off x="3663696" y="4592848"/>
            <a:ext cx="292608" cy="61448"/>
          </a:xfrm>
          <a:prstGeom prst="roundRect">
            <a:avLst>
              <a:gd name="adj" fmla="val 44643"/>
            </a:avLst>
          </a:prstGeom>
          <a:solidFill>
            <a:schemeClr val="accent3"/>
          </a:solidFill>
          <a:ln w="12700">
            <a:solidFill>
              <a:srgbClr val="FFFFFF">
                <a:alpha val="0"/>
              </a:srgbClr>
            </a:solidFill>
            <a:prstDash val="solid"/>
          </a:ln>
        </p:spPr>
      </p:sp>
      <p:sp>
        <p:nvSpPr>
          <p:cNvPr id="69" name="Shape 58"/>
          <p:cNvSpPr/>
          <p:nvPr/>
        </p:nvSpPr>
        <p:spPr>
          <a:xfrm>
            <a:off x="4517136" y="4592848"/>
            <a:ext cx="292608" cy="61448"/>
          </a:xfrm>
          <a:prstGeom prst="roundRect">
            <a:avLst>
              <a:gd name="adj" fmla="val 44643"/>
            </a:avLst>
          </a:prstGeom>
          <a:solidFill>
            <a:schemeClr val="accent3"/>
          </a:solidFill>
          <a:ln w="12700">
            <a:solidFill>
              <a:srgbClr val="FFFFFF">
                <a:alpha val="0"/>
              </a:srgbClr>
            </a:solidFill>
            <a:prstDash val="solid"/>
          </a:ln>
        </p:spPr>
      </p:sp>
      <p:sp>
        <p:nvSpPr>
          <p:cNvPr id="70" name="Shape 59"/>
          <p:cNvSpPr/>
          <p:nvPr/>
        </p:nvSpPr>
        <p:spPr>
          <a:xfrm>
            <a:off x="5370576" y="4592848"/>
            <a:ext cx="292608" cy="61448"/>
          </a:xfrm>
          <a:prstGeom prst="roundRect">
            <a:avLst>
              <a:gd name="adj" fmla="val 44643"/>
            </a:avLst>
          </a:prstGeom>
          <a:solidFill>
            <a:schemeClr val="accent3"/>
          </a:solidFill>
          <a:ln w="12700">
            <a:solidFill>
              <a:srgbClr val="FFFFFF">
                <a:alpha val="0"/>
              </a:srgbClr>
            </a:solidFill>
            <a:prstDash val="solid"/>
          </a:ln>
        </p:spPr>
      </p:sp>
      <p:sp>
        <p:nvSpPr>
          <p:cNvPr id="71" name="Shape 60"/>
          <p:cNvSpPr/>
          <p:nvPr/>
        </p:nvSpPr>
        <p:spPr>
          <a:xfrm>
            <a:off x="6224016" y="4592848"/>
            <a:ext cx="292608" cy="61448"/>
          </a:xfrm>
          <a:prstGeom prst="roundRect">
            <a:avLst>
              <a:gd name="adj" fmla="val 44643"/>
            </a:avLst>
          </a:prstGeom>
          <a:solidFill>
            <a:schemeClr val="accent3"/>
          </a:solidFill>
          <a:ln w="12700">
            <a:solidFill>
              <a:srgbClr val="FFFFFF">
                <a:alpha val="0"/>
              </a:srgbClr>
            </a:solidFill>
            <a:prstDash val="solid"/>
          </a:ln>
        </p:spPr>
      </p:sp>
      <p:sp>
        <p:nvSpPr>
          <p:cNvPr id="72" name="Shape 61"/>
          <p:cNvSpPr/>
          <p:nvPr/>
        </p:nvSpPr>
        <p:spPr>
          <a:xfrm>
            <a:off x="7077456" y="4592848"/>
            <a:ext cx="292608" cy="61448"/>
          </a:xfrm>
          <a:prstGeom prst="roundRect">
            <a:avLst>
              <a:gd name="adj" fmla="val 44643"/>
            </a:avLst>
          </a:prstGeom>
          <a:solidFill>
            <a:schemeClr val="accent3"/>
          </a:solidFill>
          <a:ln w="12700">
            <a:solidFill>
              <a:srgbClr val="FFFFFF">
                <a:alpha val="0"/>
              </a:srgbClr>
            </a:solidFill>
            <a:prstDash val="solid"/>
          </a:ln>
        </p:spPr>
      </p:sp>
      <p:sp>
        <p:nvSpPr>
          <p:cNvPr id="73" name="Shape 62"/>
          <p:cNvSpPr/>
          <p:nvPr/>
        </p:nvSpPr>
        <p:spPr>
          <a:xfrm>
            <a:off x="7930896" y="4592848"/>
            <a:ext cx="292608" cy="61448"/>
          </a:xfrm>
          <a:prstGeom prst="roundRect">
            <a:avLst>
              <a:gd name="adj" fmla="val 44643"/>
            </a:avLst>
          </a:prstGeom>
          <a:solidFill>
            <a:schemeClr val="accent3"/>
          </a:solidFill>
          <a:ln w="12700">
            <a:solidFill>
              <a:srgbClr val="FFFFFF">
                <a:alpha val="0"/>
              </a:srgbClr>
            </a:solidFill>
            <a:prstDash val="solid"/>
          </a:ln>
        </p:spPr>
      </p:sp>
      <p:sp>
        <p:nvSpPr>
          <p:cNvPr id="74" name="Shape 63"/>
          <p:cNvSpPr/>
          <p:nvPr/>
        </p:nvSpPr>
        <p:spPr>
          <a:xfrm>
            <a:off x="3383280" y="4636008"/>
            <a:ext cx="5120640" cy="384048"/>
          </a:xfrm>
          <a:prstGeom prst="roundRect">
            <a:avLst>
              <a:gd name="adj" fmla="val 19048"/>
            </a:avLst>
          </a:prstGeom>
          <a:solidFill>
            <a:schemeClr val="accent3"/>
          </a:solidFill>
          <a:ln w="12700">
            <a:solidFill>
              <a:srgbClr val="FFFFFF">
                <a:alpha val="0"/>
              </a:srgbClr>
            </a:solidFill>
            <a:prstDash val="solid"/>
          </a:ln>
        </p:spPr>
      </p:sp>
      <p:sp>
        <p:nvSpPr>
          <p:cNvPr id="75" name="Text 64"/>
          <p:cNvSpPr txBox="1"/>
          <p:nvPr/>
        </p:nvSpPr>
        <p:spPr>
          <a:xfrm>
            <a:off x="3456432" y="4636008"/>
            <a:ext cx="4974336" cy="384048"/>
          </a:xfrm>
          <a:prstGeom prst="rect">
            <a:avLst/>
          </a:prstGeom>
          <a:noFill/>
          <a:ln/>
        </p:spPr>
        <p:txBody>
          <a:bodyPr wrap="square" lIns="0" tIns="0" rIns="0" bIns="0" rtlCol="0" anchor="ctr"/>
          <a:lstStyle/>
          <a:p>
            <a:pPr algn="l" indent="0" marL="0">
              <a:buNone/>
            </a:pPr>
            <a:r>
              <a:rPr lang="en-US" sz="1600" b="1" i="1" dirty="0">
                <a:solidFill>
                  <a:schemeClr val="bg1"/>
                </a:solidFill>
              </a:rPr>
              <a:t>Sorry, ik begrijp het niet.</a:t>
            </a:r>
            <a:endParaRPr lang="en-US" sz="1600" dirty="0"/>
          </a:p>
        </p:txBody>
      </p:sp>
      <p:sp>
        <p:nvSpPr>
          <p:cNvPr id="76" name="Text 65"/>
          <p:cNvSpPr txBox="1"/>
          <p:nvPr/>
        </p:nvSpPr>
        <p:spPr>
          <a:xfrm>
            <a:off x="8641080" y="4581144"/>
            <a:ext cx="3017520" cy="475488"/>
          </a:xfrm>
          <a:prstGeom prst="rect">
            <a:avLst/>
          </a:prstGeom>
          <a:noFill/>
          <a:ln/>
        </p:spPr>
        <p:txBody>
          <a:bodyPr wrap="square" lIns="0" tIns="0" rIns="0" bIns="0" rtlCol="0" anchor="ctr"/>
          <a:lstStyle/>
          <a:p>
            <a:pPr algn="l" indent="0" marL="0">
              <a:buNone/>
            </a:pPr>
            <a:r>
              <a:rPr lang="en-US" sz="1400" i="1" dirty="0">
                <a:solidFill>
                  <a:schemeClr val="accent5"/>
                </a:solidFill>
              </a:rPr>
              <a:t>je ne comprends pas</a:t>
            </a:r>
            <a:endParaRPr lang="en-US" sz="1400" dirty="0"/>
          </a:p>
        </p:txBody>
      </p:sp>
      <p:pic>
        <p:nvPicPr>
          <p:cNvPr id="77" name="Image 8" descr="person raising hand">    </p:cNvPr>
          <p:cNvPicPr>
            <a:picLocks noChangeAspect="1"/>
          </p:cNvPicPr>
          <p:nvPr/>
        </p:nvPicPr>
        <p:blipFill>
          <a:blip r:embed="rId9"/>
          <a:stretch>
            <a:fillRect/>
          </a:stretch>
        </p:blipFill>
        <p:spPr>
          <a:xfrm>
            <a:off x="2834640" y="5120640"/>
            <a:ext cx="402336" cy="402336"/>
          </a:xfrm>
          <a:prstGeom prst="rect">
            <a:avLst/>
          </a:prstGeom>
        </p:spPr>
      </p:pic>
      <p:sp>
        <p:nvSpPr>
          <p:cNvPr id="78" name="Shape 66"/>
          <p:cNvSpPr/>
          <p:nvPr/>
        </p:nvSpPr>
        <p:spPr>
          <a:xfrm>
            <a:off x="3663696" y="5104912"/>
            <a:ext cx="292608" cy="61448"/>
          </a:xfrm>
          <a:prstGeom prst="roundRect">
            <a:avLst>
              <a:gd name="adj" fmla="val 44643"/>
            </a:avLst>
          </a:prstGeom>
          <a:solidFill>
            <a:schemeClr val="accent3"/>
          </a:solidFill>
          <a:ln w="12700">
            <a:solidFill>
              <a:srgbClr val="FFFFFF">
                <a:alpha val="0"/>
              </a:srgbClr>
            </a:solidFill>
            <a:prstDash val="solid"/>
          </a:ln>
        </p:spPr>
      </p:sp>
      <p:sp>
        <p:nvSpPr>
          <p:cNvPr id="79" name="Shape 67"/>
          <p:cNvSpPr/>
          <p:nvPr/>
        </p:nvSpPr>
        <p:spPr>
          <a:xfrm>
            <a:off x="4517136" y="5104912"/>
            <a:ext cx="292608" cy="61448"/>
          </a:xfrm>
          <a:prstGeom prst="roundRect">
            <a:avLst>
              <a:gd name="adj" fmla="val 44643"/>
            </a:avLst>
          </a:prstGeom>
          <a:solidFill>
            <a:schemeClr val="accent3"/>
          </a:solidFill>
          <a:ln w="12700">
            <a:solidFill>
              <a:srgbClr val="FFFFFF">
                <a:alpha val="0"/>
              </a:srgbClr>
            </a:solidFill>
            <a:prstDash val="solid"/>
          </a:ln>
        </p:spPr>
      </p:sp>
      <p:sp>
        <p:nvSpPr>
          <p:cNvPr id="80" name="Shape 68"/>
          <p:cNvSpPr/>
          <p:nvPr/>
        </p:nvSpPr>
        <p:spPr>
          <a:xfrm>
            <a:off x="5370576" y="5104912"/>
            <a:ext cx="292608" cy="61448"/>
          </a:xfrm>
          <a:prstGeom prst="roundRect">
            <a:avLst>
              <a:gd name="adj" fmla="val 44643"/>
            </a:avLst>
          </a:prstGeom>
          <a:solidFill>
            <a:schemeClr val="accent3"/>
          </a:solidFill>
          <a:ln w="12700">
            <a:solidFill>
              <a:srgbClr val="FFFFFF">
                <a:alpha val="0"/>
              </a:srgbClr>
            </a:solidFill>
            <a:prstDash val="solid"/>
          </a:ln>
        </p:spPr>
      </p:sp>
      <p:sp>
        <p:nvSpPr>
          <p:cNvPr id="81" name="Shape 69"/>
          <p:cNvSpPr/>
          <p:nvPr/>
        </p:nvSpPr>
        <p:spPr>
          <a:xfrm>
            <a:off x="6224016" y="5104912"/>
            <a:ext cx="292608" cy="61448"/>
          </a:xfrm>
          <a:prstGeom prst="roundRect">
            <a:avLst>
              <a:gd name="adj" fmla="val 44643"/>
            </a:avLst>
          </a:prstGeom>
          <a:solidFill>
            <a:schemeClr val="accent3"/>
          </a:solidFill>
          <a:ln w="12700">
            <a:solidFill>
              <a:srgbClr val="FFFFFF">
                <a:alpha val="0"/>
              </a:srgbClr>
            </a:solidFill>
            <a:prstDash val="solid"/>
          </a:ln>
        </p:spPr>
      </p:sp>
      <p:sp>
        <p:nvSpPr>
          <p:cNvPr id="82" name="Shape 70"/>
          <p:cNvSpPr/>
          <p:nvPr/>
        </p:nvSpPr>
        <p:spPr>
          <a:xfrm>
            <a:off x="7077456" y="5104912"/>
            <a:ext cx="292608" cy="61448"/>
          </a:xfrm>
          <a:prstGeom prst="roundRect">
            <a:avLst>
              <a:gd name="adj" fmla="val 44643"/>
            </a:avLst>
          </a:prstGeom>
          <a:solidFill>
            <a:schemeClr val="accent3"/>
          </a:solidFill>
          <a:ln w="12700">
            <a:solidFill>
              <a:srgbClr val="FFFFFF">
                <a:alpha val="0"/>
              </a:srgbClr>
            </a:solidFill>
            <a:prstDash val="solid"/>
          </a:ln>
        </p:spPr>
      </p:sp>
      <p:sp>
        <p:nvSpPr>
          <p:cNvPr id="83" name="Shape 71"/>
          <p:cNvSpPr/>
          <p:nvPr/>
        </p:nvSpPr>
        <p:spPr>
          <a:xfrm>
            <a:off x="7930896" y="5104912"/>
            <a:ext cx="292608" cy="61448"/>
          </a:xfrm>
          <a:prstGeom prst="roundRect">
            <a:avLst>
              <a:gd name="adj" fmla="val 44643"/>
            </a:avLst>
          </a:prstGeom>
          <a:solidFill>
            <a:schemeClr val="accent3"/>
          </a:solidFill>
          <a:ln w="12700">
            <a:solidFill>
              <a:srgbClr val="FFFFFF">
                <a:alpha val="0"/>
              </a:srgbClr>
            </a:solidFill>
            <a:prstDash val="solid"/>
          </a:ln>
        </p:spPr>
      </p:sp>
      <p:sp>
        <p:nvSpPr>
          <p:cNvPr id="84" name="Shape 72"/>
          <p:cNvSpPr/>
          <p:nvPr/>
        </p:nvSpPr>
        <p:spPr>
          <a:xfrm>
            <a:off x="3383280" y="5148072"/>
            <a:ext cx="5120640" cy="384048"/>
          </a:xfrm>
          <a:prstGeom prst="roundRect">
            <a:avLst>
              <a:gd name="adj" fmla="val 19048"/>
            </a:avLst>
          </a:prstGeom>
          <a:solidFill>
            <a:schemeClr val="accent3"/>
          </a:solidFill>
          <a:ln w="12700">
            <a:solidFill>
              <a:srgbClr val="FFFFFF">
                <a:alpha val="0"/>
              </a:srgbClr>
            </a:solidFill>
            <a:prstDash val="solid"/>
          </a:ln>
        </p:spPr>
      </p:sp>
      <p:sp>
        <p:nvSpPr>
          <p:cNvPr id="85" name="Text 73"/>
          <p:cNvSpPr txBox="1"/>
          <p:nvPr/>
        </p:nvSpPr>
        <p:spPr>
          <a:xfrm>
            <a:off x="3456432" y="5148072"/>
            <a:ext cx="4974336" cy="384048"/>
          </a:xfrm>
          <a:prstGeom prst="rect">
            <a:avLst/>
          </a:prstGeom>
          <a:noFill/>
          <a:ln/>
        </p:spPr>
        <p:txBody>
          <a:bodyPr wrap="square" lIns="0" tIns="0" rIns="0" bIns="0" rtlCol="0" anchor="ctr"/>
          <a:lstStyle/>
          <a:p>
            <a:pPr algn="l" indent="0" marL="0">
              <a:buNone/>
            </a:pPr>
            <a:r>
              <a:rPr lang="en-US" sz="1600" b="1" i="1" dirty="0">
                <a:solidFill>
                  <a:schemeClr val="bg1"/>
                </a:solidFill>
              </a:rPr>
              <a:t>Ik spreek nog maar een beetje Nederlands.</a:t>
            </a:r>
            <a:endParaRPr lang="en-US" sz="1600" dirty="0"/>
          </a:p>
        </p:txBody>
      </p:sp>
      <p:sp>
        <p:nvSpPr>
          <p:cNvPr id="86" name="Text 74"/>
          <p:cNvSpPr txBox="1"/>
          <p:nvPr/>
        </p:nvSpPr>
        <p:spPr>
          <a:xfrm>
            <a:off x="8641080" y="5093208"/>
            <a:ext cx="3017520" cy="475488"/>
          </a:xfrm>
          <a:prstGeom prst="rect">
            <a:avLst/>
          </a:prstGeom>
          <a:noFill/>
          <a:ln/>
        </p:spPr>
        <p:txBody>
          <a:bodyPr wrap="square" lIns="0" tIns="0" rIns="0" bIns="0" rtlCol="0" anchor="ctr"/>
          <a:lstStyle/>
          <a:p>
            <a:pPr algn="l" indent="0" marL="0">
              <a:buNone/>
            </a:pPr>
            <a:r>
              <a:rPr lang="en-US" sz="1400" i="1" dirty="0">
                <a:solidFill>
                  <a:schemeClr val="accent5"/>
                </a:solidFill>
              </a:rPr>
              <a:t>je parle encore peu néerlandais</a:t>
            </a:r>
            <a:endParaRPr lang="en-US" sz="1400" dirty="0"/>
          </a:p>
        </p:txBody>
      </p:sp>
      <p:sp>
        <p:nvSpPr>
          <p:cNvPr id="87" name="Shape 75"/>
          <p:cNvSpPr/>
          <p:nvPr/>
        </p:nvSpPr>
        <p:spPr>
          <a:xfrm>
            <a:off x="548640" y="5715000"/>
            <a:ext cx="11091672" cy="548640"/>
          </a:xfrm>
          <a:prstGeom prst="roundRect">
            <a:avLst>
              <a:gd name="adj" fmla="val 13333"/>
            </a:avLst>
          </a:prstGeom>
          <a:solidFill>
            <a:schemeClr val="accent3"/>
          </a:solidFill>
          <a:ln w="12700">
            <a:solidFill>
              <a:srgbClr val="FFFFFF">
                <a:alpha val="0"/>
              </a:srgbClr>
            </a:solidFill>
            <a:prstDash val="solid"/>
          </a:ln>
        </p:spPr>
      </p:sp>
      <p:sp>
        <p:nvSpPr>
          <p:cNvPr id="88" name="Text 76"/>
          <p:cNvSpPr txBox="1"/>
          <p:nvPr/>
        </p:nvSpPr>
        <p:spPr>
          <a:xfrm>
            <a:off x="822960" y="5715000"/>
            <a:ext cx="10607040" cy="548640"/>
          </a:xfrm>
          <a:prstGeom prst="rect">
            <a:avLst/>
          </a:prstGeom>
          <a:noFill/>
          <a:ln/>
        </p:spPr>
        <p:txBody>
          <a:bodyPr wrap="square" lIns="0" tIns="0" rIns="0" bIns="0" rtlCol="0" anchor="ctr"/>
          <a:lstStyle/>
          <a:p>
            <a:pPr algn="l" indent="0" marL="0">
              <a:buNone/>
            </a:pPr>
            <a:r>
              <a:rPr lang="en-US" sz="1700" dirty="0">
                <a:solidFill>
                  <a:schemeClr val="bg1"/>
                </a:solidFill>
              </a:rPr>
              <a:t>Avec </a:t>
            </a:r>
            <a:r>
              <a:rPr lang="en-US" sz="1700" i="1" dirty="0">
                <a:solidFill>
                  <a:schemeClr val="bg1"/>
                </a:solidFill>
              </a:rPr>
              <a:t>u</a:t>
            </a:r>
            <a:r>
              <a:rPr lang="en-US" sz="1700" dirty="0">
                <a:solidFill>
                  <a:schemeClr val="bg1"/>
                </a:solidFill>
              </a:rPr>
              <a:t> : </a:t>
            </a:r>
            <a:r>
              <a:rPr lang="en-US" sz="1700" b="1" i="1" dirty="0">
                <a:solidFill>
                  <a:schemeClr val="bg1"/>
                </a:solidFill>
              </a:rPr>
              <a:t>Kunt u</a:t>
            </a:r>
            <a:r>
              <a:rPr lang="en-US" sz="1700" i="1" dirty="0">
                <a:solidFill>
                  <a:schemeClr val="bg1"/>
                </a:solidFill>
              </a:rPr>
              <a:t> even herhalen? · </a:t>
            </a:r>
            <a:r>
              <a:rPr lang="en-US" sz="1700" b="1" i="1" dirty="0">
                <a:solidFill>
                  <a:schemeClr val="bg1"/>
                </a:solidFill>
              </a:rPr>
              <a:t>Kunt u</a:t>
            </a:r>
            <a:r>
              <a:rPr lang="en-US" sz="1700" i="1" dirty="0">
                <a:solidFill>
                  <a:schemeClr val="bg1"/>
                </a:solidFill>
              </a:rPr>
              <a:t> wat trager spreken?</a:t>
            </a:r>
            <a:r>
              <a:rPr lang="en-US" sz="1700" dirty="0">
                <a:solidFill>
                  <a:schemeClr val="bg1"/>
                </a:solidFill>
              </a:rPr>
              <a:t> · </a:t>
            </a:r>
            <a:r>
              <a:rPr lang="en-US" sz="1700" i="1" dirty="0">
                <a:solidFill>
                  <a:schemeClr val="bg1"/>
                </a:solidFill>
              </a:rPr>
              <a:t>trager</a:t>
            </a:r>
            <a:r>
              <a:rPr lang="en-US" sz="1700" dirty="0">
                <a:solidFill>
                  <a:schemeClr val="bg1"/>
                </a:solidFill>
              </a:rPr>
              <a:t> (BE) = </a:t>
            </a:r>
            <a:r>
              <a:rPr lang="en-US" sz="1700" i="1" dirty="0">
                <a:solidFill>
                  <a:schemeClr val="bg1"/>
                </a:solidFill>
              </a:rPr>
              <a:t>langzamer</a:t>
            </a:r>
            <a:r>
              <a:rPr lang="en-US" sz="1700" dirty="0">
                <a:solidFill>
                  <a:schemeClr val="bg1"/>
                </a:solidFill>
              </a:rPr>
              <a:t> (NL)</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Épeler : les lettres pièges</a:t>
            </a:r>
            <a:endParaRPr lang="en-US" sz="3000" dirty="0"/>
          </a:p>
        </p:txBody>
      </p:sp>
      <p:sp>
        <p:nvSpPr>
          <p:cNvPr id="3" name="tag"/>
          <p:cNvSpPr/>
          <p:nvPr/>
        </p:nvSpPr>
        <p:spPr>
          <a:xfrm>
            <a:off x="54864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BLOCS BOUÉES</a:t>
            </a:r>
            <a:endParaRPr lang="en-US" sz="1200" dirty="0"/>
          </a:p>
        </p:txBody>
      </p:sp>
      <p:sp>
        <p:nvSpPr>
          <p:cNvPr id="5" name="Shape 2"/>
          <p:cNvSpPr/>
          <p:nvPr/>
        </p:nvSpPr>
        <p:spPr>
          <a:xfrm>
            <a:off x="548640" y="1600200"/>
            <a:ext cx="985723" cy="1554480"/>
          </a:xfrm>
          <a:prstGeom prst="roundRect">
            <a:avLst>
              <a:gd name="adj" fmla="val 9276"/>
            </a:avLst>
          </a:prstGeom>
          <a:solidFill>
            <a:srgbClr val="FFF6E0"/>
          </a:solidFill>
          <a:ln w="19050">
            <a:solidFill>
              <a:srgbClr val="C9A86A"/>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548640" y="1645920"/>
            <a:ext cx="985723" cy="914400"/>
          </a:xfrm>
          <a:prstGeom prst="rect">
            <a:avLst/>
          </a:prstGeom>
          <a:noFill/>
          <a:ln/>
        </p:spPr>
        <p:txBody>
          <a:bodyPr wrap="square" lIns="0" tIns="0" rIns="0" bIns="0" rtlCol="0" anchor="ctr"/>
          <a:lstStyle/>
          <a:p>
            <a:pPr algn="ctr" indent="0" marL="0">
              <a:buNone/>
            </a:pPr>
            <a:r>
              <a:rPr lang="en-US" sz="4400" b="1" dirty="0">
                <a:solidFill>
                  <a:schemeClr val="tx2"/>
                </a:solidFill>
                <a:latin typeface="+mj-lt" pitchFamily="34" charset="0"/>
                <a:ea typeface="+mj-lt" pitchFamily="34" charset="-122"/>
                <a:cs typeface="+mj-lt" pitchFamily="34" charset="-120"/>
              </a:rPr>
              <a:t>a</a:t>
            </a:r>
            <a:endParaRPr lang="en-US" sz="4400" dirty="0"/>
          </a:p>
        </p:txBody>
      </p:sp>
      <p:sp>
        <p:nvSpPr>
          <p:cNvPr id="7" name="Text 4"/>
          <p:cNvSpPr txBox="1"/>
          <p:nvPr/>
        </p:nvSpPr>
        <p:spPr>
          <a:xfrm>
            <a:off x="548640" y="2560320"/>
            <a:ext cx="985723" cy="457200"/>
          </a:xfrm>
          <a:prstGeom prst="rect">
            <a:avLst/>
          </a:prstGeom>
          <a:noFill/>
          <a:ln/>
        </p:spPr>
        <p:txBody>
          <a:bodyPr wrap="square" lIns="0" tIns="0" rIns="0" bIns="0" rtlCol="0" anchor="ctr"/>
          <a:lstStyle/>
          <a:p>
            <a:pPr algn="ctr" indent="0" marL="0">
              <a:buNone/>
            </a:pPr>
            <a:r>
              <a:rPr lang="en-US" sz="1300" b="1" dirty="0">
                <a:solidFill>
                  <a:schemeClr val="accent1"/>
                </a:solidFill>
              </a:rPr>
              <a:t>« â »</a:t>
            </a:r>
            <a:endParaRPr lang="en-US" sz="1300" dirty="0"/>
          </a:p>
        </p:txBody>
      </p:sp>
      <p:sp>
        <p:nvSpPr>
          <p:cNvPr id="8" name="Shape 5"/>
          <p:cNvSpPr/>
          <p:nvPr/>
        </p:nvSpPr>
        <p:spPr>
          <a:xfrm>
            <a:off x="1671523" y="1600200"/>
            <a:ext cx="985723" cy="1554480"/>
          </a:xfrm>
          <a:prstGeom prst="roundRect">
            <a:avLst>
              <a:gd name="adj" fmla="val 9276"/>
            </a:avLst>
          </a:prstGeom>
          <a:solidFill>
            <a:srgbClr val="FFF6E0"/>
          </a:solidFill>
          <a:ln w="19050">
            <a:solidFill>
              <a:srgbClr val="C9A86A"/>
            </a:solidFill>
            <a:prstDash val="solid"/>
          </a:ln>
          <a:effectLst>
            <a:outerShdw sx="100000" sy="100000" kx="0" ky="0" algn="bl" rotWithShape="0" blurRad="101600" dist="25400" dir="3600000">
              <a:srgbClr val="000000">
                <a:alpha val="16000"/>
              </a:srgbClr>
            </a:outerShdw>
          </a:effectLst>
        </p:spPr>
      </p:sp>
      <p:sp>
        <p:nvSpPr>
          <p:cNvPr id="9" name="Text 6"/>
          <p:cNvSpPr txBox="1"/>
          <p:nvPr/>
        </p:nvSpPr>
        <p:spPr>
          <a:xfrm>
            <a:off x="1671523" y="1645920"/>
            <a:ext cx="985723" cy="914400"/>
          </a:xfrm>
          <a:prstGeom prst="rect">
            <a:avLst/>
          </a:prstGeom>
          <a:noFill/>
          <a:ln/>
        </p:spPr>
        <p:txBody>
          <a:bodyPr wrap="square" lIns="0" tIns="0" rIns="0" bIns="0" rtlCol="0" anchor="ctr"/>
          <a:lstStyle/>
          <a:p>
            <a:pPr algn="ctr" indent="0" marL="0">
              <a:buNone/>
            </a:pPr>
            <a:r>
              <a:rPr lang="en-US" sz="4400" b="1" dirty="0">
                <a:solidFill>
                  <a:schemeClr val="tx2"/>
                </a:solidFill>
                <a:latin typeface="+mj-lt" pitchFamily="34" charset="0"/>
                <a:ea typeface="+mj-lt" pitchFamily="34" charset="-122"/>
                <a:cs typeface="+mj-lt" pitchFamily="34" charset="-120"/>
              </a:rPr>
              <a:t>e</a:t>
            </a:r>
            <a:endParaRPr lang="en-US" sz="4400" dirty="0"/>
          </a:p>
        </p:txBody>
      </p:sp>
      <p:sp>
        <p:nvSpPr>
          <p:cNvPr id="10" name="Text 7"/>
          <p:cNvSpPr txBox="1"/>
          <p:nvPr/>
        </p:nvSpPr>
        <p:spPr>
          <a:xfrm>
            <a:off x="1671523" y="2560320"/>
            <a:ext cx="985723" cy="457200"/>
          </a:xfrm>
          <a:prstGeom prst="rect">
            <a:avLst/>
          </a:prstGeom>
          <a:noFill/>
          <a:ln/>
        </p:spPr>
        <p:txBody>
          <a:bodyPr wrap="square" lIns="0" tIns="0" rIns="0" bIns="0" rtlCol="0" anchor="ctr"/>
          <a:lstStyle/>
          <a:p>
            <a:pPr algn="ctr" indent="0" marL="0">
              <a:buNone/>
            </a:pPr>
            <a:r>
              <a:rPr lang="en-US" sz="1300" b="1" dirty="0">
                <a:solidFill>
                  <a:schemeClr val="accent1"/>
                </a:solidFill>
              </a:rPr>
              <a:t>« é »</a:t>
            </a:r>
            <a:endParaRPr lang="en-US" sz="1300" dirty="0"/>
          </a:p>
        </p:txBody>
      </p:sp>
      <p:sp>
        <p:nvSpPr>
          <p:cNvPr id="11" name="Shape 8"/>
          <p:cNvSpPr/>
          <p:nvPr/>
        </p:nvSpPr>
        <p:spPr>
          <a:xfrm>
            <a:off x="2794406" y="1600200"/>
            <a:ext cx="985723" cy="1554480"/>
          </a:xfrm>
          <a:prstGeom prst="roundRect">
            <a:avLst>
              <a:gd name="adj" fmla="val 9276"/>
            </a:avLst>
          </a:prstGeom>
          <a:solidFill>
            <a:srgbClr val="FFF6E0"/>
          </a:solidFill>
          <a:ln w="19050">
            <a:solidFill>
              <a:srgbClr val="C9A86A"/>
            </a:solidFill>
            <a:prstDash val="solid"/>
          </a:ln>
          <a:effectLst>
            <a:outerShdw sx="100000" sy="100000" kx="0" ky="0" algn="bl" rotWithShape="0" blurRad="101600" dist="25400" dir="3600000">
              <a:srgbClr val="000000">
                <a:alpha val="16000"/>
              </a:srgbClr>
            </a:outerShdw>
          </a:effectLst>
        </p:spPr>
      </p:sp>
      <p:sp>
        <p:nvSpPr>
          <p:cNvPr id="12" name="Text 9"/>
          <p:cNvSpPr txBox="1"/>
          <p:nvPr/>
        </p:nvSpPr>
        <p:spPr>
          <a:xfrm>
            <a:off x="2794406" y="1645920"/>
            <a:ext cx="985723" cy="914400"/>
          </a:xfrm>
          <a:prstGeom prst="rect">
            <a:avLst/>
          </a:prstGeom>
          <a:noFill/>
          <a:ln/>
        </p:spPr>
        <p:txBody>
          <a:bodyPr wrap="square" lIns="0" tIns="0" rIns="0" bIns="0" rtlCol="0" anchor="ctr"/>
          <a:lstStyle/>
          <a:p>
            <a:pPr algn="ctr" indent="0" marL="0">
              <a:buNone/>
            </a:pPr>
            <a:r>
              <a:rPr lang="en-US" sz="4400" b="1" dirty="0">
                <a:solidFill>
                  <a:schemeClr val="tx2"/>
                </a:solidFill>
                <a:latin typeface="+mj-lt" pitchFamily="34" charset="0"/>
                <a:ea typeface="+mj-lt" pitchFamily="34" charset="-122"/>
                <a:cs typeface="+mj-lt" pitchFamily="34" charset="-120"/>
              </a:rPr>
              <a:t>i</a:t>
            </a:r>
            <a:endParaRPr lang="en-US" sz="4400" dirty="0"/>
          </a:p>
        </p:txBody>
      </p:sp>
      <p:sp>
        <p:nvSpPr>
          <p:cNvPr id="13" name="Text 10"/>
          <p:cNvSpPr txBox="1"/>
          <p:nvPr/>
        </p:nvSpPr>
        <p:spPr>
          <a:xfrm>
            <a:off x="2794406" y="2560320"/>
            <a:ext cx="985723" cy="457200"/>
          </a:xfrm>
          <a:prstGeom prst="rect">
            <a:avLst/>
          </a:prstGeom>
          <a:noFill/>
          <a:ln/>
        </p:spPr>
        <p:txBody>
          <a:bodyPr wrap="square" lIns="0" tIns="0" rIns="0" bIns="0" rtlCol="0" anchor="ctr"/>
          <a:lstStyle/>
          <a:p>
            <a:pPr algn="ctr" indent="0" marL="0">
              <a:buNone/>
            </a:pPr>
            <a:r>
              <a:rPr lang="en-US" sz="1300" b="1" dirty="0">
                <a:solidFill>
                  <a:schemeClr val="accent1"/>
                </a:solidFill>
              </a:rPr>
              <a:t>« i »</a:t>
            </a:r>
            <a:endParaRPr lang="en-US" sz="1300" dirty="0"/>
          </a:p>
        </p:txBody>
      </p:sp>
      <p:sp>
        <p:nvSpPr>
          <p:cNvPr id="14" name="Shape 11"/>
          <p:cNvSpPr/>
          <p:nvPr/>
        </p:nvSpPr>
        <p:spPr>
          <a:xfrm>
            <a:off x="3917290" y="1600200"/>
            <a:ext cx="985723" cy="1554480"/>
          </a:xfrm>
          <a:prstGeom prst="roundRect">
            <a:avLst>
              <a:gd name="adj" fmla="val 9276"/>
            </a:avLst>
          </a:prstGeom>
          <a:solidFill>
            <a:srgbClr val="FFF6E0"/>
          </a:solidFill>
          <a:ln w="19050">
            <a:solidFill>
              <a:srgbClr val="C9A86A"/>
            </a:solidFill>
            <a:prstDash val="solid"/>
          </a:ln>
          <a:effectLst>
            <a:outerShdw sx="100000" sy="100000" kx="0" ky="0" algn="bl" rotWithShape="0" blurRad="101600" dist="25400" dir="3600000">
              <a:srgbClr val="000000">
                <a:alpha val="16000"/>
              </a:srgbClr>
            </a:outerShdw>
          </a:effectLst>
        </p:spPr>
      </p:sp>
      <p:sp>
        <p:nvSpPr>
          <p:cNvPr id="15" name="Text 12"/>
          <p:cNvSpPr txBox="1"/>
          <p:nvPr/>
        </p:nvSpPr>
        <p:spPr>
          <a:xfrm>
            <a:off x="3917290" y="1645920"/>
            <a:ext cx="985723" cy="914400"/>
          </a:xfrm>
          <a:prstGeom prst="rect">
            <a:avLst/>
          </a:prstGeom>
          <a:noFill/>
          <a:ln/>
        </p:spPr>
        <p:txBody>
          <a:bodyPr wrap="square" lIns="0" tIns="0" rIns="0" bIns="0" rtlCol="0" anchor="ctr"/>
          <a:lstStyle/>
          <a:p>
            <a:pPr algn="ctr" indent="0" marL="0">
              <a:buNone/>
            </a:pPr>
            <a:r>
              <a:rPr lang="en-US" sz="4400" b="1" dirty="0">
                <a:solidFill>
                  <a:schemeClr val="tx2"/>
                </a:solidFill>
                <a:latin typeface="+mj-lt" pitchFamily="34" charset="0"/>
                <a:ea typeface="+mj-lt" pitchFamily="34" charset="-122"/>
                <a:cs typeface="+mj-lt" pitchFamily="34" charset="-120"/>
              </a:rPr>
              <a:t>u</a:t>
            </a:r>
            <a:endParaRPr lang="en-US" sz="4400" dirty="0"/>
          </a:p>
        </p:txBody>
      </p:sp>
      <p:sp>
        <p:nvSpPr>
          <p:cNvPr id="16" name="Text 13"/>
          <p:cNvSpPr txBox="1"/>
          <p:nvPr/>
        </p:nvSpPr>
        <p:spPr>
          <a:xfrm>
            <a:off x="3917290" y="2560320"/>
            <a:ext cx="985723" cy="457200"/>
          </a:xfrm>
          <a:prstGeom prst="rect">
            <a:avLst/>
          </a:prstGeom>
          <a:noFill/>
          <a:ln/>
        </p:spPr>
        <p:txBody>
          <a:bodyPr wrap="square" lIns="0" tIns="0" rIns="0" bIns="0" rtlCol="0" anchor="ctr"/>
          <a:lstStyle/>
          <a:p>
            <a:pPr algn="ctr" indent="0" marL="0">
              <a:buNone/>
            </a:pPr>
            <a:r>
              <a:rPr lang="en-US" sz="1300" b="1" dirty="0">
                <a:solidFill>
                  <a:schemeClr val="accent1"/>
                </a:solidFill>
              </a:rPr>
              <a:t>« u »</a:t>
            </a:r>
            <a:endParaRPr lang="en-US" sz="1300" dirty="0"/>
          </a:p>
        </p:txBody>
      </p:sp>
      <p:sp>
        <p:nvSpPr>
          <p:cNvPr id="17" name="Shape 14"/>
          <p:cNvSpPr/>
          <p:nvPr/>
        </p:nvSpPr>
        <p:spPr>
          <a:xfrm>
            <a:off x="5040173" y="1600200"/>
            <a:ext cx="985723" cy="1554480"/>
          </a:xfrm>
          <a:prstGeom prst="roundRect">
            <a:avLst>
              <a:gd name="adj" fmla="val 9276"/>
            </a:avLst>
          </a:prstGeom>
          <a:solidFill>
            <a:srgbClr val="FFF6E0"/>
          </a:solidFill>
          <a:ln w="19050">
            <a:solidFill>
              <a:srgbClr val="C9A86A"/>
            </a:solidFill>
            <a:prstDash val="solid"/>
          </a:ln>
          <a:effectLst>
            <a:outerShdw sx="100000" sy="100000" kx="0" ky="0" algn="bl" rotWithShape="0" blurRad="101600" dist="25400" dir="3600000">
              <a:srgbClr val="000000">
                <a:alpha val="16000"/>
              </a:srgbClr>
            </a:outerShdw>
          </a:effectLst>
        </p:spPr>
      </p:sp>
      <p:sp>
        <p:nvSpPr>
          <p:cNvPr id="18" name="Text 15"/>
          <p:cNvSpPr txBox="1"/>
          <p:nvPr/>
        </p:nvSpPr>
        <p:spPr>
          <a:xfrm>
            <a:off x="5040173" y="1645920"/>
            <a:ext cx="985723" cy="914400"/>
          </a:xfrm>
          <a:prstGeom prst="rect">
            <a:avLst/>
          </a:prstGeom>
          <a:noFill/>
          <a:ln/>
        </p:spPr>
        <p:txBody>
          <a:bodyPr wrap="square" lIns="0" tIns="0" rIns="0" bIns="0" rtlCol="0" anchor="ctr"/>
          <a:lstStyle/>
          <a:p>
            <a:pPr algn="ctr" indent="0" marL="0">
              <a:buNone/>
            </a:pPr>
            <a:r>
              <a:rPr lang="en-US" sz="4400" b="1" dirty="0">
                <a:solidFill>
                  <a:schemeClr val="tx2"/>
                </a:solidFill>
                <a:latin typeface="+mj-lt" pitchFamily="34" charset="0"/>
                <a:ea typeface="+mj-lt" pitchFamily="34" charset="-122"/>
                <a:cs typeface="+mj-lt" pitchFamily="34" charset="-120"/>
              </a:rPr>
              <a:t>g</a:t>
            </a:r>
            <a:endParaRPr lang="en-US" sz="4400" dirty="0"/>
          </a:p>
        </p:txBody>
      </p:sp>
      <p:sp>
        <p:nvSpPr>
          <p:cNvPr id="19" name="Text 16"/>
          <p:cNvSpPr txBox="1"/>
          <p:nvPr/>
        </p:nvSpPr>
        <p:spPr>
          <a:xfrm>
            <a:off x="5040173" y="2560320"/>
            <a:ext cx="985723" cy="457200"/>
          </a:xfrm>
          <a:prstGeom prst="rect">
            <a:avLst/>
          </a:prstGeom>
          <a:noFill/>
          <a:ln/>
        </p:spPr>
        <p:txBody>
          <a:bodyPr wrap="square" lIns="0" tIns="0" rIns="0" bIns="0" rtlCol="0" anchor="ctr"/>
          <a:lstStyle/>
          <a:p>
            <a:pPr algn="ctr" indent="0" marL="0">
              <a:buNone/>
            </a:pPr>
            <a:r>
              <a:rPr lang="en-US" sz="1300" b="1" dirty="0">
                <a:solidFill>
                  <a:schemeClr val="accent1"/>
                </a:solidFill>
              </a:rPr>
              <a:t>« ghé »</a:t>
            </a:r>
            <a:endParaRPr lang="en-US" sz="1300" dirty="0"/>
          </a:p>
        </p:txBody>
      </p:sp>
      <p:sp>
        <p:nvSpPr>
          <p:cNvPr id="20" name="Shape 17"/>
          <p:cNvSpPr/>
          <p:nvPr/>
        </p:nvSpPr>
        <p:spPr>
          <a:xfrm>
            <a:off x="6163056" y="1600200"/>
            <a:ext cx="985723" cy="1554480"/>
          </a:xfrm>
          <a:prstGeom prst="roundRect">
            <a:avLst>
              <a:gd name="adj" fmla="val 9276"/>
            </a:avLst>
          </a:prstGeom>
          <a:solidFill>
            <a:srgbClr val="FFF6E0"/>
          </a:solidFill>
          <a:ln w="19050">
            <a:solidFill>
              <a:srgbClr val="C9A86A"/>
            </a:solidFill>
            <a:prstDash val="solid"/>
          </a:ln>
          <a:effectLst>
            <a:outerShdw sx="100000" sy="100000" kx="0" ky="0" algn="bl" rotWithShape="0" blurRad="101600" dist="25400" dir="3600000">
              <a:srgbClr val="000000">
                <a:alpha val="16000"/>
              </a:srgbClr>
            </a:outerShdw>
          </a:effectLst>
        </p:spPr>
      </p:sp>
      <p:sp>
        <p:nvSpPr>
          <p:cNvPr id="21" name="Text 18"/>
          <p:cNvSpPr txBox="1"/>
          <p:nvPr/>
        </p:nvSpPr>
        <p:spPr>
          <a:xfrm>
            <a:off x="6163056" y="1645920"/>
            <a:ext cx="985723" cy="914400"/>
          </a:xfrm>
          <a:prstGeom prst="rect">
            <a:avLst/>
          </a:prstGeom>
          <a:noFill/>
          <a:ln/>
        </p:spPr>
        <p:txBody>
          <a:bodyPr wrap="square" lIns="0" tIns="0" rIns="0" bIns="0" rtlCol="0" anchor="ctr"/>
          <a:lstStyle/>
          <a:p>
            <a:pPr algn="ctr" indent="0" marL="0">
              <a:buNone/>
            </a:pPr>
            <a:r>
              <a:rPr lang="en-US" sz="4400" b="1" dirty="0">
                <a:solidFill>
                  <a:schemeClr val="tx2"/>
                </a:solidFill>
                <a:latin typeface="+mj-lt" pitchFamily="34" charset="0"/>
                <a:ea typeface="+mj-lt" pitchFamily="34" charset="-122"/>
                <a:cs typeface="+mj-lt" pitchFamily="34" charset="-120"/>
              </a:rPr>
              <a:t>h</a:t>
            </a:r>
            <a:endParaRPr lang="en-US" sz="4400" dirty="0"/>
          </a:p>
        </p:txBody>
      </p:sp>
      <p:sp>
        <p:nvSpPr>
          <p:cNvPr id="22" name="Text 19"/>
          <p:cNvSpPr txBox="1"/>
          <p:nvPr/>
        </p:nvSpPr>
        <p:spPr>
          <a:xfrm>
            <a:off x="6163056" y="2560320"/>
            <a:ext cx="985723" cy="457200"/>
          </a:xfrm>
          <a:prstGeom prst="rect">
            <a:avLst/>
          </a:prstGeom>
          <a:noFill/>
          <a:ln/>
        </p:spPr>
        <p:txBody>
          <a:bodyPr wrap="square" lIns="0" tIns="0" rIns="0" bIns="0" rtlCol="0" anchor="ctr"/>
          <a:lstStyle/>
          <a:p>
            <a:pPr algn="ctr" indent="0" marL="0">
              <a:buNone/>
            </a:pPr>
            <a:r>
              <a:rPr lang="en-US" sz="1300" b="1" dirty="0">
                <a:solidFill>
                  <a:schemeClr val="accent1"/>
                </a:solidFill>
              </a:rPr>
              <a:t>« hâ »</a:t>
            </a:r>
            <a:endParaRPr lang="en-US" sz="1300" dirty="0"/>
          </a:p>
        </p:txBody>
      </p:sp>
      <p:sp>
        <p:nvSpPr>
          <p:cNvPr id="23" name="Shape 20"/>
          <p:cNvSpPr/>
          <p:nvPr/>
        </p:nvSpPr>
        <p:spPr>
          <a:xfrm>
            <a:off x="7285939" y="1600200"/>
            <a:ext cx="985723" cy="1554480"/>
          </a:xfrm>
          <a:prstGeom prst="roundRect">
            <a:avLst>
              <a:gd name="adj" fmla="val 9276"/>
            </a:avLst>
          </a:prstGeom>
          <a:solidFill>
            <a:srgbClr val="FFF6E0"/>
          </a:solidFill>
          <a:ln w="19050">
            <a:solidFill>
              <a:srgbClr val="C9A86A"/>
            </a:solidFill>
            <a:prstDash val="solid"/>
          </a:ln>
          <a:effectLst>
            <a:outerShdw sx="100000" sy="100000" kx="0" ky="0" algn="bl" rotWithShape="0" blurRad="101600" dist="25400" dir="3600000">
              <a:srgbClr val="000000">
                <a:alpha val="16000"/>
              </a:srgbClr>
            </a:outerShdw>
          </a:effectLst>
        </p:spPr>
      </p:sp>
      <p:sp>
        <p:nvSpPr>
          <p:cNvPr id="24" name="Text 21"/>
          <p:cNvSpPr txBox="1"/>
          <p:nvPr/>
        </p:nvSpPr>
        <p:spPr>
          <a:xfrm>
            <a:off x="7285939" y="1645920"/>
            <a:ext cx="985723" cy="914400"/>
          </a:xfrm>
          <a:prstGeom prst="rect">
            <a:avLst/>
          </a:prstGeom>
          <a:noFill/>
          <a:ln/>
        </p:spPr>
        <p:txBody>
          <a:bodyPr wrap="square" lIns="0" tIns="0" rIns="0" bIns="0" rtlCol="0" anchor="ctr"/>
          <a:lstStyle/>
          <a:p>
            <a:pPr algn="ctr" indent="0" marL="0">
              <a:buNone/>
            </a:pPr>
            <a:r>
              <a:rPr lang="en-US" sz="4400" b="1" dirty="0">
                <a:solidFill>
                  <a:schemeClr val="tx2"/>
                </a:solidFill>
                <a:latin typeface="+mj-lt" pitchFamily="34" charset="0"/>
                <a:ea typeface="+mj-lt" pitchFamily="34" charset="-122"/>
                <a:cs typeface="+mj-lt" pitchFamily="34" charset="-120"/>
              </a:rPr>
              <a:t>j</a:t>
            </a:r>
            <a:endParaRPr lang="en-US" sz="4400" dirty="0"/>
          </a:p>
        </p:txBody>
      </p:sp>
      <p:sp>
        <p:nvSpPr>
          <p:cNvPr id="25" name="Text 22"/>
          <p:cNvSpPr txBox="1"/>
          <p:nvPr/>
        </p:nvSpPr>
        <p:spPr>
          <a:xfrm>
            <a:off x="7285939" y="2560320"/>
            <a:ext cx="985723" cy="457200"/>
          </a:xfrm>
          <a:prstGeom prst="rect">
            <a:avLst/>
          </a:prstGeom>
          <a:noFill/>
          <a:ln/>
        </p:spPr>
        <p:txBody>
          <a:bodyPr wrap="square" lIns="0" tIns="0" rIns="0" bIns="0" rtlCol="0" anchor="ctr"/>
          <a:lstStyle/>
          <a:p>
            <a:pPr algn="ctr" indent="0" marL="0">
              <a:buNone/>
            </a:pPr>
            <a:r>
              <a:rPr lang="en-US" sz="1300" b="1" dirty="0">
                <a:solidFill>
                  <a:schemeClr val="accent1"/>
                </a:solidFill>
              </a:rPr>
              <a:t>« yé »</a:t>
            </a:r>
            <a:endParaRPr lang="en-US" sz="1300" dirty="0"/>
          </a:p>
        </p:txBody>
      </p:sp>
      <p:sp>
        <p:nvSpPr>
          <p:cNvPr id="26" name="Shape 23"/>
          <p:cNvSpPr/>
          <p:nvPr/>
        </p:nvSpPr>
        <p:spPr>
          <a:xfrm>
            <a:off x="8408822" y="1600200"/>
            <a:ext cx="985723" cy="1554480"/>
          </a:xfrm>
          <a:prstGeom prst="roundRect">
            <a:avLst>
              <a:gd name="adj" fmla="val 9276"/>
            </a:avLst>
          </a:prstGeom>
          <a:solidFill>
            <a:srgbClr val="FFF6E0"/>
          </a:solidFill>
          <a:ln w="19050">
            <a:solidFill>
              <a:srgbClr val="C9A86A"/>
            </a:solidFill>
            <a:prstDash val="solid"/>
          </a:ln>
          <a:effectLst>
            <a:outerShdw sx="100000" sy="100000" kx="0" ky="0" algn="bl" rotWithShape="0" blurRad="101600" dist="25400" dir="3600000">
              <a:srgbClr val="000000">
                <a:alpha val="16000"/>
              </a:srgbClr>
            </a:outerShdw>
          </a:effectLst>
        </p:spPr>
      </p:sp>
      <p:sp>
        <p:nvSpPr>
          <p:cNvPr id="27" name="Text 24"/>
          <p:cNvSpPr txBox="1"/>
          <p:nvPr/>
        </p:nvSpPr>
        <p:spPr>
          <a:xfrm>
            <a:off x="8408822" y="1645920"/>
            <a:ext cx="985723" cy="914400"/>
          </a:xfrm>
          <a:prstGeom prst="rect">
            <a:avLst/>
          </a:prstGeom>
          <a:noFill/>
          <a:ln/>
        </p:spPr>
        <p:txBody>
          <a:bodyPr wrap="square" lIns="0" tIns="0" rIns="0" bIns="0" rtlCol="0" anchor="ctr"/>
          <a:lstStyle/>
          <a:p>
            <a:pPr algn="ctr" indent="0" marL="0">
              <a:buNone/>
            </a:pPr>
            <a:r>
              <a:rPr lang="en-US" sz="4400" b="1" dirty="0">
                <a:solidFill>
                  <a:schemeClr val="tx2"/>
                </a:solidFill>
                <a:latin typeface="+mj-lt" pitchFamily="34" charset="0"/>
                <a:ea typeface="+mj-lt" pitchFamily="34" charset="-122"/>
                <a:cs typeface="+mj-lt" pitchFamily="34" charset="-120"/>
              </a:rPr>
              <a:t>w</a:t>
            </a:r>
            <a:endParaRPr lang="en-US" sz="4400" dirty="0"/>
          </a:p>
        </p:txBody>
      </p:sp>
      <p:sp>
        <p:nvSpPr>
          <p:cNvPr id="28" name="Text 25"/>
          <p:cNvSpPr txBox="1"/>
          <p:nvPr/>
        </p:nvSpPr>
        <p:spPr>
          <a:xfrm>
            <a:off x="8408822" y="2560320"/>
            <a:ext cx="985723" cy="457200"/>
          </a:xfrm>
          <a:prstGeom prst="rect">
            <a:avLst/>
          </a:prstGeom>
          <a:noFill/>
          <a:ln/>
        </p:spPr>
        <p:txBody>
          <a:bodyPr wrap="square" lIns="0" tIns="0" rIns="0" bIns="0" rtlCol="0" anchor="ctr"/>
          <a:lstStyle/>
          <a:p>
            <a:pPr algn="ctr" indent="0" marL="0">
              <a:buNone/>
            </a:pPr>
            <a:r>
              <a:rPr lang="en-US" sz="1300" b="1" dirty="0">
                <a:solidFill>
                  <a:schemeClr val="accent1"/>
                </a:solidFill>
              </a:rPr>
              <a:t>« wé »</a:t>
            </a:r>
            <a:endParaRPr lang="en-US" sz="1300" dirty="0"/>
          </a:p>
        </p:txBody>
      </p:sp>
      <p:sp>
        <p:nvSpPr>
          <p:cNvPr id="29" name="Shape 26"/>
          <p:cNvSpPr/>
          <p:nvPr/>
        </p:nvSpPr>
        <p:spPr>
          <a:xfrm>
            <a:off x="9531706" y="1600200"/>
            <a:ext cx="985723" cy="1554480"/>
          </a:xfrm>
          <a:prstGeom prst="roundRect">
            <a:avLst>
              <a:gd name="adj" fmla="val 9276"/>
            </a:avLst>
          </a:prstGeom>
          <a:solidFill>
            <a:srgbClr val="FFF6E0"/>
          </a:solidFill>
          <a:ln w="19050">
            <a:solidFill>
              <a:srgbClr val="C9A86A"/>
            </a:solidFill>
            <a:prstDash val="solid"/>
          </a:ln>
          <a:effectLst>
            <a:outerShdw sx="100000" sy="100000" kx="0" ky="0" algn="bl" rotWithShape="0" blurRad="101600" dist="25400" dir="3600000">
              <a:srgbClr val="000000">
                <a:alpha val="16000"/>
              </a:srgbClr>
            </a:outerShdw>
          </a:effectLst>
        </p:spPr>
      </p:sp>
      <p:sp>
        <p:nvSpPr>
          <p:cNvPr id="30" name="Text 27"/>
          <p:cNvSpPr txBox="1"/>
          <p:nvPr/>
        </p:nvSpPr>
        <p:spPr>
          <a:xfrm>
            <a:off x="9531706" y="1645920"/>
            <a:ext cx="985723" cy="914400"/>
          </a:xfrm>
          <a:prstGeom prst="rect">
            <a:avLst/>
          </a:prstGeom>
          <a:noFill/>
          <a:ln/>
        </p:spPr>
        <p:txBody>
          <a:bodyPr wrap="square" lIns="0" tIns="0" rIns="0" bIns="0" rtlCol="0" anchor="ctr"/>
          <a:lstStyle/>
          <a:p>
            <a:pPr algn="ctr" indent="0" marL="0">
              <a:buNone/>
            </a:pPr>
            <a:r>
              <a:rPr lang="en-US" sz="4400" b="1" dirty="0">
                <a:solidFill>
                  <a:schemeClr val="tx2"/>
                </a:solidFill>
                <a:latin typeface="+mj-lt" pitchFamily="34" charset="0"/>
                <a:ea typeface="+mj-lt" pitchFamily="34" charset="-122"/>
                <a:cs typeface="+mj-lt" pitchFamily="34" charset="-120"/>
              </a:rPr>
              <a:t>y</a:t>
            </a:r>
            <a:endParaRPr lang="en-US" sz="4400" dirty="0"/>
          </a:p>
        </p:txBody>
      </p:sp>
      <p:sp>
        <p:nvSpPr>
          <p:cNvPr id="31" name="Text 28"/>
          <p:cNvSpPr txBox="1"/>
          <p:nvPr/>
        </p:nvSpPr>
        <p:spPr>
          <a:xfrm>
            <a:off x="9531706" y="2560320"/>
            <a:ext cx="985723" cy="457200"/>
          </a:xfrm>
          <a:prstGeom prst="rect">
            <a:avLst/>
          </a:prstGeom>
          <a:noFill/>
          <a:ln/>
        </p:spPr>
        <p:txBody>
          <a:bodyPr wrap="square" lIns="0" tIns="0" rIns="0" bIns="0" rtlCol="0" anchor="ctr"/>
          <a:lstStyle/>
          <a:p>
            <a:pPr algn="ctr" indent="0" marL="0">
              <a:buNone/>
            </a:pPr>
            <a:r>
              <a:rPr lang="en-US" sz="1300" b="1" dirty="0">
                <a:solidFill>
                  <a:schemeClr val="accent1"/>
                </a:solidFill>
              </a:rPr>
              <a:t>« i-grec »</a:t>
            </a:r>
            <a:endParaRPr lang="en-US" sz="1300" dirty="0"/>
          </a:p>
        </p:txBody>
      </p:sp>
      <p:sp>
        <p:nvSpPr>
          <p:cNvPr id="32" name="Shape 29"/>
          <p:cNvSpPr/>
          <p:nvPr/>
        </p:nvSpPr>
        <p:spPr>
          <a:xfrm>
            <a:off x="10654589" y="1600200"/>
            <a:ext cx="985723" cy="1554480"/>
          </a:xfrm>
          <a:prstGeom prst="roundRect">
            <a:avLst>
              <a:gd name="adj" fmla="val 9276"/>
            </a:avLst>
          </a:prstGeom>
          <a:solidFill>
            <a:srgbClr val="FFF6E0"/>
          </a:solidFill>
          <a:ln w="19050">
            <a:solidFill>
              <a:srgbClr val="C9A86A"/>
            </a:solidFill>
            <a:prstDash val="solid"/>
          </a:ln>
          <a:effectLst>
            <a:outerShdw sx="100000" sy="100000" kx="0" ky="0" algn="bl" rotWithShape="0" blurRad="101600" dist="25400" dir="3600000">
              <a:srgbClr val="000000">
                <a:alpha val="16000"/>
              </a:srgbClr>
            </a:outerShdw>
          </a:effectLst>
        </p:spPr>
      </p:sp>
      <p:sp>
        <p:nvSpPr>
          <p:cNvPr id="33" name="Text 30"/>
          <p:cNvSpPr txBox="1"/>
          <p:nvPr/>
        </p:nvSpPr>
        <p:spPr>
          <a:xfrm>
            <a:off x="10654589" y="1645920"/>
            <a:ext cx="985723" cy="914400"/>
          </a:xfrm>
          <a:prstGeom prst="rect">
            <a:avLst/>
          </a:prstGeom>
          <a:noFill/>
          <a:ln/>
        </p:spPr>
        <p:txBody>
          <a:bodyPr wrap="square" lIns="0" tIns="0" rIns="0" bIns="0" rtlCol="0" anchor="ctr"/>
          <a:lstStyle/>
          <a:p>
            <a:pPr algn="ctr" indent="0" marL="0">
              <a:buNone/>
            </a:pPr>
            <a:r>
              <a:rPr lang="en-US" sz="4400" b="1" dirty="0">
                <a:solidFill>
                  <a:schemeClr val="tx2"/>
                </a:solidFill>
                <a:latin typeface="+mj-lt" pitchFamily="34" charset="0"/>
                <a:ea typeface="+mj-lt" pitchFamily="34" charset="-122"/>
                <a:cs typeface="+mj-lt" pitchFamily="34" charset="-120"/>
              </a:rPr>
              <a:t>ij</a:t>
            </a:r>
            <a:endParaRPr lang="en-US" sz="4400" dirty="0"/>
          </a:p>
        </p:txBody>
      </p:sp>
      <p:sp>
        <p:nvSpPr>
          <p:cNvPr id="34" name="Text 31"/>
          <p:cNvSpPr txBox="1"/>
          <p:nvPr/>
        </p:nvSpPr>
        <p:spPr>
          <a:xfrm>
            <a:off x="10654589" y="2560320"/>
            <a:ext cx="985723" cy="457200"/>
          </a:xfrm>
          <a:prstGeom prst="rect">
            <a:avLst/>
          </a:prstGeom>
          <a:noFill/>
          <a:ln/>
        </p:spPr>
        <p:txBody>
          <a:bodyPr wrap="square" lIns="0" tIns="0" rIns="0" bIns="0" rtlCol="0" anchor="ctr"/>
          <a:lstStyle/>
          <a:p>
            <a:pPr algn="ctr" indent="0" marL="0">
              <a:buNone/>
            </a:pPr>
            <a:r>
              <a:rPr lang="en-US" sz="1300" b="1" dirty="0">
                <a:solidFill>
                  <a:schemeClr val="accent1"/>
                </a:solidFill>
              </a:rPr>
              <a:t>lange ij</a:t>
            </a:r>
            <a:endParaRPr lang="en-US" sz="1300" dirty="0"/>
          </a:p>
        </p:txBody>
      </p:sp>
      <p:sp>
        <p:nvSpPr>
          <p:cNvPr id="35" name="Shape 32"/>
          <p:cNvSpPr/>
          <p:nvPr/>
        </p:nvSpPr>
        <p:spPr>
          <a:xfrm>
            <a:off x="548640" y="3383280"/>
            <a:ext cx="11091672" cy="685800"/>
          </a:xfrm>
          <a:prstGeom prst="roundRect">
            <a:avLst>
              <a:gd name="adj" fmla="val 13333"/>
            </a:avLst>
          </a:prstGeom>
          <a:solidFill>
            <a:srgbClr val="FBEDEB"/>
          </a:solidFill>
          <a:ln w="15875">
            <a:solidFill>
              <a:srgbClr val="B83227"/>
            </a:solidFill>
            <a:prstDash val="solid"/>
          </a:ln>
        </p:spPr>
      </p:sp>
      <p:sp>
        <p:nvSpPr>
          <p:cNvPr id="36" name="Text 33"/>
          <p:cNvSpPr txBox="1"/>
          <p:nvPr/>
        </p:nvSpPr>
        <p:spPr>
          <a:xfrm>
            <a:off x="777240" y="3383280"/>
            <a:ext cx="10698480" cy="685800"/>
          </a:xfrm>
          <a:prstGeom prst="rect">
            <a:avLst/>
          </a:prstGeom>
          <a:noFill/>
          <a:ln/>
        </p:spPr>
        <p:txBody>
          <a:bodyPr wrap="square" lIns="0" tIns="0" rIns="0" bIns="0" rtlCol="0" anchor="ctr"/>
          <a:lstStyle/>
          <a:p>
            <a:pPr algn="l" indent="0" marL="0">
              <a:buNone/>
            </a:pPr>
            <a:r>
              <a:rPr lang="en-US" sz="1800" dirty="0">
                <a:solidFill>
                  <a:schemeClr val="tx1"/>
                </a:solidFill>
              </a:rPr>
              <a:t>Pièges : </a:t>
            </a:r>
            <a:r>
              <a:rPr lang="en-US" sz="1800" i="1" dirty="0">
                <a:solidFill>
                  <a:schemeClr val="tx1"/>
                </a:solidFill>
              </a:rPr>
              <a:t>e</a:t>
            </a:r>
            <a:r>
              <a:rPr lang="en-US" sz="1800" dirty="0">
                <a:solidFill>
                  <a:schemeClr val="tx1"/>
                </a:solidFill>
              </a:rPr>
              <a:t> « </a:t>
            </a:r>
            <a:r>
              <a:rPr lang="en-US" sz="1800" b="1" dirty="0">
                <a:solidFill>
                  <a:schemeClr val="tx1"/>
                </a:solidFill>
              </a:rPr>
              <a:t>é</a:t>
            </a:r>
            <a:r>
              <a:rPr lang="en-US" sz="1800" dirty="0">
                <a:solidFill>
                  <a:schemeClr val="tx1"/>
                </a:solidFill>
              </a:rPr>
              <a:t> » (pas « eu ») · </a:t>
            </a:r>
            <a:r>
              <a:rPr lang="en-US" sz="1800" i="1" dirty="0">
                <a:solidFill>
                  <a:schemeClr val="tx1"/>
                </a:solidFill>
              </a:rPr>
              <a:t>g</a:t>
            </a:r>
            <a:r>
              <a:rPr lang="en-US" sz="1800" dirty="0">
                <a:solidFill>
                  <a:schemeClr val="tx1"/>
                </a:solidFill>
              </a:rPr>
              <a:t> « </a:t>
            </a:r>
            <a:r>
              <a:rPr lang="en-US" sz="1800" b="1" dirty="0">
                <a:solidFill>
                  <a:schemeClr val="tx1"/>
                </a:solidFill>
              </a:rPr>
              <a:t>ghé</a:t>
            </a:r>
            <a:r>
              <a:rPr lang="en-US" sz="1800" dirty="0">
                <a:solidFill>
                  <a:schemeClr val="tx1"/>
                </a:solidFill>
              </a:rPr>
              <a:t> » raclé (pas « jé ») · </a:t>
            </a:r>
            <a:r>
              <a:rPr lang="en-US" sz="1800" i="1" dirty="0">
                <a:solidFill>
                  <a:schemeClr val="tx1"/>
                </a:solidFill>
              </a:rPr>
              <a:t>j</a:t>
            </a:r>
            <a:r>
              <a:rPr lang="en-US" sz="1800" dirty="0">
                <a:solidFill>
                  <a:schemeClr val="tx1"/>
                </a:solidFill>
              </a:rPr>
              <a:t> « </a:t>
            </a:r>
            <a:r>
              <a:rPr lang="en-US" sz="1800" b="1" dirty="0">
                <a:solidFill>
                  <a:schemeClr val="tx1"/>
                </a:solidFill>
              </a:rPr>
              <a:t>yé</a:t>
            </a:r>
            <a:r>
              <a:rPr lang="en-US" sz="1800" dirty="0">
                <a:solidFill>
                  <a:schemeClr val="tx1"/>
                </a:solidFill>
              </a:rPr>
              <a:t> » (pas « ji ») · </a:t>
            </a:r>
            <a:r>
              <a:rPr lang="en-US" sz="1800" i="1" dirty="0">
                <a:solidFill>
                  <a:schemeClr val="tx1"/>
                </a:solidFill>
              </a:rPr>
              <a:t>u</a:t>
            </a:r>
            <a:r>
              <a:rPr lang="en-US" sz="1800" dirty="0">
                <a:solidFill>
                  <a:schemeClr val="tx1"/>
                </a:solidFill>
              </a:rPr>
              <a:t> comme en français</a:t>
            </a:r>
            <a:endParaRPr lang="en-US" sz="1800" dirty="0"/>
          </a:p>
        </p:txBody>
      </p:sp>
      <p:sp>
        <p:nvSpPr>
          <p:cNvPr id="37" name="Text 34"/>
          <p:cNvSpPr txBox="1"/>
          <p:nvPr/>
        </p:nvSpPr>
        <p:spPr>
          <a:xfrm>
            <a:off x="548640" y="4251960"/>
            <a:ext cx="5486400" cy="347472"/>
          </a:xfrm>
          <a:prstGeom prst="rect">
            <a:avLst/>
          </a:prstGeom>
          <a:noFill/>
          <a:ln/>
        </p:spPr>
        <p:txBody>
          <a:bodyPr wrap="square" lIns="0" tIns="0" rIns="0" bIns="0" rtlCol="0" anchor="t"/>
          <a:lstStyle/>
          <a:p>
            <a:pPr algn="l" indent="0" marL="0">
              <a:buNone/>
            </a:pPr>
            <a:r>
              <a:rPr lang="en-US" sz="1300" b="1" spc="200" kern="0" dirty="0">
                <a:solidFill>
                  <a:schemeClr val="accent5"/>
                </a:solidFill>
              </a:rPr>
              <a:t>BLOC UTILE</a:t>
            </a:r>
            <a:endParaRPr lang="en-US" sz="1300" dirty="0"/>
          </a:p>
        </p:txBody>
      </p:sp>
      <p:sp>
        <p:nvSpPr>
          <p:cNvPr id="38" name="Shape 35"/>
          <p:cNvSpPr/>
          <p:nvPr/>
        </p:nvSpPr>
        <p:spPr>
          <a:xfrm>
            <a:off x="905256" y="4685386"/>
            <a:ext cx="292608" cy="87782"/>
          </a:xfrm>
          <a:prstGeom prst="roundRect">
            <a:avLst>
              <a:gd name="adj" fmla="val 31250"/>
            </a:avLst>
          </a:prstGeom>
          <a:solidFill>
            <a:schemeClr val="accent3"/>
          </a:solidFill>
          <a:ln w="12700">
            <a:solidFill>
              <a:srgbClr val="FFFFFF">
                <a:alpha val="0"/>
              </a:srgbClr>
            </a:solidFill>
            <a:prstDash val="solid"/>
          </a:ln>
        </p:spPr>
      </p:sp>
      <p:sp>
        <p:nvSpPr>
          <p:cNvPr id="39" name="Shape 36"/>
          <p:cNvSpPr/>
          <p:nvPr/>
        </p:nvSpPr>
        <p:spPr>
          <a:xfrm>
            <a:off x="1728216" y="4685386"/>
            <a:ext cx="292608" cy="87782"/>
          </a:xfrm>
          <a:prstGeom prst="roundRect">
            <a:avLst>
              <a:gd name="adj" fmla="val 31250"/>
            </a:avLst>
          </a:prstGeom>
          <a:solidFill>
            <a:schemeClr val="accent3"/>
          </a:solidFill>
          <a:ln w="12700">
            <a:solidFill>
              <a:srgbClr val="FFFFFF">
                <a:alpha val="0"/>
              </a:srgbClr>
            </a:solidFill>
            <a:prstDash val="solid"/>
          </a:ln>
        </p:spPr>
      </p:sp>
      <p:sp>
        <p:nvSpPr>
          <p:cNvPr id="40" name="Shape 37"/>
          <p:cNvSpPr/>
          <p:nvPr/>
        </p:nvSpPr>
        <p:spPr>
          <a:xfrm>
            <a:off x="2551176" y="4685386"/>
            <a:ext cx="292608" cy="87782"/>
          </a:xfrm>
          <a:prstGeom prst="roundRect">
            <a:avLst>
              <a:gd name="adj" fmla="val 31250"/>
            </a:avLst>
          </a:prstGeom>
          <a:solidFill>
            <a:schemeClr val="accent3"/>
          </a:solidFill>
          <a:ln w="12700">
            <a:solidFill>
              <a:srgbClr val="FFFFFF">
                <a:alpha val="0"/>
              </a:srgbClr>
            </a:solidFill>
            <a:prstDash val="solid"/>
          </a:ln>
        </p:spPr>
      </p:sp>
      <p:sp>
        <p:nvSpPr>
          <p:cNvPr id="41" name="Shape 38"/>
          <p:cNvSpPr/>
          <p:nvPr/>
        </p:nvSpPr>
        <p:spPr>
          <a:xfrm>
            <a:off x="3374136" y="4685386"/>
            <a:ext cx="292608" cy="87782"/>
          </a:xfrm>
          <a:prstGeom prst="roundRect">
            <a:avLst>
              <a:gd name="adj" fmla="val 31250"/>
            </a:avLst>
          </a:prstGeom>
          <a:solidFill>
            <a:schemeClr val="accent3"/>
          </a:solidFill>
          <a:ln w="12700">
            <a:solidFill>
              <a:srgbClr val="FFFFFF">
                <a:alpha val="0"/>
              </a:srgbClr>
            </a:solidFill>
            <a:prstDash val="solid"/>
          </a:ln>
        </p:spPr>
      </p:sp>
      <p:sp>
        <p:nvSpPr>
          <p:cNvPr id="42" name="Shape 39"/>
          <p:cNvSpPr/>
          <p:nvPr/>
        </p:nvSpPr>
        <p:spPr>
          <a:xfrm>
            <a:off x="640080" y="4754880"/>
            <a:ext cx="3291840" cy="548640"/>
          </a:xfrm>
          <a:prstGeom prst="roundRect">
            <a:avLst>
              <a:gd name="adj" fmla="val 13333"/>
            </a:avLst>
          </a:prstGeom>
          <a:solidFill>
            <a:schemeClr val="accent3"/>
          </a:solidFill>
          <a:ln w="12700">
            <a:solidFill>
              <a:srgbClr val="FFFFFF">
                <a:alpha val="0"/>
              </a:srgbClr>
            </a:solidFill>
            <a:prstDash val="solid"/>
          </a:ln>
        </p:spPr>
      </p:sp>
      <p:sp>
        <p:nvSpPr>
          <p:cNvPr id="43" name="Text 40"/>
          <p:cNvSpPr txBox="1"/>
          <p:nvPr/>
        </p:nvSpPr>
        <p:spPr>
          <a:xfrm>
            <a:off x="713232" y="4754880"/>
            <a:ext cx="3145536" cy="548640"/>
          </a:xfrm>
          <a:prstGeom prst="rect">
            <a:avLst/>
          </a:prstGeom>
          <a:noFill/>
          <a:ln/>
        </p:spPr>
        <p:txBody>
          <a:bodyPr wrap="square" lIns="0" tIns="0" rIns="0" bIns="0" rtlCol="0" anchor="ctr"/>
          <a:lstStyle/>
          <a:p>
            <a:pPr algn="ctr" indent="0" marL="0">
              <a:buNone/>
            </a:pPr>
            <a:r>
              <a:rPr lang="en-US" sz="2000" b="1" i="1" dirty="0">
                <a:solidFill>
                  <a:schemeClr val="bg1"/>
                </a:solidFill>
              </a:rPr>
              <a:t>met dubbele e</a:t>
            </a:r>
            <a:endParaRPr lang="en-US" sz="2000" dirty="0"/>
          </a:p>
        </p:txBody>
      </p:sp>
      <p:sp>
        <p:nvSpPr>
          <p:cNvPr id="44" name="Text 41"/>
          <p:cNvSpPr txBox="1"/>
          <p:nvPr/>
        </p:nvSpPr>
        <p:spPr>
          <a:xfrm>
            <a:off x="4114800" y="4663440"/>
            <a:ext cx="7498080" cy="731520"/>
          </a:xfrm>
          <a:prstGeom prst="rect">
            <a:avLst/>
          </a:prstGeom>
          <a:noFill/>
          <a:ln/>
        </p:spPr>
        <p:txBody>
          <a:bodyPr wrap="square" lIns="0" tIns="0" rIns="0" bIns="0" rtlCol="0" anchor="ctr"/>
          <a:lstStyle/>
          <a:p>
            <a:pPr algn="l" indent="0" marL="0">
              <a:buNone/>
            </a:pPr>
            <a:r>
              <a:rPr lang="en-US" sz="1900" i="1" dirty="0">
                <a:solidFill>
                  <a:schemeClr val="tx1"/>
                </a:solidFill>
              </a:rPr>
              <a:t>Peeters, </a:t>
            </a:r>
            <a:r>
              <a:rPr lang="en-US" sz="1900" b="1" i="1" dirty="0">
                <a:solidFill>
                  <a:schemeClr val="tx1"/>
                </a:solidFill>
              </a:rPr>
              <a:t>met dubbele e</a:t>
            </a:r>
            <a:r>
              <a:rPr lang="en-US" sz="1900" i="1" dirty="0">
                <a:solidFill>
                  <a:schemeClr val="tx1"/>
                </a:solidFill>
              </a:rPr>
              <a:t>. · Hassan, </a:t>
            </a:r>
            <a:r>
              <a:rPr lang="en-US" sz="1900" b="1" i="1" dirty="0">
                <a:solidFill>
                  <a:schemeClr val="tx1"/>
                </a:solidFill>
              </a:rPr>
              <a:t>met dubbele s</a:t>
            </a:r>
            <a:r>
              <a:rPr lang="en-US" sz="1900" i="1" dirty="0">
                <a:solidFill>
                  <a:schemeClr val="tx1"/>
                </a:solidFill>
              </a:rPr>
              <a:t>.</a:t>
            </a:r>
            <a:endParaRPr lang="en-US" sz="1900" dirty="0"/>
          </a:p>
        </p:txBody>
      </p:sp>
      <p:sp>
        <p:nvSpPr>
          <p:cNvPr id="45" name="Shape 42"/>
          <p:cNvSpPr/>
          <p:nvPr/>
        </p:nvSpPr>
        <p:spPr>
          <a:xfrm>
            <a:off x="548640" y="5669280"/>
            <a:ext cx="11091672" cy="566928"/>
          </a:xfrm>
          <a:prstGeom prst="roundRect">
            <a:avLst>
              <a:gd name="adj" fmla="val 12903"/>
            </a:avLst>
          </a:prstGeom>
          <a:solidFill>
            <a:schemeClr val="tx2"/>
          </a:solidFill>
          <a:ln w="12700">
            <a:solidFill>
              <a:srgbClr val="FFFFFF">
                <a:alpha val="0"/>
              </a:srgbClr>
            </a:solidFill>
            <a:prstDash val="solid"/>
          </a:ln>
        </p:spPr>
      </p:sp>
      <p:sp>
        <p:nvSpPr>
          <p:cNvPr id="46" name="Text 43"/>
          <p:cNvSpPr txBox="1"/>
          <p:nvPr/>
        </p:nvSpPr>
        <p:spPr>
          <a:xfrm>
            <a:off x="822960" y="5669280"/>
            <a:ext cx="10607040" cy="566928"/>
          </a:xfrm>
          <a:prstGeom prst="rect">
            <a:avLst/>
          </a:prstGeom>
          <a:noFill/>
          <a:ln/>
        </p:spPr>
        <p:txBody>
          <a:bodyPr wrap="square" lIns="0" tIns="0" rIns="0" bIns="0" rtlCol="0" anchor="ctr"/>
          <a:lstStyle/>
          <a:p>
            <a:pPr algn="l" indent="0" marL="0">
              <a:buNone/>
            </a:pPr>
            <a:r>
              <a:rPr lang="en-US" sz="1700" dirty="0">
                <a:solidFill>
                  <a:schemeClr val="bg1"/>
                </a:solidFill>
              </a:rPr>
              <a:t>Entraînez-vous : épelez votre prénom à votre voisin·e, qui l’écrit. L’alphabet complet : M2.</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Un dialogue avec des bouées</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pic>
        <p:nvPicPr>
          <p:cNvPr id="5" name="Image 0" descr="woman">    </p:cNvPr>
          <p:cNvPicPr>
            <a:picLocks noChangeAspect="1"/>
          </p:cNvPicPr>
          <p:nvPr/>
        </p:nvPicPr>
        <p:blipFill>
          <a:blip r:embed="rId1"/>
          <a:stretch>
            <a:fillRect/>
          </a:stretch>
        </p:blipFill>
        <p:spPr>
          <a:xfrm>
            <a:off x="548640" y="1481328"/>
            <a:ext cx="475488" cy="475488"/>
          </a:xfrm>
          <a:prstGeom prst="rect">
            <a:avLst/>
          </a:prstGeom>
        </p:spPr>
      </p:pic>
      <p:sp>
        <p:nvSpPr>
          <p:cNvPr id="6" name="Shape 2"/>
          <p:cNvSpPr/>
          <p:nvPr/>
        </p:nvSpPr>
        <p:spPr>
          <a:xfrm>
            <a:off x="1143000" y="1481328"/>
            <a:ext cx="5486400" cy="475488"/>
          </a:xfrm>
          <a:prstGeom prst="roundRect">
            <a:avLst>
              <a:gd name="adj" fmla="val 34615"/>
            </a:avLst>
          </a:prstGeom>
          <a:solidFill>
            <a:schemeClr val="accent4">
              <a:alpha val="12000"/>
            </a:schemeClr>
          </a:solidFill>
          <a:ln w="15875">
            <a:solidFill>
              <a:srgbClr val="B4236A"/>
            </a:solidFill>
            <a:prstDash val="solid"/>
          </a:ln>
        </p:spPr>
      </p:sp>
      <p:sp>
        <p:nvSpPr>
          <p:cNvPr id="7" name="Text 3"/>
          <p:cNvSpPr txBox="1"/>
          <p:nvPr/>
        </p:nvSpPr>
        <p:spPr>
          <a:xfrm>
            <a:off x="1307592" y="1481328"/>
            <a:ext cx="5157216" cy="475488"/>
          </a:xfrm>
          <a:prstGeom prst="rect">
            <a:avLst/>
          </a:prstGeom>
          <a:noFill/>
          <a:ln/>
        </p:spPr>
        <p:txBody>
          <a:bodyPr wrap="square" lIns="0" tIns="0" rIns="0" bIns="0" rtlCol="0" anchor="ctr"/>
          <a:lstStyle/>
          <a:p>
            <a:pPr algn="l" indent="0" marL="0">
              <a:buNone/>
            </a:pPr>
            <a:r>
              <a:rPr lang="en-US" sz="1600" b="1" dirty="0">
                <a:solidFill>
                  <a:schemeClr val="tx1"/>
                </a:solidFill>
              </a:rPr>
              <a:t>Sofie</a:t>
            </a:r>
            <a:r>
              <a:rPr lang="en-US" sz="1600" dirty="0">
                <a:solidFill>
                  <a:schemeClr val="tx1"/>
                </a:solidFill>
              </a:rPr>
              <a:t> · </a:t>
            </a:r>
            <a:r>
              <a:rPr lang="en-US" sz="1600" i="1" dirty="0">
                <a:solidFill>
                  <a:schemeClr val="tx1"/>
                </a:solidFill>
              </a:rPr>
              <a:t>Hoi! Hoe heet jij?</a:t>
            </a:r>
            <a:endParaRPr lang="en-US" sz="1600" dirty="0"/>
          </a:p>
        </p:txBody>
      </p:sp>
      <p:pic>
        <p:nvPicPr>
          <p:cNvPr id="8" name="Image 1" descr="man office worker">    </p:cNvPr>
          <p:cNvPicPr>
            <a:picLocks noChangeAspect="1"/>
          </p:cNvPicPr>
          <p:nvPr/>
        </p:nvPicPr>
        <p:blipFill>
          <a:blip r:embed="rId2"/>
          <a:stretch>
            <a:fillRect/>
          </a:stretch>
        </p:blipFill>
        <p:spPr>
          <a:xfrm>
            <a:off x="10332720" y="2029968"/>
            <a:ext cx="475488" cy="475488"/>
          </a:xfrm>
          <a:prstGeom prst="rect">
            <a:avLst/>
          </a:prstGeom>
        </p:spPr>
      </p:pic>
      <p:sp>
        <p:nvSpPr>
          <p:cNvPr id="9" name="Shape 4"/>
          <p:cNvSpPr/>
          <p:nvPr/>
        </p:nvSpPr>
        <p:spPr>
          <a:xfrm>
            <a:off x="4709160" y="2029968"/>
            <a:ext cx="5486400" cy="475488"/>
          </a:xfrm>
          <a:prstGeom prst="roundRect">
            <a:avLst>
              <a:gd name="adj" fmla="val 34615"/>
            </a:avLst>
          </a:prstGeom>
          <a:solidFill>
            <a:schemeClr val="accent3">
              <a:alpha val="12000"/>
            </a:schemeClr>
          </a:solidFill>
          <a:ln w="15875">
            <a:solidFill>
              <a:srgbClr val="2E7D4F"/>
            </a:solidFill>
            <a:prstDash val="solid"/>
          </a:ln>
        </p:spPr>
      </p:sp>
      <p:sp>
        <p:nvSpPr>
          <p:cNvPr id="10" name="Text 5"/>
          <p:cNvSpPr txBox="1"/>
          <p:nvPr/>
        </p:nvSpPr>
        <p:spPr>
          <a:xfrm>
            <a:off x="4873752" y="2029968"/>
            <a:ext cx="5157216" cy="475488"/>
          </a:xfrm>
          <a:prstGeom prst="rect">
            <a:avLst/>
          </a:prstGeom>
          <a:noFill/>
          <a:ln/>
        </p:spPr>
        <p:txBody>
          <a:bodyPr wrap="square" lIns="0" tIns="0" rIns="0" bIns="0" rtlCol="0" anchor="ctr"/>
          <a:lstStyle/>
          <a:p>
            <a:pPr algn="l" indent="0" marL="0">
              <a:buNone/>
            </a:pPr>
            <a:r>
              <a:rPr lang="en-US" sz="1600" b="1" dirty="0">
                <a:solidFill>
                  <a:schemeClr val="tx1"/>
                </a:solidFill>
              </a:rPr>
              <a:t>Karim</a:t>
            </a:r>
            <a:r>
              <a:rPr lang="en-US" sz="1600" dirty="0">
                <a:solidFill>
                  <a:schemeClr val="tx1"/>
                </a:solidFill>
              </a:rPr>
              <a:t> · </a:t>
            </a:r>
            <a:r>
              <a:rPr lang="en-US" sz="1600" i="1" dirty="0">
                <a:solidFill>
                  <a:schemeClr val="tx1"/>
                </a:solidFill>
              </a:rPr>
              <a:t>Sorry, </a:t>
            </a:r>
            <a:r>
              <a:rPr lang="en-US" sz="1600" b="1" i="1" dirty="0">
                <a:solidFill>
                  <a:schemeClr val="tx1"/>
                </a:solidFill>
              </a:rPr>
              <a:t>kan je even herhalen?</a:t>
            </a:r>
            <a:endParaRPr lang="en-US" sz="1600" dirty="0"/>
          </a:p>
        </p:txBody>
      </p:sp>
      <p:pic>
        <p:nvPicPr>
          <p:cNvPr id="11" name="Image 2" descr="ring buoy">    </p:cNvPr>
          <p:cNvPicPr>
            <a:picLocks noChangeAspect="1"/>
          </p:cNvPicPr>
          <p:nvPr/>
        </p:nvPicPr>
        <p:blipFill>
          <a:blip r:embed="rId3"/>
          <a:stretch>
            <a:fillRect/>
          </a:stretch>
        </p:blipFill>
        <p:spPr>
          <a:xfrm>
            <a:off x="10927080" y="2048256"/>
            <a:ext cx="438912" cy="438912"/>
          </a:xfrm>
          <a:prstGeom prst="rect">
            <a:avLst/>
          </a:prstGeom>
        </p:spPr>
      </p:pic>
      <p:pic>
        <p:nvPicPr>
          <p:cNvPr id="12" name="Image 3" descr="woman">    </p:cNvPr>
          <p:cNvPicPr>
            <a:picLocks noChangeAspect="1"/>
          </p:cNvPicPr>
          <p:nvPr/>
        </p:nvPicPr>
        <p:blipFill>
          <a:blip r:embed="rId4"/>
          <a:stretch>
            <a:fillRect/>
          </a:stretch>
        </p:blipFill>
        <p:spPr>
          <a:xfrm>
            <a:off x="548640" y="2578608"/>
            <a:ext cx="475488" cy="475488"/>
          </a:xfrm>
          <a:prstGeom prst="rect">
            <a:avLst/>
          </a:prstGeom>
        </p:spPr>
      </p:pic>
      <p:sp>
        <p:nvSpPr>
          <p:cNvPr id="13" name="Shape 6"/>
          <p:cNvSpPr/>
          <p:nvPr/>
        </p:nvSpPr>
        <p:spPr>
          <a:xfrm>
            <a:off x="1143000" y="2578608"/>
            <a:ext cx="5486400" cy="475488"/>
          </a:xfrm>
          <a:prstGeom prst="roundRect">
            <a:avLst>
              <a:gd name="adj" fmla="val 34615"/>
            </a:avLst>
          </a:prstGeom>
          <a:solidFill>
            <a:schemeClr val="accent4">
              <a:alpha val="12000"/>
            </a:schemeClr>
          </a:solidFill>
          <a:ln w="15875">
            <a:solidFill>
              <a:srgbClr val="B4236A"/>
            </a:solidFill>
            <a:prstDash val="solid"/>
          </a:ln>
        </p:spPr>
      </p:sp>
      <p:sp>
        <p:nvSpPr>
          <p:cNvPr id="14" name="Text 7"/>
          <p:cNvSpPr txBox="1"/>
          <p:nvPr/>
        </p:nvSpPr>
        <p:spPr>
          <a:xfrm>
            <a:off x="1307592" y="2578608"/>
            <a:ext cx="5157216" cy="475488"/>
          </a:xfrm>
          <a:prstGeom prst="rect">
            <a:avLst/>
          </a:prstGeom>
          <a:noFill/>
          <a:ln/>
        </p:spPr>
        <p:txBody>
          <a:bodyPr wrap="square" lIns="0" tIns="0" rIns="0" bIns="0" rtlCol="0" anchor="ctr"/>
          <a:lstStyle/>
          <a:p>
            <a:pPr algn="l" indent="0" marL="0">
              <a:buNone/>
            </a:pPr>
            <a:r>
              <a:rPr lang="en-US" sz="1600" b="1" dirty="0">
                <a:solidFill>
                  <a:schemeClr val="tx1"/>
                </a:solidFill>
              </a:rPr>
              <a:t>Sofie</a:t>
            </a:r>
            <a:r>
              <a:rPr lang="en-US" sz="1600" dirty="0">
                <a:solidFill>
                  <a:schemeClr val="tx1"/>
                </a:solidFill>
              </a:rPr>
              <a:t> · </a:t>
            </a:r>
            <a:r>
              <a:rPr lang="en-US" sz="1600" i="1" dirty="0">
                <a:solidFill>
                  <a:schemeClr val="tx1"/>
                </a:solidFill>
              </a:rPr>
              <a:t>Hoe heet jij?</a:t>
            </a:r>
            <a:endParaRPr lang="en-US" sz="1600" dirty="0"/>
          </a:p>
        </p:txBody>
      </p:sp>
      <p:pic>
        <p:nvPicPr>
          <p:cNvPr id="15" name="Image 4" descr="man office worker">    </p:cNvPr>
          <p:cNvPicPr>
            <a:picLocks noChangeAspect="1"/>
          </p:cNvPicPr>
          <p:nvPr/>
        </p:nvPicPr>
        <p:blipFill>
          <a:blip r:embed="rId5"/>
          <a:stretch>
            <a:fillRect/>
          </a:stretch>
        </p:blipFill>
        <p:spPr>
          <a:xfrm>
            <a:off x="10332720" y="3127248"/>
            <a:ext cx="475488" cy="475488"/>
          </a:xfrm>
          <a:prstGeom prst="rect">
            <a:avLst/>
          </a:prstGeom>
        </p:spPr>
      </p:pic>
      <p:sp>
        <p:nvSpPr>
          <p:cNvPr id="16" name="Shape 8"/>
          <p:cNvSpPr/>
          <p:nvPr/>
        </p:nvSpPr>
        <p:spPr>
          <a:xfrm>
            <a:off x="4709160" y="3127248"/>
            <a:ext cx="5486400" cy="475488"/>
          </a:xfrm>
          <a:prstGeom prst="roundRect">
            <a:avLst>
              <a:gd name="adj" fmla="val 34615"/>
            </a:avLst>
          </a:prstGeom>
          <a:solidFill>
            <a:schemeClr val="accent2">
              <a:alpha val="12000"/>
            </a:schemeClr>
          </a:solidFill>
          <a:ln w="15875">
            <a:solidFill>
              <a:srgbClr val="2A6FB0"/>
            </a:solidFill>
            <a:prstDash val="solid"/>
          </a:ln>
        </p:spPr>
      </p:sp>
      <p:sp>
        <p:nvSpPr>
          <p:cNvPr id="17" name="Text 9"/>
          <p:cNvSpPr txBox="1"/>
          <p:nvPr/>
        </p:nvSpPr>
        <p:spPr>
          <a:xfrm>
            <a:off x="4873752" y="3127248"/>
            <a:ext cx="5157216" cy="475488"/>
          </a:xfrm>
          <a:prstGeom prst="rect">
            <a:avLst/>
          </a:prstGeom>
          <a:noFill/>
          <a:ln/>
        </p:spPr>
        <p:txBody>
          <a:bodyPr wrap="square" lIns="0" tIns="0" rIns="0" bIns="0" rtlCol="0" anchor="ctr"/>
          <a:lstStyle/>
          <a:p>
            <a:pPr algn="l" indent="0" marL="0">
              <a:buNone/>
            </a:pPr>
            <a:r>
              <a:rPr lang="en-US" sz="1600" b="1" dirty="0">
                <a:solidFill>
                  <a:schemeClr val="tx1"/>
                </a:solidFill>
              </a:rPr>
              <a:t>Karim</a:t>
            </a:r>
            <a:r>
              <a:rPr lang="en-US" sz="1600" dirty="0">
                <a:solidFill>
                  <a:schemeClr val="tx1"/>
                </a:solidFill>
              </a:rPr>
              <a:t> · </a:t>
            </a:r>
            <a:r>
              <a:rPr lang="en-US" sz="1600" i="1" dirty="0">
                <a:solidFill>
                  <a:schemeClr val="tx1"/>
                </a:solidFill>
              </a:rPr>
              <a:t>Ik heet Karim. En jij?</a:t>
            </a:r>
            <a:endParaRPr lang="en-US" sz="1600" dirty="0"/>
          </a:p>
        </p:txBody>
      </p:sp>
      <p:pic>
        <p:nvPicPr>
          <p:cNvPr id="18" name="Image 5" descr="woman">    </p:cNvPr>
          <p:cNvPicPr>
            <a:picLocks noChangeAspect="1"/>
          </p:cNvPicPr>
          <p:nvPr/>
        </p:nvPicPr>
        <p:blipFill>
          <a:blip r:embed="rId6"/>
          <a:stretch>
            <a:fillRect/>
          </a:stretch>
        </p:blipFill>
        <p:spPr>
          <a:xfrm>
            <a:off x="548640" y="3675888"/>
            <a:ext cx="475488" cy="475488"/>
          </a:xfrm>
          <a:prstGeom prst="rect">
            <a:avLst/>
          </a:prstGeom>
        </p:spPr>
      </p:pic>
      <p:sp>
        <p:nvSpPr>
          <p:cNvPr id="19" name="Shape 10"/>
          <p:cNvSpPr/>
          <p:nvPr/>
        </p:nvSpPr>
        <p:spPr>
          <a:xfrm>
            <a:off x="1143000" y="3675888"/>
            <a:ext cx="5486400" cy="475488"/>
          </a:xfrm>
          <a:prstGeom prst="roundRect">
            <a:avLst>
              <a:gd name="adj" fmla="val 34615"/>
            </a:avLst>
          </a:prstGeom>
          <a:solidFill>
            <a:schemeClr val="accent4">
              <a:alpha val="12000"/>
            </a:schemeClr>
          </a:solidFill>
          <a:ln w="15875">
            <a:solidFill>
              <a:srgbClr val="B4236A"/>
            </a:solidFill>
            <a:prstDash val="solid"/>
          </a:ln>
        </p:spPr>
      </p:sp>
      <p:sp>
        <p:nvSpPr>
          <p:cNvPr id="20" name="Text 11"/>
          <p:cNvSpPr txBox="1"/>
          <p:nvPr/>
        </p:nvSpPr>
        <p:spPr>
          <a:xfrm>
            <a:off x="1307592" y="3675888"/>
            <a:ext cx="5157216" cy="475488"/>
          </a:xfrm>
          <a:prstGeom prst="rect">
            <a:avLst/>
          </a:prstGeom>
          <a:noFill/>
          <a:ln/>
        </p:spPr>
        <p:txBody>
          <a:bodyPr wrap="square" lIns="0" tIns="0" rIns="0" bIns="0" rtlCol="0" anchor="ctr"/>
          <a:lstStyle/>
          <a:p>
            <a:pPr algn="l" indent="0" marL="0">
              <a:buNone/>
            </a:pPr>
            <a:r>
              <a:rPr lang="en-US" sz="1600" b="1" dirty="0">
                <a:solidFill>
                  <a:schemeClr val="tx1"/>
                </a:solidFill>
              </a:rPr>
              <a:t>Sofie</a:t>
            </a:r>
            <a:r>
              <a:rPr lang="en-US" sz="1600" dirty="0">
                <a:solidFill>
                  <a:schemeClr val="tx1"/>
                </a:solidFill>
              </a:rPr>
              <a:t> · </a:t>
            </a:r>
            <a:r>
              <a:rPr lang="en-US" sz="1600" i="1" dirty="0">
                <a:solidFill>
                  <a:schemeClr val="tx1"/>
                </a:solidFill>
              </a:rPr>
              <a:t>Ik ben Sofie Peeters.</a:t>
            </a:r>
            <a:endParaRPr lang="en-US" sz="1600" dirty="0"/>
          </a:p>
        </p:txBody>
      </p:sp>
      <p:pic>
        <p:nvPicPr>
          <p:cNvPr id="21" name="Image 6" descr="man office worker">    </p:cNvPr>
          <p:cNvPicPr>
            <a:picLocks noChangeAspect="1"/>
          </p:cNvPicPr>
          <p:nvPr/>
        </p:nvPicPr>
        <p:blipFill>
          <a:blip r:embed="rId7"/>
          <a:stretch>
            <a:fillRect/>
          </a:stretch>
        </p:blipFill>
        <p:spPr>
          <a:xfrm>
            <a:off x="10332720" y="4224528"/>
            <a:ext cx="475488" cy="475488"/>
          </a:xfrm>
          <a:prstGeom prst="rect">
            <a:avLst/>
          </a:prstGeom>
        </p:spPr>
      </p:pic>
      <p:sp>
        <p:nvSpPr>
          <p:cNvPr id="22" name="Shape 12"/>
          <p:cNvSpPr/>
          <p:nvPr/>
        </p:nvSpPr>
        <p:spPr>
          <a:xfrm>
            <a:off x="4709160" y="4224528"/>
            <a:ext cx="5486400" cy="475488"/>
          </a:xfrm>
          <a:prstGeom prst="roundRect">
            <a:avLst>
              <a:gd name="adj" fmla="val 34615"/>
            </a:avLst>
          </a:prstGeom>
          <a:solidFill>
            <a:schemeClr val="accent3">
              <a:alpha val="12000"/>
            </a:schemeClr>
          </a:solidFill>
          <a:ln w="15875">
            <a:solidFill>
              <a:srgbClr val="2E7D4F"/>
            </a:solidFill>
            <a:prstDash val="solid"/>
          </a:ln>
        </p:spPr>
      </p:sp>
      <p:sp>
        <p:nvSpPr>
          <p:cNvPr id="23" name="Text 13"/>
          <p:cNvSpPr txBox="1"/>
          <p:nvPr/>
        </p:nvSpPr>
        <p:spPr>
          <a:xfrm>
            <a:off x="4873752" y="4224528"/>
            <a:ext cx="5157216" cy="475488"/>
          </a:xfrm>
          <a:prstGeom prst="rect">
            <a:avLst/>
          </a:prstGeom>
          <a:noFill/>
          <a:ln/>
        </p:spPr>
        <p:txBody>
          <a:bodyPr wrap="square" lIns="0" tIns="0" rIns="0" bIns="0" rtlCol="0" anchor="ctr"/>
          <a:lstStyle/>
          <a:p>
            <a:pPr algn="l" indent="0" marL="0">
              <a:buNone/>
            </a:pPr>
            <a:r>
              <a:rPr lang="en-US" sz="1600" b="1" dirty="0">
                <a:solidFill>
                  <a:schemeClr val="tx1"/>
                </a:solidFill>
              </a:rPr>
              <a:t>Karim</a:t>
            </a:r>
            <a:r>
              <a:rPr lang="en-US" sz="1600" dirty="0">
                <a:solidFill>
                  <a:schemeClr val="tx1"/>
                </a:solidFill>
              </a:rPr>
              <a:t> · </a:t>
            </a:r>
            <a:r>
              <a:rPr lang="en-US" sz="1600" b="1" i="1" dirty="0">
                <a:solidFill>
                  <a:schemeClr val="tx1"/>
                </a:solidFill>
              </a:rPr>
              <a:t>Kan je het laatste woord spellen?</a:t>
            </a:r>
            <a:endParaRPr lang="en-US" sz="1600" dirty="0"/>
          </a:p>
        </p:txBody>
      </p:sp>
      <p:pic>
        <p:nvPicPr>
          <p:cNvPr id="24" name="Image 7" descr="ring buoy">    </p:cNvPr>
          <p:cNvPicPr>
            <a:picLocks noChangeAspect="1"/>
          </p:cNvPicPr>
          <p:nvPr/>
        </p:nvPicPr>
        <p:blipFill>
          <a:blip r:embed="rId8"/>
          <a:stretch>
            <a:fillRect/>
          </a:stretch>
        </p:blipFill>
        <p:spPr>
          <a:xfrm>
            <a:off x="10927080" y="4242816"/>
            <a:ext cx="438912" cy="438912"/>
          </a:xfrm>
          <a:prstGeom prst="rect">
            <a:avLst/>
          </a:prstGeom>
        </p:spPr>
      </p:pic>
      <p:pic>
        <p:nvPicPr>
          <p:cNvPr id="25" name="Image 8" descr="woman">    </p:cNvPr>
          <p:cNvPicPr>
            <a:picLocks noChangeAspect="1"/>
          </p:cNvPicPr>
          <p:nvPr/>
        </p:nvPicPr>
        <p:blipFill>
          <a:blip r:embed="rId9"/>
          <a:stretch>
            <a:fillRect/>
          </a:stretch>
        </p:blipFill>
        <p:spPr>
          <a:xfrm>
            <a:off x="548640" y="4773168"/>
            <a:ext cx="475488" cy="475488"/>
          </a:xfrm>
          <a:prstGeom prst="rect">
            <a:avLst/>
          </a:prstGeom>
        </p:spPr>
      </p:pic>
      <p:sp>
        <p:nvSpPr>
          <p:cNvPr id="26" name="Shape 14"/>
          <p:cNvSpPr/>
          <p:nvPr/>
        </p:nvSpPr>
        <p:spPr>
          <a:xfrm>
            <a:off x="1143000" y="4773168"/>
            <a:ext cx="5486400" cy="475488"/>
          </a:xfrm>
          <a:prstGeom prst="roundRect">
            <a:avLst>
              <a:gd name="adj" fmla="val 34615"/>
            </a:avLst>
          </a:prstGeom>
          <a:solidFill>
            <a:schemeClr val="accent4">
              <a:alpha val="12000"/>
            </a:schemeClr>
          </a:solidFill>
          <a:ln w="15875">
            <a:solidFill>
              <a:srgbClr val="B4236A"/>
            </a:solidFill>
            <a:prstDash val="solid"/>
          </a:ln>
        </p:spPr>
      </p:sp>
      <p:sp>
        <p:nvSpPr>
          <p:cNvPr id="27" name="Text 15"/>
          <p:cNvSpPr txBox="1"/>
          <p:nvPr/>
        </p:nvSpPr>
        <p:spPr>
          <a:xfrm>
            <a:off x="1307592" y="4773168"/>
            <a:ext cx="5157216" cy="475488"/>
          </a:xfrm>
          <a:prstGeom prst="rect">
            <a:avLst/>
          </a:prstGeom>
          <a:noFill/>
          <a:ln/>
        </p:spPr>
        <p:txBody>
          <a:bodyPr wrap="square" lIns="0" tIns="0" rIns="0" bIns="0" rtlCol="0" anchor="ctr"/>
          <a:lstStyle/>
          <a:p>
            <a:pPr algn="l" indent="0" marL="0">
              <a:buNone/>
            </a:pPr>
            <a:r>
              <a:rPr lang="en-US" sz="1600" b="1" dirty="0">
                <a:solidFill>
                  <a:schemeClr val="tx1"/>
                </a:solidFill>
              </a:rPr>
              <a:t>Sofie</a:t>
            </a:r>
            <a:r>
              <a:rPr lang="en-US" sz="1600" dirty="0">
                <a:solidFill>
                  <a:schemeClr val="tx1"/>
                </a:solidFill>
              </a:rPr>
              <a:t> · </a:t>
            </a:r>
            <a:r>
              <a:rPr lang="en-US" sz="1600" i="1" dirty="0">
                <a:solidFill>
                  <a:schemeClr val="tx1"/>
                </a:solidFill>
              </a:rPr>
              <a:t>P-E-E-T-E-R-S. </a:t>
            </a:r>
            <a:r>
              <a:rPr lang="en-US" sz="1600" b="1" i="1" dirty="0">
                <a:solidFill>
                  <a:schemeClr val="tx1"/>
                </a:solidFill>
              </a:rPr>
              <a:t>Met dubbele e.</a:t>
            </a:r>
            <a:endParaRPr lang="en-US" sz="1600" dirty="0"/>
          </a:p>
        </p:txBody>
      </p:sp>
      <p:pic>
        <p:nvPicPr>
          <p:cNvPr id="28" name="Image 9" descr="man office worker">    </p:cNvPr>
          <p:cNvPicPr>
            <a:picLocks noChangeAspect="1"/>
          </p:cNvPicPr>
          <p:nvPr/>
        </p:nvPicPr>
        <p:blipFill>
          <a:blip r:embed="rId10"/>
          <a:stretch>
            <a:fillRect/>
          </a:stretch>
        </p:blipFill>
        <p:spPr>
          <a:xfrm>
            <a:off x="10332720" y="5321808"/>
            <a:ext cx="475488" cy="475488"/>
          </a:xfrm>
          <a:prstGeom prst="rect">
            <a:avLst/>
          </a:prstGeom>
        </p:spPr>
      </p:pic>
      <p:sp>
        <p:nvSpPr>
          <p:cNvPr id="29" name="Shape 16"/>
          <p:cNvSpPr/>
          <p:nvPr/>
        </p:nvSpPr>
        <p:spPr>
          <a:xfrm>
            <a:off x="4709160" y="5321808"/>
            <a:ext cx="5486400" cy="475488"/>
          </a:xfrm>
          <a:prstGeom prst="roundRect">
            <a:avLst>
              <a:gd name="adj" fmla="val 34615"/>
            </a:avLst>
          </a:prstGeom>
          <a:solidFill>
            <a:schemeClr val="accent2">
              <a:alpha val="12000"/>
            </a:schemeClr>
          </a:solidFill>
          <a:ln w="15875">
            <a:solidFill>
              <a:srgbClr val="2A6FB0"/>
            </a:solidFill>
            <a:prstDash val="solid"/>
          </a:ln>
        </p:spPr>
      </p:sp>
      <p:sp>
        <p:nvSpPr>
          <p:cNvPr id="30" name="Text 17"/>
          <p:cNvSpPr txBox="1"/>
          <p:nvPr/>
        </p:nvSpPr>
        <p:spPr>
          <a:xfrm>
            <a:off x="4873752" y="5321808"/>
            <a:ext cx="5157216" cy="475488"/>
          </a:xfrm>
          <a:prstGeom prst="rect">
            <a:avLst/>
          </a:prstGeom>
          <a:noFill/>
          <a:ln/>
        </p:spPr>
        <p:txBody>
          <a:bodyPr wrap="square" lIns="0" tIns="0" rIns="0" bIns="0" rtlCol="0" anchor="ctr"/>
          <a:lstStyle/>
          <a:p>
            <a:pPr algn="l" indent="0" marL="0">
              <a:buNone/>
            </a:pPr>
            <a:r>
              <a:rPr lang="en-US" sz="1600" b="1" dirty="0">
                <a:solidFill>
                  <a:schemeClr val="tx1"/>
                </a:solidFill>
              </a:rPr>
              <a:t>Karim</a:t>
            </a:r>
            <a:r>
              <a:rPr lang="en-US" sz="1600" dirty="0">
                <a:solidFill>
                  <a:schemeClr val="tx1"/>
                </a:solidFill>
              </a:rPr>
              <a:t> · </a:t>
            </a:r>
            <a:r>
              <a:rPr lang="en-US" sz="1600" i="1" dirty="0">
                <a:solidFill>
                  <a:schemeClr val="tx1"/>
                </a:solidFill>
              </a:rPr>
              <a:t>Dank je wel! Aangenaam!</a:t>
            </a:r>
            <a:endParaRPr lang="en-US" sz="1600" dirty="0"/>
          </a:p>
        </p:txBody>
      </p:sp>
      <p:sp>
        <p:nvSpPr>
          <p:cNvPr id="31" name="Shape 18"/>
          <p:cNvSpPr/>
          <p:nvPr/>
        </p:nvSpPr>
        <p:spPr>
          <a:xfrm>
            <a:off x="548640" y="5943600"/>
            <a:ext cx="11091672" cy="411480"/>
          </a:xfrm>
          <a:prstGeom prst="roundRect">
            <a:avLst>
              <a:gd name="adj" fmla="val 17778"/>
            </a:avLst>
          </a:prstGeom>
          <a:solidFill>
            <a:schemeClr val="tx2"/>
          </a:solidFill>
          <a:ln w="12700">
            <a:solidFill>
              <a:srgbClr val="FFFFFF">
                <a:alpha val="0"/>
              </a:srgbClr>
            </a:solidFill>
            <a:prstDash val="solid"/>
          </a:ln>
        </p:spPr>
      </p:sp>
      <p:sp>
        <p:nvSpPr>
          <p:cNvPr id="32" name="Text 19"/>
          <p:cNvSpPr txBox="1"/>
          <p:nvPr/>
        </p:nvSpPr>
        <p:spPr>
          <a:xfrm>
            <a:off x="822960" y="5943600"/>
            <a:ext cx="10607040" cy="411480"/>
          </a:xfrm>
          <a:prstGeom prst="rect">
            <a:avLst/>
          </a:prstGeom>
          <a:noFill/>
          <a:ln/>
        </p:spPr>
        <p:txBody>
          <a:bodyPr wrap="square" lIns="0" tIns="0" rIns="0" bIns="0" rtlCol="0" anchor="ctr"/>
          <a:lstStyle/>
          <a:p>
            <a:pPr algn="l" indent="0" marL="0">
              <a:buNone/>
            </a:pPr>
            <a:r>
              <a:rPr lang="en-US" sz="1600" dirty="0">
                <a:solidFill>
                  <a:schemeClr val="bg1"/>
                </a:solidFill>
              </a:rPr>
              <a:t>Lisez à deux, deux fois, en changeant de rôle. Puis remplacez par vos vrais prénoms !</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Comment apprendre un bloc ?</a:t>
            </a:r>
            <a:endParaRPr lang="en-US" sz="3000" dirty="0"/>
          </a:p>
        </p:txBody>
      </p:sp>
      <p:sp>
        <p:nvSpPr>
          <p:cNvPr id="3" name="tag"/>
          <p:cNvSpPr/>
          <p:nvPr/>
        </p:nvSpPr>
        <p:spPr>
          <a:xfrm>
            <a:off x="548640" y="237744"/>
            <a:ext cx="1230782"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MÉTHODE</a:t>
            </a:r>
            <a:endParaRPr lang="en-US" sz="1200" dirty="0"/>
          </a:p>
        </p:txBody>
      </p:sp>
      <p:sp>
        <p:nvSpPr>
          <p:cNvPr id="5" name="Shape 2"/>
          <p:cNvSpPr/>
          <p:nvPr/>
        </p:nvSpPr>
        <p:spPr>
          <a:xfrm>
            <a:off x="548640" y="1783080"/>
            <a:ext cx="457200" cy="457200"/>
          </a:xfrm>
          <a:prstGeom prst="ellipse">
            <a:avLst/>
          </a:prstGeom>
          <a:solidFill>
            <a:schemeClr val="accent1"/>
          </a:solidFill>
          <a:ln w="12700">
            <a:solidFill>
              <a:srgbClr val="FFFFFF">
                <a:alpha val="0"/>
              </a:srgbClr>
            </a:solidFill>
            <a:prstDash val="solid"/>
          </a:ln>
        </p:spPr>
      </p:sp>
      <p:sp>
        <p:nvSpPr>
          <p:cNvPr id="6" name="Text 3"/>
          <p:cNvSpPr txBox="1"/>
          <p:nvPr/>
        </p:nvSpPr>
        <p:spPr>
          <a:xfrm>
            <a:off x="54864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7" name="Image 0" descr="ear">    </p:cNvPr>
          <p:cNvPicPr>
            <a:picLocks noChangeAspect="1"/>
          </p:cNvPicPr>
          <p:nvPr/>
        </p:nvPicPr>
        <p:blipFill>
          <a:blip r:embed="rId1"/>
          <a:stretch>
            <a:fillRect/>
          </a:stretch>
        </p:blipFill>
        <p:spPr>
          <a:xfrm>
            <a:off x="1143000" y="1645920"/>
            <a:ext cx="731520" cy="731520"/>
          </a:xfrm>
          <a:prstGeom prst="rect">
            <a:avLst/>
          </a:prstGeom>
        </p:spPr>
      </p:pic>
      <p:sp>
        <p:nvSpPr>
          <p:cNvPr id="8" name="Text 4"/>
          <p:cNvSpPr txBox="1"/>
          <p:nvPr/>
        </p:nvSpPr>
        <p:spPr>
          <a:xfrm>
            <a:off x="2011680" y="1554480"/>
            <a:ext cx="3566160" cy="914400"/>
          </a:xfrm>
          <a:prstGeom prst="rect">
            <a:avLst/>
          </a:prstGeom>
          <a:noFill/>
          <a:ln/>
        </p:spPr>
        <p:txBody>
          <a:bodyPr wrap="square" lIns="0" tIns="0" rIns="0" bIns="0" rtlCol="0" anchor="ctr"/>
          <a:lstStyle/>
          <a:p>
            <a:pPr algn="l" indent="0" marL="0">
              <a:buNone/>
            </a:pPr>
            <a:r>
              <a:rPr lang="en-US" sz="1700" b="1" dirty="0">
                <a:solidFill>
                  <a:schemeClr val="tx1"/>
                </a:solidFill>
              </a:rPr>
              <a:t>J’écoute</a:t>
            </a:r>
            <a:endParaRPr lang="en-US" sz="1700" dirty="0"/>
          </a:p>
          <a:p>
            <a:pPr algn="l" indent="0" marL="0">
              <a:buNone/>
            </a:pPr>
            <a:r>
              <a:rPr lang="en-US" sz="1700" dirty="0">
                <a:solidFill>
                  <a:schemeClr val="tx1"/>
                </a:solidFill>
              </a:rPr>
              <a:t>le bloc en entier</a:t>
            </a:r>
            <a:endParaRPr lang="en-US" sz="1700" dirty="0"/>
          </a:p>
        </p:txBody>
      </p:sp>
      <p:sp>
        <p:nvSpPr>
          <p:cNvPr id="9" name="Shape 5"/>
          <p:cNvSpPr/>
          <p:nvPr/>
        </p:nvSpPr>
        <p:spPr>
          <a:xfrm>
            <a:off x="548640" y="2770632"/>
            <a:ext cx="457200" cy="457200"/>
          </a:xfrm>
          <a:prstGeom prst="ellipse">
            <a:avLst/>
          </a:prstGeom>
          <a:solidFill>
            <a:schemeClr val="accent1"/>
          </a:solidFill>
          <a:ln w="12700">
            <a:solidFill>
              <a:srgbClr val="FFFFFF">
                <a:alpha val="0"/>
              </a:srgbClr>
            </a:solidFill>
            <a:prstDash val="solid"/>
          </a:ln>
        </p:spPr>
      </p:sp>
      <p:sp>
        <p:nvSpPr>
          <p:cNvPr id="10" name="Text 6"/>
          <p:cNvSpPr txBox="1"/>
          <p:nvPr/>
        </p:nvSpPr>
        <p:spPr>
          <a:xfrm>
            <a:off x="548640" y="27706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1" name="Image 1" descr="parrot">    </p:cNvPr>
          <p:cNvPicPr>
            <a:picLocks noChangeAspect="1"/>
          </p:cNvPicPr>
          <p:nvPr/>
        </p:nvPicPr>
        <p:blipFill>
          <a:blip r:embed="rId2"/>
          <a:stretch>
            <a:fillRect/>
          </a:stretch>
        </p:blipFill>
        <p:spPr>
          <a:xfrm>
            <a:off x="1143000" y="2633472"/>
            <a:ext cx="731520" cy="731520"/>
          </a:xfrm>
          <a:prstGeom prst="rect">
            <a:avLst/>
          </a:prstGeom>
        </p:spPr>
      </p:pic>
      <p:sp>
        <p:nvSpPr>
          <p:cNvPr id="12" name="Text 7"/>
          <p:cNvSpPr txBox="1"/>
          <p:nvPr/>
        </p:nvSpPr>
        <p:spPr>
          <a:xfrm>
            <a:off x="2011680" y="2542032"/>
            <a:ext cx="3566160" cy="914400"/>
          </a:xfrm>
          <a:prstGeom prst="rect">
            <a:avLst/>
          </a:prstGeom>
          <a:noFill/>
          <a:ln/>
        </p:spPr>
        <p:txBody>
          <a:bodyPr wrap="square" lIns="0" tIns="0" rIns="0" bIns="0" rtlCol="0" anchor="ctr"/>
          <a:lstStyle/>
          <a:p>
            <a:pPr algn="l" indent="0" marL="0">
              <a:buNone/>
            </a:pPr>
            <a:r>
              <a:rPr lang="en-US" sz="1700" b="1" dirty="0">
                <a:solidFill>
                  <a:schemeClr val="tx1"/>
                </a:solidFill>
              </a:rPr>
              <a:t>Je répète</a:t>
            </a:r>
            <a:endParaRPr lang="en-US" sz="1700" dirty="0"/>
          </a:p>
          <a:p>
            <a:pPr algn="l" indent="0" marL="0">
              <a:buNone/>
            </a:pPr>
            <a:r>
              <a:rPr lang="en-US" sz="1700" dirty="0">
                <a:solidFill>
                  <a:schemeClr val="tx1"/>
                </a:solidFill>
              </a:rPr>
              <a:t>d’un souffle, 3 fois, à voix haute</a:t>
            </a:r>
            <a:endParaRPr lang="en-US" sz="1700" dirty="0"/>
          </a:p>
        </p:txBody>
      </p:sp>
      <p:sp>
        <p:nvSpPr>
          <p:cNvPr id="13" name="Shape 8"/>
          <p:cNvSpPr/>
          <p:nvPr/>
        </p:nvSpPr>
        <p:spPr>
          <a:xfrm>
            <a:off x="548640" y="3758184"/>
            <a:ext cx="457200" cy="457200"/>
          </a:xfrm>
          <a:prstGeom prst="ellipse">
            <a:avLst/>
          </a:prstGeom>
          <a:solidFill>
            <a:schemeClr val="accent1"/>
          </a:solidFill>
          <a:ln w="12700">
            <a:solidFill>
              <a:srgbClr val="FFFFFF">
                <a:alpha val="0"/>
              </a:srgbClr>
            </a:solidFill>
            <a:prstDash val="solid"/>
          </a:ln>
        </p:spPr>
      </p:sp>
      <p:sp>
        <p:nvSpPr>
          <p:cNvPr id="14" name="Text 9"/>
          <p:cNvSpPr txBox="1"/>
          <p:nvPr/>
        </p:nvSpPr>
        <p:spPr>
          <a:xfrm>
            <a:off x="548640" y="37581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15" name="Image 2" descr="notebook">    </p:cNvPr>
          <p:cNvPicPr>
            <a:picLocks noChangeAspect="1"/>
          </p:cNvPicPr>
          <p:nvPr/>
        </p:nvPicPr>
        <p:blipFill>
          <a:blip r:embed="rId3"/>
          <a:stretch>
            <a:fillRect/>
          </a:stretch>
        </p:blipFill>
        <p:spPr>
          <a:xfrm>
            <a:off x="1143000" y="3621024"/>
            <a:ext cx="731520" cy="731520"/>
          </a:xfrm>
          <a:prstGeom prst="rect">
            <a:avLst/>
          </a:prstGeom>
        </p:spPr>
      </p:pic>
      <p:sp>
        <p:nvSpPr>
          <p:cNvPr id="16" name="Text 10"/>
          <p:cNvSpPr txBox="1"/>
          <p:nvPr/>
        </p:nvSpPr>
        <p:spPr>
          <a:xfrm>
            <a:off x="2011680" y="3529584"/>
            <a:ext cx="3566160" cy="914400"/>
          </a:xfrm>
          <a:prstGeom prst="rect">
            <a:avLst/>
          </a:prstGeom>
          <a:noFill/>
          <a:ln/>
        </p:spPr>
        <p:txBody>
          <a:bodyPr wrap="square" lIns="0" tIns="0" rIns="0" bIns="0" rtlCol="0" anchor="ctr"/>
          <a:lstStyle/>
          <a:p>
            <a:pPr algn="l" indent="0" marL="0">
              <a:buNone/>
            </a:pPr>
            <a:r>
              <a:rPr lang="en-US" sz="1700" b="1" dirty="0">
                <a:solidFill>
                  <a:schemeClr val="tx1"/>
                </a:solidFill>
              </a:rPr>
              <a:t>Je note</a:t>
            </a:r>
            <a:endParaRPr lang="en-US" sz="1700" dirty="0"/>
          </a:p>
          <a:p>
            <a:pPr algn="l" indent="0" marL="0">
              <a:buNone/>
            </a:pPr>
            <a:r>
              <a:rPr lang="en-US" sz="1700" dirty="0">
                <a:solidFill>
                  <a:schemeClr val="tx1"/>
                </a:solidFill>
              </a:rPr>
              <a:t>le bloc entier dans mon carnet</a:t>
            </a:r>
            <a:endParaRPr lang="en-US" sz="1700" dirty="0"/>
          </a:p>
        </p:txBody>
      </p:sp>
      <p:sp>
        <p:nvSpPr>
          <p:cNvPr id="17" name="Shape 11"/>
          <p:cNvSpPr/>
          <p:nvPr/>
        </p:nvSpPr>
        <p:spPr>
          <a:xfrm>
            <a:off x="548640" y="4745736"/>
            <a:ext cx="457200" cy="457200"/>
          </a:xfrm>
          <a:prstGeom prst="ellipse">
            <a:avLst/>
          </a:prstGeom>
          <a:solidFill>
            <a:schemeClr val="accent1"/>
          </a:solidFill>
          <a:ln w="12700">
            <a:solidFill>
              <a:srgbClr val="FFFFFF">
                <a:alpha val="0"/>
              </a:srgbClr>
            </a:solidFill>
            <a:prstDash val="solid"/>
          </a:ln>
        </p:spPr>
      </p:sp>
      <p:sp>
        <p:nvSpPr>
          <p:cNvPr id="18" name="Text 12"/>
          <p:cNvSpPr txBox="1"/>
          <p:nvPr/>
        </p:nvSpPr>
        <p:spPr>
          <a:xfrm>
            <a:off x="548640" y="47457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19" name="Image 3" descr="bullseye">    </p:cNvPr>
          <p:cNvPicPr>
            <a:picLocks noChangeAspect="1"/>
          </p:cNvPicPr>
          <p:nvPr/>
        </p:nvPicPr>
        <p:blipFill>
          <a:blip r:embed="rId4"/>
          <a:stretch>
            <a:fillRect/>
          </a:stretch>
        </p:blipFill>
        <p:spPr>
          <a:xfrm>
            <a:off x="1143000" y="4608576"/>
            <a:ext cx="731520" cy="731520"/>
          </a:xfrm>
          <a:prstGeom prst="rect">
            <a:avLst/>
          </a:prstGeom>
        </p:spPr>
      </p:pic>
      <p:sp>
        <p:nvSpPr>
          <p:cNvPr id="20" name="Text 13"/>
          <p:cNvSpPr txBox="1"/>
          <p:nvPr/>
        </p:nvSpPr>
        <p:spPr>
          <a:xfrm>
            <a:off x="2011680" y="4517136"/>
            <a:ext cx="3566160" cy="914400"/>
          </a:xfrm>
          <a:prstGeom prst="rect">
            <a:avLst/>
          </a:prstGeom>
          <a:noFill/>
          <a:ln/>
        </p:spPr>
        <p:txBody>
          <a:bodyPr wrap="square" lIns="0" tIns="0" rIns="0" bIns="0" rtlCol="0" anchor="ctr"/>
          <a:lstStyle/>
          <a:p>
            <a:pPr algn="l" indent="0" marL="0">
              <a:buNone/>
            </a:pPr>
            <a:r>
              <a:rPr lang="en-US" sz="1700" b="1" dirty="0">
                <a:solidFill>
                  <a:schemeClr val="tx1"/>
                </a:solidFill>
              </a:rPr>
              <a:t>Je réutilise</a:t>
            </a:r>
            <a:endParaRPr lang="en-US" sz="1700" dirty="0"/>
          </a:p>
          <a:p>
            <a:pPr algn="l" indent="0" marL="0">
              <a:buNone/>
            </a:pPr>
            <a:r>
              <a:rPr lang="en-US" sz="1700" dirty="0">
                <a:solidFill>
                  <a:schemeClr val="tx1"/>
                </a:solidFill>
              </a:rPr>
              <a:t>le bloc aujourd’hui</a:t>
            </a:r>
            <a:endParaRPr lang="en-US" sz="1700" dirty="0"/>
          </a:p>
        </p:txBody>
      </p:sp>
      <p:sp>
        <p:nvSpPr>
          <p:cNvPr id="21" name="Shape 14"/>
          <p:cNvSpPr/>
          <p:nvPr/>
        </p:nvSpPr>
        <p:spPr>
          <a:xfrm>
            <a:off x="5852160" y="1554480"/>
            <a:ext cx="5788152" cy="3931920"/>
          </a:xfrm>
          <a:prstGeom prst="roundRect">
            <a:avLst>
              <a:gd name="adj" fmla="val 1395"/>
            </a:avLst>
          </a:prstGeom>
          <a:solidFill>
            <a:srgbClr val="FFFDF5"/>
          </a:solidFill>
          <a:ln w="19050">
            <a:solidFill>
              <a:srgbClr val="C9A86A"/>
            </a:solidFill>
            <a:prstDash val="solid"/>
          </a:ln>
          <a:effectLst>
            <a:outerShdw sx="100000" sy="100000" kx="0" ky="0" algn="bl" rotWithShape="0" blurRad="101600" dist="25400" dir="3600000">
              <a:srgbClr val="000000">
                <a:alpha val="16000"/>
              </a:srgbClr>
            </a:outerShdw>
          </a:effectLst>
        </p:spPr>
      </p:sp>
      <p:sp>
        <p:nvSpPr>
          <p:cNvPr id="22" name="Shape 15"/>
          <p:cNvSpPr/>
          <p:nvPr/>
        </p:nvSpPr>
        <p:spPr>
          <a:xfrm>
            <a:off x="5852160" y="1554480"/>
            <a:ext cx="228600" cy="3931920"/>
          </a:xfrm>
          <a:prstGeom prst="rect">
            <a:avLst/>
          </a:prstGeom>
          <a:solidFill>
            <a:schemeClr val="accent6">
              <a:alpha val="70000"/>
            </a:schemeClr>
          </a:solidFill>
          <a:ln w="12700">
            <a:solidFill>
              <a:srgbClr val="FFFFFF">
                <a:alpha val="0"/>
              </a:srgbClr>
            </a:solidFill>
            <a:prstDash val="solid"/>
          </a:ln>
        </p:spPr>
      </p:sp>
      <p:sp>
        <p:nvSpPr>
          <p:cNvPr id="23" name="Text 16"/>
          <p:cNvSpPr txBox="1"/>
          <p:nvPr/>
        </p:nvSpPr>
        <p:spPr>
          <a:xfrm>
            <a:off x="6217920" y="1645920"/>
            <a:ext cx="5330952" cy="411480"/>
          </a:xfrm>
          <a:prstGeom prst="rect">
            <a:avLst/>
          </a:prstGeom>
          <a:noFill/>
          <a:ln/>
        </p:spPr>
        <p:txBody>
          <a:bodyPr wrap="square" lIns="0" tIns="0" rIns="0" bIns="0" rtlCol="0" anchor="t"/>
          <a:lstStyle/>
          <a:p>
            <a:pPr algn="l" indent="0" marL="0">
              <a:buNone/>
            </a:pPr>
            <a:r>
              <a:rPr lang="en-US" sz="1500" b="1" spc="200" kern="0" dirty="0">
                <a:solidFill>
                  <a:schemeClr val="tx2"/>
                </a:solidFill>
              </a:rPr>
              <a:t>MON CARNET DE BLOCS</a:t>
            </a:r>
            <a:endParaRPr lang="en-US" sz="1500" dirty="0"/>
          </a:p>
        </p:txBody>
      </p:sp>
      <p:sp>
        <p:nvSpPr>
          <p:cNvPr id="24" name="Text 17"/>
          <p:cNvSpPr txBox="1"/>
          <p:nvPr/>
        </p:nvSpPr>
        <p:spPr>
          <a:xfrm>
            <a:off x="6217920" y="2103120"/>
            <a:ext cx="1828800" cy="365760"/>
          </a:xfrm>
          <a:prstGeom prst="rect">
            <a:avLst/>
          </a:prstGeom>
          <a:noFill/>
          <a:ln/>
        </p:spPr>
        <p:txBody>
          <a:bodyPr wrap="square" lIns="0" tIns="0" rIns="0" bIns="0" rtlCol="0" anchor="t"/>
          <a:lstStyle/>
          <a:p>
            <a:pPr algn="l" indent="0" marL="0">
              <a:buNone/>
            </a:pPr>
            <a:r>
              <a:rPr lang="en-US" sz="1400" b="1" dirty="0">
                <a:solidFill>
                  <a:schemeClr val="accent1"/>
                </a:solidFill>
              </a:rPr>
              <a:t>le bloc</a:t>
            </a:r>
            <a:endParaRPr lang="en-US" sz="1400" dirty="0"/>
          </a:p>
        </p:txBody>
      </p:sp>
      <p:sp>
        <p:nvSpPr>
          <p:cNvPr id="25" name="Text 18"/>
          <p:cNvSpPr txBox="1"/>
          <p:nvPr/>
        </p:nvSpPr>
        <p:spPr>
          <a:xfrm>
            <a:off x="8092440" y="2103120"/>
            <a:ext cx="1600200" cy="365760"/>
          </a:xfrm>
          <a:prstGeom prst="rect">
            <a:avLst/>
          </a:prstGeom>
          <a:noFill/>
          <a:ln/>
        </p:spPr>
        <p:txBody>
          <a:bodyPr wrap="square" lIns="0" tIns="0" rIns="0" bIns="0" rtlCol="0" anchor="t"/>
          <a:lstStyle/>
          <a:p>
            <a:pPr algn="l" indent="0" marL="0">
              <a:buNone/>
            </a:pPr>
            <a:r>
              <a:rPr lang="en-US" sz="1400" b="1" dirty="0">
                <a:solidFill>
                  <a:schemeClr val="accent1"/>
                </a:solidFill>
              </a:rPr>
              <a:t>le sens</a:t>
            </a:r>
            <a:endParaRPr lang="en-US" sz="1400" dirty="0"/>
          </a:p>
        </p:txBody>
      </p:sp>
      <p:sp>
        <p:nvSpPr>
          <p:cNvPr id="26" name="Text 19"/>
          <p:cNvSpPr txBox="1"/>
          <p:nvPr/>
        </p:nvSpPr>
        <p:spPr>
          <a:xfrm>
            <a:off x="9738360" y="2103120"/>
            <a:ext cx="1783080" cy="365760"/>
          </a:xfrm>
          <a:prstGeom prst="rect">
            <a:avLst/>
          </a:prstGeom>
          <a:noFill/>
          <a:ln/>
        </p:spPr>
        <p:txBody>
          <a:bodyPr wrap="square" lIns="0" tIns="0" rIns="0" bIns="0" rtlCol="0" anchor="t"/>
          <a:lstStyle/>
          <a:p>
            <a:pPr algn="l" indent="0" marL="0">
              <a:buNone/>
            </a:pPr>
            <a:r>
              <a:rPr lang="en-US" sz="1400" b="1" dirty="0">
                <a:solidFill>
                  <a:schemeClr val="accent1"/>
                </a:solidFill>
              </a:rPr>
              <a:t>ma phrase</a:t>
            </a:r>
            <a:endParaRPr lang="en-US" sz="1400" dirty="0"/>
          </a:p>
        </p:txBody>
      </p:sp>
      <p:sp>
        <p:nvSpPr>
          <p:cNvPr id="27" name="Shape 20"/>
          <p:cNvSpPr/>
          <p:nvPr/>
        </p:nvSpPr>
        <p:spPr>
          <a:xfrm>
            <a:off x="6172200" y="2487168"/>
            <a:ext cx="5330952" cy="914"/>
          </a:xfrm>
          <a:prstGeom prst="line">
            <a:avLst/>
          </a:prstGeom>
          <a:noFill/>
          <a:ln w="19050">
            <a:solidFill>
              <a:srgbClr val="D9700F"/>
            </a:solidFill>
            <a:prstDash val="solid"/>
          </a:ln>
        </p:spPr>
      </p:sp>
      <p:sp>
        <p:nvSpPr>
          <p:cNvPr id="28" name="Shape 21"/>
          <p:cNvSpPr/>
          <p:nvPr/>
        </p:nvSpPr>
        <p:spPr>
          <a:xfrm>
            <a:off x="6172200" y="3017520"/>
            <a:ext cx="5330952" cy="914"/>
          </a:xfrm>
          <a:prstGeom prst="line">
            <a:avLst/>
          </a:prstGeom>
          <a:noFill/>
          <a:ln w="9525">
            <a:solidFill>
              <a:srgbClr val="D9D2BF"/>
            </a:solidFill>
            <a:prstDash val="solid"/>
          </a:ln>
        </p:spPr>
      </p:sp>
      <p:sp>
        <p:nvSpPr>
          <p:cNvPr id="29" name="Text 22"/>
          <p:cNvSpPr txBox="1"/>
          <p:nvPr/>
        </p:nvSpPr>
        <p:spPr>
          <a:xfrm>
            <a:off x="6217920" y="2560320"/>
            <a:ext cx="1828800" cy="457200"/>
          </a:xfrm>
          <a:prstGeom prst="rect">
            <a:avLst/>
          </a:prstGeom>
          <a:noFill/>
          <a:ln/>
        </p:spPr>
        <p:txBody>
          <a:bodyPr wrap="square" lIns="0" tIns="0" rIns="0" bIns="0" rtlCol="0" anchor="ctr"/>
          <a:lstStyle/>
          <a:p>
            <a:pPr algn="l" indent="0" marL="0">
              <a:buNone/>
            </a:pPr>
            <a:r>
              <a:rPr lang="en-US" sz="1300" b="1" i="1" dirty="0">
                <a:solidFill>
                  <a:schemeClr val="accent1"/>
                </a:solidFill>
              </a:rPr>
              <a:t>Hoe gaat het?</a:t>
            </a:r>
            <a:endParaRPr lang="en-US" sz="1300" dirty="0"/>
          </a:p>
        </p:txBody>
      </p:sp>
      <p:sp>
        <p:nvSpPr>
          <p:cNvPr id="30" name="Text 23"/>
          <p:cNvSpPr txBox="1"/>
          <p:nvPr/>
        </p:nvSpPr>
        <p:spPr>
          <a:xfrm>
            <a:off x="8092440" y="2560320"/>
            <a:ext cx="1600200" cy="457200"/>
          </a:xfrm>
          <a:prstGeom prst="rect">
            <a:avLst/>
          </a:prstGeom>
          <a:noFill/>
          <a:ln/>
        </p:spPr>
        <p:txBody>
          <a:bodyPr wrap="square" lIns="0" tIns="0" rIns="0" bIns="0" rtlCol="0" anchor="ctr"/>
          <a:lstStyle/>
          <a:p>
            <a:pPr algn="l" indent="0" marL="0">
              <a:buNone/>
            </a:pPr>
            <a:r>
              <a:rPr lang="en-US" sz="1300" dirty="0">
                <a:solidFill>
                  <a:schemeClr val="tx1"/>
                </a:solidFill>
              </a:rPr>
              <a:t>Ça va ?</a:t>
            </a:r>
            <a:endParaRPr lang="en-US" sz="1300" dirty="0"/>
          </a:p>
        </p:txBody>
      </p:sp>
      <p:sp>
        <p:nvSpPr>
          <p:cNvPr id="31" name="Text 24"/>
          <p:cNvSpPr txBox="1"/>
          <p:nvPr/>
        </p:nvSpPr>
        <p:spPr>
          <a:xfrm>
            <a:off x="9738360" y="2560320"/>
            <a:ext cx="1783080" cy="457200"/>
          </a:xfrm>
          <a:prstGeom prst="rect">
            <a:avLst/>
          </a:prstGeom>
          <a:noFill/>
          <a:ln/>
        </p:spPr>
        <p:txBody>
          <a:bodyPr wrap="square" lIns="0" tIns="0" rIns="0" bIns="0" rtlCol="0" anchor="ctr"/>
          <a:lstStyle/>
          <a:p>
            <a:pPr algn="l" indent="0" marL="0">
              <a:buNone/>
            </a:pPr>
            <a:r>
              <a:rPr lang="en-US" sz="1300" i="1" dirty="0">
                <a:solidFill>
                  <a:schemeClr val="tx1"/>
                </a:solidFill>
              </a:rPr>
              <a:t>Hoe gaat het, Sofie?</a:t>
            </a:r>
            <a:endParaRPr lang="en-US" sz="1300" dirty="0"/>
          </a:p>
        </p:txBody>
      </p:sp>
      <p:sp>
        <p:nvSpPr>
          <p:cNvPr id="32" name="Shape 25"/>
          <p:cNvSpPr/>
          <p:nvPr/>
        </p:nvSpPr>
        <p:spPr>
          <a:xfrm>
            <a:off x="6172200" y="3493008"/>
            <a:ext cx="5330952" cy="914"/>
          </a:xfrm>
          <a:prstGeom prst="line">
            <a:avLst/>
          </a:prstGeom>
          <a:noFill/>
          <a:ln w="9525">
            <a:solidFill>
              <a:srgbClr val="D9D2BF"/>
            </a:solidFill>
            <a:prstDash val="solid"/>
          </a:ln>
        </p:spPr>
      </p:sp>
      <p:sp>
        <p:nvSpPr>
          <p:cNvPr id="33" name="Text 26"/>
          <p:cNvSpPr txBox="1"/>
          <p:nvPr/>
        </p:nvSpPr>
        <p:spPr>
          <a:xfrm>
            <a:off x="6217920" y="3035808"/>
            <a:ext cx="1828800" cy="457200"/>
          </a:xfrm>
          <a:prstGeom prst="rect">
            <a:avLst/>
          </a:prstGeom>
          <a:noFill/>
          <a:ln/>
        </p:spPr>
        <p:txBody>
          <a:bodyPr wrap="square" lIns="0" tIns="0" rIns="0" bIns="0" rtlCol="0" anchor="ctr"/>
          <a:lstStyle/>
          <a:p>
            <a:pPr algn="l" indent="0" marL="0">
              <a:buNone/>
            </a:pPr>
            <a:r>
              <a:rPr lang="en-US" sz="1300" b="1" i="1" dirty="0">
                <a:solidFill>
                  <a:schemeClr val="accent1"/>
                </a:solidFill>
              </a:rPr>
              <a:t>Ik woon in …</a:t>
            </a:r>
            <a:endParaRPr lang="en-US" sz="1300" dirty="0"/>
          </a:p>
        </p:txBody>
      </p:sp>
      <p:sp>
        <p:nvSpPr>
          <p:cNvPr id="34" name="Text 27"/>
          <p:cNvSpPr txBox="1"/>
          <p:nvPr/>
        </p:nvSpPr>
        <p:spPr>
          <a:xfrm>
            <a:off x="8092440" y="3035808"/>
            <a:ext cx="1600200" cy="457200"/>
          </a:xfrm>
          <a:prstGeom prst="rect">
            <a:avLst/>
          </a:prstGeom>
          <a:noFill/>
          <a:ln/>
        </p:spPr>
        <p:txBody>
          <a:bodyPr wrap="square" lIns="0" tIns="0" rIns="0" bIns="0" rtlCol="0" anchor="ctr"/>
          <a:lstStyle/>
          <a:p>
            <a:pPr algn="l" indent="0" marL="0">
              <a:buNone/>
            </a:pPr>
            <a:r>
              <a:rPr lang="en-US" sz="1300" dirty="0">
                <a:solidFill>
                  <a:schemeClr val="tx1"/>
                </a:solidFill>
              </a:rPr>
              <a:t>J’habite à…</a:t>
            </a:r>
            <a:endParaRPr lang="en-US" sz="1300" dirty="0"/>
          </a:p>
        </p:txBody>
      </p:sp>
      <p:sp>
        <p:nvSpPr>
          <p:cNvPr id="35" name="Text 28"/>
          <p:cNvSpPr txBox="1"/>
          <p:nvPr/>
        </p:nvSpPr>
        <p:spPr>
          <a:xfrm>
            <a:off x="9738360" y="3035808"/>
            <a:ext cx="1783080" cy="457200"/>
          </a:xfrm>
          <a:prstGeom prst="rect">
            <a:avLst/>
          </a:prstGeom>
          <a:noFill/>
          <a:ln/>
        </p:spPr>
        <p:txBody>
          <a:bodyPr wrap="square" lIns="0" tIns="0" rIns="0" bIns="0" rtlCol="0" anchor="ctr"/>
          <a:lstStyle/>
          <a:p>
            <a:pPr algn="l" indent="0" marL="0">
              <a:buNone/>
            </a:pPr>
            <a:r>
              <a:rPr lang="en-US" sz="1300" i="1" dirty="0">
                <a:solidFill>
                  <a:schemeClr val="tx1"/>
                </a:solidFill>
              </a:rPr>
              <a:t>Ik woon in Luik.</a:t>
            </a:r>
            <a:endParaRPr lang="en-US" sz="1300" dirty="0"/>
          </a:p>
        </p:txBody>
      </p:sp>
      <p:sp>
        <p:nvSpPr>
          <p:cNvPr id="36" name="Shape 29"/>
          <p:cNvSpPr/>
          <p:nvPr/>
        </p:nvSpPr>
        <p:spPr>
          <a:xfrm>
            <a:off x="6172200" y="3968496"/>
            <a:ext cx="5330952" cy="914"/>
          </a:xfrm>
          <a:prstGeom prst="line">
            <a:avLst/>
          </a:prstGeom>
          <a:noFill/>
          <a:ln w="9525">
            <a:solidFill>
              <a:srgbClr val="D9D2BF"/>
            </a:solidFill>
            <a:prstDash val="solid"/>
          </a:ln>
        </p:spPr>
      </p:sp>
      <p:sp>
        <p:nvSpPr>
          <p:cNvPr id="37" name="Text 30"/>
          <p:cNvSpPr txBox="1"/>
          <p:nvPr/>
        </p:nvSpPr>
        <p:spPr>
          <a:xfrm>
            <a:off x="6217920" y="3511296"/>
            <a:ext cx="1828800" cy="457200"/>
          </a:xfrm>
          <a:prstGeom prst="rect">
            <a:avLst/>
          </a:prstGeom>
          <a:noFill/>
          <a:ln/>
        </p:spPr>
        <p:txBody>
          <a:bodyPr wrap="square" lIns="0" tIns="0" rIns="0" bIns="0" rtlCol="0" anchor="ctr"/>
          <a:lstStyle/>
          <a:p>
            <a:pPr algn="l" indent="0" marL="0">
              <a:buNone/>
            </a:pPr>
            <a:r>
              <a:rPr lang="en-US" sz="1300" b="1" i="1" dirty="0">
                <a:solidFill>
                  <a:schemeClr val="accent1"/>
                </a:solidFill>
              </a:rPr>
              <a:t>Kan je even herhalen?</a:t>
            </a:r>
            <a:endParaRPr lang="en-US" sz="1300" dirty="0"/>
          </a:p>
        </p:txBody>
      </p:sp>
      <p:sp>
        <p:nvSpPr>
          <p:cNvPr id="38" name="Text 31"/>
          <p:cNvSpPr txBox="1"/>
          <p:nvPr/>
        </p:nvSpPr>
        <p:spPr>
          <a:xfrm>
            <a:off x="8092440" y="3511296"/>
            <a:ext cx="1600200" cy="457200"/>
          </a:xfrm>
          <a:prstGeom prst="rect">
            <a:avLst/>
          </a:prstGeom>
          <a:noFill/>
          <a:ln/>
        </p:spPr>
        <p:txBody>
          <a:bodyPr wrap="square" lIns="0" tIns="0" rIns="0" bIns="0" rtlCol="0" anchor="ctr"/>
          <a:lstStyle/>
          <a:p>
            <a:pPr algn="l" indent="0" marL="0">
              <a:buNone/>
            </a:pPr>
            <a:r>
              <a:rPr lang="en-US" sz="1300" dirty="0">
                <a:solidFill>
                  <a:schemeClr val="tx1"/>
                </a:solidFill>
              </a:rPr>
              <a:t>Tu peux répéter ?</a:t>
            </a:r>
            <a:endParaRPr lang="en-US" sz="1300" dirty="0"/>
          </a:p>
        </p:txBody>
      </p:sp>
      <p:sp>
        <p:nvSpPr>
          <p:cNvPr id="39" name="Text 32"/>
          <p:cNvSpPr txBox="1"/>
          <p:nvPr/>
        </p:nvSpPr>
        <p:spPr>
          <a:xfrm>
            <a:off x="9738360" y="3511296"/>
            <a:ext cx="1783080" cy="457200"/>
          </a:xfrm>
          <a:prstGeom prst="rect">
            <a:avLst/>
          </a:prstGeom>
          <a:noFill/>
          <a:ln/>
        </p:spPr>
        <p:txBody>
          <a:bodyPr wrap="square" lIns="0" tIns="0" rIns="0" bIns="0" rtlCol="0" anchor="ctr"/>
          <a:lstStyle/>
          <a:p>
            <a:pPr algn="l" indent="0" marL="0">
              <a:buNone/>
            </a:pPr>
            <a:r>
              <a:rPr lang="en-US" sz="1300" i="1" dirty="0">
                <a:solidFill>
                  <a:schemeClr val="tx1"/>
                </a:solidFill>
              </a:rPr>
              <a:t>Sorry, kan je even herhalen?</a:t>
            </a:r>
            <a:endParaRPr lang="en-US" sz="1300" dirty="0"/>
          </a:p>
        </p:txBody>
      </p:sp>
      <p:sp>
        <p:nvSpPr>
          <p:cNvPr id="40" name="Shape 33"/>
          <p:cNvSpPr/>
          <p:nvPr/>
        </p:nvSpPr>
        <p:spPr>
          <a:xfrm>
            <a:off x="6172200" y="4443984"/>
            <a:ext cx="5330952" cy="914"/>
          </a:xfrm>
          <a:prstGeom prst="line">
            <a:avLst/>
          </a:prstGeom>
          <a:noFill/>
          <a:ln w="9525">
            <a:solidFill>
              <a:srgbClr val="D9D2BF"/>
            </a:solidFill>
            <a:prstDash val="solid"/>
          </a:ln>
        </p:spPr>
      </p:sp>
      <p:sp>
        <p:nvSpPr>
          <p:cNvPr id="41" name="Shape 34"/>
          <p:cNvSpPr/>
          <p:nvPr/>
        </p:nvSpPr>
        <p:spPr>
          <a:xfrm>
            <a:off x="6172200" y="4919472"/>
            <a:ext cx="5330952" cy="914"/>
          </a:xfrm>
          <a:prstGeom prst="line">
            <a:avLst/>
          </a:prstGeom>
          <a:noFill/>
          <a:ln w="9525">
            <a:solidFill>
              <a:srgbClr val="D9D2BF"/>
            </a:solidFill>
            <a:prstDash val="solid"/>
          </a:ln>
        </p:spPr>
      </p:sp>
      <p:sp>
        <p:nvSpPr>
          <p:cNvPr id="42" name="Shape 35"/>
          <p:cNvSpPr/>
          <p:nvPr/>
        </p:nvSpPr>
        <p:spPr>
          <a:xfrm>
            <a:off x="6172200" y="5394960"/>
            <a:ext cx="5330952" cy="914"/>
          </a:xfrm>
          <a:prstGeom prst="line">
            <a:avLst/>
          </a:prstGeom>
          <a:noFill/>
          <a:ln w="9525">
            <a:solidFill>
              <a:srgbClr val="D9D2BF"/>
            </a:solidFill>
            <a:prstDash val="solid"/>
          </a:ln>
        </p:spPr>
      </p:sp>
      <p:sp>
        <p:nvSpPr>
          <p:cNvPr id="43" name="Shape 36"/>
          <p:cNvSpPr/>
          <p:nvPr/>
        </p:nvSpPr>
        <p:spPr>
          <a:xfrm>
            <a:off x="548640" y="5669280"/>
            <a:ext cx="11091672" cy="566928"/>
          </a:xfrm>
          <a:prstGeom prst="roundRect">
            <a:avLst>
              <a:gd name="adj" fmla="val 12903"/>
            </a:avLst>
          </a:prstGeom>
          <a:solidFill>
            <a:schemeClr val="tx2"/>
          </a:solidFill>
          <a:ln w="12700">
            <a:solidFill>
              <a:srgbClr val="FFFFFF">
                <a:alpha val="0"/>
              </a:srgbClr>
            </a:solidFill>
            <a:prstDash val="solid"/>
          </a:ln>
        </p:spPr>
      </p:sp>
      <p:sp>
        <p:nvSpPr>
          <p:cNvPr id="44" name="Text 37"/>
          <p:cNvSpPr txBox="1"/>
          <p:nvPr/>
        </p:nvSpPr>
        <p:spPr>
          <a:xfrm>
            <a:off x="822960" y="5669280"/>
            <a:ext cx="10607040" cy="566928"/>
          </a:xfrm>
          <a:prstGeom prst="rect">
            <a:avLst/>
          </a:prstGeom>
          <a:noFill/>
          <a:ln/>
        </p:spPr>
        <p:txBody>
          <a:bodyPr wrap="square" lIns="0" tIns="0" rIns="0" bIns="0" rtlCol="0" anchor="ctr"/>
          <a:lstStyle/>
          <a:p>
            <a:pPr algn="l" indent="0" marL="0">
              <a:buNone/>
            </a:pPr>
            <a:r>
              <a:rPr lang="en-US" sz="1700" dirty="0">
                <a:solidFill>
                  <a:schemeClr val="bg1"/>
                </a:solidFill>
              </a:rPr>
              <a:t>Le carnet note le </a:t>
            </a:r>
            <a:r>
              <a:rPr lang="en-US" sz="1700" b="1" dirty="0">
                <a:solidFill>
                  <a:schemeClr val="bg1"/>
                </a:solidFill>
              </a:rPr>
              <a:t>sens</a:t>
            </a:r>
            <a:r>
              <a:rPr lang="en-US" sz="1700" dirty="0">
                <a:solidFill>
                  <a:schemeClr val="bg1"/>
                </a:solidFill>
              </a:rPr>
              <a:t> du bloc, jamais le mot à mot. Objectif : </a:t>
            </a:r>
            <a:r>
              <a:rPr lang="en-US" sz="1700" b="1" dirty="0">
                <a:solidFill>
                  <a:schemeClr val="bg1"/>
                </a:solidFill>
              </a:rPr>
              <a:t>3 nouveaux blocs par jour</a:t>
            </a:r>
            <a:r>
              <a:rPr lang="en-US" sz="1700" dirty="0">
                <a:solidFill>
                  <a:schemeClr val="bg1"/>
                </a:solidFill>
              </a:rPr>
              <a:t>, à voix haute.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apprendre en blocs</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548640" y="1554480"/>
            <a:ext cx="11091672" cy="1234440"/>
          </a:xfrm>
          <a:prstGeom prst="roundRect">
            <a:avLst>
              <a:gd name="adj" fmla="val 7407"/>
            </a:avLst>
          </a:prstGeom>
          <a:solidFill>
            <a:srgbClr val="FDF1E6"/>
          </a:solidFill>
          <a:ln w="19050">
            <a:solidFill>
              <a:srgbClr val="D9700F"/>
            </a:solidFill>
            <a:prstDash val="solid"/>
          </a:ln>
        </p:spPr>
      </p:sp>
      <p:sp>
        <p:nvSpPr>
          <p:cNvPr id="6" name="Shape 3"/>
          <p:cNvSpPr/>
          <p:nvPr/>
        </p:nvSpPr>
        <p:spPr>
          <a:xfrm>
            <a:off x="955091" y="1911096"/>
            <a:ext cx="124358" cy="73152"/>
          </a:xfrm>
          <a:prstGeom prst="roundRect">
            <a:avLst>
              <a:gd name="adj" fmla="val 37500"/>
            </a:avLst>
          </a:prstGeom>
          <a:solidFill>
            <a:srgbClr val="D98A4A"/>
          </a:solidFill>
          <a:ln w="12700">
            <a:solidFill>
              <a:srgbClr val="FFFFFF">
                <a:alpha val="0"/>
              </a:srgbClr>
            </a:solidFill>
            <a:prstDash val="solid"/>
          </a:ln>
        </p:spPr>
      </p:sp>
      <p:sp>
        <p:nvSpPr>
          <p:cNvPr id="7" name="Shape 4"/>
          <p:cNvSpPr/>
          <p:nvPr/>
        </p:nvSpPr>
        <p:spPr>
          <a:xfrm>
            <a:off x="1343711" y="1911096"/>
            <a:ext cx="124358" cy="73152"/>
          </a:xfrm>
          <a:prstGeom prst="roundRect">
            <a:avLst>
              <a:gd name="adj" fmla="val 37500"/>
            </a:avLst>
          </a:prstGeom>
          <a:solidFill>
            <a:srgbClr val="D98A4A"/>
          </a:solidFill>
          <a:ln w="12700">
            <a:solidFill>
              <a:srgbClr val="FFFFFF">
                <a:alpha val="0"/>
              </a:srgbClr>
            </a:solidFill>
            <a:prstDash val="solid"/>
          </a:ln>
        </p:spPr>
      </p:sp>
      <p:sp>
        <p:nvSpPr>
          <p:cNvPr id="8" name="Shape 5"/>
          <p:cNvSpPr/>
          <p:nvPr/>
        </p:nvSpPr>
        <p:spPr>
          <a:xfrm>
            <a:off x="822960" y="1965960"/>
            <a:ext cx="777240" cy="457200"/>
          </a:xfrm>
          <a:prstGeom prst="roundRect">
            <a:avLst>
              <a:gd name="adj" fmla="val 16000"/>
            </a:avLst>
          </a:prstGeom>
          <a:solidFill>
            <a:srgbClr val="D98A4A"/>
          </a:solidFill>
          <a:ln w="12700">
            <a:solidFill>
              <a:srgbClr val="FFFFFF">
                <a:alpha val="0"/>
              </a:srgbClr>
            </a:solidFill>
            <a:prstDash val="solid"/>
          </a:ln>
        </p:spPr>
      </p:sp>
      <p:sp>
        <p:nvSpPr>
          <p:cNvPr id="9" name="Text 6"/>
          <p:cNvSpPr txBox="1"/>
          <p:nvPr/>
        </p:nvSpPr>
        <p:spPr>
          <a:xfrm>
            <a:off x="896112" y="1965960"/>
            <a:ext cx="630936" cy="457200"/>
          </a:xfrm>
          <a:prstGeom prst="rect">
            <a:avLst/>
          </a:prstGeom>
          <a:noFill/>
          <a:ln/>
        </p:spPr>
        <p:txBody>
          <a:bodyPr wrap="square" lIns="0" tIns="0" rIns="0" bIns="0" rtlCol="0" anchor="ctr"/>
          <a:lstStyle/>
          <a:p>
            <a:pPr algn="ctr" indent="0" marL="0">
              <a:buNone/>
            </a:pPr>
            <a:r>
              <a:rPr lang="en-US" sz="1500" b="1" i="1" dirty="0">
                <a:solidFill>
                  <a:schemeClr val="bg1"/>
                </a:solidFill>
              </a:rPr>
              <a:t>hoe</a:t>
            </a:r>
            <a:endParaRPr lang="en-US" sz="1500" dirty="0"/>
          </a:p>
        </p:txBody>
      </p:sp>
      <p:sp>
        <p:nvSpPr>
          <p:cNvPr id="10" name="Shape 7"/>
          <p:cNvSpPr/>
          <p:nvPr/>
        </p:nvSpPr>
        <p:spPr>
          <a:xfrm>
            <a:off x="1823771" y="1911096"/>
            <a:ext cx="124358" cy="73152"/>
          </a:xfrm>
          <a:prstGeom prst="roundRect">
            <a:avLst>
              <a:gd name="adj" fmla="val 37500"/>
            </a:avLst>
          </a:prstGeom>
          <a:solidFill>
            <a:srgbClr val="D98A4A"/>
          </a:solidFill>
          <a:ln w="12700">
            <a:solidFill>
              <a:srgbClr val="FFFFFF">
                <a:alpha val="0"/>
              </a:srgbClr>
            </a:solidFill>
            <a:prstDash val="solid"/>
          </a:ln>
        </p:spPr>
      </p:sp>
      <p:sp>
        <p:nvSpPr>
          <p:cNvPr id="11" name="Shape 8"/>
          <p:cNvSpPr/>
          <p:nvPr/>
        </p:nvSpPr>
        <p:spPr>
          <a:xfrm>
            <a:off x="2212391" y="1911096"/>
            <a:ext cx="124358" cy="73152"/>
          </a:xfrm>
          <a:prstGeom prst="roundRect">
            <a:avLst>
              <a:gd name="adj" fmla="val 37500"/>
            </a:avLst>
          </a:prstGeom>
          <a:solidFill>
            <a:srgbClr val="D98A4A"/>
          </a:solidFill>
          <a:ln w="12700">
            <a:solidFill>
              <a:srgbClr val="FFFFFF">
                <a:alpha val="0"/>
              </a:srgbClr>
            </a:solidFill>
            <a:prstDash val="solid"/>
          </a:ln>
        </p:spPr>
      </p:sp>
      <p:sp>
        <p:nvSpPr>
          <p:cNvPr id="12" name="Shape 9"/>
          <p:cNvSpPr/>
          <p:nvPr/>
        </p:nvSpPr>
        <p:spPr>
          <a:xfrm>
            <a:off x="1691640" y="1965960"/>
            <a:ext cx="777240" cy="457200"/>
          </a:xfrm>
          <a:prstGeom prst="roundRect">
            <a:avLst>
              <a:gd name="adj" fmla="val 16000"/>
            </a:avLst>
          </a:prstGeom>
          <a:solidFill>
            <a:srgbClr val="D98A4A"/>
          </a:solidFill>
          <a:ln w="12700">
            <a:solidFill>
              <a:srgbClr val="FFFFFF">
                <a:alpha val="0"/>
              </a:srgbClr>
            </a:solidFill>
            <a:prstDash val="solid"/>
          </a:ln>
        </p:spPr>
      </p:sp>
      <p:sp>
        <p:nvSpPr>
          <p:cNvPr id="13" name="Text 10"/>
          <p:cNvSpPr txBox="1"/>
          <p:nvPr/>
        </p:nvSpPr>
        <p:spPr>
          <a:xfrm>
            <a:off x="1764792" y="1965960"/>
            <a:ext cx="630936" cy="457200"/>
          </a:xfrm>
          <a:prstGeom prst="rect">
            <a:avLst/>
          </a:prstGeom>
          <a:noFill/>
          <a:ln/>
        </p:spPr>
        <p:txBody>
          <a:bodyPr wrap="square" lIns="0" tIns="0" rIns="0" bIns="0" rtlCol="0" anchor="ctr"/>
          <a:lstStyle/>
          <a:p>
            <a:pPr algn="ctr" indent="0" marL="0">
              <a:buNone/>
            </a:pPr>
            <a:r>
              <a:rPr lang="en-US" sz="1500" b="1" i="1" dirty="0">
                <a:solidFill>
                  <a:schemeClr val="bg1"/>
                </a:solidFill>
              </a:rPr>
              <a:t>gaat</a:t>
            </a:r>
            <a:endParaRPr lang="en-US" sz="1500" dirty="0"/>
          </a:p>
        </p:txBody>
      </p:sp>
      <p:sp>
        <p:nvSpPr>
          <p:cNvPr id="14" name="Shape 11"/>
          <p:cNvSpPr/>
          <p:nvPr/>
        </p:nvSpPr>
        <p:spPr>
          <a:xfrm>
            <a:off x="2692451" y="1911096"/>
            <a:ext cx="124358" cy="73152"/>
          </a:xfrm>
          <a:prstGeom prst="roundRect">
            <a:avLst>
              <a:gd name="adj" fmla="val 37500"/>
            </a:avLst>
          </a:prstGeom>
          <a:solidFill>
            <a:srgbClr val="D98A4A"/>
          </a:solidFill>
          <a:ln w="12700">
            <a:solidFill>
              <a:srgbClr val="FFFFFF">
                <a:alpha val="0"/>
              </a:srgbClr>
            </a:solidFill>
            <a:prstDash val="solid"/>
          </a:ln>
        </p:spPr>
      </p:sp>
      <p:sp>
        <p:nvSpPr>
          <p:cNvPr id="15" name="Shape 12"/>
          <p:cNvSpPr/>
          <p:nvPr/>
        </p:nvSpPr>
        <p:spPr>
          <a:xfrm>
            <a:off x="3081071" y="1911096"/>
            <a:ext cx="124358" cy="73152"/>
          </a:xfrm>
          <a:prstGeom prst="roundRect">
            <a:avLst>
              <a:gd name="adj" fmla="val 37500"/>
            </a:avLst>
          </a:prstGeom>
          <a:solidFill>
            <a:srgbClr val="D98A4A"/>
          </a:solidFill>
          <a:ln w="12700">
            <a:solidFill>
              <a:srgbClr val="FFFFFF">
                <a:alpha val="0"/>
              </a:srgbClr>
            </a:solidFill>
            <a:prstDash val="solid"/>
          </a:ln>
        </p:spPr>
      </p:sp>
      <p:sp>
        <p:nvSpPr>
          <p:cNvPr id="16" name="Shape 13"/>
          <p:cNvSpPr/>
          <p:nvPr/>
        </p:nvSpPr>
        <p:spPr>
          <a:xfrm>
            <a:off x="2560320" y="1965960"/>
            <a:ext cx="777240" cy="457200"/>
          </a:xfrm>
          <a:prstGeom prst="roundRect">
            <a:avLst>
              <a:gd name="adj" fmla="val 16000"/>
            </a:avLst>
          </a:prstGeom>
          <a:solidFill>
            <a:srgbClr val="D98A4A"/>
          </a:solidFill>
          <a:ln w="12700">
            <a:solidFill>
              <a:srgbClr val="FFFFFF">
                <a:alpha val="0"/>
              </a:srgbClr>
            </a:solidFill>
            <a:prstDash val="solid"/>
          </a:ln>
        </p:spPr>
      </p:sp>
      <p:sp>
        <p:nvSpPr>
          <p:cNvPr id="17" name="Text 14"/>
          <p:cNvSpPr txBox="1"/>
          <p:nvPr/>
        </p:nvSpPr>
        <p:spPr>
          <a:xfrm>
            <a:off x="2633472" y="1965960"/>
            <a:ext cx="630936" cy="457200"/>
          </a:xfrm>
          <a:prstGeom prst="rect">
            <a:avLst/>
          </a:prstGeom>
          <a:noFill/>
          <a:ln/>
        </p:spPr>
        <p:txBody>
          <a:bodyPr wrap="square" lIns="0" tIns="0" rIns="0" bIns="0" rtlCol="0" anchor="ctr"/>
          <a:lstStyle/>
          <a:p>
            <a:pPr algn="ctr" indent="0" marL="0">
              <a:buNone/>
            </a:pPr>
            <a:r>
              <a:rPr lang="en-US" sz="1500" b="1" i="1" dirty="0">
                <a:solidFill>
                  <a:schemeClr val="bg1"/>
                </a:solidFill>
              </a:rPr>
              <a:t>het</a:t>
            </a:r>
            <a:endParaRPr lang="en-US" sz="1500" dirty="0"/>
          </a:p>
        </p:txBody>
      </p:sp>
      <p:sp>
        <p:nvSpPr>
          <p:cNvPr id="18" name="Shape 15"/>
          <p:cNvSpPr/>
          <p:nvPr/>
        </p:nvSpPr>
        <p:spPr>
          <a:xfrm>
            <a:off x="3520440" y="2194560"/>
            <a:ext cx="502920" cy="914"/>
          </a:xfrm>
          <a:prstGeom prst="line">
            <a:avLst/>
          </a:prstGeom>
          <a:noFill/>
          <a:ln w="38100">
            <a:solidFill>
              <a:srgbClr val="D9700F"/>
            </a:solidFill>
            <a:prstDash val="solid"/>
            <a:tailEnd type="triangle"/>
          </a:ln>
        </p:spPr>
      </p:sp>
      <p:sp>
        <p:nvSpPr>
          <p:cNvPr id="19" name="Shape 16"/>
          <p:cNvSpPr/>
          <p:nvPr/>
        </p:nvSpPr>
        <p:spPr>
          <a:xfrm>
            <a:off x="4410456" y="1829532"/>
            <a:ext cx="292608" cy="90708"/>
          </a:xfrm>
          <a:prstGeom prst="roundRect">
            <a:avLst>
              <a:gd name="adj" fmla="val 30242"/>
            </a:avLst>
          </a:prstGeom>
          <a:solidFill>
            <a:schemeClr val="accent1"/>
          </a:solidFill>
          <a:ln w="12700">
            <a:solidFill>
              <a:srgbClr val="FFFFFF">
                <a:alpha val="0"/>
              </a:srgbClr>
            </a:solidFill>
            <a:prstDash val="solid"/>
          </a:ln>
        </p:spPr>
      </p:sp>
      <p:sp>
        <p:nvSpPr>
          <p:cNvPr id="20" name="Shape 17"/>
          <p:cNvSpPr/>
          <p:nvPr/>
        </p:nvSpPr>
        <p:spPr>
          <a:xfrm>
            <a:off x="5202936" y="1829532"/>
            <a:ext cx="292608" cy="90708"/>
          </a:xfrm>
          <a:prstGeom prst="roundRect">
            <a:avLst>
              <a:gd name="adj" fmla="val 30242"/>
            </a:avLst>
          </a:prstGeom>
          <a:solidFill>
            <a:schemeClr val="accent1"/>
          </a:solidFill>
          <a:ln w="12700">
            <a:solidFill>
              <a:srgbClr val="FFFFFF">
                <a:alpha val="0"/>
              </a:srgbClr>
            </a:solidFill>
            <a:prstDash val="solid"/>
          </a:ln>
        </p:spPr>
      </p:sp>
      <p:sp>
        <p:nvSpPr>
          <p:cNvPr id="21" name="Shape 18"/>
          <p:cNvSpPr/>
          <p:nvPr/>
        </p:nvSpPr>
        <p:spPr>
          <a:xfrm>
            <a:off x="5995416" y="1829532"/>
            <a:ext cx="292608" cy="90708"/>
          </a:xfrm>
          <a:prstGeom prst="roundRect">
            <a:avLst>
              <a:gd name="adj" fmla="val 30242"/>
            </a:avLst>
          </a:prstGeom>
          <a:solidFill>
            <a:schemeClr val="accent1"/>
          </a:solidFill>
          <a:ln w="12700">
            <a:solidFill>
              <a:srgbClr val="FFFFFF">
                <a:alpha val="0"/>
              </a:srgbClr>
            </a:solidFill>
            <a:prstDash val="solid"/>
          </a:ln>
        </p:spPr>
      </p:sp>
      <p:sp>
        <p:nvSpPr>
          <p:cNvPr id="22" name="Shape 19"/>
          <p:cNvSpPr/>
          <p:nvPr/>
        </p:nvSpPr>
        <p:spPr>
          <a:xfrm>
            <a:off x="4160520" y="1901952"/>
            <a:ext cx="2377440" cy="566928"/>
          </a:xfrm>
          <a:prstGeom prst="roundRect">
            <a:avLst>
              <a:gd name="adj" fmla="val 12903"/>
            </a:avLst>
          </a:prstGeom>
          <a:solidFill>
            <a:schemeClr val="accent1"/>
          </a:solidFill>
          <a:ln w="12700">
            <a:solidFill>
              <a:srgbClr val="FFFFFF">
                <a:alpha val="0"/>
              </a:srgbClr>
            </a:solidFill>
            <a:prstDash val="solid"/>
          </a:ln>
        </p:spPr>
      </p:sp>
      <p:sp>
        <p:nvSpPr>
          <p:cNvPr id="23" name="Text 20"/>
          <p:cNvSpPr txBox="1"/>
          <p:nvPr/>
        </p:nvSpPr>
        <p:spPr>
          <a:xfrm>
            <a:off x="4233672" y="1901952"/>
            <a:ext cx="2231136" cy="566928"/>
          </a:xfrm>
          <a:prstGeom prst="rect">
            <a:avLst/>
          </a:prstGeom>
          <a:noFill/>
          <a:ln/>
        </p:spPr>
        <p:txBody>
          <a:bodyPr wrap="square" lIns="0" tIns="0" rIns="0" bIns="0" rtlCol="0" anchor="ctr"/>
          <a:lstStyle/>
          <a:p>
            <a:pPr algn="ctr" indent="0" marL="0">
              <a:buNone/>
            </a:pPr>
            <a:r>
              <a:rPr lang="en-US" sz="1800" b="1" i="1" dirty="0">
                <a:solidFill>
                  <a:schemeClr val="bg1"/>
                </a:solidFill>
              </a:rPr>
              <a:t>Hoe gaat het?</a:t>
            </a:r>
            <a:endParaRPr lang="en-US" sz="1800" dirty="0"/>
          </a:p>
        </p:txBody>
      </p:sp>
      <p:sp>
        <p:nvSpPr>
          <p:cNvPr id="24" name="Text 21"/>
          <p:cNvSpPr txBox="1"/>
          <p:nvPr/>
        </p:nvSpPr>
        <p:spPr>
          <a:xfrm>
            <a:off x="6720840" y="1554480"/>
            <a:ext cx="4800600" cy="1234440"/>
          </a:xfrm>
          <a:prstGeom prst="rect">
            <a:avLst/>
          </a:prstGeom>
          <a:noFill/>
          <a:ln/>
        </p:spPr>
        <p:txBody>
          <a:bodyPr wrap="square" lIns="0" tIns="0" rIns="0" bIns="0" rtlCol="0" anchor="ctr"/>
          <a:lstStyle/>
          <a:p>
            <a:pPr algn="l" indent="0" marL="0">
              <a:buNone/>
            </a:pPr>
            <a:r>
              <a:rPr lang="en-US" sz="1700" dirty="0">
                <a:solidFill>
                  <a:schemeClr val="tx1"/>
                </a:solidFill>
              </a:rPr>
              <a:t>1 bloc = 1 sens = 1 souffle · on apprend le </a:t>
            </a:r>
            <a:r>
              <a:rPr lang="en-US" sz="1700" b="1" dirty="0">
                <a:solidFill>
                  <a:schemeClr val="tx1"/>
                </a:solidFill>
              </a:rPr>
              <a:t>sens</a:t>
            </a:r>
            <a:r>
              <a:rPr lang="en-US" sz="1700" dirty="0">
                <a:solidFill>
                  <a:schemeClr val="tx1"/>
                </a:solidFill>
              </a:rPr>
              <a:t>, pas le mot à mot</a:t>
            </a:r>
            <a:endParaRPr lang="en-US" sz="1700" dirty="0"/>
          </a:p>
        </p:txBody>
      </p:sp>
      <p:sp>
        <p:nvSpPr>
          <p:cNvPr id="25" name="Shape 22"/>
          <p:cNvSpPr/>
          <p:nvPr/>
        </p:nvSpPr>
        <p:spPr>
          <a:xfrm>
            <a:off x="548640" y="2971800"/>
            <a:ext cx="11091672" cy="1188720"/>
          </a:xfrm>
          <a:prstGeom prst="roundRect">
            <a:avLst>
              <a:gd name="adj" fmla="val 7692"/>
            </a:avLst>
          </a:prstGeom>
          <a:solidFill>
            <a:srgbClr val="EAF2FB"/>
          </a:solidFill>
          <a:ln w="19050">
            <a:solidFill>
              <a:srgbClr val="2A6FB0"/>
            </a:solidFill>
            <a:prstDash val="solid"/>
          </a:ln>
        </p:spPr>
      </p:sp>
      <p:sp>
        <p:nvSpPr>
          <p:cNvPr id="26" name="Shape 23"/>
          <p:cNvSpPr/>
          <p:nvPr/>
        </p:nvSpPr>
        <p:spPr>
          <a:xfrm>
            <a:off x="1041730" y="3247949"/>
            <a:ext cx="292608" cy="80467"/>
          </a:xfrm>
          <a:prstGeom prst="roundRect">
            <a:avLst>
              <a:gd name="adj" fmla="val 34091"/>
            </a:avLst>
          </a:prstGeom>
          <a:solidFill>
            <a:schemeClr val="accent1"/>
          </a:solidFill>
          <a:ln w="12700">
            <a:solidFill>
              <a:srgbClr val="FFFFFF">
                <a:alpha val="0"/>
              </a:srgbClr>
            </a:solidFill>
            <a:prstDash val="solid"/>
          </a:ln>
        </p:spPr>
      </p:sp>
      <p:sp>
        <p:nvSpPr>
          <p:cNvPr id="27" name="Shape 24"/>
          <p:cNvSpPr/>
          <p:nvPr/>
        </p:nvSpPr>
        <p:spPr>
          <a:xfrm>
            <a:off x="1771879" y="3247949"/>
            <a:ext cx="292608" cy="80467"/>
          </a:xfrm>
          <a:prstGeom prst="roundRect">
            <a:avLst>
              <a:gd name="adj" fmla="val 34091"/>
            </a:avLst>
          </a:prstGeom>
          <a:solidFill>
            <a:schemeClr val="accent1"/>
          </a:solidFill>
          <a:ln w="12700">
            <a:solidFill>
              <a:srgbClr val="FFFFFF">
                <a:alpha val="0"/>
              </a:srgbClr>
            </a:solidFill>
            <a:prstDash val="solid"/>
          </a:ln>
        </p:spPr>
      </p:sp>
      <p:sp>
        <p:nvSpPr>
          <p:cNvPr id="28" name="Shape 25"/>
          <p:cNvSpPr/>
          <p:nvPr/>
        </p:nvSpPr>
        <p:spPr>
          <a:xfrm>
            <a:off x="2502027" y="3247949"/>
            <a:ext cx="292608" cy="80467"/>
          </a:xfrm>
          <a:prstGeom prst="roundRect">
            <a:avLst>
              <a:gd name="adj" fmla="val 34091"/>
            </a:avLst>
          </a:prstGeom>
          <a:solidFill>
            <a:schemeClr val="accent1"/>
          </a:solidFill>
          <a:ln w="12700">
            <a:solidFill>
              <a:srgbClr val="FFFFFF">
                <a:alpha val="0"/>
              </a:srgbClr>
            </a:solidFill>
            <a:prstDash val="solid"/>
          </a:ln>
        </p:spPr>
      </p:sp>
      <p:sp>
        <p:nvSpPr>
          <p:cNvPr id="29" name="Shape 26"/>
          <p:cNvSpPr/>
          <p:nvPr/>
        </p:nvSpPr>
        <p:spPr>
          <a:xfrm>
            <a:off x="3232175" y="3247949"/>
            <a:ext cx="292608" cy="80467"/>
          </a:xfrm>
          <a:prstGeom prst="roundRect">
            <a:avLst>
              <a:gd name="adj" fmla="val 34091"/>
            </a:avLst>
          </a:prstGeom>
          <a:solidFill>
            <a:schemeClr val="accent1"/>
          </a:solidFill>
          <a:ln w="12700">
            <a:solidFill>
              <a:srgbClr val="FFFFFF">
                <a:alpha val="0"/>
              </a:srgbClr>
            </a:solidFill>
            <a:prstDash val="solid"/>
          </a:ln>
        </p:spPr>
      </p:sp>
      <p:sp>
        <p:nvSpPr>
          <p:cNvPr id="30" name="Shape 27"/>
          <p:cNvSpPr/>
          <p:nvPr/>
        </p:nvSpPr>
        <p:spPr>
          <a:xfrm>
            <a:off x="822960" y="3310128"/>
            <a:ext cx="2920594" cy="502920"/>
          </a:xfrm>
          <a:prstGeom prst="roundRect">
            <a:avLst>
              <a:gd name="adj" fmla="val 14545"/>
            </a:avLst>
          </a:prstGeom>
          <a:solidFill>
            <a:schemeClr val="accent1"/>
          </a:solidFill>
          <a:ln w="12700">
            <a:solidFill>
              <a:srgbClr val="FFFFFF">
                <a:alpha val="0"/>
              </a:srgbClr>
            </a:solidFill>
            <a:prstDash val="solid"/>
          </a:ln>
        </p:spPr>
      </p:sp>
      <p:sp>
        <p:nvSpPr>
          <p:cNvPr id="31" name="Text 28"/>
          <p:cNvSpPr txBox="1"/>
          <p:nvPr/>
        </p:nvSpPr>
        <p:spPr>
          <a:xfrm>
            <a:off x="877824" y="3310128"/>
            <a:ext cx="1548994" cy="502920"/>
          </a:xfrm>
          <a:prstGeom prst="rect">
            <a:avLst/>
          </a:prstGeom>
          <a:noFill/>
          <a:ln/>
        </p:spPr>
        <p:txBody>
          <a:bodyPr wrap="square" lIns="0" tIns="0" rIns="0" bIns="0" rtlCol="0" anchor="ctr"/>
          <a:lstStyle/>
          <a:p>
            <a:pPr algn="ctr" indent="0" marL="0">
              <a:buNone/>
            </a:pPr>
            <a:r>
              <a:rPr lang="en-US" sz="1700" b="1" i="1" dirty="0">
                <a:solidFill>
                  <a:schemeClr val="bg1"/>
                </a:solidFill>
              </a:rPr>
              <a:t>Ik woon in</a:t>
            </a:r>
            <a:endParaRPr lang="en-US" sz="1700" dirty="0"/>
          </a:p>
        </p:txBody>
      </p:sp>
      <p:sp>
        <p:nvSpPr>
          <p:cNvPr id="32" name="Shape 29"/>
          <p:cNvSpPr/>
          <p:nvPr/>
        </p:nvSpPr>
        <p:spPr>
          <a:xfrm>
            <a:off x="2445106" y="3392424"/>
            <a:ext cx="1188720" cy="338328"/>
          </a:xfrm>
          <a:prstGeom prst="roundRect">
            <a:avLst>
              <a:gd name="adj" fmla="val 16216"/>
            </a:avLst>
          </a:prstGeom>
          <a:solidFill>
            <a:srgbClr val="FFFFFF"/>
          </a:solidFill>
          <a:ln w="25400">
            <a:solidFill>
              <a:srgbClr val="2A6FB0"/>
            </a:solidFill>
            <a:prstDash val="dash"/>
          </a:ln>
        </p:spPr>
      </p:sp>
      <p:sp>
        <p:nvSpPr>
          <p:cNvPr id="33" name="Text 30"/>
          <p:cNvSpPr txBox="1"/>
          <p:nvPr/>
        </p:nvSpPr>
        <p:spPr>
          <a:xfrm>
            <a:off x="4572000" y="2971800"/>
            <a:ext cx="6949440" cy="1188720"/>
          </a:xfrm>
          <a:prstGeom prst="rect">
            <a:avLst/>
          </a:prstGeom>
          <a:noFill/>
          <a:ln/>
        </p:spPr>
        <p:txBody>
          <a:bodyPr wrap="square" lIns="0" tIns="0" rIns="0" bIns="0" rtlCol="0" anchor="ctr"/>
          <a:lstStyle/>
          <a:p>
            <a:pPr algn="l" indent="0" marL="0">
              <a:buNone/>
            </a:pPr>
            <a:r>
              <a:rPr lang="en-US" sz="1700" dirty="0">
                <a:solidFill>
                  <a:schemeClr val="tx1"/>
                </a:solidFill>
              </a:rPr>
              <a:t>le </a:t>
            </a:r>
            <a:r>
              <a:rPr lang="en-US" sz="1700" b="1" dirty="0">
                <a:solidFill>
                  <a:schemeClr val="tx1"/>
                </a:solidFill>
              </a:rPr>
              <a:t>bloc</a:t>
            </a:r>
            <a:r>
              <a:rPr lang="en-US" sz="1700" dirty="0">
                <a:solidFill>
                  <a:schemeClr val="tx1"/>
                </a:solidFill>
              </a:rPr>
              <a:t> reste, la </a:t>
            </a:r>
            <a:r>
              <a:rPr lang="en-US" sz="1700" b="1" dirty="0">
                <a:solidFill>
                  <a:schemeClr val="tx1"/>
                </a:solidFill>
              </a:rPr>
              <a:t>case</a:t>
            </a:r>
            <a:r>
              <a:rPr lang="en-US" sz="1700" dirty="0">
                <a:solidFill>
                  <a:schemeClr val="tx1"/>
                </a:solidFill>
              </a:rPr>
              <a:t> change : </a:t>
            </a:r>
            <a:r>
              <a:rPr lang="en-US" sz="1700" i="1" dirty="0">
                <a:solidFill>
                  <a:schemeClr val="tx1"/>
                </a:solidFill>
              </a:rPr>
              <a:t>Ik woon in </a:t>
            </a:r>
            <a:r>
              <a:rPr lang="en-US" sz="1700" b="1" i="1" dirty="0">
                <a:solidFill>
                  <a:schemeClr val="tx1"/>
                </a:solidFill>
              </a:rPr>
              <a:t>Namen</a:t>
            </a:r>
            <a:r>
              <a:rPr lang="en-US" sz="1700" i="1" dirty="0">
                <a:solidFill>
                  <a:schemeClr val="tx1"/>
                </a:solidFill>
              </a:rPr>
              <a:t> · in </a:t>
            </a:r>
            <a:r>
              <a:rPr lang="en-US" sz="1700" b="1" i="1" dirty="0">
                <a:solidFill>
                  <a:schemeClr val="tx1"/>
                </a:solidFill>
              </a:rPr>
              <a:t>Luik</a:t>
            </a:r>
            <a:r>
              <a:rPr lang="en-US" sz="1700" i="1" dirty="0">
                <a:solidFill>
                  <a:schemeClr val="tx1"/>
                </a:solidFill>
              </a:rPr>
              <a:t> · in </a:t>
            </a:r>
            <a:r>
              <a:rPr lang="en-US" sz="1700" b="1" i="1" dirty="0">
                <a:solidFill>
                  <a:schemeClr val="tx1"/>
                </a:solidFill>
              </a:rPr>
              <a:t>Gent</a:t>
            </a:r>
            <a:endParaRPr lang="en-US" sz="1700" dirty="0"/>
          </a:p>
        </p:txBody>
      </p:sp>
      <p:sp>
        <p:nvSpPr>
          <p:cNvPr id="34" name="Shape 31"/>
          <p:cNvSpPr/>
          <p:nvPr/>
        </p:nvSpPr>
        <p:spPr>
          <a:xfrm>
            <a:off x="548640" y="4343400"/>
            <a:ext cx="11091672" cy="1463040"/>
          </a:xfrm>
          <a:prstGeom prst="roundRect">
            <a:avLst>
              <a:gd name="adj" fmla="val 6250"/>
            </a:avLst>
          </a:prstGeom>
          <a:solidFill>
            <a:srgbClr val="EDF6F0"/>
          </a:solidFill>
          <a:ln w="19050">
            <a:solidFill>
              <a:srgbClr val="2E7D4F"/>
            </a:solidFill>
            <a:prstDash val="solid"/>
          </a:ln>
        </p:spPr>
      </p:sp>
      <p:pic>
        <p:nvPicPr>
          <p:cNvPr id="35" name="Image 0" descr="ring buoy">    </p:cNvPr>
          <p:cNvPicPr>
            <a:picLocks noChangeAspect="1"/>
          </p:cNvPicPr>
          <p:nvPr/>
        </p:nvPicPr>
        <p:blipFill>
          <a:blip r:embed="rId1"/>
          <a:stretch>
            <a:fillRect/>
          </a:stretch>
        </p:blipFill>
        <p:spPr>
          <a:xfrm>
            <a:off x="731520" y="4617720"/>
            <a:ext cx="914400" cy="914400"/>
          </a:xfrm>
          <a:prstGeom prst="rect">
            <a:avLst/>
          </a:prstGeom>
        </p:spPr>
      </p:pic>
      <p:sp>
        <p:nvSpPr>
          <p:cNvPr id="36" name="Shape 32"/>
          <p:cNvSpPr/>
          <p:nvPr/>
        </p:nvSpPr>
        <p:spPr>
          <a:xfrm>
            <a:off x="2109216" y="4517136"/>
            <a:ext cx="292608" cy="73152"/>
          </a:xfrm>
          <a:prstGeom prst="roundRect">
            <a:avLst>
              <a:gd name="adj" fmla="val 37500"/>
            </a:avLst>
          </a:prstGeom>
          <a:solidFill>
            <a:schemeClr val="accent3"/>
          </a:solidFill>
          <a:ln w="12700">
            <a:solidFill>
              <a:srgbClr val="FFFFFF">
                <a:alpha val="0"/>
              </a:srgbClr>
            </a:solidFill>
            <a:prstDash val="solid"/>
          </a:ln>
        </p:spPr>
      </p:sp>
      <p:sp>
        <p:nvSpPr>
          <p:cNvPr id="37" name="Shape 33"/>
          <p:cNvSpPr/>
          <p:nvPr/>
        </p:nvSpPr>
        <p:spPr>
          <a:xfrm>
            <a:off x="2871216" y="4517136"/>
            <a:ext cx="292608" cy="73152"/>
          </a:xfrm>
          <a:prstGeom prst="roundRect">
            <a:avLst>
              <a:gd name="adj" fmla="val 37500"/>
            </a:avLst>
          </a:prstGeom>
          <a:solidFill>
            <a:schemeClr val="accent3"/>
          </a:solidFill>
          <a:ln w="12700">
            <a:solidFill>
              <a:srgbClr val="FFFFFF">
                <a:alpha val="0"/>
              </a:srgbClr>
            </a:solidFill>
            <a:prstDash val="solid"/>
          </a:ln>
        </p:spPr>
      </p:sp>
      <p:sp>
        <p:nvSpPr>
          <p:cNvPr id="38" name="Shape 34"/>
          <p:cNvSpPr/>
          <p:nvPr/>
        </p:nvSpPr>
        <p:spPr>
          <a:xfrm>
            <a:off x="3633216" y="4517136"/>
            <a:ext cx="292608" cy="73152"/>
          </a:xfrm>
          <a:prstGeom prst="roundRect">
            <a:avLst>
              <a:gd name="adj" fmla="val 37500"/>
            </a:avLst>
          </a:prstGeom>
          <a:solidFill>
            <a:schemeClr val="accent3"/>
          </a:solidFill>
          <a:ln w="12700">
            <a:solidFill>
              <a:srgbClr val="FFFFFF">
                <a:alpha val="0"/>
              </a:srgbClr>
            </a:solidFill>
            <a:prstDash val="solid"/>
          </a:ln>
        </p:spPr>
      </p:sp>
      <p:sp>
        <p:nvSpPr>
          <p:cNvPr id="39" name="Shape 35"/>
          <p:cNvSpPr/>
          <p:nvPr/>
        </p:nvSpPr>
        <p:spPr>
          <a:xfrm>
            <a:off x="4395216" y="4517136"/>
            <a:ext cx="292608" cy="73152"/>
          </a:xfrm>
          <a:prstGeom prst="roundRect">
            <a:avLst>
              <a:gd name="adj" fmla="val 37500"/>
            </a:avLst>
          </a:prstGeom>
          <a:solidFill>
            <a:schemeClr val="accent3"/>
          </a:solidFill>
          <a:ln w="12700">
            <a:solidFill>
              <a:srgbClr val="FFFFFF">
                <a:alpha val="0"/>
              </a:srgbClr>
            </a:solidFill>
            <a:prstDash val="solid"/>
          </a:ln>
        </p:spPr>
      </p:sp>
      <p:sp>
        <p:nvSpPr>
          <p:cNvPr id="40" name="Shape 36"/>
          <p:cNvSpPr/>
          <p:nvPr/>
        </p:nvSpPr>
        <p:spPr>
          <a:xfrm>
            <a:off x="5157216" y="4517136"/>
            <a:ext cx="292608" cy="73152"/>
          </a:xfrm>
          <a:prstGeom prst="roundRect">
            <a:avLst>
              <a:gd name="adj" fmla="val 37500"/>
            </a:avLst>
          </a:prstGeom>
          <a:solidFill>
            <a:schemeClr val="accent3"/>
          </a:solidFill>
          <a:ln w="12700">
            <a:solidFill>
              <a:srgbClr val="FFFFFF">
                <a:alpha val="0"/>
              </a:srgbClr>
            </a:solidFill>
            <a:prstDash val="solid"/>
          </a:ln>
        </p:spPr>
      </p:sp>
      <p:sp>
        <p:nvSpPr>
          <p:cNvPr id="41" name="Shape 37"/>
          <p:cNvSpPr/>
          <p:nvPr/>
        </p:nvSpPr>
        <p:spPr>
          <a:xfrm>
            <a:off x="5919216" y="4517136"/>
            <a:ext cx="292608" cy="73152"/>
          </a:xfrm>
          <a:prstGeom prst="roundRect">
            <a:avLst>
              <a:gd name="adj" fmla="val 37500"/>
            </a:avLst>
          </a:prstGeom>
          <a:solidFill>
            <a:schemeClr val="accent3"/>
          </a:solidFill>
          <a:ln w="12700">
            <a:solidFill>
              <a:srgbClr val="FFFFFF">
                <a:alpha val="0"/>
              </a:srgbClr>
            </a:solidFill>
            <a:prstDash val="solid"/>
          </a:ln>
        </p:spPr>
      </p:sp>
      <p:sp>
        <p:nvSpPr>
          <p:cNvPr id="42" name="Shape 38"/>
          <p:cNvSpPr/>
          <p:nvPr/>
        </p:nvSpPr>
        <p:spPr>
          <a:xfrm>
            <a:off x="1874520" y="4572000"/>
            <a:ext cx="4572000" cy="457200"/>
          </a:xfrm>
          <a:prstGeom prst="roundRect">
            <a:avLst>
              <a:gd name="adj" fmla="val 16000"/>
            </a:avLst>
          </a:prstGeom>
          <a:solidFill>
            <a:schemeClr val="accent3"/>
          </a:solidFill>
          <a:ln w="12700">
            <a:solidFill>
              <a:srgbClr val="FFFFFF">
                <a:alpha val="0"/>
              </a:srgbClr>
            </a:solidFill>
            <a:prstDash val="solid"/>
          </a:ln>
        </p:spPr>
      </p:sp>
      <p:sp>
        <p:nvSpPr>
          <p:cNvPr id="43" name="Text 39"/>
          <p:cNvSpPr txBox="1"/>
          <p:nvPr/>
        </p:nvSpPr>
        <p:spPr>
          <a:xfrm>
            <a:off x="1947672" y="4572000"/>
            <a:ext cx="4425696" cy="457200"/>
          </a:xfrm>
          <a:prstGeom prst="rect">
            <a:avLst/>
          </a:prstGeom>
          <a:noFill/>
          <a:ln/>
        </p:spPr>
        <p:txBody>
          <a:bodyPr wrap="square" lIns="0" tIns="0" rIns="0" bIns="0" rtlCol="0" anchor="ctr"/>
          <a:lstStyle/>
          <a:p>
            <a:pPr algn="ctr" indent="0" marL="0">
              <a:buNone/>
            </a:pPr>
            <a:r>
              <a:rPr lang="en-US" sz="1700" b="1" i="1" dirty="0">
                <a:solidFill>
                  <a:schemeClr val="bg1"/>
                </a:solidFill>
              </a:rPr>
              <a:t>Kan je even herhalen?</a:t>
            </a:r>
            <a:endParaRPr lang="en-US" sz="1700" dirty="0"/>
          </a:p>
        </p:txBody>
      </p:sp>
      <p:sp>
        <p:nvSpPr>
          <p:cNvPr id="44" name="Shape 40"/>
          <p:cNvSpPr/>
          <p:nvPr/>
        </p:nvSpPr>
        <p:spPr>
          <a:xfrm>
            <a:off x="6955536" y="4517136"/>
            <a:ext cx="292608" cy="73152"/>
          </a:xfrm>
          <a:prstGeom prst="roundRect">
            <a:avLst>
              <a:gd name="adj" fmla="val 37500"/>
            </a:avLst>
          </a:prstGeom>
          <a:solidFill>
            <a:schemeClr val="accent3"/>
          </a:solidFill>
          <a:ln w="12700">
            <a:solidFill>
              <a:srgbClr val="FFFFFF">
                <a:alpha val="0"/>
              </a:srgbClr>
            </a:solidFill>
            <a:prstDash val="solid"/>
          </a:ln>
        </p:spPr>
      </p:sp>
      <p:sp>
        <p:nvSpPr>
          <p:cNvPr id="45" name="Shape 41"/>
          <p:cNvSpPr/>
          <p:nvPr/>
        </p:nvSpPr>
        <p:spPr>
          <a:xfrm>
            <a:off x="7717536" y="4517136"/>
            <a:ext cx="292608" cy="73152"/>
          </a:xfrm>
          <a:prstGeom prst="roundRect">
            <a:avLst>
              <a:gd name="adj" fmla="val 37500"/>
            </a:avLst>
          </a:prstGeom>
          <a:solidFill>
            <a:schemeClr val="accent3"/>
          </a:solidFill>
          <a:ln w="12700">
            <a:solidFill>
              <a:srgbClr val="FFFFFF">
                <a:alpha val="0"/>
              </a:srgbClr>
            </a:solidFill>
            <a:prstDash val="solid"/>
          </a:ln>
        </p:spPr>
      </p:sp>
      <p:sp>
        <p:nvSpPr>
          <p:cNvPr id="46" name="Shape 42"/>
          <p:cNvSpPr/>
          <p:nvPr/>
        </p:nvSpPr>
        <p:spPr>
          <a:xfrm>
            <a:off x="8479536" y="4517136"/>
            <a:ext cx="292608" cy="73152"/>
          </a:xfrm>
          <a:prstGeom prst="roundRect">
            <a:avLst>
              <a:gd name="adj" fmla="val 37500"/>
            </a:avLst>
          </a:prstGeom>
          <a:solidFill>
            <a:schemeClr val="accent3"/>
          </a:solidFill>
          <a:ln w="12700">
            <a:solidFill>
              <a:srgbClr val="FFFFFF">
                <a:alpha val="0"/>
              </a:srgbClr>
            </a:solidFill>
            <a:prstDash val="solid"/>
          </a:ln>
        </p:spPr>
      </p:sp>
      <p:sp>
        <p:nvSpPr>
          <p:cNvPr id="47" name="Shape 43"/>
          <p:cNvSpPr/>
          <p:nvPr/>
        </p:nvSpPr>
        <p:spPr>
          <a:xfrm>
            <a:off x="9241536" y="4517136"/>
            <a:ext cx="292608" cy="73152"/>
          </a:xfrm>
          <a:prstGeom prst="roundRect">
            <a:avLst>
              <a:gd name="adj" fmla="val 37500"/>
            </a:avLst>
          </a:prstGeom>
          <a:solidFill>
            <a:schemeClr val="accent3"/>
          </a:solidFill>
          <a:ln w="12700">
            <a:solidFill>
              <a:srgbClr val="FFFFFF">
                <a:alpha val="0"/>
              </a:srgbClr>
            </a:solidFill>
            <a:prstDash val="solid"/>
          </a:ln>
        </p:spPr>
      </p:sp>
      <p:sp>
        <p:nvSpPr>
          <p:cNvPr id="48" name="Shape 44"/>
          <p:cNvSpPr/>
          <p:nvPr/>
        </p:nvSpPr>
        <p:spPr>
          <a:xfrm>
            <a:off x="10003536" y="4517136"/>
            <a:ext cx="292608" cy="73152"/>
          </a:xfrm>
          <a:prstGeom prst="roundRect">
            <a:avLst>
              <a:gd name="adj" fmla="val 37500"/>
            </a:avLst>
          </a:prstGeom>
          <a:solidFill>
            <a:schemeClr val="accent3"/>
          </a:solidFill>
          <a:ln w="12700">
            <a:solidFill>
              <a:srgbClr val="FFFFFF">
                <a:alpha val="0"/>
              </a:srgbClr>
            </a:solidFill>
            <a:prstDash val="solid"/>
          </a:ln>
        </p:spPr>
      </p:sp>
      <p:sp>
        <p:nvSpPr>
          <p:cNvPr id="49" name="Shape 45"/>
          <p:cNvSpPr/>
          <p:nvPr/>
        </p:nvSpPr>
        <p:spPr>
          <a:xfrm>
            <a:off x="10765536" y="4517136"/>
            <a:ext cx="292608" cy="73152"/>
          </a:xfrm>
          <a:prstGeom prst="roundRect">
            <a:avLst>
              <a:gd name="adj" fmla="val 37500"/>
            </a:avLst>
          </a:prstGeom>
          <a:solidFill>
            <a:schemeClr val="accent3"/>
          </a:solidFill>
          <a:ln w="12700">
            <a:solidFill>
              <a:srgbClr val="FFFFFF">
                <a:alpha val="0"/>
              </a:srgbClr>
            </a:solidFill>
            <a:prstDash val="solid"/>
          </a:ln>
        </p:spPr>
      </p:sp>
      <p:sp>
        <p:nvSpPr>
          <p:cNvPr id="50" name="Shape 46"/>
          <p:cNvSpPr/>
          <p:nvPr/>
        </p:nvSpPr>
        <p:spPr>
          <a:xfrm>
            <a:off x="6720840" y="4572000"/>
            <a:ext cx="4572000" cy="457200"/>
          </a:xfrm>
          <a:prstGeom prst="roundRect">
            <a:avLst>
              <a:gd name="adj" fmla="val 16000"/>
            </a:avLst>
          </a:prstGeom>
          <a:solidFill>
            <a:schemeClr val="accent3"/>
          </a:solidFill>
          <a:ln w="12700">
            <a:solidFill>
              <a:srgbClr val="FFFFFF">
                <a:alpha val="0"/>
              </a:srgbClr>
            </a:solidFill>
            <a:prstDash val="solid"/>
          </a:ln>
        </p:spPr>
      </p:sp>
      <p:sp>
        <p:nvSpPr>
          <p:cNvPr id="51" name="Text 47"/>
          <p:cNvSpPr txBox="1"/>
          <p:nvPr/>
        </p:nvSpPr>
        <p:spPr>
          <a:xfrm>
            <a:off x="6793992" y="4572000"/>
            <a:ext cx="4425696" cy="457200"/>
          </a:xfrm>
          <a:prstGeom prst="rect">
            <a:avLst/>
          </a:prstGeom>
          <a:noFill/>
          <a:ln/>
        </p:spPr>
        <p:txBody>
          <a:bodyPr wrap="square" lIns="0" tIns="0" rIns="0" bIns="0" rtlCol="0" anchor="ctr"/>
          <a:lstStyle/>
          <a:p>
            <a:pPr algn="ctr" indent="0" marL="0">
              <a:buNone/>
            </a:pPr>
            <a:r>
              <a:rPr lang="en-US" sz="1700" b="1" i="1" dirty="0">
                <a:solidFill>
                  <a:schemeClr val="bg1"/>
                </a:solidFill>
              </a:rPr>
              <a:t>Kan je wat trager spreken?</a:t>
            </a:r>
            <a:endParaRPr lang="en-US" sz="1700" dirty="0"/>
          </a:p>
        </p:txBody>
      </p:sp>
      <p:sp>
        <p:nvSpPr>
          <p:cNvPr id="52" name="Shape 48"/>
          <p:cNvSpPr/>
          <p:nvPr/>
        </p:nvSpPr>
        <p:spPr>
          <a:xfrm>
            <a:off x="2154936" y="5202936"/>
            <a:ext cx="292608" cy="73152"/>
          </a:xfrm>
          <a:prstGeom prst="roundRect">
            <a:avLst>
              <a:gd name="adj" fmla="val 37500"/>
            </a:avLst>
          </a:prstGeom>
          <a:solidFill>
            <a:schemeClr val="accent3"/>
          </a:solidFill>
          <a:ln w="12700">
            <a:solidFill>
              <a:srgbClr val="FFFFFF">
                <a:alpha val="0"/>
              </a:srgbClr>
            </a:solidFill>
            <a:prstDash val="solid"/>
          </a:ln>
        </p:spPr>
      </p:sp>
      <p:sp>
        <p:nvSpPr>
          <p:cNvPr id="53" name="Shape 49"/>
          <p:cNvSpPr/>
          <p:nvPr/>
        </p:nvSpPr>
        <p:spPr>
          <a:xfrm>
            <a:off x="3008376" y="5202936"/>
            <a:ext cx="292608" cy="73152"/>
          </a:xfrm>
          <a:prstGeom prst="roundRect">
            <a:avLst>
              <a:gd name="adj" fmla="val 37500"/>
            </a:avLst>
          </a:prstGeom>
          <a:solidFill>
            <a:schemeClr val="accent3"/>
          </a:solidFill>
          <a:ln w="12700">
            <a:solidFill>
              <a:srgbClr val="FFFFFF">
                <a:alpha val="0"/>
              </a:srgbClr>
            </a:solidFill>
            <a:prstDash val="solid"/>
          </a:ln>
        </p:spPr>
      </p:sp>
      <p:sp>
        <p:nvSpPr>
          <p:cNvPr id="54" name="Shape 50"/>
          <p:cNvSpPr/>
          <p:nvPr/>
        </p:nvSpPr>
        <p:spPr>
          <a:xfrm>
            <a:off x="3861816" y="5202936"/>
            <a:ext cx="292608" cy="73152"/>
          </a:xfrm>
          <a:prstGeom prst="roundRect">
            <a:avLst>
              <a:gd name="adj" fmla="val 37500"/>
            </a:avLst>
          </a:prstGeom>
          <a:solidFill>
            <a:schemeClr val="accent3"/>
          </a:solidFill>
          <a:ln w="12700">
            <a:solidFill>
              <a:srgbClr val="FFFFFF">
                <a:alpha val="0"/>
              </a:srgbClr>
            </a:solidFill>
            <a:prstDash val="solid"/>
          </a:ln>
        </p:spPr>
      </p:sp>
      <p:sp>
        <p:nvSpPr>
          <p:cNvPr id="55" name="Shape 51"/>
          <p:cNvSpPr/>
          <p:nvPr/>
        </p:nvSpPr>
        <p:spPr>
          <a:xfrm>
            <a:off x="4715256" y="5202936"/>
            <a:ext cx="292608" cy="73152"/>
          </a:xfrm>
          <a:prstGeom prst="roundRect">
            <a:avLst>
              <a:gd name="adj" fmla="val 37500"/>
            </a:avLst>
          </a:prstGeom>
          <a:solidFill>
            <a:schemeClr val="accent3"/>
          </a:solidFill>
          <a:ln w="12700">
            <a:solidFill>
              <a:srgbClr val="FFFFFF">
                <a:alpha val="0"/>
              </a:srgbClr>
            </a:solidFill>
            <a:prstDash val="solid"/>
          </a:ln>
        </p:spPr>
      </p:sp>
      <p:sp>
        <p:nvSpPr>
          <p:cNvPr id="56" name="Shape 52"/>
          <p:cNvSpPr/>
          <p:nvPr/>
        </p:nvSpPr>
        <p:spPr>
          <a:xfrm>
            <a:off x="5568696" y="5202936"/>
            <a:ext cx="292608" cy="73152"/>
          </a:xfrm>
          <a:prstGeom prst="roundRect">
            <a:avLst>
              <a:gd name="adj" fmla="val 37500"/>
            </a:avLst>
          </a:prstGeom>
          <a:solidFill>
            <a:schemeClr val="accent3"/>
          </a:solidFill>
          <a:ln w="12700">
            <a:solidFill>
              <a:srgbClr val="FFFFFF">
                <a:alpha val="0"/>
              </a:srgbClr>
            </a:solidFill>
            <a:prstDash val="solid"/>
          </a:ln>
        </p:spPr>
      </p:sp>
      <p:sp>
        <p:nvSpPr>
          <p:cNvPr id="57" name="Shape 53"/>
          <p:cNvSpPr/>
          <p:nvPr/>
        </p:nvSpPr>
        <p:spPr>
          <a:xfrm>
            <a:off x="6422136" y="5202936"/>
            <a:ext cx="292608" cy="73152"/>
          </a:xfrm>
          <a:prstGeom prst="roundRect">
            <a:avLst>
              <a:gd name="adj" fmla="val 37500"/>
            </a:avLst>
          </a:prstGeom>
          <a:solidFill>
            <a:schemeClr val="accent3"/>
          </a:solidFill>
          <a:ln w="12700">
            <a:solidFill>
              <a:srgbClr val="FFFFFF">
                <a:alpha val="0"/>
              </a:srgbClr>
            </a:solidFill>
            <a:prstDash val="solid"/>
          </a:ln>
        </p:spPr>
      </p:sp>
      <p:sp>
        <p:nvSpPr>
          <p:cNvPr id="58" name="Shape 54"/>
          <p:cNvSpPr/>
          <p:nvPr/>
        </p:nvSpPr>
        <p:spPr>
          <a:xfrm>
            <a:off x="1874520" y="5257800"/>
            <a:ext cx="5120640" cy="457200"/>
          </a:xfrm>
          <a:prstGeom prst="roundRect">
            <a:avLst>
              <a:gd name="adj" fmla="val 16000"/>
            </a:avLst>
          </a:prstGeom>
          <a:solidFill>
            <a:schemeClr val="accent3"/>
          </a:solidFill>
          <a:ln w="12700">
            <a:solidFill>
              <a:srgbClr val="FFFFFF">
                <a:alpha val="0"/>
              </a:srgbClr>
            </a:solidFill>
            <a:prstDash val="solid"/>
          </a:ln>
        </p:spPr>
      </p:sp>
      <p:sp>
        <p:nvSpPr>
          <p:cNvPr id="59" name="Text 55"/>
          <p:cNvSpPr txBox="1"/>
          <p:nvPr/>
        </p:nvSpPr>
        <p:spPr>
          <a:xfrm>
            <a:off x="1947672" y="5257800"/>
            <a:ext cx="4974336" cy="457200"/>
          </a:xfrm>
          <a:prstGeom prst="rect">
            <a:avLst/>
          </a:prstGeom>
          <a:noFill/>
          <a:ln/>
        </p:spPr>
        <p:txBody>
          <a:bodyPr wrap="square" lIns="0" tIns="0" rIns="0" bIns="0" rtlCol="0" anchor="ctr"/>
          <a:lstStyle/>
          <a:p>
            <a:pPr algn="ctr" indent="0" marL="0">
              <a:buNone/>
            </a:pPr>
            <a:r>
              <a:rPr lang="en-US" sz="1700" b="1" i="1" dirty="0">
                <a:solidFill>
                  <a:schemeClr val="bg1"/>
                </a:solidFill>
              </a:rPr>
              <a:t>Kan je het laatste woord spellen?</a:t>
            </a:r>
            <a:endParaRPr lang="en-US" sz="1700" dirty="0"/>
          </a:p>
        </p:txBody>
      </p:sp>
      <p:pic>
        <p:nvPicPr>
          <p:cNvPr id="60" name="Image 1" descr="Camera">    </p:cNvPr>
          <p:cNvPicPr>
            <a:picLocks noChangeAspect="1"/>
          </p:cNvPicPr>
          <p:nvPr/>
        </p:nvPicPr>
        <p:blipFill>
          <a:blip r:embed="rId2"/>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PuzzlePiece">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puzzle des blocs</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Clock">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bon bloc au bon moment</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Language">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Mot à mot ou en bloc ?</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IdCard">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Mon portrait en blocs</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Th">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bingo des blocs</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LifeRing">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réflexe bouée</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Users">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premier cours</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8" name="Image 7" descr="man teacher">    </p:cNvPr>
          <p:cNvPicPr>
            <a:picLocks noChangeAspect="1"/>
          </p:cNvPicPr>
          <p:nvPr/>
        </p:nvPicPr>
        <p:blipFill>
          <a:blip r:embed="rId8"/>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Le puzzle des blocs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Reconstituez les 8 blocs, puis dites chaque bloc entier, d’un souffle.</a:t>
            </a:r>
            <a:endParaRPr lang="en-US" sz="1700" dirty="0"/>
          </a:p>
        </p:txBody>
      </p:sp>
      <p:sp>
        <p:nvSpPr>
          <p:cNvPr id="8" name="Text 4"/>
          <p:cNvSpPr txBox="1"/>
          <p:nvPr/>
        </p:nvSpPr>
        <p:spPr>
          <a:xfrm>
            <a:off x="548640" y="193243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1</a:t>
            </a:r>
            <a:endParaRPr lang="en-US" sz="1600" dirty="0"/>
          </a:p>
        </p:txBody>
      </p:sp>
      <p:sp>
        <p:nvSpPr>
          <p:cNvPr id="9" name="Shape 5"/>
          <p:cNvSpPr/>
          <p:nvPr/>
        </p:nvSpPr>
        <p:spPr>
          <a:xfrm>
            <a:off x="1191006" y="2002536"/>
            <a:ext cx="292608" cy="57912"/>
          </a:xfrm>
          <a:prstGeom prst="roundRect">
            <a:avLst>
              <a:gd name="adj" fmla="val 47368"/>
            </a:avLst>
          </a:prstGeom>
          <a:solidFill>
            <a:schemeClr val="accent1"/>
          </a:solidFill>
          <a:ln w="12700">
            <a:solidFill>
              <a:srgbClr val="FFFFFF">
                <a:alpha val="0"/>
              </a:srgbClr>
            </a:solidFill>
            <a:prstDash val="solid"/>
          </a:ln>
        </p:spPr>
      </p:sp>
      <p:sp>
        <p:nvSpPr>
          <p:cNvPr id="10" name="Shape 6"/>
          <p:cNvSpPr/>
          <p:nvPr/>
        </p:nvSpPr>
        <p:spPr>
          <a:xfrm>
            <a:off x="1945386" y="2002536"/>
            <a:ext cx="292608" cy="57912"/>
          </a:xfrm>
          <a:prstGeom prst="roundRect">
            <a:avLst>
              <a:gd name="adj" fmla="val 47368"/>
            </a:avLst>
          </a:prstGeom>
          <a:solidFill>
            <a:schemeClr val="accent1"/>
          </a:solidFill>
          <a:ln w="12700">
            <a:solidFill>
              <a:srgbClr val="FFFFFF">
                <a:alpha val="0"/>
              </a:srgbClr>
            </a:solidFill>
            <a:prstDash val="solid"/>
          </a:ln>
        </p:spPr>
      </p:sp>
      <p:sp>
        <p:nvSpPr>
          <p:cNvPr id="11" name="Shape 7"/>
          <p:cNvSpPr/>
          <p:nvPr/>
        </p:nvSpPr>
        <p:spPr>
          <a:xfrm>
            <a:off x="2699766" y="2002536"/>
            <a:ext cx="292608" cy="57912"/>
          </a:xfrm>
          <a:prstGeom prst="roundRect">
            <a:avLst>
              <a:gd name="adj" fmla="val 47368"/>
            </a:avLst>
          </a:prstGeom>
          <a:solidFill>
            <a:schemeClr val="accent1"/>
          </a:solidFill>
          <a:ln w="12700">
            <a:solidFill>
              <a:srgbClr val="FFFFFF">
                <a:alpha val="0"/>
              </a:srgbClr>
            </a:solidFill>
            <a:prstDash val="solid"/>
          </a:ln>
        </p:spPr>
      </p:sp>
      <p:sp>
        <p:nvSpPr>
          <p:cNvPr id="12" name="Shape 8"/>
          <p:cNvSpPr/>
          <p:nvPr/>
        </p:nvSpPr>
        <p:spPr>
          <a:xfrm>
            <a:off x="3454146" y="2002536"/>
            <a:ext cx="292608" cy="57912"/>
          </a:xfrm>
          <a:prstGeom prst="roundRect">
            <a:avLst>
              <a:gd name="adj" fmla="val 47368"/>
            </a:avLst>
          </a:prstGeom>
          <a:solidFill>
            <a:schemeClr val="accent1"/>
          </a:solidFill>
          <a:ln w="12700">
            <a:solidFill>
              <a:srgbClr val="FFFFFF">
                <a:alpha val="0"/>
              </a:srgbClr>
            </a:solidFill>
            <a:prstDash val="solid"/>
          </a:ln>
        </p:spPr>
      </p:sp>
      <p:sp>
        <p:nvSpPr>
          <p:cNvPr id="13" name="Shape 9"/>
          <p:cNvSpPr/>
          <p:nvPr/>
        </p:nvSpPr>
        <p:spPr>
          <a:xfrm>
            <a:off x="960120" y="2042160"/>
            <a:ext cx="3017520" cy="361950"/>
          </a:xfrm>
          <a:prstGeom prst="roundRect">
            <a:avLst>
              <a:gd name="adj" fmla="val 20211"/>
            </a:avLst>
          </a:prstGeom>
          <a:solidFill>
            <a:schemeClr val="accent1"/>
          </a:solidFill>
          <a:ln w="12700">
            <a:solidFill>
              <a:srgbClr val="FFFFFF">
                <a:alpha val="0"/>
              </a:srgbClr>
            </a:solidFill>
            <a:prstDash val="solid"/>
          </a:ln>
        </p:spPr>
      </p:sp>
      <p:sp>
        <p:nvSpPr>
          <p:cNvPr id="14" name="Text 10"/>
          <p:cNvSpPr txBox="1"/>
          <p:nvPr/>
        </p:nvSpPr>
        <p:spPr>
          <a:xfrm>
            <a:off x="1033272" y="204216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Hoe gaat…</a:t>
            </a:r>
            <a:endParaRPr lang="en-US" sz="1700" dirty="0"/>
          </a:p>
        </p:txBody>
      </p:sp>
      <p:sp>
        <p:nvSpPr>
          <p:cNvPr id="15" name="Text 11"/>
          <p:cNvSpPr txBox="1"/>
          <p:nvPr/>
        </p:nvSpPr>
        <p:spPr>
          <a:xfrm>
            <a:off x="548640" y="247726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2</a:t>
            </a:r>
            <a:endParaRPr lang="en-US" sz="1600" dirty="0"/>
          </a:p>
        </p:txBody>
      </p:sp>
      <p:sp>
        <p:nvSpPr>
          <p:cNvPr id="16" name="Shape 12"/>
          <p:cNvSpPr/>
          <p:nvPr/>
        </p:nvSpPr>
        <p:spPr>
          <a:xfrm>
            <a:off x="1191006" y="2547366"/>
            <a:ext cx="292608" cy="57912"/>
          </a:xfrm>
          <a:prstGeom prst="roundRect">
            <a:avLst>
              <a:gd name="adj" fmla="val 47368"/>
            </a:avLst>
          </a:prstGeom>
          <a:solidFill>
            <a:schemeClr val="accent1"/>
          </a:solidFill>
          <a:ln w="12700">
            <a:solidFill>
              <a:srgbClr val="FFFFFF">
                <a:alpha val="0"/>
              </a:srgbClr>
            </a:solidFill>
            <a:prstDash val="solid"/>
          </a:ln>
        </p:spPr>
      </p:sp>
      <p:sp>
        <p:nvSpPr>
          <p:cNvPr id="17" name="Shape 13"/>
          <p:cNvSpPr/>
          <p:nvPr/>
        </p:nvSpPr>
        <p:spPr>
          <a:xfrm>
            <a:off x="1945386" y="2547366"/>
            <a:ext cx="292608" cy="57912"/>
          </a:xfrm>
          <a:prstGeom prst="roundRect">
            <a:avLst>
              <a:gd name="adj" fmla="val 47368"/>
            </a:avLst>
          </a:prstGeom>
          <a:solidFill>
            <a:schemeClr val="accent1"/>
          </a:solidFill>
          <a:ln w="12700">
            <a:solidFill>
              <a:srgbClr val="FFFFFF">
                <a:alpha val="0"/>
              </a:srgbClr>
            </a:solidFill>
            <a:prstDash val="solid"/>
          </a:ln>
        </p:spPr>
      </p:sp>
      <p:sp>
        <p:nvSpPr>
          <p:cNvPr id="18" name="Shape 14"/>
          <p:cNvSpPr/>
          <p:nvPr/>
        </p:nvSpPr>
        <p:spPr>
          <a:xfrm>
            <a:off x="2699766" y="2547366"/>
            <a:ext cx="292608" cy="57912"/>
          </a:xfrm>
          <a:prstGeom prst="roundRect">
            <a:avLst>
              <a:gd name="adj" fmla="val 47368"/>
            </a:avLst>
          </a:prstGeom>
          <a:solidFill>
            <a:schemeClr val="accent1"/>
          </a:solidFill>
          <a:ln w="12700">
            <a:solidFill>
              <a:srgbClr val="FFFFFF">
                <a:alpha val="0"/>
              </a:srgbClr>
            </a:solidFill>
            <a:prstDash val="solid"/>
          </a:ln>
        </p:spPr>
      </p:sp>
      <p:sp>
        <p:nvSpPr>
          <p:cNvPr id="19" name="Shape 15"/>
          <p:cNvSpPr/>
          <p:nvPr/>
        </p:nvSpPr>
        <p:spPr>
          <a:xfrm>
            <a:off x="3454146" y="2547366"/>
            <a:ext cx="292608" cy="57912"/>
          </a:xfrm>
          <a:prstGeom prst="roundRect">
            <a:avLst>
              <a:gd name="adj" fmla="val 47368"/>
            </a:avLst>
          </a:prstGeom>
          <a:solidFill>
            <a:schemeClr val="accent1"/>
          </a:solidFill>
          <a:ln w="12700">
            <a:solidFill>
              <a:srgbClr val="FFFFFF">
                <a:alpha val="0"/>
              </a:srgbClr>
            </a:solidFill>
            <a:prstDash val="solid"/>
          </a:ln>
        </p:spPr>
      </p:sp>
      <p:sp>
        <p:nvSpPr>
          <p:cNvPr id="20" name="Shape 16"/>
          <p:cNvSpPr/>
          <p:nvPr/>
        </p:nvSpPr>
        <p:spPr>
          <a:xfrm>
            <a:off x="960120" y="2586990"/>
            <a:ext cx="3017520" cy="361950"/>
          </a:xfrm>
          <a:prstGeom prst="roundRect">
            <a:avLst>
              <a:gd name="adj" fmla="val 20211"/>
            </a:avLst>
          </a:prstGeom>
          <a:solidFill>
            <a:schemeClr val="accent1"/>
          </a:solidFill>
          <a:ln w="12700">
            <a:solidFill>
              <a:srgbClr val="FFFFFF">
                <a:alpha val="0"/>
              </a:srgbClr>
            </a:solidFill>
            <a:prstDash val="solid"/>
          </a:ln>
        </p:spPr>
      </p:sp>
      <p:sp>
        <p:nvSpPr>
          <p:cNvPr id="21" name="Text 17"/>
          <p:cNvSpPr txBox="1"/>
          <p:nvPr/>
        </p:nvSpPr>
        <p:spPr>
          <a:xfrm>
            <a:off x="1033272" y="258699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Tot…</a:t>
            </a:r>
            <a:endParaRPr lang="en-US" sz="1700" dirty="0"/>
          </a:p>
        </p:txBody>
      </p:sp>
      <p:sp>
        <p:nvSpPr>
          <p:cNvPr id="22" name="Text 18"/>
          <p:cNvSpPr txBox="1"/>
          <p:nvPr/>
        </p:nvSpPr>
        <p:spPr>
          <a:xfrm>
            <a:off x="548640" y="302209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3</a:t>
            </a:r>
            <a:endParaRPr lang="en-US" sz="1600" dirty="0"/>
          </a:p>
        </p:txBody>
      </p:sp>
      <p:sp>
        <p:nvSpPr>
          <p:cNvPr id="23" name="Shape 19"/>
          <p:cNvSpPr/>
          <p:nvPr/>
        </p:nvSpPr>
        <p:spPr>
          <a:xfrm>
            <a:off x="1191006" y="3092196"/>
            <a:ext cx="292608" cy="57912"/>
          </a:xfrm>
          <a:prstGeom prst="roundRect">
            <a:avLst>
              <a:gd name="adj" fmla="val 47368"/>
            </a:avLst>
          </a:prstGeom>
          <a:solidFill>
            <a:schemeClr val="accent1"/>
          </a:solidFill>
          <a:ln w="12700">
            <a:solidFill>
              <a:srgbClr val="FFFFFF">
                <a:alpha val="0"/>
              </a:srgbClr>
            </a:solidFill>
            <a:prstDash val="solid"/>
          </a:ln>
        </p:spPr>
      </p:sp>
      <p:sp>
        <p:nvSpPr>
          <p:cNvPr id="24" name="Shape 20"/>
          <p:cNvSpPr/>
          <p:nvPr/>
        </p:nvSpPr>
        <p:spPr>
          <a:xfrm>
            <a:off x="1945386" y="3092196"/>
            <a:ext cx="292608" cy="57912"/>
          </a:xfrm>
          <a:prstGeom prst="roundRect">
            <a:avLst>
              <a:gd name="adj" fmla="val 47368"/>
            </a:avLst>
          </a:prstGeom>
          <a:solidFill>
            <a:schemeClr val="accent1"/>
          </a:solidFill>
          <a:ln w="12700">
            <a:solidFill>
              <a:srgbClr val="FFFFFF">
                <a:alpha val="0"/>
              </a:srgbClr>
            </a:solidFill>
            <a:prstDash val="solid"/>
          </a:ln>
        </p:spPr>
      </p:sp>
      <p:sp>
        <p:nvSpPr>
          <p:cNvPr id="25" name="Shape 21"/>
          <p:cNvSpPr/>
          <p:nvPr/>
        </p:nvSpPr>
        <p:spPr>
          <a:xfrm>
            <a:off x="2699766" y="3092196"/>
            <a:ext cx="292608" cy="57912"/>
          </a:xfrm>
          <a:prstGeom prst="roundRect">
            <a:avLst>
              <a:gd name="adj" fmla="val 47368"/>
            </a:avLst>
          </a:prstGeom>
          <a:solidFill>
            <a:schemeClr val="accent1"/>
          </a:solidFill>
          <a:ln w="12700">
            <a:solidFill>
              <a:srgbClr val="FFFFFF">
                <a:alpha val="0"/>
              </a:srgbClr>
            </a:solidFill>
            <a:prstDash val="solid"/>
          </a:ln>
        </p:spPr>
      </p:sp>
      <p:sp>
        <p:nvSpPr>
          <p:cNvPr id="26" name="Shape 22"/>
          <p:cNvSpPr/>
          <p:nvPr/>
        </p:nvSpPr>
        <p:spPr>
          <a:xfrm>
            <a:off x="3454146" y="3092196"/>
            <a:ext cx="292608" cy="57912"/>
          </a:xfrm>
          <a:prstGeom prst="roundRect">
            <a:avLst>
              <a:gd name="adj" fmla="val 47368"/>
            </a:avLst>
          </a:prstGeom>
          <a:solidFill>
            <a:schemeClr val="accent1"/>
          </a:solidFill>
          <a:ln w="12700">
            <a:solidFill>
              <a:srgbClr val="FFFFFF">
                <a:alpha val="0"/>
              </a:srgbClr>
            </a:solidFill>
            <a:prstDash val="solid"/>
          </a:ln>
        </p:spPr>
      </p:sp>
      <p:sp>
        <p:nvSpPr>
          <p:cNvPr id="27" name="Shape 23"/>
          <p:cNvSpPr/>
          <p:nvPr/>
        </p:nvSpPr>
        <p:spPr>
          <a:xfrm>
            <a:off x="960120" y="3131820"/>
            <a:ext cx="3017520" cy="361950"/>
          </a:xfrm>
          <a:prstGeom prst="roundRect">
            <a:avLst>
              <a:gd name="adj" fmla="val 20211"/>
            </a:avLst>
          </a:prstGeom>
          <a:solidFill>
            <a:schemeClr val="accent1"/>
          </a:solidFill>
          <a:ln w="12700">
            <a:solidFill>
              <a:srgbClr val="FFFFFF">
                <a:alpha val="0"/>
              </a:srgbClr>
            </a:solidFill>
            <a:prstDash val="solid"/>
          </a:ln>
        </p:spPr>
      </p:sp>
      <p:sp>
        <p:nvSpPr>
          <p:cNvPr id="28" name="Text 24"/>
          <p:cNvSpPr txBox="1"/>
          <p:nvPr/>
        </p:nvSpPr>
        <p:spPr>
          <a:xfrm>
            <a:off x="1033272" y="313182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Dank je…</a:t>
            </a:r>
            <a:endParaRPr lang="en-US" sz="1700" dirty="0"/>
          </a:p>
        </p:txBody>
      </p:sp>
      <p:sp>
        <p:nvSpPr>
          <p:cNvPr id="29" name="Text 25"/>
          <p:cNvSpPr txBox="1"/>
          <p:nvPr/>
        </p:nvSpPr>
        <p:spPr>
          <a:xfrm>
            <a:off x="548640" y="356692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4</a:t>
            </a:r>
            <a:endParaRPr lang="en-US" sz="1600" dirty="0"/>
          </a:p>
        </p:txBody>
      </p:sp>
      <p:sp>
        <p:nvSpPr>
          <p:cNvPr id="30" name="Shape 26"/>
          <p:cNvSpPr/>
          <p:nvPr/>
        </p:nvSpPr>
        <p:spPr>
          <a:xfrm>
            <a:off x="1191006" y="3637026"/>
            <a:ext cx="292608" cy="57912"/>
          </a:xfrm>
          <a:prstGeom prst="roundRect">
            <a:avLst>
              <a:gd name="adj" fmla="val 47368"/>
            </a:avLst>
          </a:prstGeom>
          <a:solidFill>
            <a:schemeClr val="accent1"/>
          </a:solidFill>
          <a:ln w="12700">
            <a:solidFill>
              <a:srgbClr val="FFFFFF">
                <a:alpha val="0"/>
              </a:srgbClr>
            </a:solidFill>
            <a:prstDash val="solid"/>
          </a:ln>
        </p:spPr>
      </p:sp>
      <p:sp>
        <p:nvSpPr>
          <p:cNvPr id="31" name="Shape 27"/>
          <p:cNvSpPr/>
          <p:nvPr/>
        </p:nvSpPr>
        <p:spPr>
          <a:xfrm>
            <a:off x="1945386" y="3637026"/>
            <a:ext cx="292608" cy="57912"/>
          </a:xfrm>
          <a:prstGeom prst="roundRect">
            <a:avLst>
              <a:gd name="adj" fmla="val 47368"/>
            </a:avLst>
          </a:prstGeom>
          <a:solidFill>
            <a:schemeClr val="accent1"/>
          </a:solidFill>
          <a:ln w="12700">
            <a:solidFill>
              <a:srgbClr val="FFFFFF">
                <a:alpha val="0"/>
              </a:srgbClr>
            </a:solidFill>
            <a:prstDash val="solid"/>
          </a:ln>
        </p:spPr>
      </p:sp>
      <p:sp>
        <p:nvSpPr>
          <p:cNvPr id="32" name="Shape 28"/>
          <p:cNvSpPr/>
          <p:nvPr/>
        </p:nvSpPr>
        <p:spPr>
          <a:xfrm>
            <a:off x="2699766" y="3637026"/>
            <a:ext cx="292608" cy="57912"/>
          </a:xfrm>
          <a:prstGeom prst="roundRect">
            <a:avLst>
              <a:gd name="adj" fmla="val 47368"/>
            </a:avLst>
          </a:prstGeom>
          <a:solidFill>
            <a:schemeClr val="accent1"/>
          </a:solidFill>
          <a:ln w="12700">
            <a:solidFill>
              <a:srgbClr val="FFFFFF">
                <a:alpha val="0"/>
              </a:srgbClr>
            </a:solidFill>
            <a:prstDash val="solid"/>
          </a:ln>
        </p:spPr>
      </p:sp>
      <p:sp>
        <p:nvSpPr>
          <p:cNvPr id="33" name="Shape 29"/>
          <p:cNvSpPr/>
          <p:nvPr/>
        </p:nvSpPr>
        <p:spPr>
          <a:xfrm>
            <a:off x="3454146" y="3637026"/>
            <a:ext cx="292608" cy="57912"/>
          </a:xfrm>
          <a:prstGeom prst="roundRect">
            <a:avLst>
              <a:gd name="adj" fmla="val 47368"/>
            </a:avLst>
          </a:prstGeom>
          <a:solidFill>
            <a:schemeClr val="accent1"/>
          </a:solidFill>
          <a:ln w="12700">
            <a:solidFill>
              <a:srgbClr val="FFFFFF">
                <a:alpha val="0"/>
              </a:srgbClr>
            </a:solidFill>
            <a:prstDash val="solid"/>
          </a:ln>
        </p:spPr>
      </p:sp>
      <p:sp>
        <p:nvSpPr>
          <p:cNvPr id="34" name="Shape 30"/>
          <p:cNvSpPr/>
          <p:nvPr/>
        </p:nvSpPr>
        <p:spPr>
          <a:xfrm>
            <a:off x="960120" y="3676650"/>
            <a:ext cx="3017520" cy="361950"/>
          </a:xfrm>
          <a:prstGeom prst="roundRect">
            <a:avLst>
              <a:gd name="adj" fmla="val 20211"/>
            </a:avLst>
          </a:prstGeom>
          <a:solidFill>
            <a:schemeClr val="accent1"/>
          </a:solidFill>
          <a:ln w="12700">
            <a:solidFill>
              <a:srgbClr val="FFFFFF">
                <a:alpha val="0"/>
              </a:srgbClr>
            </a:solidFill>
            <a:prstDash val="solid"/>
          </a:ln>
        </p:spPr>
      </p:sp>
      <p:sp>
        <p:nvSpPr>
          <p:cNvPr id="35" name="Text 31"/>
          <p:cNvSpPr txBox="1"/>
          <p:nvPr/>
        </p:nvSpPr>
        <p:spPr>
          <a:xfrm>
            <a:off x="1033272" y="367665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Graag…</a:t>
            </a:r>
            <a:endParaRPr lang="en-US" sz="1700" dirty="0"/>
          </a:p>
        </p:txBody>
      </p:sp>
      <p:sp>
        <p:nvSpPr>
          <p:cNvPr id="36" name="Text 32"/>
          <p:cNvSpPr txBox="1"/>
          <p:nvPr/>
        </p:nvSpPr>
        <p:spPr>
          <a:xfrm>
            <a:off x="548640" y="411175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5</a:t>
            </a:r>
            <a:endParaRPr lang="en-US" sz="1600" dirty="0"/>
          </a:p>
        </p:txBody>
      </p:sp>
      <p:sp>
        <p:nvSpPr>
          <p:cNvPr id="37" name="Shape 33"/>
          <p:cNvSpPr/>
          <p:nvPr/>
        </p:nvSpPr>
        <p:spPr>
          <a:xfrm>
            <a:off x="1191006" y="4181856"/>
            <a:ext cx="292608" cy="57912"/>
          </a:xfrm>
          <a:prstGeom prst="roundRect">
            <a:avLst>
              <a:gd name="adj" fmla="val 47368"/>
            </a:avLst>
          </a:prstGeom>
          <a:solidFill>
            <a:schemeClr val="accent1"/>
          </a:solidFill>
          <a:ln w="12700">
            <a:solidFill>
              <a:srgbClr val="FFFFFF">
                <a:alpha val="0"/>
              </a:srgbClr>
            </a:solidFill>
            <a:prstDash val="solid"/>
          </a:ln>
        </p:spPr>
      </p:sp>
      <p:sp>
        <p:nvSpPr>
          <p:cNvPr id="38" name="Shape 34"/>
          <p:cNvSpPr/>
          <p:nvPr/>
        </p:nvSpPr>
        <p:spPr>
          <a:xfrm>
            <a:off x="1945386" y="4181856"/>
            <a:ext cx="292608" cy="57912"/>
          </a:xfrm>
          <a:prstGeom prst="roundRect">
            <a:avLst>
              <a:gd name="adj" fmla="val 47368"/>
            </a:avLst>
          </a:prstGeom>
          <a:solidFill>
            <a:schemeClr val="accent1"/>
          </a:solidFill>
          <a:ln w="12700">
            <a:solidFill>
              <a:srgbClr val="FFFFFF">
                <a:alpha val="0"/>
              </a:srgbClr>
            </a:solidFill>
            <a:prstDash val="solid"/>
          </a:ln>
        </p:spPr>
      </p:sp>
      <p:sp>
        <p:nvSpPr>
          <p:cNvPr id="39" name="Shape 35"/>
          <p:cNvSpPr/>
          <p:nvPr/>
        </p:nvSpPr>
        <p:spPr>
          <a:xfrm>
            <a:off x="2699766" y="4181856"/>
            <a:ext cx="292608" cy="57912"/>
          </a:xfrm>
          <a:prstGeom prst="roundRect">
            <a:avLst>
              <a:gd name="adj" fmla="val 47368"/>
            </a:avLst>
          </a:prstGeom>
          <a:solidFill>
            <a:schemeClr val="accent1"/>
          </a:solidFill>
          <a:ln w="12700">
            <a:solidFill>
              <a:srgbClr val="FFFFFF">
                <a:alpha val="0"/>
              </a:srgbClr>
            </a:solidFill>
            <a:prstDash val="solid"/>
          </a:ln>
        </p:spPr>
      </p:sp>
      <p:sp>
        <p:nvSpPr>
          <p:cNvPr id="40" name="Shape 36"/>
          <p:cNvSpPr/>
          <p:nvPr/>
        </p:nvSpPr>
        <p:spPr>
          <a:xfrm>
            <a:off x="3454146" y="4181856"/>
            <a:ext cx="292608" cy="57912"/>
          </a:xfrm>
          <a:prstGeom prst="roundRect">
            <a:avLst>
              <a:gd name="adj" fmla="val 47368"/>
            </a:avLst>
          </a:prstGeom>
          <a:solidFill>
            <a:schemeClr val="accent1"/>
          </a:solidFill>
          <a:ln w="12700">
            <a:solidFill>
              <a:srgbClr val="FFFFFF">
                <a:alpha val="0"/>
              </a:srgbClr>
            </a:solidFill>
            <a:prstDash val="solid"/>
          </a:ln>
        </p:spPr>
      </p:sp>
      <p:sp>
        <p:nvSpPr>
          <p:cNvPr id="41" name="Shape 37"/>
          <p:cNvSpPr/>
          <p:nvPr/>
        </p:nvSpPr>
        <p:spPr>
          <a:xfrm>
            <a:off x="960120" y="4221480"/>
            <a:ext cx="3017520" cy="361950"/>
          </a:xfrm>
          <a:prstGeom prst="roundRect">
            <a:avLst>
              <a:gd name="adj" fmla="val 20211"/>
            </a:avLst>
          </a:prstGeom>
          <a:solidFill>
            <a:schemeClr val="accent1"/>
          </a:solidFill>
          <a:ln w="12700">
            <a:solidFill>
              <a:srgbClr val="FFFFFF">
                <a:alpha val="0"/>
              </a:srgbClr>
            </a:solidFill>
            <a:prstDash val="solid"/>
          </a:ln>
        </p:spPr>
      </p:sp>
      <p:sp>
        <p:nvSpPr>
          <p:cNvPr id="42" name="Text 38"/>
          <p:cNvSpPr txBox="1"/>
          <p:nvPr/>
        </p:nvSpPr>
        <p:spPr>
          <a:xfrm>
            <a:off x="1033272" y="422148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Kan je even…</a:t>
            </a:r>
            <a:endParaRPr lang="en-US" sz="1700" dirty="0"/>
          </a:p>
        </p:txBody>
      </p:sp>
      <p:sp>
        <p:nvSpPr>
          <p:cNvPr id="43" name="Text 39"/>
          <p:cNvSpPr txBox="1"/>
          <p:nvPr/>
        </p:nvSpPr>
        <p:spPr>
          <a:xfrm>
            <a:off x="548640" y="465658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6</a:t>
            </a:r>
            <a:endParaRPr lang="en-US" sz="1600" dirty="0"/>
          </a:p>
        </p:txBody>
      </p:sp>
      <p:sp>
        <p:nvSpPr>
          <p:cNvPr id="44" name="Shape 40"/>
          <p:cNvSpPr/>
          <p:nvPr/>
        </p:nvSpPr>
        <p:spPr>
          <a:xfrm>
            <a:off x="1191006" y="4726686"/>
            <a:ext cx="292608" cy="57912"/>
          </a:xfrm>
          <a:prstGeom prst="roundRect">
            <a:avLst>
              <a:gd name="adj" fmla="val 47368"/>
            </a:avLst>
          </a:prstGeom>
          <a:solidFill>
            <a:schemeClr val="accent1"/>
          </a:solidFill>
          <a:ln w="12700">
            <a:solidFill>
              <a:srgbClr val="FFFFFF">
                <a:alpha val="0"/>
              </a:srgbClr>
            </a:solidFill>
            <a:prstDash val="solid"/>
          </a:ln>
        </p:spPr>
      </p:sp>
      <p:sp>
        <p:nvSpPr>
          <p:cNvPr id="45" name="Shape 41"/>
          <p:cNvSpPr/>
          <p:nvPr/>
        </p:nvSpPr>
        <p:spPr>
          <a:xfrm>
            <a:off x="1945386" y="4726686"/>
            <a:ext cx="292608" cy="57912"/>
          </a:xfrm>
          <a:prstGeom prst="roundRect">
            <a:avLst>
              <a:gd name="adj" fmla="val 47368"/>
            </a:avLst>
          </a:prstGeom>
          <a:solidFill>
            <a:schemeClr val="accent1"/>
          </a:solidFill>
          <a:ln w="12700">
            <a:solidFill>
              <a:srgbClr val="FFFFFF">
                <a:alpha val="0"/>
              </a:srgbClr>
            </a:solidFill>
            <a:prstDash val="solid"/>
          </a:ln>
        </p:spPr>
      </p:sp>
      <p:sp>
        <p:nvSpPr>
          <p:cNvPr id="46" name="Shape 42"/>
          <p:cNvSpPr/>
          <p:nvPr/>
        </p:nvSpPr>
        <p:spPr>
          <a:xfrm>
            <a:off x="2699766" y="4726686"/>
            <a:ext cx="292608" cy="57912"/>
          </a:xfrm>
          <a:prstGeom prst="roundRect">
            <a:avLst>
              <a:gd name="adj" fmla="val 47368"/>
            </a:avLst>
          </a:prstGeom>
          <a:solidFill>
            <a:schemeClr val="accent1"/>
          </a:solidFill>
          <a:ln w="12700">
            <a:solidFill>
              <a:srgbClr val="FFFFFF">
                <a:alpha val="0"/>
              </a:srgbClr>
            </a:solidFill>
            <a:prstDash val="solid"/>
          </a:ln>
        </p:spPr>
      </p:sp>
      <p:sp>
        <p:nvSpPr>
          <p:cNvPr id="47" name="Shape 43"/>
          <p:cNvSpPr/>
          <p:nvPr/>
        </p:nvSpPr>
        <p:spPr>
          <a:xfrm>
            <a:off x="3454146" y="4726686"/>
            <a:ext cx="292608" cy="57912"/>
          </a:xfrm>
          <a:prstGeom prst="roundRect">
            <a:avLst>
              <a:gd name="adj" fmla="val 47368"/>
            </a:avLst>
          </a:prstGeom>
          <a:solidFill>
            <a:schemeClr val="accent1"/>
          </a:solidFill>
          <a:ln w="12700">
            <a:solidFill>
              <a:srgbClr val="FFFFFF">
                <a:alpha val="0"/>
              </a:srgbClr>
            </a:solidFill>
            <a:prstDash val="solid"/>
          </a:ln>
        </p:spPr>
      </p:sp>
      <p:sp>
        <p:nvSpPr>
          <p:cNvPr id="48" name="Shape 44"/>
          <p:cNvSpPr/>
          <p:nvPr/>
        </p:nvSpPr>
        <p:spPr>
          <a:xfrm>
            <a:off x="960120" y="4766310"/>
            <a:ext cx="3017520" cy="361950"/>
          </a:xfrm>
          <a:prstGeom prst="roundRect">
            <a:avLst>
              <a:gd name="adj" fmla="val 20211"/>
            </a:avLst>
          </a:prstGeom>
          <a:solidFill>
            <a:schemeClr val="accent1"/>
          </a:solidFill>
          <a:ln w="12700">
            <a:solidFill>
              <a:srgbClr val="FFFFFF">
                <a:alpha val="0"/>
              </a:srgbClr>
            </a:solidFill>
            <a:prstDash val="solid"/>
          </a:ln>
        </p:spPr>
      </p:sp>
      <p:sp>
        <p:nvSpPr>
          <p:cNvPr id="49" name="Text 45"/>
          <p:cNvSpPr txBox="1"/>
          <p:nvPr/>
        </p:nvSpPr>
        <p:spPr>
          <a:xfrm>
            <a:off x="1033272" y="476631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Waar kom je…</a:t>
            </a:r>
            <a:endParaRPr lang="en-US" sz="1700" dirty="0"/>
          </a:p>
        </p:txBody>
      </p:sp>
      <p:sp>
        <p:nvSpPr>
          <p:cNvPr id="50" name="Text 46"/>
          <p:cNvSpPr txBox="1"/>
          <p:nvPr/>
        </p:nvSpPr>
        <p:spPr>
          <a:xfrm>
            <a:off x="548640" y="520141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7</a:t>
            </a:r>
            <a:endParaRPr lang="en-US" sz="1600" dirty="0"/>
          </a:p>
        </p:txBody>
      </p:sp>
      <p:sp>
        <p:nvSpPr>
          <p:cNvPr id="51" name="Shape 47"/>
          <p:cNvSpPr/>
          <p:nvPr/>
        </p:nvSpPr>
        <p:spPr>
          <a:xfrm>
            <a:off x="1191006" y="5271516"/>
            <a:ext cx="292608" cy="57912"/>
          </a:xfrm>
          <a:prstGeom prst="roundRect">
            <a:avLst>
              <a:gd name="adj" fmla="val 47368"/>
            </a:avLst>
          </a:prstGeom>
          <a:solidFill>
            <a:schemeClr val="accent1"/>
          </a:solidFill>
          <a:ln w="12700">
            <a:solidFill>
              <a:srgbClr val="FFFFFF">
                <a:alpha val="0"/>
              </a:srgbClr>
            </a:solidFill>
            <a:prstDash val="solid"/>
          </a:ln>
        </p:spPr>
      </p:sp>
      <p:sp>
        <p:nvSpPr>
          <p:cNvPr id="52" name="Shape 48"/>
          <p:cNvSpPr/>
          <p:nvPr/>
        </p:nvSpPr>
        <p:spPr>
          <a:xfrm>
            <a:off x="1945386" y="5271516"/>
            <a:ext cx="292608" cy="57912"/>
          </a:xfrm>
          <a:prstGeom prst="roundRect">
            <a:avLst>
              <a:gd name="adj" fmla="val 47368"/>
            </a:avLst>
          </a:prstGeom>
          <a:solidFill>
            <a:schemeClr val="accent1"/>
          </a:solidFill>
          <a:ln w="12700">
            <a:solidFill>
              <a:srgbClr val="FFFFFF">
                <a:alpha val="0"/>
              </a:srgbClr>
            </a:solidFill>
            <a:prstDash val="solid"/>
          </a:ln>
        </p:spPr>
      </p:sp>
      <p:sp>
        <p:nvSpPr>
          <p:cNvPr id="53" name="Shape 49"/>
          <p:cNvSpPr/>
          <p:nvPr/>
        </p:nvSpPr>
        <p:spPr>
          <a:xfrm>
            <a:off x="2699766" y="5271516"/>
            <a:ext cx="292608" cy="57912"/>
          </a:xfrm>
          <a:prstGeom prst="roundRect">
            <a:avLst>
              <a:gd name="adj" fmla="val 47368"/>
            </a:avLst>
          </a:prstGeom>
          <a:solidFill>
            <a:schemeClr val="accent1"/>
          </a:solidFill>
          <a:ln w="12700">
            <a:solidFill>
              <a:srgbClr val="FFFFFF">
                <a:alpha val="0"/>
              </a:srgbClr>
            </a:solidFill>
            <a:prstDash val="solid"/>
          </a:ln>
        </p:spPr>
      </p:sp>
      <p:sp>
        <p:nvSpPr>
          <p:cNvPr id="54" name="Shape 50"/>
          <p:cNvSpPr/>
          <p:nvPr/>
        </p:nvSpPr>
        <p:spPr>
          <a:xfrm>
            <a:off x="3454146" y="5271516"/>
            <a:ext cx="292608" cy="57912"/>
          </a:xfrm>
          <a:prstGeom prst="roundRect">
            <a:avLst>
              <a:gd name="adj" fmla="val 47368"/>
            </a:avLst>
          </a:prstGeom>
          <a:solidFill>
            <a:schemeClr val="accent1"/>
          </a:solidFill>
          <a:ln w="12700">
            <a:solidFill>
              <a:srgbClr val="FFFFFF">
                <a:alpha val="0"/>
              </a:srgbClr>
            </a:solidFill>
            <a:prstDash val="solid"/>
          </a:ln>
        </p:spPr>
      </p:sp>
      <p:sp>
        <p:nvSpPr>
          <p:cNvPr id="55" name="Shape 51"/>
          <p:cNvSpPr/>
          <p:nvPr/>
        </p:nvSpPr>
        <p:spPr>
          <a:xfrm>
            <a:off x="960120" y="5311140"/>
            <a:ext cx="3017520" cy="361950"/>
          </a:xfrm>
          <a:prstGeom prst="roundRect">
            <a:avLst>
              <a:gd name="adj" fmla="val 20211"/>
            </a:avLst>
          </a:prstGeom>
          <a:solidFill>
            <a:schemeClr val="accent1"/>
          </a:solidFill>
          <a:ln w="12700">
            <a:solidFill>
              <a:srgbClr val="FFFFFF">
                <a:alpha val="0"/>
              </a:srgbClr>
            </a:solidFill>
            <a:prstDash val="solid"/>
          </a:ln>
        </p:spPr>
      </p:sp>
      <p:sp>
        <p:nvSpPr>
          <p:cNvPr id="56" name="Text 52"/>
          <p:cNvSpPr txBox="1"/>
          <p:nvPr/>
        </p:nvSpPr>
        <p:spPr>
          <a:xfrm>
            <a:off x="1033272" y="531114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Ik woon…</a:t>
            </a:r>
            <a:endParaRPr lang="en-US" sz="1700" dirty="0"/>
          </a:p>
        </p:txBody>
      </p:sp>
      <p:sp>
        <p:nvSpPr>
          <p:cNvPr id="57" name="Text 53"/>
          <p:cNvSpPr txBox="1"/>
          <p:nvPr/>
        </p:nvSpPr>
        <p:spPr>
          <a:xfrm>
            <a:off x="548640" y="574624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8</a:t>
            </a:r>
            <a:endParaRPr lang="en-US" sz="1600" dirty="0"/>
          </a:p>
        </p:txBody>
      </p:sp>
      <p:sp>
        <p:nvSpPr>
          <p:cNvPr id="58" name="Shape 54"/>
          <p:cNvSpPr/>
          <p:nvPr/>
        </p:nvSpPr>
        <p:spPr>
          <a:xfrm>
            <a:off x="1191006" y="5816346"/>
            <a:ext cx="292608" cy="57912"/>
          </a:xfrm>
          <a:prstGeom prst="roundRect">
            <a:avLst>
              <a:gd name="adj" fmla="val 47368"/>
            </a:avLst>
          </a:prstGeom>
          <a:solidFill>
            <a:schemeClr val="accent1"/>
          </a:solidFill>
          <a:ln w="12700">
            <a:solidFill>
              <a:srgbClr val="FFFFFF">
                <a:alpha val="0"/>
              </a:srgbClr>
            </a:solidFill>
            <a:prstDash val="solid"/>
          </a:ln>
        </p:spPr>
      </p:sp>
      <p:sp>
        <p:nvSpPr>
          <p:cNvPr id="59" name="Shape 55"/>
          <p:cNvSpPr/>
          <p:nvPr/>
        </p:nvSpPr>
        <p:spPr>
          <a:xfrm>
            <a:off x="1945386" y="5816346"/>
            <a:ext cx="292608" cy="57912"/>
          </a:xfrm>
          <a:prstGeom prst="roundRect">
            <a:avLst>
              <a:gd name="adj" fmla="val 47368"/>
            </a:avLst>
          </a:prstGeom>
          <a:solidFill>
            <a:schemeClr val="accent1"/>
          </a:solidFill>
          <a:ln w="12700">
            <a:solidFill>
              <a:srgbClr val="FFFFFF">
                <a:alpha val="0"/>
              </a:srgbClr>
            </a:solidFill>
            <a:prstDash val="solid"/>
          </a:ln>
        </p:spPr>
      </p:sp>
      <p:sp>
        <p:nvSpPr>
          <p:cNvPr id="60" name="Shape 56"/>
          <p:cNvSpPr/>
          <p:nvPr/>
        </p:nvSpPr>
        <p:spPr>
          <a:xfrm>
            <a:off x="2699766" y="5816346"/>
            <a:ext cx="292608" cy="57912"/>
          </a:xfrm>
          <a:prstGeom prst="roundRect">
            <a:avLst>
              <a:gd name="adj" fmla="val 47368"/>
            </a:avLst>
          </a:prstGeom>
          <a:solidFill>
            <a:schemeClr val="accent1"/>
          </a:solidFill>
          <a:ln w="12700">
            <a:solidFill>
              <a:srgbClr val="FFFFFF">
                <a:alpha val="0"/>
              </a:srgbClr>
            </a:solidFill>
            <a:prstDash val="solid"/>
          </a:ln>
        </p:spPr>
      </p:sp>
      <p:sp>
        <p:nvSpPr>
          <p:cNvPr id="61" name="Shape 57"/>
          <p:cNvSpPr/>
          <p:nvPr/>
        </p:nvSpPr>
        <p:spPr>
          <a:xfrm>
            <a:off x="3454146" y="5816346"/>
            <a:ext cx="292608" cy="57912"/>
          </a:xfrm>
          <a:prstGeom prst="roundRect">
            <a:avLst>
              <a:gd name="adj" fmla="val 47368"/>
            </a:avLst>
          </a:prstGeom>
          <a:solidFill>
            <a:schemeClr val="accent1"/>
          </a:solidFill>
          <a:ln w="12700">
            <a:solidFill>
              <a:srgbClr val="FFFFFF">
                <a:alpha val="0"/>
              </a:srgbClr>
            </a:solidFill>
            <a:prstDash val="solid"/>
          </a:ln>
        </p:spPr>
      </p:sp>
      <p:sp>
        <p:nvSpPr>
          <p:cNvPr id="62" name="Shape 58"/>
          <p:cNvSpPr/>
          <p:nvPr/>
        </p:nvSpPr>
        <p:spPr>
          <a:xfrm>
            <a:off x="960120" y="5855970"/>
            <a:ext cx="3017520" cy="361950"/>
          </a:xfrm>
          <a:prstGeom prst="roundRect">
            <a:avLst>
              <a:gd name="adj" fmla="val 20211"/>
            </a:avLst>
          </a:prstGeom>
          <a:solidFill>
            <a:schemeClr val="accent1"/>
          </a:solidFill>
          <a:ln w="12700">
            <a:solidFill>
              <a:srgbClr val="FFFFFF">
                <a:alpha val="0"/>
              </a:srgbClr>
            </a:solidFill>
            <a:prstDash val="solid"/>
          </a:ln>
        </p:spPr>
      </p:sp>
      <p:sp>
        <p:nvSpPr>
          <p:cNvPr id="63" name="Text 59"/>
          <p:cNvSpPr txBox="1"/>
          <p:nvPr/>
        </p:nvSpPr>
        <p:spPr>
          <a:xfrm>
            <a:off x="1033272" y="585597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Ik ben 25…</a:t>
            </a:r>
            <a:endParaRPr lang="en-US" sz="1700" dirty="0"/>
          </a:p>
        </p:txBody>
      </p:sp>
      <p:sp>
        <p:nvSpPr>
          <p:cNvPr id="64" name="Shape 60"/>
          <p:cNvSpPr/>
          <p:nvPr/>
        </p:nvSpPr>
        <p:spPr>
          <a:xfrm>
            <a:off x="7360920" y="2005584"/>
            <a:ext cx="4279392" cy="398526"/>
          </a:xfrm>
          <a:prstGeom prst="roundRect">
            <a:avLst>
              <a:gd name="adj" fmla="val 22945"/>
            </a:avLst>
          </a:prstGeom>
          <a:solidFill>
            <a:srgbClr val="FFFFFF"/>
          </a:solidFill>
          <a:ln w="19050">
            <a:solidFill>
              <a:srgbClr val="D9700F"/>
            </a:solidFill>
            <a:prstDash val="solid"/>
          </a:ln>
        </p:spPr>
      </p:sp>
      <p:sp>
        <p:nvSpPr>
          <p:cNvPr id="65" name="Text 61"/>
          <p:cNvSpPr txBox="1"/>
          <p:nvPr/>
        </p:nvSpPr>
        <p:spPr>
          <a:xfrm>
            <a:off x="7498080" y="200558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a</a:t>
            </a:r>
            <a:r>
              <a:rPr lang="en-US" sz="1700" dirty="0">
                <a:solidFill>
                  <a:schemeClr val="tx1"/>
                </a:solidFill>
              </a:rPr>
              <a:t>   </a:t>
            </a:r>
            <a:r>
              <a:rPr lang="en-US" sz="1700" i="1" dirty="0">
                <a:solidFill>
                  <a:schemeClr val="tx1"/>
                </a:solidFill>
              </a:rPr>
              <a:t>…vandaan?</a:t>
            </a:r>
            <a:endParaRPr lang="en-US" sz="1700" dirty="0"/>
          </a:p>
        </p:txBody>
      </p:sp>
      <p:sp>
        <p:nvSpPr>
          <p:cNvPr id="66" name="Shape 62"/>
          <p:cNvSpPr/>
          <p:nvPr/>
        </p:nvSpPr>
        <p:spPr>
          <a:xfrm>
            <a:off x="7360920" y="2550414"/>
            <a:ext cx="4279392" cy="398526"/>
          </a:xfrm>
          <a:prstGeom prst="roundRect">
            <a:avLst>
              <a:gd name="adj" fmla="val 22945"/>
            </a:avLst>
          </a:prstGeom>
          <a:solidFill>
            <a:srgbClr val="FFFFFF"/>
          </a:solidFill>
          <a:ln w="19050">
            <a:solidFill>
              <a:srgbClr val="D9700F"/>
            </a:solidFill>
            <a:prstDash val="solid"/>
          </a:ln>
        </p:spPr>
      </p:sp>
      <p:sp>
        <p:nvSpPr>
          <p:cNvPr id="67" name="Text 63"/>
          <p:cNvSpPr txBox="1"/>
          <p:nvPr/>
        </p:nvSpPr>
        <p:spPr>
          <a:xfrm>
            <a:off x="7498080" y="255041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b</a:t>
            </a:r>
            <a:r>
              <a:rPr lang="en-US" sz="1700" dirty="0">
                <a:solidFill>
                  <a:schemeClr val="tx1"/>
                </a:solidFill>
              </a:rPr>
              <a:t>   </a:t>
            </a:r>
            <a:r>
              <a:rPr lang="en-US" sz="1700" i="1" dirty="0">
                <a:solidFill>
                  <a:schemeClr val="tx1"/>
                </a:solidFill>
              </a:rPr>
              <a:t>…wel!</a:t>
            </a:r>
            <a:endParaRPr lang="en-US" sz="1700" dirty="0"/>
          </a:p>
        </p:txBody>
      </p:sp>
      <p:sp>
        <p:nvSpPr>
          <p:cNvPr id="68" name="Shape 64"/>
          <p:cNvSpPr/>
          <p:nvPr/>
        </p:nvSpPr>
        <p:spPr>
          <a:xfrm>
            <a:off x="7360920" y="3095244"/>
            <a:ext cx="4279392" cy="398526"/>
          </a:xfrm>
          <a:prstGeom prst="roundRect">
            <a:avLst>
              <a:gd name="adj" fmla="val 22945"/>
            </a:avLst>
          </a:prstGeom>
          <a:solidFill>
            <a:srgbClr val="FFFFFF"/>
          </a:solidFill>
          <a:ln w="19050">
            <a:solidFill>
              <a:srgbClr val="D9700F"/>
            </a:solidFill>
            <a:prstDash val="solid"/>
          </a:ln>
        </p:spPr>
      </p:sp>
      <p:sp>
        <p:nvSpPr>
          <p:cNvPr id="69" name="Text 65"/>
          <p:cNvSpPr txBox="1"/>
          <p:nvPr/>
        </p:nvSpPr>
        <p:spPr>
          <a:xfrm>
            <a:off x="7498080" y="309524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c</a:t>
            </a:r>
            <a:r>
              <a:rPr lang="en-US" sz="1700" dirty="0">
                <a:solidFill>
                  <a:schemeClr val="tx1"/>
                </a:solidFill>
              </a:rPr>
              <a:t>   </a:t>
            </a:r>
            <a:r>
              <a:rPr lang="en-US" sz="1700" i="1" dirty="0">
                <a:solidFill>
                  <a:schemeClr val="tx1"/>
                </a:solidFill>
              </a:rPr>
              <a:t>…jaar.</a:t>
            </a:r>
            <a:endParaRPr lang="en-US" sz="1700" dirty="0"/>
          </a:p>
        </p:txBody>
      </p:sp>
      <p:sp>
        <p:nvSpPr>
          <p:cNvPr id="70" name="Shape 66"/>
          <p:cNvSpPr/>
          <p:nvPr/>
        </p:nvSpPr>
        <p:spPr>
          <a:xfrm>
            <a:off x="7360920" y="3640074"/>
            <a:ext cx="4279392" cy="398526"/>
          </a:xfrm>
          <a:prstGeom prst="roundRect">
            <a:avLst>
              <a:gd name="adj" fmla="val 22945"/>
            </a:avLst>
          </a:prstGeom>
          <a:solidFill>
            <a:srgbClr val="FFFFFF"/>
          </a:solidFill>
          <a:ln w="19050">
            <a:solidFill>
              <a:srgbClr val="D9700F"/>
            </a:solidFill>
            <a:prstDash val="solid"/>
          </a:ln>
        </p:spPr>
      </p:sp>
      <p:sp>
        <p:nvSpPr>
          <p:cNvPr id="71" name="Text 67"/>
          <p:cNvSpPr txBox="1"/>
          <p:nvPr/>
        </p:nvSpPr>
        <p:spPr>
          <a:xfrm>
            <a:off x="7498080" y="364007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d</a:t>
            </a:r>
            <a:r>
              <a:rPr lang="en-US" sz="1700" dirty="0">
                <a:solidFill>
                  <a:schemeClr val="tx1"/>
                </a:solidFill>
              </a:rPr>
              <a:t>   </a:t>
            </a:r>
            <a:r>
              <a:rPr lang="en-US" sz="1700" i="1" dirty="0">
                <a:solidFill>
                  <a:schemeClr val="tx1"/>
                </a:solidFill>
              </a:rPr>
              <a:t>…herhalen?</a:t>
            </a:r>
            <a:endParaRPr lang="en-US" sz="1700" dirty="0"/>
          </a:p>
        </p:txBody>
      </p:sp>
      <p:sp>
        <p:nvSpPr>
          <p:cNvPr id="72" name="Shape 68"/>
          <p:cNvSpPr/>
          <p:nvPr/>
        </p:nvSpPr>
        <p:spPr>
          <a:xfrm>
            <a:off x="7360920" y="4184904"/>
            <a:ext cx="4279392" cy="398526"/>
          </a:xfrm>
          <a:prstGeom prst="roundRect">
            <a:avLst>
              <a:gd name="adj" fmla="val 22945"/>
            </a:avLst>
          </a:prstGeom>
          <a:solidFill>
            <a:srgbClr val="FFFFFF"/>
          </a:solidFill>
          <a:ln w="19050">
            <a:solidFill>
              <a:srgbClr val="D9700F"/>
            </a:solidFill>
            <a:prstDash val="solid"/>
          </a:ln>
        </p:spPr>
      </p:sp>
      <p:sp>
        <p:nvSpPr>
          <p:cNvPr id="73" name="Text 69"/>
          <p:cNvSpPr txBox="1"/>
          <p:nvPr/>
        </p:nvSpPr>
        <p:spPr>
          <a:xfrm>
            <a:off x="7498080" y="418490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e</a:t>
            </a:r>
            <a:r>
              <a:rPr lang="en-US" sz="1700" dirty="0">
                <a:solidFill>
                  <a:schemeClr val="tx1"/>
                </a:solidFill>
              </a:rPr>
              <a:t>   </a:t>
            </a:r>
            <a:r>
              <a:rPr lang="en-US" sz="1700" i="1" dirty="0">
                <a:solidFill>
                  <a:schemeClr val="tx1"/>
                </a:solidFill>
              </a:rPr>
              <a:t>…het?</a:t>
            </a:r>
            <a:endParaRPr lang="en-US" sz="1700" dirty="0"/>
          </a:p>
        </p:txBody>
      </p:sp>
      <p:sp>
        <p:nvSpPr>
          <p:cNvPr id="74" name="Shape 70"/>
          <p:cNvSpPr/>
          <p:nvPr/>
        </p:nvSpPr>
        <p:spPr>
          <a:xfrm>
            <a:off x="7360920" y="4729734"/>
            <a:ext cx="4279392" cy="398526"/>
          </a:xfrm>
          <a:prstGeom prst="roundRect">
            <a:avLst>
              <a:gd name="adj" fmla="val 22945"/>
            </a:avLst>
          </a:prstGeom>
          <a:solidFill>
            <a:srgbClr val="FFFFFF"/>
          </a:solidFill>
          <a:ln w="19050">
            <a:solidFill>
              <a:srgbClr val="D9700F"/>
            </a:solidFill>
            <a:prstDash val="solid"/>
          </a:ln>
        </p:spPr>
      </p:sp>
      <p:sp>
        <p:nvSpPr>
          <p:cNvPr id="75" name="Text 71"/>
          <p:cNvSpPr txBox="1"/>
          <p:nvPr/>
        </p:nvSpPr>
        <p:spPr>
          <a:xfrm>
            <a:off x="7498080" y="472973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f</a:t>
            </a:r>
            <a:r>
              <a:rPr lang="en-US" sz="1700" dirty="0">
                <a:solidFill>
                  <a:schemeClr val="tx1"/>
                </a:solidFill>
              </a:rPr>
              <a:t>   </a:t>
            </a:r>
            <a:r>
              <a:rPr lang="en-US" sz="1700" i="1" dirty="0">
                <a:solidFill>
                  <a:schemeClr val="tx1"/>
                </a:solidFill>
              </a:rPr>
              <a:t>…in Brussel.</a:t>
            </a:r>
            <a:endParaRPr lang="en-US" sz="1700" dirty="0"/>
          </a:p>
        </p:txBody>
      </p:sp>
      <p:sp>
        <p:nvSpPr>
          <p:cNvPr id="76" name="Shape 72"/>
          <p:cNvSpPr/>
          <p:nvPr/>
        </p:nvSpPr>
        <p:spPr>
          <a:xfrm>
            <a:off x="7360920" y="5274564"/>
            <a:ext cx="4279392" cy="398526"/>
          </a:xfrm>
          <a:prstGeom prst="roundRect">
            <a:avLst>
              <a:gd name="adj" fmla="val 22945"/>
            </a:avLst>
          </a:prstGeom>
          <a:solidFill>
            <a:srgbClr val="FFFFFF"/>
          </a:solidFill>
          <a:ln w="19050">
            <a:solidFill>
              <a:srgbClr val="D9700F"/>
            </a:solidFill>
            <a:prstDash val="solid"/>
          </a:ln>
        </p:spPr>
      </p:sp>
      <p:sp>
        <p:nvSpPr>
          <p:cNvPr id="77" name="Text 73"/>
          <p:cNvSpPr txBox="1"/>
          <p:nvPr/>
        </p:nvSpPr>
        <p:spPr>
          <a:xfrm>
            <a:off x="7498080" y="527456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g</a:t>
            </a:r>
            <a:r>
              <a:rPr lang="en-US" sz="1700" dirty="0">
                <a:solidFill>
                  <a:schemeClr val="tx1"/>
                </a:solidFill>
              </a:rPr>
              <a:t>   </a:t>
            </a:r>
            <a:r>
              <a:rPr lang="en-US" sz="1700" i="1" dirty="0">
                <a:solidFill>
                  <a:schemeClr val="tx1"/>
                </a:solidFill>
              </a:rPr>
              <a:t>…gedaan!</a:t>
            </a:r>
            <a:endParaRPr lang="en-US" sz="1700" dirty="0"/>
          </a:p>
        </p:txBody>
      </p:sp>
      <p:sp>
        <p:nvSpPr>
          <p:cNvPr id="78" name="Shape 74"/>
          <p:cNvSpPr/>
          <p:nvPr/>
        </p:nvSpPr>
        <p:spPr>
          <a:xfrm>
            <a:off x="7360920" y="5819394"/>
            <a:ext cx="4279392" cy="398526"/>
          </a:xfrm>
          <a:prstGeom prst="roundRect">
            <a:avLst>
              <a:gd name="adj" fmla="val 22945"/>
            </a:avLst>
          </a:prstGeom>
          <a:solidFill>
            <a:srgbClr val="FFFFFF"/>
          </a:solidFill>
          <a:ln w="19050">
            <a:solidFill>
              <a:srgbClr val="D9700F"/>
            </a:solidFill>
            <a:prstDash val="solid"/>
          </a:ln>
        </p:spPr>
      </p:sp>
      <p:sp>
        <p:nvSpPr>
          <p:cNvPr id="79" name="Text 75"/>
          <p:cNvSpPr txBox="1"/>
          <p:nvPr/>
        </p:nvSpPr>
        <p:spPr>
          <a:xfrm>
            <a:off x="7498080" y="581939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h</a:t>
            </a:r>
            <a:r>
              <a:rPr lang="en-US" sz="1700" dirty="0">
                <a:solidFill>
                  <a:schemeClr val="tx1"/>
                </a:solidFill>
              </a:rPr>
              <a:t>   </a:t>
            </a:r>
            <a:r>
              <a:rPr lang="en-US" sz="1700" i="1" dirty="0">
                <a:solidFill>
                  <a:schemeClr val="tx1"/>
                </a:solidFill>
              </a:rPr>
              <a:t>…ziens!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Le puzzle des blocs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Reconstituez les 8 blocs, puis dites chaque bloc entier, d’un souffle.</a:t>
            </a:r>
            <a:endParaRPr lang="en-US" sz="1700" dirty="0"/>
          </a:p>
        </p:txBody>
      </p:sp>
      <p:sp>
        <p:nvSpPr>
          <p:cNvPr id="9" name="Text 5"/>
          <p:cNvSpPr txBox="1"/>
          <p:nvPr/>
        </p:nvSpPr>
        <p:spPr>
          <a:xfrm>
            <a:off x="548640" y="193243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1</a:t>
            </a:r>
            <a:endParaRPr lang="en-US" sz="1600" dirty="0"/>
          </a:p>
        </p:txBody>
      </p:sp>
      <p:sp>
        <p:nvSpPr>
          <p:cNvPr id="10" name="Shape 6"/>
          <p:cNvSpPr/>
          <p:nvPr/>
        </p:nvSpPr>
        <p:spPr>
          <a:xfrm>
            <a:off x="1191006" y="2002536"/>
            <a:ext cx="292608" cy="57912"/>
          </a:xfrm>
          <a:prstGeom prst="roundRect">
            <a:avLst>
              <a:gd name="adj" fmla="val 47368"/>
            </a:avLst>
          </a:prstGeom>
          <a:solidFill>
            <a:schemeClr val="accent1"/>
          </a:solidFill>
          <a:ln w="12700">
            <a:solidFill>
              <a:srgbClr val="FFFFFF">
                <a:alpha val="0"/>
              </a:srgbClr>
            </a:solidFill>
            <a:prstDash val="solid"/>
          </a:ln>
        </p:spPr>
      </p:sp>
      <p:sp>
        <p:nvSpPr>
          <p:cNvPr id="11" name="Shape 7"/>
          <p:cNvSpPr/>
          <p:nvPr/>
        </p:nvSpPr>
        <p:spPr>
          <a:xfrm>
            <a:off x="1945386" y="2002536"/>
            <a:ext cx="292608" cy="57912"/>
          </a:xfrm>
          <a:prstGeom prst="roundRect">
            <a:avLst>
              <a:gd name="adj" fmla="val 47368"/>
            </a:avLst>
          </a:prstGeom>
          <a:solidFill>
            <a:schemeClr val="accent1"/>
          </a:solidFill>
          <a:ln w="12700">
            <a:solidFill>
              <a:srgbClr val="FFFFFF">
                <a:alpha val="0"/>
              </a:srgbClr>
            </a:solidFill>
            <a:prstDash val="solid"/>
          </a:ln>
        </p:spPr>
      </p:sp>
      <p:sp>
        <p:nvSpPr>
          <p:cNvPr id="12" name="Shape 8"/>
          <p:cNvSpPr/>
          <p:nvPr/>
        </p:nvSpPr>
        <p:spPr>
          <a:xfrm>
            <a:off x="2699766" y="2002536"/>
            <a:ext cx="292608" cy="57912"/>
          </a:xfrm>
          <a:prstGeom prst="roundRect">
            <a:avLst>
              <a:gd name="adj" fmla="val 47368"/>
            </a:avLst>
          </a:prstGeom>
          <a:solidFill>
            <a:schemeClr val="accent1"/>
          </a:solidFill>
          <a:ln w="12700">
            <a:solidFill>
              <a:srgbClr val="FFFFFF">
                <a:alpha val="0"/>
              </a:srgbClr>
            </a:solidFill>
            <a:prstDash val="solid"/>
          </a:ln>
        </p:spPr>
      </p:sp>
      <p:sp>
        <p:nvSpPr>
          <p:cNvPr id="13" name="Shape 9"/>
          <p:cNvSpPr/>
          <p:nvPr/>
        </p:nvSpPr>
        <p:spPr>
          <a:xfrm>
            <a:off x="3454146" y="2002536"/>
            <a:ext cx="292608" cy="57912"/>
          </a:xfrm>
          <a:prstGeom prst="roundRect">
            <a:avLst>
              <a:gd name="adj" fmla="val 47368"/>
            </a:avLst>
          </a:prstGeom>
          <a:solidFill>
            <a:schemeClr val="accent1"/>
          </a:solidFill>
          <a:ln w="12700">
            <a:solidFill>
              <a:srgbClr val="FFFFFF">
                <a:alpha val="0"/>
              </a:srgbClr>
            </a:solidFill>
            <a:prstDash val="solid"/>
          </a:ln>
        </p:spPr>
      </p:sp>
      <p:sp>
        <p:nvSpPr>
          <p:cNvPr id="14" name="Shape 10"/>
          <p:cNvSpPr/>
          <p:nvPr/>
        </p:nvSpPr>
        <p:spPr>
          <a:xfrm>
            <a:off x="960120" y="2042160"/>
            <a:ext cx="3017520" cy="361950"/>
          </a:xfrm>
          <a:prstGeom prst="roundRect">
            <a:avLst>
              <a:gd name="adj" fmla="val 20211"/>
            </a:avLst>
          </a:prstGeom>
          <a:solidFill>
            <a:schemeClr val="accent1"/>
          </a:solidFill>
          <a:ln w="12700">
            <a:solidFill>
              <a:srgbClr val="FFFFFF">
                <a:alpha val="0"/>
              </a:srgbClr>
            </a:solidFill>
            <a:prstDash val="solid"/>
          </a:ln>
        </p:spPr>
      </p:sp>
      <p:sp>
        <p:nvSpPr>
          <p:cNvPr id="15" name="Text 11"/>
          <p:cNvSpPr txBox="1"/>
          <p:nvPr/>
        </p:nvSpPr>
        <p:spPr>
          <a:xfrm>
            <a:off x="1033272" y="204216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Hoe gaat…</a:t>
            </a:r>
            <a:endParaRPr lang="en-US" sz="1700" dirty="0"/>
          </a:p>
        </p:txBody>
      </p:sp>
      <p:sp>
        <p:nvSpPr>
          <p:cNvPr id="16" name="Shape 12"/>
          <p:cNvSpPr/>
          <p:nvPr/>
        </p:nvSpPr>
        <p:spPr>
          <a:xfrm>
            <a:off x="4023360" y="2204847"/>
            <a:ext cx="3291840" cy="2179320"/>
          </a:xfrm>
          <a:prstGeom prst="line">
            <a:avLst/>
          </a:prstGeom>
          <a:noFill/>
          <a:ln w="22225">
            <a:solidFill>
              <a:srgbClr val="17375E"/>
            </a:solidFill>
            <a:prstDash val="solid"/>
            <a:tailEnd type="triangle"/>
          </a:ln>
        </p:spPr>
      </p:sp>
      <p:sp>
        <p:nvSpPr>
          <p:cNvPr id="17" name="Text 13"/>
          <p:cNvSpPr txBox="1"/>
          <p:nvPr/>
        </p:nvSpPr>
        <p:spPr>
          <a:xfrm>
            <a:off x="548640" y="247726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2</a:t>
            </a:r>
            <a:endParaRPr lang="en-US" sz="1600" dirty="0"/>
          </a:p>
        </p:txBody>
      </p:sp>
      <p:sp>
        <p:nvSpPr>
          <p:cNvPr id="18" name="Shape 14"/>
          <p:cNvSpPr/>
          <p:nvPr/>
        </p:nvSpPr>
        <p:spPr>
          <a:xfrm>
            <a:off x="1191006" y="2547366"/>
            <a:ext cx="292608" cy="57912"/>
          </a:xfrm>
          <a:prstGeom prst="roundRect">
            <a:avLst>
              <a:gd name="adj" fmla="val 47368"/>
            </a:avLst>
          </a:prstGeom>
          <a:solidFill>
            <a:schemeClr val="accent1"/>
          </a:solidFill>
          <a:ln w="12700">
            <a:solidFill>
              <a:srgbClr val="FFFFFF">
                <a:alpha val="0"/>
              </a:srgbClr>
            </a:solidFill>
            <a:prstDash val="solid"/>
          </a:ln>
        </p:spPr>
      </p:sp>
      <p:sp>
        <p:nvSpPr>
          <p:cNvPr id="19" name="Shape 15"/>
          <p:cNvSpPr/>
          <p:nvPr/>
        </p:nvSpPr>
        <p:spPr>
          <a:xfrm>
            <a:off x="1945386" y="2547366"/>
            <a:ext cx="292608" cy="57912"/>
          </a:xfrm>
          <a:prstGeom prst="roundRect">
            <a:avLst>
              <a:gd name="adj" fmla="val 47368"/>
            </a:avLst>
          </a:prstGeom>
          <a:solidFill>
            <a:schemeClr val="accent1"/>
          </a:solidFill>
          <a:ln w="12700">
            <a:solidFill>
              <a:srgbClr val="FFFFFF">
                <a:alpha val="0"/>
              </a:srgbClr>
            </a:solidFill>
            <a:prstDash val="solid"/>
          </a:ln>
        </p:spPr>
      </p:sp>
      <p:sp>
        <p:nvSpPr>
          <p:cNvPr id="20" name="Shape 16"/>
          <p:cNvSpPr/>
          <p:nvPr/>
        </p:nvSpPr>
        <p:spPr>
          <a:xfrm>
            <a:off x="2699766" y="2547366"/>
            <a:ext cx="292608" cy="57912"/>
          </a:xfrm>
          <a:prstGeom prst="roundRect">
            <a:avLst>
              <a:gd name="adj" fmla="val 47368"/>
            </a:avLst>
          </a:prstGeom>
          <a:solidFill>
            <a:schemeClr val="accent1"/>
          </a:solidFill>
          <a:ln w="12700">
            <a:solidFill>
              <a:srgbClr val="FFFFFF">
                <a:alpha val="0"/>
              </a:srgbClr>
            </a:solidFill>
            <a:prstDash val="solid"/>
          </a:ln>
        </p:spPr>
      </p:sp>
      <p:sp>
        <p:nvSpPr>
          <p:cNvPr id="21" name="Shape 17"/>
          <p:cNvSpPr/>
          <p:nvPr/>
        </p:nvSpPr>
        <p:spPr>
          <a:xfrm>
            <a:off x="3454146" y="2547366"/>
            <a:ext cx="292608" cy="57912"/>
          </a:xfrm>
          <a:prstGeom prst="roundRect">
            <a:avLst>
              <a:gd name="adj" fmla="val 47368"/>
            </a:avLst>
          </a:prstGeom>
          <a:solidFill>
            <a:schemeClr val="accent1"/>
          </a:solidFill>
          <a:ln w="12700">
            <a:solidFill>
              <a:srgbClr val="FFFFFF">
                <a:alpha val="0"/>
              </a:srgbClr>
            </a:solidFill>
            <a:prstDash val="solid"/>
          </a:ln>
        </p:spPr>
      </p:sp>
      <p:sp>
        <p:nvSpPr>
          <p:cNvPr id="22" name="Shape 18"/>
          <p:cNvSpPr/>
          <p:nvPr/>
        </p:nvSpPr>
        <p:spPr>
          <a:xfrm>
            <a:off x="960120" y="2586990"/>
            <a:ext cx="3017520" cy="361950"/>
          </a:xfrm>
          <a:prstGeom prst="roundRect">
            <a:avLst>
              <a:gd name="adj" fmla="val 20211"/>
            </a:avLst>
          </a:prstGeom>
          <a:solidFill>
            <a:schemeClr val="accent1"/>
          </a:solidFill>
          <a:ln w="12700">
            <a:solidFill>
              <a:srgbClr val="FFFFFF">
                <a:alpha val="0"/>
              </a:srgbClr>
            </a:solidFill>
            <a:prstDash val="solid"/>
          </a:ln>
        </p:spPr>
      </p:sp>
      <p:sp>
        <p:nvSpPr>
          <p:cNvPr id="23" name="Text 19"/>
          <p:cNvSpPr txBox="1"/>
          <p:nvPr/>
        </p:nvSpPr>
        <p:spPr>
          <a:xfrm>
            <a:off x="1033272" y="258699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Tot…</a:t>
            </a:r>
            <a:endParaRPr lang="en-US" sz="1700" dirty="0"/>
          </a:p>
        </p:txBody>
      </p:sp>
      <p:sp>
        <p:nvSpPr>
          <p:cNvPr id="24" name="Shape 20"/>
          <p:cNvSpPr/>
          <p:nvPr/>
        </p:nvSpPr>
        <p:spPr>
          <a:xfrm>
            <a:off x="4023360" y="2749677"/>
            <a:ext cx="3291840" cy="3268980"/>
          </a:xfrm>
          <a:prstGeom prst="line">
            <a:avLst/>
          </a:prstGeom>
          <a:noFill/>
          <a:ln w="22225">
            <a:solidFill>
              <a:srgbClr val="17375E"/>
            </a:solidFill>
            <a:prstDash val="solid"/>
            <a:tailEnd type="triangle"/>
          </a:ln>
        </p:spPr>
      </p:sp>
      <p:sp>
        <p:nvSpPr>
          <p:cNvPr id="25" name="Text 21"/>
          <p:cNvSpPr txBox="1"/>
          <p:nvPr/>
        </p:nvSpPr>
        <p:spPr>
          <a:xfrm>
            <a:off x="548640" y="302209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3</a:t>
            </a:r>
            <a:endParaRPr lang="en-US" sz="1600" dirty="0"/>
          </a:p>
        </p:txBody>
      </p:sp>
      <p:sp>
        <p:nvSpPr>
          <p:cNvPr id="26" name="Shape 22"/>
          <p:cNvSpPr/>
          <p:nvPr/>
        </p:nvSpPr>
        <p:spPr>
          <a:xfrm>
            <a:off x="1191006" y="3092196"/>
            <a:ext cx="292608" cy="57912"/>
          </a:xfrm>
          <a:prstGeom prst="roundRect">
            <a:avLst>
              <a:gd name="adj" fmla="val 47368"/>
            </a:avLst>
          </a:prstGeom>
          <a:solidFill>
            <a:schemeClr val="accent1"/>
          </a:solidFill>
          <a:ln w="12700">
            <a:solidFill>
              <a:srgbClr val="FFFFFF">
                <a:alpha val="0"/>
              </a:srgbClr>
            </a:solidFill>
            <a:prstDash val="solid"/>
          </a:ln>
        </p:spPr>
      </p:sp>
      <p:sp>
        <p:nvSpPr>
          <p:cNvPr id="27" name="Shape 23"/>
          <p:cNvSpPr/>
          <p:nvPr/>
        </p:nvSpPr>
        <p:spPr>
          <a:xfrm>
            <a:off x="1945386" y="3092196"/>
            <a:ext cx="292608" cy="57912"/>
          </a:xfrm>
          <a:prstGeom prst="roundRect">
            <a:avLst>
              <a:gd name="adj" fmla="val 47368"/>
            </a:avLst>
          </a:prstGeom>
          <a:solidFill>
            <a:schemeClr val="accent1"/>
          </a:solidFill>
          <a:ln w="12700">
            <a:solidFill>
              <a:srgbClr val="FFFFFF">
                <a:alpha val="0"/>
              </a:srgbClr>
            </a:solidFill>
            <a:prstDash val="solid"/>
          </a:ln>
        </p:spPr>
      </p:sp>
      <p:sp>
        <p:nvSpPr>
          <p:cNvPr id="28" name="Shape 24"/>
          <p:cNvSpPr/>
          <p:nvPr/>
        </p:nvSpPr>
        <p:spPr>
          <a:xfrm>
            <a:off x="2699766" y="3092196"/>
            <a:ext cx="292608" cy="57912"/>
          </a:xfrm>
          <a:prstGeom prst="roundRect">
            <a:avLst>
              <a:gd name="adj" fmla="val 47368"/>
            </a:avLst>
          </a:prstGeom>
          <a:solidFill>
            <a:schemeClr val="accent1"/>
          </a:solidFill>
          <a:ln w="12700">
            <a:solidFill>
              <a:srgbClr val="FFFFFF">
                <a:alpha val="0"/>
              </a:srgbClr>
            </a:solidFill>
            <a:prstDash val="solid"/>
          </a:ln>
        </p:spPr>
      </p:sp>
      <p:sp>
        <p:nvSpPr>
          <p:cNvPr id="29" name="Shape 25"/>
          <p:cNvSpPr/>
          <p:nvPr/>
        </p:nvSpPr>
        <p:spPr>
          <a:xfrm>
            <a:off x="3454146" y="3092196"/>
            <a:ext cx="292608" cy="57912"/>
          </a:xfrm>
          <a:prstGeom prst="roundRect">
            <a:avLst>
              <a:gd name="adj" fmla="val 47368"/>
            </a:avLst>
          </a:prstGeom>
          <a:solidFill>
            <a:schemeClr val="accent1"/>
          </a:solidFill>
          <a:ln w="12700">
            <a:solidFill>
              <a:srgbClr val="FFFFFF">
                <a:alpha val="0"/>
              </a:srgbClr>
            </a:solidFill>
            <a:prstDash val="solid"/>
          </a:ln>
        </p:spPr>
      </p:sp>
      <p:sp>
        <p:nvSpPr>
          <p:cNvPr id="30" name="Shape 26"/>
          <p:cNvSpPr/>
          <p:nvPr/>
        </p:nvSpPr>
        <p:spPr>
          <a:xfrm>
            <a:off x="960120" y="3131820"/>
            <a:ext cx="3017520" cy="361950"/>
          </a:xfrm>
          <a:prstGeom prst="roundRect">
            <a:avLst>
              <a:gd name="adj" fmla="val 20211"/>
            </a:avLst>
          </a:prstGeom>
          <a:solidFill>
            <a:schemeClr val="accent1"/>
          </a:solidFill>
          <a:ln w="12700">
            <a:solidFill>
              <a:srgbClr val="FFFFFF">
                <a:alpha val="0"/>
              </a:srgbClr>
            </a:solidFill>
            <a:prstDash val="solid"/>
          </a:ln>
        </p:spPr>
      </p:sp>
      <p:sp>
        <p:nvSpPr>
          <p:cNvPr id="31" name="Text 27"/>
          <p:cNvSpPr txBox="1"/>
          <p:nvPr/>
        </p:nvSpPr>
        <p:spPr>
          <a:xfrm>
            <a:off x="1033272" y="313182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Dank je…</a:t>
            </a:r>
            <a:endParaRPr lang="en-US" sz="1700" dirty="0"/>
          </a:p>
        </p:txBody>
      </p:sp>
      <p:sp>
        <p:nvSpPr>
          <p:cNvPr id="32" name="Shape 28"/>
          <p:cNvSpPr/>
          <p:nvPr/>
        </p:nvSpPr>
        <p:spPr>
          <a:xfrm flipV="1">
            <a:off x="4023360" y="2749677"/>
            <a:ext cx="3291840" cy="544830"/>
          </a:xfrm>
          <a:prstGeom prst="line">
            <a:avLst/>
          </a:prstGeom>
          <a:noFill/>
          <a:ln w="22225">
            <a:solidFill>
              <a:srgbClr val="17375E"/>
            </a:solidFill>
            <a:prstDash val="solid"/>
            <a:tailEnd type="triangle"/>
          </a:ln>
        </p:spPr>
      </p:sp>
      <p:sp>
        <p:nvSpPr>
          <p:cNvPr id="33" name="Text 29"/>
          <p:cNvSpPr txBox="1"/>
          <p:nvPr/>
        </p:nvSpPr>
        <p:spPr>
          <a:xfrm>
            <a:off x="548640" y="356692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4</a:t>
            </a:r>
            <a:endParaRPr lang="en-US" sz="1600" dirty="0"/>
          </a:p>
        </p:txBody>
      </p:sp>
      <p:sp>
        <p:nvSpPr>
          <p:cNvPr id="34" name="Shape 30"/>
          <p:cNvSpPr/>
          <p:nvPr/>
        </p:nvSpPr>
        <p:spPr>
          <a:xfrm>
            <a:off x="1191006" y="3637026"/>
            <a:ext cx="292608" cy="57912"/>
          </a:xfrm>
          <a:prstGeom prst="roundRect">
            <a:avLst>
              <a:gd name="adj" fmla="val 47368"/>
            </a:avLst>
          </a:prstGeom>
          <a:solidFill>
            <a:schemeClr val="accent1"/>
          </a:solidFill>
          <a:ln w="12700">
            <a:solidFill>
              <a:srgbClr val="FFFFFF">
                <a:alpha val="0"/>
              </a:srgbClr>
            </a:solidFill>
            <a:prstDash val="solid"/>
          </a:ln>
        </p:spPr>
      </p:sp>
      <p:sp>
        <p:nvSpPr>
          <p:cNvPr id="35" name="Shape 31"/>
          <p:cNvSpPr/>
          <p:nvPr/>
        </p:nvSpPr>
        <p:spPr>
          <a:xfrm>
            <a:off x="1945386" y="3637026"/>
            <a:ext cx="292608" cy="57912"/>
          </a:xfrm>
          <a:prstGeom prst="roundRect">
            <a:avLst>
              <a:gd name="adj" fmla="val 47368"/>
            </a:avLst>
          </a:prstGeom>
          <a:solidFill>
            <a:schemeClr val="accent1"/>
          </a:solidFill>
          <a:ln w="12700">
            <a:solidFill>
              <a:srgbClr val="FFFFFF">
                <a:alpha val="0"/>
              </a:srgbClr>
            </a:solidFill>
            <a:prstDash val="solid"/>
          </a:ln>
        </p:spPr>
      </p:sp>
      <p:sp>
        <p:nvSpPr>
          <p:cNvPr id="36" name="Shape 32"/>
          <p:cNvSpPr/>
          <p:nvPr/>
        </p:nvSpPr>
        <p:spPr>
          <a:xfrm>
            <a:off x="2699766" y="3637026"/>
            <a:ext cx="292608" cy="57912"/>
          </a:xfrm>
          <a:prstGeom prst="roundRect">
            <a:avLst>
              <a:gd name="adj" fmla="val 47368"/>
            </a:avLst>
          </a:prstGeom>
          <a:solidFill>
            <a:schemeClr val="accent1"/>
          </a:solidFill>
          <a:ln w="12700">
            <a:solidFill>
              <a:srgbClr val="FFFFFF">
                <a:alpha val="0"/>
              </a:srgbClr>
            </a:solidFill>
            <a:prstDash val="solid"/>
          </a:ln>
        </p:spPr>
      </p:sp>
      <p:sp>
        <p:nvSpPr>
          <p:cNvPr id="37" name="Shape 33"/>
          <p:cNvSpPr/>
          <p:nvPr/>
        </p:nvSpPr>
        <p:spPr>
          <a:xfrm>
            <a:off x="3454146" y="3637026"/>
            <a:ext cx="292608" cy="57912"/>
          </a:xfrm>
          <a:prstGeom prst="roundRect">
            <a:avLst>
              <a:gd name="adj" fmla="val 47368"/>
            </a:avLst>
          </a:prstGeom>
          <a:solidFill>
            <a:schemeClr val="accent1"/>
          </a:solidFill>
          <a:ln w="12700">
            <a:solidFill>
              <a:srgbClr val="FFFFFF">
                <a:alpha val="0"/>
              </a:srgbClr>
            </a:solidFill>
            <a:prstDash val="solid"/>
          </a:ln>
        </p:spPr>
      </p:sp>
      <p:sp>
        <p:nvSpPr>
          <p:cNvPr id="38" name="Shape 34"/>
          <p:cNvSpPr/>
          <p:nvPr/>
        </p:nvSpPr>
        <p:spPr>
          <a:xfrm>
            <a:off x="960120" y="3676650"/>
            <a:ext cx="3017520" cy="361950"/>
          </a:xfrm>
          <a:prstGeom prst="roundRect">
            <a:avLst>
              <a:gd name="adj" fmla="val 20211"/>
            </a:avLst>
          </a:prstGeom>
          <a:solidFill>
            <a:schemeClr val="accent1"/>
          </a:solidFill>
          <a:ln w="12700">
            <a:solidFill>
              <a:srgbClr val="FFFFFF">
                <a:alpha val="0"/>
              </a:srgbClr>
            </a:solidFill>
            <a:prstDash val="solid"/>
          </a:ln>
        </p:spPr>
      </p:sp>
      <p:sp>
        <p:nvSpPr>
          <p:cNvPr id="39" name="Text 35"/>
          <p:cNvSpPr txBox="1"/>
          <p:nvPr/>
        </p:nvSpPr>
        <p:spPr>
          <a:xfrm>
            <a:off x="1033272" y="367665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Graag…</a:t>
            </a:r>
            <a:endParaRPr lang="en-US" sz="1700" dirty="0"/>
          </a:p>
        </p:txBody>
      </p:sp>
      <p:sp>
        <p:nvSpPr>
          <p:cNvPr id="40" name="Shape 36"/>
          <p:cNvSpPr/>
          <p:nvPr/>
        </p:nvSpPr>
        <p:spPr>
          <a:xfrm>
            <a:off x="4023360" y="3839337"/>
            <a:ext cx="3291840" cy="1634490"/>
          </a:xfrm>
          <a:prstGeom prst="line">
            <a:avLst/>
          </a:prstGeom>
          <a:noFill/>
          <a:ln w="22225">
            <a:solidFill>
              <a:srgbClr val="17375E"/>
            </a:solidFill>
            <a:prstDash val="solid"/>
            <a:tailEnd type="triangle"/>
          </a:ln>
        </p:spPr>
      </p:sp>
      <p:sp>
        <p:nvSpPr>
          <p:cNvPr id="41" name="Text 37"/>
          <p:cNvSpPr txBox="1"/>
          <p:nvPr/>
        </p:nvSpPr>
        <p:spPr>
          <a:xfrm>
            <a:off x="548640" y="411175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5</a:t>
            </a:r>
            <a:endParaRPr lang="en-US" sz="1600" dirty="0"/>
          </a:p>
        </p:txBody>
      </p:sp>
      <p:sp>
        <p:nvSpPr>
          <p:cNvPr id="42" name="Shape 38"/>
          <p:cNvSpPr/>
          <p:nvPr/>
        </p:nvSpPr>
        <p:spPr>
          <a:xfrm>
            <a:off x="1191006" y="4181856"/>
            <a:ext cx="292608" cy="57912"/>
          </a:xfrm>
          <a:prstGeom prst="roundRect">
            <a:avLst>
              <a:gd name="adj" fmla="val 47368"/>
            </a:avLst>
          </a:prstGeom>
          <a:solidFill>
            <a:schemeClr val="accent1"/>
          </a:solidFill>
          <a:ln w="12700">
            <a:solidFill>
              <a:srgbClr val="FFFFFF">
                <a:alpha val="0"/>
              </a:srgbClr>
            </a:solidFill>
            <a:prstDash val="solid"/>
          </a:ln>
        </p:spPr>
      </p:sp>
      <p:sp>
        <p:nvSpPr>
          <p:cNvPr id="43" name="Shape 39"/>
          <p:cNvSpPr/>
          <p:nvPr/>
        </p:nvSpPr>
        <p:spPr>
          <a:xfrm>
            <a:off x="1945386" y="4181856"/>
            <a:ext cx="292608" cy="57912"/>
          </a:xfrm>
          <a:prstGeom prst="roundRect">
            <a:avLst>
              <a:gd name="adj" fmla="val 47368"/>
            </a:avLst>
          </a:prstGeom>
          <a:solidFill>
            <a:schemeClr val="accent1"/>
          </a:solidFill>
          <a:ln w="12700">
            <a:solidFill>
              <a:srgbClr val="FFFFFF">
                <a:alpha val="0"/>
              </a:srgbClr>
            </a:solidFill>
            <a:prstDash val="solid"/>
          </a:ln>
        </p:spPr>
      </p:sp>
      <p:sp>
        <p:nvSpPr>
          <p:cNvPr id="44" name="Shape 40"/>
          <p:cNvSpPr/>
          <p:nvPr/>
        </p:nvSpPr>
        <p:spPr>
          <a:xfrm>
            <a:off x="2699766" y="4181856"/>
            <a:ext cx="292608" cy="57912"/>
          </a:xfrm>
          <a:prstGeom prst="roundRect">
            <a:avLst>
              <a:gd name="adj" fmla="val 47368"/>
            </a:avLst>
          </a:prstGeom>
          <a:solidFill>
            <a:schemeClr val="accent1"/>
          </a:solidFill>
          <a:ln w="12700">
            <a:solidFill>
              <a:srgbClr val="FFFFFF">
                <a:alpha val="0"/>
              </a:srgbClr>
            </a:solidFill>
            <a:prstDash val="solid"/>
          </a:ln>
        </p:spPr>
      </p:sp>
      <p:sp>
        <p:nvSpPr>
          <p:cNvPr id="45" name="Shape 41"/>
          <p:cNvSpPr/>
          <p:nvPr/>
        </p:nvSpPr>
        <p:spPr>
          <a:xfrm>
            <a:off x="3454146" y="4181856"/>
            <a:ext cx="292608" cy="57912"/>
          </a:xfrm>
          <a:prstGeom prst="roundRect">
            <a:avLst>
              <a:gd name="adj" fmla="val 47368"/>
            </a:avLst>
          </a:prstGeom>
          <a:solidFill>
            <a:schemeClr val="accent1"/>
          </a:solidFill>
          <a:ln w="12700">
            <a:solidFill>
              <a:srgbClr val="FFFFFF">
                <a:alpha val="0"/>
              </a:srgbClr>
            </a:solidFill>
            <a:prstDash val="solid"/>
          </a:ln>
        </p:spPr>
      </p:sp>
      <p:sp>
        <p:nvSpPr>
          <p:cNvPr id="46" name="Shape 42"/>
          <p:cNvSpPr/>
          <p:nvPr/>
        </p:nvSpPr>
        <p:spPr>
          <a:xfrm>
            <a:off x="960120" y="4221480"/>
            <a:ext cx="3017520" cy="361950"/>
          </a:xfrm>
          <a:prstGeom prst="roundRect">
            <a:avLst>
              <a:gd name="adj" fmla="val 20211"/>
            </a:avLst>
          </a:prstGeom>
          <a:solidFill>
            <a:schemeClr val="accent1"/>
          </a:solidFill>
          <a:ln w="12700">
            <a:solidFill>
              <a:srgbClr val="FFFFFF">
                <a:alpha val="0"/>
              </a:srgbClr>
            </a:solidFill>
            <a:prstDash val="solid"/>
          </a:ln>
        </p:spPr>
      </p:sp>
      <p:sp>
        <p:nvSpPr>
          <p:cNvPr id="47" name="Text 43"/>
          <p:cNvSpPr txBox="1"/>
          <p:nvPr/>
        </p:nvSpPr>
        <p:spPr>
          <a:xfrm>
            <a:off x="1033272" y="422148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Kan je even…</a:t>
            </a:r>
            <a:endParaRPr lang="en-US" sz="1700" dirty="0"/>
          </a:p>
        </p:txBody>
      </p:sp>
      <p:sp>
        <p:nvSpPr>
          <p:cNvPr id="48" name="Shape 44"/>
          <p:cNvSpPr/>
          <p:nvPr/>
        </p:nvSpPr>
        <p:spPr>
          <a:xfrm flipV="1">
            <a:off x="4023360" y="3839337"/>
            <a:ext cx="3291840" cy="544830"/>
          </a:xfrm>
          <a:prstGeom prst="line">
            <a:avLst/>
          </a:prstGeom>
          <a:noFill/>
          <a:ln w="22225">
            <a:solidFill>
              <a:srgbClr val="17375E"/>
            </a:solidFill>
            <a:prstDash val="solid"/>
            <a:tailEnd type="triangle"/>
          </a:ln>
        </p:spPr>
      </p:sp>
      <p:sp>
        <p:nvSpPr>
          <p:cNvPr id="49" name="Text 45"/>
          <p:cNvSpPr txBox="1"/>
          <p:nvPr/>
        </p:nvSpPr>
        <p:spPr>
          <a:xfrm>
            <a:off x="548640" y="465658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6</a:t>
            </a:r>
            <a:endParaRPr lang="en-US" sz="1600" dirty="0"/>
          </a:p>
        </p:txBody>
      </p:sp>
      <p:sp>
        <p:nvSpPr>
          <p:cNvPr id="50" name="Shape 46"/>
          <p:cNvSpPr/>
          <p:nvPr/>
        </p:nvSpPr>
        <p:spPr>
          <a:xfrm>
            <a:off x="1191006" y="4726686"/>
            <a:ext cx="292608" cy="57912"/>
          </a:xfrm>
          <a:prstGeom prst="roundRect">
            <a:avLst>
              <a:gd name="adj" fmla="val 47368"/>
            </a:avLst>
          </a:prstGeom>
          <a:solidFill>
            <a:schemeClr val="accent1"/>
          </a:solidFill>
          <a:ln w="12700">
            <a:solidFill>
              <a:srgbClr val="FFFFFF">
                <a:alpha val="0"/>
              </a:srgbClr>
            </a:solidFill>
            <a:prstDash val="solid"/>
          </a:ln>
        </p:spPr>
      </p:sp>
      <p:sp>
        <p:nvSpPr>
          <p:cNvPr id="51" name="Shape 47"/>
          <p:cNvSpPr/>
          <p:nvPr/>
        </p:nvSpPr>
        <p:spPr>
          <a:xfrm>
            <a:off x="1945386" y="4726686"/>
            <a:ext cx="292608" cy="57912"/>
          </a:xfrm>
          <a:prstGeom prst="roundRect">
            <a:avLst>
              <a:gd name="adj" fmla="val 47368"/>
            </a:avLst>
          </a:prstGeom>
          <a:solidFill>
            <a:schemeClr val="accent1"/>
          </a:solidFill>
          <a:ln w="12700">
            <a:solidFill>
              <a:srgbClr val="FFFFFF">
                <a:alpha val="0"/>
              </a:srgbClr>
            </a:solidFill>
            <a:prstDash val="solid"/>
          </a:ln>
        </p:spPr>
      </p:sp>
      <p:sp>
        <p:nvSpPr>
          <p:cNvPr id="52" name="Shape 48"/>
          <p:cNvSpPr/>
          <p:nvPr/>
        </p:nvSpPr>
        <p:spPr>
          <a:xfrm>
            <a:off x="2699766" y="4726686"/>
            <a:ext cx="292608" cy="57912"/>
          </a:xfrm>
          <a:prstGeom prst="roundRect">
            <a:avLst>
              <a:gd name="adj" fmla="val 47368"/>
            </a:avLst>
          </a:prstGeom>
          <a:solidFill>
            <a:schemeClr val="accent1"/>
          </a:solidFill>
          <a:ln w="12700">
            <a:solidFill>
              <a:srgbClr val="FFFFFF">
                <a:alpha val="0"/>
              </a:srgbClr>
            </a:solidFill>
            <a:prstDash val="solid"/>
          </a:ln>
        </p:spPr>
      </p:sp>
      <p:sp>
        <p:nvSpPr>
          <p:cNvPr id="53" name="Shape 49"/>
          <p:cNvSpPr/>
          <p:nvPr/>
        </p:nvSpPr>
        <p:spPr>
          <a:xfrm>
            <a:off x="3454146" y="4726686"/>
            <a:ext cx="292608" cy="57912"/>
          </a:xfrm>
          <a:prstGeom prst="roundRect">
            <a:avLst>
              <a:gd name="adj" fmla="val 47368"/>
            </a:avLst>
          </a:prstGeom>
          <a:solidFill>
            <a:schemeClr val="accent1"/>
          </a:solidFill>
          <a:ln w="12700">
            <a:solidFill>
              <a:srgbClr val="FFFFFF">
                <a:alpha val="0"/>
              </a:srgbClr>
            </a:solidFill>
            <a:prstDash val="solid"/>
          </a:ln>
        </p:spPr>
      </p:sp>
      <p:sp>
        <p:nvSpPr>
          <p:cNvPr id="54" name="Shape 50"/>
          <p:cNvSpPr/>
          <p:nvPr/>
        </p:nvSpPr>
        <p:spPr>
          <a:xfrm>
            <a:off x="960120" y="4766310"/>
            <a:ext cx="3017520" cy="361950"/>
          </a:xfrm>
          <a:prstGeom prst="roundRect">
            <a:avLst>
              <a:gd name="adj" fmla="val 20211"/>
            </a:avLst>
          </a:prstGeom>
          <a:solidFill>
            <a:schemeClr val="accent1"/>
          </a:solidFill>
          <a:ln w="12700">
            <a:solidFill>
              <a:srgbClr val="FFFFFF">
                <a:alpha val="0"/>
              </a:srgbClr>
            </a:solidFill>
            <a:prstDash val="solid"/>
          </a:ln>
        </p:spPr>
      </p:sp>
      <p:sp>
        <p:nvSpPr>
          <p:cNvPr id="55" name="Text 51"/>
          <p:cNvSpPr txBox="1"/>
          <p:nvPr/>
        </p:nvSpPr>
        <p:spPr>
          <a:xfrm>
            <a:off x="1033272" y="476631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Waar kom je…</a:t>
            </a:r>
            <a:endParaRPr lang="en-US" sz="1700" dirty="0"/>
          </a:p>
        </p:txBody>
      </p:sp>
      <p:sp>
        <p:nvSpPr>
          <p:cNvPr id="56" name="Shape 52"/>
          <p:cNvSpPr/>
          <p:nvPr/>
        </p:nvSpPr>
        <p:spPr>
          <a:xfrm flipV="1">
            <a:off x="4023360" y="2204847"/>
            <a:ext cx="3291840" cy="2724150"/>
          </a:xfrm>
          <a:prstGeom prst="line">
            <a:avLst/>
          </a:prstGeom>
          <a:noFill/>
          <a:ln w="22225">
            <a:solidFill>
              <a:srgbClr val="17375E"/>
            </a:solidFill>
            <a:prstDash val="solid"/>
            <a:tailEnd type="triangle"/>
          </a:ln>
        </p:spPr>
      </p:sp>
      <p:sp>
        <p:nvSpPr>
          <p:cNvPr id="57" name="Text 53"/>
          <p:cNvSpPr txBox="1"/>
          <p:nvPr/>
        </p:nvSpPr>
        <p:spPr>
          <a:xfrm>
            <a:off x="548640" y="520141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7</a:t>
            </a:r>
            <a:endParaRPr lang="en-US" sz="1600" dirty="0"/>
          </a:p>
        </p:txBody>
      </p:sp>
      <p:sp>
        <p:nvSpPr>
          <p:cNvPr id="58" name="Shape 54"/>
          <p:cNvSpPr/>
          <p:nvPr/>
        </p:nvSpPr>
        <p:spPr>
          <a:xfrm>
            <a:off x="1191006" y="5271516"/>
            <a:ext cx="292608" cy="57912"/>
          </a:xfrm>
          <a:prstGeom prst="roundRect">
            <a:avLst>
              <a:gd name="adj" fmla="val 47368"/>
            </a:avLst>
          </a:prstGeom>
          <a:solidFill>
            <a:schemeClr val="accent1"/>
          </a:solidFill>
          <a:ln w="12700">
            <a:solidFill>
              <a:srgbClr val="FFFFFF">
                <a:alpha val="0"/>
              </a:srgbClr>
            </a:solidFill>
            <a:prstDash val="solid"/>
          </a:ln>
        </p:spPr>
      </p:sp>
      <p:sp>
        <p:nvSpPr>
          <p:cNvPr id="59" name="Shape 55"/>
          <p:cNvSpPr/>
          <p:nvPr/>
        </p:nvSpPr>
        <p:spPr>
          <a:xfrm>
            <a:off x="1945386" y="5271516"/>
            <a:ext cx="292608" cy="57912"/>
          </a:xfrm>
          <a:prstGeom prst="roundRect">
            <a:avLst>
              <a:gd name="adj" fmla="val 47368"/>
            </a:avLst>
          </a:prstGeom>
          <a:solidFill>
            <a:schemeClr val="accent1"/>
          </a:solidFill>
          <a:ln w="12700">
            <a:solidFill>
              <a:srgbClr val="FFFFFF">
                <a:alpha val="0"/>
              </a:srgbClr>
            </a:solidFill>
            <a:prstDash val="solid"/>
          </a:ln>
        </p:spPr>
      </p:sp>
      <p:sp>
        <p:nvSpPr>
          <p:cNvPr id="60" name="Shape 56"/>
          <p:cNvSpPr/>
          <p:nvPr/>
        </p:nvSpPr>
        <p:spPr>
          <a:xfrm>
            <a:off x="2699766" y="5271516"/>
            <a:ext cx="292608" cy="57912"/>
          </a:xfrm>
          <a:prstGeom prst="roundRect">
            <a:avLst>
              <a:gd name="adj" fmla="val 47368"/>
            </a:avLst>
          </a:prstGeom>
          <a:solidFill>
            <a:schemeClr val="accent1"/>
          </a:solidFill>
          <a:ln w="12700">
            <a:solidFill>
              <a:srgbClr val="FFFFFF">
                <a:alpha val="0"/>
              </a:srgbClr>
            </a:solidFill>
            <a:prstDash val="solid"/>
          </a:ln>
        </p:spPr>
      </p:sp>
      <p:sp>
        <p:nvSpPr>
          <p:cNvPr id="61" name="Shape 57"/>
          <p:cNvSpPr/>
          <p:nvPr/>
        </p:nvSpPr>
        <p:spPr>
          <a:xfrm>
            <a:off x="3454146" y="5271516"/>
            <a:ext cx="292608" cy="57912"/>
          </a:xfrm>
          <a:prstGeom prst="roundRect">
            <a:avLst>
              <a:gd name="adj" fmla="val 47368"/>
            </a:avLst>
          </a:prstGeom>
          <a:solidFill>
            <a:schemeClr val="accent1"/>
          </a:solidFill>
          <a:ln w="12700">
            <a:solidFill>
              <a:srgbClr val="FFFFFF">
                <a:alpha val="0"/>
              </a:srgbClr>
            </a:solidFill>
            <a:prstDash val="solid"/>
          </a:ln>
        </p:spPr>
      </p:sp>
      <p:sp>
        <p:nvSpPr>
          <p:cNvPr id="62" name="Shape 58"/>
          <p:cNvSpPr/>
          <p:nvPr/>
        </p:nvSpPr>
        <p:spPr>
          <a:xfrm>
            <a:off x="960120" y="5311140"/>
            <a:ext cx="3017520" cy="361950"/>
          </a:xfrm>
          <a:prstGeom prst="roundRect">
            <a:avLst>
              <a:gd name="adj" fmla="val 20211"/>
            </a:avLst>
          </a:prstGeom>
          <a:solidFill>
            <a:schemeClr val="accent1"/>
          </a:solidFill>
          <a:ln w="12700">
            <a:solidFill>
              <a:srgbClr val="FFFFFF">
                <a:alpha val="0"/>
              </a:srgbClr>
            </a:solidFill>
            <a:prstDash val="solid"/>
          </a:ln>
        </p:spPr>
      </p:sp>
      <p:sp>
        <p:nvSpPr>
          <p:cNvPr id="63" name="Text 59"/>
          <p:cNvSpPr txBox="1"/>
          <p:nvPr/>
        </p:nvSpPr>
        <p:spPr>
          <a:xfrm>
            <a:off x="1033272" y="531114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Ik woon…</a:t>
            </a:r>
            <a:endParaRPr lang="en-US" sz="1700" dirty="0"/>
          </a:p>
        </p:txBody>
      </p:sp>
      <p:sp>
        <p:nvSpPr>
          <p:cNvPr id="64" name="Shape 60"/>
          <p:cNvSpPr/>
          <p:nvPr/>
        </p:nvSpPr>
        <p:spPr>
          <a:xfrm flipV="1">
            <a:off x="4023360" y="4928997"/>
            <a:ext cx="3291840" cy="544830"/>
          </a:xfrm>
          <a:prstGeom prst="line">
            <a:avLst/>
          </a:prstGeom>
          <a:noFill/>
          <a:ln w="22225">
            <a:solidFill>
              <a:srgbClr val="17375E"/>
            </a:solidFill>
            <a:prstDash val="solid"/>
            <a:tailEnd type="triangle"/>
          </a:ln>
        </p:spPr>
      </p:sp>
      <p:sp>
        <p:nvSpPr>
          <p:cNvPr id="65" name="Text 61"/>
          <p:cNvSpPr txBox="1"/>
          <p:nvPr/>
        </p:nvSpPr>
        <p:spPr>
          <a:xfrm>
            <a:off x="548640" y="5746242"/>
            <a:ext cx="365760" cy="544830"/>
          </a:xfrm>
          <a:prstGeom prst="rect">
            <a:avLst/>
          </a:prstGeom>
          <a:noFill/>
          <a:ln/>
        </p:spPr>
        <p:txBody>
          <a:bodyPr wrap="square" lIns="0" tIns="0" rIns="0" bIns="0" rtlCol="0" anchor="ctr"/>
          <a:lstStyle/>
          <a:p>
            <a:pPr algn="l" indent="0" marL="0">
              <a:buNone/>
            </a:pPr>
            <a:r>
              <a:rPr lang="en-US" sz="1600" b="1" dirty="0">
                <a:solidFill>
                  <a:schemeClr val="accent5"/>
                </a:solidFill>
              </a:rPr>
              <a:t>8</a:t>
            </a:r>
            <a:endParaRPr lang="en-US" sz="1600" dirty="0"/>
          </a:p>
        </p:txBody>
      </p:sp>
      <p:sp>
        <p:nvSpPr>
          <p:cNvPr id="66" name="Shape 62"/>
          <p:cNvSpPr/>
          <p:nvPr/>
        </p:nvSpPr>
        <p:spPr>
          <a:xfrm>
            <a:off x="1191006" y="5816346"/>
            <a:ext cx="292608" cy="57912"/>
          </a:xfrm>
          <a:prstGeom prst="roundRect">
            <a:avLst>
              <a:gd name="adj" fmla="val 47368"/>
            </a:avLst>
          </a:prstGeom>
          <a:solidFill>
            <a:schemeClr val="accent1"/>
          </a:solidFill>
          <a:ln w="12700">
            <a:solidFill>
              <a:srgbClr val="FFFFFF">
                <a:alpha val="0"/>
              </a:srgbClr>
            </a:solidFill>
            <a:prstDash val="solid"/>
          </a:ln>
        </p:spPr>
      </p:sp>
      <p:sp>
        <p:nvSpPr>
          <p:cNvPr id="67" name="Shape 63"/>
          <p:cNvSpPr/>
          <p:nvPr/>
        </p:nvSpPr>
        <p:spPr>
          <a:xfrm>
            <a:off x="1945386" y="5816346"/>
            <a:ext cx="292608" cy="57912"/>
          </a:xfrm>
          <a:prstGeom prst="roundRect">
            <a:avLst>
              <a:gd name="adj" fmla="val 47368"/>
            </a:avLst>
          </a:prstGeom>
          <a:solidFill>
            <a:schemeClr val="accent1"/>
          </a:solidFill>
          <a:ln w="12700">
            <a:solidFill>
              <a:srgbClr val="FFFFFF">
                <a:alpha val="0"/>
              </a:srgbClr>
            </a:solidFill>
            <a:prstDash val="solid"/>
          </a:ln>
        </p:spPr>
      </p:sp>
      <p:sp>
        <p:nvSpPr>
          <p:cNvPr id="68" name="Shape 64"/>
          <p:cNvSpPr/>
          <p:nvPr/>
        </p:nvSpPr>
        <p:spPr>
          <a:xfrm>
            <a:off x="2699766" y="5816346"/>
            <a:ext cx="292608" cy="57912"/>
          </a:xfrm>
          <a:prstGeom prst="roundRect">
            <a:avLst>
              <a:gd name="adj" fmla="val 47368"/>
            </a:avLst>
          </a:prstGeom>
          <a:solidFill>
            <a:schemeClr val="accent1"/>
          </a:solidFill>
          <a:ln w="12700">
            <a:solidFill>
              <a:srgbClr val="FFFFFF">
                <a:alpha val="0"/>
              </a:srgbClr>
            </a:solidFill>
            <a:prstDash val="solid"/>
          </a:ln>
        </p:spPr>
      </p:sp>
      <p:sp>
        <p:nvSpPr>
          <p:cNvPr id="69" name="Shape 65"/>
          <p:cNvSpPr/>
          <p:nvPr/>
        </p:nvSpPr>
        <p:spPr>
          <a:xfrm>
            <a:off x="3454146" y="5816346"/>
            <a:ext cx="292608" cy="57912"/>
          </a:xfrm>
          <a:prstGeom prst="roundRect">
            <a:avLst>
              <a:gd name="adj" fmla="val 47368"/>
            </a:avLst>
          </a:prstGeom>
          <a:solidFill>
            <a:schemeClr val="accent1"/>
          </a:solidFill>
          <a:ln w="12700">
            <a:solidFill>
              <a:srgbClr val="FFFFFF">
                <a:alpha val="0"/>
              </a:srgbClr>
            </a:solidFill>
            <a:prstDash val="solid"/>
          </a:ln>
        </p:spPr>
      </p:sp>
      <p:sp>
        <p:nvSpPr>
          <p:cNvPr id="70" name="Shape 66"/>
          <p:cNvSpPr/>
          <p:nvPr/>
        </p:nvSpPr>
        <p:spPr>
          <a:xfrm>
            <a:off x="960120" y="5855970"/>
            <a:ext cx="3017520" cy="361950"/>
          </a:xfrm>
          <a:prstGeom prst="roundRect">
            <a:avLst>
              <a:gd name="adj" fmla="val 20211"/>
            </a:avLst>
          </a:prstGeom>
          <a:solidFill>
            <a:schemeClr val="accent1"/>
          </a:solidFill>
          <a:ln w="12700">
            <a:solidFill>
              <a:srgbClr val="FFFFFF">
                <a:alpha val="0"/>
              </a:srgbClr>
            </a:solidFill>
            <a:prstDash val="solid"/>
          </a:ln>
        </p:spPr>
      </p:sp>
      <p:sp>
        <p:nvSpPr>
          <p:cNvPr id="71" name="Text 67"/>
          <p:cNvSpPr txBox="1"/>
          <p:nvPr/>
        </p:nvSpPr>
        <p:spPr>
          <a:xfrm>
            <a:off x="1033272" y="5855970"/>
            <a:ext cx="2871216" cy="361950"/>
          </a:xfrm>
          <a:prstGeom prst="rect">
            <a:avLst/>
          </a:prstGeom>
          <a:noFill/>
          <a:ln/>
        </p:spPr>
        <p:txBody>
          <a:bodyPr wrap="square" lIns="0" tIns="0" rIns="0" bIns="0" rtlCol="0" anchor="ctr"/>
          <a:lstStyle/>
          <a:p>
            <a:pPr algn="ctr" indent="0" marL="0">
              <a:buNone/>
            </a:pPr>
            <a:r>
              <a:rPr lang="en-US" sz="1700" b="1" i="1" dirty="0">
                <a:solidFill>
                  <a:schemeClr val="bg1"/>
                </a:solidFill>
              </a:rPr>
              <a:t>Ik ben 25…</a:t>
            </a:r>
            <a:endParaRPr lang="en-US" sz="1700" dirty="0"/>
          </a:p>
        </p:txBody>
      </p:sp>
      <p:sp>
        <p:nvSpPr>
          <p:cNvPr id="72" name="Shape 68"/>
          <p:cNvSpPr/>
          <p:nvPr/>
        </p:nvSpPr>
        <p:spPr>
          <a:xfrm flipV="1">
            <a:off x="4023360" y="3294507"/>
            <a:ext cx="3291840" cy="2724150"/>
          </a:xfrm>
          <a:prstGeom prst="line">
            <a:avLst/>
          </a:prstGeom>
          <a:noFill/>
          <a:ln w="22225">
            <a:solidFill>
              <a:srgbClr val="17375E"/>
            </a:solidFill>
            <a:prstDash val="solid"/>
            <a:tailEnd type="triangle"/>
          </a:ln>
        </p:spPr>
      </p:sp>
      <p:sp>
        <p:nvSpPr>
          <p:cNvPr id="73" name="Shape 69"/>
          <p:cNvSpPr/>
          <p:nvPr/>
        </p:nvSpPr>
        <p:spPr>
          <a:xfrm>
            <a:off x="7360920" y="2005584"/>
            <a:ext cx="4279392" cy="398526"/>
          </a:xfrm>
          <a:prstGeom prst="roundRect">
            <a:avLst>
              <a:gd name="adj" fmla="val 22945"/>
            </a:avLst>
          </a:prstGeom>
          <a:solidFill>
            <a:srgbClr val="FFFFFF"/>
          </a:solidFill>
          <a:ln w="19050">
            <a:solidFill>
              <a:srgbClr val="D9700F"/>
            </a:solidFill>
            <a:prstDash val="solid"/>
          </a:ln>
        </p:spPr>
      </p:sp>
      <p:sp>
        <p:nvSpPr>
          <p:cNvPr id="74" name="Text 70"/>
          <p:cNvSpPr txBox="1"/>
          <p:nvPr/>
        </p:nvSpPr>
        <p:spPr>
          <a:xfrm>
            <a:off x="7498080" y="200558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a</a:t>
            </a:r>
            <a:r>
              <a:rPr lang="en-US" sz="1700" dirty="0">
                <a:solidFill>
                  <a:schemeClr val="tx1"/>
                </a:solidFill>
              </a:rPr>
              <a:t>   </a:t>
            </a:r>
            <a:r>
              <a:rPr lang="en-US" sz="1700" i="1" dirty="0">
                <a:solidFill>
                  <a:schemeClr val="tx1"/>
                </a:solidFill>
              </a:rPr>
              <a:t>…vandaan?</a:t>
            </a:r>
            <a:endParaRPr lang="en-US" sz="1700" dirty="0"/>
          </a:p>
        </p:txBody>
      </p:sp>
      <p:sp>
        <p:nvSpPr>
          <p:cNvPr id="75" name="Shape 71"/>
          <p:cNvSpPr/>
          <p:nvPr/>
        </p:nvSpPr>
        <p:spPr>
          <a:xfrm>
            <a:off x="7360920" y="2550414"/>
            <a:ext cx="4279392" cy="398526"/>
          </a:xfrm>
          <a:prstGeom prst="roundRect">
            <a:avLst>
              <a:gd name="adj" fmla="val 22945"/>
            </a:avLst>
          </a:prstGeom>
          <a:solidFill>
            <a:srgbClr val="FFFFFF"/>
          </a:solidFill>
          <a:ln w="19050">
            <a:solidFill>
              <a:srgbClr val="D9700F"/>
            </a:solidFill>
            <a:prstDash val="solid"/>
          </a:ln>
        </p:spPr>
      </p:sp>
      <p:sp>
        <p:nvSpPr>
          <p:cNvPr id="76" name="Text 72"/>
          <p:cNvSpPr txBox="1"/>
          <p:nvPr/>
        </p:nvSpPr>
        <p:spPr>
          <a:xfrm>
            <a:off x="7498080" y="255041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b</a:t>
            </a:r>
            <a:r>
              <a:rPr lang="en-US" sz="1700" dirty="0">
                <a:solidFill>
                  <a:schemeClr val="tx1"/>
                </a:solidFill>
              </a:rPr>
              <a:t>   </a:t>
            </a:r>
            <a:r>
              <a:rPr lang="en-US" sz="1700" i="1" dirty="0">
                <a:solidFill>
                  <a:schemeClr val="tx1"/>
                </a:solidFill>
              </a:rPr>
              <a:t>…wel!</a:t>
            </a:r>
            <a:endParaRPr lang="en-US" sz="1700" dirty="0"/>
          </a:p>
        </p:txBody>
      </p:sp>
      <p:sp>
        <p:nvSpPr>
          <p:cNvPr id="77" name="Shape 73"/>
          <p:cNvSpPr/>
          <p:nvPr/>
        </p:nvSpPr>
        <p:spPr>
          <a:xfrm>
            <a:off x="7360920" y="3095244"/>
            <a:ext cx="4279392" cy="398526"/>
          </a:xfrm>
          <a:prstGeom prst="roundRect">
            <a:avLst>
              <a:gd name="adj" fmla="val 22945"/>
            </a:avLst>
          </a:prstGeom>
          <a:solidFill>
            <a:srgbClr val="FFFFFF"/>
          </a:solidFill>
          <a:ln w="19050">
            <a:solidFill>
              <a:srgbClr val="D9700F"/>
            </a:solidFill>
            <a:prstDash val="solid"/>
          </a:ln>
        </p:spPr>
      </p:sp>
      <p:sp>
        <p:nvSpPr>
          <p:cNvPr id="78" name="Text 74"/>
          <p:cNvSpPr txBox="1"/>
          <p:nvPr/>
        </p:nvSpPr>
        <p:spPr>
          <a:xfrm>
            <a:off x="7498080" y="309524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c</a:t>
            </a:r>
            <a:r>
              <a:rPr lang="en-US" sz="1700" dirty="0">
                <a:solidFill>
                  <a:schemeClr val="tx1"/>
                </a:solidFill>
              </a:rPr>
              <a:t>   </a:t>
            </a:r>
            <a:r>
              <a:rPr lang="en-US" sz="1700" i="1" dirty="0">
                <a:solidFill>
                  <a:schemeClr val="tx1"/>
                </a:solidFill>
              </a:rPr>
              <a:t>…jaar.</a:t>
            </a:r>
            <a:endParaRPr lang="en-US" sz="1700" dirty="0"/>
          </a:p>
        </p:txBody>
      </p:sp>
      <p:sp>
        <p:nvSpPr>
          <p:cNvPr id="79" name="Shape 75"/>
          <p:cNvSpPr/>
          <p:nvPr/>
        </p:nvSpPr>
        <p:spPr>
          <a:xfrm>
            <a:off x="7360920" y="3640074"/>
            <a:ext cx="4279392" cy="398526"/>
          </a:xfrm>
          <a:prstGeom prst="roundRect">
            <a:avLst>
              <a:gd name="adj" fmla="val 22945"/>
            </a:avLst>
          </a:prstGeom>
          <a:solidFill>
            <a:srgbClr val="FFFFFF"/>
          </a:solidFill>
          <a:ln w="19050">
            <a:solidFill>
              <a:srgbClr val="D9700F"/>
            </a:solidFill>
            <a:prstDash val="solid"/>
          </a:ln>
        </p:spPr>
      </p:sp>
      <p:sp>
        <p:nvSpPr>
          <p:cNvPr id="80" name="Text 76"/>
          <p:cNvSpPr txBox="1"/>
          <p:nvPr/>
        </p:nvSpPr>
        <p:spPr>
          <a:xfrm>
            <a:off x="7498080" y="364007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d</a:t>
            </a:r>
            <a:r>
              <a:rPr lang="en-US" sz="1700" dirty="0">
                <a:solidFill>
                  <a:schemeClr val="tx1"/>
                </a:solidFill>
              </a:rPr>
              <a:t>   </a:t>
            </a:r>
            <a:r>
              <a:rPr lang="en-US" sz="1700" i="1" dirty="0">
                <a:solidFill>
                  <a:schemeClr val="tx1"/>
                </a:solidFill>
              </a:rPr>
              <a:t>…herhalen?</a:t>
            </a:r>
            <a:endParaRPr lang="en-US" sz="1700" dirty="0"/>
          </a:p>
        </p:txBody>
      </p:sp>
      <p:sp>
        <p:nvSpPr>
          <p:cNvPr id="81" name="Shape 77"/>
          <p:cNvSpPr/>
          <p:nvPr/>
        </p:nvSpPr>
        <p:spPr>
          <a:xfrm>
            <a:off x="7360920" y="4184904"/>
            <a:ext cx="4279392" cy="398526"/>
          </a:xfrm>
          <a:prstGeom prst="roundRect">
            <a:avLst>
              <a:gd name="adj" fmla="val 22945"/>
            </a:avLst>
          </a:prstGeom>
          <a:solidFill>
            <a:srgbClr val="FFFFFF"/>
          </a:solidFill>
          <a:ln w="19050">
            <a:solidFill>
              <a:srgbClr val="D9700F"/>
            </a:solidFill>
            <a:prstDash val="solid"/>
          </a:ln>
        </p:spPr>
      </p:sp>
      <p:sp>
        <p:nvSpPr>
          <p:cNvPr id="82" name="Text 78"/>
          <p:cNvSpPr txBox="1"/>
          <p:nvPr/>
        </p:nvSpPr>
        <p:spPr>
          <a:xfrm>
            <a:off x="7498080" y="418490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e</a:t>
            </a:r>
            <a:r>
              <a:rPr lang="en-US" sz="1700" dirty="0">
                <a:solidFill>
                  <a:schemeClr val="tx1"/>
                </a:solidFill>
              </a:rPr>
              <a:t>   </a:t>
            </a:r>
            <a:r>
              <a:rPr lang="en-US" sz="1700" i="1" dirty="0">
                <a:solidFill>
                  <a:schemeClr val="tx1"/>
                </a:solidFill>
              </a:rPr>
              <a:t>…het?</a:t>
            </a:r>
            <a:endParaRPr lang="en-US" sz="1700" dirty="0"/>
          </a:p>
        </p:txBody>
      </p:sp>
      <p:sp>
        <p:nvSpPr>
          <p:cNvPr id="83" name="Shape 79"/>
          <p:cNvSpPr/>
          <p:nvPr/>
        </p:nvSpPr>
        <p:spPr>
          <a:xfrm>
            <a:off x="7360920" y="4729734"/>
            <a:ext cx="4279392" cy="398526"/>
          </a:xfrm>
          <a:prstGeom prst="roundRect">
            <a:avLst>
              <a:gd name="adj" fmla="val 22945"/>
            </a:avLst>
          </a:prstGeom>
          <a:solidFill>
            <a:srgbClr val="FFFFFF"/>
          </a:solidFill>
          <a:ln w="19050">
            <a:solidFill>
              <a:srgbClr val="D9700F"/>
            </a:solidFill>
            <a:prstDash val="solid"/>
          </a:ln>
        </p:spPr>
      </p:sp>
      <p:sp>
        <p:nvSpPr>
          <p:cNvPr id="84" name="Text 80"/>
          <p:cNvSpPr txBox="1"/>
          <p:nvPr/>
        </p:nvSpPr>
        <p:spPr>
          <a:xfrm>
            <a:off x="7498080" y="472973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f</a:t>
            </a:r>
            <a:r>
              <a:rPr lang="en-US" sz="1700" dirty="0">
                <a:solidFill>
                  <a:schemeClr val="tx1"/>
                </a:solidFill>
              </a:rPr>
              <a:t>   </a:t>
            </a:r>
            <a:r>
              <a:rPr lang="en-US" sz="1700" i="1" dirty="0">
                <a:solidFill>
                  <a:schemeClr val="tx1"/>
                </a:solidFill>
              </a:rPr>
              <a:t>…in Brussel.</a:t>
            </a:r>
            <a:endParaRPr lang="en-US" sz="1700" dirty="0"/>
          </a:p>
        </p:txBody>
      </p:sp>
      <p:sp>
        <p:nvSpPr>
          <p:cNvPr id="85" name="Shape 81"/>
          <p:cNvSpPr/>
          <p:nvPr/>
        </p:nvSpPr>
        <p:spPr>
          <a:xfrm>
            <a:off x="7360920" y="5274564"/>
            <a:ext cx="4279392" cy="398526"/>
          </a:xfrm>
          <a:prstGeom prst="roundRect">
            <a:avLst>
              <a:gd name="adj" fmla="val 22945"/>
            </a:avLst>
          </a:prstGeom>
          <a:solidFill>
            <a:srgbClr val="FFFFFF"/>
          </a:solidFill>
          <a:ln w="19050">
            <a:solidFill>
              <a:srgbClr val="D9700F"/>
            </a:solidFill>
            <a:prstDash val="solid"/>
          </a:ln>
        </p:spPr>
      </p:sp>
      <p:sp>
        <p:nvSpPr>
          <p:cNvPr id="86" name="Text 82"/>
          <p:cNvSpPr txBox="1"/>
          <p:nvPr/>
        </p:nvSpPr>
        <p:spPr>
          <a:xfrm>
            <a:off x="7498080" y="527456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g</a:t>
            </a:r>
            <a:r>
              <a:rPr lang="en-US" sz="1700" dirty="0">
                <a:solidFill>
                  <a:schemeClr val="tx1"/>
                </a:solidFill>
              </a:rPr>
              <a:t>   </a:t>
            </a:r>
            <a:r>
              <a:rPr lang="en-US" sz="1700" i="1" dirty="0">
                <a:solidFill>
                  <a:schemeClr val="tx1"/>
                </a:solidFill>
              </a:rPr>
              <a:t>…gedaan!</a:t>
            </a:r>
            <a:endParaRPr lang="en-US" sz="1700" dirty="0"/>
          </a:p>
        </p:txBody>
      </p:sp>
      <p:sp>
        <p:nvSpPr>
          <p:cNvPr id="87" name="Shape 83"/>
          <p:cNvSpPr/>
          <p:nvPr/>
        </p:nvSpPr>
        <p:spPr>
          <a:xfrm>
            <a:off x="7360920" y="5819394"/>
            <a:ext cx="4279392" cy="398526"/>
          </a:xfrm>
          <a:prstGeom prst="roundRect">
            <a:avLst>
              <a:gd name="adj" fmla="val 22945"/>
            </a:avLst>
          </a:prstGeom>
          <a:solidFill>
            <a:srgbClr val="FFFFFF"/>
          </a:solidFill>
          <a:ln w="19050">
            <a:solidFill>
              <a:srgbClr val="D9700F"/>
            </a:solidFill>
            <a:prstDash val="solid"/>
          </a:ln>
        </p:spPr>
      </p:sp>
      <p:sp>
        <p:nvSpPr>
          <p:cNvPr id="88" name="Text 84"/>
          <p:cNvSpPr txBox="1"/>
          <p:nvPr/>
        </p:nvSpPr>
        <p:spPr>
          <a:xfrm>
            <a:off x="7498080" y="5819394"/>
            <a:ext cx="4069080" cy="398526"/>
          </a:xfrm>
          <a:prstGeom prst="rect">
            <a:avLst/>
          </a:prstGeom>
          <a:noFill/>
          <a:ln/>
        </p:spPr>
        <p:txBody>
          <a:bodyPr wrap="square" lIns="0" tIns="0" rIns="0" bIns="0" rtlCol="0" anchor="ctr"/>
          <a:lstStyle/>
          <a:p>
            <a:pPr algn="l" indent="0" marL="0">
              <a:buNone/>
            </a:pPr>
            <a:r>
              <a:rPr lang="en-US" sz="1700" b="1" dirty="0">
                <a:solidFill>
                  <a:schemeClr val="tx1"/>
                </a:solidFill>
              </a:rPr>
              <a:t>h</a:t>
            </a:r>
            <a:r>
              <a:rPr lang="en-US" sz="1700" dirty="0">
                <a:solidFill>
                  <a:schemeClr val="tx1"/>
                </a:solidFill>
              </a:rPr>
              <a:t>   </a:t>
            </a:r>
            <a:r>
              <a:rPr lang="en-US" sz="1700" i="1" dirty="0">
                <a:solidFill>
                  <a:schemeClr val="tx1"/>
                </a:solidFill>
              </a:rPr>
              <a:t>…ziens!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Le bon bloc au bon moment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Quel bloc dites-vous ? Choisissez dans la banque.</a:t>
            </a:r>
            <a:endParaRPr lang="en-US" sz="1700" dirty="0"/>
          </a:p>
        </p:txBody>
      </p:sp>
      <p:sp>
        <p:nvSpPr>
          <p:cNvPr id="8" name="Shape 4"/>
          <p:cNvSpPr/>
          <p:nvPr/>
        </p:nvSpPr>
        <p:spPr>
          <a:xfrm>
            <a:off x="548640" y="1932432"/>
            <a:ext cx="1625437" cy="365760"/>
          </a:xfrm>
          <a:prstGeom prst="roundRect">
            <a:avLst>
              <a:gd name="adj" fmla="val 50000"/>
            </a:avLst>
          </a:prstGeom>
          <a:solidFill>
            <a:schemeClr val="accent1">
              <a:alpha val="20000"/>
            </a:schemeClr>
          </a:solidFill>
          <a:ln w="12700">
            <a:solidFill>
              <a:srgbClr val="D9700F"/>
            </a:solidFill>
            <a:prstDash val="solid"/>
          </a:ln>
        </p:spPr>
      </p:sp>
      <p:sp>
        <p:nvSpPr>
          <p:cNvPr id="9" name="Text 5"/>
          <p:cNvSpPr txBox="1"/>
          <p:nvPr/>
        </p:nvSpPr>
        <p:spPr>
          <a:xfrm>
            <a:off x="548640" y="1932432"/>
            <a:ext cx="1625437" cy="365760"/>
          </a:xfrm>
          <a:prstGeom prst="rect">
            <a:avLst/>
          </a:prstGeom>
          <a:noFill/>
          <a:ln/>
        </p:spPr>
        <p:txBody>
          <a:bodyPr wrap="square" lIns="0" tIns="0" rIns="0" bIns="0" rtlCol="0" anchor="ctr"/>
          <a:lstStyle/>
          <a:p>
            <a:pPr algn="ctr" indent="0" marL="0">
              <a:buNone/>
            </a:pPr>
            <a:r>
              <a:rPr lang="en-US" sz="1400" i="1" dirty="0">
                <a:solidFill>
                  <a:schemeClr val="tx1"/>
                </a:solidFill>
              </a:rPr>
              <a:t>Goedemorgen!</a:t>
            </a:r>
            <a:endParaRPr lang="en-US" sz="1400" dirty="0"/>
          </a:p>
        </p:txBody>
      </p:sp>
      <p:sp>
        <p:nvSpPr>
          <p:cNvPr id="10" name="Shape 6"/>
          <p:cNvSpPr/>
          <p:nvPr/>
        </p:nvSpPr>
        <p:spPr>
          <a:xfrm>
            <a:off x="2283805" y="1932432"/>
            <a:ext cx="1520464" cy="365760"/>
          </a:xfrm>
          <a:prstGeom prst="roundRect">
            <a:avLst>
              <a:gd name="adj" fmla="val 50000"/>
            </a:avLst>
          </a:prstGeom>
          <a:solidFill>
            <a:schemeClr val="accent1">
              <a:alpha val="20000"/>
            </a:schemeClr>
          </a:solidFill>
          <a:ln w="12700">
            <a:solidFill>
              <a:srgbClr val="D9700F"/>
            </a:solidFill>
            <a:prstDash val="solid"/>
          </a:ln>
        </p:spPr>
      </p:sp>
      <p:sp>
        <p:nvSpPr>
          <p:cNvPr id="11" name="Text 7"/>
          <p:cNvSpPr txBox="1"/>
          <p:nvPr/>
        </p:nvSpPr>
        <p:spPr>
          <a:xfrm>
            <a:off x="2283805" y="1932432"/>
            <a:ext cx="1520464" cy="365760"/>
          </a:xfrm>
          <a:prstGeom prst="rect">
            <a:avLst/>
          </a:prstGeom>
          <a:noFill/>
          <a:ln/>
        </p:spPr>
        <p:txBody>
          <a:bodyPr wrap="square" lIns="0" tIns="0" rIns="0" bIns="0" rtlCol="0" anchor="ctr"/>
          <a:lstStyle/>
          <a:p>
            <a:pPr algn="ctr" indent="0" marL="0">
              <a:buNone/>
            </a:pPr>
            <a:r>
              <a:rPr lang="en-US" sz="1400" i="1" dirty="0">
                <a:solidFill>
                  <a:schemeClr val="tx1"/>
                </a:solidFill>
              </a:rPr>
              <a:t>Tot straks!</a:t>
            </a:r>
            <a:endParaRPr lang="en-US" sz="1400" dirty="0"/>
          </a:p>
        </p:txBody>
      </p:sp>
      <p:sp>
        <p:nvSpPr>
          <p:cNvPr id="12" name="Shape 8"/>
          <p:cNvSpPr/>
          <p:nvPr/>
        </p:nvSpPr>
        <p:spPr>
          <a:xfrm>
            <a:off x="3913998" y="1932432"/>
            <a:ext cx="1730411" cy="365760"/>
          </a:xfrm>
          <a:prstGeom prst="roundRect">
            <a:avLst>
              <a:gd name="adj" fmla="val 50000"/>
            </a:avLst>
          </a:prstGeom>
          <a:solidFill>
            <a:schemeClr val="accent1">
              <a:alpha val="20000"/>
            </a:schemeClr>
          </a:solidFill>
          <a:ln w="12700">
            <a:solidFill>
              <a:srgbClr val="D9700F"/>
            </a:solidFill>
            <a:prstDash val="solid"/>
          </a:ln>
        </p:spPr>
      </p:sp>
      <p:sp>
        <p:nvSpPr>
          <p:cNvPr id="13" name="Text 9"/>
          <p:cNvSpPr txBox="1"/>
          <p:nvPr/>
        </p:nvSpPr>
        <p:spPr>
          <a:xfrm>
            <a:off x="3913998" y="1932432"/>
            <a:ext cx="1730411" cy="365760"/>
          </a:xfrm>
          <a:prstGeom prst="rect">
            <a:avLst/>
          </a:prstGeom>
          <a:noFill/>
          <a:ln/>
        </p:spPr>
        <p:txBody>
          <a:bodyPr wrap="square" lIns="0" tIns="0" rIns="0" bIns="0" rtlCol="0" anchor="ctr"/>
          <a:lstStyle/>
          <a:p>
            <a:pPr algn="ctr" indent="0" marL="0">
              <a:buNone/>
            </a:pPr>
            <a:r>
              <a:rPr lang="en-US" sz="1400" i="1" dirty="0">
                <a:solidFill>
                  <a:schemeClr val="tx1"/>
                </a:solidFill>
              </a:rPr>
              <a:t>Graag gedaan!</a:t>
            </a:r>
            <a:endParaRPr lang="en-US" sz="1400" dirty="0"/>
          </a:p>
        </p:txBody>
      </p:sp>
      <p:sp>
        <p:nvSpPr>
          <p:cNvPr id="14" name="Shape 10"/>
          <p:cNvSpPr/>
          <p:nvPr/>
        </p:nvSpPr>
        <p:spPr>
          <a:xfrm>
            <a:off x="5754136" y="1932432"/>
            <a:ext cx="2570196" cy="365760"/>
          </a:xfrm>
          <a:prstGeom prst="roundRect">
            <a:avLst>
              <a:gd name="adj" fmla="val 50000"/>
            </a:avLst>
          </a:prstGeom>
          <a:solidFill>
            <a:schemeClr val="accent3">
              <a:alpha val="20000"/>
            </a:schemeClr>
          </a:solidFill>
          <a:ln w="12700">
            <a:solidFill>
              <a:srgbClr val="2E7D4F"/>
            </a:solidFill>
            <a:prstDash val="solid"/>
          </a:ln>
        </p:spPr>
      </p:sp>
      <p:sp>
        <p:nvSpPr>
          <p:cNvPr id="15" name="Text 11"/>
          <p:cNvSpPr txBox="1"/>
          <p:nvPr/>
        </p:nvSpPr>
        <p:spPr>
          <a:xfrm>
            <a:off x="5754136" y="1932432"/>
            <a:ext cx="2570196" cy="365760"/>
          </a:xfrm>
          <a:prstGeom prst="rect">
            <a:avLst/>
          </a:prstGeom>
          <a:noFill/>
          <a:ln/>
        </p:spPr>
        <p:txBody>
          <a:bodyPr wrap="square" lIns="0" tIns="0" rIns="0" bIns="0" rtlCol="0" anchor="ctr"/>
          <a:lstStyle/>
          <a:p>
            <a:pPr algn="ctr" indent="0" marL="0">
              <a:buNone/>
            </a:pPr>
            <a:r>
              <a:rPr lang="en-US" sz="1400" i="1" dirty="0">
                <a:solidFill>
                  <a:schemeClr val="tx1"/>
                </a:solidFill>
              </a:rPr>
              <a:t>Kan je even herhalen?</a:t>
            </a:r>
            <a:endParaRPr lang="en-US" sz="1400" dirty="0"/>
          </a:p>
        </p:txBody>
      </p:sp>
      <p:sp>
        <p:nvSpPr>
          <p:cNvPr id="16" name="Shape 12"/>
          <p:cNvSpPr/>
          <p:nvPr/>
        </p:nvSpPr>
        <p:spPr>
          <a:xfrm>
            <a:off x="548640" y="2389632"/>
            <a:ext cx="3829873" cy="365760"/>
          </a:xfrm>
          <a:prstGeom prst="roundRect">
            <a:avLst>
              <a:gd name="adj" fmla="val 50000"/>
            </a:avLst>
          </a:prstGeom>
          <a:solidFill>
            <a:schemeClr val="accent3">
              <a:alpha val="20000"/>
            </a:schemeClr>
          </a:solidFill>
          <a:ln w="12700">
            <a:solidFill>
              <a:srgbClr val="2E7D4F"/>
            </a:solidFill>
            <a:prstDash val="solid"/>
          </a:ln>
        </p:spPr>
      </p:sp>
      <p:sp>
        <p:nvSpPr>
          <p:cNvPr id="17" name="Text 13"/>
          <p:cNvSpPr txBox="1"/>
          <p:nvPr/>
        </p:nvSpPr>
        <p:spPr>
          <a:xfrm>
            <a:off x="548640" y="2389632"/>
            <a:ext cx="3829873" cy="365760"/>
          </a:xfrm>
          <a:prstGeom prst="rect">
            <a:avLst/>
          </a:prstGeom>
          <a:noFill/>
          <a:ln/>
        </p:spPr>
        <p:txBody>
          <a:bodyPr wrap="square" lIns="0" tIns="0" rIns="0" bIns="0" rtlCol="0" anchor="ctr"/>
          <a:lstStyle/>
          <a:p>
            <a:pPr algn="ctr" indent="0" marL="0">
              <a:buNone/>
            </a:pPr>
            <a:r>
              <a:rPr lang="en-US" sz="1400" i="1" dirty="0">
                <a:solidFill>
                  <a:schemeClr val="tx1"/>
                </a:solidFill>
              </a:rPr>
              <a:t>Kan je het laatste woord spellen?</a:t>
            </a:r>
            <a:endParaRPr lang="en-US" sz="1400" dirty="0"/>
          </a:p>
        </p:txBody>
      </p:sp>
      <p:sp>
        <p:nvSpPr>
          <p:cNvPr id="18" name="Shape 14"/>
          <p:cNvSpPr/>
          <p:nvPr/>
        </p:nvSpPr>
        <p:spPr>
          <a:xfrm>
            <a:off x="4488241" y="2389632"/>
            <a:ext cx="1415491" cy="365760"/>
          </a:xfrm>
          <a:prstGeom prst="roundRect">
            <a:avLst>
              <a:gd name="adj" fmla="val 50000"/>
            </a:avLst>
          </a:prstGeom>
          <a:solidFill>
            <a:schemeClr val="accent1">
              <a:alpha val="20000"/>
            </a:schemeClr>
          </a:solidFill>
          <a:ln w="12700">
            <a:solidFill>
              <a:srgbClr val="D9700F"/>
            </a:solidFill>
            <a:prstDash val="solid"/>
          </a:ln>
        </p:spPr>
      </p:sp>
      <p:sp>
        <p:nvSpPr>
          <p:cNvPr id="19" name="Text 15"/>
          <p:cNvSpPr txBox="1"/>
          <p:nvPr/>
        </p:nvSpPr>
        <p:spPr>
          <a:xfrm>
            <a:off x="4488241" y="2389632"/>
            <a:ext cx="1415491" cy="365760"/>
          </a:xfrm>
          <a:prstGeom prst="rect">
            <a:avLst/>
          </a:prstGeom>
          <a:noFill/>
          <a:ln/>
        </p:spPr>
        <p:txBody>
          <a:bodyPr wrap="square" lIns="0" tIns="0" rIns="0" bIns="0" rtlCol="0" anchor="ctr"/>
          <a:lstStyle/>
          <a:p>
            <a:pPr algn="ctr" indent="0" marL="0">
              <a:buNone/>
            </a:pPr>
            <a:r>
              <a:rPr lang="en-US" sz="1400" i="1" dirty="0">
                <a:solidFill>
                  <a:schemeClr val="tx1"/>
                </a:solidFill>
              </a:rPr>
              <a:t>Aangenaam!</a:t>
            </a:r>
            <a:endParaRPr lang="en-US" sz="1400" dirty="0"/>
          </a:p>
        </p:txBody>
      </p:sp>
      <p:sp>
        <p:nvSpPr>
          <p:cNvPr id="20" name="Shape 16"/>
          <p:cNvSpPr/>
          <p:nvPr/>
        </p:nvSpPr>
        <p:spPr>
          <a:xfrm>
            <a:off x="6013460" y="2389632"/>
            <a:ext cx="2150303" cy="365760"/>
          </a:xfrm>
          <a:prstGeom prst="roundRect">
            <a:avLst>
              <a:gd name="adj" fmla="val 50000"/>
            </a:avLst>
          </a:prstGeom>
          <a:solidFill>
            <a:schemeClr val="accent1">
              <a:alpha val="20000"/>
            </a:schemeClr>
          </a:solidFill>
          <a:ln w="12700">
            <a:solidFill>
              <a:srgbClr val="D9700F"/>
            </a:solidFill>
            <a:prstDash val="solid"/>
          </a:ln>
        </p:spPr>
      </p:sp>
      <p:sp>
        <p:nvSpPr>
          <p:cNvPr id="21" name="Text 17"/>
          <p:cNvSpPr txBox="1"/>
          <p:nvPr/>
        </p:nvSpPr>
        <p:spPr>
          <a:xfrm>
            <a:off x="6013460" y="2389632"/>
            <a:ext cx="2150303" cy="365760"/>
          </a:xfrm>
          <a:prstGeom prst="rect">
            <a:avLst/>
          </a:prstGeom>
          <a:noFill/>
          <a:ln/>
        </p:spPr>
        <p:txBody>
          <a:bodyPr wrap="square" lIns="0" tIns="0" rIns="0" bIns="0" rtlCol="0" anchor="ctr"/>
          <a:lstStyle/>
          <a:p>
            <a:pPr algn="ctr" indent="0" marL="0">
              <a:buNone/>
            </a:pPr>
            <a:r>
              <a:rPr lang="en-US" sz="1400" i="1" dirty="0">
                <a:solidFill>
                  <a:schemeClr val="tx1"/>
                </a:solidFill>
              </a:rPr>
              <a:t>Goed, en met jou?</a:t>
            </a:r>
            <a:endParaRPr lang="en-US" sz="1400" dirty="0"/>
          </a:p>
        </p:txBody>
      </p:sp>
      <p:sp>
        <p:nvSpPr>
          <p:cNvPr id="22" name="Shape 18"/>
          <p:cNvSpPr/>
          <p:nvPr/>
        </p:nvSpPr>
        <p:spPr>
          <a:xfrm>
            <a:off x="8273491" y="2389632"/>
            <a:ext cx="3095061" cy="365760"/>
          </a:xfrm>
          <a:prstGeom prst="roundRect">
            <a:avLst>
              <a:gd name="adj" fmla="val 50000"/>
            </a:avLst>
          </a:prstGeom>
          <a:solidFill>
            <a:schemeClr val="accent3">
              <a:alpha val="20000"/>
            </a:schemeClr>
          </a:solidFill>
          <a:ln w="12700">
            <a:solidFill>
              <a:srgbClr val="2E7D4F"/>
            </a:solidFill>
            <a:prstDash val="solid"/>
          </a:ln>
        </p:spPr>
      </p:sp>
      <p:sp>
        <p:nvSpPr>
          <p:cNvPr id="23" name="Text 19"/>
          <p:cNvSpPr txBox="1"/>
          <p:nvPr/>
        </p:nvSpPr>
        <p:spPr>
          <a:xfrm>
            <a:off x="8273491" y="2389632"/>
            <a:ext cx="3095061" cy="365760"/>
          </a:xfrm>
          <a:prstGeom prst="rect">
            <a:avLst/>
          </a:prstGeom>
          <a:noFill/>
          <a:ln/>
        </p:spPr>
        <p:txBody>
          <a:bodyPr wrap="square" lIns="0" tIns="0" rIns="0" bIns="0" rtlCol="0" anchor="ctr"/>
          <a:lstStyle/>
          <a:p>
            <a:pPr algn="ctr" indent="0" marL="0">
              <a:buNone/>
            </a:pPr>
            <a:r>
              <a:rPr lang="en-US" sz="1400" i="1" dirty="0">
                <a:solidFill>
                  <a:schemeClr val="tx1"/>
                </a:solidFill>
              </a:rPr>
              <a:t>Kan je wat trager spreken?</a:t>
            </a:r>
            <a:endParaRPr lang="en-US" sz="1400" dirty="0"/>
          </a:p>
        </p:txBody>
      </p:sp>
      <p:sp>
        <p:nvSpPr>
          <p:cNvPr id="24" name="Shape 20"/>
          <p:cNvSpPr/>
          <p:nvPr/>
        </p:nvSpPr>
        <p:spPr>
          <a:xfrm>
            <a:off x="548640" y="2983992"/>
            <a:ext cx="5431536" cy="746760"/>
          </a:xfrm>
          <a:prstGeom prst="roundRect">
            <a:avLst>
              <a:gd name="adj" fmla="val 9796"/>
            </a:avLst>
          </a:prstGeom>
          <a:solidFill>
            <a:schemeClr val="bg2"/>
          </a:solidFill>
          <a:ln w="9525">
            <a:solidFill>
              <a:srgbClr val="D5DCE6"/>
            </a:solidFill>
            <a:prstDash val="solid"/>
          </a:ln>
        </p:spPr>
      </p:sp>
      <p:sp>
        <p:nvSpPr>
          <p:cNvPr id="25" name="Text 21"/>
          <p:cNvSpPr txBox="1"/>
          <p:nvPr/>
        </p:nvSpPr>
        <p:spPr>
          <a:xfrm>
            <a:off x="640080" y="2983992"/>
            <a:ext cx="320040" cy="746760"/>
          </a:xfrm>
          <a:prstGeom prst="rect">
            <a:avLst/>
          </a:prstGeom>
          <a:noFill/>
          <a:ln/>
        </p:spPr>
        <p:txBody>
          <a:bodyPr wrap="square" lIns="0" tIns="0" rIns="0" bIns="0" rtlCol="0" anchor="ctr"/>
          <a:lstStyle/>
          <a:p>
            <a:pPr algn="l" indent="0" marL="0">
              <a:buNone/>
            </a:pPr>
            <a:r>
              <a:rPr lang="en-US" sz="1500" b="1" dirty="0">
                <a:solidFill>
                  <a:schemeClr val="accent5"/>
                </a:solidFill>
              </a:rPr>
              <a:t>1</a:t>
            </a:r>
            <a:endParaRPr lang="en-US" sz="1500" dirty="0"/>
          </a:p>
        </p:txBody>
      </p:sp>
      <p:pic>
        <p:nvPicPr>
          <p:cNvPr id="26" name="Image 1" descr="alarm clock">    </p:cNvPr>
          <p:cNvPicPr>
            <a:picLocks noChangeAspect="1"/>
          </p:cNvPicPr>
          <p:nvPr/>
        </p:nvPicPr>
        <p:blipFill>
          <a:blip r:embed="rId2"/>
          <a:stretch>
            <a:fillRect/>
          </a:stretch>
        </p:blipFill>
        <p:spPr>
          <a:xfrm>
            <a:off x="960120" y="3128772"/>
            <a:ext cx="457200" cy="457200"/>
          </a:xfrm>
          <a:prstGeom prst="rect">
            <a:avLst/>
          </a:prstGeom>
        </p:spPr>
      </p:pic>
      <p:sp>
        <p:nvSpPr>
          <p:cNvPr id="27" name="Text 22"/>
          <p:cNvSpPr txBox="1"/>
          <p:nvPr/>
        </p:nvSpPr>
        <p:spPr>
          <a:xfrm>
            <a:off x="1508760" y="2983992"/>
            <a:ext cx="2185416" cy="746760"/>
          </a:xfrm>
          <a:prstGeom prst="rect">
            <a:avLst/>
          </a:prstGeom>
          <a:noFill/>
          <a:ln/>
        </p:spPr>
        <p:txBody>
          <a:bodyPr wrap="square" lIns="0" tIns="0" rIns="0" bIns="0" rtlCol="0" anchor="ctr"/>
          <a:lstStyle/>
          <a:p>
            <a:pPr algn="l" indent="0" marL="0">
              <a:buNone/>
            </a:pPr>
            <a:r>
              <a:rPr lang="en-US" sz="1400" dirty="0">
                <a:solidFill>
                  <a:schemeClr val="tx1"/>
                </a:solidFill>
              </a:rPr>
              <a:t>Vous arrivez au cours à 9 h.</a:t>
            </a:r>
            <a:endParaRPr lang="en-US" sz="1400" dirty="0"/>
          </a:p>
        </p:txBody>
      </p:sp>
      <p:sp>
        <p:nvSpPr>
          <p:cNvPr id="28" name="Shape 23"/>
          <p:cNvSpPr/>
          <p:nvPr/>
        </p:nvSpPr>
        <p:spPr>
          <a:xfrm>
            <a:off x="3739896" y="3075432"/>
            <a:ext cx="2148840" cy="563880"/>
          </a:xfrm>
          <a:prstGeom prst="roundRect">
            <a:avLst>
              <a:gd name="adj" fmla="val 12973"/>
            </a:avLst>
          </a:prstGeom>
          <a:solidFill>
            <a:srgbClr val="FFFFFF"/>
          </a:solidFill>
          <a:ln w="12700">
            <a:solidFill>
              <a:srgbClr val="D5DCE6"/>
            </a:solidFill>
            <a:prstDash val="solid"/>
          </a:ln>
        </p:spPr>
      </p:sp>
      <p:sp>
        <p:nvSpPr>
          <p:cNvPr id="29" name="Shape 24"/>
          <p:cNvSpPr/>
          <p:nvPr/>
        </p:nvSpPr>
        <p:spPr>
          <a:xfrm>
            <a:off x="548640" y="3822192"/>
            <a:ext cx="5431536" cy="746760"/>
          </a:xfrm>
          <a:prstGeom prst="roundRect">
            <a:avLst>
              <a:gd name="adj" fmla="val 9796"/>
            </a:avLst>
          </a:prstGeom>
          <a:solidFill>
            <a:schemeClr val="bg1"/>
          </a:solidFill>
          <a:ln w="9525">
            <a:solidFill>
              <a:srgbClr val="D5DCE6"/>
            </a:solidFill>
            <a:prstDash val="solid"/>
          </a:ln>
        </p:spPr>
      </p:sp>
      <p:sp>
        <p:nvSpPr>
          <p:cNvPr id="30" name="Text 25"/>
          <p:cNvSpPr txBox="1"/>
          <p:nvPr/>
        </p:nvSpPr>
        <p:spPr>
          <a:xfrm>
            <a:off x="640080" y="3822192"/>
            <a:ext cx="320040" cy="746760"/>
          </a:xfrm>
          <a:prstGeom prst="rect">
            <a:avLst/>
          </a:prstGeom>
          <a:noFill/>
          <a:ln/>
        </p:spPr>
        <p:txBody>
          <a:bodyPr wrap="square" lIns="0" tIns="0" rIns="0" bIns="0" rtlCol="0" anchor="ctr"/>
          <a:lstStyle/>
          <a:p>
            <a:pPr algn="l" indent="0" marL="0">
              <a:buNone/>
            </a:pPr>
            <a:r>
              <a:rPr lang="en-US" sz="1500" b="1" dirty="0">
                <a:solidFill>
                  <a:schemeClr val="accent5"/>
                </a:solidFill>
              </a:rPr>
              <a:t>2</a:t>
            </a:r>
            <a:endParaRPr lang="en-US" sz="1500" dirty="0"/>
          </a:p>
        </p:txBody>
      </p:sp>
      <p:pic>
        <p:nvPicPr>
          <p:cNvPr id="31" name="Image 2" descr="waving hand">    </p:cNvPr>
          <p:cNvPicPr>
            <a:picLocks noChangeAspect="1"/>
          </p:cNvPicPr>
          <p:nvPr/>
        </p:nvPicPr>
        <p:blipFill>
          <a:blip r:embed="rId3"/>
          <a:stretch>
            <a:fillRect/>
          </a:stretch>
        </p:blipFill>
        <p:spPr>
          <a:xfrm>
            <a:off x="960120" y="3966972"/>
            <a:ext cx="457200" cy="457200"/>
          </a:xfrm>
          <a:prstGeom prst="rect">
            <a:avLst/>
          </a:prstGeom>
        </p:spPr>
      </p:pic>
      <p:sp>
        <p:nvSpPr>
          <p:cNvPr id="32" name="Text 26"/>
          <p:cNvSpPr txBox="1"/>
          <p:nvPr/>
        </p:nvSpPr>
        <p:spPr>
          <a:xfrm>
            <a:off x="1508760" y="3822192"/>
            <a:ext cx="2185416" cy="746760"/>
          </a:xfrm>
          <a:prstGeom prst="rect">
            <a:avLst/>
          </a:prstGeom>
          <a:noFill/>
          <a:ln/>
        </p:spPr>
        <p:txBody>
          <a:bodyPr wrap="square" lIns="0" tIns="0" rIns="0" bIns="0" rtlCol="0" anchor="ctr"/>
          <a:lstStyle/>
          <a:p>
            <a:pPr algn="l" indent="0" marL="0">
              <a:buNone/>
            </a:pPr>
            <a:r>
              <a:rPr lang="en-US" sz="1400" dirty="0">
                <a:solidFill>
                  <a:schemeClr val="tx1"/>
                </a:solidFill>
              </a:rPr>
              <a:t>Vous partez, vous revoyez la personne cet après-midi.</a:t>
            </a:r>
            <a:endParaRPr lang="en-US" sz="1400" dirty="0"/>
          </a:p>
        </p:txBody>
      </p:sp>
      <p:sp>
        <p:nvSpPr>
          <p:cNvPr id="33" name="Shape 27"/>
          <p:cNvSpPr/>
          <p:nvPr/>
        </p:nvSpPr>
        <p:spPr>
          <a:xfrm>
            <a:off x="3739896" y="3913632"/>
            <a:ext cx="2148840" cy="563880"/>
          </a:xfrm>
          <a:prstGeom prst="roundRect">
            <a:avLst>
              <a:gd name="adj" fmla="val 12973"/>
            </a:avLst>
          </a:prstGeom>
          <a:solidFill>
            <a:srgbClr val="FFFFFF"/>
          </a:solidFill>
          <a:ln w="12700">
            <a:solidFill>
              <a:srgbClr val="D5DCE6"/>
            </a:solidFill>
            <a:prstDash val="solid"/>
          </a:ln>
        </p:spPr>
      </p:sp>
      <p:sp>
        <p:nvSpPr>
          <p:cNvPr id="34" name="Shape 28"/>
          <p:cNvSpPr/>
          <p:nvPr/>
        </p:nvSpPr>
        <p:spPr>
          <a:xfrm>
            <a:off x="548640" y="4660392"/>
            <a:ext cx="5431536" cy="746760"/>
          </a:xfrm>
          <a:prstGeom prst="roundRect">
            <a:avLst>
              <a:gd name="adj" fmla="val 9796"/>
            </a:avLst>
          </a:prstGeom>
          <a:solidFill>
            <a:schemeClr val="bg2"/>
          </a:solidFill>
          <a:ln w="9525">
            <a:solidFill>
              <a:srgbClr val="D5DCE6"/>
            </a:solidFill>
            <a:prstDash val="solid"/>
          </a:ln>
        </p:spPr>
      </p:sp>
      <p:sp>
        <p:nvSpPr>
          <p:cNvPr id="35" name="Text 29"/>
          <p:cNvSpPr txBox="1"/>
          <p:nvPr/>
        </p:nvSpPr>
        <p:spPr>
          <a:xfrm>
            <a:off x="640080" y="4660392"/>
            <a:ext cx="320040" cy="746760"/>
          </a:xfrm>
          <a:prstGeom prst="rect">
            <a:avLst/>
          </a:prstGeom>
          <a:noFill/>
          <a:ln/>
        </p:spPr>
        <p:txBody>
          <a:bodyPr wrap="square" lIns="0" tIns="0" rIns="0" bIns="0" rtlCol="0" anchor="ctr"/>
          <a:lstStyle/>
          <a:p>
            <a:pPr algn="l" indent="0" marL="0">
              <a:buNone/>
            </a:pPr>
            <a:r>
              <a:rPr lang="en-US" sz="1500" b="1" dirty="0">
                <a:solidFill>
                  <a:schemeClr val="accent5"/>
                </a:solidFill>
              </a:rPr>
              <a:t>3</a:t>
            </a:r>
            <a:endParaRPr lang="en-US" sz="1500" dirty="0"/>
          </a:p>
        </p:txBody>
      </p:sp>
      <p:pic>
        <p:nvPicPr>
          <p:cNvPr id="36" name="Image 3" descr="folded hands">    </p:cNvPr>
          <p:cNvPicPr>
            <a:picLocks noChangeAspect="1"/>
          </p:cNvPicPr>
          <p:nvPr/>
        </p:nvPicPr>
        <p:blipFill>
          <a:blip r:embed="rId4"/>
          <a:stretch>
            <a:fillRect/>
          </a:stretch>
        </p:blipFill>
        <p:spPr>
          <a:xfrm>
            <a:off x="960120" y="4805172"/>
            <a:ext cx="457200" cy="457200"/>
          </a:xfrm>
          <a:prstGeom prst="rect">
            <a:avLst/>
          </a:prstGeom>
        </p:spPr>
      </p:pic>
      <p:sp>
        <p:nvSpPr>
          <p:cNvPr id="37" name="Text 30"/>
          <p:cNvSpPr txBox="1"/>
          <p:nvPr/>
        </p:nvSpPr>
        <p:spPr>
          <a:xfrm>
            <a:off x="1508760" y="4660392"/>
            <a:ext cx="2185416" cy="746760"/>
          </a:xfrm>
          <a:prstGeom prst="rect">
            <a:avLst/>
          </a:prstGeom>
          <a:noFill/>
          <a:ln/>
        </p:spPr>
        <p:txBody>
          <a:bodyPr wrap="square" lIns="0" tIns="0" rIns="0" bIns="0" rtlCol="0" anchor="ctr"/>
          <a:lstStyle/>
          <a:p>
            <a:pPr algn="l" indent="0" marL="0">
              <a:buNone/>
            </a:pPr>
            <a:r>
              <a:rPr lang="en-US" sz="1400" dirty="0">
                <a:solidFill>
                  <a:schemeClr val="tx1"/>
                </a:solidFill>
              </a:rPr>
              <a:t>On vous dit </a:t>
            </a:r>
            <a:r>
              <a:rPr lang="en-US" sz="1400" i="1" dirty="0">
                <a:solidFill>
                  <a:schemeClr val="tx1"/>
                </a:solidFill>
              </a:rPr>
              <a:t>Dank je wel!</a:t>
            </a:r>
            <a:endParaRPr lang="en-US" sz="1400" dirty="0"/>
          </a:p>
        </p:txBody>
      </p:sp>
      <p:sp>
        <p:nvSpPr>
          <p:cNvPr id="38" name="Shape 31"/>
          <p:cNvSpPr/>
          <p:nvPr/>
        </p:nvSpPr>
        <p:spPr>
          <a:xfrm>
            <a:off x="3739896" y="4751832"/>
            <a:ext cx="2148840" cy="563880"/>
          </a:xfrm>
          <a:prstGeom prst="roundRect">
            <a:avLst>
              <a:gd name="adj" fmla="val 12973"/>
            </a:avLst>
          </a:prstGeom>
          <a:solidFill>
            <a:srgbClr val="FFFFFF"/>
          </a:solidFill>
          <a:ln w="12700">
            <a:solidFill>
              <a:srgbClr val="D5DCE6"/>
            </a:solidFill>
            <a:prstDash val="solid"/>
          </a:ln>
        </p:spPr>
      </p:sp>
      <p:sp>
        <p:nvSpPr>
          <p:cNvPr id="39" name="Shape 32"/>
          <p:cNvSpPr/>
          <p:nvPr/>
        </p:nvSpPr>
        <p:spPr>
          <a:xfrm>
            <a:off x="548640" y="5498592"/>
            <a:ext cx="5431536" cy="746760"/>
          </a:xfrm>
          <a:prstGeom prst="roundRect">
            <a:avLst>
              <a:gd name="adj" fmla="val 9796"/>
            </a:avLst>
          </a:prstGeom>
          <a:solidFill>
            <a:schemeClr val="bg1"/>
          </a:solidFill>
          <a:ln w="9525">
            <a:solidFill>
              <a:srgbClr val="D5DCE6"/>
            </a:solidFill>
            <a:prstDash val="solid"/>
          </a:ln>
        </p:spPr>
      </p:sp>
      <p:sp>
        <p:nvSpPr>
          <p:cNvPr id="40" name="Text 33"/>
          <p:cNvSpPr txBox="1"/>
          <p:nvPr/>
        </p:nvSpPr>
        <p:spPr>
          <a:xfrm>
            <a:off x="640080" y="5498592"/>
            <a:ext cx="320040" cy="746760"/>
          </a:xfrm>
          <a:prstGeom prst="rect">
            <a:avLst/>
          </a:prstGeom>
          <a:noFill/>
          <a:ln/>
        </p:spPr>
        <p:txBody>
          <a:bodyPr wrap="square" lIns="0" tIns="0" rIns="0" bIns="0" rtlCol="0" anchor="ctr"/>
          <a:lstStyle/>
          <a:p>
            <a:pPr algn="l" indent="0" marL="0">
              <a:buNone/>
            </a:pPr>
            <a:r>
              <a:rPr lang="en-US" sz="1500" b="1" dirty="0">
                <a:solidFill>
                  <a:schemeClr val="accent5"/>
                </a:solidFill>
              </a:rPr>
              <a:t>4</a:t>
            </a:r>
            <a:endParaRPr lang="en-US" sz="1500" dirty="0"/>
          </a:p>
        </p:txBody>
      </p:sp>
      <p:pic>
        <p:nvPicPr>
          <p:cNvPr id="41" name="Image 4" descr="confused face">    </p:cNvPr>
          <p:cNvPicPr>
            <a:picLocks noChangeAspect="1"/>
          </p:cNvPicPr>
          <p:nvPr/>
        </p:nvPicPr>
        <p:blipFill>
          <a:blip r:embed="rId5"/>
          <a:stretch>
            <a:fillRect/>
          </a:stretch>
        </p:blipFill>
        <p:spPr>
          <a:xfrm>
            <a:off x="960120" y="5643372"/>
            <a:ext cx="457200" cy="457200"/>
          </a:xfrm>
          <a:prstGeom prst="rect">
            <a:avLst/>
          </a:prstGeom>
        </p:spPr>
      </p:pic>
      <p:sp>
        <p:nvSpPr>
          <p:cNvPr id="42" name="Text 34"/>
          <p:cNvSpPr txBox="1"/>
          <p:nvPr/>
        </p:nvSpPr>
        <p:spPr>
          <a:xfrm>
            <a:off x="1508760" y="5498592"/>
            <a:ext cx="2185416" cy="746760"/>
          </a:xfrm>
          <a:prstGeom prst="rect">
            <a:avLst/>
          </a:prstGeom>
          <a:noFill/>
          <a:ln/>
        </p:spPr>
        <p:txBody>
          <a:bodyPr wrap="square" lIns="0" tIns="0" rIns="0" bIns="0" rtlCol="0" anchor="ctr"/>
          <a:lstStyle/>
          <a:p>
            <a:pPr algn="l" indent="0" marL="0">
              <a:buNone/>
            </a:pPr>
            <a:r>
              <a:rPr lang="en-US" sz="1400" dirty="0">
                <a:solidFill>
                  <a:schemeClr val="tx1"/>
                </a:solidFill>
              </a:rPr>
              <a:t>Vous n’avez pas compris la phrase.</a:t>
            </a:r>
            <a:endParaRPr lang="en-US" sz="1400" dirty="0"/>
          </a:p>
        </p:txBody>
      </p:sp>
      <p:sp>
        <p:nvSpPr>
          <p:cNvPr id="43" name="Shape 35"/>
          <p:cNvSpPr/>
          <p:nvPr/>
        </p:nvSpPr>
        <p:spPr>
          <a:xfrm>
            <a:off x="3739896" y="5590032"/>
            <a:ext cx="2148840" cy="563880"/>
          </a:xfrm>
          <a:prstGeom prst="roundRect">
            <a:avLst>
              <a:gd name="adj" fmla="val 12973"/>
            </a:avLst>
          </a:prstGeom>
          <a:solidFill>
            <a:srgbClr val="FFFFFF"/>
          </a:solidFill>
          <a:ln w="12700">
            <a:solidFill>
              <a:srgbClr val="D5DCE6"/>
            </a:solidFill>
            <a:prstDash val="solid"/>
          </a:ln>
        </p:spPr>
      </p:sp>
      <p:sp>
        <p:nvSpPr>
          <p:cNvPr id="44" name="Shape 36"/>
          <p:cNvSpPr/>
          <p:nvPr/>
        </p:nvSpPr>
        <p:spPr>
          <a:xfrm>
            <a:off x="6208776" y="2983992"/>
            <a:ext cx="5431536" cy="746760"/>
          </a:xfrm>
          <a:prstGeom prst="roundRect">
            <a:avLst>
              <a:gd name="adj" fmla="val 9796"/>
            </a:avLst>
          </a:prstGeom>
          <a:solidFill>
            <a:schemeClr val="bg2"/>
          </a:solidFill>
          <a:ln w="9525">
            <a:solidFill>
              <a:srgbClr val="D5DCE6"/>
            </a:solidFill>
            <a:prstDash val="solid"/>
          </a:ln>
        </p:spPr>
      </p:sp>
      <p:sp>
        <p:nvSpPr>
          <p:cNvPr id="45" name="Text 37"/>
          <p:cNvSpPr txBox="1"/>
          <p:nvPr/>
        </p:nvSpPr>
        <p:spPr>
          <a:xfrm>
            <a:off x="6300216" y="2983992"/>
            <a:ext cx="320040" cy="746760"/>
          </a:xfrm>
          <a:prstGeom prst="rect">
            <a:avLst/>
          </a:prstGeom>
          <a:noFill/>
          <a:ln/>
        </p:spPr>
        <p:txBody>
          <a:bodyPr wrap="square" lIns="0" tIns="0" rIns="0" bIns="0" rtlCol="0" anchor="ctr"/>
          <a:lstStyle/>
          <a:p>
            <a:pPr algn="l" indent="0" marL="0">
              <a:buNone/>
            </a:pPr>
            <a:r>
              <a:rPr lang="en-US" sz="1500" b="1" dirty="0">
                <a:solidFill>
                  <a:schemeClr val="accent5"/>
                </a:solidFill>
              </a:rPr>
              <a:t>5</a:t>
            </a:r>
            <a:endParaRPr lang="en-US" sz="1500" dirty="0"/>
          </a:p>
        </p:txBody>
      </p:sp>
      <p:pic>
        <p:nvPicPr>
          <p:cNvPr id="46" name="Image 5" descr="pencil">    </p:cNvPr>
          <p:cNvPicPr>
            <a:picLocks noChangeAspect="1"/>
          </p:cNvPicPr>
          <p:nvPr/>
        </p:nvPicPr>
        <p:blipFill>
          <a:blip r:embed="rId6"/>
          <a:stretch>
            <a:fillRect/>
          </a:stretch>
        </p:blipFill>
        <p:spPr>
          <a:xfrm>
            <a:off x="6620256" y="3128772"/>
            <a:ext cx="457200" cy="457200"/>
          </a:xfrm>
          <a:prstGeom prst="rect">
            <a:avLst/>
          </a:prstGeom>
        </p:spPr>
      </p:pic>
      <p:sp>
        <p:nvSpPr>
          <p:cNvPr id="47" name="Text 38"/>
          <p:cNvSpPr txBox="1"/>
          <p:nvPr/>
        </p:nvSpPr>
        <p:spPr>
          <a:xfrm>
            <a:off x="7168896" y="2983992"/>
            <a:ext cx="2185416" cy="746760"/>
          </a:xfrm>
          <a:prstGeom prst="rect">
            <a:avLst/>
          </a:prstGeom>
          <a:noFill/>
          <a:ln/>
        </p:spPr>
        <p:txBody>
          <a:bodyPr wrap="square" lIns="0" tIns="0" rIns="0" bIns="0" rtlCol="0" anchor="ctr"/>
          <a:lstStyle/>
          <a:p>
            <a:pPr algn="l" indent="0" marL="0">
              <a:buNone/>
            </a:pPr>
            <a:r>
              <a:rPr lang="en-US" sz="1400" dirty="0">
                <a:solidFill>
                  <a:schemeClr val="tx1"/>
                </a:solidFill>
              </a:rPr>
              <a:t>Vous ne savez pas écrire le dernier mot (un nom de famille).</a:t>
            </a:r>
            <a:endParaRPr lang="en-US" sz="1400" dirty="0"/>
          </a:p>
        </p:txBody>
      </p:sp>
      <p:sp>
        <p:nvSpPr>
          <p:cNvPr id="48" name="Shape 39"/>
          <p:cNvSpPr/>
          <p:nvPr/>
        </p:nvSpPr>
        <p:spPr>
          <a:xfrm>
            <a:off x="9400032" y="3075432"/>
            <a:ext cx="2148840" cy="563880"/>
          </a:xfrm>
          <a:prstGeom prst="roundRect">
            <a:avLst>
              <a:gd name="adj" fmla="val 12973"/>
            </a:avLst>
          </a:prstGeom>
          <a:solidFill>
            <a:srgbClr val="FFFFFF"/>
          </a:solidFill>
          <a:ln w="12700">
            <a:solidFill>
              <a:srgbClr val="D5DCE6"/>
            </a:solidFill>
            <a:prstDash val="solid"/>
          </a:ln>
        </p:spPr>
      </p:sp>
      <p:sp>
        <p:nvSpPr>
          <p:cNvPr id="49" name="Shape 40"/>
          <p:cNvSpPr/>
          <p:nvPr/>
        </p:nvSpPr>
        <p:spPr>
          <a:xfrm>
            <a:off x="6208776" y="3822192"/>
            <a:ext cx="5431536" cy="746760"/>
          </a:xfrm>
          <a:prstGeom prst="roundRect">
            <a:avLst>
              <a:gd name="adj" fmla="val 9796"/>
            </a:avLst>
          </a:prstGeom>
          <a:solidFill>
            <a:schemeClr val="bg1"/>
          </a:solidFill>
          <a:ln w="9525">
            <a:solidFill>
              <a:srgbClr val="D5DCE6"/>
            </a:solidFill>
            <a:prstDash val="solid"/>
          </a:ln>
        </p:spPr>
      </p:sp>
      <p:sp>
        <p:nvSpPr>
          <p:cNvPr id="50" name="Text 41"/>
          <p:cNvSpPr txBox="1"/>
          <p:nvPr/>
        </p:nvSpPr>
        <p:spPr>
          <a:xfrm>
            <a:off x="6300216" y="3822192"/>
            <a:ext cx="320040" cy="746760"/>
          </a:xfrm>
          <a:prstGeom prst="rect">
            <a:avLst/>
          </a:prstGeom>
          <a:noFill/>
          <a:ln/>
        </p:spPr>
        <p:txBody>
          <a:bodyPr wrap="square" lIns="0" tIns="0" rIns="0" bIns="0" rtlCol="0" anchor="ctr"/>
          <a:lstStyle/>
          <a:p>
            <a:pPr algn="l" indent="0" marL="0">
              <a:buNone/>
            </a:pPr>
            <a:r>
              <a:rPr lang="en-US" sz="1500" b="1" dirty="0">
                <a:solidFill>
                  <a:schemeClr val="accent5"/>
                </a:solidFill>
              </a:rPr>
              <a:t>6</a:t>
            </a:r>
            <a:endParaRPr lang="en-US" sz="1500" dirty="0"/>
          </a:p>
        </p:txBody>
      </p:sp>
      <p:pic>
        <p:nvPicPr>
          <p:cNvPr id="51" name="Image 6" descr="handshake">    </p:cNvPr>
          <p:cNvPicPr>
            <a:picLocks noChangeAspect="1"/>
          </p:cNvPicPr>
          <p:nvPr/>
        </p:nvPicPr>
        <p:blipFill>
          <a:blip r:embed="rId7"/>
          <a:stretch>
            <a:fillRect/>
          </a:stretch>
        </p:blipFill>
        <p:spPr>
          <a:xfrm>
            <a:off x="6620256" y="3966972"/>
            <a:ext cx="457200" cy="457200"/>
          </a:xfrm>
          <a:prstGeom prst="rect">
            <a:avLst/>
          </a:prstGeom>
        </p:spPr>
      </p:pic>
      <p:sp>
        <p:nvSpPr>
          <p:cNvPr id="52" name="Text 42"/>
          <p:cNvSpPr txBox="1"/>
          <p:nvPr/>
        </p:nvSpPr>
        <p:spPr>
          <a:xfrm>
            <a:off x="7168896" y="3822192"/>
            <a:ext cx="2185416" cy="746760"/>
          </a:xfrm>
          <a:prstGeom prst="rect">
            <a:avLst/>
          </a:prstGeom>
          <a:noFill/>
          <a:ln/>
        </p:spPr>
        <p:txBody>
          <a:bodyPr wrap="square" lIns="0" tIns="0" rIns="0" bIns="0" rtlCol="0" anchor="ctr"/>
          <a:lstStyle/>
          <a:p>
            <a:pPr algn="l" indent="0" marL="0">
              <a:buNone/>
            </a:pPr>
            <a:r>
              <a:rPr lang="en-US" sz="1400" dirty="0">
                <a:solidFill>
                  <a:schemeClr val="tx1"/>
                </a:solidFill>
              </a:rPr>
              <a:t>On vous présente quelqu’un.</a:t>
            </a:r>
            <a:endParaRPr lang="en-US" sz="1400" dirty="0"/>
          </a:p>
        </p:txBody>
      </p:sp>
      <p:sp>
        <p:nvSpPr>
          <p:cNvPr id="53" name="Shape 43"/>
          <p:cNvSpPr/>
          <p:nvPr/>
        </p:nvSpPr>
        <p:spPr>
          <a:xfrm>
            <a:off x="9400032" y="3913632"/>
            <a:ext cx="2148840" cy="563880"/>
          </a:xfrm>
          <a:prstGeom prst="roundRect">
            <a:avLst>
              <a:gd name="adj" fmla="val 12973"/>
            </a:avLst>
          </a:prstGeom>
          <a:solidFill>
            <a:srgbClr val="FFFFFF"/>
          </a:solidFill>
          <a:ln w="12700">
            <a:solidFill>
              <a:srgbClr val="D5DCE6"/>
            </a:solidFill>
            <a:prstDash val="solid"/>
          </a:ln>
        </p:spPr>
      </p:sp>
      <p:sp>
        <p:nvSpPr>
          <p:cNvPr id="54" name="Shape 44"/>
          <p:cNvSpPr/>
          <p:nvPr/>
        </p:nvSpPr>
        <p:spPr>
          <a:xfrm>
            <a:off x="6208776" y="4660392"/>
            <a:ext cx="5431536" cy="746760"/>
          </a:xfrm>
          <a:prstGeom prst="roundRect">
            <a:avLst>
              <a:gd name="adj" fmla="val 9796"/>
            </a:avLst>
          </a:prstGeom>
          <a:solidFill>
            <a:schemeClr val="bg2"/>
          </a:solidFill>
          <a:ln w="9525">
            <a:solidFill>
              <a:srgbClr val="D5DCE6"/>
            </a:solidFill>
            <a:prstDash val="solid"/>
          </a:ln>
        </p:spPr>
      </p:sp>
      <p:sp>
        <p:nvSpPr>
          <p:cNvPr id="55" name="Text 45"/>
          <p:cNvSpPr txBox="1"/>
          <p:nvPr/>
        </p:nvSpPr>
        <p:spPr>
          <a:xfrm>
            <a:off x="6300216" y="4660392"/>
            <a:ext cx="320040" cy="746760"/>
          </a:xfrm>
          <a:prstGeom prst="rect">
            <a:avLst/>
          </a:prstGeom>
          <a:noFill/>
          <a:ln/>
        </p:spPr>
        <p:txBody>
          <a:bodyPr wrap="square" lIns="0" tIns="0" rIns="0" bIns="0" rtlCol="0" anchor="ctr"/>
          <a:lstStyle/>
          <a:p>
            <a:pPr algn="l" indent="0" marL="0">
              <a:buNone/>
            </a:pPr>
            <a:r>
              <a:rPr lang="en-US" sz="1500" b="1" dirty="0">
                <a:solidFill>
                  <a:schemeClr val="accent5"/>
                </a:solidFill>
              </a:rPr>
              <a:t>7</a:t>
            </a:r>
            <a:endParaRPr lang="en-US" sz="1500" dirty="0"/>
          </a:p>
        </p:txBody>
      </p:sp>
      <p:pic>
        <p:nvPicPr>
          <p:cNvPr id="56" name="Image 7" descr="slightly smiling face">    </p:cNvPr>
          <p:cNvPicPr>
            <a:picLocks noChangeAspect="1"/>
          </p:cNvPicPr>
          <p:nvPr/>
        </p:nvPicPr>
        <p:blipFill>
          <a:blip r:embed="rId8"/>
          <a:stretch>
            <a:fillRect/>
          </a:stretch>
        </p:blipFill>
        <p:spPr>
          <a:xfrm>
            <a:off x="6620256" y="4805172"/>
            <a:ext cx="457200" cy="457200"/>
          </a:xfrm>
          <a:prstGeom prst="rect">
            <a:avLst/>
          </a:prstGeom>
        </p:spPr>
      </p:pic>
      <p:sp>
        <p:nvSpPr>
          <p:cNvPr id="57" name="Text 46"/>
          <p:cNvSpPr txBox="1"/>
          <p:nvPr/>
        </p:nvSpPr>
        <p:spPr>
          <a:xfrm>
            <a:off x="7168896" y="4660392"/>
            <a:ext cx="2185416" cy="746760"/>
          </a:xfrm>
          <a:prstGeom prst="rect">
            <a:avLst/>
          </a:prstGeom>
          <a:noFill/>
          <a:ln/>
        </p:spPr>
        <p:txBody>
          <a:bodyPr wrap="square" lIns="0" tIns="0" rIns="0" bIns="0" rtlCol="0" anchor="ctr"/>
          <a:lstStyle/>
          <a:p>
            <a:pPr algn="l" indent="0" marL="0">
              <a:buNone/>
            </a:pPr>
            <a:r>
              <a:rPr lang="en-US" sz="1400" dirty="0">
                <a:solidFill>
                  <a:schemeClr val="tx1"/>
                </a:solidFill>
              </a:rPr>
              <a:t>On vous demande </a:t>
            </a:r>
            <a:r>
              <a:rPr lang="en-US" sz="1400" i="1" dirty="0">
                <a:solidFill>
                  <a:schemeClr val="tx1"/>
                </a:solidFill>
              </a:rPr>
              <a:t>Hoe gaat het?</a:t>
            </a:r>
            <a:endParaRPr lang="en-US" sz="1400" dirty="0"/>
          </a:p>
        </p:txBody>
      </p:sp>
      <p:sp>
        <p:nvSpPr>
          <p:cNvPr id="58" name="Shape 47"/>
          <p:cNvSpPr/>
          <p:nvPr/>
        </p:nvSpPr>
        <p:spPr>
          <a:xfrm>
            <a:off x="9400032" y="4751832"/>
            <a:ext cx="2148840" cy="563880"/>
          </a:xfrm>
          <a:prstGeom prst="roundRect">
            <a:avLst>
              <a:gd name="adj" fmla="val 12973"/>
            </a:avLst>
          </a:prstGeom>
          <a:solidFill>
            <a:srgbClr val="FFFFFF"/>
          </a:solidFill>
          <a:ln w="12700">
            <a:solidFill>
              <a:srgbClr val="D5DCE6"/>
            </a:solidFill>
            <a:prstDash val="solid"/>
          </a:ln>
        </p:spPr>
      </p:sp>
      <p:sp>
        <p:nvSpPr>
          <p:cNvPr id="59" name="Shape 48"/>
          <p:cNvSpPr/>
          <p:nvPr/>
        </p:nvSpPr>
        <p:spPr>
          <a:xfrm>
            <a:off x="6208776" y="5498592"/>
            <a:ext cx="5431536" cy="746760"/>
          </a:xfrm>
          <a:prstGeom prst="roundRect">
            <a:avLst>
              <a:gd name="adj" fmla="val 9796"/>
            </a:avLst>
          </a:prstGeom>
          <a:solidFill>
            <a:schemeClr val="bg1"/>
          </a:solidFill>
          <a:ln w="9525">
            <a:solidFill>
              <a:srgbClr val="D5DCE6"/>
            </a:solidFill>
            <a:prstDash val="solid"/>
          </a:ln>
        </p:spPr>
      </p:sp>
      <p:sp>
        <p:nvSpPr>
          <p:cNvPr id="60" name="Text 49"/>
          <p:cNvSpPr txBox="1"/>
          <p:nvPr/>
        </p:nvSpPr>
        <p:spPr>
          <a:xfrm>
            <a:off x="6300216" y="5498592"/>
            <a:ext cx="320040" cy="746760"/>
          </a:xfrm>
          <a:prstGeom prst="rect">
            <a:avLst/>
          </a:prstGeom>
          <a:noFill/>
          <a:ln/>
        </p:spPr>
        <p:txBody>
          <a:bodyPr wrap="square" lIns="0" tIns="0" rIns="0" bIns="0" rtlCol="0" anchor="ctr"/>
          <a:lstStyle/>
          <a:p>
            <a:pPr algn="l" indent="0" marL="0">
              <a:buNone/>
            </a:pPr>
            <a:r>
              <a:rPr lang="en-US" sz="1500" b="1" dirty="0">
                <a:solidFill>
                  <a:schemeClr val="accent5"/>
                </a:solidFill>
              </a:rPr>
              <a:t>8</a:t>
            </a:r>
            <a:endParaRPr lang="en-US" sz="1500" dirty="0"/>
          </a:p>
        </p:txBody>
      </p:sp>
      <p:pic>
        <p:nvPicPr>
          <p:cNvPr id="61" name="Image 8" descr="turtle">    </p:cNvPr>
          <p:cNvPicPr>
            <a:picLocks noChangeAspect="1"/>
          </p:cNvPicPr>
          <p:nvPr/>
        </p:nvPicPr>
        <p:blipFill>
          <a:blip r:embed="rId9"/>
          <a:stretch>
            <a:fillRect/>
          </a:stretch>
        </p:blipFill>
        <p:spPr>
          <a:xfrm>
            <a:off x="6620256" y="5643372"/>
            <a:ext cx="457200" cy="457200"/>
          </a:xfrm>
          <a:prstGeom prst="rect">
            <a:avLst/>
          </a:prstGeom>
        </p:spPr>
      </p:pic>
      <p:sp>
        <p:nvSpPr>
          <p:cNvPr id="62" name="Text 50"/>
          <p:cNvSpPr txBox="1"/>
          <p:nvPr/>
        </p:nvSpPr>
        <p:spPr>
          <a:xfrm>
            <a:off x="7168896" y="5498592"/>
            <a:ext cx="2185416" cy="746760"/>
          </a:xfrm>
          <a:prstGeom prst="rect">
            <a:avLst/>
          </a:prstGeom>
          <a:noFill/>
          <a:ln/>
        </p:spPr>
        <p:txBody>
          <a:bodyPr wrap="square" lIns="0" tIns="0" rIns="0" bIns="0" rtlCol="0" anchor="ctr"/>
          <a:lstStyle/>
          <a:p>
            <a:pPr algn="l" indent="0" marL="0">
              <a:buNone/>
            </a:pPr>
            <a:r>
              <a:rPr lang="en-US" sz="1400" dirty="0">
                <a:solidFill>
                  <a:schemeClr val="tx1"/>
                </a:solidFill>
              </a:rPr>
              <a:t>La personne parle trop vite.</a:t>
            </a:r>
            <a:endParaRPr lang="en-US" sz="1400" dirty="0"/>
          </a:p>
        </p:txBody>
      </p:sp>
      <p:sp>
        <p:nvSpPr>
          <p:cNvPr id="63" name="Shape 51"/>
          <p:cNvSpPr/>
          <p:nvPr/>
        </p:nvSpPr>
        <p:spPr>
          <a:xfrm>
            <a:off x="9400032" y="5590032"/>
            <a:ext cx="2148840" cy="563880"/>
          </a:xfrm>
          <a:prstGeom prst="roundRect">
            <a:avLst>
              <a:gd name="adj" fmla="val 12973"/>
            </a:avLst>
          </a:prstGeom>
          <a:solidFill>
            <a:srgbClr val="FFFFFF"/>
          </a:solidFill>
          <a:ln w="12700">
            <a:solidFill>
              <a:srgbClr val="D5DCE6"/>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Le bon bloc au bon moment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Quel bloc dites-vous ? Choisissez dans la banque.</a:t>
            </a:r>
            <a:endParaRPr lang="en-US" sz="1700" dirty="0"/>
          </a:p>
        </p:txBody>
      </p:sp>
      <p:sp>
        <p:nvSpPr>
          <p:cNvPr id="9" name="Shape 5"/>
          <p:cNvSpPr/>
          <p:nvPr/>
        </p:nvSpPr>
        <p:spPr>
          <a:xfrm>
            <a:off x="548640" y="1978152"/>
            <a:ext cx="5431536" cy="998220"/>
          </a:xfrm>
          <a:prstGeom prst="roundRect">
            <a:avLst>
              <a:gd name="adj" fmla="val 7328"/>
            </a:avLst>
          </a:prstGeom>
          <a:solidFill>
            <a:schemeClr val="bg2"/>
          </a:solidFill>
          <a:ln w="9525">
            <a:solidFill>
              <a:srgbClr val="D5DCE6"/>
            </a:solidFill>
            <a:prstDash val="solid"/>
          </a:ln>
        </p:spPr>
      </p:sp>
      <p:sp>
        <p:nvSpPr>
          <p:cNvPr id="10" name="Text 6"/>
          <p:cNvSpPr txBox="1"/>
          <p:nvPr/>
        </p:nvSpPr>
        <p:spPr>
          <a:xfrm>
            <a:off x="640080" y="1978152"/>
            <a:ext cx="320040" cy="998220"/>
          </a:xfrm>
          <a:prstGeom prst="rect">
            <a:avLst/>
          </a:prstGeom>
          <a:noFill/>
          <a:ln/>
        </p:spPr>
        <p:txBody>
          <a:bodyPr wrap="square" lIns="0" tIns="0" rIns="0" bIns="0" rtlCol="0" anchor="ctr"/>
          <a:lstStyle/>
          <a:p>
            <a:pPr algn="l" indent="0" marL="0">
              <a:buNone/>
            </a:pPr>
            <a:r>
              <a:rPr lang="en-US" sz="1500" b="1" dirty="0">
                <a:solidFill>
                  <a:schemeClr val="accent5"/>
                </a:solidFill>
              </a:rPr>
              <a:t>1</a:t>
            </a:r>
            <a:endParaRPr lang="en-US" sz="1500" dirty="0"/>
          </a:p>
        </p:txBody>
      </p:sp>
      <p:pic>
        <p:nvPicPr>
          <p:cNvPr id="11" name="Image 1" descr="alarm clock">    </p:cNvPr>
          <p:cNvPicPr>
            <a:picLocks noChangeAspect="1"/>
          </p:cNvPicPr>
          <p:nvPr/>
        </p:nvPicPr>
        <p:blipFill>
          <a:blip r:embed="rId2"/>
          <a:stretch>
            <a:fillRect/>
          </a:stretch>
        </p:blipFill>
        <p:spPr>
          <a:xfrm>
            <a:off x="960120" y="2248662"/>
            <a:ext cx="457200" cy="457200"/>
          </a:xfrm>
          <a:prstGeom prst="rect">
            <a:avLst/>
          </a:prstGeom>
        </p:spPr>
      </p:pic>
      <p:sp>
        <p:nvSpPr>
          <p:cNvPr id="12" name="Text 7"/>
          <p:cNvSpPr txBox="1"/>
          <p:nvPr/>
        </p:nvSpPr>
        <p:spPr>
          <a:xfrm>
            <a:off x="1508760" y="1978152"/>
            <a:ext cx="2185416" cy="998220"/>
          </a:xfrm>
          <a:prstGeom prst="rect">
            <a:avLst/>
          </a:prstGeom>
          <a:noFill/>
          <a:ln/>
        </p:spPr>
        <p:txBody>
          <a:bodyPr wrap="square" lIns="0" tIns="0" rIns="0" bIns="0" rtlCol="0" anchor="ctr"/>
          <a:lstStyle/>
          <a:p>
            <a:pPr algn="l" indent="0" marL="0">
              <a:buNone/>
            </a:pPr>
            <a:r>
              <a:rPr lang="en-US" sz="1400" dirty="0">
                <a:solidFill>
                  <a:schemeClr val="tx1"/>
                </a:solidFill>
              </a:rPr>
              <a:t>Vous arrivez au cours à 9 h.</a:t>
            </a:r>
            <a:endParaRPr lang="en-US" sz="1400" dirty="0"/>
          </a:p>
        </p:txBody>
      </p:sp>
      <p:sp>
        <p:nvSpPr>
          <p:cNvPr id="13" name="Shape 8"/>
          <p:cNvSpPr/>
          <p:nvPr/>
        </p:nvSpPr>
        <p:spPr>
          <a:xfrm>
            <a:off x="3739896" y="2069592"/>
            <a:ext cx="2148840" cy="815340"/>
          </a:xfrm>
          <a:prstGeom prst="roundRect">
            <a:avLst>
              <a:gd name="adj" fmla="val 8972"/>
            </a:avLst>
          </a:prstGeom>
          <a:solidFill>
            <a:schemeClr val="accent1"/>
          </a:solidFill>
          <a:ln w="12700">
            <a:solidFill>
              <a:srgbClr val="FFFFFF">
                <a:alpha val="0"/>
              </a:srgbClr>
            </a:solidFill>
            <a:prstDash val="solid"/>
          </a:ln>
        </p:spPr>
      </p:sp>
      <p:sp>
        <p:nvSpPr>
          <p:cNvPr id="14" name="Text 9"/>
          <p:cNvSpPr txBox="1"/>
          <p:nvPr/>
        </p:nvSpPr>
        <p:spPr>
          <a:xfrm>
            <a:off x="3785616" y="2069592"/>
            <a:ext cx="2057400" cy="815340"/>
          </a:xfrm>
          <a:prstGeom prst="rect">
            <a:avLst/>
          </a:prstGeom>
          <a:noFill/>
          <a:ln/>
        </p:spPr>
        <p:txBody>
          <a:bodyPr wrap="square" lIns="0" tIns="0" rIns="0" bIns="0" rtlCol="0" anchor="ctr"/>
          <a:lstStyle/>
          <a:p>
            <a:pPr algn="ctr" indent="0" marL="0">
              <a:buNone/>
            </a:pPr>
            <a:r>
              <a:rPr lang="en-US" sz="1400" b="1" i="1" dirty="0">
                <a:solidFill>
                  <a:schemeClr val="bg1"/>
                </a:solidFill>
              </a:rPr>
              <a:t>Goedemorgen!</a:t>
            </a:r>
            <a:endParaRPr lang="en-US" sz="1400" dirty="0"/>
          </a:p>
        </p:txBody>
      </p:sp>
      <p:sp>
        <p:nvSpPr>
          <p:cNvPr id="15" name="Shape 10"/>
          <p:cNvSpPr/>
          <p:nvPr/>
        </p:nvSpPr>
        <p:spPr>
          <a:xfrm>
            <a:off x="548640" y="3067812"/>
            <a:ext cx="5431536" cy="998220"/>
          </a:xfrm>
          <a:prstGeom prst="roundRect">
            <a:avLst>
              <a:gd name="adj" fmla="val 7328"/>
            </a:avLst>
          </a:prstGeom>
          <a:solidFill>
            <a:schemeClr val="bg1"/>
          </a:solidFill>
          <a:ln w="9525">
            <a:solidFill>
              <a:srgbClr val="D5DCE6"/>
            </a:solidFill>
            <a:prstDash val="solid"/>
          </a:ln>
        </p:spPr>
      </p:sp>
      <p:sp>
        <p:nvSpPr>
          <p:cNvPr id="16" name="Text 11"/>
          <p:cNvSpPr txBox="1"/>
          <p:nvPr/>
        </p:nvSpPr>
        <p:spPr>
          <a:xfrm>
            <a:off x="640080" y="3067812"/>
            <a:ext cx="320040" cy="998220"/>
          </a:xfrm>
          <a:prstGeom prst="rect">
            <a:avLst/>
          </a:prstGeom>
          <a:noFill/>
          <a:ln/>
        </p:spPr>
        <p:txBody>
          <a:bodyPr wrap="square" lIns="0" tIns="0" rIns="0" bIns="0" rtlCol="0" anchor="ctr"/>
          <a:lstStyle/>
          <a:p>
            <a:pPr algn="l" indent="0" marL="0">
              <a:buNone/>
            </a:pPr>
            <a:r>
              <a:rPr lang="en-US" sz="1500" b="1" dirty="0">
                <a:solidFill>
                  <a:schemeClr val="accent5"/>
                </a:solidFill>
              </a:rPr>
              <a:t>2</a:t>
            </a:r>
            <a:endParaRPr lang="en-US" sz="1500" dirty="0"/>
          </a:p>
        </p:txBody>
      </p:sp>
      <p:pic>
        <p:nvPicPr>
          <p:cNvPr id="17" name="Image 2" descr="waving hand">    </p:cNvPr>
          <p:cNvPicPr>
            <a:picLocks noChangeAspect="1"/>
          </p:cNvPicPr>
          <p:nvPr/>
        </p:nvPicPr>
        <p:blipFill>
          <a:blip r:embed="rId3"/>
          <a:stretch>
            <a:fillRect/>
          </a:stretch>
        </p:blipFill>
        <p:spPr>
          <a:xfrm>
            <a:off x="960120" y="3338322"/>
            <a:ext cx="457200" cy="457200"/>
          </a:xfrm>
          <a:prstGeom prst="rect">
            <a:avLst/>
          </a:prstGeom>
        </p:spPr>
      </p:pic>
      <p:sp>
        <p:nvSpPr>
          <p:cNvPr id="18" name="Text 12"/>
          <p:cNvSpPr txBox="1"/>
          <p:nvPr/>
        </p:nvSpPr>
        <p:spPr>
          <a:xfrm>
            <a:off x="1508760" y="3067812"/>
            <a:ext cx="2185416" cy="998220"/>
          </a:xfrm>
          <a:prstGeom prst="rect">
            <a:avLst/>
          </a:prstGeom>
          <a:noFill/>
          <a:ln/>
        </p:spPr>
        <p:txBody>
          <a:bodyPr wrap="square" lIns="0" tIns="0" rIns="0" bIns="0" rtlCol="0" anchor="ctr"/>
          <a:lstStyle/>
          <a:p>
            <a:pPr algn="l" indent="0" marL="0">
              <a:buNone/>
            </a:pPr>
            <a:r>
              <a:rPr lang="en-US" sz="1400" dirty="0">
                <a:solidFill>
                  <a:schemeClr val="tx1"/>
                </a:solidFill>
              </a:rPr>
              <a:t>Vous partez, vous revoyez la personne cet après-midi.</a:t>
            </a:r>
            <a:endParaRPr lang="en-US" sz="1400" dirty="0"/>
          </a:p>
        </p:txBody>
      </p:sp>
      <p:sp>
        <p:nvSpPr>
          <p:cNvPr id="19" name="Shape 13"/>
          <p:cNvSpPr/>
          <p:nvPr/>
        </p:nvSpPr>
        <p:spPr>
          <a:xfrm>
            <a:off x="3739896" y="3159252"/>
            <a:ext cx="2148840" cy="815340"/>
          </a:xfrm>
          <a:prstGeom prst="roundRect">
            <a:avLst>
              <a:gd name="adj" fmla="val 8972"/>
            </a:avLst>
          </a:prstGeom>
          <a:solidFill>
            <a:schemeClr val="accent1"/>
          </a:solidFill>
          <a:ln w="12700">
            <a:solidFill>
              <a:srgbClr val="FFFFFF">
                <a:alpha val="0"/>
              </a:srgbClr>
            </a:solidFill>
            <a:prstDash val="solid"/>
          </a:ln>
        </p:spPr>
      </p:sp>
      <p:sp>
        <p:nvSpPr>
          <p:cNvPr id="20" name="Text 14"/>
          <p:cNvSpPr txBox="1"/>
          <p:nvPr/>
        </p:nvSpPr>
        <p:spPr>
          <a:xfrm>
            <a:off x="3785616" y="3159252"/>
            <a:ext cx="2057400" cy="815340"/>
          </a:xfrm>
          <a:prstGeom prst="rect">
            <a:avLst/>
          </a:prstGeom>
          <a:noFill/>
          <a:ln/>
        </p:spPr>
        <p:txBody>
          <a:bodyPr wrap="square" lIns="0" tIns="0" rIns="0" bIns="0" rtlCol="0" anchor="ctr"/>
          <a:lstStyle/>
          <a:p>
            <a:pPr algn="ctr" indent="0" marL="0">
              <a:buNone/>
            </a:pPr>
            <a:r>
              <a:rPr lang="en-US" sz="1400" b="1" i="1" dirty="0">
                <a:solidFill>
                  <a:schemeClr val="bg1"/>
                </a:solidFill>
              </a:rPr>
              <a:t>Tot straks!</a:t>
            </a:r>
            <a:endParaRPr lang="en-US" sz="1400" dirty="0"/>
          </a:p>
        </p:txBody>
      </p:sp>
      <p:sp>
        <p:nvSpPr>
          <p:cNvPr id="21" name="Shape 15"/>
          <p:cNvSpPr/>
          <p:nvPr/>
        </p:nvSpPr>
        <p:spPr>
          <a:xfrm>
            <a:off x="548640" y="4157472"/>
            <a:ext cx="5431536" cy="998220"/>
          </a:xfrm>
          <a:prstGeom prst="roundRect">
            <a:avLst>
              <a:gd name="adj" fmla="val 7328"/>
            </a:avLst>
          </a:prstGeom>
          <a:solidFill>
            <a:schemeClr val="bg2"/>
          </a:solidFill>
          <a:ln w="9525">
            <a:solidFill>
              <a:srgbClr val="D5DCE6"/>
            </a:solidFill>
            <a:prstDash val="solid"/>
          </a:ln>
        </p:spPr>
      </p:sp>
      <p:sp>
        <p:nvSpPr>
          <p:cNvPr id="22" name="Text 16"/>
          <p:cNvSpPr txBox="1"/>
          <p:nvPr/>
        </p:nvSpPr>
        <p:spPr>
          <a:xfrm>
            <a:off x="640080" y="4157472"/>
            <a:ext cx="320040" cy="998220"/>
          </a:xfrm>
          <a:prstGeom prst="rect">
            <a:avLst/>
          </a:prstGeom>
          <a:noFill/>
          <a:ln/>
        </p:spPr>
        <p:txBody>
          <a:bodyPr wrap="square" lIns="0" tIns="0" rIns="0" bIns="0" rtlCol="0" anchor="ctr"/>
          <a:lstStyle/>
          <a:p>
            <a:pPr algn="l" indent="0" marL="0">
              <a:buNone/>
            </a:pPr>
            <a:r>
              <a:rPr lang="en-US" sz="1500" b="1" dirty="0">
                <a:solidFill>
                  <a:schemeClr val="accent5"/>
                </a:solidFill>
              </a:rPr>
              <a:t>3</a:t>
            </a:r>
            <a:endParaRPr lang="en-US" sz="1500" dirty="0"/>
          </a:p>
        </p:txBody>
      </p:sp>
      <p:pic>
        <p:nvPicPr>
          <p:cNvPr id="23" name="Image 3" descr="folded hands">    </p:cNvPr>
          <p:cNvPicPr>
            <a:picLocks noChangeAspect="1"/>
          </p:cNvPicPr>
          <p:nvPr/>
        </p:nvPicPr>
        <p:blipFill>
          <a:blip r:embed="rId4"/>
          <a:stretch>
            <a:fillRect/>
          </a:stretch>
        </p:blipFill>
        <p:spPr>
          <a:xfrm>
            <a:off x="960120" y="4427982"/>
            <a:ext cx="457200" cy="457200"/>
          </a:xfrm>
          <a:prstGeom prst="rect">
            <a:avLst/>
          </a:prstGeom>
        </p:spPr>
      </p:pic>
      <p:sp>
        <p:nvSpPr>
          <p:cNvPr id="24" name="Text 17"/>
          <p:cNvSpPr txBox="1"/>
          <p:nvPr/>
        </p:nvSpPr>
        <p:spPr>
          <a:xfrm>
            <a:off x="1508760" y="4157472"/>
            <a:ext cx="2185416" cy="998220"/>
          </a:xfrm>
          <a:prstGeom prst="rect">
            <a:avLst/>
          </a:prstGeom>
          <a:noFill/>
          <a:ln/>
        </p:spPr>
        <p:txBody>
          <a:bodyPr wrap="square" lIns="0" tIns="0" rIns="0" bIns="0" rtlCol="0" anchor="ctr"/>
          <a:lstStyle/>
          <a:p>
            <a:pPr algn="l" indent="0" marL="0">
              <a:buNone/>
            </a:pPr>
            <a:r>
              <a:rPr lang="en-US" sz="1400" dirty="0">
                <a:solidFill>
                  <a:schemeClr val="tx1"/>
                </a:solidFill>
              </a:rPr>
              <a:t>On vous dit </a:t>
            </a:r>
            <a:r>
              <a:rPr lang="en-US" sz="1400" i="1" dirty="0">
                <a:solidFill>
                  <a:schemeClr val="tx1"/>
                </a:solidFill>
              </a:rPr>
              <a:t>Dank je wel!</a:t>
            </a:r>
            <a:endParaRPr lang="en-US" sz="1400" dirty="0"/>
          </a:p>
        </p:txBody>
      </p:sp>
      <p:sp>
        <p:nvSpPr>
          <p:cNvPr id="25" name="Shape 18"/>
          <p:cNvSpPr/>
          <p:nvPr/>
        </p:nvSpPr>
        <p:spPr>
          <a:xfrm>
            <a:off x="3739896" y="4248912"/>
            <a:ext cx="2148840" cy="815340"/>
          </a:xfrm>
          <a:prstGeom prst="roundRect">
            <a:avLst>
              <a:gd name="adj" fmla="val 8972"/>
            </a:avLst>
          </a:prstGeom>
          <a:solidFill>
            <a:schemeClr val="accent1"/>
          </a:solidFill>
          <a:ln w="12700">
            <a:solidFill>
              <a:srgbClr val="FFFFFF">
                <a:alpha val="0"/>
              </a:srgbClr>
            </a:solidFill>
            <a:prstDash val="solid"/>
          </a:ln>
        </p:spPr>
      </p:sp>
      <p:sp>
        <p:nvSpPr>
          <p:cNvPr id="26" name="Text 19"/>
          <p:cNvSpPr txBox="1"/>
          <p:nvPr/>
        </p:nvSpPr>
        <p:spPr>
          <a:xfrm>
            <a:off x="3785616" y="4248912"/>
            <a:ext cx="2057400" cy="815340"/>
          </a:xfrm>
          <a:prstGeom prst="rect">
            <a:avLst/>
          </a:prstGeom>
          <a:noFill/>
          <a:ln/>
        </p:spPr>
        <p:txBody>
          <a:bodyPr wrap="square" lIns="0" tIns="0" rIns="0" bIns="0" rtlCol="0" anchor="ctr"/>
          <a:lstStyle/>
          <a:p>
            <a:pPr algn="ctr" indent="0" marL="0">
              <a:buNone/>
            </a:pPr>
            <a:r>
              <a:rPr lang="en-US" sz="1400" b="1" i="1" dirty="0">
                <a:solidFill>
                  <a:schemeClr val="bg1"/>
                </a:solidFill>
              </a:rPr>
              <a:t>Graag gedaan!</a:t>
            </a:r>
            <a:endParaRPr lang="en-US" sz="1400" dirty="0"/>
          </a:p>
        </p:txBody>
      </p:sp>
      <p:sp>
        <p:nvSpPr>
          <p:cNvPr id="27" name="Shape 20"/>
          <p:cNvSpPr/>
          <p:nvPr/>
        </p:nvSpPr>
        <p:spPr>
          <a:xfrm>
            <a:off x="548640" y="5247132"/>
            <a:ext cx="5431536" cy="998220"/>
          </a:xfrm>
          <a:prstGeom prst="roundRect">
            <a:avLst>
              <a:gd name="adj" fmla="val 7328"/>
            </a:avLst>
          </a:prstGeom>
          <a:solidFill>
            <a:schemeClr val="bg1"/>
          </a:solidFill>
          <a:ln w="9525">
            <a:solidFill>
              <a:srgbClr val="D5DCE6"/>
            </a:solidFill>
            <a:prstDash val="solid"/>
          </a:ln>
        </p:spPr>
      </p:sp>
      <p:sp>
        <p:nvSpPr>
          <p:cNvPr id="28" name="Text 21"/>
          <p:cNvSpPr txBox="1"/>
          <p:nvPr/>
        </p:nvSpPr>
        <p:spPr>
          <a:xfrm>
            <a:off x="640080" y="5247132"/>
            <a:ext cx="320040" cy="998220"/>
          </a:xfrm>
          <a:prstGeom prst="rect">
            <a:avLst/>
          </a:prstGeom>
          <a:noFill/>
          <a:ln/>
        </p:spPr>
        <p:txBody>
          <a:bodyPr wrap="square" lIns="0" tIns="0" rIns="0" bIns="0" rtlCol="0" anchor="ctr"/>
          <a:lstStyle/>
          <a:p>
            <a:pPr algn="l" indent="0" marL="0">
              <a:buNone/>
            </a:pPr>
            <a:r>
              <a:rPr lang="en-US" sz="1500" b="1" dirty="0">
                <a:solidFill>
                  <a:schemeClr val="accent5"/>
                </a:solidFill>
              </a:rPr>
              <a:t>4</a:t>
            </a:r>
            <a:endParaRPr lang="en-US" sz="1500" dirty="0"/>
          </a:p>
        </p:txBody>
      </p:sp>
      <p:pic>
        <p:nvPicPr>
          <p:cNvPr id="29" name="Image 4" descr="confused face">    </p:cNvPr>
          <p:cNvPicPr>
            <a:picLocks noChangeAspect="1"/>
          </p:cNvPicPr>
          <p:nvPr/>
        </p:nvPicPr>
        <p:blipFill>
          <a:blip r:embed="rId5"/>
          <a:stretch>
            <a:fillRect/>
          </a:stretch>
        </p:blipFill>
        <p:spPr>
          <a:xfrm>
            <a:off x="960120" y="5517642"/>
            <a:ext cx="457200" cy="457200"/>
          </a:xfrm>
          <a:prstGeom prst="rect">
            <a:avLst/>
          </a:prstGeom>
        </p:spPr>
      </p:pic>
      <p:sp>
        <p:nvSpPr>
          <p:cNvPr id="30" name="Text 22"/>
          <p:cNvSpPr txBox="1"/>
          <p:nvPr/>
        </p:nvSpPr>
        <p:spPr>
          <a:xfrm>
            <a:off x="1508760" y="5247132"/>
            <a:ext cx="2185416" cy="998220"/>
          </a:xfrm>
          <a:prstGeom prst="rect">
            <a:avLst/>
          </a:prstGeom>
          <a:noFill/>
          <a:ln/>
        </p:spPr>
        <p:txBody>
          <a:bodyPr wrap="square" lIns="0" tIns="0" rIns="0" bIns="0" rtlCol="0" anchor="ctr"/>
          <a:lstStyle/>
          <a:p>
            <a:pPr algn="l" indent="0" marL="0">
              <a:buNone/>
            </a:pPr>
            <a:r>
              <a:rPr lang="en-US" sz="1400" dirty="0">
                <a:solidFill>
                  <a:schemeClr val="tx1"/>
                </a:solidFill>
              </a:rPr>
              <a:t>Vous n’avez pas compris la phrase.</a:t>
            </a:r>
            <a:endParaRPr lang="en-US" sz="1400" dirty="0"/>
          </a:p>
        </p:txBody>
      </p:sp>
      <p:sp>
        <p:nvSpPr>
          <p:cNvPr id="31" name="Shape 23"/>
          <p:cNvSpPr/>
          <p:nvPr/>
        </p:nvSpPr>
        <p:spPr>
          <a:xfrm>
            <a:off x="3739896" y="5338572"/>
            <a:ext cx="2148840" cy="815340"/>
          </a:xfrm>
          <a:prstGeom prst="roundRect">
            <a:avLst>
              <a:gd name="adj" fmla="val 8972"/>
            </a:avLst>
          </a:prstGeom>
          <a:solidFill>
            <a:schemeClr val="accent3"/>
          </a:solidFill>
          <a:ln w="12700">
            <a:solidFill>
              <a:srgbClr val="FFFFFF">
                <a:alpha val="0"/>
              </a:srgbClr>
            </a:solidFill>
            <a:prstDash val="solid"/>
          </a:ln>
        </p:spPr>
      </p:sp>
      <p:sp>
        <p:nvSpPr>
          <p:cNvPr id="32" name="Text 24"/>
          <p:cNvSpPr txBox="1"/>
          <p:nvPr/>
        </p:nvSpPr>
        <p:spPr>
          <a:xfrm>
            <a:off x="3785616" y="5338572"/>
            <a:ext cx="2057400" cy="815340"/>
          </a:xfrm>
          <a:prstGeom prst="rect">
            <a:avLst/>
          </a:prstGeom>
          <a:noFill/>
          <a:ln/>
        </p:spPr>
        <p:txBody>
          <a:bodyPr wrap="square" lIns="0" tIns="0" rIns="0" bIns="0" rtlCol="0" anchor="ctr"/>
          <a:lstStyle/>
          <a:p>
            <a:pPr algn="ctr" indent="0" marL="0">
              <a:buNone/>
            </a:pPr>
            <a:r>
              <a:rPr lang="en-US" sz="1400" b="1" i="1" dirty="0">
                <a:solidFill>
                  <a:schemeClr val="bg1"/>
                </a:solidFill>
              </a:rPr>
              <a:t>Kan je even herhalen?</a:t>
            </a:r>
            <a:endParaRPr lang="en-US" sz="1400" dirty="0"/>
          </a:p>
        </p:txBody>
      </p:sp>
      <p:sp>
        <p:nvSpPr>
          <p:cNvPr id="33" name="Shape 25"/>
          <p:cNvSpPr/>
          <p:nvPr/>
        </p:nvSpPr>
        <p:spPr>
          <a:xfrm>
            <a:off x="6208776" y="1978152"/>
            <a:ext cx="5431536" cy="998220"/>
          </a:xfrm>
          <a:prstGeom prst="roundRect">
            <a:avLst>
              <a:gd name="adj" fmla="val 7328"/>
            </a:avLst>
          </a:prstGeom>
          <a:solidFill>
            <a:schemeClr val="bg2"/>
          </a:solidFill>
          <a:ln w="9525">
            <a:solidFill>
              <a:srgbClr val="D5DCE6"/>
            </a:solidFill>
            <a:prstDash val="solid"/>
          </a:ln>
        </p:spPr>
      </p:sp>
      <p:sp>
        <p:nvSpPr>
          <p:cNvPr id="34" name="Text 26"/>
          <p:cNvSpPr txBox="1"/>
          <p:nvPr/>
        </p:nvSpPr>
        <p:spPr>
          <a:xfrm>
            <a:off x="6300216" y="1978152"/>
            <a:ext cx="320040" cy="998220"/>
          </a:xfrm>
          <a:prstGeom prst="rect">
            <a:avLst/>
          </a:prstGeom>
          <a:noFill/>
          <a:ln/>
        </p:spPr>
        <p:txBody>
          <a:bodyPr wrap="square" lIns="0" tIns="0" rIns="0" bIns="0" rtlCol="0" anchor="ctr"/>
          <a:lstStyle/>
          <a:p>
            <a:pPr algn="l" indent="0" marL="0">
              <a:buNone/>
            </a:pPr>
            <a:r>
              <a:rPr lang="en-US" sz="1500" b="1" dirty="0">
                <a:solidFill>
                  <a:schemeClr val="accent5"/>
                </a:solidFill>
              </a:rPr>
              <a:t>5</a:t>
            </a:r>
            <a:endParaRPr lang="en-US" sz="1500" dirty="0"/>
          </a:p>
        </p:txBody>
      </p:sp>
      <p:pic>
        <p:nvPicPr>
          <p:cNvPr id="35" name="Image 5" descr="pencil">    </p:cNvPr>
          <p:cNvPicPr>
            <a:picLocks noChangeAspect="1"/>
          </p:cNvPicPr>
          <p:nvPr/>
        </p:nvPicPr>
        <p:blipFill>
          <a:blip r:embed="rId6"/>
          <a:stretch>
            <a:fillRect/>
          </a:stretch>
        </p:blipFill>
        <p:spPr>
          <a:xfrm>
            <a:off x="6620256" y="2248662"/>
            <a:ext cx="457200" cy="457200"/>
          </a:xfrm>
          <a:prstGeom prst="rect">
            <a:avLst/>
          </a:prstGeom>
        </p:spPr>
      </p:pic>
      <p:sp>
        <p:nvSpPr>
          <p:cNvPr id="36" name="Text 27"/>
          <p:cNvSpPr txBox="1"/>
          <p:nvPr/>
        </p:nvSpPr>
        <p:spPr>
          <a:xfrm>
            <a:off x="7168896" y="1978152"/>
            <a:ext cx="2185416" cy="998220"/>
          </a:xfrm>
          <a:prstGeom prst="rect">
            <a:avLst/>
          </a:prstGeom>
          <a:noFill/>
          <a:ln/>
        </p:spPr>
        <p:txBody>
          <a:bodyPr wrap="square" lIns="0" tIns="0" rIns="0" bIns="0" rtlCol="0" anchor="ctr"/>
          <a:lstStyle/>
          <a:p>
            <a:pPr algn="l" indent="0" marL="0">
              <a:buNone/>
            </a:pPr>
            <a:r>
              <a:rPr lang="en-US" sz="1400" dirty="0">
                <a:solidFill>
                  <a:schemeClr val="tx1"/>
                </a:solidFill>
              </a:rPr>
              <a:t>Vous ne savez pas écrire le dernier mot (un nom de famille).</a:t>
            </a:r>
            <a:endParaRPr lang="en-US" sz="1400" dirty="0"/>
          </a:p>
        </p:txBody>
      </p:sp>
      <p:sp>
        <p:nvSpPr>
          <p:cNvPr id="37" name="Shape 28"/>
          <p:cNvSpPr/>
          <p:nvPr/>
        </p:nvSpPr>
        <p:spPr>
          <a:xfrm>
            <a:off x="9400032" y="2069592"/>
            <a:ext cx="2148840" cy="815340"/>
          </a:xfrm>
          <a:prstGeom prst="roundRect">
            <a:avLst>
              <a:gd name="adj" fmla="val 8972"/>
            </a:avLst>
          </a:prstGeom>
          <a:solidFill>
            <a:schemeClr val="accent3"/>
          </a:solidFill>
          <a:ln w="12700">
            <a:solidFill>
              <a:srgbClr val="FFFFFF">
                <a:alpha val="0"/>
              </a:srgbClr>
            </a:solidFill>
            <a:prstDash val="solid"/>
          </a:ln>
        </p:spPr>
      </p:sp>
      <p:sp>
        <p:nvSpPr>
          <p:cNvPr id="38" name="Text 29"/>
          <p:cNvSpPr txBox="1"/>
          <p:nvPr/>
        </p:nvSpPr>
        <p:spPr>
          <a:xfrm>
            <a:off x="9445752" y="2069592"/>
            <a:ext cx="2057400" cy="815340"/>
          </a:xfrm>
          <a:prstGeom prst="rect">
            <a:avLst/>
          </a:prstGeom>
          <a:noFill/>
          <a:ln/>
        </p:spPr>
        <p:txBody>
          <a:bodyPr wrap="square" lIns="0" tIns="0" rIns="0" bIns="0" rtlCol="0" anchor="ctr"/>
          <a:lstStyle/>
          <a:p>
            <a:pPr algn="ctr" indent="0" marL="0">
              <a:buNone/>
            </a:pPr>
            <a:r>
              <a:rPr lang="en-US" sz="1400" b="1" i="1" dirty="0">
                <a:solidFill>
                  <a:schemeClr val="bg1"/>
                </a:solidFill>
              </a:rPr>
              <a:t>Kan je het laatste woord spellen?</a:t>
            </a:r>
            <a:endParaRPr lang="en-US" sz="1400" dirty="0"/>
          </a:p>
        </p:txBody>
      </p:sp>
      <p:sp>
        <p:nvSpPr>
          <p:cNvPr id="39" name="Shape 30"/>
          <p:cNvSpPr/>
          <p:nvPr/>
        </p:nvSpPr>
        <p:spPr>
          <a:xfrm>
            <a:off x="6208776" y="3067812"/>
            <a:ext cx="5431536" cy="998220"/>
          </a:xfrm>
          <a:prstGeom prst="roundRect">
            <a:avLst>
              <a:gd name="adj" fmla="val 7328"/>
            </a:avLst>
          </a:prstGeom>
          <a:solidFill>
            <a:schemeClr val="bg1"/>
          </a:solidFill>
          <a:ln w="9525">
            <a:solidFill>
              <a:srgbClr val="D5DCE6"/>
            </a:solidFill>
            <a:prstDash val="solid"/>
          </a:ln>
        </p:spPr>
      </p:sp>
      <p:sp>
        <p:nvSpPr>
          <p:cNvPr id="40" name="Text 31"/>
          <p:cNvSpPr txBox="1"/>
          <p:nvPr/>
        </p:nvSpPr>
        <p:spPr>
          <a:xfrm>
            <a:off x="6300216" y="3067812"/>
            <a:ext cx="320040" cy="998220"/>
          </a:xfrm>
          <a:prstGeom prst="rect">
            <a:avLst/>
          </a:prstGeom>
          <a:noFill/>
          <a:ln/>
        </p:spPr>
        <p:txBody>
          <a:bodyPr wrap="square" lIns="0" tIns="0" rIns="0" bIns="0" rtlCol="0" anchor="ctr"/>
          <a:lstStyle/>
          <a:p>
            <a:pPr algn="l" indent="0" marL="0">
              <a:buNone/>
            </a:pPr>
            <a:r>
              <a:rPr lang="en-US" sz="1500" b="1" dirty="0">
                <a:solidFill>
                  <a:schemeClr val="accent5"/>
                </a:solidFill>
              </a:rPr>
              <a:t>6</a:t>
            </a:r>
            <a:endParaRPr lang="en-US" sz="1500" dirty="0"/>
          </a:p>
        </p:txBody>
      </p:sp>
      <p:pic>
        <p:nvPicPr>
          <p:cNvPr id="41" name="Image 6" descr="handshake">    </p:cNvPr>
          <p:cNvPicPr>
            <a:picLocks noChangeAspect="1"/>
          </p:cNvPicPr>
          <p:nvPr/>
        </p:nvPicPr>
        <p:blipFill>
          <a:blip r:embed="rId7"/>
          <a:stretch>
            <a:fillRect/>
          </a:stretch>
        </p:blipFill>
        <p:spPr>
          <a:xfrm>
            <a:off x="6620256" y="3338322"/>
            <a:ext cx="457200" cy="457200"/>
          </a:xfrm>
          <a:prstGeom prst="rect">
            <a:avLst/>
          </a:prstGeom>
        </p:spPr>
      </p:pic>
      <p:sp>
        <p:nvSpPr>
          <p:cNvPr id="42" name="Text 32"/>
          <p:cNvSpPr txBox="1"/>
          <p:nvPr/>
        </p:nvSpPr>
        <p:spPr>
          <a:xfrm>
            <a:off x="7168896" y="3067812"/>
            <a:ext cx="2185416" cy="998220"/>
          </a:xfrm>
          <a:prstGeom prst="rect">
            <a:avLst/>
          </a:prstGeom>
          <a:noFill/>
          <a:ln/>
        </p:spPr>
        <p:txBody>
          <a:bodyPr wrap="square" lIns="0" tIns="0" rIns="0" bIns="0" rtlCol="0" anchor="ctr"/>
          <a:lstStyle/>
          <a:p>
            <a:pPr algn="l" indent="0" marL="0">
              <a:buNone/>
            </a:pPr>
            <a:r>
              <a:rPr lang="en-US" sz="1400" dirty="0">
                <a:solidFill>
                  <a:schemeClr val="tx1"/>
                </a:solidFill>
              </a:rPr>
              <a:t>On vous présente quelqu’un.</a:t>
            </a:r>
            <a:endParaRPr lang="en-US" sz="1400" dirty="0"/>
          </a:p>
        </p:txBody>
      </p:sp>
      <p:sp>
        <p:nvSpPr>
          <p:cNvPr id="43" name="Shape 33"/>
          <p:cNvSpPr/>
          <p:nvPr/>
        </p:nvSpPr>
        <p:spPr>
          <a:xfrm>
            <a:off x="9400032" y="3159252"/>
            <a:ext cx="2148840" cy="815340"/>
          </a:xfrm>
          <a:prstGeom prst="roundRect">
            <a:avLst>
              <a:gd name="adj" fmla="val 8972"/>
            </a:avLst>
          </a:prstGeom>
          <a:solidFill>
            <a:schemeClr val="accent1"/>
          </a:solidFill>
          <a:ln w="12700">
            <a:solidFill>
              <a:srgbClr val="FFFFFF">
                <a:alpha val="0"/>
              </a:srgbClr>
            </a:solidFill>
            <a:prstDash val="solid"/>
          </a:ln>
        </p:spPr>
      </p:sp>
      <p:sp>
        <p:nvSpPr>
          <p:cNvPr id="44" name="Text 34"/>
          <p:cNvSpPr txBox="1"/>
          <p:nvPr/>
        </p:nvSpPr>
        <p:spPr>
          <a:xfrm>
            <a:off x="9445752" y="3159252"/>
            <a:ext cx="2057400" cy="815340"/>
          </a:xfrm>
          <a:prstGeom prst="rect">
            <a:avLst/>
          </a:prstGeom>
          <a:noFill/>
          <a:ln/>
        </p:spPr>
        <p:txBody>
          <a:bodyPr wrap="square" lIns="0" tIns="0" rIns="0" bIns="0" rtlCol="0" anchor="ctr"/>
          <a:lstStyle/>
          <a:p>
            <a:pPr algn="ctr" indent="0" marL="0">
              <a:buNone/>
            </a:pPr>
            <a:r>
              <a:rPr lang="en-US" sz="1400" b="1" i="1" dirty="0">
                <a:solidFill>
                  <a:schemeClr val="bg1"/>
                </a:solidFill>
              </a:rPr>
              <a:t>Aangenaam!</a:t>
            </a:r>
            <a:endParaRPr lang="en-US" sz="1400" dirty="0"/>
          </a:p>
        </p:txBody>
      </p:sp>
      <p:sp>
        <p:nvSpPr>
          <p:cNvPr id="45" name="Shape 35"/>
          <p:cNvSpPr/>
          <p:nvPr/>
        </p:nvSpPr>
        <p:spPr>
          <a:xfrm>
            <a:off x="6208776" y="4157472"/>
            <a:ext cx="5431536" cy="998220"/>
          </a:xfrm>
          <a:prstGeom prst="roundRect">
            <a:avLst>
              <a:gd name="adj" fmla="val 7328"/>
            </a:avLst>
          </a:prstGeom>
          <a:solidFill>
            <a:schemeClr val="bg2"/>
          </a:solidFill>
          <a:ln w="9525">
            <a:solidFill>
              <a:srgbClr val="D5DCE6"/>
            </a:solidFill>
            <a:prstDash val="solid"/>
          </a:ln>
        </p:spPr>
      </p:sp>
      <p:sp>
        <p:nvSpPr>
          <p:cNvPr id="46" name="Text 36"/>
          <p:cNvSpPr txBox="1"/>
          <p:nvPr/>
        </p:nvSpPr>
        <p:spPr>
          <a:xfrm>
            <a:off x="6300216" y="4157472"/>
            <a:ext cx="320040" cy="998220"/>
          </a:xfrm>
          <a:prstGeom prst="rect">
            <a:avLst/>
          </a:prstGeom>
          <a:noFill/>
          <a:ln/>
        </p:spPr>
        <p:txBody>
          <a:bodyPr wrap="square" lIns="0" tIns="0" rIns="0" bIns="0" rtlCol="0" anchor="ctr"/>
          <a:lstStyle/>
          <a:p>
            <a:pPr algn="l" indent="0" marL="0">
              <a:buNone/>
            </a:pPr>
            <a:r>
              <a:rPr lang="en-US" sz="1500" b="1" dirty="0">
                <a:solidFill>
                  <a:schemeClr val="accent5"/>
                </a:solidFill>
              </a:rPr>
              <a:t>7</a:t>
            </a:r>
            <a:endParaRPr lang="en-US" sz="1500" dirty="0"/>
          </a:p>
        </p:txBody>
      </p:sp>
      <p:pic>
        <p:nvPicPr>
          <p:cNvPr id="47" name="Image 7" descr="slightly smiling face">    </p:cNvPr>
          <p:cNvPicPr>
            <a:picLocks noChangeAspect="1"/>
          </p:cNvPicPr>
          <p:nvPr/>
        </p:nvPicPr>
        <p:blipFill>
          <a:blip r:embed="rId8"/>
          <a:stretch>
            <a:fillRect/>
          </a:stretch>
        </p:blipFill>
        <p:spPr>
          <a:xfrm>
            <a:off x="6620256" y="4427982"/>
            <a:ext cx="457200" cy="457200"/>
          </a:xfrm>
          <a:prstGeom prst="rect">
            <a:avLst/>
          </a:prstGeom>
        </p:spPr>
      </p:pic>
      <p:sp>
        <p:nvSpPr>
          <p:cNvPr id="48" name="Text 37"/>
          <p:cNvSpPr txBox="1"/>
          <p:nvPr/>
        </p:nvSpPr>
        <p:spPr>
          <a:xfrm>
            <a:off x="7168896" y="4157472"/>
            <a:ext cx="2185416" cy="998220"/>
          </a:xfrm>
          <a:prstGeom prst="rect">
            <a:avLst/>
          </a:prstGeom>
          <a:noFill/>
          <a:ln/>
        </p:spPr>
        <p:txBody>
          <a:bodyPr wrap="square" lIns="0" tIns="0" rIns="0" bIns="0" rtlCol="0" anchor="ctr"/>
          <a:lstStyle/>
          <a:p>
            <a:pPr algn="l" indent="0" marL="0">
              <a:buNone/>
            </a:pPr>
            <a:r>
              <a:rPr lang="en-US" sz="1400" dirty="0">
                <a:solidFill>
                  <a:schemeClr val="tx1"/>
                </a:solidFill>
              </a:rPr>
              <a:t>On vous demande </a:t>
            </a:r>
            <a:r>
              <a:rPr lang="en-US" sz="1400" i="1" dirty="0">
                <a:solidFill>
                  <a:schemeClr val="tx1"/>
                </a:solidFill>
              </a:rPr>
              <a:t>Hoe gaat het?</a:t>
            </a:r>
            <a:endParaRPr lang="en-US" sz="1400" dirty="0"/>
          </a:p>
        </p:txBody>
      </p:sp>
      <p:sp>
        <p:nvSpPr>
          <p:cNvPr id="49" name="Shape 38"/>
          <p:cNvSpPr/>
          <p:nvPr/>
        </p:nvSpPr>
        <p:spPr>
          <a:xfrm>
            <a:off x="9400032" y="4248912"/>
            <a:ext cx="2148840" cy="815340"/>
          </a:xfrm>
          <a:prstGeom prst="roundRect">
            <a:avLst>
              <a:gd name="adj" fmla="val 8972"/>
            </a:avLst>
          </a:prstGeom>
          <a:solidFill>
            <a:schemeClr val="accent1"/>
          </a:solidFill>
          <a:ln w="12700">
            <a:solidFill>
              <a:srgbClr val="FFFFFF">
                <a:alpha val="0"/>
              </a:srgbClr>
            </a:solidFill>
            <a:prstDash val="solid"/>
          </a:ln>
        </p:spPr>
      </p:sp>
      <p:sp>
        <p:nvSpPr>
          <p:cNvPr id="50" name="Text 39"/>
          <p:cNvSpPr txBox="1"/>
          <p:nvPr/>
        </p:nvSpPr>
        <p:spPr>
          <a:xfrm>
            <a:off x="9445752" y="4248912"/>
            <a:ext cx="2057400" cy="815340"/>
          </a:xfrm>
          <a:prstGeom prst="rect">
            <a:avLst/>
          </a:prstGeom>
          <a:noFill/>
          <a:ln/>
        </p:spPr>
        <p:txBody>
          <a:bodyPr wrap="square" lIns="0" tIns="0" rIns="0" bIns="0" rtlCol="0" anchor="ctr"/>
          <a:lstStyle/>
          <a:p>
            <a:pPr algn="ctr" indent="0" marL="0">
              <a:buNone/>
            </a:pPr>
            <a:r>
              <a:rPr lang="en-US" sz="1400" b="1" i="1" dirty="0">
                <a:solidFill>
                  <a:schemeClr val="bg1"/>
                </a:solidFill>
              </a:rPr>
              <a:t>Goed, en met jou?</a:t>
            </a:r>
            <a:endParaRPr lang="en-US" sz="1400" dirty="0"/>
          </a:p>
        </p:txBody>
      </p:sp>
      <p:sp>
        <p:nvSpPr>
          <p:cNvPr id="51" name="Shape 40"/>
          <p:cNvSpPr/>
          <p:nvPr/>
        </p:nvSpPr>
        <p:spPr>
          <a:xfrm>
            <a:off x="6208776" y="5247132"/>
            <a:ext cx="5431536" cy="998220"/>
          </a:xfrm>
          <a:prstGeom prst="roundRect">
            <a:avLst>
              <a:gd name="adj" fmla="val 7328"/>
            </a:avLst>
          </a:prstGeom>
          <a:solidFill>
            <a:schemeClr val="bg1"/>
          </a:solidFill>
          <a:ln w="9525">
            <a:solidFill>
              <a:srgbClr val="D5DCE6"/>
            </a:solidFill>
            <a:prstDash val="solid"/>
          </a:ln>
        </p:spPr>
      </p:sp>
      <p:sp>
        <p:nvSpPr>
          <p:cNvPr id="52" name="Text 41"/>
          <p:cNvSpPr txBox="1"/>
          <p:nvPr/>
        </p:nvSpPr>
        <p:spPr>
          <a:xfrm>
            <a:off x="6300216" y="5247132"/>
            <a:ext cx="320040" cy="998220"/>
          </a:xfrm>
          <a:prstGeom prst="rect">
            <a:avLst/>
          </a:prstGeom>
          <a:noFill/>
          <a:ln/>
        </p:spPr>
        <p:txBody>
          <a:bodyPr wrap="square" lIns="0" tIns="0" rIns="0" bIns="0" rtlCol="0" anchor="ctr"/>
          <a:lstStyle/>
          <a:p>
            <a:pPr algn="l" indent="0" marL="0">
              <a:buNone/>
            </a:pPr>
            <a:r>
              <a:rPr lang="en-US" sz="1500" b="1" dirty="0">
                <a:solidFill>
                  <a:schemeClr val="accent5"/>
                </a:solidFill>
              </a:rPr>
              <a:t>8</a:t>
            </a:r>
            <a:endParaRPr lang="en-US" sz="1500" dirty="0"/>
          </a:p>
        </p:txBody>
      </p:sp>
      <p:pic>
        <p:nvPicPr>
          <p:cNvPr id="53" name="Image 8" descr="turtle">    </p:cNvPr>
          <p:cNvPicPr>
            <a:picLocks noChangeAspect="1"/>
          </p:cNvPicPr>
          <p:nvPr/>
        </p:nvPicPr>
        <p:blipFill>
          <a:blip r:embed="rId9"/>
          <a:stretch>
            <a:fillRect/>
          </a:stretch>
        </p:blipFill>
        <p:spPr>
          <a:xfrm>
            <a:off x="6620256" y="5517642"/>
            <a:ext cx="457200" cy="457200"/>
          </a:xfrm>
          <a:prstGeom prst="rect">
            <a:avLst/>
          </a:prstGeom>
        </p:spPr>
      </p:pic>
      <p:sp>
        <p:nvSpPr>
          <p:cNvPr id="54" name="Text 42"/>
          <p:cNvSpPr txBox="1"/>
          <p:nvPr/>
        </p:nvSpPr>
        <p:spPr>
          <a:xfrm>
            <a:off x="7168896" y="5247132"/>
            <a:ext cx="2185416" cy="998220"/>
          </a:xfrm>
          <a:prstGeom prst="rect">
            <a:avLst/>
          </a:prstGeom>
          <a:noFill/>
          <a:ln/>
        </p:spPr>
        <p:txBody>
          <a:bodyPr wrap="square" lIns="0" tIns="0" rIns="0" bIns="0" rtlCol="0" anchor="ctr"/>
          <a:lstStyle/>
          <a:p>
            <a:pPr algn="l" indent="0" marL="0">
              <a:buNone/>
            </a:pPr>
            <a:r>
              <a:rPr lang="en-US" sz="1400" dirty="0">
                <a:solidFill>
                  <a:schemeClr val="tx1"/>
                </a:solidFill>
              </a:rPr>
              <a:t>La personne parle trop vite.</a:t>
            </a:r>
            <a:endParaRPr lang="en-US" sz="1400" dirty="0"/>
          </a:p>
        </p:txBody>
      </p:sp>
      <p:sp>
        <p:nvSpPr>
          <p:cNvPr id="55" name="Shape 43"/>
          <p:cNvSpPr/>
          <p:nvPr/>
        </p:nvSpPr>
        <p:spPr>
          <a:xfrm>
            <a:off x="9400032" y="5338572"/>
            <a:ext cx="2148840" cy="815340"/>
          </a:xfrm>
          <a:prstGeom prst="roundRect">
            <a:avLst>
              <a:gd name="adj" fmla="val 8972"/>
            </a:avLst>
          </a:prstGeom>
          <a:solidFill>
            <a:schemeClr val="accent3"/>
          </a:solidFill>
          <a:ln w="12700">
            <a:solidFill>
              <a:srgbClr val="FFFFFF">
                <a:alpha val="0"/>
              </a:srgbClr>
            </a:solidFill>
            <a:prstDash val="solid"/>
          </a:ln>
        </p:spPr>
      </p:sp>
      <p:sp>
        <p:nvSpPr>
          <p:cNvPr id="56" name="Text 44"/>
          <p:cNvSpPr txBox="1"/>
          <p:nvPr/>
        </p:nvSpPr>
        <p:spPr>
          <a:xfrm>
            <a:off x="9445752" y="5338572"/>
            <a:ext cx="2057400" cy="815340"/>
          </a:xfrm>
          <a:prstGeom prst="rect">
            <a:avLst/>
          </a:prstGeom>
          <a:noFill/>
          <a:ln/>
        </p:spPr>
        <p:txBody>
          <a:bodyPr wrap="square" lIns="0" tIns="0" rIns="0" bIns="0" rtlCol="0" anchor="ctr"/>
          <a:lstStyle/>
          <a:p>
            <a:pPr algn="ctr" indent="0" marL="0">
              <a:buNone/>
            </a:pPr>
            <a:r>
              <a:rPr lang="en-US" sz="1400" b="1" i="1" dirty="0">
                <a:solidFill>
                  <a:schemeClr val="bg1"/>
                </a:solidFill>
              </a:rPr>
              <a:t>Kan je wat trager spreken?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Mot à mot ou en bloc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Ces phrases sont traduites mot à mot. Remplacez-les par le bon bloc.</a:t>
            </a:r>
            <a:endParaRPr lang="en-US" sz="1700" dirty="0"/>
          </a:p>
        </p:txBody>
      </p:sp>
      <p:sp>
        <p:nvSpPr>
          <p:cNvPr id="8" name="Shape 4"/>
          <p:cNvSpPr/>
          <p:nvPr/>
        </p:nvSpPr>
        <p:spPr>
          <a:xfrm>
            <a:off x="548640" y="2112772"/>
            <a:ext cx="365760" cy="365760"/>
          </a:xfrm>
          <a:prstGeom prst="ellipse">
            <a:avLst/>
          </a:prstGeom>
          <a:solidFill>
            <a:schemeClr val="accent5"/>
          </a:solidFill>
          <a:ln w="12700">
            <a:solidFill>
              <a:srgbClr val="FFFFFF">
                <a:alpha val="0"/>
              </a:srgbClr>
            </a:solidFill>
            <a:prstDash val="solid"/>
          </a:ln>
        </p:spPr>
      </p:sp>
      <p:sp>
        <p:nvSpPr>
          <p:cNvPr id="9" name="Text 5"/>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Shape 6"/>
          <p:cNvSpPr/>
          <p:nvPr/>
        </p:nvSpPr>
        <p:spPr>
          <a:xfrm>
            <a:off x="1005840" y="1978152"/>
            <a:ext cx="4937760" cy="616712"/>
          </a:xfrm>
          <a:prstGeom prst="roundRect">
            <a:avLst>
              <a:gd name="adj" fmla="val 11862"/>
            </a:avLst>
          </a:prstGeom>
          <a:solidFill>
            <a:srgbClr val="F2F2F2"/>
          </a:solidFill>
          <a:ln w="12700">
            <a:solidFill>
              <a:srgbClr val="D5DCE6"/>
            </a:solidFill>
            <a:prstDash val="solid"/>
          </a:ln>
        </p:spPr>
      </p:sp>
      <p:sp>
        <p:nvSpPr>
          <p:cNvPr id="11" name="Text 7"/>
          <p:cNvSpPr txBox="1"/>
          <p:nvPr/>
        </p:nvSpPr>
        <p:spPr>
          <a:xfrm>
            <a:off x="1143000" y="1978152"/>
            <a:ext cx="4754880" cy="616712"/>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strike="sngStrike" dirty="0">
                <a:solidFill>
                  <a:schemeClr val="accent6"/>
                </a:solidFill>
              </a:rPr>
              <a:t>Ik heb 25 jaar.</a:t>
            </a:r>
            <a:endParaRPr lang="en-US" sz="1700" dirty="0"/>
          </a:p>
        </p:txBody>
      </p:sp>
      <p:sp>
        <p:nvSpPr>
          <p:cNvPr id="12" name="Shape 8"/>
          <p:cNvSpPr/>
          <p:nvPr/>
        </p:nvSpPr>
        <p:spPr>
          <a:xfrm>
            <a:off x="6035040" y="2295652"/>
            <a:ext cx="457200" cy="914"/>
          </a:xfrm>
          <a:prstGeom prst="line">
            <a:avLst/>
          </a:prstGeom>
          <a:noFill/>
          <a:ln w="31750">
            <a:solidFill>
              <a:srgbClr val="D9700F"/>
            </a:solidFill>
            <a:prstDash val="solid"/>
            <a:tailEnd type="triangle"/>
          </a:ln>
        </p:spPr>
      </p:sp>
      <p:sp>
        <p:nvSpPr>
          <p:cNvPr id="13" name="Shape 9"/>
          <p:cNvSpPr/>
          <p:nvPr/>
        </p:nvSpPr>
        <p:spPr>
          <a:xfrm>
            <a:off x="6537960" y="2005584"/>
            <a:ext cx="5102352" cy="580136"/>
          </a:xfrm>
          <a:prstGeom prst="roundRect">
            <a:avLst>
              <a:gd name="adj" fmla="val 12609"/>
            </a:avLst>
          </a:prstGeom>
          <a:solidFill>
            <a:srgbClr val="FFFFFF"/>
          </a:solidFill>
          <a:ln w="15875">
            <a:solidFill>
              <a:srgbClr val="D5DCE6"/>
            </a:solidFill>
            <a:prstDash val="dash"/>
          </a:ln>
        </p:spPr>
      </p:sp>
      <p:sp>
        <p:nvSpPr>
          <p:cNvPr id="14" name="Shape 10"/>
          <p:cNvSpPr/>
          <p:nvPr/>
        </p:nvSpPr>
        <p:spPr>
          <a:xfrm>
            <a:off x="548640" y="2839212"/>
            <a:ext cx="365760" cy="365760"/>
          </a:xfrm>
          <a:prstGeom prst="ellipse">
            <a:avLst/>
          </a:prstGeom>
          <a:solidFill>
            <a:schemeClr val="accent5"/>
          </a:solidFill>
          <a:ln w="12700">
            <a:solidFill>
              <a:srgbClr val="FFFFFF">
                <a:alpha val="0"/>
              </a:srgbClr>
            </a:solidFill>
            <a:prstDash val="solid"/>
          </a:ln>
        </p:spPr>
      </p:sp>
      <p:sp>
        <p:nvSpPr>
          <p:cNvPr id="15" name="Text 11"/>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hape 12"/>
          <p:cNvSpPr/>
          <p:nvPr/>
        </p:nvSpPr>
        <p:spPr>
          <a:xfrm>
            <a:off x="1005840" y="2704592"/>
            <a:ext cx="4937760" cy="616712"/>
          </a:xfrm>
          <a:prstGeom prst="roundRect">
            <a:avLst>
              <a:gd name="adj" fmla="val 11862"/>
            </a:avLst>
          </a:prstGeom>
          <a:solidFill>
            <a:srgbClr val="F2F2F2"/>
          </a:solidFill>
          <a:ln w="12700">
            <a:solidFill>
              <a:srgbClr val="D5DCE6"/>
            </a:solidFill>
            <a:prstDash val="solid"/>
          </a:ln>
        </p:spPr>
      </p:sp>
      <p:sp>
        <p:nvSpPr>
          <p:cNvPr id="17" name="Text 13"/>
          <p:cNvSpPr txBox="1"/>
          <p:nvPr/>
        </p:nvSpPr>
        <p:spPr>
          <a:xfrm>
            <a:off x="1143000" y="2704592"/>
            <a:ext cx="4754880" cy="616712"/>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strike="sngStrike" dirty="0">
                <a:solidFill>
                  <a:schemeClr val="accent6"/>
                </a:solidFill>
              </a:rPr>
              <a:t>Hoe gaat jij?</a:t>
            </a:r>
            <a:endParaRPr lang="en-US" sz="1700" dirty="0"/>
          </a:p>
        </p:txBody>
      </p:sp>
      <p:sp>
        <p:nvSpPr>
          <p:cNvPr id="18" name="Shape 14"/>
          <p:cNvSpPr/>
          <p:nvPr/>
        </p:nvSpPr>
        <p:spPr>
          <a:xfrm>
            <a:off x="6035040" y="3022092"/>
            <a:ext cx="457200" cy="914"/>
          </a:xfrm>
          <a:prstGeom prst="line">
            <a:avLst/>
          </a:prstGeom>
          <a:noFill/>
          <a:ln w="31750">
            <a:solidFill>
              <a:srgbClr val="D9700F"/>
            </a:solidFill>
            <a:prstDash val="solid"/>
            <a:tailEnd type="triangle"/>
          </a:ln>
        </p:spPr>
      </p:sp>
      <p:sp>
        <p:nvSpPr>
          <p:cNvPr id="19" name="Shape 15"/>
          <p:cNvSpPr/>
          <p:nvPr/>
        </p:nvSpPr>
        <p:spPr>
          <a:xfrm>
            <a:off x="6537960" y="2732024"/>
            <a:ext cx="5102352" cy="580136"/>
          </a:xfrm>
          <a:prstGeom prst="roundRect">
            <a:avLst>
              <a:gd name="adj" fmla="val 12609"/>
            </a:avLst>
          </a:prstGeom>
          <a:solidFill>
            <a:srgbClr val="FFFFFF"/>
          </a:solidFill>
          <a:ln w="15875">
            <a:solidFill>
              <a:srgbClr val="D5DCE6"/>
            </a:solidFill>
            <a:prstDash val="dash"/>
          </a:ln>
        </p:spPr>
      </p:sp>
      <p:sp>
        <p:nvSpPr>
          <p:cNvPr id="20" name="Shape 16"/>
          <p:cNvSpPr/>
          <p:nvPr/>
        </p:nvSpPr>
        <p:spPr>
          <a:xfrm>
            <a:off x="548640" y="3565652"/>
            <a:ext cx="365760" cy="365760"/>
          </a:xfrm>
          <a:prstGeom prst="ellipse">
            <a:avLst/>
          </a:prstGeom>
          <a:solidFill>
            <a:schemeClr val="accent5"/>
          </a:solidFill>
          <a:ln w="12700">
            <a:solidFill>
              <a:srgbClr val="FFFFFF">
                <a:alpha val="0"/>
              </a:srgbClr>
            </a:solidFill>
            <a:prstDash val="solid"/>
          </a:ln>
        </p:spPr>
      </p:sp>
      <p:sp>
        <p:nvSpPr>
          <p:cNvPr id="21" name="Text 17"/>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Shape 18"/>
          <p:cNvSpPr/>
          <p:nvPr/>
        </p:nvSpPr>
        <p:spPr>
          <a:xfrm>
            <a:off x="1005840" y="3431032"/>
            <a:ext cx="4937760" cy="616712"/>
          </a:xfrm>
          <a:prstGeom prst="roundRect">
            <a:avLst>
              <a:gd name="adj" fmla="val 11862"/>
            </a:avLst>
          </a:prstGeom>
          <a:solidFill>
            <a:srgbClr val="F2F2F2"/>
          </a:solidFill>
          <a:ln w="12700">
            <a:solidFill>
              <a:srgbClr val="D5DCE6"/>
            </a:solidFill>
            <a:prstDash val="solid"/>
          </a:ln>
        </p:spPr>
      </p:sp>
      <p:sp>
        <p:nvSpPr>
          <p:cNvPr id="23" name="Text 19"/>
          <p:cNvSpPr txBox="1"/>
          <p:nvPr/>
        </p:nvSpPr>
        <p:spPr>
          <a:xfrm>
            <a:off x="1143000" y="3431032"/>
            <a:ext cx="4754880" cy="616712"/>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strike="sngStrike" dirty="0">
                <a:solidFill>
                  <a:schemeClr val="accent6"/>
                </a:solidFill>
              </a:rPr>
              <a:t>Ik roep me Karim.</a:t>
            </a:r>
            <a:endParaRPr lang="en-US" sz="1700" dirty="0"/>
          </a:p>
        </p:txBody>
      </p:sp>
      <p:sp>
        <p:nvSpPr>
          <p:cNvPr id="24" name="Shape 20"/>
          <p:cNvSpPr/>
          <p:nvPr/>
        </p:nvSpPr>
        <p:spPr>
          <a:xfrm>
            <a:off x="6035040" y="3748532"/>
            <a:ext cx="457200" cy="914"/>
          </a:xfrm>
          <a:prstGeom prst="line">
            <a:avLst/>
          </a:prstGeom>
          <a:noFill/>
          <a:ln w="31750">
            <a:solidFill>
              <a:srgbClr val="D9700F"/>
            </a:solidFill>
            <a:prstDash val="solid"/>
            <a:tailEnd type="triangle"/>
          </a:ln>
        </p:spPr>
      </p:sp>
      <p:sp>
        <p:nvSpPr>
          <p:cNvPr id="25" name="Shape 21"/>
          <p:cNvSpPr/>
          <p:nvPr/>
        </p:nvSpPr>
        <p:spPr>
          <a:xfrm>
            <a:off x="6537960" y="3458464"/>
            <a:ext cx="5102352" cy="580136"/>
          </a:xfrm>
          <a:prstGeom prst="roundRect">
            <a:avLst>
              <a:gd name="adj" fmla="val 12609"/>
            </a:avLst>
          </a:prstGeom>
          <a:solidFill>
            <a:srgbClr val="FFFFFF"/>
          </a:solidFill>
          <a:ln w="15875">
            <a:solidFill>
              <a:srgbClr val="D5DCE6"/>
            </a:solidFill>
            <a:prstDash val="dash"/>
          </a:ln>
        </p:spPr>
      </p:sp>
      <p:sp>
        <p:nvSpPr>
          <p:cNvPr id="26" name="Shape 22"/>
          <p:cNvSpPr/>
          <p:nvPr/>
        </p:nvSpPr>
        <p:spPr>
          <a:xfrm>
            <a:off x="548640" y="4292092"/>
            <a:ext cx="365760" cy="365760"/>
          </a:xfrm>
          <a:prstGeom prst="ellipse">
            <a:avLst/>
          </a:prstGeom>
          <a:solidFill>
            <a:schemeClr val="accent5"/>
          </a:solidFill>
          <a:ln w="12700">
            <a:solidFill>
              <a:srgbClr val="FFFFFF">
                <a:alpha val="0"/>
              </a:srgbClr>
            </a:solidFill>
            <a:prstDash val="solid"/>
          </a:ln>
        </p:spPr>
      </p:sp>
      <p:sp>
        <p:nvSpPr>
          <p:cNvPr id="27" name="Text 23"/>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8" name="Shape 24"/>
          <p:cNvSpPr/>
          <p:nvPr/>
        </p:nvSpPr>
        <p:spPr>
          <a:xfrm>
            <a:off x="1005840" y="4157472"/>
            <a:ext cx="4937760" cy="616712"/>
          </a:xfrm>
          <a:prstGeom prst="roundRect">
            <a:avLst>
              <a:gd name="adj" fmla="val 11862"/>
            </a:avLst>
          </a:prstGeom>
          <a:solidFill>
            <a:srgbClr val="F2F2F2"/>
          </a:solidFill>
          <a:ln w="12700">
            <a:solidFill>
              <a:srgbClr val="D5DCE6"/>
            </a:solidFill>
            <a:prstDash val="solid"/>
          </a:ln>
        </p:spPr>
      </p:sp>
      <p:sp>
        <p:nvSpPr>
          <p:cNvPr id="29" name="Text 25"/>
          <p:cNvSpPr txBox="1"/>
          <p:nvPr/>
        </p:nvSpPr>
        <p:spPr>
          <a:xfrm>
            <a:off x="1143000" y="4157472"/>
            <a:ext cx="4754880" cy="616712"/>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strike="sngStrike" dirty="0">
                <a:solidFill>
                  <a:schemeClr val="accent6"/>
                </a:solidFill>
              </a:rPr>
              <a:t>Tot zien!</a:t>
            </a:r>
            <a:endParaRPr lang="en-US" sz="1700" dirty="0"/>
          </a:p>
        </p:txBody>
      </p:sp>
      <p:sp>
        <p:nvSpPr>
          <p:cNvPr id="30" name="Shape 26"/>
          <p:cNvSpPr/>
          <p:nvPr/>
        </p:nvSpPr>
        <p:spPr>
          <a:xfrm>
            <a:off x="6035040" y="4474972"/>
            <a:ext cx="457200" cy="914"/>
          </a:xfrm>
          <a:prstGeom prst="line">
            <a:avLst/>
          </a:prstGeom>
          <a:noFill/>
          <a:ln w="31750">
            <a:solidFill>
              <a:srgbClr val="D9700F"/>
            </a:solidFill>
            <a:prstDash val="solid"/>
            <a:tailEnd type="triangle"/>
          </a:ln>
        </p:spPr>
      </p:sp>
      <p:sp>
        <p:nvSpPr>
          <p:cNvPr id="31" name="Shape 27"/>
          <p:cNvSpPr/>
          <p:nvPr/>
        </p:nvSpPr>
        <p:spPr>
          <a:xfrm>
            <a:off x="6537960" y="4184904"/>
            <a:ext cx="5102352" cy="580136"/>
          </a:xfrm>
          <a:prstGeom prst="roundRect">
            <a:avLst>
              <a:gd name="adj" fmla="val 12609"/>
            </a:avLst>
          </a:prstGeom>
          <a:solidFill>
            <a:srgbClr val="FFFFFF"/>
          </a:solidFill>
          <a:ln w="15875">
            <a:solidFill>
              <a:srgbClr val="D5DCE6"/>
            </a:solidFill>
            <a:prstDash val="dash"/>
          </a:ln>
        </p:spPr>
      </p:sp>
      <p:sp>
        <p:nvSpPr>
          <p:cNvPr id="32" name="Shape 28"/>
          <p:cNvSpPr/>
          <p:nvPr/>
        </p:nvSpPr>
        <p:spPr>
          <a:xfrm>
            <a:off x="548640" y="5018532"/>
            <a:ext cx="365760" cy="365760"/>
          </a:xfrm>
          <a:prstGeom prst="ellipse">
            <a:avLst/>
          </a:prstGeom>
          <a:solidFill>
            <a:schemeClr val="accent5"/>
          </a:solidFill>
          <a:ln w="12700">
            <a:solidFill>
              <a:srgbClr val="FFFFFF">
                <a:alpha val="0"/>
              </a:srgbClr>
            </a:solidFill>
            <a:prstDash val="solid"/>
          </a:ln>
        </p:spPr>
      </p:sp>
      <p:sp>
        <p:nvSpPr>
          <p:cNvPr id="33" name="Text 29"/>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4" name="Shape 30"/>
          <p:cNvSpPr/>
          <p:nvPr/>
        </p:nvSpPr>
        <p:spPr>
          <a:xfrm>
            <a:off x="1005840" y="4883912"/>
            <a:ext cx="4937760" cy="616712"/>
          </a:xfrm>
          <a:prstGeom prst="roundRect">
            <a:avLst>
              <a:gd name="adj" fmla="val 11862"/>
            </a:avLst>
          </a:prstGeom>
          <a:solidFill>
            <a:srgbClr val="F2F2F2"/>
          </a:solidFill>
          <a:ln w="12700">
            <a:solidFill>
              <a:srgbClr val="D5DCE6"/>
            </a:solidFill>
            <a:prstDash val="solid"/>
          </a:ln>
        </p:spPr>
      </p:sp>
      <p:sp>
        <p:nvSpPr>
          <p:cNvPr id="35" name="Text 31"/>
          <p:cNvSpPr txBox="1"/>
          <p:nvPr/>
        </p:nvSpPr>
        <p:spPr>
          <a:xfrm>
            <a:off x="1143000" y="4883912"/>
            <a:ext cx="4754880" cy="616712"/>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strike="sngStrike" dirty="0">
                <a:solidFill>
                  <a:schemeClr val="accent6"/>
                </a:solidFill>
              </a:rPr>
              <a:t>Dank jou veel.</a:t>
            </a:r>
            <a:endParaRPr lang="en-US" sz="1700" dirty="0"/>
          </a:p>
        </p:txBody>
      </p:sp>
      <p:sp>
        <p:nvSpPr>
          <p:cNvPr id="36" name="Shape 32"/>
          <p:cNvSpPr/>
          <p:nvPr/>
        </p:nvSpPr>
        <p:spPr>
          <a:xfrm>
            <a:off x="6035040" y="5201412"/>
            <a:ext cx="457200" cy="914"/>
          </a:xfrm>
          <a:prstGeom prst="line">
            <a:avLst/>
          </a:prstGeom>
          <a:noFill/>
          <a:ln w="31750">
            <a:solidFill>
              <a:srgbClr val="D9700F"/>
            </a:solidFill>
            <a:prstDash val="solid"/>
            <a:tailEnd type="triangle"/>
          </a:ln>
        </p:spPr>
      </p:sp>
      <p:sp>
        <p:nvSpPr>
          <p:cNvPr id="37" name="Shape 33"/>
          <p:cNvSpPr/>
          <p:nvPr/>
        </p:nvSpPr>
        <p:spPr>
          <a:xfrm>
            <a:off x="6537960" y="4911344"/>
            <a:ext cx="5102352" cy="580136"/>
          </a:xfrm>
          <a:prstGeom prst="roundRect">
            <a:avLst>
              <a:gd name="adj" fmla="val 12609"/>
            </a:avLst>
          </a:prstGeom>
          <a:solidFill>
            <a:srgbClr val="FFFFFF"/>
          </a:solidFill>
          <a:ln w="15875">
            <a:solidFill>
              <a:srgbClr val="D5DCE6"/>
            </a:solidFill>
            <a:prstDash val="dash"/>
          </a:ln>
        </p:spPr>
      </p:sp>
      <p:sp>
        <p:nvSpPr>
          <p:cNvPr id="38" name="Shape 34"/>
          <p:cNvSpPr/>
          <p:nvPr/>
        </p:nvSpPr>
        <p:spPr>
          <a:xfrm>
            <a:off x="548640" y="5744972"/>
            <a:ext cx="365760" cy="365760"/>
          </a:xfrm>
          <a:prstGeom prst="ellipse">
            <a:avLst/>
          </a:prstGeom>
          <a:solidFill>
            <a:schemeClr val="accent5"/>
          </a:solidFill>
          <a:ln w="12700">
            <a:solidFill>
              <a:srgbClr val="FFFFFF">
                <a:alpha val="0"/>
              </a:srgbClr>
            </a:solidFill>
            <a:prstDash val="solid"/>
          </a:ln>
        </p:spPr>
      </p:sp>
      <p:sp>
        <p:nvSpPr>
          <p:cNvPr id="39" name="Text 35"/>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0" name="Shape 36"/>
          <p:cNvSpPr/>
          <p:nvPr/>
        </p:nvSpPr>
        <p:spPr>
          <a:xfrm>
            <a:off x="1005840" y="5610352"/>
            <a:ext cx="4937760" cy="616712"/>
          </a:xfrm>
          <a:prstGeom prst="roundRect">
            <a:avLst>
              <a:gd name="adj" fmla="val 11862"/>
            </a:avLst>
          </a:prstGeom>
          <a:solidFill>
            <a:srgbClr val="F2F2F2"/>
          </a:solidFill>
          <a:ln w="12700">
            <a:solidFill>
              <a:srgbClr val="D5DCE6"/>
            </a:solidFill>
            <a:prstDash val="solid"/>
          </a:ln>
        </p:spPr>
      </p:sp>
      <p:sp>
        <p:nvSpPr>
          <p:cNvPr id="41" name="Text 37"/>
          <p:cNvSpPr txBox="1"/>
          <p:nvPr/>
        </p:nvSpPr>
        <p:spPr>
          <a:xfrm>
            <a:off x="1143000" y="5610352"/>
            <a:ext cx="4754880" cy="616712"/>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strike="sngStrike" dirty="0">
                <a:solidFill>
                  <a:schemeClr val="accent6"/>
                </a:solidFill>
              </a:rPr>
              <a:t>Kan jij herhalen nog een keer?</a:t>
            </a:r>
            <a:endParaRPr lang="en-US" sz="1700" dirty="0"/>
          </a:p>
        </p:txBody>
      </p:sp>
      <p:sp>
        <p:nvSpPr>
          <p:cNvPr id="42" name="Shape 38"/>
          <p:cNvSpPr/>
          <p:nvPr/>
        </p:nvSpPr>
        <p:spPr>
          <a:xfrm>
            <a:off x="6035040" y="5927852"/>
            <a:ext cx="457200" cy="914"/>
          </a:xfrm>
          <a:prstGeom prst="line">
            <a:avLst/>
          </a:prstGeom>
          <a:noFill/>
          <a:ln w="31750">
            <a:solidFill>
              <a:srgbClr val="D9700F"/>
            </a:solidFill>
            <a:prstDash val="solid"/>
            <a:tailEnd type="triangle"/>
          </a:ln>
        </p:spPr>
      </p:sp>
      <p:sp>
        <p:nvSpPr>
          <p:cNvPr id="43" name="Shape 39"/>
          <p:cNvSpPr/>
          <p:nvPr/>
        </p:nvSpPr>
        <p:spPr>
          <a:xfrm>
            <a:off x="6537960" y="5637784"/>
            <a:ext cx="5102352" cy="580136"/>
          </a:xfrm>
          <a:prstGeom prst="roundRect">
            <a:avLst>
              <a:gd name="adj" fmla="val 12609"/>
            </a:avLst>
          </a:prstGeom>
          <a:solidFill>
            <a:srgbClr val="FFFFFF"/>
          </a:solidFill>
          <a:ln w="15875">
            <a:solidFill>
              <a:srgbClr val="D5DCE6"/>
            </a:solidFill>
            <a:prstDash val="dash"/>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Mot à mot ou en bloc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Ces phrases sont traduites mot à mot. Remplacez-les par le bon bloc.</a:t>
            </a:r>
            <a:endParaRPr lang="en-US" sz="1700" dirty="0"/>
          </a:p>
        </p:txBody>
      </p:sp>
      <p:sp>
        <p:nvSpPr>
          <p:cNvPr id="9" name="Shape 5"/>
          <p:cNvSpPr/>
          <p:nvPr/>
        </p:nvSpPr>
        <p:spPr>
          <a:xfrm>
            <a:off x="548640" y="2112772"/>
            <a:ext cx="365760" cy="365760"/>
          </a:xfrm>
          <a:prstGeom prst="ellipse">
            <a:avLst/>
          </a:prstGeom>
          <a:solidFill>
            <a:schemeClr val="accent5"/>
          </a:solidFill>
          <a:ln w="12700">
            <a:solidFill>
              <a:srgbClr val="FFFFFF">
                <a:alpha val="0"/>
              </a:srgbClr>
            </a:solidFill>
            <a:prstDash val="solid"/>
          </a:ln>
        </p:spPr>
      </p:sp>
      <p:sp>
        <p:nvSpPr>
          <p:cNvPr id="10" name="Text 6"/>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Shape 7"/>
          <p:cNvSpPr/>
          <p:nvPr/>
        </p:nvSpPr>
        <p:spPr>
          <a:xfrm>
            <a:off x="1005840" y="1978152"/>
            <a:ext cx="4937760" cy="616712"/>
          </a:xfrm>
          <a:prstGeom prst="roundRect">
            <a:avLst>
              <a:gd name="adj" fmla="val 11862"/>
            </a:avLst>
          </a:prstGeom>
          <a:solidFill>
            <a:srgbClr val="F2F2F2"/>
          </a:solidFill>
          <a:ln w="12700">
            <a:solidFill>
              <a:srgbClr val="D5DCE6"/>
            </a:solidFill>
            <a:prstDash val="solid"/>
          </a:ln>
        </p:spPr>
      </p:sp>
      <p:sp>
        <p:nvSpPr>
          <p:cNvPr id="12" name="Text 8"/>
          <p:cNvSpPr txBox="1"/>
          <p:nvPr/>
        </p:nvSpPr>
        <p:spPr>
          <a:xfrm>
            <a:off x="1143000" y="1978152"/>
            <a:ext cx="4754880" cy="616712"/>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strike="sngStrike" dirty="0">
                <a:solidFill>
                  <a:schemeClr val="accent6"/>
                </a:solidFill>
              </a:rPr>
              <a:t>Ik heb 25 jaar.</a:t>
            </a:r>
            <a:endParaRPr lang="en-US" sz="1700" dirty="0"/>
          </a:p>
        </p:txBody>
      </p:sp>
      <p:sp>
        <p:nvSpPr>
          <p:cNvPr id="13" name="Shape 9"/>
          <p:cNvSpPr/>
          <p:nvPr/>
        </p:nvSpPr>
        <p:spPr>
          <a:xfrm>
            <a:off x="6035040" y="2295652"/>
            <a:ext cx="457200" cy="914"/>
          </a:xfrm>
          <a:prstGeom prst="line">
            <a:avLst/>
          </a:prstGeom>
          <a:noFill/>
          <a:ln w="31750">
            <a:solidFill>
              <a:srgbClr val="D9700F"/>
            </a:solidFill>
            <a:prstDash val="solid"/>
            <a:tailEnd type="triangle"/>
          </a:ln>
        </p:spPr>
      </p:sp>
      <p:sp>
        <p:nvSpPr>
          <p:cNvPr id="14" name="Shape 10"/>
          <p:cNvSpPr/>
          <p:nvPr/>
        </p:nvSpPr>
        <p:spPr>
          <a:xfrm>
            <a:off x="6803136" y="1997619"/>
            <a:ext cx="292608" cy="81117"/>
          </a:xfrm>
          <a:prstGeom prst="roundRect">
            <a:avLst>
              <a:gd name="adj" fmla="val 33818"/>
            </a:avLst>
          </a:prstGeom>
          <a:solidFill>
            <a:schemeClr val="accent1"/>
          </a:solidFill>
          <a:ln w="12700">
            <a:solidFill>
              <a:srgbClr val="FFFFFF">
                <a:alpha val="0"/>
              </a:srgbClr>
            </a:solidFill>
            <a:prstDash val="solid"/>
          </a:ln>
        </p:spPr>
      </p:sp>
      <p:sp>
        <p:nvSpPr>
          <p:cNvPr id="15" name="Shape 11"/>
          <p:cNvSpPr/>
          <p:nvPr/>
        </p:nvSpPr>
        <p:spPr>
          <a:xfrm>
            <a:off x="7626096" y="1997619"/>
            <a:ext cx="292608" cy="81117"/>
          </a:xfrm>
          <a:prstGeom prst="roundRect">
            <a:avLst>
              <a:gd name="adj" fmla="val 33818"/>
            </a:avLst>
          </a:prstGeom>
          <a:solidFill>
            <a:schemeClr val="accent1"/>
          </a:solidFill>
          <a:ln w="12700">
            <a:solidFill>
              <a:srgbClr val="FFFFFF">
                <a:alpha val="0"/>
              </a:srgbClr>
            </a:solidFill>
            <a:prstDash val="solid"/>
          </a:ln>
        </p:spPr>
      </p:sp>
      <p:sp>
        <p:nvSpPr>
          <p:cNvPr id="16" name="Shape 12"/>
          <p:cNvSpPr/>
          <p:nvPr/>
        </p:nvSpPr>
        <p:spPr>
          <a:xfrm>
            <a:off x="8449056" y="1997619"/>
            <a:ext cx="292608" cy="81117"/>
          </a:xfrm>
          <a:prstGeom prst="roundRect">
            <a:avLst>
              <a:gd name="adj" fmla="val 33818"/>
            </a:avLst>
          </a:prstGeom>
          <a:solidFill>
            <a:schemeClr val="accent1"/>
          </a:solidFill>
          <a:ln w="12700">
            <a:solidFill>
              <a:srgbClr val="FFFFFF">
                <a:alpha val="0"/>
              </a:srgbClr>
            </a:solidFill>
            <a:prstDash val="solid"/>
          </a:ln>
        </p:spPr>
      </p:sp>
      <p:sp>
        <p:nvSpPr>
          <p:cNvPr id="17" name="Shape 13"/>
          <p:cNvSpPr/>
          <p:nvPr/>
        </p:nvSpPr>
        <p:spPr>
          <a:xfrm>
            <a:off x="9272016" y="1997619"/>
            <a:ext cx="292608" cy="81117"/>
          </a:xfrm>
          <a:prstGeom prst="roundRect">
            <a:avLst>
              <a:gd name="adj" fmla="val 33818"/>
            </a:avLst>
          </a:prstGeom>
          <a:solidFill>
            <a:schemeClr val="accent1"/>
          </a:solidFill>
          <a:ln w="12700">
            <a:solidFill>
              <a:srgbClr val="FFFFFF">
                <a:alpha val="0"/>
              </a:srgbClr>
            </a:solidFill>
            <a:prstDash val="solid"/>
          </a:ln>
        </p:spPr>
      </p:sp>
      <p:sp>
        <p:nvSpPr>
          <p:cNvPr id="18" name="Shape 14"/>
          <p:cNvSpPr/>
          <p:nvPr/>
        </p:nvSpPr>
        <p:spPr>
          <a:xfrm>
            <a:off x="6537960" y="2060448"/>
            <a:ext cx="3291840" cy="506984"/>
          </a:xfrm>
          <a:prstGeom prst="roundRect">
            <a:avLst>
              <a:gd name="adj" fmla="val 14429"/>
            </a:avLst>
          </a:prstGeom>
          <a:solidFill>
            <a:schemeClr val="accent1"/>
          </a:solidFill>
          <a:ln w="12700">
            <a:solidFill>
              <a:srgbClr val="FFFFFF">
                <a:alpha val="0"/>
              </a:srgbClr>
            </a:solidFill>
            <a:prstDash val="solid"/>
          </a:ln>
        </p:spPr>
      </p:sp>
      <p:sp>
        <p:nvSpPr>
          <p:cNvPr id="19" name="Text 15"/>
          <p:cNvSpPr txBox="1"/>
          <p:nvPr/>
        </p:nvSpPr>
        <p:spPr>
          <a:xfrm>
            <a:off x="6611112" y="2060448"/>
            <a:ext cx="3145536" cy="506984"/>
          </a:xfrm>
          <a:prstGeom prst="rect">
            <a:avLst/>
          </a:prstGeom>
          <a:noFill/>
          <a:ln/>
        </p:spPr>
        <p:txBody>
          <a:bodyPr wrap="square" lIns="0" tIns="0" rIns="0" bIns="0" rtlCol="0" anchor="ctr"/>
          <a:lstStyle/>
          <a:p>
            <a:pPr algn="ctr" indent="0" marL="0">
              <a:buNone/>
            </a:pPr>
            <a:r>
              <a:rPr lang="en-US" sz="1600" b="1" i="1" dirty="0">
                <a:solidFill>
                  <a:schemeClr val="bg1"/>
                </a:solidFill>
              </a:rPr>
              <a:t>Ik ben 25 jaar.</a:t>
            </a:r>
            <a:endParaRPr lang="en-US" sz="1600" dirty="0"/>
          </a:p>
        </p:txBody>
      </p:sp>
      <p:sp>
        <p:nvSpPr>
          <p:cNvPr id="20" name="Text 16"/>
          <p:cNvSpPr txBox="1"/>
          <p:nvPr/>
        </p:nvSpPr>
        <p:spPr>
          <a:xfrm>
            <a:off x="9921240" y="1978152"/>
            <a:ext cx="1737360" cy="616712"/>
          </a:xfrm>
          <a:prstGeom prst="rect">
            <a:avLst/>
          </a:prstGeom>
          <a:noFill/>
          <a:ln/>
        </p:spPr>
        <p:txBody>
          <a:bodyPr wrap="square" lIns="0" tIns="0" rIns="0" bIns="0" rtlCol="0" anchor="ctr"/>
          <a:lstStyle/>
          <a:p>
            <a:pPr algn="l" indent="0" marL="0">
              <a:buNone/>
            </a:pPr>
            <a:r>
              <a:rPr lang="en-US" sz="1200" i="1" dirty="0">
                <a:solidFill>
                  <a:schemeClr val="accent5"/>
                </a:solidFill>
              </a:rPr>
              <a:t>« j’ai 25 ans »</a:t>
            </a:r>
            <a:endParaRPr lang="en-US" sz="1200" dirty="0"/>
          </a:p>
        </p:txBody>
      </p:sp>
      <p:sp>
        <p:nvSpPr>
          <p:cNvPr id="21" name="Shape 17"/>
          <p:cNvSpPr/>
          <p:nvPr/>
        </p:nvSpPr>
        <p:spPr>
          <a:xfrm>
            <a:off x="548640" y="2839212"/>
            <a:ext cx="365760" cy="365760"/>
          </a:xfrm>
          <a:prstGeom prst="ellipse">
            <a:avLst/>
          </a:prstGeom>
          <a:solidFill>
            <a:schemeClr val="accent5"/>
          </a:solidFill>
          <a:ln w="12700">
            <a:solidFill>
              <a:srgbClr val="FFFFFF">
                <a:alpha val="0"/>
              </a:srgbClr>
            </a:solidFill>
            <a:prstDash val="solid"/>
          </a:ln>
        </p:spPr>
      </p:sp>
      <p:sp>
        <p:nvSpPr>
          <p:cNvPr id="22" name="Text 18"/>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3" name="Shape 19"/>
          <p:cNvSpPr/>
          <p:nvPr/>
        </p:nvSpPr>
        <p:spPr>
          <a:xfrm>
            <a:off x="1005840" y="2704592"/>
            <a:ext cx="4937760" cy="616712"/>
          </a:xfrm>
          <a:prstGeom prst="roundRect">
            <a:avLst>
              <a:gd name="adj" fmla="val 11862"/>
            </a:avLst>
          </a:prstGeom>
          <a:solidFill>
            <a:srgbClr val="F2F2F2"/>
          </a:solidFill>
          <a:ln w="12700">
            <a:solidFill>
              <a:srgbClr val="D5DCE6"/>
            </a:solidFill>
            <a:prstDash val="solid"/>
          </a:ln>
        </p:spPr>
      </p:sp>
      <p:sp>
        <p:nvSpPr>
          <p:cNvPr id="24" name="Text 20"/>
          <p:cNvSpPr txBox="1"/>
          <p:nvPr/>
        </p:nvSpPr>
        <p:spPr>
          <a:xfrm>
            <a:off x="1143000" y="2704592"/>
            <a:ext cx="4754880" cy="616712"/>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strike="sngStrike" dirty="0">
                <a:solidFill>
                  <a:schemeClr val="accent6"/>
                </a:solidFill>
              </a:rPr>
              <a:t>Hoe gaat jij?</a:t>
            </a:r>
            <a:endParaRPr lang="en-US" sz="1700" dirty="0"/>
          </a:p>
        </p:txBody>
      </p:sp>
      <p:sp>
        <p:nvSpPr>
          <p:cNvPr id="25" name="Shape 21"/>
          <p:cNvSpPr/>
          <p:nvPr/>
        </p:nvSpPr>
        <p:spPr>
          <a:xfrm>
            <a:off x="6035040" y="3022092"/>
            <a:ext cx="457200" cy="914"/>
          </a:xfrm>
          <a:prstGeom prst="line">
            <a:avLst/>
          </a:prstGeom>
          <a:noFill/>
          <a:ln w="31750">
            <a:solidFill>
              <a:srgbClr val="D9700F"/>
            </a:solidFill>
            <a:prstDash val="solid"/>
            <a:tailEnd type="triangle"/>
          </a:ln>
        </p:spPr>
      </p:sp>
      <p:sp>
        <p:nvSpPr>
          <p:cNvPr id="26" name="Shape 22"/>
          <p:cNvSpPr/>
          <p:nvPr/>
        </p:nvSpPr>
        <p:spPr>
          <a:xfrm>
            <a:off x="6803136" y="2724059"/>
            <a:ext cx="292608" cy="81117"/>
          </a:xfrm>
          <a:prstGeom prst="roundRect">
            <a:avLst>
              <a:gd name="adj" fmla="val 33818"/>
            </a:avLst>
          </a:prstGeom>
          <a:solidFill>
            <a:schemeClr val="accent1"/>
          </a:solidFill>
          <a:ln w="12700">
            <a:solidFill>
              <a:srgbClr val="FFFFFF">
                <a:alpha val="0"/>
              </a:srgbClr>
            </a:solidFill>
            <a:prstDash val="solid"/>
          </a:ln>
        </p:spPr>
      </p:sp>
      <p:sp>
        <p:nvSpPr>
          <p:cNvPr id="27" name="Shape 23"/>
          <p:cNvSpPr/>
          <p:nvPr/>
        </p:nvSpPr>
        <p:spPr>
          <a:xfrm>
            <a:off x="7626096" y="2724059"/>
            <a:ext cx="292608" cy="81117"/>
          </a:xfrm>
          <a:prstGeom prst="roundRect">
            <a:avLst>
              <a:gd name="adj" fmla="val 33818"/>
            </a:avLst>
          </a:prstGeom>
          <a:solidFill>
            <a:schemeClr val="accent1"/>
          </a:solidFill>
          <a:ln w="12700">
            <a:solidFill>
              <a:srgbClr val="FFFFFF">
                <a:alpha val="0"/>
              </a:srgbClr>
            </a:solidFill>
            <a:prstDash val="solid"/>
          </a:ln>
        </p:spPr>
      </p:sp>
      <p:sp>
        <p:nvSpPr>
          <p:cNvPr id="28" name="Shape 24"/>
          <p:cNvSpPr/>
          <p:nvPr/>
        </p:nvSpPr>
        <p:spPr>
          <a:xfrm>
            <a:off x="8449056" y="2724059"/>
            <a:ext cx="292608" cy="81117"/>
          </a:xfrm>
          <a:prstGeom prst="roundRect">
            <a:avLst>
              <a:gd name="adj" fmla="val 33818"/>
            </a:avLst>
          </a:prstGeom>
          <a:solidFill>
            <a:schemeClr val="accent1"/>
          </a:solidFill>
          <a:ln w="12700">
            <a:solidFill>
              <a:srgbClr val="FFFFFF">
                <a:alpha val="0"/>
              </a:srgbClr>
            </a:solidFill>
            <a:prstDash val="solid"/>
          </a:ln>
        </p:spPr>
      </p:sp>
      <p:sp>
        <p:nvSpPr>
          <p:cNvPr id="29" name="Shape 25"/>
          <p:cNvSpPr/>
          <p:nvPr/>
        </p:nvSpPr>
        <p:spPr>
          <a:xfrm>
            <a:off x="9272016" y="2724059"/>
            <a:ext cx="292608" cy="81117"/>
          </a:xfrm>
          <a:prstGeom prst="roundRect">
            <a:avLst>
              <a:gd name="adj" fmla="val 33818"/>
            </a:avLst>
          </a:prstGeom>
          <a:solidFill>
            <a:schemeClr val="accent1"/>
          </a:solidFill>
          <a:ln w="12700">
            <a:solidFill>
              <a:srgbClr val="FFFFFF">
                <a:alpha val="0"/>
              </a:srgbClr>
            </a:solidFill>
            <a:prstDash val="solid"/>
          </a:ln>
        </p:spPr>
      </p:sp>
      <p:sp>
        <p:nvSpPr>
          <p:cNvPr id="30" name="Shape 26"/>
          <p:cNvSpPr/>
          <p:nvPr/>
        </p:nvSpPr>
        <p:spPr>
          <a:xfrm>
            <a:off x="6537960" y="2786888"/>
            <a:ext cx="3291840" cy="506984"/>
          </a:xfrm>
          <a:prstGeom prst="roundRect">
            <a:avLst>
              <a:gd name="adj" fmla="val 14429"/>
            </a:avLst>
          </a:prstGeom>
          <a:solidFill>
            <a:schemeClr val="accent1"/>
          </a:solidFill>
          <a:ln w="12700">
            <a:solidFill>
              <a:srgbClr val="FFFFFF">
                <a:alpha val="0"/>
              </a:srgbClr>
            </a:solidFill>
            <a:prstDash val="solid"/>
          </a:ln>
        </p:spPr>
      </p:sp>
      <p:sp>
        <p:nvSpPr>
          <p:cNvPr id="31" name="Text 27"/>
          <p:cNvSpPr txBox="1"/>
          <p:nvPr/>
        </p:nvSpPr>
        <p:spPr>
          <a:xfrm>
            <a:off x="6611112" y="2786888"/>
            <a:ext cx="3145536" cy="506984"/>
          </a:xfrm>
          <a:prstGeom prst="rect">
            <a:avLst/>
          </a:prstGeom>
          <a:noFill/>
          <a:ln/>
        </p:spPr>
        <p:txBody>
          <a:bodyPr wrap="square" lIns="0" tIns="0" rIns="0" bIns="0" rtlCol="0" anchor="ctr"/>
          <a:lstStyle/>
          <a:p>
            <a:pPr algn="ctr" indent="0" marL="0">
              <a:buNone/>
            </a:pPr>
            <a:r>
              <a:rPr lang="en-US" sz="1600" b="1" i="1" dirty="0">
                <a:solidFill>
                  <a:schemeClr val="bg1"/>
                </a:solidFill>
              </a:rPr>
              <a:t>Hoe gaat het (met jou)?</a:t>
            </a:r>
            <a:endParaRPr lang="en-US" sz="1600" dirty="0"/>
          </a:p>
        </p:txBody>
      </p:sp>
      <p:sp>
        <p:nvSpPr>
          <p:cNvPr id="32" name="Text 28"/>
          <p:cNvSpPr txBox="1"/>
          <p:nvPr/>
        </p:nvSpPr>
        <p:spPr>
          <a:xfrm>
            <a:off x="9921240" y="2704592"/>
            <a:ext cx="1737360" cy="616712"/>
          </a:xfrm>
          <a:prstGeom prst="rect">
            <a:avLst/>
          </a:prstGeom>
          <a:noFill/>
          <a:ln/>
        </p:spPr>
        <p:txBody>
          <a:bodyPr wrap="square" lIns="0" tIns="0" rIns="0" bIns="0" rtlCol="0" anchor="ctr"/>
          <a:lstStyle/>
          <a:p>
            <a:pPr algn="l" indent="0" marL="0">
              <a:buNone/>
            </a:pPr>
            <a:r>
              <a:rPr lang="en-US" sz="1200" i="1" dirty="0">
                <a:solidFill>
                  <a:schemeClr val="accent5"/>
                </a:solidFill>
              </a:rPr>
              <a:t>« comment vas-tu ? »</a:t>
            </a:r>
            <a:endParaRPr lang="en-US" sz="1200" dirty="0"/>
          </a:p>
        </p:txBody>
      </p:sp>
      <p:sp>
        <p:nvSpPr>
          <p:cNvPr id="33" name="Shape 29"/>
          <p:cNvSpPr/>
          <p:nvPr/>
        </p:nvSpPr>
        <p:spPr>
          <a:xfrm>
            <a:off x="548640" y="3565652"/>
            <a:ext cx="365760" cy="365760"/>
          </a:xfrm>
          <a:prstGeom prst="ellipse">
            <a:avLst/>
          </a:prstGeom>
          <a:solidFill>
            <a:schemeClr val="accent5"/>
          </a:solidFill>
          <a:ln w="12700">
            <a:solidFill>
              <a:srgbClr val="FFFFFF">
                <a:alpha val="0"/>
              </a:srgbClr>
            </a:solidFill>
            <a:prstDash val="solid"/>
          </a:ln>
        </p:spPr>
      </p:sp>
      <p:sp>
        <p:nvSpPr>
          <p:cNvPr id="34" name="Text 30"/>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5" name="Shape 31"/>
          <p:cNvSpPr/>
          <p:nvPr/>
        </p:nvSpPr>
        <p:spPr>
          <a:xfrm>
            <a:off x="1005840" y="3431032"/>
            <a:ext cx="4937760" cy="616712"/>
          </a:xfrm>
          <a:prstGeom prst="roundRect">
            <a:avLst>
              <a:gd name="adj" fmla="val 11862"/>
            </a:avLst>
          </a:prstGeom>
          <a:solidFill>
            <a:srgbClr val="F2F2F2"/>
          </a:solidFill>
          <a:ln w="12700">
            <a:solidFill>
              <a:srgbClr val="D5DCE6"/>
            </a:solidFill>
            <a:prstDash val="solid"/>
          </a:ln>
        </p:spPr>
      </p:sp>
      <p:sp>
        <p:nvSpPr>
          <p:cNvPr id="36" name="Text 32"/>
          <p:cNvSpPr txBox="1"/>
          <p:nvPr/>
        </p:nvSpPr>
        <p:spPr>
          <a:xfrm>
            <a:off x="1143000" y="3431032"/>
            <a:ext cx="4754880" cy="616712"/>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strike="sngStrike" dirty="0">
                <a:solidFill>
                  <a:schemeClr val="accent6"/>
                </a:solidFill>
              </a:rPr>
              <a:t>Ik roep me Karim.</a:t>
            </a:r>
            <a:endParaRPr lang="en-US" sz="1700" dirty="0"/>
          </a:p>
        </p:txBody>
      </p:sp>
      <p:sp>
        <p:nvSpPr>
          <p:cNvPr id="37" name="Shape 33"/>
          <p:cNvSpPr/>
          <p:nvPr/>
        </p:nvSpPr>
        <p:spPr>
          <a:xfrm>
            <a:off x="6035040" y="3748532"/>
            <a:ext cx="457200" cy="914"/>
          </a:xfrm>
          <a:prstGeom prst="line">
            <a:avLst/>
          </a:prstGeom>
          <a:noFill/>
          <a:ln w="31750">
            <a:solidFill>
              <a:srgbClr val="D9700F"/>
            </a:solidFill>
            <a:prstDash val="solid"/>
            <a:tailEnd type="triangle"/>
          </a:ln>
        </p:spPr>
      </p:sp>
      <p:sp>
        <p:nvSpPr>
          <p:cNvPr id="38" name="Shape 34"/>
          <p:cNvSpPr/>
          <p:nvPr/>
        </p:nvSpPr>
        <p:spPr>
          <a:xfrm>
            <a:off x="6803136" y="3450499"/>
            <a:ext cx="292608" cy="81117"/>
          </a:xfrm>
          <a:prstGeom prst="roundRect">
            <a:avLst>
              <a:gd name="adj" fmla="val 33818"/>
            </a:avLst>
          </a:prstGeom>
          <a:solidFill>
            <a:schemeClr val="accent1"/>
          </a:solidFill>
          <a:ln w="12700">
            <a:solidFill>
              <a:srgbClr val="FFFFFF">
                <a:alpha val="0"/>
              </a:srgbClr>
            </a:solidFill>
            <a:prstDash val="solid"/>
          </a:ln>
        </p:spPr>
      </p:sp>
      <p:sp>
        <p:nvSpPr>
          <p:cNvPr id="39" name="Shape 35"/>
          <p:cNvSpPr/>
          <p:nvPr/>
        </p:nvSpPr>
        <p:spPr>
          <a:xfrm>
            <a:off x="7626096" y="3450499"/>
            <a:ext cx="292608" cy="81117"/>
          </a:xfrm>
          <a:prstGeom prst="roundRect">
            <a:avLst>
              <a:gd name="adj" fmla="val 33818"/>
            </a:avLst>
          </a:prstGeom>
          <a:solidFill>
            <a:schemeClr val="accent1"/>
          </a:solidFill>
          <a:ln w="12700">
            <a:solidFill>
              <a:srgbClr val="FFFFFF">
                <a:alpha val="0"/>
              </a:srgbClr>
            </a:solidFill>
            <a:prstDash val="solid"/>
          </a:ln>
        </p:spPr>
      </p:sp>
      <p:sp>
        <p:nvSpPr>
          <p:cNvPr id="40" name="Shape 36"/>
          <p:cNvSpPr/>
          <p:nvPr/>
        </p:nvSpPr>
        <p:spPr>
          <a:xfrm>
            <a:off x="8449056" y="3450499"/>
            <a:ext cx="292608" cy="81117"/>
          </a:xfrm>
          <a:prstGeom prst="roundRect">
            <a:avLst>
              <a:gd name="adj" fmla="val 33818"/>
            </a:avLst>
          </a:prstGeom>
          <a:solidFill>
            <a:schemeClr val="accent1"/>
          </a:solidFill>
          <a:ln w="12700">
            <a:solidFill>
              <a:srgbClr val="FFFFFF">
                <a:alpha val="0"/>
              </a:srgbClr>
            </a:solidFill>
            <a:prstDash val="solid"/>
          </a:ln>
        </p:spPr>
      </p:sp>
      <p:sp>
        <p:nvSpPr>
          <p:cNvPr id="41" name="Shape 37"/>
          <p:cNvSpPr/>
          <p:nvPr/>
        </p:nvSpPr>
        <p:spPr>
          <a:xfrm>
            <a:off x="9272016" y="3450499"/>
            <a:ext cx="292608" cy="81117"/>
          </a:xfrm>
          <a:prstGeom prst="roundRect">
            <a:avLst>
              <a:gd name="adj" fmla="val 33818"/>
            </a:avLst>
          </a:prstGeom>
          <a:solidFill>
            <a:schemeClr val="accent1"/>
          </a:solidFill>
          <a:ln w="12700">
            <a:solidFill>
              <a:srgbClr val="FFFFFF">
                <a:alpha val="0"/>
              </a:srgbClr>
            </a:solidFill>
            <a:prstDash val="solid"/>
          </a:ln>
        </p:spPr>
      </p:sp>
      <p:sp>
        <p:nvSpPr>
          <p:cNvPr id="42" name="Shape 38"/>
          <p:cNvSpPr/>
          <p:nvPr/>
        </p:nvSpPr>
        <p:spPr>
          <a:xfrm>
            <a:off x="6537960" y="3513328"/>
            <a:ext cx="3291840" cy="506984"/>
          </a:xfrm>
          <a:prstGeom prst="roundRect">
            <a:avLst>
              <a:gd name="adj" fmla="val 14429"/>
            </a:avLst>
          </a:prstGeom>
          <a:solidFill>
            <a:schemeClr val="accent1"/>
          </a:solidFill>
          <a:ln w="12700">
            <a:solidFill>
              <a:srgbClr val="FFFFFF">
                <a:alpha val="0"/>
              </a:srgbClr>
            </a:solidFill>
            <a:prstDash val="solid"/>
          </a:ln>
        </p:spPr>
      </p:sp>
      <p:sp>
        <p:nvSpPr>
          <p:cNvPr id="43" name="Text 39"/>
          <p:cNvSpPr txBox="1"/>
          <p:nvPr/>
        </p:nvSpPr>
        <p:spPr>
          <a:xfrm>
            <a:off x="6611112" y="3513328"/>
            <a:ext cx="3145536" cy="506984"/>
          </a:xfrm>
          <a:prstGeom prst="rect">
            <a:avLst/>
          </a:prstGeom>
          <a:noFill/>
          <a:ln/>
        </p:spPr>
        <p:txBody>
          <a:bodyPr wrap="square" lIns="0" tIns="0" rIns="0" bIns="0" rtlCol="0" anchor="ctr"/>
          <a:lstStyle/>
          <a:p>
            <a:pPr algn="ctr" indent="0" marL="0">
              <a:buNone/>
            </a:pPr>
            <a:r>
              <a:rPr lang="en-US" sz="1600" b="1" i="1" dirty="0">
                <a:solidFill>
                  <a:schemeClr val="bg1"/>
                </a:solidFill>
              </a:rPr>
              <a:t>Ik heet Karim.</a:t>
            </a:r>
            <a:endParaRPr lang="en-US" sz="1600" dirty="0"/>
          </a:p>
        </p:txBody>
      </p:sp>
      <p:sp>
        <p:nvSpPr>
          <p:cNvPr id="44" name="Text 40"/>
          <p:cNvSpPr txBox="1"/>
          <p:nvPr/>
        </p:nvSpPr>
        <p:spPr>
          <a:xfrm>
            <a:off x="9921240" y="3431032"/>
            <a:ext cx="1737360" cy="616712"/>
          </a:xfrm>
          <a:prstGeom prst="rect">
            <a:avLst/>
          </a:prstGeom>
          <a:noFill/>
          <a:ln/>
        </p:spPr>
        <p:txBody>
          <a:bodyPr wrap="square" lIns="0" tIns="0" rIns="0" bIns="0" rtlCol="0" anchor="ctr"/>
          <a:lstStyle/>
          <a:p>
            <a:pPr algn="l" indent="0" marL="0">
              <a:buNone/>
            </a:pPr>
            <a:r>
              <a:rPr lang="en-US" sz="1200" i="1" dirty="0">
                <a:solidFill>
                  <a:schemeClr val="accent5"/>
                </a:solidFill>
              </a:rPr>
              <a:t>« je m’appelle »</a:t>
            </a:r>
            <a:endParaRPr lang="en-US" sz="1200" dirty="0"/>
          </a:p>
        </p:txBody>
      </p:sp>
      <p:sp>
        <p:nvSpPr>
          <p:cNvPr id="45" name="Shape 41"/>
          <p:cNvSpPr/>
          <p:nvPr/>
        </p:nvSpPr>
        <p:spPr>
          <a:xfrm>
            <a:off x="548640" y="4292092"/>
            <a:ext cx="365760" cy="365760"/>
          </a:xfrm>
          <a:prstGeom prst="ellipse">
            <a:avLst/>
          </a:prstGeom>
          <a:solidFill>
            <a:schemeClr val="accent5"/>
          </a:solidFill>
          <a:ln w="12700">
            <a:solidFill>
              <a:srgbClr val="FFFFFF">
                <a:alpha val="0"/>
              </a:srgbClr>
            </a:solidFill>
            <a:prstDash val="solid"/>
          </a:ln>
        </p:spPr>
      </p:sp>
      <p:sp>
        <p:nvSpPr>
          <p:cNvPr id="46" name="Text 42"/>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47" name="Shape 43"/>
          <p:cNvSpPr/>
          <p:nvPr/>
        </p:nvSpPr>
        <p:spPr>
          <a:xfrm>
            <a:off x="1005840" y="4157472"/>
            <a:ext cx="4937760" cy="616712"/>
          </a:xfrm>
          <a:prstGeom prst="roundRect">
            <a:avLst>
              <a:gd name="adj" fmla="val 11862"/>
            </a:avLst>
          </a:prstGeom>
          <a:solidFill>
            <a:srgbClr val="F2F2F2"/>
          </a:solidFill>
          <a:ln w="12700">
            <a:solidFill>
              <a:srgbClr val="D5DCE6"/>
            </a:solidFill>
            <a:prstDash val="solid"/>
          </a:ln>
        </p:spPr>
      </p:sp>
      <p:sp>
        <p:nvSpPr>
          <p:cNvPr id="48" name="Text 44"/>
          <p:cNvSpPr txBox="1"/>
          <p:nvPr/>
        </p:nvSpPr>
        <p:spPr>
          <a:xfrm>
            <a:off x="1143000" y="4157472"/>
            <a:ext cx="4754880" cy="616712"/>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strike="sngStrike" dirty="0">
                <a:solidFill>
                  <a:schemeClr val="accent6"/>
                </a:solidFill>
              </a:rPr>
              <a:t>Tot zien!</a:t>
            </a:r>
            <a:endParaRPr lang="en-US" sz="1700" dirty="0"/>
          </a:p>
        </p:txBody>
      </p:sp>
      <p:sp>
        <p:nvSpPr>
          <p:cNvPr id="49" name="Shape 45"/>
          <p:cNvSpPr/>
          <p:nvPr/>
        </p:nvSpPr>
        <p:spPr>
          <a:xfrm>
            <a:off x="6035040" y="4474972"/>
            <a:ext cx="457200" cy="914"/>
          </a:xfrm>
          <a:prstGeom prst="line">
            <a:avLst/>
          </a:prstGeom>
          <a:noFill/>
          <a:ln w="31750">
            <a:solidFill>
              <a:srgbClr val="D9700F"/>
            </a:solidFill>
            <a:prstDash val="solid"/>
            <a:tailEnd type="triangle"/>
          </a:ln>
        </p:spPr>
      </p:sp>
      <p:sp>
        <p:nvSpPr>
          <p:cNvPr id="50" name="Shape 46"/>
          <p:cNvSpPr/>
          <p:nvPr/>
        </p:nvSpPr>
        <p:spPr>
          <a:xfrm>
            <a:off x="6803136" y="4176939"/>
            <a:ext cx="292608" cy="81117"/>
          </a:xfrm>
          <a:prstGeom prst="roundRect">
            <a:avLst>
              <a:gd name="adj" fmla="val 33818"/>
            </a:avLst>
          </a:prstGeom>
          <a:solidFill>
            <a:schemeClr val="accent1"/>
          </a:solidFill>
          <a:ln w="12700">
            <a:solidFill>
              <a:srgbClr val="FFFFFF">
                <a:alpha val="0"/>
              </a:srgbClr>
            </a:solidFill>
            <a:prstDash val="solid"/>
          </a:ln>
        </p:spPr>
      </p:sp>
      <p:sp>
        <p:nvSpPr>
          <p:cNvPr id="51" name="Shape 47"/>
          <p:cNvSpPr/>
          <p:nvPr/>
        </p:nvSpPr>
        <p:spPr>
          <a:xfrm>
            <a:off x="7626096" y="4176939"/>
            <a:ext cx="292608" cy="81117"/>
          </a:xfrm>
          <a:prstGeom prst="roundRect">
            <a:avLst>
              <a:gd name="adj" fmla="val 33818"/>
            </a:avLst>
          </a:prstGeom>
          <a:solidFill>
            <a:schemeClr val="accent1"/>
          </a:solidFill>
          <a:ln w="12700">
            <a:solidFill>
              <a:srgbClr val="FFFFFF">
                <a:alpha val="0"/>
              </a:srgbClr>
            </a:solidFill>
            <a:prstDash val="solid"/>
          </a:ln>
        </p:spPr>
      </p:sp>
      <p:sp>
        <p:nvSpPr>
          <p:cNvPr id="52" name="Shape 48"/>
          <p:cNvSpPr/>
          <p:nvPr/>
        </p:nvSpPr>
        <p:spPr>
          <a:xfrm>
            <a:off x="8449056" y="4176939"/>
            <a:ext cx="292608" cy="81117"/>
          </a:xfrm>
          <a:prstGeom prst="roundRect">
            <a:avLst>
              <a:gd name="adj" fmla="val 33818"/>
            </a:avLst>
          </a:prstGeom>
          <a:solidFill>
            <a:schemeClr val="accent1"/>
          </a:solidFill>
          <a:ln w="12700">
            <a:solidFill>
              <a:srgbClr val="FFFFFF">
                <a:alpha val="0"/>
              </a:srgbClr>
            </a:solidFill>
            <a:prstDash val="solid"/>
          </a:ln>
        </p:spPr>
      </p:sp>
      <p:sp>
        <p:nvSpPr>
          <p:cNvPr id="53" name="Shape 49"/>
          <p:cNvSpPr/>
          <p:nvPr/>
        </p:nvSpPr>
        <p:spPr>
          <a:xfrm>
            <a:off x="9272016" y="4176939"/>
            <a:ext cx="292608" cy="81117"/>
          </a:xfrm>
          <a:prstGeom prst="roundRect">
            <a:avLst>
              <a:gd name="adj" fmla="val 33818"/>
            </a:avLst>
          </a:prstGeom>
          <a:solidFill>
            <a:schemeClr val="accent1"/>
          </a:solidFill>
          <a:ln w="12700">
            <a:solidFill>
              <a:srgbClr val="FFFFFF">
                <a:alpha val="0"/>
              </a:srgbClr>
            </a:solidFill>
            <a:prstDash val="solid"/>
          </a:ln>
        </p:spPr>
      </p:sp>
      <p:sp>
        <p:nvSpPr>
          <p:cNvPr id="54" name="Shape 50"/>
          <p:cNvSpPr/>
          <p:nvPr/>
        </p:nvSpPr>
        <p:spPr>
          <a:xfrm>
            <a:off x="6537960" y="4239768"/>
            <a:ext cx="3291840" cy="506984"/>
          </a:xfrm>
          <a:prstGeom prst="roundRect">
            <a:avLst>
              <a:gd name="adj" fmla="val 14429"/>
            </a:avLst>
          </a:prstGeom>
          <a:solidFill>
            <a:schemeClr val="accent1"/>
          </a:solidFill>
          <a:ln w="12700">
            <a:solidFill>
              <a:srgbClr val="FFFFFF">
                <a:alpha val="0"/>
              </a:srgbClr>
            </a:solidFill>
            <a:prstDash val="solid"/>
          </a:ln>
        </p:spPr>
      </p:sp>
      <p:sp>
        <p:nvSpPr>
          <p:cNvPr id="55" name="Text 51"/>
          <p:cNvSpPr txBox="1"/>
          <p:nvPr/>
        </p:nvSpPr>
        <p:spPr>
          <a:xfrm>
            <a:off x="6611112" y="4239768"/>
            <a:ext cx="3145536" cy="506984"/>
          </a:xfrm>
          <a:prstGeom prst="rect">
            <a:avLst/>
          </a:prstGeom>
          <a:noFill/>
          <a:ln/>
        </p:spPr>
        <p:txBody>
          <a:bodyPr wrap="square" lIns="0" tIns="0" rIns="0" bIns="0" rtlCol="0" anchor="ctr"/>
          <a:lstStyle/>
          <a:p>
            <a:pPr algn="ctr" indent="0" marL="0">
              <a:buNone/>
            </a:pPr>
            <a:r>
              <a:rPr lang="en-US" sz="1600" b="1" i="1" dirty="0">
                <a:solidFill>
                  <a:schemeClr val="bg1"/>
                </a:solidFill>
              </a:rPr>
              <a:t>Tot ziens!</a:t>
            </a:r>
            <a:endParaRPr lang="en-US" sz="1600" dirty="0"/>
          </a:p>
        </p:txBody>
      </p:sp>
      <p:sp>
        <p:nvSpPr>
          <p:cNvPr id="56" name="Text 52"/>
          <p:cNvSpPr txBox="1"/>
          <p:nvPr/>
        </p:nvSpPr>
        <p:spPr>
          <a:xfrm>
            <a:off x="9921240" y="4157472"/>
            <a:ext cx="1737360" cy="616712"/>
          </a:xfrm>
          <a:prstGeom prst="rect">
            <a:avLst/>
          </a:prstGeom>
          <a:noFill/>
          <a:ln/>
        </p:spPr>
        <p:txBody>
          <a:bodyPr wrap="square" lIns="0" tIns="0" rIns="0" bIns="0" rtlCol="0" anchor="ctr"/>
          <a:lstStyle/>
          <a:p>
            <a:pPr algn="l" indent="0" marL="0">
              <a:buNone/>
            </a:pPr>
            <a:r>
              <a:rPr lang="en-US" sz="1200" i="1" dirty="0">
                <a:solidFill>
                  <a:schemeClr val="accent5"/>
                </a:solidFill>
              </a:rPr>
              <a:t>« au revoir »</a:t>
            </a:r>
            <a:endParaRPr lang="en-US" sz="1200" dirty="0"/>
          </a:p>
        </p:txBody>
      </p:sp>
      <p:sp>
        <p:nvSpPr>
          <p:cNvPr id="57" name="Shape 53"/>
          <p:cNvSpPr/>
          <p:nvPr/>
        </p:nvSpPr>
        <p:spPr>
          <a:xfrm>
            <a:off x="548640" y="5018532"/>
            <a:ext cx="365760" cy="365760"/>
          </a:xfrm>
          <a:prstGeom prst="ellipse">
            <a:avLst/>
          </a:prstGeom>
          <a:solidFill>
            <a:schemeClr val="accent5"/>
          </a:solidFill>
          <a:ln w="12700">
            <a:solidFill>
              <a:srgbClr val="FFFFFF">
                <a:alpha val="0"/>
              </a:srgbClr>
            </a:solidFill>
            <a:prstDash val="solid"/>
          </a:ln>
        </p:spPr>
      </p:sp>
      <p:sp>
        <p:nvSpPr>
          <p:cNvPr id="58" name="Text 54"/>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59" name="Shape 55"/>
          <p:cNvSpPr/>
          <p:nvPr/>
        </p:nvSpPr>
        <p:spPr>
          <a:xfrm>
            <a:off x="1005840" y="4883912"/>
            <a:ext cx="4937760" cy="616712"/>
          </a:xfrm>
          <a:prstGeom prst="roundRect">
            <a:avLst>
              <a:gd name="adj" fmla="val 11862"/>
            </a:avLst>
          </a:prstGeom>
          <a:solidFill>
            <a:srgbClr val="F2F2F2"/>
          </a:solidFill>
          <a:ln w="12700">
            <a:solidFill>
              <a:srgbClr val="D5DCE6"/>
            </a:solidFill>
            <a:prstDash val="solid"/>
          </a:ln>
        </p:spPr>
      </p:sp>
      <p:sp>
        <p:nvSpPr>
          <p:cNvPr id="60" name="Text 56"/>
          <p:cNvSpPr txBox="1"/>
          <p:nvPr/>
        </p:nvSpPr>
        <p:spPr>
          <a:xfrm>
            <a:off x="1143000" y="4883912"/>
            <a:ext cx="4754880" cy="616712"/>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strike="sngStrike" dirty="0">
                <a:solidFill>
                  <a:schemeClr val="accent6"/>
                </a:solidFill>
              </a:rPr>
              <a:t>Dank jou veel.</a:t>
            </a:r>
            <a:endParaRPr lang="en-US" sz="1700" dirty="0"/>
          </a:p>
        </p:txBody>
      </p:sp>
      <p:sp>
        <p:nvSpPr>
          <p:cNvPr id="61" name="Shape 57"/>
          <p:cNvSpPr/>
          <p:nvPr/>
        </p:nvSpPr>
        <p:spPr>
          <a:xfrm>
            <a:off x="6035040" y="5201412"/>
            <a:ext cx="457200" cy="914"/>
          </a:xfrm>
          <a:prstGeom prst="line">
            <a:avLst/>
          </a:prstGeom>
          <a:noFill/>
          <a:ln w="31750">
            <a:solidFill>
              <a:srgbClr val="D9700F"/>
            </a:solidFill>
            <a:prstDash val="solid"/>
            <a:tailEnd type="triangle"/>
          </a:ln>
        </p:spPr>
      </p:sp>
      <p:sp>
        <p:nvSpPr>
          <p:cNvPr id="62" name="Shape 58"/>
          <p:cNvSpPr/>
          <p:nvPr/>
        </p:nvSpPr>
        <p:spPr>
          <a:xfrm>
            <a:off x="6803136" y="4903379"/>
            <a:ext cx="292608" cy="81117"/>
          </a:xfrm>
          <a:prstGeom prst="roundRect">
            <a:avLst>
              <a:gd name="adj" fmla="val 33818"/>
            </a:avLst>
          </a:prstGeom>
          <a:solidFill>
            <a:schemeClr val="accent1"/>
          </a:solidFill>
          <a:ln w="12700">
            <a:solidFill>
              <a:srgbClr val="FFFFFF">
                <a:alpha val="0"/>
              </a:srgbClr>
            </a:solidFill>
            <a:prstDash val="solid"/>
          </a:ln>
        </p:spPr>
      </p:sp>
      <p:sp>
        <p:nvSpPr>
          <p:cNvPr id="63" name="Shape 59"/>
          <p:cNvSpPr/>
          <p:nvPr/>
        </p:nvSpPr>
        <p:spPr>
          <a:xfrm>
            <a:off x="7626096" y="4903379"/>
            <a:ext cx="292608" cy="81117"/>
          </a:xfrm>
          <a:prstGeom prst="roundRect">
            <a:avLst>
              <a:gd name="adj" fmla="val 33818"/>
            </a:avLst>
          </a:prstGeom>
          <a:solidFill>
            <a:schemeClr val="accent1"/>
          </a:solidFill>
          <a:ln w="12700">
            <a:solidFill>
              <a:srgbClr val="FFFFFF">
                <a:alpha val="0"/>
              </a:srgbClr>
            </a:solidFill>
            <a:prstDash val="solid"/>
          </a:ln>
        </p:spPr>
      </p:sp>
      <p:sp>
        <p:nvSpPr>
          <p:cNvPr id="64" name="Shape 60"/>
          <p:cNvSpPr/>
          <p:nvPr/>
        </p:nvSpPr>
        <p:spPr>
          <a:xfrm>
            <a:off x="8449056" y="4903379"/>
            <a:ext cx="292608" cy="81117"/>
          </a:xfrm>
          <a:prstGeom prst="roundRect">
            <a:avLst>
              <a:gd name="adj" fmla="val 33818"/>
            </a:avLst>
          </a:prstGeom>
          <a:solidFill>
            <a:schemeClr val="accent1"/>
          </a:solidFill>
          <a:ln w="12700">
            <a:solidFill>
              <a:srgbClr val="FFFFFF">
                <a:alpha val="0"/>
              </a:srgbClr>
            </a:solidFill>
            <a:prstDash val="solid"/>
          </a:ln>
        </p:spPr>
      </p:sp>
      <p:sp>
        <p:nvSpPr>
          <p:cNvPr id="65" name="Shape 61"/>
          <p:cNvSpPr/>
          <p:nvPr/>
        </p:nvSpPr>
        <p:spPr>
          <a:xfrm>
            <a:off x="9272016" y="4903379"/>
            <a:ext cx="292608" cy="81117"/>
          </a:xfrm>
          <a:prstGeom prst="roundRect">
            <a:avLst>
              <a:gd name="adj" fmla="val 33818"/>
            </a:avLst>
          </a:prstGeom>
          <a:solidFill>
            <a:schemeClr val="accent1"/>
          </a:solidFill>
          <a:ln w="12700">
            <a:solidFill>
              <a:srgbClr val="FFFFFF">
                <a:alpha val="0"/>
              </a:srgbClr>
            </a:solidFill>
            <a:prstDash val="solid"/>
          </a:ln>
        </p:spPr>
      </p:sp>
      <p:sp>
        <p:nvSpPr>
          <p:cNvPr id="66" name="Shape 62"/>
          <p:cNvSpPr/>
          <p:nvPr/>
        </p:nvSpPr>
        <p:spPr>
          <a:xfrm>
            <a:off x="6537960" y="4966208"/>
            <a:ext cx="3291840" cy="506984"/>
          </a:xfrm>
          <a:prstGeom prst="roundRect">
            <a:avLst>
              <a:gd name="adj" fmla="val 14429"/>
            </a:avLst>
          </a:prstGeom>
          <a:solidFill>
            <a:schemeClr val="accent1"/>
          </a:solidFill>
          <a:ln w="12700">
            <a:solidFill>
              <a:srgbClr val="FFFFFF">
                <a:alpha val="0"/>
              </a:srgbClr>
            </a:solidFill>
            <a:prstDash val="solid"/>
          </a:ln>
        </p:spPr>
      </p:sp>
      <p:sp>
        <p:nvSpPr>
          <p:cNvPr id="67" name="Text 63"/>
          <p:cNvSpPr txBox="1"/>
          <p:nvPr/>
        </p:nvSpPr>
        <p:spPr>
          <a:xfrm>
            <a:off x="6611112" y="4966208"/>
            <a:ext cx="3145536" cy="506984"/>
          </a:xfrm>
          <a:prstGeom prst="rect">
            <a:avLst/>
          </a:prstGeom>
          <a:noFill/>
          <a:ln/>
        </p:spPr>
        <p:txBody>
          <a:bodyPr wrap="square" lIns="0" tIns="0" rIns="0" bIns="0" rtlCol="0" anchor="ctr"/>
          <a:lstStyle/>
          <a:p>
            <a:pPr algn="ctr" indent="0" marL="0">
              <a:buNone/>
            </a:pPr>
            <a:r>
              <a:rPr lang="en-US" sz="1600" b="1" i="1" dirty="0">
                <a:solidFill>
                  <a:schemeClr val="bg1"/>
                </a:solidFill>
              </a:rPr>
              <a:t>Dank je wel.</a:t>
            </a:r>
            <a:endParaRPr lang="en-US" sz="1600" dirty="0"/>
          </a:p>
        </p:txBody>
      </p:sp>
      <p:sp>
        <p:nvSpPr>
          <p:cNvPr id="68" name="Text 64"/>
          <p:cNvSpPr txBox="1"/>
          <p:nvPr/>
        </p:nvSpPr>
        <p:spPr>
          <a:xfrm>
            <a:off x="9921240" y="4883912"/>
            <a:ext cx="1737360" cy="616712"/>
          </a:xfrm>
          <a:prstGeom prst="rect">
            <a:avLst/>
          </a:prstGeom>
          <a:noFill/>
          <a:ln/>
        </p:spPr>
        <p:txBody>
          <a:bodyPr wrap="square" lIns="0" tIns="0" rIns="0" bIns="0" rtlCol="0" anchor="ctr"/>
          <a:lstStyle/>
          <a:p>
            <a:pPr algn="l" indent="0" marL="0">
              <a:buNone/>
            </a:pPr>
            <a:r>
              <a:rPr lang="en-US" sz="1200" i="1" dirty="0">
                <a:solidFill>
                  <a:schemeClr val="accent5"/>
                </a:solidFill>
              </a:rPr>
              <a:t>« merci beaucoup »</a:t>
            </a:r>
            <a:endParaRPr lang="en-US" sz="1200" dirty="0"/>
          </a:p>
        </p:txBody>
      </p:sp>
      <p:sp>
        <p:nvSpPr>
          <p:cNvPr id="69" name="Shape 65"/>
          <p:cNvSpPr/>
          <p:nvPr/>
        </p:nvSpPr>
        <p:spPr>
          <a:xfrm>
            <a:off x="548640" y="5744972"/>
            <a:ext cx="365760" cy="365760"/>
          </a:xfrm>
          <a:prstGeom prst="ellipse">
            <a:avLst/>
          </a:prstGeom>
          <a:solidFill>
            <a:schemeClr val="accent5"/>
          </a:solidFill>
          <a:ln w="12700">
            <a:solidFill>
              <a:srgbClr val="FFFFFF">
                <a:alpha val="0"/>
              </a:srgbClr>
            </a:solidFill>
            <a:prstDash val="solid"/>
          </a:ln>
        </p:spPr>
      </p:sp>
      <p:sp>
        <p:nvSpPr>
          <p:cNvPr id="70" name="Text 66"/>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71" name="Shape 67"/>
          <p:cNvSpPr/>
          <p:nvPr/>
        </p:nvSpPr>
        <p:spPr>
          <a:xfrm>
            <a:off x="1005840" y="5610352"/>
            <a:ext cx="4937760" cy="616712"/>
          </a:xfrm>
          <a:prstGeom prst="roundRect">
            <a:avLst>
              <a:gd name="adj" fmla="val 11862"/>
            </a:avLst>
          </a:prstGeom>
          <a:solidFill>
            <a:srgbClr val="F2F2F2"/>
          </a:solidFill>
          <a:ln w="12700">
            <a:solidFill>
              <a:srgbClr val="D5DCE6"/>
            </a:solidFill>
            <a:prstDash val="solid"/>
          </a:ln>
        </p:spPr>
      </p:sp>
      <p:sp>
        <p:nvSpPr>
          <p:cNvPr id="72" name="Text 68"/>
          <p:cNvSpPr txBox="1"/>
          <p:nvPr/>
        </p:nvSpPr>
        <p:spPr>
          <a:xfrm>
            <a:off x="1143000" y="5610352"/>
            <a:ext cx="4754880" cy="616712"/>
          </a:xfrm>
          <a:prstGeom prst="rect">
            <a:avLst/>
          </a:prstGeom>
          <a:noFill/>
          <a:ln/>
        </p:spPr>
        <p:txBody>
          <a:bodyPr wrap="square" lIns="0" tIns="0" rIns="0" bIns="0" rtlCol="0" anchor="ctr"/>
          <a:lstStyle/>
          <a:p>
            <a:pPr algn="l" indent="0" marL="0">
              <a:buNone/>
            </a:pPr>
            <a:r>
              <a:rPr lang="en-US" sz="1700" dirty="0">
                <a:solidFill>
                  <a:schemeClr val="accent5"/>
                </a:solidFill>
              </a:rPr>
              <a:t>✗ </a:t>
            </a:r>
            <a:r>
              <a:rPr lang="en-US" sz="1700" i="1" strike="sngStrike" dirty="0">
                <a:solidFill>
                  <a:schemeClr val="accent6"/>
                </a:solidFill>
              </a:rPr>
              <a:t>Kan jij herhalen nog een keer?</a:t>
            </a:r>
            <a:endParaRPr lang="en-US" sz="1700" dirty="0"/>
          </a:p>
        </p:txBody>
      </p:sp>
      <p:sp>
        <p:nvSpPr>
          <p:cNvPr id="73" name="Shape 69"/>
          <p:cNvSpPr/>
          <p:nvPr/>
        </p:nvSpPr>
        <p:spPr>
          <a:xfrm>
            <a:off x="6035040" y="5927852"/>
            <a:ext cx="457200" cy="914"/>
          </a:xfrm>
          <a:prstGeom prst="line">
            <a:avLst/>
          </a:prstGeom>
          <a:noFill/>
          <a:ln w="31750">
            <a:solidFill>
              <a:srgbClr val="D9700F"/>
            </a:solidFill>
            <a:prstDash val="solid"/>
            <a:tailEnd type="triangle"/>
          </a:ln>
        </p:spPr>
      </p:sp>
      <p:sp>
        <p:nvSpPr>
          <p:cNvPr id="74" name="Shape 70"/>
          <p:cNvSpPr/>
          <p:nvPr/>
        </p:nvSpPr>
        <p:spPr>
          <a:xfrm>
            <a:off x="6803136" y="5629819"/>
            <a:ext cx="292608" cy="81117"/>
          </a:xfrm>
          <a:prstGeom prst="roundRect">
            <a:avLst>
              <a:gd name="adj" fmla="val 33818"/>
            </a:avLst>
          </a:prstGeom>
          <a:solidFill>
            <a:schemeClr val="accent1"/>
          </a:solidFill>
          <a:ln w="12700">
            <a:solidFill>
              <a:srgbClr val="FFFFFF">
                <a:alpha val="0"/>
              </a:srgbClr>
            </a:solidFill>
            <a:prstDash val="solid"/>
          </a:ln>
        </p:spPr>
      </p:sp>
      <p:sp>
        <p:nvSpPr>
          <p:cNvPr id="75" name="Shape 71"/>
          <p:cNvSpPr/>
          <p:nvPr/>
        </p:nvSpPr>
        <p:spPr>
          <a:xfrm>
            <a:off x="7626096" y="5629819"/>
            <a:ext cx="292608" cy="81117"/>
          </a:xfrm>
          <a:prstGeom prst="roundRect">
            <a:avLst>
              <a:gd name="adj" fmla="val 33818"/>
            </a:avLst>
          </a:prstGeom>
          <a:solidFill>
            <a:schemeClr val="accent1"/>
          </a:solidFill>
          <a:ln w="12700">
            <a:solidFill>
              <a:srgbClr val="FFFFFF">
                <a:alpha val="0"/>
              </a:srgbClr>
            </a:solidFill>
            <a:prstDash val="solid"/>
          </a:ln>
        </p:spPr>
      </p:sp>
      <p:sp>
        <p:nvSpPr>
          <p:cNvPr id="76" name="Shape 72"/>
          <p:cNvSpPr/>
          <p:nvPr/>
        </p:nvSpPr>
        <p:spPr>
          <a:xfrm>
            <a:off x="8449056" y="5629819"/>
            <a:ext cx="292608" cy="81117"/>
          </a:xfrm>
          <a:prstGeom prst="roundRect">
            <a:avLst>
              <a:gd name="adj" fmla="val 33818"/>
            </a:avLst>
          </a:prstGeom>
          <a:solidFill>
            <a:schemeClr val="accent1"/>
          </a:solidFill>
          <a:ln w="12700">
            <a:solidFill>
              <a:srgbClr val="FFFFFF">
                <a:alpha val="0"/>
              </a:srgbClr>
            </a:solidFill>
            <a:prstDash val="solid"/>
          </a:ln>
        </p:spPr>
      </p:sp>
      <p:sp>
        <p:nvSpPr>
          <p:cNvPr id="77" name="Shape 73"/>
          <p:cNvSpPr/>
          <p:nvPr/>
        </p:nvSpPr>
        <p:spPr>
          <a:xfrm>
            <a:off x="9272016" y="5629819"/>
            <a:ext cx="292608" cy="81117"/>
          </a:xfrm>
          <a:prstGeom prst="roundRect">
            <a:avLst>
              <a:gd name="adj" fmla="val 33818"/>
            </a:avLst>
          </a:prstGeom>
          <a:solidFill>
            <a:schemeClr val="accent1"/>
          </a:solidFill>
          <a:ln w="12700">
            <a:solidFill>
              <a:srgbClr val="FFFFFF">
                <a:alpha val="0"/>
              </a:srgbClr>
            </a:solidFill>
            <a:prstDash val="solid"/>
          </a:ln>
        </p:spPr>
      </p:sp>
      <p:sp>
        <p:nvSpPr>
          <p:cNvPr id="78" name="Shape 74"/>
          <p:cNvSpPr/>
          <p:nvPr/>
        </p:nvSpPr>
        <p:spPr>
          <a:xfrm>
            <a:off x="6537960" y="5692648"/>
            <a:ext cx="3291840" cy="506984"/>
          </a:xfrm>
          <a:prstGeom prst="roundRect">
            <a:avLst>
              <a:gd name="adj" fmla="val 14429"/>
            </a:avLst>
          </a:prstGeom>
          <a:solidFill>
            <a:schemeClr val="accent1"/>
          </a:solidFill>
          <a:ln w="12700">
            <a:solidFill>
              <a:srgbClr val="FFFFFF">
                <a:alpha val="0"/>
              </a:srgbClr>
            </a:solidFill>
            <a:prstDash val="solid"/>
          </a:ln>
        </p:spPr>
      </p:sp>
      <p:sp>
        <p:nvSpPr>
          <p:cNvPr id="79" name="Text 75"/>
          <p:cNvSpPr txBox="1"/>
          <p:nvPr/>
        </p:nvSpPr>
        <p:spPr>
          <a:xfrm>
            <a:off x="6611112" y="5692648"/>
            <a:ext cx="3145536" cy="506984"/>
          </a:xfrm>
          <a:prstGeom prst="rect">
            <a:avLst/>
          </a:prstGeom>
          <a:noFill/>
          <a:ln/>
        </p:spPr>
        <p:txBody>
          <a:bodyPr wrap="square" lIns="0" tIns="0" rIns="0" bIns="0" rtlCol="0" anchor="ctr"/>
          <a:lstStyle/>
          <a:p>
            <a:pPr algn="ctr" indent="0" marL="0">
              <a:buNone/>
            </a:pPr>
            <a:r>
              <a:rPr lang="en-US" sz="1600" b="1" i="1" dirty="0">
                <a:solidFill>
                  <a:schemeClr val="bg1"/>
                </a:solidFill>
              </a:rPr>
              <a:t>Kan je even herhalen?</a:t>
            </a:r>
            <a:endParaRPr lang="en-US" sz="1600" dirty="0"/>
          </a:p>
        </p:txBody>
      </p:sp>
      <p:sp>
        <p:nvSpPr>
          <p:cNvPr id="80" name="Text 76"/>
          <p:cNvSpPr txBox="1"/>
          <p:nvPr/>
        </p:nvSpPr>
        <p:spPr>
          <a:xfrm>
            <a:off x="9921240" y="5610352"/>
            <a:ext cx="1737360" cy="616712"/>
          </a:xfrm>
          <a:prstGeom prst="rect">
            <a:avLst/>
          </a:prstGeom>
          <a:noFill/>
          <a:ln/>
        </p:spPr>
        <p:txBody>
          <a:bodyPr wrap="square" lIns="0" tIns="0" rIns="0" bIns="0" rtlCol="0" anchor="ctr"/>
          <a:lstStyle/>
          <a:p>
            <a:pPr algn="l" indent="0" marL="0">
              <a:buNone/>
            </a:pPr>
            <a:r>
              <a:rPr lang="en-US" sz="1200" i="1" dirty="0">
                <a:solidFill>
                  <a:schemeClr val="accent5"/>
                </a:solidFill>
              </a:rPr>
              <a:t>« peux-tu répéter encore une fois ? »</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Mon portrait en blocs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les blocs avec vos informations, puis dites votre portrait sans regarder.</a:t>
            </a:r>
            <a:endParaRPr lang="en-US" sz="1700" dirty="0"/>
          </a:p>
        </p:txBody>
      </p:sp>
      <p:sp>
        <p:nvSpPr>
          <p:cNvPr id="8" name="Shape 4"/>
          <p:cNvSpPr/>
          <p:nvPr/>
        </p:nvSpPr>
        <p:spPr>
          <a:xfrm>
            <a:off x="1107034" y="1951838"/>
            <a:ext cx="292608" cy="87782"/>
          </a:xfrm>
          <a:prstGeom prst="roundRect">
            <a:avLst>
              <a:gd name="adj" fmla="val 31250"/>
            </a:avLst>
          </a:prstGeom>
          <a:solidFill>
            <a:schemeClr val="accent1"/>
          </a:solidFill>
          <a:ln w="12700">
            <a:solidFill>
              <a:srgbClr val="FFFFFF">
                <a:alpha val="0"/>
              </a:srgbClr>
            </a:solidFill>
            <a:prstDash val="solid"/>
          </a:ln>
        </p:spPr>
      </p:sp>
      <p:sp>
        <p:nvSpPr>
          <p:cNvPr id="9" name="Shape 5"/>
          <p:cNvSpPr/>
          <p:nvPr/>
        </p:nvSpPr>
        <p:spPr>
          <a:xfrm>
            <a:off x="2150669" y="1951838"/>
            <a:ext cx="292608" cy="87782"/>
          </a:xfrm>
          <a:prstGeom prst="roundRect">
            <a:avLst>
              <a:gd name="adj" fmla="val 31250"/>
            </a:avLst>
          </a:prstGeom>
          <a:solidFill>
            <a:schemeClr val="accent1"/>
          </a:solidFill>
          <a:ln w="12700">
            <a:solidFill>
              <a:srgbClr val="FFFFFF">
                <a:alpha val="0"/>
              </a:srgbClr>
            </a:solidFill>
            <a:prstDash val="solid"/>
          </a:ln>
        </p:spPr>
      </p:sp>
      <p:sp>
        <p:nvSpPr>
          <p:cNvPr id="10" name="Shape 6"/>
          <p:cNvSpPr/>
          <p:nvPr/>
        </p:nvSpPr>
        <p:spPr>
          <a:xfrm>
            <a:off x="3194304" y="1951838"/>
            <a:ext cx="292608" cy="87782"/>
          </a:xfrm>
          <a:prstGeom prst="roundRect">
            <a:avLst>
              <a:gd name="adj" fmla="val 31250"/>
            </a:avLst>
          </a:prstGeom>
          <a:solidFill>
            <a:schemeClr val="accent1"/>
          </a:solidFill>
          <a:ln w="12700">
            <a:solidFill>
              <a:srgbClr val="FFFFFF">
                <a:alpha val="0"/>
              </a:srgbClr>
            </a:solidFill>
            <a:prstDash val="solid"/>
          </a:ln>
        </p:spPr>
      </p:sp>
      <p:sp>
        <p:nvSpPr>
          <p:cNvPr id="11" name="Shape 7"/>
          <p:cNvSpPr/>
          <p:nvPr/>
        </p:nvSpPr>
        <p:spPr>
          <a:xfrm>
            <a:off x="4237939" y="1951838"/>
            <a:ext cx="292608" cy="87782"/>
          </a:xfrm>
          <a:prstGeom prst="roundRect">
            <a:avLst>
              <a:gd name="adj" fmla="val 31250"/>
            </a:avLst>
          </a:prstGeom>
          <a:solidFill>
            <a:schemeClr val="accent1"/>
          </a:solidFill>
          <a:ln w="12700">
            <a:solidFill>
              <a:srgbClr val="FFFFFF">
                <a:alpha val="0"/>
              </a:srgbClr>
            </a:solidFill>
            <a:prstDash val="solid"/>
          </a:ln>
        </p:spPr>
      </p:sp>
      <p:sp>
        <p:nvSpPr>
          <p:cNvPr id="12" name="Shape 8"/>
          <p:cNvSpPr/>
          <p:nvPr/>
        </p:nvSpPr>
        <p:spPr>
          <a:xfrm>
            <a:off x="5281574" y="1951838"/>
            <a:ext cx="292608" cy="87782"/>
          </a:xfrm>
          <a:prstGeom prst="roundRect">
            <a:avLst>
              <a:gd name="adj" fmla="val 31250"/>
            </a:avLst>
          </a:prstGeom>
          <a:solidFill>
            <a:schemeClr val="accent1"/>
          </a:solidFill>
          <a:ln w="12700">
            <a:solidFill>
              <a:srgbClr val="FFFFFF">
                <a:alpha val="0"/>
              </a:srgbClr>
            </a:solidFill>
            <a:prstDash val="solid"/>
          </a:ln>
        </p:spPr>
      </p:sp>
      <p:sp>
        <p:nvSpPr>
          <p:cNvPr id="13" name="Shape 9"/>
          <p:cNvSpPr/>
          <p:nvPr/>
        </p:nvSpPr>
        <p:spPr>
          <a:xfrm>
            <a:off x="6325210" y="1951838"/>
            <a:ext cx="292608" cy="87782"/>
          </a:xfrm>
          <a:prstGeom prst="roundRect">
            <a:avLst>
              <a:gd name="adj" fmla="val 31250"/>
            </a:avLst>
          </a:prstGeom>
          <a:solidFill>
            <a:schemeClr val="accent1"/>
          </a:solidFill>
          <a:ln w="12700">
            <a:solidFill>
              <a:srgbClr val="FFFFFF">
                <a:alpha val="0"/>
              </a:srgbClr>
            </a:solidFill>
            <a:prstDash val="solid"/>
          </a:ln>
        </p:spPr>
      </p:sp>
      <p:sp>
        <p:nvSpPr>
          <p:cNvPr id="14" name="Shape 10"/>
          <p:cNvSpPr/>
          <p:nvPr/>
        </p:nvSpPr>
        <p:spPr>
          <a:xfrm>
            <a:off x="731520" y="2021332"/>
            <a:ext cx="6261811" cy="548640"/>
          </a:xfrm>
          <a:prstGeom prst="roundRect">
            <a:avLst>
              <a:gd name="adj" fmla="val 13333"/>
            </a:avLst>
          </a:prstGeom>
          <a:solidFill>
            <a:schemeClr val="accent1"/>
          </a:solidFill>
          <a:ln w="12700">
            <a:solidFill>
              <a:srgbClr val="FFFFFF">
                <a:alpha val="0"/>
              </a:srgbClr>
            </a:solidFill>
            <a:prstDash val="solid"/>
          </a:ln>
        </p:spPr>
      </p:sp>
      <p:sp>
        <p:nvSpPr>
          <p:cNvPr id="15" name="Text 11"/>
          <p:cNvSpPr txBox="1"/>
          <p:nvPr/>
        </p:nvSpPr>
        <p:spPr>
          <a:xfrm>
            <a:off x="786384" y="2021332"/>
            <a:ext cx="1324051" cy="548640"/>
          </a:xfrm>
          <a:prstGeom prst="rect">
            <a:avLst/>
          </a:prstGeom>
          <a:noFill/>
          <a:ln/>
        </p:spPr>
        <p:txBody>
          <a:bodyPr wrap="square" lIns="0" tIns="0" rIns="0" bIns="0" rtlCol="0" anchor="ctr"/>
          <a:lstStyle/>
          <a:p>
            <a:pPr algn="ctr" indent="0" marL="0">
              <a:buNone/>
            </a:pPr>
            <a:r>
              <a:rPr lang="en-US" sz="2000" b="1" i="1" dirty="0">
                <a:solidFill>
                  <a:schemeClr val="bg1"/>
                </a:solidFill>
              </a:rPr>
              <a:t>Ik heet</a:t>
            </a:r>
            <a:endParaRPr lang="en-US" sz="2000" dirty="0"/>
          </a:p>
        </p:txBody>
      </p:sp>
      <p:sp>
        <p:nvSpPr>
          <p:cNvPr id="16" name="Shape 12"/>
          <p:cNvSpPr/>
          <p:nvPr/>
        </p:nvSpPr>
        <p:spPr>
          <a:xfrm>
            <a:off x="2128723" y="2103628"/>
            <a:ext cx="4754880" cy="384048"/>
          </a:xfrm>
          <a:prstGeom prst="roundRect">
            <a:avLst>
              <a:gd name="adj" fmla="val 14286"/>
            </a:avLst>
          </a:prstGeom>
          <a:solidFill>
            <a:srgbClr val="FFFFFF"/>
          </a:solidFill>
          <a:ln w="25400">
            <a:solidFill>
              <a:srgbClr val="2A6FB0"/>
            </a:solidFill>
            <a:prstDash val="dash"/>
          </a:ln>
        </p:spPr>
      </p:sp>
      <p:sp>
        <p:nvSpPr>
          <p:cNvPr id="17" name="Shape 13"/>
          <p:cNvSpPr/>
          <p:nvPr/>
        </p:nvSpPr>
        <p:spPr>
          <a:xfrm>
            <a:off x="1144524" y="2678278"/>
            <a:ext cx="292608" cy="87782"/>
          </a:xfrm>
          <a:prstGeom prst="roundRect">
            <a:avLst>
              <a:gd name="adj" fmla="val 31250"/>
            </a:avLst>
          </a:prstGeom>
          <a:solidFill>
            <a:schemeClr val="accent1"/>
          </a:solidFill>
          <a:ln w="12700">
            <a:solidFill>
              <a:srgbClr val="FFFFFF">
                <a:alpha val="0"/>
              </a:srgbClr>
            </a:solidFill>
            <a:prstDash val="solid"/>
          </a:ln>
        </p:spPr>
      </p:sp>
      <p:sp>
        <p:nvSpPr>
          <p:cNvPr id="18" name="Shape 14"/>
          <p:cNvSpPr/>
          <p:nvPr/>
        </p:nvSpPr>
        <p:spPr>
          <a:xfrm>
            <a:off x="2263140" y="2678278"/>
            <a:ext cx="292608" cy="87782"/>
          </a:xfrm>
          <a:prstGeom prst="roundRect">
            <a:avLst>
              <a:gd name="adj" fmla="val 31250"/>
            </a:avLst>
          </a:prstGeom>
          <a:solidFill>
            <a:schemeClr val="accent1"/>
          </a:solidFill>
          <a:ln w="12700">
            <a:solidFill>
              <a:srgbClr val="FFFFFF">
                <a:alpha val="0"/>
              </a:srgbClr>
            </a:solidFill>
            <a:prstDash val="solid"/>
          </a:ln>
        </p:spPr>
      </p:sp>
      <p:sp>
        <p:nvSpPr>
          <p:cNvPr id="19" name="Shape 15"/>
          <p:cNvSpPr/>
          <p:nvPr/>
        </p:nvSpPr>
        <p:spPr>
          <a:xfrm>
            <a:off x="3381756" y="2678278"/>
            <a:ext cx="292608" cy="87782"/>
          </a:xfrm>
          <a:prstGeom prst="roundRect">
            <a:avLst>
              <a:gd name="adj" fmla="val 31250"/>
            </a:avLst>
          </a:prstGeom>
          <a:solidFill>
            <a:schemeClr val="accent1"/>
          </a:solidFill>
          <a:ln w="12700">
            <a:solidFill>
              <a:srgbClr val="FFFFFF">
                <a:alpha val="0"/>
              </a:srgbClr>
            </a:solidFill>
            <a:prstDash val="solid"/>
          </a:ln>
        </p:spPr>
      </p:sp>
      <p:sp>
        <p:nvSpPr>
          <p:cNvPr id="20" name="Shape 16"/>
          <p:cNvSpPr/>
          <p:nvPr/>
        </p:nvSpPr>
        <p:spPr>
          <a:xfrm>
            <a:off x="4500372" y="2678278"/>
            <a:ext cx="292608" cy="87782"/>
          </a:xfrm>
          <a:prstGeom prst="roundRect">
            <a:avLst>
              <a:gd name="adj" fmla="val 31250"/>
            </a:avLst>
          </a:prstGeom>
          <a:solidFill>
            <a:schemeClr val="accent1"/>
          </a:solidFill>
          <a:ln w="12700">
            <a:solidFill>
              <a:srgbClr val="FFFFFF">
                <a:alpha val="0"/>
              </a:srgbClr>
            </a:solidFill>
            <a:prstDash val="solid"/>
          </a:ln>
        </p:spPr>
      </p:sp>
      <p:sp>
        <p:nvSpPr>
          <p:cNvPr id="21" name="Shape 17"/>
          <p:cNvSpPr/>
          <p:nvPr/>
        </p:nvSpPr>
        <p:spPr>
          <a:xfrm>
            <a:off x="5618988" y="2678278"/>
            <a:ext cx="292608" cy="87782"/>
          </a:xfrm>
          <a:prstGeom prst="roundRect">
            <a:avLst>
              <a:gd name="adj" fmla="val 31250"/>
            </a:avLst>
          </a:prstGeom>
          <a:solidFill>
            <a:schemeClr val="accent1"/>
          </a:solidFill>
          <a:ln w="12700">
            <a:solidFill>
              <a:srgbClr val="FFFFFF">
                <a:alpha val="0"/>
              </a:srgbClr>
            </a:solidFill>
            <a:prstDash val="solid"/>
          </a:ln>
        </p:spPr>
      </p:sp>
      <p:sp>
        <p:nvSpPr>
          <p:cNvPr id="22" name="Shape 18"/>
          <p:cNvSpPr/>
          <p:nvPr/>
        </p:nvSpPr>
        <p:spPr>
          <a:xfrm>
            <a:off x="6737604" y="2678278"/>
            <a:ext cx="292608" cy="87782"/>
          </a:xfrm>
          <a:prstGeom prst="roundRect">
            <a:avLst>
              <a:gd name="adj" fmla="val 31250"/>
            </a:avLst>
          </a:prstGeom>
          <a:solidFill>
            <a:schemeClr val="accent1"/>
          </a:solidFill>
          <a:ln w="12700">
            <a:solidFill>
              <a:srgbClr val="FFFFFF">
                <a:alpha val="0"/>
              </a:srgbClr>
            </a:solidFill>
            <a:prstDash val="solid"/>
          </a:ln>
        </p:spPr>
      </p:sp>
      <p:sp>
        <p:nvSpPr>
          <p:cNvPr id="23" name="Shape 19"/>
          <p:cNvSpPr/>
          <p:nvPr/>
        </p:nvSpPr>
        <p:spPr>
          <a:xfrm>
            <a:off x="731520" y="2747772"/>
            <a:ext cx="6711696" cy="548640"/>
          </a:xfrm>
          <a:prstGeom prst="roundRect">
            <a:avLst>
              <a:gd name="adj" fmla="val 13333"/>
            </a:avLst>
          </a:prstGeom>
          <a:solidFill>
            <a:schemeClr val="accent1"/>
          </a:solidFill>
          <a:ln w="12700">
            <a:solidFill>
              <a:srgbClr val="FFFFFF">
                <a:alpha val="0"/>
              </a:srgbClr>
            </a:solidFill>
            <a:prstDash val="solid"/>
          </a:ln>
        </p:spPr>
      </p:sp>
      <p:sp>
        <p:nvSpPr>
          <p:cNvPr id="24" name="Text 20"/>
          <p:cNvSpPr txBox="1"/>
          <p:nvPr/>
        </p:nvSpPr>
        <p:spPr>
          <a:xfrm>
            <a:off x="786384" y="2747772"/>
            <a:ext cx="1773936" cy="548640"/>
          </a:xfrm>
          <a:prstGeom prst="rect">
            <a:avLst/>
          </a:prstGeom>
          <a:noFill/>
          <a:ln/>
        </p:spPr>
        <p:txBody>
          <a:bodyPr wrap="square" lIns="0" tIns="0" rIns="0" bIns="0" rtlCol="0" anchor="ctr"/>
          <a:lstStyle/>
          <a:p>
            <a:pPr algn="ctr" indent="0" marL="0">
              <a:buNone/>
            </a:pPr>
            <a:r>
              <a:rPr lang="en-US" sz="2000" b="1" i="1" dirty="0">
                <a:solidFill>
                  <a:schemeClr val="bg1"/>
                </a:solidFill>
              </a:rPr>
              <a:t>Ik kom uit</a:t>
            </a:r>
            <a:endParaRPr lang="en-US" sz="2000" dirty="0"/>
          </a:p>
        </p:txBody>
      </p:sp>
      <p:sp>
        <p:nvSpPr>
          <p:cNvPr id="25" name="Shape 21"/>
          <p:cNvSpPr/>
          <p:nvPr/>
        </p:nvSpPr>
        <p:spPr>
          <a:xfrm>
            <a:off x="2578608" y="2830068"/>
            <a:ext cx="4754880" cy="384048"/>
          </a:xfrm>
          <a:prstGeom prst="roundRect">
            <a:avLst>
              <a:gd name="adj" fmla="val 14286"/>
            </a:avLst>
          </a:prstGeom>
          <a:solidFill>
            <a:srgbClr val="FFFFFF"/>
          </a:solidFill>
          <a:ln w="25400">
            <a:solidFill>
              <a:srgbClr val="2A6FB0"/>
            </a:solidFill>
            <a:prstDash val="dash"/>
          </a:ln>
        </p:spPr>
      </p:sp>
      <p:sp>
        <p:nvSpPr>
          <p:cNvPr id="26" name="Shape 22"/>
          <p:cNvSpPr/>
          <p:nvPr/>
        </p:nvSpPr>
        <p:spPr>
          <a:xfrm>
            <a:off x="1144524" y="3404718"/>
            <a:ext cx="292608" cy="87782"/>
          </a:xfrm>
          <a:prstGeom prst="roundRect">
            <a:avLst>
              <a:gd name="adj" fmla="val 31250"/>
            </a:avLst>
          </a:prstGeom>
          <a:solidFill>
            <a:schemeClr val="accent1"/>
          </a:solidFill>
          <a:ln w="12700">
            <a:solidFill>
              <a:srgbClr val="FFFFFF">
                <a:alpha val="0"/>
              </a:srgbClr>
            </a:solidFill>
            <a:prstDash val="solid"/>
          </a:ln>
        </p:spPr>
      </p:sp>
      <p:sp>
        <p:nvSpPr>
          <p:cNvPr id="27" name="Shape 23"/>
          <p:cNvSpPr/>
          <p:nvPr/>
        </p:nvSpPr>
        <p:spPr>
          <a:xfrm>
            <a:off x="2263140" y="3404718"/>
            <a:ext cx="292608" cy="87782"/>
          </a:xfrm>
          <a:prstGeom prst="roundRect">
            <a:avLst>
              <a:gd name="adj" fmla="val 31250"/>
            </a:avLst>
          </a:prstGeom>
          <a:solidFill>
            <a:schemeClr val="accent1"/>
          </a:solidFill>
          <a:ln w="12700">
            <a:solidFill>
              <a:srgbClr val="FFFFFF">
                <a:alpha val="0"/>
              </a:srgbClr>
            </a:solidFill>
            <a:prstDash val="solid"/>
          </a:ln>
        </p:spPr>
      </p:sp>
      <p:sp>
        <p:nvSpPr>
          <p:cNvPr id="28" name="Shape 24"/>
          <p:cNvSpPr/>
          <p:nvPr/>
        </p:nvSpPr>
        <p:spPr>
          <a:xfrm>
            <a:off x="3381756" y="3404718"/>
            <a:ext cx="292608" cy="87782"/>
          </a:xfrm>
          <a:prstGeom prst="roundRect">
            <a:avLst>
              <a:gd name="adj" fmla="val 31250"/>
            </a:avLst>
          </a:prstGeom>
          <a:solidFill>
            <a:schemeClr val="accent1"/>
          </a:solidFill>
          <a:ln w="12700">
            <a:solidFill>
              <a:srgbClr val="FFFFFF">
                <a:alpha val="0"/>
              </a:srgbClr>
            </a:solidFill>
            <a:prstDash val="solid"/>
          </a:ln>
        </p:spPr>
      </p:sp>
      <p:sp>
        <p:nvSpPr>
          <p:cNvPr id="29" name="Shape 25"/>
          <p:cNvSpPr/>
          <p:nvPr/>
        </p:nvSpPr>
        <p:spPr>
          <a:xfrm>
            <a:off x="4500372" y="3404718"/>
            <a:ext cx="292608" cy="87782"/>
          </a:xfrm>
          <a:prstGeom prst="roundRect">
            <a:avLst>
              <a:gd name="adj" fmla="val 31250"/>
            </a:avLst>
          </a:prstGeom>
          <a:solidFill>
            <a:schemeClr val="accent1"/>
          </a:solidFill>
          <a:ln w="12700">
            <a:solidFill>
              <a:srgbClr val="FFFFFF">
                <a:alpha val="0"/>
              </a:srgbClr>
            </a:solidFill>
            <a:prstDash val="solid"/>
          </a:ln>
        </p:spPr>
      </p:sp>
      <p:sp>
        <p:nvSpPr>
          <p:cNvPr id="30" name="Shape 26"/>
          <p:cNvSpPr/>
          <p:nvPr/>
        </p:nvSpPr>
        <p:spPr>
          <a:xfrm>
            <a:off x="5618988" y="3404718"/>
            <a:ext cx="292608" cy="87782"/>
          </a:xfrm>
          <a:prstGeom prst="roundRect">
            <a:avLst>
              <a:gd name="adj" fmla="val 31250"/>
            </a:avLst>
          </a:prstGeom>
          <a:solidFill>
            <a:schemeClr val="accent1"/>
          </a:solidFill>
          <a:ln w="12700">
            <a:solidFill>
              <a:srgbClr val="FFFFFF">
                <a:alpha val="0"/>
              </a:srgbClr>
            </a:solidFill>
            <a:prstDash val="solid"/>
          </a:ln>
        </p:spPr>
      </p:sp>
      <p:sp>
        <p:nvSpPr>
          <p:cNvPr id="31" name="Shape 27"/>
          <p:cNvSpPr/>
          <p:nvPr/>
        </p:nvSpPr>
        <p:spPr>
          <a:xfrm>
            <a:off x="6737604" y="3404718"/>
            <a:ext cx="292608" cy="87782"/>
          </a:xfrm>
          <a:prstGeom prst="roundRect">
            <a:avLst>
              <a:gd name="adj" fmla="val 31250"/>
            </a:avLst>
          </a:prstGeom>
          <a:solidFill>
            <a:schemeClr val="accent1"/>
          </a:solidFill>
          <a:ln w="12700">
            <a:solidFill>
              <a:srgbClr val="FFFFFF">
                <a:alpha val="0"/>
              </a:srgbClr>
            </a:solidFill>
            <a:prstDash val="solid"/>
          </a:ln>
        </p:spPr>
      </p:sp>
      <p:sp>
        <p:nvSpPr>
          <p:cNvPr id="32" name="Shape 28"/>
          <p:cNvSpPr/>
          <p:nvPr/>
        </p:nvSpPr>
        <p:spPr>
          <a:xfrm>
            <a:off x="731520" y="3474212"/>
            <a:ext cx="6711696" cy="548640"/>
          </a:xfrm>
          <a:prstGeom prst="roundRect">
            <a:avLst>
              <a:gd name="adj" fmla="val 13333"/>
            </a:avLst>
          </a:prstGeom>
          <a:solidFill>
            <a:schemeClr val="accent1"/>
          </a:solidFill>
          <a:ln w="12700">
            <a:solidFill>
              <a:srgbClr val="FFFFFF">
                <a:alpha val="0"/>
              </a:srgbClr>
            </a:solidFill>
            <a:prstDash val="solid"/>
          </a:ln>
        </p:spPr>
      </p:sp>
      <p:sp>
        <p:nvSpPr>
          <p:cNvPr id="33" name="Text 29"/>
          <p:cNvSpPr txBox="1"/>
          <p:nvPr/>
        </p:nvSpPr>
        <p:spPr>
          <a:xfrm>
            <a:off x="786384" y="3474212"/>
            <a:ext cx="1773936" cy="548640"/>
          </a:xfrm>
          <a:prstGeom prst="rect">
            <a:avLst/>
          </a:prstGeom>
          <a:noFill/>
          <a:ln/>
        </p:spPr>
        <p:txBody>
          <a:bodyPr wrap="square" lIns="0" tIns="0" rIns="0" bIns="0" rtlCol="0" anchor="ctr"/>
          <a:lstStyle/>
          <a:p>
            <a:pPr algn="ctr" indent="0" marL="0">
              <a:buNone/>
            </a:pPr>
            <a:r>
              <a:rPr lang="en-US" sz="2000" b="1" i="1" dirty="0">
                <a:solidFill>
                  <a:schemeClr val="bg1"/>
                </a:solidFill>
              </a:rPr>
              <a:t>Ik woon in</a:t>
            </a:r>
            <a:endParaRPr lang="en-US" sz="2000" dirty="0"/>
          </a:p>
        </p:txBody>
      </p:sp>
      <p:sp>
        <p:nvSpPr>
          <p:cNvPr id="34" name="Shape 30"/>
          <p:cNvSpPr/>
          <p:nvPr/>
        </p:nvSpPr>
        <p:spPr>
          <a:xfrm>
            <a:off x="2578608" y="3556508"/>
            <a:ext cx="4754880" cy="384048"/>
          </a:xfrm>
          <a:prstGeom prst="roundRect">
            <a:avLst>
              <a:gd name="adj" fmla="val 14286"/>
            </a:avLst>
          </a:prstGeom>
          <a:solidFill>
            <a:srgbClr val="FFFFFF"/>
          </a:solidFill>
          <a:ln w="25400">
            <a:solidFill>
              <a:srgbClr val="2A6FB0"/>
            </a:solidFill>
            <a:prstDash val="dash"/>
          </a:ln>
        </p:spPr>
      </p:sp>
      <p:sp>
        <p:nvSpPr>
          <p:cNvPr id="35" name="Shape 31"/>
          <p:cNvSpPr/>
          <p:nvPr/>
        </p:nvSpPr>
        <p:spPr>
          <a:xfrm>
            <a:off x="1073201" y="4131158"/>
            <a:ext cx="292608" cy="87782"/>
          </a:xfrm>
          <a:prstGeom prst="roundRect">
            <a:avLst>
              <a:gd name="adj" fmla="val 31250"/>
            </a:avLst>
          </a:prstGeom>
          <a:solidFill>
            <a:schemeClr val="accent1"/>
          </a:solidFill>
          <a:ln w="12700">
            <a:solidFill>
              <a:srgbClr val="FFFFFF">
                <a:alpha val="0"/>
              </a:srgbClr>
            </a:solidFill>
            <a:prstDash val="solid"/>
          </a:ln>
        </p:spPr>
      </p:sp>
      <p:sp>
        <p:nvSpPr>
          <p:cNvPr id="36" name="Shape 32"/>
          <p:cNvSpPr/>
          <p:nvPr/>
        </p:nvSpPr>
        <p:spPr>
          <a:xfrm>
            <a:off x="2049170" y="4131158"/>
            <a:ext cx="292608" cy="87782"/>
          </a:xfrm>
          <a:prstGeom prst="roundRect">
            <a:avLst>
              <a:gd name="adj" fmla="val 31250"/>
            </a:avLst>
          </a:prstGeom>
          <a:solidFill>
            <a:schemeClr val="accent1"/>
          </a:solidFill>
          <a:ln w="12700">
            <a:solidFill>
              <a:srgbClr val="FFFFFF">
                <a:alpha val="0"/>
              </a:srgbClr>
            </a:solidFill>
            <a:prstDash val="solid"/>
          </a:ln>
        </p:spPr>
      </p:sp>
      <p:sp>
        <p:nvSpPr>
          <p:cNvPr id="37" name="Shape 33"/>
          <p:cNvSpPr/>
          <p:nvPr/>
        </p:nvSpPr>
        <p:spPr>
          <a:xfrm>
            <a:off x="3025140" y="4131158"/>
            <a:ext cx="292608" cy="87782"/>
          </a:xfrm>
          <a:prstGeom prst="roundRect">
            <a:avLst>
              <a:gd name="adj" fmla="val 31250"/>
            </a:avLst>
          </a:prstGeom>
          <a:solidFill>
            <a:schemeClr val="accent1"/>
          </a:solidFill>
          <a:ln w="12700">
            <a:solidFill>
              <a:srgbClr val="FFFFFF">
                <a:alpha val="0"/>
              </a:srgbClr>
            </a:solidFill>
            <a:prstDash val="solid"/>
          </a:ln>
        </p:spPr>
      </p:sp>
      <p:sp>
        <p:nvSpPr>
          <p:cNvPr id="38" name="Shape 34"/>
          <p:cNvSpPr/>
          <p:nvPr/>
        </p:nvSpPr>
        <p:spPr>
          <a:xfrm>
            <a:off x="4001110" y="4131158"/>
            <a:ext cx="292608" cy="87782"/>
          </a:xfrm>
          <a:prstGeom prst="roundRect">
            <a:avLst>
              <a:gd name="adj" fmla="val 31250"/>
            </a:avLst>
          </a:prstGeom>
          <a:solidFill>
            <a:schemeClr val="accent1"/>
          </a:solidFill>
          <a:ln w="12700">
            <a:solidFill>
              <a:srgbClr val="FFFFFF">
                <a:alpha val="0"/>
              </a:srgbClr>
            </a:solidFill>
            <a:prstDash val="solid"/>
          </a:ln>
        </p:spPr>
      </p:sp>
      <p:sp>
        <p:nvSpPr>
          <p:cNvPr id="39" name="Shape 35"/>
          <p:cNvSpPr/>
          <p:nvPr/>
        </p:nvSpPr>
        <p:spPr>
          <a:xfrm>
            <a:off x="4977079" y="4131158"/>
            <a:ext cx="292608" cy="87782"/>
          </a:xfrm>
          <a:prstGeom prst="roundRect">
            <a:avLst>
              <a:gd name="adj" fmla="val 31250"/>
            </a:avLst>
          </a:prstGeom>
          <a:solidFill>
            <a:schemeClr val="accent1"/>
          </a:solidFill>
          <a:ln w="12700">
            <a:solidFill>
              <a:srgbClr val="FFFFFF">
                <a:alpha val="0"/>
              </a:srgbClr>
            </a:solidFill>
            <a:prstDash val="solid"/>
          </a:ln>
        </p:spPr>
      </p:sp>
      <p:sp>
        <p:nvSpPr>
          <p:cNvPr id="40" name="Shape 36"/>
          <p:cNvSpPr/>
          <p:nvPr/>
        </p:nvSpPr>
        <p:spPr>
          <a:xfrm>
            <a:off x="5953049" y="4131158"/>
            <a:ext cx="292608" cy="87782"/>
          </a:xfrm>
          <a:prstGeom prst="roundRect">
            <a:avLst>
              <a:gd name="adj" fmla="val 31250"/>
            </a:avLst>
          </a:prstGeom>
          <a:solidFill>
            <a:schemeClr val="accent1"/>
          </a:solidFill>
          <a:ln w="12700">
            <a:solidFill>
              <a:srgbClr val="FFFFFF">
                <a:alpha val="0"/>
              </a:srgbClr>
            </a:solidFill>
            <a:prstDash val="solid"/>
          </a:ln>
        </p:spPr>
      </p:sp>
      <p:sp>
        <p:nvSpPr>
          <p:cNvPr id="41" name="Shape 37"/>
          <p:cNvSpPr/>
          <p:nvPr/>
        </p:nvSpPr>
        <p:spPr>
          <a:xfrm>
            <a:off x="731520" y="4200652"/>
            <a:ext cx="5855818" cy="548640"/>
          </a:xfrm>
          <a:prstGeom prst="roundRect">
            <a:avLst>
              <a:gd name="adj" fmla="val 13333"/>
            </a:avLst>
          </a:prstGeom>
          <a:solidFill>
            <a:schemeClr val="accent1"/>
          </a:solidFill>
          <a:ln w="12700">
            <a:solidFill>
              <a:srgbClr val="FFFFFF">
                <a:alpha val="0"/>
              </a:srgbClr>
            </a:solidFill>
            <a:prstDash val="solid"/>
          </a:ln>
        </p:spPr>
      </p:sp>
      <p:sp>
        <p:nvSpPr>
          <p:cNvPr id="42" name="Text 38"/>
          <p:cNvSpPr txBox="1"/>
          <p:nvPr/>
        </p:nvSpPr>
        <p:spPr>
          <a:xfrm>
            <a:off x="786384" y="4200652"/>
            <a:ext cx="1174090" cy="548640"/>
          </a:xfrm>
          <a:prstGeom prst="rect">
            <a:avLst/>
          </a:prstGeom>
          <a:noFill/>
          <a:ln/>
        </p:spPr>
        <p:txBody>
          <a:bodyPr wrap="square" lIns="0" tIns="0" rIns="0" bIns="0" rtlCol="0" anchor="ctr"/>
          <a:lstStyle/>
          <a:p>
            <a:pPr algn="ctr" indent="0" marL="0">
              <a:buNone/>
            </a:pPr>
            <a:r>
              <a:rPr lang="en-US" sz="2000" b="1" i="1" dirty="0">
                <a:solidFill>
                  <a:schemeClr val="bg1"/>
                </a:solidFill>
              </a:rPr>
              <a:t>Ik ben</a:t>
            </a:r>
            <a:endParaRPr lang="en-US" sz="2000" dirty="0"/>
          </a:p>
        </p:txBody>
      </p:sp>
      <p:sp>
        <p:nvSpPr>
          <p:cNvPr id="43" name="Shape 39"/>
          <p:cNvSpPr/>
          <p:nvPr/>
        </p:nvSpPr>
        <p:spPr>
          <a:xfrm>
            <a:off x="1978762" y="4282948"/>
            <a:ext cx="3474720" cy="384048"/>
          </a:xfrm>
          <a:prstGeom prst="roundRect">
            <a:avLst>
              <a:gd name="adj" fmla="val 14286"/>
            </a:avLst>
          </a:prstGeom>
          <a:solidFill>
            <a:srgbClr val="FFFFFF"/>
          </a:solidFill>
          <a:ln w="25400">
            <a:solidFill>
              <a:srgbClr val="2A6FB0"/>
            </a:solidFill>
            <a:prstDash val="dash"/>
          </a:ln>
        </p:spPr>
      </p:sp>
      <p:sp>
        <p:nvSpPr>
          <p:cNvPr id="44" name="Text 40"/>
          <p:cNvSpPr txBox="1"/>
          <p:nvPr/>
        </p:nvSpPr>
        <p:spPr>
          <a:xfrm>
            <a:off x="5490058" y="4200652"/>
            <a:ext cx="1024128" cy="548640"/>
          </a:xfrm>
          <a:prstGeom prst="rect">
            <a:avLst/>
          </a:prstGeom>
          <a:noFill/>
          <a:ln/>
        </p:spPr>
        <p:txBody>
          <a:bodyPr wrap="square" lIns="0" tIns="0" rIns="0" bIns="0" rtlCol="0" anchor="ctr"/>
          <a:lstStyle/>
          <a:p>
            <a:pPr algn="ctr" indent="0" marL="0">
              <a:buNone/>
            </a:pPr>
            <a:r>
              <a:rPr lang="en-US" sz="2000" b="1" i="1" dirty="0">
                <a:solidFill>
                  <a:schemeClr val="bg1"/>
                </a:solidFill>
              </a:rPr>
              <a:t>jaar.</a:t>
            </a:r>
            <a:endParaRPr lang="en-US" sz="2000" dirty="0"/>
          </a:p>
        </p:txBody>
      </p:sp>
      <p:sp>
        <p:nvSpPr>
          <p:cNvPr id="45" name="Shape 41"/>
          <p:cNvSpPr/>
          <p:nvPr/>
        </p:nvSpPr>
        <p:spPr>
          <a:xfrm>
            <a:off x="1132027" y="4857598"/>
            <a:ext cx="292608" cy="87782"/>
          </a:xfrm>
          <a:prstGeom prst="roundRect">
            <a:avLst>
              <a:gd name="adj" fmla="val 31250"/>
            </a:avLst>
          </a:prstGeom>
          <a:solidFill>
            <a:schemeClr val="accent1"/>
          </a:solidFill>
          <a:ln w="12700">
            <a:solidFill>
              <a:srgbClr val="FFFFFF">
                <a:alpha val="0"/>
              </a:srgbClr>
            </a:solidFill>
            <a:prstDash val="solid"/>
          </a:ln>
        </p:spPr>
      </p:sp>
      <p:sp>
        <p:nvSpPr>
          <p:cNvPr id="46" name="Shape 42"/>
          <p:cNvSpPr/>
          <p:nvPr/>
        </p:nvSpPr>
        <p:spPr>
          <a:xfrm>
            <a:off x="2225650" y="4857598"/>
            <a:ext cx="292608" cy="87782"/>
          </a:xfrm>
          <a:prstGeom prst="roundRect">
            <a:avLst>
              <a:gd name="adj" fmla="val 31250"/>
            </a:avLst>
          </a:prstGeom>
          <a:solidFill>
            <a:schemeClr val="accent1"/>
          </a:solidFill>
          <a:ln w="12700">
            <a:solidFill>
              <a:srgbClr val="FFFFFF">
                <a:alpha val="0"/>
              </a:srgbClr>
            </a:solidFill>
            <a:prstDash val="solid"/>
          </a:ln>
        </p:spPr>
      </p:sp>
      <p:sp>
        <p:nvSpPr>
          <p:cNvPr id="47" name="Shape 43"/>
          <p:cNvSpPr/>
          <p:nvPr/>
        </p:nvSpPr>
        <p:spPr>
          <a:xfrm>
            <a:off x="3319272" y="4857598"/>
            <a:ext cx="292608" cy="87782"/>
          </a:xfrm>
          <a:prstGeom prst="roundRect">
            <a:avLst>
              <a:gd name="adj" fmla="val 31250"/>
            </a:avLst>
          </a:prstGeom>
          <a:solidFill>
            <a:schemeClr val="accent1"/>
          </a:solidFill>
          <a:ln w="12700">
            <a:solidFill>
              <a:srgbClr val="FFFFFF">
                <a:alpha val="0"/>
              </a:srgbClr>
            </a:solidFill>
            <a:prstDash val="solid"/>
          </a:ln>
        </p:spPr>
      </p:sp>
      <p:sp>
        <p:nvSpPr>
          <p:cNvPr id="48" name="Shape 44"/>
          <p:cNvSpPr/>
          <p:nvPr/>
        </p:nvSpPr>
        <p:spPr>
          <a:xfrm>
            <a:off x="4412894" y="4857598"/>
            <a:ext cx="292608" cy="87782"/>
          </a:xfrm>
          <a:prstGeom prst="roundRect">
            <a:avLst>
              <a:gd name="adj" fmla="val 31250"/>
            </a:avLst>
          </a:prstGeom>
          <a:solidFill>
            <a:schemeClr val="accent1"/>
          </a:solidFill>
          <a:ln w="12700">
            <a:solidFill>
              <a:srgbClr val="FFFFFF">
                <a:alpha val="0"/>
              </a:srgbClr>
            </a:solidFill>
            <a:prstDash val="solid"/>
          </a:ln>
        </p:spPr>
      </p:sp>
      <p:sp>
        <p:nvSpPr>
          <p:cNvPr id="49" name="Shape 45"/>
          <p:cNvSpPr/>
          <p:nvPr/>
        </p:nvSpPr>
        <p:spPr>
          <a:xfrm>
            <a:off x="5506517" y="4857598"/>
            <a:ext cx="292608" cy="87782"/>
          </a:xfrm>
          <a:prstGeom prst="roundRect">
            <a:avLst>
              <a:gd name="adj" fmla="val 31250"/>
            </a:avLst>
          </a:prstGeom>
          <a:solidFill>
            <a:schemeClr val="accent1"/>
          </a:solidFill>
          <a:ln w="12700">
            <a:solidFill>
              <a:srgbClr val="FFFFFF">
                <a:alpha val="0"/>
              </a:srgbClr>
            </a:solidFill>
            <a:prstDash val="solid"/>
          </a:ln>
        </p:spPr>
      </p:sp>
      <p:sp>
        <p:nvSpPr>
          <p:cNvPr id="50" name="Shape 46"/>
          <p:cNvSpPr/>
          <p:nvPr/>
        </p:nvSpPr>
        <p:spPr>
          <a:xfrm>
            <a:off x="6600139" y="4857598"/>
            <a:ext cx="292608" cy="87782"/>
          </a:xfrm>
          <a:prstGeom prst="roundRect">
            <a:avLst>
              <a:gd name="adj" fmla="val 31250"/>
            </a:avLst>
          </a:prstGeom>
          <a:solidFill>
            <a:schemeClr val="accent1"/>
          </a:solidFill>
          <a:ln w="12700">
            <a:solidFill>
              <a:srgbClr val="FFFFFF">
                <a:alpha val="0"/>
              </a:srgbClr>
            </a:solidFill>
            <a:prstDash val="solid"/>
          </a:ln>
        </p:spPr>
      </p:sp>
      <p:sp>
        <p:nvSpPr>
          <p:cNvPr id="51" name="Shape 47"/>
          <p:cNvSpPr/>
          <p:nvPr/>
        </p:nvSpPr>
        <p:spPr>
          <a:xfrm>
            <a:off x="731520" y="4927092"/>
            <a:ext cx="6561734" cy="548640"/>
          </a:xfrm>
          <a:prstGeom prst="roundRect">
            <a:avLst>
              <a:gd name="adj" fmla="val 13333"/>
            </a:avLst>
          </a:prstGeom>
          <a:solidFill>
            <a:schemeClr val="accent1"/>
          </a:solidFill>
          <a:ln w="12700">
            <a:solidFill>
              <a:srgbClr val="FFFFFF">
                <a:alpha val="0"/>
              </a:srgbClr>
            </a:solidFill>
            <a:prstDash val="solid"/>
          </a:ln>
        </p:spPr>
      </p:sp>
      <p:sp>
        <p:nvSpPr>
          <p:cNvPr id="52" name="Text 48"/>
          <p:cNvSpPr txBox="1"/>
          <p:nvPr/>
        </p:nvSpPr>
        <p:spPr>
          <a:xfrm>
            <a:off x="786384" y="4927092"/>
            <a:ext cx="1623974" cy="548640"/>
          </a:xfrm>
          <a:prstGeom prst="rect">
            <a:avLst/>
          </a:prstGeom>
          <a:noFill/>
          <a:ln/>
        </p:spPr>
        <p:txBody>
          <a:bodyPr wrap="square" lIns="0" tIns="0" rIns="0" bIns="0" rtlCol="0" anchor="ctr"/>
          <a:lstStyle/>
          <a:p>
            <a:pPr algn="ctr" indent="0" marL="0">
              <a:buNone/>
            </a:pPr>
            <a:r>
              <a:rPr lang="en-US" sz="2000" b="1" i="1" dirty="0">
                <a:solidFill>
                  <a:schemeClr val="bg1"/>
                </a:solidFill>
              </a:rPr>
              <a:t>Ik spreek</a:t>
            </a:r>
            <a:endParaRPr lang="en-US" sz="2000" dirty="0"/>
          </a:p>
        </p:txBody>
      </p:sp>
      <p:sp>
        <p:nvSpPr>
          <p:cNvPr id="53" name="Shape 49"/>
          <p:cNvSpPr/>
          <p:nvPr/>
        </p:nvSpPr>
        <p:spPr>
          <a:xfrm>
            <a:off x="2428646" y="5009388"/>
            <a:ext cx="4754880" cy="384048"/>
          </a:xfrm>
          <a:prstGeom prst="roundRect">
            <a:avLst>
              <a:gd name="adj" fmla="val 14286"/>
            </a:avLst>
          </a:prstGeom>
          <a:solidFill>
            <a:srgbClr val="FFFFFF"/>
          </a:solidFill>
          <a:ln w="25400">
            <a:solidFill>
              <a:srgbClr val="2A6FB0"/>
            </a:solidFill>
            <a:prstDash val="dash"/>
          </a:ln>
        </p:spPr>
      </p:sp>
      <p:sp>
        <p:nvSpPr>
          <p:cNvPr id="54" name="Shape 50"/>
          <p:cNvSpPr/>
          <p:nvPr/>
        </p:nvSpPr>
        <p:spPr>
          <a:xfrm>
            <a:off x="1094537" y="5584038"/>
            <a:ext cx="292608" cy="87782"/>
          </a:xfrm>
          <a:prstGeom prst="roundRect">
            <a:avLst>
              <a:gd name="adj" fmla="val 31250"/>
            </a:avLst>
          </a:prstGeom>
          <a:solidFill>
            <a:schemeClr val="accent1"/>
          </a:solidFill>
          <a:ln w="12700">
            <a:solidFill>
              <a:srgbClr val="FFFFFF">
                <a:alpha val="0"/>
              </a:srgbClr>
            </a:solidFill>
            <a:prstDash val="solid"/>
          </a:ln>
        </p:spPr>
      </p:sp>
      <p:sp>
        <p:nvSpPr>
          <p:cNvPr id="55" name="Shape 51"/>
          <p:cNvSpPr/>
          <p:nvPr/>
        </p:nvSpPr>
        <p:spPr>
          <a:xfrm>
            <a:off x="2113178" y="5584038"/>
            <a:ext cx="292608" cy="87782"/>
          </a:xfrm>
          <a:prstGeom prst="roundRect">
            <a:avLst>
              <a:gd name="adj" fmla="val 31250"/>
            </a:avLst>
          </a:prstGeom>
          <a:solidFill>
            <a:schemeClr val="accent1"/>
          </a:solidFill>
          <a:ln w="12700">
            <a:solidFill>
              <a:srgbClr val="FFFFFF">
                <a:alpha val="0"/>
              </a:srgbClr>
            </a:solidFill>
            <a:prstDash val="solid"/>
          </a:ln>
        </p:spPr>
      </p:sp>
      <p:sp>
        <p:nvSpPr>
          <p:cNvPr id="56" name="Shape 52"/>
          <p:cNvSpPr/>
          <p:nvPr/>
        </p:nvSpPr>
        <p:spPr>
          <a:xfrm>
            <a:off x="3131820" y="5584038"/>
            <a:ext cx="292608" cy="87782"/>
          </a:xfrm>
          <a:prstGeom prst="roundRect">
            <a:avLst>
              <a:gd name="adj" fmla="val 31250"/>
            </a:avLst>
          </a:prstGeom>
          <a:solidFill>
            <a:schemeClr val="accent1"/>
          </a:solidFill>
          <a:ln w="12700">
            <a:solidFill>
              <a:srgbClr val="FFFFFF">
                <a:alpha val="0"/>
              </a:srgbClr>
            </a:solidFill>
            <a:prstDash val="solid"/>
          </a:ln>
        </p:spPr>
      </p:sp>
      <p:sp>
        <p:nvSpPr>
          <p:cNvPr id="57" name="Shape 53"/>
          <p:cNvSpPr/>
          <p:nvPr/>
        </p:nvSpPr>
        <p:spPr>
          <a:xfrm>
            <a:off x="4150462" y="5584038"/>
            <a:ext cx="292608" cy="87782"/>
          </a:xfrm>
          <a:prstGeom prst="roundRect">
            <a:avLst>
              <a:gd name="adj" fmla="val 31250"/>
            </a:avLst>
          </a:prstGeom>
          <a:solidFill>
            <a:schemeClr val="accent1"/>
          </a:solidFill>
          <a:ln w="12700">
            <a:solidFill>
              <a:srgbClr val="FFFFFF">
                <a:alpha val="0"/>
              </a:srgbClr>
            </a:solidFill>
            <a:prstDash val="solid"/>
          </a:ln>
        </p:spPr>
      </p:sp>
      <p:sp>
        <p:nvSpPr>
          <p:cNvPr id="58" name="Shape 54"/>
          <p:cNvSpPr/>
          <p:nvPr/>
        </p:nvSpPr>
        <p:spPr>
          <a:xfrm>
            <a:off x="5169103" y="5584038"/>
            <a:ext cx="292608" cy="87782"/>
          </a:xfrm>
          <a:prstGeom prst="roundRect">
            <a:avLst>
              <a:gd name="adj" fmla="val 31250"/>
            </a:avLst>
          </a:prstGeom>
          <a:solidFill>
            <a:schemeClr val="accent1"/>
          </a:solidFill>
          <a:ln w="12700">
            <a:solidFill>
              <a:srgbClr val="FFFFFF">
                <a:alpha val="0"/>
              </a:srgbClr>
            </a:solidFill>
            <a:prstDash val="solid"/>
          </a:ln>
        </p:spPr>
      </p:sp>
      <p:sp>
        <p:nvSpPr>
          <p:cNvPr id="59" name="Shape 55"/>
          <p:cNvSpPr/>
          <p:nvPr/>
        </p:nvSpPr>
        <p:spPr>
          <a:xfrm>
            <a:off x="6187745" y="5584038"/>
            <a:ext cx="292608" cy="87782"/>
          </a:xfrm>
          <a:prstGeom prst="roundRect">
            <a:avLst>
              <a:gd name="adj" fmla="val 31250"/>
            </a:avLst>
          </a:prstGeom>
          <a:solidFill>
            <a:schemeClr val="accent1"/>
          </a:solidFill>
          <a:ln w="12700">
            <a:solidFill>
              <a:srgbClr val="FFFFFF">
                <a:alpha val="0"/>
              </a:srgbClr>
            </a:solidFill>
            <a:prstDash val="solid"/>
          </a:ln>
        </p:spPr>
      </p:sp>
      <p:sp>
        <p:nvSpPr>
          <p:cNvPr id="60" name="Shape 56"/>
          <p:cNvSpPr/>
          <p:nvPr/>
        </p:nvSpPr>
        <p:spPr>
          <a:xfrm>
            <a:off x="731520" y="5653532"/>
            <a:ext cx="6111850" cy="548640"/>
          </a:xfrm>
          <a:prstGeom prst="roundRect">
            <a:avLst>
              <a:gd name="adj" fmla="val 13333"/>
            </a:avLst>
          </a:prstGeom>
          <a:solidFill>
            <a:schemeClr val="accent1"/>
          </a:solidFill>
          <a:ln w="12700">
            <a:solidFill>
              <a:srgbClr val="FFFFFF">
                <a:alpha val="0"/>
              </a:srgbClr>
            </a:solidFill>
            <a:prstDash val="solid"/>
          </a:ln>
        </p:spPr>
      </p:sp>
      <p:sp>
        <p:nvSpPr>
          <p:cNvPr id="61" name="Text 57"/>
          <p:cNvSpPr txBox="1"/>
          <p:nvPr/>
        </p:nvSpPr>
        <p:spPr>
          <a:xfrm>
            <a:off x="786384" y="5653532"/>
            <a:ext cx="1174090" cy="548640"/>
          </a:xfrm>
          <a:prstGeom prst="rect">
            <a:avLst/>
          </a:prstGeom>
          <a:noFill/>
          <a:ln/>
        </p:spPr>
        <p:txBody>
          <a:bodyPr wrap="square" lIns="0" tIns="0" rIns="0" bIns="0" rtlCol="0" anchor="ctr"/>
          <a:lstStyle/>
          <a:p>
            <a:pPr algn="ctr" indent="0" marL="0">
              <a:buNone/>
            </a:pPr>
            <a:r>
              <a:rPr lang="en-US" sz="2000" b="1" i="1" dirty="0">
                <a:solidFill>
                  <a:schemeClr val="bg1"/>
                </a:solidFill>
              </a:rPr>
              <a:t>Ik ben</a:t>
            </a:r>
            <a:endParaRPr lang="en-US" sz="2000" dirty="0"/>
          </a:p>
        </p:txBody>
      </p:sp>
      <p:sp>
        <p:nvSpPr>
          <p:cNvPr id="62" name="Shape 58"/>
          <p:cNvSpPr/>
          <p:nvPr/>
        </p:nvSpPr>
        <p:spPr>
          <a:xfrm>
            <a:off x="1978762" y="5735828"/>
            <a:ext cx="4754880" cy="384048"/>
          </a:xfrm>
          <a:prstGeom prst="roundRect">
            <a:avLst>
              <a:gd name="adj" fmla="val 14286"/>
            </a:avLst>
          </a:prstGeom>
          <a:solidFill>
            <a:srgbClr val="FFFFFF"/>
          </a:solidFill>
          <a:ln w="25400">
            <a:solidFill>
              <a:srgbClr val="2A6FB0"/>
            </a:solidFill>
            <a:prstDash val="dash"/>
          </a:ln>
        </p:spPr>
      </p:sp>
      <p:sp>
        <p:nvSpPr>
          <p:cNvPr id="63" name="Shape 59"/>
          <p:cNvSpPr/>
          <p:nvPr/>
        </p:nvSpPr>
        <p:spPr>
          <a:xfrm>
            <a:off x="8595360" y="2023872"/>
            <a:ext cx="3044952" cy="3931920"/>
          </a:xfrm>
          <a:prstGeom prst="roundRect">
            <a:avLst>
              <a:gd name="adj" fmla="val 2402"/>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64" name="Shape 60"/>
          <p:cNvSpPr/>
          <p:nvPr/>
        </p:nvSpPr>
        <p:spPr>
          <a:xfrm>
            <a:off x="8595360" y="2023872"/>
            <a:ext cx="3044952" cy="502920"/>
          </a:xfrm>
          <a:prstGeom prst="roundRect">
            <a:avLst>
              <a:gd name="adj" fmla="val 14545"/>
            </a:avLst>
          </a:prstGeom>
          <a:solidFill>
            <a:schemeClr val="tx2"/>
          </a:solidFill>
          <a:ln w="12700">
            <a:solidFill>
              <a:srgbClr val="FFFFFF">
                <a:alpha val="0"/>
              </a:srgbClr>
            </a:solidFill>
            <a:prstDash val="solid"/>
          </a:ln>
        </p:spPr>
      </p:sp>
      <p:sp>
        <p:nvSpPr>
          <p:cNvPr id="65" name="Text 61"/>
          <p:cNvSpPr txBox="1"/>
          <p:nvPr/>
        </p:nvSpPr>
        <p:spPr>
          <a:xfrm>
            <a:off x="8595360" y="2023872"/>
            <a:ext cx="3044952" cy="502920"/>
          </a:xfrm>
          <a:prstGeom prst="rect">
            <a:avLst/>
          </a:prstGeom>
          <a:noFill/>
          <a:ln/>
        </p:spPr>
        <p:txBody>
          <a:bodyPr wrap="square" lIns="0" tIns="0" rIns="0" bIns="0" rtlCol="0" anchor="ctr"/>
          <a:lstStyle/>
          <a:p>
            <a:pPr algn="ctr" indent="0" marL="0">
              <a:buNone/>
            </a:pPr>
            <a:r>
              <a:rPr lang="en-US" sz="1300" b="1" spc="200" kern="0" dirty="0">
                <a:solidFill>
                  <a:schemeClr val="bg1"/>
                </a:solidFill>
              </a:rPr>
              <a:t>IK STEL ME VOOR</a:t>
            </a:r>
            <a:endParaRPr lang="en-US" sz="1300" dirty="0"/>
          </a:p>
        </p:txBody>
      </p:sp>
      <p:sp>
        <p:nvSpPr>
          <p:cNvPr id="66" name="Shape 62"/>
          <p:cNvSpPr/>
          <p:nvPr/>
        </p:nvSpPr>
        <p:spPr>
          <a:xfrm>
            <a:off x="9326880" y="2755392"/>
            <a:ext cx="1600200" cy="1920240"/>
          </a:xfrm>
          <a:prstGeom prst="roundRect">
            <a:avLst>
              <a:gd name="adj" fmla="val 3429"/>
            </a:avLst>
          </a:prstGeom>
          <a:solidFill>
            <a:srgbClr val="EAF2FB"/>
          </a:solidFill>
          <a:ln w="15875">
            <a:solidFill>
              <a:srgbClr val="2A6FB0"/>
            </a:solidFill>
            <a:prstDash val="dash"/>
          </a:ln>
        </p:spPr>
      </p:sp>
      <p:pic>
        <p:nvPicPr>
          <p:cNvPr id="67" name="Image 1" descr="bust in silhouette">    </p:cNvPr>
          <p:cNvPicPr>
            <a:picLocks noChangeAspect="1"/>
          </p:cNvPicPr>
          <p:nvPr/>
        </p:nvPicPr>
        <p:blipFill>
          <a:blip r:embed="rId2"/>
          <a:stretch>
            <a:fillRect/>
          </a:stretch>
        </p:blipFill>
        <p:spPr>
          <a:xfrm>
            <a:off x="9509760" y="2983992"/>
            <a:ext cx="1234440" cy="1234440"/>
          </a:xfrm>
          <a:prstGeom prst="rect">
            <a:avLst/>
          </a:prstGeom>
        </p:spPr>
      </p:pic>
      <p:sp>
        <p:nvSpPr>
          <p:cNvPr id="68" name="Text 63"/>
          <p:cNvSpPr txBox="1"/>
          <p:nvPr/>
        </p:nvSpPr>
        <p:spPr>
          <a:xfrm>
            <a:off x="8686800" y="4812792"/>
            <a:ext cx="2862072" cy="457200"/>
          </a:xfrm>
          <a:prstGeom prst="rect">
            <a:avLst/>
          </a:prstGeom>
          <a:noFill/>
          <a:ln/>
        </p:spPr>
        <p:txBody>
          <a:bodyPr wrap="square" lIns="0" tIns="0" rIns="0" bIns="0" rtlCol="0" anchor="ctr"/>
          <a:lstStyle/>
          <a:p>
            <a:pPr algn="ctr" indent="0" marL="0">
              <a:buNone/>
            </a:pPr>
            <a:r>
              <a:rPr lang="en-US" sz="1600" dirty="0">
                <a:solidFill>
                  <a:schemeClr val="tx2"/>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Mon portrait en blocs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les blocs avec vos informations, puis dites votre portrait sans regarder.</a:t>
            </a:r>
            <a:endParaRPr lang="en-US" sz="1700" dirty="0"/>
          </a:p>
        </p:txBody>
      </p:sp>
      <p:sp>
        <p:nvSpPr>
          <p:cNvPr id="9" name="Shape 5"/>
          <p:cNvSpPr/>
          <p:nvPr/>
        </p:nvSpPr>
        <p:spPr>
          <a:xfrm>
            <a:off x="1107034" y="1951838"/>
            <a:ext cx="292608" cy="87782"/>
          </a:xfrm>
          <a:prstGeom prst="roundRect">
            <a:avLst>
              <a:gd name="adj" fmla="val 31250"/>
            </a:avLst>
          </a:prstGeom>
          <a:solidFill>
            <a:schemeClr val="accent1"/>
          </a:solidFill>
          <a:ln w="12700">
            <a:solidFill>
              <a:srgbClr val="FFFFFF">
                <a:alpha val="0"/>
              </a:srgbClr>
            </a:solidFill>
            <a:prstDash val="solid"/>
          </a:ln>
        </p:spPr>
      </p:sp>
      <p:sp>
        <p:nvSpPr>
          <p:cNvPr id="10" name="Shape 6"/>
          <p:cNvSpPr/>
          <p:nvPr/>
        </p:nvSpPr>
        <p:spPr>
          <a:xfrm>
            <a:off x="2150669" y="1951838"/>
            <a:ext cx="292608" cy="87782"/>
          </a:xfrm>
          <a:prstGeom prst="roundRect">
            <a:avLst>
              <a:gd name="adj" fmla="val 31250"/>
            </a:avLst>
          </a:prstGeom>
          <a:solidFill>
            <a:schemeClr val="accent1"/>
          </a:solidFill>
          <a:ln w="12700">
            <a:solidFill>
              <a:srgbClr val="FFFFFF">
                <a:alpha val="0"/>
              </a:srgbClr>
            </a:solidFill>
            <a:prstDash val="solid"/>
          </a:ln>
        </p:spPr>
      </p:sp>
      <p:sp>
        <p:nvSpPr>
          <p:cNvPr id="11" name="Shape 7"/>
          <p:cNvSpPr/>
          <p:nvPr/>
        </p:nvSpPr>
        <p:spPr>
          <a:xfrm>
            <a:off x="3194304" y="1951838"/>
            <a:ext cx="292608" cy="87782"/>
          </a:xfrm>
          <a:prstGeom prst="roundRect">
            <a:avLst>
              <a:gd name="adj" fmla="val 31250"/>
            </a:avLst>
          </a:prstGeom>
          <a:solidFill>
            <a:schemeClr val="accent1"/>
          </a:solidFill>
          <a:ln w="12700">
            <a:solidFill>
              <a:srgbClr val="FFFFFF">
                <a:alpha val="0"/>
              </a:srgbClr>
            </a:solidFill>
            <a:prstDash val="solid"/>
          </a:ln>
        </p:spPr>
      </p:sp>
      <p:sp>
        <p:nvSpPr>
          <p:cNvPr id="12" name="Shape 8"/>
          <p:cNvSpPr/>
          <p:nvPr/>
        </p:nvSpPr>
        <p:spPr>
          <a:xfrm>
            <a:off x="4237939" y="1951838"/>
            <a:ext cx="292608" cy="87782"/>
          </a:xfrm>
          <a:prstGeom prst="roundRect">
            <a:avLst>
              <a:gd name="adj" fmla="val 31250"/>
            </a:avLst>
          </a:prstGeom>
          <a:solidFill>
            <a:schemeClr val="accent1"/>
          </a:solidFill>
          <a:ln w="12700">
            <a:solidFill>
              <a:srgbClr val="FFFFFF">
                <a:alpha val="0"/>
              </a:srgbClr>
            </a:solidFill>
            <a:prstDash val="solid"/>
          </a:ln>
        </p:spPr>
      </p:sp>
      <p:sp>
        <p:nvSpPr>
          <p:cNvPr id="13" name="Shape 9"/>
          <p:cNvSpPr/>
          <p:nvPr/>
        </p:nvSpPr>
        <p:spPr>
          <a:xfrm>
            <a:off x="5281574" y="1951838"/>
            <a:ext cx="292608" cy="87782"/>
          </a:xfrm>
          <a:prstGeom prst="roundRect">
            <a:avLst>
              <a:gd name="adj" fmla="val 31250"/>
            </a:avLst>
          </a:prstGeom>
          <a:solidFill>
            <a:schemeClr val="accent1"/>
          </a:solidFill>
          <a:ln w="12700">
            <a:solidFill>
              <a:srgbClr val="FFFFFF">
                <a:alpha val="0"/>
              </a:srgbClr>
            </a:solidFill>
            <a:prstDash val="solid"/>
          </a:ln>
        </p:spPr>
      </p:sp>
      <p:sp>
        <p:nvSpPr>
          <p:cNvPr id="14" name="Shape 10"/>
          <p:cNvSpPr/>
          <p:nvPr/>
        </p:nvSpPr>
        <p:spPr>
          <a:xfrm>
            <a:off x="6325210" y="1951838"/>
            <a:ext cx="292608" cy="87782"/>
          </a:xfrm>
          <a:prstGeom prst="roundRect">
            <a:avLst>
              <a:gd name="adj" fmla="val 31250"/>
            </a:avLst>
          </a:prstGeom>
          <a:solidFill>
            <a:schemeClr val="accent1"/>
          </a:solidFill>
          <a:ln w="12700">
            <a:solidFill>
              <a:srgbClr val="FFFFFF">
                <a:alpha val="0"/>
              </a:srgbClr>
            </a:solidFill>
            <a:prstDash val="solid"/>
          </a:ln>
        </p:spPr>
      </p:sp>
      <p:sp>
        <p:nvSpPr>
          <p:cNvPr id="15" name="Shape 11"/>
          <p:cNvSpPr/>
          <p:nvPr/>
        </p:nvSpPr>
        <p:spPr>
          <a:xfrm>
            <a:off x="731520" y="2021332"/>
            <a:ext cx="6261811" cy="548640"/>
          </a:xfrm>
          <a:prstGeom prst="roundRect">
            <a:avLst>
              <a:gd name="adj" fmla="val 13333"/>
            </a:avLst>
          </a:prstGeom>
          <a:solidFill>
            <a:schemeClr val="accent1"/>
          </a:solidFill>
          <a:ln w="12700">
            <a:solidFill>
              <a:srgbClr val="FFFFFF">
                <a:alpha val="0"/>
              </a:srgbClr>
            </a:solidFill>
            <a:prstDash val="solid"/>
          </a:ln>
        </p:spPr>
      </p:sp>
      <p:sp>
        <p:nvSpPr>
          <p:cNvPr id="16" name="Text 12"/>
          <p:cNvSpPr txBox="1"/>
          <p:nvPr/>
        </p:nvSpPr>
        <p:spPr>
          <a:xfrm>
            <a:off x="786384" y="2021332"/>
            <a:ext cx="1324051" cy="548640"/>
          </a:xfrm>
          <a:prstGeom prst="rect">
            <a:avLst/>
          </a:prstGeom>
          <a:noFill/>
          <a:ln/>
        </p:spPr>
        <p:txBody>
          <a:bodyPr wrap="square" lIns="0" tIns="0" rIns="0" bIns="0" rtlCol="0" anchor="ctr"/>
          <a:lstStyle/>
          <a:p>
            <a:pPr algn="ctr" indent="0" marL="0">
              <a:buNone/>
            </a:pPr>
            <a:r>
              <a:rPr lang="en-US" sz="2000" b="1" i="1" dirty="0">
                <a:solidFill>
                  <a:schemeClr val="bg1"/>
                </a:solidFill>
              </a:rPr>
              <a:t>Ik heet</a:t>
            </a:r>
            <a:endParaRPr lang="en-US" sz="2000" dirty="0"/>
          </a:p>
        </p:txBody>
      </p:sp>
      <p:sp>
        <p:nvSpPr>
          <p:cNvPr id="17" name="Shape 13"/>
          <p:cNvSpPr/>
          <p:nvPr/>
        </p:nvSpPr>
        <p:spPr>
          <a:xfrm>
            <a:off x="2128723" y="2103628"/>
            <a:ext cx="4754880" cy="384048"/>
          </a:xfrm>
          <a:prstGeom prst="roundRect">
            <a:avLst>
              <a:gd name="adj" fmla="val 14286"/>
            </a:avLst>
          </a:prstGeom>
          <a:solidFill>
            <a:srgbClr val="FFFFFF"/>
          </a:solidFill>
          <a:ln w="25400">
            <a:solidFill>
              <a:srgbClr val="2A6FB0"/>
            </a:solidFill>
            <a:prstDash val="dash"/>
          </a:ln>
        </p:spPr>
      </p:sp>
      <p:sp>
        <p:nvSpPr>
          <p:cNvPr id="18" name="Text 14"/>
          <p:cNvSpPr txBox="1"/>
          <p:nvPr/>
        </p:nvSpPr>
        <p:spPr>
          <a:xfrm>
            <a:off x="2128723" y="2103628"/>
            <a:ext cx="4754880" cy="384048"/>
          </a:xfrm>
          <a:prstGeom prst="rect">
            <a:avLst/>
          </a:prstGeom>
          <a:noFill/>
          <a:ln/>
        </p:spPr>
        <p:txBody>
          <a:bodyPr wrap="square" lIns="0" tIns="0" rIns="0" bIns="0" rtlCol="0" anchor="ctr"/>
          <a:lstStyle/>
          <a:p>
            <a:pPr algn="ctr" indent="0" marL="0">
              <a:buNone/>
            </a:pPr>
            <a:r>
              <a:rPr lang="en-US" sz="1800" b="1" i="1" dirty="0">
                <a:solidFill>
                  <a:schemeClr val="accent2"/>
                </a:solidFill>
              </a:rPr>
              <a:t>Karim</a:t>
            </a:r>
            <a:endParaRPr lang="en-US" sz="1800" dirty="0"/>
          </a:p>
        </p:txBody>
      </p:sp>
      <p:sp>
        <p:nvSpPr>
          <p:cNvPr id="19" name="Shape 15"/>
          <p:cNvSpPr/>
          <p:nvPr/>
        </p:nvSpPr>
        <p:spPr>
          <a:xfrm>
            <a:off x="1144524" y="2678278"/>
            <a:ext cx="292608" cy="87782"/>
          </a:xfrm>
          <a:prstGeom prst="roundRect">
            <a:avLst>
              <a:gd name="adj" fmla="val 31250"/>
            </a:avLst>
          </a:prstGeom>
          <a:solidFill>
            <a:schemeClr val="accent1"/>
          </a:solidFill>
          <a:ln w="12700">
            <a:solidFill>
              <a:srgbClr val="FFFFFF">
                <a:alpha val="0"/>
              </a:srgbClr>
            </a:solidFill>
            <a:prstDash val="solid"/>
          </a:ln>
        </p:spPr>
      </p:sp>
      <p:sp>
        <p:nvSpPr>
          <p:cNvPr id="20" name="Shape 16"/>
          <p:cNvSpPr/>
          <p:nvPr/>
        </p:nvSpPr>
        <p:spPr>
          <a:xfrm>
            <a:off x="2263140" y="2678278"/>
            <a:ext cx="292608" cy="87782"/>
          </a:xfrm>
          <a:prstGeom prst="roundRect">
            <a:avLst>
              <a:gd name="adj" fmla="val 31250"/>
            </a:avLst>
          </a:prstGeom>
          <a:solidFill>
            <a:schemeClr val="accent1"/>
          </a:solidFill>
          <a:ln w="12700">
            <a:solidFill>
              <a:srgbClr val="FFFFFF">
                <a:alpha val="0"/>
              </a:srgbClr>
            </a:solidFill>
            <a:prstDash val="solid"/>
          </a:ln>
        </p:spPr>
      </p:sp>
      <p:sp>
        <p:nvSpPr>
          <p:cNvPr id="21" name="Shape 17"/>
          <p:cNvSpPr/>
          <p:nvPr/>
        </p:nvSpPr>
        <p:spPr>
          <a:xfrm>
            <a:off x="3381756" y="2678278"/>
            <a:ext cx="292608" cy="87782"/>
          </a:xfrm>
          <a:prstGeom prst="roundRect">
            <a:avLst>
              <a:gd name="adj" fmla="val 31250"/>
            </a:avLst>
          </a:prstGeom>
          <a:solidFill>
            <a:schemeClr val="accent1"/>
          </a:solidFill>
          <a:ln w="12700">
            <a:solidFill>
              <a:srgbClr val="FFFFFF">
                <a:alpha val="0"/>
              </a:srgbClr>
            </a:solidFill>
            <a:prstDash val="solid"/>
          </a:ln>
        </p:spPr>
      </p:sp>
      <p:sp>
        <p:nvSpPr>
          <p:cNvPr id="22" name="Shape 18"/>
          <p:cNvSpPr/>
          <p:nvPr/>
        </p:nvSpPr>
        <p:spPr>
          <a:xfrm>
            <a:off x="4500372" y="2678278"/>
            <a:ext cx="292608" cy="87782"/>
          </a:xfrm>
          <a:prstGeom prst="roundRect">
            <a:avLst>
              <a:gd name="adj" fmla="val 31250"/>
            </a:avLst>
          </a:prstGeom>
          <a:solidFill>
            <a:schemeClr val="accent1"/>
          </a:solidFill>
          <a:ln w="12700">
            <a:solidFill>
              <a:srgbClr val="FFFFFF">
                <a:alpha val="0"/>
              </a:srgbClr>
            </a:solidFill>
            <a:prstDash val="solid"/>
          </a:ln>
        </p:spPr>
      </p:sp>
      <p:sp>
        <p:nvSpPr>
          <p:cNvPr id="23" name="Shape 19"/>
          <p:cNvSpPr/>
          <p:nvPr/>
        </p:nvSpPr>
        <p:spPr>
          <a:xfrm>
            <a:off x="5618988" y="2678278"/>
            <a:ext cx="292608" cy="87782"/>
          </a:xfrm>
          <a:prstGeom prst="roundRect">
            <a:avLst>
              <a:gd name="adj" fmla="val 31250"/>
            </a:avLst>
          </a:prstGeom>
          <a:solidFill>
            <a:schemeClr val="accent1"/>
          </a:solidFill>
          <a:ln w="12700">
            <a:solidFill>
              <a:srgbClr val="FFFFFF">
                <a:alpha val="0"/>
              </a:srgbClr>
            </a:solidFill>
            <a:prstDash val="solid"/>
          </a:ln>
        </p:spPr>
      </p:sp>
      <p:sp>
        <p:nvSpPr>
          <p:cNvPr id="24" name="Shape 20"/>
          <p:cNvSpPr/>
          <p:nvPr/>
        </p:nvSpPr>
        <p:spPr>
          <a:xfrm>
            <a:off x="6737604" y="2678278"/>
            <a:ext cx="292608" cy="87782"/>
          </a:xfrm>
          <a:prstGeom prst="roundRect">
            <a:avLst>
              <a:gd name="adj" fmla="val 31250"/>
            </a:avLst>
          </a:prstGeom>
          <a:solidFill>
            <a:schemeClr val="accent1"/>
          </a:solidFill>
          <a:ln w="12700">
            <a:solidFill>
              <a:srgbClr val="FFFFFF">
                <a:alpha val="0"/>
              </a:srgbClr>
            </a:solidFill>
            <a:prstDash val="solid"/>
          </a:ln>
        </p:spPr>
      </p:sp>
      <p:sp>
        <p:nvSpPr>
          <p:cNvPr id="25" name="Shape 21"/>
          <p:cNvSpPr/>
          <p:nvPr/>
        </p:nvSpPr>
        <p:spPr>
          <a:xfrm>
            <a:off x="731520" y="2747772"/>
            <a:ext cx="6711696" cy="548640"/>
          </a:xfrm>
          <a:prstGeom prst="roundRect">
            <a:avLst>
              <a:gd name="adj" fmla="val 13333"/>
            </a:avLst>
          </a:prstGeom>
          <a:solidFill>
            <a:schemeClr val="accent1"/>
          </a:solidFill>
          <a:ln w="12700">
            <a:solidFill>
              <a:srgbClr val="FFFFFF">
                <a:alpha val="0"/>
              </a:srgbClr>
            </a:solidFill>
            <a:prstDash val="solid"/>
          </a:ln>
        </p:spPr>
      </p:sp>
      <p:sp>
        <p:nvSpPr>
          <p:cNvPr id="26" name="Text 22"/>
          <p:cNvSpPr txBox="1"/>
          <p:nvPr/>
        </p:nvSpPr>
        <p:spPr>
          <a:xfrm>
            <a:off x="786384" y="2747772"/>
            <a:ext cx="1773936" cy="548640"/>
          </a:xfrm>
          <a:prstGeom prst="rect">
            <a:avLst/>
          </a:prstGeom>
          <a:noFill/>
          <a:ln/>
        </p:spPr>
        <p:txBody>
          <a:bodyPr wrap="square" lIns="0" tIns="0" rIns="0" bIns="0" rtlCol="0" anchor="ctr"/>
          <a:lstStyle/>
          <a:p>
            <a:pPr algn="ctr" indent="0" marL="0">
              <a:buNone/>
            </a:pPr>
            <a:r>
              <a:rPr lang="en-US" sz="2000" b="1" i="1" dirty="0">
                <a:solidFill>
                  <a:schemeClr val="bg1"/>
                </a:solidFill>
              </a:rPr>
              <a:t>Ik kom uit</a:t>
            </a:r>
            <a:endParaRPr lang="en-US" sz="2000" dirty="0"/>
          </a:p>
        </p:txBody>
      </p:sp>
      <p:sp>
        <p:nvSpPr>
          <p:cNvPr id="27" name="Shape 23"/>
          <p:cNvSpPr/>
          <p:nvPr/>
        </p:nvSpPr>
        <p:spPr>
          <a:xfrm>
            <a:off x="2578608" y="2830068"/>
            <a:ext cx="4754880" cy="384048"/>
          </a:xfrm>
          <a:prstGeom prst="roundRect">
            <a:avLst>
              <a:gd name="adj" fmla="val 14286"/>
            </a:avLst>
          </a:prstGeom>
          <a:solidFill>
            <a:srgbClr val="FFFFFF"/>
          </a:solidFill>
          <a:ln w="25400">
            <a:solidFill>
              <a:srgbClr val="2A6FB0"/>
            </a:solidFill>
            <a:prstDash val="dash"/>
          </a:ln>
        </p:spPr>
      </p:sp>
      <p:sp>
        <p:nvSpPr>
          <p:cNvPr id="28" name="Text 24"/>
          <p:cNvSpPr txBox="1"/>
          <p:nvPr/>
        </p:nvSpPr>
        <p:spPr>
          <a:xfrm>
            <a:off x="2578608" y="2830068"/>
            <a:ext cx="4754880" cy="384048"/>
          </a:xfrm>
          <a:prstGeom prst="rect">
            <a:avLst/>
          </a:prstGeom>
          <a:noFill/>
          <a:ln/>
        </p:spPr>
        <p:txBody>
          <a:bodyPr wrap="square" lIns="0" tIns="0" rIns="0" bIns="0" rtlCol="0" anchor="ctr"/>
          <a:lstStyle/>
          <a:p>
            <a:pPr algn="ctr" indent="0" marL="0">
              <a:buNone/>
            </a:pPr>
            <a:r>
              <a:rPr lang="en-US" sz="1800" b="1" i="1" dirty="0">
                <a:solidFill>
                  <a:schemeClr val="accent2"/>
                </a:solidFill>
              </a:rPr>
              <a:t>België</a:t>
            </a:r>
            <a:endParaRPr lang="en-US" sz="1800" dirty="0"/>
          </a:p>
        </p:txBody>
      </p:sp>
      <p:sp>
        <p:nvSpPr>
          <p:cNvPr id="29" name="Shape 25"/>
          <p:cNvSpPr/>
          <p:nvPr/>
        </p:nvSpPr>
        <p:spPr>
          <a:xfrm>
            <a:off x="1144524" y="3404718"/>
            <a:ext cx="292608" cy="87782"/>
          </a:xfrm>
          <a:prstGeom prst="roundRect">
            <a:avLst>
              <a:gd name="adj" fmla="val 31250"/>
            </a:avLst>
          </a:prstGeom>
          <a:solidFill>
            <a:schemeClr val="accent1"/>
          </a:solidFill>
          <a:ln w="12700">
            <a:solidFill>
              <a:srgbClr val="FFFFFF">
                <a:alpha val="0"/>
              </a:srgbClr>
            </a:solidFill>
            <a:prstDash val="solid"/>
          </a:ln>
        </p:spPr>
      </p:sp>
      <p:sp>
        <p:nvSpPr>
          <p:cNvPr id="30" name="Shape 26"/>
          <p:cNvSpPr/>
          <p:nvPr/>
        </p:nvSpPr>
        <p:spPr>
          <a:xfrm>
            <a:off x="2263140" y="3404718"/>
            <a:ext cx="292608" cy="87782"/>
          </a:xfrm>
          <a:prstGeom prst="roundRect">
            <a:avLst>
              <a:gd name="adj" fmla="val 31250"/>
            </a:avLst>
          </a:prstGeom>
          <a:solidFill>
            <a:schemeClr val="accent1"/>
          </a:solidFill>
          <a:ln w="12700">
            <a:solidFill>
              <a:srgbClr val="FFFFFF">
                <a:alpha val="0"/>
              </a:srgbClr>
            </a:solidFill>
            <a:prstDash val="solid"/>
          </a:ln>
        </p:spPr>
      </p:sp>
      <p:sp>
        <p:nvSpPr>
          <p:cNvPr id="31" name="Shape 27"/>
          <p:cNvSpPr/>
          <p:nvPr/>
        </p:nvSpPr>
        <p:spPr>
          <a:xfrm>
            <a:off x="3381756" y="3404718"/>
            <a:ext cx="292608" cy="87782"/>
          </a:xfrm>
          <a:prstGeom prst="roundRect">
            <a:avLst>
              <a:gd name="adj" fmla="val 31250"/>
            </a:avLst>
          </a:prstGeom>
          <a:solidFill>
            <a:schemeClr val="accent1"/>
          </a:solidFill>
          <a:ln w="12700">
            <a:solidFill>
              <a:srgbClr val="FFFFFF">
                <a:alpha val="0"/>
              </a:srgbClr>
            </a:solidFill>
            <a:prstDash val="solid"/>
          </a:ln>
        </p:spPr>
      </p:sp>
      <p:sp>
        <p:nvSpPr>
          <p:cNvPr id="32" name="Shape 28"/>
          <p:cNvSpPr/>
          <p:nvPr/>
        </p:nvSpPr>
        <p:spPr>
          <a:xfrm>
            <a:off x="4500372" y="3404718"/>
            <a:ext cx="292608" cy="87782"/>
          </a:xfrm>
          <a:prstGeom prst="roundRect">
            <a:avLst>
              <a:gd name="adj" fmla="val 31250"/>
            </a:avLst>
          </a:prstGeom>
          <a:solidFill>
            <a:schemeClr val="accent1"/>
          </a:solidFill>
          <a:ln w="12700">
            <a:solidFill>
              <a:srgbClr val="FFFFFF">
                <a:alpha val="0"/>
              </a:srgbClr>
            </a:solidFill>
            <a:prstDash val="solid"/>
          </a:ln>
        </p:spPr>
      </p:sp>
      <p:sp>
        <p:nvSpPr>
          <p:cNvPr id="33" name="Shape 29"/>
          <p:cNvSpPr/>
          <p:nvPr/>
        </p:nvSpPr>
        <p:spPr>
          <a:xfrm>
            <a:off x="5618988" y="3404718"/>
            <a:ext cx="292608" cy="87782"/>
          </a:xfrm>
          <a:prstGeom prst="roundRect">
            <a:avLst>
              <a:gd name="adj" fmla="val 31250"/>
            </a:avLst>
          </a:prstGeom>
          <a:solidFill>
            <a:schemeClr val="accent1"/>
          </a:solidFill>
          <a:ln w="12700">
            <a:solidFill>
              <a:srgbClr val="FFFFFF">
                <a:alpha val="0"/>
              </a:srgbClr>
            </a:solidFill>
            <a:prstDash val="solid"/>
          </a:ln>
        </p:spPr>
      </p:sp>
      <p:sp>
        <p:nvSpPr>
          <p:cNvPr id="34" name="Shape 30"/>
          <p:cNvSpPr/>
          <p:nvPr/>
        </p:nvSpPr>
        <p:spPr>
          <a:xfrm>
            <a:off x="6737604" y="3404718"/>
            <a:ext cx="292608" cy="87782"/>
          </a:xfrm>
          <a:prstGeom prst="roundRect">
            <a:avLst>
              <a:gd name="adj" fmla="val 31250"/>
            </a:avLst>
          </a:prstGeom>
          <a:solidFill>
            <a:schemeClr val="accent1"/>
          </a:solidFill>
          <a:ln w="12700">
            <a:solidFill>
              <a:srgbClr val="FFFFFF">
                <a:alpha val="0"/>
              </a:srgbClr>
            </a:solidFill>
            <a:prstDash val="solid"/>
          </a:ln>
        </p:spPr>
      </p:sp>
      <p:sp>
        <p:nvSpPr>
          <p:cNvPr id="35" name="Shape 31"/>
          <p:cNvSpPr/>
          <p:nvPr/>
        </p:nvSpPr>
        <p:spPr>
          <a:xfrm>
            <a:off x="731520" y="3474212"/>
            <a:ext cx="6711696" cy="548640"/>
          </a:xfrm>
          <a:prstGeom prst="roundRect">
            <a:avLst>
              <a:gd name="adj" fmla="val 13333"/>
            </a:avLst>
          </a:prstGeom>
          <a:solidFill>
            <a:schemeClr val="accent1"/>
          </a:solidFill>
          <a:ln w="12700">
            <a:solidFill>
              <a:srgbClr val="FFFFFF">
                <a:alpha val="0"/>
              </a:srgbClr>
            </a:solidFill>
            <a:prstDash val="solid"/>
          </a:ln>
        </p:spPr>
      </p:sp>
      <p:sp>
        <p:nvSpPr>
          <p:cNvPr id="36" name="Text 32"/>
          <p:cNvSpPr txBox="1"/>
          <p:nvPr/>
        </p:nvSpPr>
        <p:spPr>
          <a:xfrm>
            <a:off x="786384" y="3474212"/>
            <a:ext cx="1773936" cy="548640"/>
          </a:xfrm>
          <a:prstGeom prst="rect">
            <a:avLst/>
          </a:prstGeom>
          <a:noFill/>
          <a:ln/>
        </p:spPr>
        <p:txBody>
          <a:bodyPr wrap="square" lIns="0" tIns="0" rIns="0" bIns="0" rtlCol="0" anchor="ctr"/>
          <a:lstStyle/>
          <a:p>
            <a:pPr algn="ctr" indent="0" marL="0">
              <a:buNone/>
            </a:pPr>
            <a:r>
              <a:rPr lang="en-US" sz="2000" b="1" i="1" dirty="0">
                <a:solidFill>
                  <a:schemeClr val="bg1"/>
                </a:solidFill>
              </a:rPr>
              <a:t>Ik woon in</a:t>
            </a:r>
            <a:endParaRPr lang="en-US" sz="2000" dirty="0"/>
          </a:p>
        </p:txBody>
      </p:sp>
      <p:sp>
        <p:nvSpPr>
          <p:cNvPr id="37" name="Shape 33"/>
          <p:cNvSpPr/>
          <p:nvPr/>
        </p:nvSpPr>
        <p:spPr>
          <a:xfrm>
            <a:off x="2578608" y="3556508"/>
            <a:ext cx="4754880" cy="384048"/>
          </a:xfrm>
          <a:prstGeom prst="roundRect">
            <a:avLst>
              <a:gd name="adj" fmla="val 14286"/>
            </a:avLst>
          </a:prstGeom>
          <a:solidFill>
            <a:srgbClr val="FFFFFF"/>
          </a:solidFill>
          <a:ln w="25400">
            <a:solidFill>
              <a:srgbClr val="2A6FB0"/>
            </a:solidFill>
            <a:prstDash val="dash"/>
          </a:ln>
        </p:spPr>
      </p:sp>
      <p:sp>
        <p:nvSpPr>
          <p:cNvPr id="38" name="Text 34"/>
          <p:cNvSpPr txBox="1"/>
          <p:nvPr/>
        </p:nvSpPr>
        <p:spPr>
          <a:xfrm>
            <a:off x="2578608" y="3556508"/>
            <a:ext cx="4754880" cy="384048"/>
          </a:xfrm>
          <a:prstGeom prst="rect">
            <a:avLst/>
          </a:prstGeom>
          <a:noFill/>
          <a:ln/>
        </p:spPr>
        <p:txBody>
          <a:bodyPr wrap="square" lIns="0" tIns="0" rIns="0" bIns="0" rtlCol="0" anchor="ctr"/>
          <a:lstStyle/>
          <a:p>
            <a:pPr algn="ctr" indent="0" marL="0">
              <a:buNone/>
            </a:pPr>
            <a:r>
              <a:rPr lang="en-US" sz="1800" b="1" i="1" dirty="0">
                <a:solidFill>
                  <a:schemeClr val="accent2"/>
                </a:solidFill>
              </a:rPr>
              <a:t>Namen</a:t>
            </a:r>
            <a:endParaRPr lang="en-US" sz="1800" dirty="0"/>
          </a:p>
        </p:txBody>
      </p:sp>
      <p:sp>
        <p:nvSpPr>
          <p:cNvPr id="39" name="Shape 35"/>
          <p:cNvSpPr/>
          <p:nvPr/>
        </p:nvSpPr>
        <p:spPr>
          <a:xfrm>
            <a:off x="1073201" y="4131158"/>
            <a:ext cx="292608" cy="87782"/>
          </a:xfrm>
          <a:prstGeom prst="roundRect">
            <a:avLst>
              <a:gd name="adj" fmla="val 31250"/>
            </a:avLst>
          </a:prstGeom>
          <a:solidFill>
            <a:schemeClr val="accent1"/>
          </a:solidFill>
          <a:ln w="12700">
            <a:solidFill>
              <a:srgbClr val="FFFFFF">
                <a:alpha val="0"/>
              </a:srgbClr>
            </a:solidFill>
            <a:prstDash val="solid"/>
          </a:ln>
        </p:spPr>
      </p:sp>
      <p:sp>
        <p:nvSpPr>
          <p:cNvPr id="40" name="Shape 36"/>
          <p:cNvSpPr/>
          <p:nvPr/>
        </p:nvSpPr>
        <p:spPr>
          <a:xfrm>
            <a:off x="2049170" y="4131158"/>
            <a:ext cx="292608" cy="87782"/>
          </a:xfrm>
          <a:prstGeom prst="roundRect">
            <a:avLst>
              <a:gd name="adj" fmla="val 31250"/>
            </a:avLst>
          </a:prstGeom>
          <a:solidFill>
            <a:schemeClr val="accent1"/>
          </a:solidFill>
          <a:ln w="12700">
            <a:solidFill>
              <a:srgbClr val="FFFFFF">
                <a:alpha val="0"/>
              </a:srgbClr>
            </a:solidFill>
            <a:prstDash val="solid"/>
          </a:ln>
        </p:spPr>
      </p:sp>
      <p:sp>
        <p:nvSpPr>
          <p:cNvPr id="41" name="Shape 37"/>
          <p:cNvSpPr/>
          <p:nvPr/>
        </p:nvSpPr>
        <p:spPr>
          <a:xfrm>
            <a:off x="3025140" y="4131158"/>
            <a:ext cx="292608" cy="87782"/>
          </a:xfrm>
          <a:prstGeom prst="roundRect">
            <a:avLst>
              <a:gd name="adj" fmla="val 31250"/>
            </a:avLst>
          </a:prstGeom>
          <a:solidFill>
            <a:schemeClr val="accent1"/>
          </a:solidFill>
          <a:ln w="12700">
            <a:solidFill>
              <a:srgbClr val="FFFFFF">
                <a:alpha val="0"/>
              </a:srgbClr>
            </a:solidFill>
            <a:prstDash val="solid"/>
          </a:ln>
        </p:spPr>
      </p:sp>
      <p:sp>
        <p:nvSpPr>
          <p:cNvPr id="42" name="Shape 38"/>
          <p:cNvSpPr/>
          <p:nvPr/>
        </p:nvSpPr>
        <p:spPr>
          <a:xfrm>
            <a:off x="4001110" y="4131158"/>
            <a:ext cx="292608" cy="87782"/>
          </a:xfrm>
          <a:prstGeom prst="roundRect">
            <a:avLst>
              <a:gd name="adj" fmla="val 31250"/>
            </a:avLst>
          </a:prstGeom>
          <a:solidFill>
            <a:schemeClr val="accent1"/>
          </a:solidFill>
          <a:ln w="12700">
            <a:solidFill>
              <a:srgbClr val="FFFFFF">
                <a:alpha val="0"/>
              </a:srgbClr>
            </a:solidFill>
            <a:prstDash val="solid"/>
          </a:ln>
        </p:spPr>
      </p:sp>
      <p:sp>
        <p:nvSpPr>
          <p:cNvPr id="43" name="Shape 39"/>
          <p:cNvSpPr/>
          <p:nvPr/>
        </p:nvSpPr>
        <p:spPr>
          <a:xfrm>
            <a:off x="4977079" y="4131158"/>
            <a:ext cx="292608" cy="87782"/>
          </a:xfrm>
          <a:prstGeom prst="roundRect">
            <a:avLst>
              <a:gd name="adj" fmla="val 31250"/>
            </a:avLst>
          </a:prstGeom>
          <a:solidFill>
            <a:schemeClr val="accent1"/>
          </a:solidFill>
          <a:ln w="12700">
            <a:solidFill>
              <a:srgbClr val="FFFFFF">
                <a:alpha val="0"/>
              </a:srgbClr>
            </a:solidFill>
            <a:prstDash val="solid"/>
          </a:ln>
        </p:spPr>
      </p:sp>
      <p:sp>
        <p:nvSpPr>
          <p:cNvPr id="44" name="Shape 40"/>
          <p:cNvSpPr/>
          <p:nvPr/>
        </p:nvSpPr>
        <p:spPr>
          <a:xfrm>
            <a:off x="5953049" y="4131158"/>
            <a:ext cx="292608" cy="87782"/>
          </a:xfrm>
          <a:prstGeom prst="roundRect">
            <a:avLst>
              <a:gd name="adj" fmla="val 31250"/>
            </a:avLst>
          </a:prstGeom>
          <a:solidFill>
            <a:schemeClr val="accent1"/>
          </a:solidFill>
          <a:ln w="12700">
            <a:solidFill>
              <a:srgbClr val="FFFFFF">
                <a:alpha val="0"/>
              </a:srgbClr>
            </a:solidFill>
            <a:prstDash val="solid"/>
          </a:ln>
        </p:spPr>
      </p:sp>
      <p:sp>
        <p:nvSpPr>
          <p:cNvPr id="45" name="Shape 41"/>
          <p:cNvSpPr/>
          <p:nvPr/>
        </p:nvSpPr>
        <p:spPr>
          <a:xfrm>
            <a:off x="731520" y="4200652"/>
            <a:ext cx="5855818" cy="548640"/>
          </a:xfrm>
          <a:prstGeom prst="roundRect">
            <a:avLst>
              <a:gd name="adj" fmla="val 13333"/>
            </a:avLst>
          </a:prstGeom>
          <a:solidFill>
            <a:schemeClr val="accent1"/>
          </a:solidFill>
          <a:ln w="12700">
            <a:solidFill>
              <a:srgbClr val="FFFFFF">
                <a:alpha val="0"/>
              </a:srgbClr>
            </a:solidFill>
            <a:prstDash val="solid"/>
          </a:ln>
        </p:spPr>
      </p:sp>
      <p:sp>
        <p:nvSpPr>
          <p:cNvPr id="46" name="Text 42"/>
          <p:cNvSpPr txBox="1"/>
          <p:nvPr/>
        </p:nvSpPr>
        <p:spPr>
          <a:xfrm>
            <a:off x="786384" y="4200652"/>
            <a:ext cx="1174090" cy="548640"/>
          </a:xfrm>
          <a:prstGeom prst="rect">
            <a:avLst/>
          </a:prstGeom>
          <a:noFill/>
          <a:ln/>
        </p:spPr>
        <p:txBody>
          <a:bodyPr wrap="square" lIns="0" tIns="0" rIns="0" bIns="0" rtlCol="0" anchor="ctr"/>
          <a:lstStyle/>
          <a:p>
            <a:pPr algn="ctr" indent="0" marL="0">
              <a:buNone/>
            </a:pPr>
            <a:r>
              <a:rPr lang="en-US" sz="2000" b="1" i="1" dirty="0">
                <a:solidFill>
                  <a:schemeClr val="bg1"/>
                </a:solidFill>
              </a:rPr>
              <a:t>Ik ben</a:t>
            </a:r>
            <a:endParaRPr lang="en-US" sz="2000" dirty="0"/>
          </a:p>
        </p:txBody>
      </p:sp>
      <p:sp>
        <p:nvSpPr>
          <p:cNvPr id="47" name="Shape 43"/>
          <p:cNvSpPr/>
          <p:nvPr/>
        </p:nvSpPr>
        <p:spPr>
          <a:xfrm>
            <a:off x="1978762" y="4282948"/>
            <a:ext cx="3474720" cy="384048"/>
          </a:xfrm>
          <a:prstGeom prst="roundRect">
            <a:avLst>
              <a:gd name="adj" fmla="val 14286"/>
            </a:avLst>
          </a:prstGeom>
          <a:solidFill>
            <a:srgbClr val="FFFFFF"/>
          </a:solidFill>
          <a:ln w="25400">
            <a:solidFill>
              <a:srgbClr val="2A6FB0"/>
            </a:solidFill>
            <a:prstDash val="dash"/>
          </a:ln>
        </p:spPr>
      </p:sp>
      <p:sp>
        <p:nvSpPr>
          <p:cNvPr id="48" name="Text 44"/>
          <p:cNvSpPr txBox="1"/>
          <p:nvPr/>
        </p:nvSpPr>
        <p:spPr>
          <a:xfrm>
            <a:off x="1978762" y="4282948"/>
            <a:ext cx="3474720" cy="384048"/>
          </a:xfrm>
          <a:prstGeom prst="rect">
            <a:avLst/>
          </a:prstGeom>
          <a:noFill/>
          <a:ln/>
        </p:spPr>
        <p:txBody>
          <a:bodyPr wrap="square" lIns="0" tIns="0" rIns="0" bIns="0" rtlCol="0" anchor="ctr"/>
          <a:lstStyle/>
          <a:p>
            <a:pPr algn="ctr" indent="0" marL="0">
              <a:buNone/>
            </a:pPr>
            <a:r>
              <a:rPr lang="en-US" sz="1800" b="1" i="1" dirty="0">
                <a:solidFill>
                  <a:schemeClr val="accent2"/>
                </a:solidFill>
              </a:rPr>
              <a:t>32</a:t>
            </a:r>
            <a:endParaRPr lang="en-US" sz="1800" dirty="0"/>
          </a:p>
        </p:txBody>
      </p:sp>
      <p:sp>
        <p:nvSpPr>
          <p:cNvPr id="49" name="Text 45"/>
          <p:cNvSpPr txBox="1"/>
          <p:nvPr/>
        </p:nvSpPr>
        <p:spPr>
          <a:xfrm>
            <a:off x="5490058" y="4200652"/>
            <a:ext cx="1024128" cy="548640"/>
          </a:xfrm>
          <a:prstGeom prst="rect">
            <a:avLst/>
          </a:prstGeom>
          <a:noFill/>
          <a:ln/>
        </p:spPr>
        <p:txBody>
          <a:bodyPr wrap="square" lIns="0" tIns="0" rIns="0" bIns="0" rtlCol="0" anchor="ctr"/>
          <a:lstStyle/>
          <a:p>
            <a:pPr algn="ctr" indent="0" marL="0">
              <a:buNone/>
            </a:pPr>
            <a:r>
              <a:rPr lang="en-US" sz="2000" b="1" i="1" dirty="0">
                <a:solidFill>
                  <a:schemeClr val="bg1"/>
                </a:solidFill>
              </a:rPr>
              <a:t>jaar.</a:t>
            </a:r>
            <a:endParaRPr lang="en-US" sz="2000" dirty="0"/>
          </a:p>
        </p:txBody>
      </p:sp>
      <p:sp>
        <p:nvSpPr>
          <p:cNvPr id="50" name="Shape 46"/>
          <p:cNvSpPr/>
          <p:nvPr/>
        </p:nvSpPr>
        <p:spPr>
          <a:xfrm>
            <a:off x="1132027" y="4857598"/>
            <a:ext cx="292608" cy="87782"/>
          </a:xfrm>
          <a:prstGeom prst="roundRect">
            <a:avLst>
              <a:gd name="adj" fmla="val 31250"/>
            </a:avLst>
          </a:prstGeom>
          <a:solidFill>
            <a:schemeClr val="accent1"/>
          </a:solidFill>
          <a:ln w="12700">
            <a:solidFill>
              <a:srgbClr val="FFFFFF">
                <a:alpha val="0"/>
              </a:srgbClr>
            </a:solidFill>
            <a:prstDash val="solid"/>
          </a:ln>
        </p:spPr>
      </p:sp>
      <p:sp>
        <p:nvSpPr>
          <p:cNvPr id="51" name="Shape 47"/>
          <p:cNvSpPr/>
          <p:nvPr/>
        </p:nvSpPr>
        <p:spPr>
          <a:xfrm>
            <a:off x="2225650" y="4857598"/>
            <a:ext cx="292608" cy="87782"/>
          </a:xfrm>
          <a:prstGeom prst="roundRect">
            <a:avLst>
              <a:gd name="adj" fmla="val 31250"/>
            </a:avLst>
          </a:prstGeom>
          <a:solidFill>
            <a:schemeClr val="accent1"/>
          </a:solidFill>
          <a:ln w="12700">
            <a:solidFill>
              <a:srgbClr val="FFFFFF">
                <a:alpha val="0"/>
              </a:srgbClr>
            </a:solidFill>
            <a:prstDash val="solid"/>
          </a:ln>
        </p:spPr>
      </p:sp>
      <p:sp>
        <p:nvSpPr>
          <p:cNvPr id="52" name="Shape 48"/>
          <p:cNvSpPr/>
          <p:nvPr/>
        </p:nvSpPr>
        <p:spPr>
          <a:xfrm>
            <a:off x="3319272" y="4857598"/>
            <a:ext cx="292608" cy="87782"/>
          </a:xfrm>
          <a:prstGeom prst="roundRect">
            <a:avLst>
              <a:gd name="adj" fmla="val 31250"/>
            </a:avLst>
          </a:prstGeom>
          <a:solidFill>
            <a:schemeClr val="accent1"/>
          </a:solidFill>
          <a:ln w="12700">
            <a:solidFill>
              <a:srgbClr val="FFFFFF">
                <a:alpha val="0"/>
              </a:srgbClr>
            </a:solidFill>
            <a:prstDash val="solid"/>
          </a:ln>
        </p:spPr>
      </p:sp>
      <p:sp>
        <p:nvSpPr>
          <p:cNvPr id="53" name="Shape 49"/>
          <p:cNvSpPr/>
          <p:nvPr/>
        </p:nvSpPr>
        <p:spPr>
          <a:xfrm>
            <a:off x="4412894" y="4857598"/>
            <a:ext cx="292608" cy="87782"/>
          </a:xfrm>
          <a:prstGeom prst="roundRect">
            <a:avLst>
              <a:gd name="adj" fmla="val 31250"/>
            </a:avLst>
          </a:prstGeom>
          <a:solidFill>
            <a:schemeClr val="accent1"/>
          </a:solidFill>
          <a:ln w="12700">
            <a:solidFill>
              <a:srgbClr val="FFFFFF">
                <a:alpha val="0"/>
              </a:srgbClr>
            </a:solidFill>
            <a:prstDash val="solid"/>
          </a:ln>
        </p:spPr>
      </p:sp>
      <p:sp>
        <p:nvSpPr>
          <p:cNvPr id="54" name="Shape 50"/>
          <p:cNvSpPr/>
          <p:nvPr/>
        </p:nvSpPr>
        <p:spPr>
          <a:xfrm>
            <a:off x="5506517" y="4857598"/>
            <a:ext cx="292608" cy="87782"/>
          </a:xfrm>
          <a:prstGeom prst="roundRect">
            <a:avLst>
              <a:gd name="adj" fmla="val 31250"/>
            </a:avLst>
          </a:prstGeom>
          <a:solidFill>
            <a:schemeClr val="accent1"/>
          </a:solidFill>
          <a:ln w="12700">
            <a:solidFill>
              <a:srgbClr val="FFFFFF">
                <a:alpha val="0"/>
              </a:srgbClr>
            </a:solidFill>
            <a:prstDash val="solid"/>
          </a:ln>
        </p:spPr>
      </p:sp>
      <p:sp>
        <p:nvSpPr>
          <p:cNvPr id="55" name="Shape 51"/>
          <p:cNvSpPr/>
          <p:nvPr/>
        </p:nvSpPr>
        <p:spPr>
          <a:xfrm>
            <a:off x="6600139" y="4857598"/>
            <a:ext cx="292608" cy="87782"/>
          </a:xfrm>
          <a:prstGeom prst="roundRect">
            <a:avLst>
              <a:gd name="adj" fmla="val 31250"/>
            </a:avLst>
          </a:prstGeom>
          <a:solidFill>
            <a:schemeClr val="accent1"/>
          </a:solidFill>
          <a:ln w="12700">
            <a:solidFill>
              <a:srgbClr val="FFFFFF">
                <a:alpha val="0"/>
              </a:srgbClr>
            </a:solidFill>
            <a:prstDash val="solid"/>
          </a:ln>
        </p:spPr>
      </p:sp>
      <p:sp>
        <p:nvSpPr>
          <p:cNvPr id="56" name="Shape 52"/>
          <p:cNvSpPr/>
          <p:nvPr/>
        </p:nvSpPr>
        <p:spPr>
          <a:xfrm>
            <a:off x="731520" y="4927092"/>
            <a:ext cx="6561734" cy="548640"/>
          </a:xfrm>
          <a:prstGeom prst="roundRect">
            <a:avLst>
              <a:gd name="adj" fmla="val 13333"/>
            </a:avLst>
          </a:prstGeom>
          <a:solidFill>
            <a:schemeClr val="accent1"/>
          </a:solidFill>
          <a:ln w="12700">
            <a:solidFill>
              <a:srgbClr val="FFFFFF">
                <a:alpha val="0"/>
              </a:srgbClr>
            </a:solidFill>
            <a:prstDash val="solid"/>
          </a:ln>
        </p:spPr>
      </p:sp>
      <p:sp>
        <p:nvSpPr>
          <p:cNvPr id="57" name="Text 53"/>
          <p:cNvSpPr txBox="1"/>
          <p:nvPr/>
        </p:nvSpPr>
        <p:spPr>
          <a:xfrm>
            <a:off x="786384" y="4927092"/>
            <a:ext cx="1623974" cy="548640"/>
          </a:xfrm>
          <a:prstGeom prst="rect">
            <a:avLst/>
          </a:prstGeom>
          <a:noFill/>
          <a:ln/>
        </p:spPr>
        <p:txBody>
          <a:bodyPr wrap="square" lIns="0" tIns="0" rIns="0" bIns="0" rtlCol="0" anchor="ctr"/>
          <a:lstStyle/>
          <a:p>
            <a:pPr algn="ctr" indent="0" marL="0">
              <a:buNone/>
            </a:pPr>
            <a:r>
              <a:rPr lang="en-US" sz="2000" b="1" i="1" dirty="0">
                <a:solidFill>
                  <a:schemeClr val="bg1"/>
                </a:solidFill>
              </a:rPr>
              <a:t>Ik spreek</a:t>
            </a:r>
            <a:endParaRPr lang="en-US" sz="2000" dirty="0"/>
          </a:p>
        </p:txBody>
      </p:sp>
      <p:sp>
        <p:nvSpPr>
          <p:cNvPr id="58" name="Shape 54"/>
          <p:cNvSpPr/>
          <p:nvPr/>
        </p:nvSpPr>
        <p:spPr>
          <a:xfrm>
            <a:off x="2428646" y="5009388"/>
            <a:ext cx="4754880" cy="384048"/>
          </a:xfrm>
          <a:prstGeom prst="roundRect">
            <a:avLst>
              <a:gd name="adj" fmla="val 14286"/>
            </a:avLst>
          </a:prstGeom>
          <a:solidFill>
            <a:srgbClr val="FFFFFF"/>
          </a:solidFill>
          <a:ln w="25400">
            <a:solidFill>
              <a:srgbClr val="2A6FB0"/>
            </a:solidFill>
            <a:prstDash val="dash"/>
          </a:ln>
        </p:spPr>
      </p:sp>
      <p:sp>
        <p:nvSpPr>
          <p:cNvPr id="59" name="Text 55"/>
          <p:cNvSpPr txBox="1"/>
          <p:nvPr/>
        </p:nvSpPr>
        <p:spPr>
          <a:xfrm>
            <a:off x="2428646" y="5009388"/>
            <a:ext cx="4754880" cy="384048"/>
          </a:xfrm>
          <a:prstGeom prst="rect">
            <a:avLst/>
          </a:prstGeom>
          <a:noFill/>
          <a:ln/>
        </p:spPr>
        <p:txBody>
          <a:bodyPr wrap="square" lIns="0" tIns="0" rIns="0" bIns="0" rtlCol="0" anchor="ctr"/>
          <a:lstStyle/>
          <a:p>
            <a:pPr algn="ctr" indent="0" marL="0">
              <a:buNone/>
            </a:pPr>
            <a:r>
              <a:rPr lang="en-US" sz="1800" b="1" i="1" dirty="0">
                <a:solidFill>
                  <a:schemeClr val="accent2"/>
                </a:solidFill>
              </a:rPr>
              <a:t>Frans en een beetje Nederlands</a:t>
            </a:r>
            <a:endParaRPr lang="en-US" sz="1800" dirty="0"/>
          </a:p>
        </p:txBody>
      </p:sp>
      <p:sp>
        <p:nvSpPr>
          <p:cNvPr id="60" name="Shape 56"/>
          <p:cNvSpPr/>
          <p:nvPr/>
        </p:nvSpPr>
        <p:spPr>
          <a:xfrm>
            <a:off x="1094537" y="5584038"/>
            <a:ext cx="292608" cy="87782"/>
          </a:xfrm>
          <a:prstGeom prst="roundRect">
            <a:avLst>
              <a:gd name="adj" fmla="val 31250"/>
            </a:avLst>
          </a:prstGeom>
          <a:solidFill>
            <a:schemeClr val="accent1"/>
          </a:solidFill>
          <a:ln w="12700">
            <a:solidFill>
              <a:srgbClr val="FFFFFF">
                <a:alpha val="0"/>
              </a:srgbClr>
            </a:solidFill>
            <a:prstDash val="solid"/>
          </a:ln>
        </p:spPr>
      </p:sp>
      <p:sp>
        <p:nvSpPr>
          <p:cNvPr id="61" name="Shape 57"/>
          <p:cNvSpPr/>
          <p:nvPr/>
        </p:nvSpPr>
        <p:spPr>
          <a:xfrm>
            <a:off x="2113178" y="5584038"/>
            <a:ext cx="292608" cy="87782"/>
          </a:xfrm>
          <a:prstGeom prst="roundRect">
            <a:avLst>
              <a:gd name="adj" fmla="val 31250"/>
            </a:avLst>
          </a:prstGeom>
          <a:solidFill>
            <a:schemeClr val="accent1"/>
          </a:solidFill>
          <a:ln w="12700">
            <a:solidFill>
              <a:srgbClr val="FFFFFF">
                <a:alpha val="0"/>
              </a:srgbClr>
            </a:solidFill>
            <a:prstDash val="solid"/>
          </a:ln>
        </p:spPr>
      </p:sp>
      <p:sp>
        <p:nvSpPr>
          <p:cNvPr id="62" name="Shape 58"/>
          <p:cNvSpPr/>
          <p:nvPr/>
        </p:nvSpPr>
        <p:spPr>
          <a:xfrm>
            <a:off x="3131820" y="5584038"/>
            <a:ext cx="292608" cy="87782"/>
          </a:xfrm>
          <a:prstGeom prst="roundRect">
            <a:avLst>
              <a:gd name="adj" fmla="val 31250"/>
            </a:avLst>
          </a:prstGeom>
          <a:solidFill>
            <a:schemeClr val="accent1"/>
          </a:solidFill>
          <a:ln w="12700">
            <a:solidFill>
              <a:srgbClr val="FFFFFF">
                <a:alpha val="0"/>
              </a:srgbClr>
            </a:solidFill>
            <a:prstDash val="solid"/>
          </a:ln>
        </p:spPr>
      </p:sp>
      <p:sp>
        <p:nvSpPr>
          <p:cNvPr id="63" name="Shape 59"/>
          <p:cNvSpPr/>
          <p:nvPr/>
        </p:nvSpPr>
        <p:spPr>
          <a:xfrm>
            <a:off x="4150462" y="5584038"/>
            <a:ext cx="292608" cy="87782"/>
          </a:xfrm>
          <a:prstGeom prst="roundRect">
            <a:avLst>
              <a:gd name="adj" fmla="val 31250"/>
            </a:avLst>
          </a:prstGeom>
          <a:solidFill>
            <a:schemeClr val="accent1"/>
          </a:solidFill>
          <a:ln w="12700">
            <a:solidFill>
              <a:srgbClr val="FFFFFF">
                <a:alpha val="0"/>
              </a:srgbClr>
            </a:solidFill>
            <a:prstDash val="solid"/>
          </a:ln>
        </p:spPr>
      </p:sp>
      <p:sp>
        <p:nvSpPr>
          <p:cNvPr id="64" name="Shape 60"/>
          <p:cNvSpPr/>
          <p:nvPr/>
        </p:nvSpPr>
        <p:spPr>
          <a:xfrm>
            <a:off x="5169103" y="5584038"/>
            <a:ext cx="292608" cy="87782"/>
          </a:xfrm>
          <a:prstGeom prst="roundRect">
            <a:avLst>
              <a:gd name="adj" fmla="val 31250"/>
            </a:avLst>
          </a:prstGeom>
          <a:solidFill>
            <a:schemeClr val="accent1"/>
          </a:solidFill>
          <a:ln w="12700">
            <a:solidFill>
              <a:srgbClr val="FFFFFF">
                <a:alpha val="0"/>
              </a:srgbClr>
            </a:solidFill>
            <a:prstDash val="solid"/>
          </a:ln>
        </p:spPr>
      </p:sp>
      <p:sp>
        <p:nvSpPr>
          <p:cNvPr id="65" name="Shape 61"/>
          <p:cNvSpPr/>
          <p:nvPr/>
        </p:nvSpPr>
        <p:spPr>
          <a:xfrm>
            <a:off x="6187745" y="5584038"/>
            <a:ext cx="292608" cy="87782"/>
          </a:xfrm>
          <a:prstGeom prst="roundRect">
            <a:avLst>
              <a:gd name="adj" fmla="val 31250"/>
            </a:avLst>
          </a:prstGeom>
          <a:solidFill>
            <a:schemeClr val="accent1"/>
          </a:solidFill>
          <a:ln w="12700">
            <a:solidFill>
              <a:srgbClr val="FFFFFF">
                <a:alpha val="0"/>
              </a:srgbClr>
            </a:solidFill>
            <a:prstDash val="solid"/>
          </a:ln>
        </p:spPr>
      </p:sp>
      <p:sp>
        <p:nvSpPr>
          <p:cNvPr id="66" name="Shape 62"/>
          <p:cNvSpPr/>
          <p:nvPr/>
        </p:nvSpPr>
        <p:spPr>
          <a:xfrm>
            <a:off x="731520" y="5653532"/>
            <a:ext cx="6111850" cy="548640"/>
          </a:xfrm>
          <a:prstGeom prst="roundRect">
            <a:avLst>
              <a:gd name="adj" fmla="val 13333"/>
            </a:avLst>
          </a:prstGeom>
          <a:solidFill>
            <a:schemeClr val="accent1"/>
          </a:solidFill>
          <a:ln w="12700">
            <a:solidFill>
              <a:srgbClr val="FFFFFF">
                <a:alpha val="0"/>
              </a:srgbClr>
            </a:solidFill>
            <a:prstDash val="solid"/>
          </a:ln>
        </p:spPr>
      </p:sp>
      <p:sp>
        <p:nvSpPr>
          <p:cNvPr id="67" name="Text 63"/>
          <p:cNvSpPr txBox="1"/>
          <p:nvPr/>
        </p:nvSpPr>
        <p:spPr>
          <a:xfrm>
            <a:off x="786384" y="5653532"/>
            <a:ext cx="1174090" cy="548640"/>
          </a:xfrm>
          <a:prstGeom prst="rect">
            <a:avLst/>
          </a:prstGeom>
          <a:noFill/>
          <a:ln/>
        </p:spPr>
        <p:txBody>
          <a:bodyPr wrap="square" lIns="0" tIns="0" rIns="0" bIns="0" rtlCol="0" anchor="ctr"/>
          <a:lstStyle/>
          <a:p>
            <a:pPr algn="ctr" indent="0" marL="0">
              <a:buNone/>
            </a:pPr>
            <a:r>
              <a:rPr lang="en-US" sz="2000" b="1" i="1" dirty="0">
                <a:solidFill>
                  <a:schemeClr val="bg1"/>
                </a:solidFill>
              </a:rPr>
              <a:t>Ik ben</a:t>
            </a:r>
            <a:endParaRPr lang="en-US" sz="2000" dirty="0"/>
          </a:p>
        </p:txBody>
      </p:sp>
      <p:sp>
        <p:nvSpPr>
          <p:cNvPr id="68" name="Shape 64"/>
          <p:cNvSpPr/>
          <p:nvPr/>
        </p:nvSpPr>
        <p:spPr>
          <a:xfrm>
            <a:off x="1978762" y="5735828"/>
            <a:ext cx="4754880" cy="384048"/>
          </a:xfrm>
          <a:prstGeom prst="roundRect">
            <a:avLst>
              <a:gd name="adj" fmla="val 14286"/>
            </a:avLst>
          </a:prstGeom>
          <a:solidFill>
            <a:srgbClr val="FFFFFF"/>
          </a:solidFill>
          <a:ln w="25400">
            <a:solidFill>
              <a:srgbClr val="2A6FB0"/>
            </a:solidFill>
            <a:prstDash val="dash"/>
          </a:ln>
        </p:spPr>
      </p:sp>
      <p:sp>
        <p:nvSpPr>
          <p:cNvPr id="69" name="Text 65"/>
          <p:cNvSpPr txBox="1"/>
          <p:nvPr/>
        </p:nvSpPr>
        <p:spPr>
          <a:xfrm>
            <a:off x="1978762" y="5735828"/>
            <a:ext cx="4754880" cy="384048"/>
          </a:xfrm>
          <a:prstGeom prst="rect">
            <a:avLst/>
          </a:prstGeom>
          <a:noFill/>
          <a:ln/>
        </p:spPr>
        <p:txBody>
          <a:bodyPr wrap="square" lIns="0" tIns="0" rIns="0" bIns="0" rtlCol="0" anchor="ctr"/>
          <a:lstStyle/>
          <a:p>
            <a:pPr algn="ctr" indent="0" marL="0">
              <a:buNone/>
            </a:pPr>
            <a:r>
              <a:rPr lang="en-US" sz="1800" b="1" i="1" dirty="0">
                <a:solidFill>
                  <a:schemeClr val="accent2"/>
                </a:solidFill>
              </a:rPr>
              <a:t>boekhouder</a:t>
            </a:r>
            <a:endParaRPr lang="en-US" sz="1800" dirty="0"/>
          </a:p>
        </p:txBody>
      </p:sp>
      <p:sp>
        <p:nvSpPr>
          <p:cNvPr id="70" name="Shape 66"/>
          <p:cNvSpPr/>
          <p:nvPr/>
        </p:nvSpPr>
        <p:spPr>
          <a:xfrm>
            <a:off x="8595360" y="2023872"/>
            <a:ext cx="3044952" cy="3931920"/>
          </a:xfrm>
          <a:prstGeom prst="roundRect">
            <a:avLst>
              <a:gd name="adj" fmla="val 2402"/>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71" name="Shape 67"/>
          <p:cNvSpPr/>
          <p:nvPr/>
        </p:nvSpPr>
        <p:spPr>
          <a:xfrm>
            <a:off x="8595360" y="2023872"/>
            <a:ext cx="3044952" cy="502920"/>
          </a:xfrm>
          <a:prstGeom prst="roundRect">
            <a:avLst>
              <a:gd name="adj" fmla="val 14545"/>
            </a:avLst>
          </a:prstGeom>
          <a:solidFill>
            <a:schemeClr val="tx2"/>
          </a:solidFill>
          <a:ln w="12700">
            <a:solidFill>
              <a:srgbClr val="FFFFFF">
                <a:alpha val="0"/>
              </a:srgbClr>
            </a:solidFill>
            <a:prstDash val="solid"/>
          </a:ln>
        </p:spPr>
      </p:sp>
      <p:sp>
        <p:nvSpPr>
          <p:cNvPr id="72" name="Text 68"/>
          <p:cNvSpPr txBox="1"/>
          <p:nvPr/>
        </p:nvSpPr>
        <p:spPr>
          <a:xfrm>
            <a:off x="8595360" y="2023872"/>
            <a:ext cx="3044952" cy="502920"/>
          </a:xfrm>
          <a:prstGeom prst="rect">
            <a:avLst/>
          </a:prstGeom>
          <a:noFill/>
          <a:ln/>
        </p:spPr>
        <p:txBody>
          <a:bodyPr wrap="square" lIns="0" tIns="0" rIns="0" bIns="0" rtlCol="0" anchor="ctr"/>
          <a:lstStyle/>
          <a:p>
            <a:pPr algn="ctr" indent="0" marL="0">
              <a:buNone/>
            </a:pPr>
            <a:r>
              <a:rPr lang="en-US" sz="1300" b="1" spc="200" kern="0" dirty="0">
                <a:solidFill>
                  <a:schemeClr val="bg1"/>
                </a:solidFill>
              </a:rPr>
              <a:t>IK STEL ME VOOR</a:t>
            </a:r>
            <a:endParaRPr lang="en-US" sz="1300" dirty="0"/>
          </a:p>
        </p:txBody>
      </p:sp>
      <p:sp>
        <p:nvSpPr>
          <p:cNvPr id="73" name="Shape 69"/>
          <p:cNvSpPr/>
          <p:nvPr/>
        </p:nvSpPr>
        <p:spPr>
          <a:xfrm>
            <a:off x="9326880" y="2755392"/>
            <a:ext cx="1600200" cy="1920240"/>
          </a:xfrm>
          <a:prstGeom prst="roundRect">
            <a:avLst>
              <a:gd name="adj" fmla="val 3429"/>
            </a:avLst>
          </a:prstGeom>
          <a:solidFill>
            <a:srgbClr val="EAF2FB"/>
          </a:solidFill>
          <a:ln w="15875">
            <a:solidFill>
              <a:srgbClr val="2A6FB0"/>
            </a:solidFill>
            <a:prstDash val="solid"/>
          </a:ln>
        </p:spPr>
      </p:sp>
      <p:pic>
        <p:nvPicPr>
          <p:cNvPr id="74" name="Image 1" descr="man office worker">    </p:cNvPr>
          <p:cNvPicPr>
            <a:picLocks noChangeAspect="1"/>
          </p:cNvPicPr>
          <p:nvPr/>
        </p:nvPicPr>
        <p:blipFill>
          <a:blip r:embed="rId2"/>
          <a:stretch>
            <a:fillRect/>
          </a:stretch>
        </p:blipFill>
        <p:spPr>
          <a:xfrm>
            <a:off x="9509760" y="2983992"/>
            <a:ext cx="1234440" cy="1234440"/>
          </a:xfrm>
          <a:prstGeom prst="rect">
            <a:avLst/>
          </a:prstGeom>
        </p:spPr>
      </p:pic>
      <p:sp>
        <p:nvSpPr>
          <p:cNvPr id="75" name="Text 70"/>
          <p:cNvSpPr txBox="1"/>
          <p:nvPr/>
        </p:nvSpPr>
        <p:spPr>
          <a:xfrm>
            <a:off x="8686800" y="4812792"/>
            <a:ext cx="2862072" cy="457200"/>
          </a:xfrm>
          <a:prstGeom prst="rect">
            <a:avLst/>
          </a:prstGeom>
          <a:noFill/>
          <a:ln/>
        </p:spPr>
        <p:txBody>
          <a:bodyPr wrap="square" lIns="0" tIns="0" rIns="0" bIns="0" rtlCol="0" anchor="ctr"/>
          <a:lstStyle/>
          <a:p>
            <a:pPr algn="ctr" indent="0" marL="0">
              <a:buNone/>
            </a:pPr>
            <a:r>
              <a:rPr lang="en-US" sz="1600" b="1" dirty="0">
                <a:solidFill>
                  <a:schemeClr val="tx2"/>
                </a:solidFill>
              </a:rPr>
              <a:t>Karim Benali</a:t>
            </a:r>
            <a:endParaRPr lang="en-US" sz="1600" dirty="0"/>
          </a:p>
        </p:txBody>
      </p:sp>
      <p:sp>
        <p:nvSpPr>
          <p:cNvPr id="76" name="Text 71"/>
          <p:cNvSpPr txBox="1"/>
          <p:nvPr/>
        </p:nvSpPr>
        <p:spPr>
          <a:xfrm>
            <a:off x="8595360" y="6047232"/>
            <a:ext cx="3044952" cy="365760"/>
          </a:xfrm>
          <a:prstGeom prst="rect">
            <a:avLst/>
          </a:prstGeom>
          <a:noFill/>
          <a:ln/>
        </p:spPr>
        <p:txBody>
          <a:bodyPr wrap="square" lIns="0" tIns="0" rIns="0" bIns="0" rtlCol="0" anchor="t"/>
          <a:lstStyle/>
          <a:p>
            <a:pPr algn="ctr" indent="0" marL="0">
              <a:buNone/>
            </a:pPr>
            <a:r>
              <a:rPr lang="en-US" sz="1300" i="1" dirty="0">
                <a:solidFill>
                  <a:schemeClr val="accent5"/>
                </a:solidFill>
              </a:rPr>
              <a:t>Modèle : le portrait de Karim</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Le bingo des blocs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640080" y="1600200"/>
            <a:ext cx="2331720" cy="1298448"/>
          </a:xfrm>
          <a:prstGeom prst="roundRect">
            <a:avLst>
              <a:gd name="adj" fmla="val 7042"/>
            </a:avLst>
          </a:prstGeom>
          <a:solidFill>
            <a:srgbClr val="FFFFFF"/>
          </a:solidFill>
          <a:ln w="25400">
            <a:solidFill>
              <a:srgbClr val="D9700F"/>
            </a:solidFill>
            <a:prstDash val="solid"/>
          </a:ln>
        </p:spPr>
      </p:sp>
      <p:sp>
        <p:nvSpPr>
          <p:cNvPr id="7" name="Text 4"/>
          <p:cNvSpPr txBox="1"/>
          <p:nvPr/>
        </p:nvSpPr>
        <p:spPr>
          <a:xfrm>
            <a:off x="713232" y="1600200"/>
            <a:ext cx="2185416" cy="1298448"/>
          </a:xfrm>
          <a:prstGeom prst="rect">
            <a:avLst/>
          </a:prstGeom>
          <a:noFill/>
          <a:ln/>
        </p:spPr>
        <p:txBody>
          <a:bodyPr wrap="square" lIns="0" tIns="0" rIns="0" bIns="0" rtlCol="0" anchor="ctr"/>
          <a:lstStyle/>
          <a:p>
            <a:pPr algn="ctr" indent="0" marL="0">
              <a:buNone/>
            </a:pPr>
            <a:r>
              <a:rPr lang="en-US" sz="1800" b="1" i="1" dirty="0">
                <a:solidFill>
                  <a:schemeClr val="tx2"/>
                </a:solidFill>
              </a:rPr>
              <a:t>Goedemorgen!</a:t>
            </a:r>
            <a:endParaRPr lang="en-US" sz="1800" dirty="0"/>
          </a:p>
        </p:txBody>
      </p:sp>
      <p:sp>
        <p:nvSpPr>
          <p:cNvPr id="8" name="Shape 5"/>
          <p:cNvSpPr/>
          <p:nvPr/>
        </p:nvSpPr>
        <p:spPr>
          <a:xfrm>
            <a:off x="3063240" y="1600200"/>
            <a:ext cx="2331720" cy="1298448"/>
          </a:xfrm>
          <a:prstGeom prst="roundRect">
            <a:avLst>
              <a:gd name="adj" fmla="val 7042"/>
            </a:avLst>
          </a:prstGeom>
          <a:solidFill>
            <a:srgbClr val="FFFFFF"/>
          </a:solidFill>
          <a:ln w="25400">
            <a:solidFill>
              <a:srgbClr val="D9700F"/>
            </a:solidFill>
            <a:prstDash val="solid"/>
          </a:ln>
        </p:spPr>
      </p:sp>
      <p:sp>
        <p:nvSpPr>
          <p:cNvPr id="9" name="Text 6"/>
          <p:cNvSpPr txBox="1"/>
          <p:nvPr/>
        </p:nvSpPr>
        <p:spPr>
          <a:xfrm>
            <a:off x="3136392" y="1600200"/>
            <a:ext cx="2185416" cy="1298448"/>
          </a:xfrm>
          <a:prstGeom prst="rect">
            <a:avLst/>
          </a:prstGeom>
          <a:noFill/>
          <a:ln/>
        </p:spPr>
        <p:txBody>
          <a:bodyPr wrap="square" lIns="0" tIns="0" rIns="0" bIns="0" rtlCol="0" anchor="ctr"/>
          <a:lstStyle/>
          <a:p>
            <a:pPr algn="ctr" indent="0" marL="0">
              <a:buNone/>
            </a:pPr>
            <a:r>
              <a:rPr lang="en-US" sz="1800" b="1" i="1" dirty="0">
                <a:solidFill>
                  <a:schemeClr val="tx2"/>
                </a:solidFill>
              </a:rPr>
              <a:t>Tot straks!</a:t>
            </a:r>
            <a:endParaRPr lang="en-US" sz="1800" dirty="0"/>
          </a:p>
        </p:txBody>
      </p:sp>
      <p:sp>
        <p:nvSpPr>
          <p:cNvPr id="10" name="Shape 7"/>
          <p:cNvSpPr/>
          <p:nvPr/>
        </p:nvSpPr>
        <p:spPr>
          <a:xfrm>
            <a:off x="5486400" y="1600200"/>
            <a:ext cx="2331720" cy="1298448"/>
          </a:xfrm>
          <a:prstGeom prst="roundRect">
            <a:avLst>
              <a:gd name="adj" fmla="val 7042"/>
            </a:avLst>
          </a:prstGeom>
          <a:solidFill>
            <a:srgbClr val="FFFFFF"/>
          </a:solidFill>
          <a:ln w="25400">
            <a:solidFill>
              <a:srgbClr val="D9700F"/>
            </a:solidFill>
            <a:prstDash val="solid"/>
          </a:ln>
        </p:spPr>
      </p:sp>
      <p:sp>
        <p:nvSpPr>
          <p:cNvPr id="11" name="Text 8"/>
          <p:cNvSpPr txBox="1"/>
          <p:nvPr/>
        </p:nvSpPr>
        <p:spPr>
          <a:xfrm>
            <a:off x="5559552" y="1600200"/>
            <a:ext cx="2185416" cy="1298448"/>
          </a:xfrm>
          <a:prstGeom prst="rect">
            <a:avLst/>
          </a:prstGeom>
          <a:noFill/>
          <a:ln/>
        </p:spPr>
        <p:txBody>
          <a:bodyPr wrap="square" lIns="0" tIns="0" rIns="0" bIns="0" rtlCol="0" anchor="ctr"/>
          <a:lstStyle/>
          <a:p>
            <a:pPr algn="ctr" indent="0" marL="0">
              <a:buNone/>
            </a:pPr>
            <a:r>
              <a:rPr lang="en-US" sz="1800" b="1" i="1" dirty="0">
                <a:solidFill>
                  <a:schemeClr val="tx2"/>
                </a:solidFill>
              </a:rPr>
              <a:t>Hoe gaat het?</a:t>
            </a:r>
            <a:endParaRPr lang="en-US" sz="1800" dirty="0"/>
          </a:p>
        </p:txBody>
      </p:sp>
      <p:sp>
        <p:nvSpPr>
          <p:cNvPr id="12" name="Shape 9"/>
          <p:cNvSpPr/>
          <p:nvPr/>
        </p:nvSpPr>
        <p:spPr>
          <a:xfrm>
            <a:off x="640080" y="2990088"/>
            <a:ext cx="2331720" cy="1298448"/>
          </a:xfrm>
          <a:prstGeom prst="roundRect">
            <a:avLst>
              <a:gd name="adj" fmla="val 7042"/>
            </a:avLst>
          </a:prstGeom>
          <a:solidFill>
            <a:srgbClr val="FFFFFF"/>
          </a:solidFill>
          <a:ln w="25400">
            <a:solidFill>
              <a:srgbClr val="D9700F"/>
            </a:solidFill>
            <a:prstDash val="solid"/>
          </a:ln>
        </p:spPr>
      </p:sp>
      <p:sp>
        <p:nvSpPr>
          <p:cNvPr id="13" name="Text 10"/>
          <p:cNvSpPr txBox="1"/>
          <p:nvPr/>
        </p:nvSpPr>
        <p:spPr>
          <a:xfrm>
            <a:off x="713232" y="2990088"/>
            <a:ext cx="2185416" cy="1298448"/>
          </a:xfrm>
          <a:prstGeom prst="rect">
            <a:avLst/>
          </a:prstGeom>
          <a:noFill/>
          <a:ln/>
        </p:spPr>
        <p:txBody>
          <a:bodyPr wrap="square" lIns="0" tIns="0" rIns="0" bIns="0" rtlCol="0" anchor="ctr"/>
          <a:lstStyle/>
          <a:p>
            <a:pPr algn="ctr" indent="0" marL="0">
              <a:buNone/>
            </a:pPr>
            <a:r>
              <a:rPr lang="en-US" sz="1800" b="1" i="1" dirty="0">
                <a:solidFill>
                  <a:schemeClr val="tx2"/>
                </a:solidFill>
              </a:rPr>
              <a:t>Dank je wel!</a:t>
            </a:r>
            <a:endParaRPr lang="en-US" sz="1800" dirty="0"/>
          </a:p>
        </p:txBody>
      </p:sp>
      <p:sp>
        <p:nvSpPr>
          <p:cNvPr id="14" name="Shape 11"/>
          <p:cNvSpPr/>
          <p:nvPr/>
        </p:nvSpPr>
        <p:spPr>
          <a:xfrm>
            <a:off x="3063240" y="2990088"/>
            <a:ext cx="2331720" cy="1298448"/>
          </a:xfrm>
          <a:prstGeom prst="roundRect">
            <a:avLst>
              <a:gd name="adj" fmla="val 7042"/>
            </a:avLst>
          </a:prstGeom>
          <a:solidFill>
            <a:srgbClr val="FFFFFF"/>
          </a:solidFill>
          <a:ln w="25400">
            <a:solidFill>
              <a:srgbClr val="D9700F"/>
            </a:solidFill>
            <a:prstDash val="solid"/>
          </a:ln>
        </p:spPr>
      </p:sp>
      <p:sp>
        <p:nvSpPr>
          <p:cNvPr id="15" name="Text 12"/>
          <p:cNvSpPr txBox="1"/>
          <p:nvPr/>
        </p:nvSpPr>
        <p:spPr>
          <a:xfrm>
            <a:off x="3136392" y="2990088"/>
            <a:ext cx="2185416" cy="1298448"/>
          </a:xfrm>
          <a:prstGeom prst="rect">
            <a:avLst/>
          </a:prstGeom>
          <a:noFill/>
          <a:ln/>
        </p:spPr>
        <p:txBody>
          <a:bodyPr wrap="square" lIns="0" tIns="0" rIns="0" bIns="0" rtlCol="0" anchor="ctr"/>
          <a:lstStyle/>
          <a:p>
            <a:pPr algn="ctr" indent="0" marL="0">
              <a:buNone/>
            </a:pPr>
            <a:r>
              <a:rPr lang="en-US" sz="1800" b="1" i="1" dirty="0">
                <a:solidFill>
                  <a:schemeClr val="tx2"/>
                </a:solidFill>
              </a:rPr>
              <a:t>Graag gedaan!</a:t>
            </a:r>
            <a:endParaRPr lang="en-US" sz="1800" dirty="0"/>
          </a:p>
        </p:txBody>
      </p:sp>
      <p:sp>
        <p:nvSpPr>
          <p:cNvPr id="16" name="Shape 13"/>
          <p:cNvSpPr/>
          <p:nvPr/>
        </p:nvSpPr>
        <p:spPr>
          <a:xfrm>
            <a:off x="5486400" y="2990088"/>
            <a:ext cx="2331720" cy="1298448"/>
          </a:xfrm>
          <a:prstGeom prst="roundRect">
            <a:avLst>
              <a:gd name="adj" fmla="val 7042"/>
            </a:avLst>
          </a:prstGeom>
          <a:solidFill>
            <a:srgbClr val="FFFFFF"/>
          </a:solidFill>
          <a:ln w="25400">
            <a:solidFill>
              <a:srgbClr val="D9700F"/>
            </a:solidFill>
            <a:prstDash val="solid"/>
          </a:ln>
        </p:spPr>
      </p:sp>
      <p:sp>
        <p:nvSpPr>
          <p:cNvPr id="17" name="Text 14"/>
          <p:cNvSpPr txBox="1"/>
          <p:nvPr/>
        </p:nvSpPr>
        <p:spPr>
          <a:xfrm>
            <a:off x="5559552" y="2990088"/>
            <a:ext cx="2185416" cy="1298448"/>
          </a:xfrm>
          <a:prstGeom prst="rect">
            <a:avLst/>
          </a:prstGeom>
          <a:noFill/>
          <a:ln/>
        </p:spPr>
        <p:txBody>
          <a:bodyPr wrap="square" lIns="0" tIns="0" rIns="0" bIns="0" rtlCol="0" anchor="ctr"/>
          <a:lstStyle/>
          <a:p>
            <a:pPr algn="ctr" indent="0" marL="0">
              <a:buNone/>
            </a:pPr>
            <a:r>
              <a:rPr lang="en-US" sz="1800" b="1" i="1" dirty="0">
                <a:solidFill>
                  <a:schemeClr val="tx2"/>
                </a:solidFill>
              </a:rPr>
              <a:t>Aangenaam!</a:t>
            </a:r>
            <a:endParaRPr lang="en-US" sz="1800" dirty="0"/>
          </a:p>
        </p:txBody>
      </p:sp>
      <p:sp>
        <p:nvSpPr>
          <p:cNvPr id="18" name="Shape 15"/>
          <p:cNvSpPr/>
          <p:nvPr/>
        </p:nvSpPr>
        <p:spPr>
          <a:xfrm>
            <a:off x="640080" y="4379976"/>
            <a:ext cx="2331720" cy="1298448"/>
          </a:xfrm>
          <a:prstGeom prst="roundRect">
            <a:avLst>
              <a:gd name="adj" fmla="val 7042"/>
            </a:avLst>
          </a:prstGeom>
          <a:solidFill>
            <a:srgbClr val="FFFFFF"/>
          </a:solidFill>
          <a:ln w="25400">
            <a:solidFill>
              <a:srgbClr val="D9700F"/>
            </a:solidFill>
            <a:prstDash val="solid"/>
          </a:ln>
        </p:spPr>
      </p:sp>
      <p:sp>
        <p:nvSpPr>
          <p:cNvPr id="19" name="Text 16"/>
          <p:cNvSpPr txBox="1"/>
          <p:nvPr/>
        </p:nvSpPr>
        <p:spPr>
          <a:xfrm>
            <a:off x="713232" y="4379976"/>
            <a:ext cx="2185416" cy="1298448"/>
          </a:xfrm>
          <a:prstGeom prst="rect">
            <a:avLst/>
          </a:prstGeom>
          <a:noFill/>
          <a:ln/>
        </p:spPr>
        <p:txBody>
          <a:bodyPr wrap="square" lIns="0" tIns="0" rIns="0" bIns="0" rtlCol="0" anchor="ctr"/>
          <a:lstStyle/>
          <a:p>
            <a:pPr algn="ctr" indent="0" marL="0">
              <a:buNone/>
            </a:pPr>
            <a:r>
              <a:rPr lang="en-US" sz="1800" b="1" i="1" dirty="0">
                <a:solidFill>
                  <a:schemeClr val="tx2"/>
                </a:solidFill>
              </a:rPr>
              <a:t>Tot ziens!</a:t>
            </a:r>
            <a:endParaRPr lang="en-US" sz="1800" dirty="0"/>
          </a:p>
        </p:txBody>
      </p:sp>
      <p:sp>
        <p:nvSpPr>
          <p:cNvPr id="20" name="Shape 17"/>
          <p:cNvSpPr/>
          <p:nvPr/>
        </p:nvSpPr>
        <p:spPr>
          <a:xfrm>
            <a:off x="3063240" y="4379976"/>
            <a:ext cx="2331720" cy="1298448"/>
          </a:xfrm>
          <a:prstGeom prst="roundRect">
            <a:avLst>
              <a:gd name="adj" fmla="val 7042"/>
            </a:avLst>
          </a:prstGeom>
          <a:solidFill>
            <a:srgbClr val="FFFFFF"/>
          </a:solidFill>
          <a:ln w="25400">
            <a:solidFill>
              <a:srgbClr val="D9700F"/>
            </a:solidFill>
            <a:prstDash val="solid"/>
          </a:ln>
        </p:spPr>
      </p:sp>
      <p:sp>
        <p:nvSpPr>
          <p:cNvPr id="21" name="Text 18"/>
          <p:cNvSpPr txBox="1"/>
          <p:nvPr/>
        </p:nvSpPr>
        <p:spPr>
          <a:xfrm>
            <a:off x="3136392" y="4379976"/>
            <a:ext cx="2185416" cy="1298448"/>
          </a:xfrm>
          <a:prstGeom prst="rect">
            <a:avLst/>
          </a:prstGeom>
          <a:noFill/>
          <a:ln/>
        </p:spPr>
        <p:txBody>
          <a:bodyPr wrap="square" lIns="0" tIns="0" rIns="0" bIns="0" rtlCol="0" anchor="ctr"/>
          <a:lstStyle/>
          <a:p>
            <a:pPr algn="ctr" indent="0" marL="0">
              <a:buNone/>
            </a:pPr>
            <a:r>
              <a:rPr lang="en-US" sz="1800" b="1" i="1" dirty="0">
                <a:solidFill>
                  <a:schemeClr val="tx2"/>
                </a:solidFill>
              </a:rPr>
              <a:t>Alsjeblieft!</a:t>
            </a:r>
            <a:endParaRPr lang="en-US" sz="1800" dirty="0"/>
          </a:p>
        </p:txBody>
      </p:sp>
      <p:sp>
        <p:nvSpPr>
          <p:cNvPr id="22" name="Shape 19"/>
          <p:cNvSpPr/>
          <p:nvPr/>
        </p:nvSpPr>
        <p:spPr>
          <a:xfrm>
            <a:off x="5486400" y="4379976"/>
            <a:ext cx="2331720" cy="1298448"/>
          </a:xfrm>
          <a:prstGeom prst="roundRect">
            <a:avLst>
              <a:gd name="adj" fmla="val 7042"/>
            </a:avLst>
          </a:prstGeom>
          <a:solidFill>
            <a:srgbClr val="FFFFFF"/>
          </a:solidFill>
          <a:ln w="25400">
            <a:solidFill>
              <a:srgbClr val="D9700F"/>
            </a:solidFill>
            <a:prstDash val="solid"/>
          </a:ln>
        </p:spPr>
      </p:sp>
      <p:sp>
        <p:nvSpPr>
          <p:cNvPr id="23" name="Text 20"/>
          <p:cNvSpPr txBox="1"/>
          <p:nvPr/>
        </p:nvSpPr>
        <p:spPr>
          <a:xfrm>
            <a:off x="5559552" y="4379976"/>
            <a:ext cx="2185416" cy="1298448"/>
          </a:xfrm>
          <a:prstGeom prst="rect">
            <a:avLst/>
          </a:prstGeom>
          <a:noFill/>
          <a:ln/>
        </p:spPr>
        <p:txBody>
          <a:bodyPr wrap="square" lIns="0" tIns="0" rIns="0" bIns="0" rtlCol="0" anchor="ctr"/>
          <a:lstStyle/>
          <a:p>
            <a:pPr algn="ctr" indent="0" marL="0">
              <a:buNone/>
            </a:pPr>
            <a:r>
              <a:rPr lang="en-US" sz="1800" b="1" i="1" dirty="0">
                <a:solidFill>
                  <a:schemeClr val="tx2"/>
                </a:solidFill>
              </a:rPr>
              <a:t>Waar woon je?</a:t>
            </a:r>
            <a:endParaRPr lang="en-US" sz="1800" dirty="0"/>
          </a:p>
        </p:txBody>
      </p:sp>
      <p:pic>
        <p:nvPicPr>
          <p:cNvPr id="24" name="Image 0" descr="game die">    </p:cNvPr>
          <p:cNvPicPr>
            <a:picLocks noChangeAspect="1"/>
          </p:cNvPicPr>
          <p:nvPr/>
        </p:nvPicPr>
        <p:blipFill>
          <a:blip r:embed="rId1"/>
          <a:stretch>
            <a:fillRect/>
          </a:stretch>
        </p:blipFill>
        <p:spPr>
          <a:xfrm>
            <a:off x="8275320" y="1554480"/>
            <a:ext cx="731520" cy="731520"/>
          </a:xfrm>
          <a:prstGeom prst="rect">
            <a:avLst/>
          </a:prstGeom>
        </p:spPr>
      </p:pic>
      <p:sp>
        <p:nvSpPr>
          <p:cNvPr id="25" name="Text 21"/>
          <p:cNvSpPr txBox="1"/>
          <p:nvPr/>
        </p:nvSpPr>
        <p:spPr>
          <a:xfrm>
            <a:off x="9098280" y="1554480"/>
            <a:ext cx="2560320" cy="731520"/>
          </a:xfrm>
          <a:prstGeom prst="rect">
            <a:avLst/>
          </a:prstGeom>
          <a:noFill/>
          <a:ln/>
        </p:spPr>
        <p:txBody>
          <a:bodyPr wrap="square" lIns="0" tIns="0" rIns="0" bIns="0" rtlCol="0" anchor="ctr"/>
          <a:lstStyle/>
          <a:p>
            <a:pPr algn="l" indent="0" marL="0">
              <a:buNone/>
            </a:pPr>
            <a:r>
              <a:rPr lang="en-US" sz="3000" b="1" dirty="0">
                <a:solidFill>
                  <a:schemeClr val="accent1"/>
                </a:solidFill>
                <a:latin typeface="+mj-lt" pitchFamily="34" charset="0"/>
                <a:ea typeface="+mj-lt" pitchFamily="34" charset="-122"/>
                <a:cs typeface="+mj-lt" pitchFamily="34" charset="-120"/>
              </a:rPr>
              <a:t>Bingo!</a:t>
            </a:r>
            <a:endParaRPr lang="en-US" sz="3000" dirty="0"/>
          </a:p>
        </p:txBody>
      </p:sp>
      <p:sp>
        <p:nvSpPr>
          <p:cNvPr id="26" name="Text 22"/>
          <p:cNvSpPr txBox="1"/>
          <p:nvPr/>
        </p:nvSpPr>
        <p:spPr>
          <a:xfrm>
            <a:off x="8275320" y="2423160"/>
            <a:ext cx="3364992" cy="2834640"/>
          </a:xfrm>
          <a:prstGeom prst="rect">
            <a:avLst/>
          </a:prstGeom>
          <a:noFill/>
          <a:ln/>
        </p:spPr>
        <p:txBody>
          <a:bodyPr wrap="square" lIns="0" tIns="0" rIns="0" bIns="0" rtlCol="0" anchor="t"/>
          <a:lstStyle/>
          <a:p>
            <a:pPr algn="l" indent="0" marL="0">
              <a:spcAft>
                <a:spcPts val="1000"/>
              </a:spcAft>
              <a:buNone/>
            </a:pPr>
            <a:r>
              <a:rPr lang="en-US" sz="1500" b="1" dirty="0">
                <a:solidFill>
                  <a:schemeClr val="tx1"/>
                </a:solidFill>
              </a:rPr>
              <a:t>1.</a:t>
            </a:r>
            <a:r>
              <a:rPr lang="en-US" sz="1500" dirty="0">
                <a:solidFill>
                  <a:schemeClr val="tx1"/>
                </a:solidFill>
              </a:rPr>
              <a:t> L’enseignant·e lit les blocs dans le désordre… </a:t>
            </a:r>
            <a:r>
              <a:rPr lang="en-US" sz="1500" b="1" dirty="0">
                <a:solidFill>
                  <a:schemeClr val="tx1"/>
                </a:solidFill>
              </a:rPr>
              <a:t>vite</a:t>
            </a:r>
            <a:r>
              <a:rPr lang="en-US" sz="1500" dirty="0">
                <a:solidFill>
                  <a:schemeClr val="tx1"/>
                </a:solidFill>
              </a:rPr>
              <a:t> !</a:t>
            </a:r>
            <a:endParaRPr lang="en-US" sz="1500" dirty="0"/>
          </a:p>
          <a:p>
            <a:pPr algn="l" indent="0" marL="0">
              <a:spcAft>
                <a:spcPts val="1000"/>
              </a:spcAft>
              <a:buNone/>
            </a:pPr>
            <a:r>
              <a:rPr lang="en-US" sz="1500" b="1" dirty="0">
                <a:solidFill>
                  <a:schemeClr val="tx1"/>
                </a:solidFill>
              </a:rPr>
              <a:t>2.</a:t>
            </a:r>
            <a:r>
              <a:rPr lang="en-US" sz="1500" dirty="0">
                <a:solidFill>
                  <a:schemeClr val="tx1"/>
                </a:solidFill>
              </a:rPr>
              <a:t> Pas compris ? Interdit de dire « quoi ? » :</a:t>
            </a:r>
            <a:endParaRPr lang="en-US" sz="1500" dirty="0"/>
          </a:p>
          <a:p>
            <a:pPr algn="l" indent="0" marL="0">
              <a:spcAft>
                <a:spcPts val="1000"/>
              </a:spcAft>
              <a:buNone/>
            </a:pPr>
            <a:r>
              <a:rPr lang="en-US" sz="1500" b="1" dirty="0">
                <a:solidFill>
                  <a:schemeClr val="tx1"/>
                </a:solidFill>
              </a:rPr>
              <a:t>3.</a:t>
            </a:r>
            <a:r>
              <a:rPr lang="en-US" sz="1500" dirty="0">
                <a:solidFill>
                  <a:schemeClr val="tx1"/>
                </a:solidFill>
              </a:rPr>
              <a:t> Une ligne complète : </a:t>
            </a:r>
            <a:r>
              <a:rPr lang="en-US" sz="1500" b="1" i="1" dirty="0">
                <a:solidFill>
                  <a:schemeClr val="tx1"/>
                </a:solidFill>
              </a:rPr>
              <a:t>Bingo!</a:t>
            </a:r>
            <a:r>
              <a:rPr lang="en-US" sz="1500" dirty="0">
                <a:solidFill>
                  <a:schemeClr val="tx1"/>
                </a:solidFill>
              </a:rPr>
              <a:t> — relisez la ligne à voix haute.</a:t>
            </a:r>
            <a:endParaRPr lang="en-US" sz="1500" dirty="0"/>
          </a:p>
        </p:txBody>
      </p:sp>
      <p:sp>
        <p:nvSpPr>
          <p:cNvPr id="27" name="Shape 23"/>
          <p:cNvSpPr/>
          <p:nvPr/>
        </p:nvSpPr>
        <p:spPr>
          <a:xfrm>
            <a:off x="8549640" y="4105656"/>
            <a:ext cx="292608" cy="73152"/>
          </a:xfrm>
          <a:prstGeom prst="roundRect">
            <a:avLst>
              <a:gd name="adj" fmla="val 37500"/>
            </a:avLst>
          </a:prstGeom>
          <a:solidFill>
            <a:schemeClr val="accent3"/>
          </a:solidFill>
          <a:ln w="12700">
            <a:solidFill>
              <a:srgbClr val="FFFFFF">
                <a:alpha val="0"/>
              </a:srgbClr>
            </a:solidFill>
            <a:prstDash val="solid"/>
          </a:ln>
        </p:spPr>
      </p:sp>
      <p:sp>
        <p:nvSpPr>
          <p:cNvPr id="28" name="Shape 24"/>
          <p:cNvSpPr/>
          <p:nvPr/>
        </p:nvSpPr>
        <p:spPr>
          <a:xfrm>
            <a:off x="9390888" y="4105656"/>
            <a:ext cx="292608" cy="73152"/>
          </a:xfrm>
          <a:prstGeom prst="roundRect">
            <a:avLst>
              <a:gd name="adj" fmla="val 37500"/>
            </a:avLst>
          </a:prstGeom>
          <a:solidFill>
            <a:schemeClr val="accent3"/>
          </a:solidFill>
          <a:ln w="12700">
            <a:solidFill>
              <a:srgbClr val="FFFFFF">
                <a:alpha val="0"/>
              </a:srgbClr>
            </a:solidFill>
            <a:prstDash val="solid"/>
          </a:ln>
        </p:spPr>
      </p:sp>
      <p:sp>
        <p:nvSpPr>
          <p:cNvPr id="29" name="Shape 25"/>
          <p:cNvSpPr/>
          <p:nvPr/>
        </p:nvSpPr>
        <p:spPr>
          <a:xfrm>
            <a:off x="10232136" y="4105656"/>
            <a:ext cx="292608" cy="73152"/>
          </a:xfrm>
          <a:prstGeom prst="roundRect">
            <a:avLst>
              <a:gd name="adj" fmla="val 37500"/>
            </a:avLst>
          </a:prstGeom>
          <a:solidFill>
            <a:schemeClr val="accent3"/>
          </a:solidFill>
          <a:ln w="12700">
            <a:solidFill>
              <a:srgbClr val="FFFFFF">
                <a:alpha val="0"/>
              </a:srgbClr>
            </a:solidFill>
            <a:prstDash val="solid"/>
          </a:ln>
        </p:spPr>
      </p:sp>
      <p:sp>
        <p:nvSpPr>
          <p:cNvPr id="30" name="Shape 26"/>
          <p:cNvSpPr/>
          <p:nvPr/>
        </p:nvSpPr>
        <p:spPr>
          <a:xfrm>
            <a:off x="11073384" y="4105656"/>
            <a:ext cx="292608" cy="73152"/>
          </a:xfrm>
          <a:prstGeom prst="roundRect">
            <a:avLst>
              <a:gd name="adj" fmla="val 37500"/>
            </a:avLst>
          </a:prstGeom>
          <a:solidFill>
            <a:schemeClr val="accent3"/>
          </a:solidFill>
          <a:ln w="12700">
            <a:solidFill>
              <a:srgbClr val="FFFFFF">
                <a:alpha val="0"/>
              </a:srgbClr>
            </a:solidFill>
            <a:prstDash val="solid"/>
          </a:ln>
        </p:spPr>
      </p:sp>
      <p:sp>
        <p:nvSpPr>
          <p:cNvPr id="31" name="Shape 27"/>
          <p:cNvSpPr/>
          <p:nvPr/>
        </p:nvSpPr>
        <p:spPr>
          <a:xfrm>
            <a:off x="8275320" y="4160520"/>
            <a:ext cx="3364992" cy="457200"/>
          </a:xfrm>
          <a:prstGeom prst="roundRect">
            <a:avLst>
              <a:gd name="adj" fmla="val 16000"/>
            </a:avLst>
          </a:prstGeom>
          <a:solidFill>
            <a:schemeClr val="accent3"/>
          </a:solidFill>
          <a:ln w="12700">
            <a:solidFill>
              <a:srgbClr val="FFFFFF">
                <a:alpha val="0"/>
              </a:srgbClr>
            </a:solidFill>
            <a:prstDash val="solid"/>
          </a:ln>
        </p:spPr>
      </p:sp>
      <p:sp>
        <p:nvSpPr>
          <p:cNvPr id="32" name="Text 28"/>
          <p:cNvSpPr txBox="1"/>
          <p:nvPr/>
        </p:nvSpPr>
        <p:spPr>
          <a:xfrm>
            <a:off x="8348472" y="4160520"/>
            <a:ext cx="3218688" cy="457200"/>
          </a:xfrm>
          <a:prstGeom prst="rect">
            <a:avLst/>
          </a:prstGeom>
          <a:noFill/>
          <a:ln/>
        </p:spPr>
        <p:txBody>
          <a:bodyPr wrap="square" lIns="0" tIns="0" rIns="0" bIns="0" rtlCol="0" anchor="ctr"/>
          <a:lstStyle/>
          <a:p>
            <a:pPr algn="ctr" indent="0" marL="0">
              <a:buNone/>
            </a:pPr>
            <a:r>
              <a:rPr lang="en-US" sz="1600" b="1" i="1" dirty="0">
                <a:solidFill>
                  <a:schemeClr val="bg1"/>
                </a:solidFill>
              </a:rPr>
              <a:t>Kan je even herhalen?</a:t>
            </a:r>
            <a:endParaRPr lang="en-US" sz="1600" dirty="0"/>
          </a:p>
        </p:txBody>
      </p:sp>
      <p:sp>
        <p:nvSpPr>
          <p:cNvPr id="33" name="Text 29"/>
          <p:cNvSpPr txBox="1"/>
          <p:nvPr/>
        </p:nvSpPr>
        <p:spPr>
          <a:xfrm>
            <a:off x="8275320" y="4709160"/>
            <a:ext cx="3364992" cy="365760"/>
          </a:xfrm>
          <a:prstGeom prst="rect">
            <a:avLst/>
          </a:prstGeom>
          <a:noFill/>
          <a:ln/>
        </p:spPr>
        <p:txBody>
          <a:bodyPr wrap="square" lIns="0" tIns="0" rIns="0" bIns="0" rtlCol="0" anchor="t"/>
          <a:lstStyle/>
          <a:p>
            <a:pPr algn="ctr" indent="0" marL="0">
              <a:buNone/>
            </a:pPr>
            <a:r>
              <a:rPr lang="en-US" sz="1400" i="1" dirty="0">
                <a:solidFill>
                  <a:schemeClr val="accent3"/>
                </a:solidFill>
              </a:rPr>
              <a:t>1 point par bouée bien dite !</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Le réflexe bouée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554480"/>
            <a:ext cx="2108606" cy="1965960"/>
          </a:xfrm>
          <a:prstGeom prst="roundRect">
            <a:avLst>
              <a:gd name="adj" fmla="val 558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pic>
        <p:nvPicPr>
          <p:cNvPr id="7" name="Image 0" descr="repeat button">    </p:cNvPr>
          <p:cNvPicPr>
            <a:picLocks noChangeAspect="1"/>
          </p:cNvPicPr>
          <p:nvPr/>
        </p:nvPicPr>
        <p:blipFill>
          <a:blip r:embed="rId1"/>
          <a:stretch>
            <a:fillRect/>
          </a:stretch>
        </p:blipFill>
        <p:spPr>
          <a:xfrm>
            <a:off x="1191463" y="1691640"/>
            <a:ext cx="822960" cy="822960"/>
          </a:xfrm>
          <a:prstGeom prst="rect">
            <a:avLst/>
          </a:prstGeom>
        </p:spPr>
      </p:pic>
      <p:sp>
        <p:nvSpPr>
          <p:cNvPr id="8" name="Text 4"/>
          <p:cNvSpPr txBox="1"/>
          <p:nvPr/>
        </p:nvSpPr>
        <p:spPr>
          <a:xfrm>
            <a:off x="548640" y="2514600"/>
            <a:ext cx="2108606" cy="274320"/>
          </a:xfrm>
          <a:prstGeom prst="rect">
            <a:avLst/>
          </a:prstGeom>
          <a:noFill/>
          <a:ln/>
        </p:spPr>
        <p:txBody>
          <a:bodyPr wrap="square" lIns="0" tIns="0" rIns="0" bIns="0" rtlCol="0" anchor="ctr"/>
          <a:lstStyle/>
          <a:p>
            <a:pPr algn="ctr" indent="0" marL="0">
              <a:buNone/>
            </a:pPr>
            <a:r>
              <a:rPr lang="en-US" sz="1600" b="1" dirty="0">
                <a:solidFill>
                  <a:schemeClr val="accent3"/>
                </a:solidFill>
              </a:rPr>
              <a:t>↓</a:t>
            </a:r>
            <a:endParaRPr lang="en-US" sz="1600" dirty="0"/>
          </a:p>
        </p:txBody>
      </p:sp>
      <p:sp>
        <p:nvSpPr>
          <p:cNvPr id="9" name="Shape 5"/>
          <p:cNvSpPr/>
          <p:nvPr/>
        </p:nvSpPr>
        <p:spPr>
          <a:xfrm>
            <a:off x="975208" y="2813792"/>
            <a:ext cx="292608" cy="84856"/>
          </a:xfrm>
          <a:prstGeom prst="roundRect">
            <a:avLst>
              <a:gd name="adj" fmla="val 32328"/>
            </a:avLst>
          </a:prstGeom>
          <a:solidFill>
            <a:schemeClr val="accent3"/>
          </a:solidFill>
          <a:ln w="12700">
            <a:solidFill>
              <a:srgbClr val="FFFFFF">
                <a:alpha val="0"/>
              </a:srgbClr>
            </a:solidFill>
            <a:prstDash val="solid"/>
          </a:ln>
        </p:spPr>
      </p:sp>
      <p:sp>
        <p:nvSpPr>
          <p:cNvPr id="10" name="Shape 6"/>
          <p:cNvSpPr/>
          <p:nvPr/>
        </p:nvSpPr>
        <p:spPr>
          <a:xfrm>
            <a:off x="1938071" y="2813792"/>
            <a:ext cx="292608" cy="84856"/>
          </a:xfrm>
          <a:prstGeom prst="roundRect">
            <a:avLst>
              <a:gd name="adj" fmla="val 32328"/>
            </a:avLst>
          </a:prstGeom>
          <a:solidFill>
            <a:schemeClr val="accent3"/>
          </a:solidFill>
          <a:ln w="12700">
            <a:solidFill>
              <a:srgbClr val="FFFFFF">
                <a:alpha val="0"/>
              </a:srgbClr>
            </a:solidFill>
            <a:prstDash val="solid"/>
          </a:ln>
        </p:spPr>
      </p:sp>
      <p:sp>
        <p:nvSpPr>
          <p:cNvPr id="11" name="Shape 7"/>
          <p:cNvSpPr/>
          <p:nvPr/>
        </p:nvSpPr>
        <p:spPr>
          <a:xfrm>
            <a:off x="640080" y="2880360"/>
            <a:ext cx="1925726" cy="530352"/>
          </a:xfrm>
          <a:prstGeom prst="roundRect">
            <a:avLst>
              <a:gd name="adj" fmla="val 13793"/>
            </a:avLst>
          </a:prstGeom>
          <a:solidFill>
            <a:schemeClr val="accent3"/>
          </a:solidFill>
          <a:ln w="12700">
            <a:solidFill>
              <a:srgbClr val="FFFFFF">
                <a:alpha val="0"/>
              </a:srgbClr>
            </a:solidFill>
            <a:prstDash val="solid"/>
          </a:ln>
        </p:spPr>
      </p:sp>
      <p:sp>
        <p:nvSpPr>
          <p:cNvPr id="12" name="Text 8"/>
          <p:cNvSpPr txBox="1"/>
          <p:nvPr/>
        </p:nvSpPr>
        <p:spPr>
          <a:xfrm>
            <a:off x="713232" y="2880360"/>
            <a:ext cx="1779422" cy="530352"/>
          </a:xfrm>
          <a:prstGeom prst="rect">
            <a:avLst/>
          </a:prstGeom>
          <a:noFill/>
          <a:ln/>
        </p:spPr>
        <p:txBody>
          <a:bodyPr wrap="square" lIns="0" tIns="0" rIns="0" bIns="0" rtlCol="0" anchor="ctr"/>
          <a:lstStyle/>
          <a:p>
            <a:pPr algn="ctr" indent="0" marL="0">
              <a:buNone/>
            </a:pPr>
            <a:r>
              <a:rPr lang="en-US" sz="1300" b="1" i="1" dirty="0">
                <a:solidFill>
                  <a:schemeClr val="bg1"/>
                </a:solidFill>
              </a:rPr>
              <a:t>Kan je even herhalen?</a:t>
            </a:r>
            <a:endParaRPr lang="en-US" sz="1300" dirty="0"/>
          </a:p>
        </p:txBody>
      </p:sp>
      <p:sp>
        <p:nvSpPr>
          <p:cNvPr id="13" name="Shape 9"/>
          <p:cNvSpPr/>
          <p:nvPr/>
        </p:nvSpPr>
        <p:spPr>
          <a:xfrm>
            <a:off x="2794406" y="1554480"/>
            <a:ext cx="2108606" cy="1965960"/>
          </a:xfrm>
          <a:prstGeom prst="roundRect">
            <a:avLst>
              <a:gd name="adj" fmla="val 558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pic>
        <p:nvPicPr>
          <p:cNvPr id="14" name="Image 1" descr="turtle">    </p:cNvPr>
          <p:cNvPicPr>
            <a:picLocks noChangeAspect="1"/>
          </p:cNvPicPr>
          <p:nvPr/>
        </p:nvPicPr>
        <p:blipFill>
          <a:blip r:embed="rId2"/>
          <a:stretch>
            <a:fillRect/>
          </a:stretch>
        </p:blipFill>
        <p:spPr>
          <a:xfrm>
            <a:off x="3437230" y="1691640"/>
            <a:ext cx="822960" cy="822960"/>
          </a:xfrm>
          <a:prstGeom prst="rect">
            <a:avLst/>
          </a:prstGeom>
        </p:spPr>
      </p:pic>
      <p:sp>
        <p:nvSpPr>
          <p:cNvPr id="15" name="Text 10"/>
          <p:cNvSpPr txBox="1"/>
          <p:nvPr/>
        </p:nvSpPr>
        <p:spPr>
          <a:xfrm>
            <a:off x="2794406" y="2514600"/>
            <a:ext cx="2108606" cy="274320"/>
          </a:xfrm>
          <a:prstGeom prst="rect">
            <a:avLst/>
          </a:prstGeom>
          <a:noFill/>
          <a:ln/>
        </p:spPr>
        <p:txBody>
          <a:bodyPr wrap="square" lIns="0" tIns="0" rIns="0" bIns="0" rtlCol="0" anchor="ctr"/>
          <a:lstStyle/>
          <a:p>
            <a:pPr algn="ctr" indent="0" marL="0">
              <a:buNone/>
            </a:pPr>
            <a:r>
              <a:rPr lang="en-US" sz="1600" b="1" dirty="0">
                <a:solidFill>
                  <a:schemeClr val="accent3"/>
                </a:solidFill>
              </a:rPr>
              <a:t>↓</a:t>
            </a:r>
            <a:endParaRPr lang="en-US" sz="1600" dirty="0"/>
          </a:p>
        </p:txBody>
      </p:sp>
      <p:sp>
        <p:nvSpPr>
          <p:cNvPr id="16" name="Shape 11"/>
          <p:cNvSpPr/>
          <p:nvPr/>
        </p:nvSpPr>
        <p:spPr>
          <a:xfrm>
            <a:off x="3220974" y="2813792"/>
            <a:ext cx="292608" cy="84856"/>
          </a:xfrm>
          <a:prstGeom prst="roundRect">
            <a:avLst>
              <a:gd name="adj" fmla="val 32328"/>
            </a:avLst>
          </a:prstGeom>
          <a:solidFill>
            <a:schemeClr val="accent3"/>
          </a:solidFill>
          <a:ln w="12700">
            <a:solidFill>
              <a:srgbClr val="FFFFFF">
                <a:alpha val="0"/>
              </a:srgbClr>
            </a:solidFill>
            <a:prstDash val="solid"/>
          </a:ln>
        </p:spPr>
      </p:sp>
      <p:sp>
        <p:nvSpPr>
          <p:cNvPr id="17" name="Shape 12"/>
          <p:cNvSpPr/>
          <p:nvPr/>
        </p:nvSpPr>
        <p:spPr>
          <a:xfrm>
            <a:off x="4183837" y="2813792"/>
            <a:ext cx="292608" cy="84856"/>
          </a:xfrm>
          <a:prstGeom prst="roundRect">
            <a:avLst>
              <a:gd name="adj" fmla="val 32328"/>
            </a:avLst>
          </a:prstGeom>
          <a:solidFill>
            <a:schemeClr val="accent3"/>
          </a:solidFill>
          <a:ln w="12700">
            <a:solidFill>
              <a:srgbClr val="FFFFFF">
                <a:alpha val="0"/>
              </a:srgbClr>
            </a:solidFill>
            <a:prstDash val="solid"/>
          </a:ln>
        </p:spPr>
      </p:sp>
      <p:sp>
        <p:nvSpPr>
          <p:cNvPr id="18" name="Shape 13"/>
          <p:cNvSpPr/>
          <p:nvPr/>
        </p:nvSpPr>
        <p:spPr>
          <a:xfrm>
            <a:off x="2885846" y="2880360"/>
            <a:ext cx="1925726" cy="530352"/>
          </a:xfrm>
          <a:prstGeom prst="roundRect">
            <a:avLst>
              <a:gd name="adj" fmla="val 13793"/>
            </a:avLst>
          </a:prstGeom>
          <a:solidFill>
            <a:schemeClr val="accent3"/>
          </a:solidFill>
          <a:ln w="12700">
            <a:solidFill>
              <a:srgbClr val="FFFFFF">
                <a:alpha val="0"/>
              </a:srgbClr>
            </a:solidFill>
            <a:prstDash val="solid"/>
          </a:ln>
        </p:spPr>
      </p:sp>
      <p:sp>
        <p:nvSpPr>
          <p:cNvPr id="19" name="Text 14"/>
          <p:cNvSpPr txBox="1"/>
          <p:nvPr/>
        </p:nvSpPr>
        <p:spPr>
          <a:xfrm>
            <a:off x="2958998" y="2880360"/>
            <a:ext cx="1779422" cy="530352"/>
          </a:xfrm>
          <a:prstGeom prst="rect">
            <a:avLst/>
          </a:prstGeom>
          <a:noFill/>
          <a:ln/>
        </p:spPr>
        <p:txBody>
          <a:bodyPr wrap="square" lIns="0" tIns="0" rIns="0" bIns="0" rtlCol="0" anchor="ctr"/>
          <a:lstStyle/>
          <a:p>
            <a:pPr algn="ctr" indent="0" marL="0">
              <a:buNone/>
            </a:pPr>
            <a:r>
              <a:rPr lang="en-US" sz="1300" b="1" i="1" dirty="0">
                <a:solidFill>
                  <a:schemeClr val="bg1"/>
                </a:solidFill>
              </a:rPr>
              <a:t>Kan je wat trager spreken?</a:t>
            </a:r>
            <a:endParaRPr lang="en-US" sz="1300" dirty="0"/>
          </a:p>
        </p:txBody>
      </p:sp>
      <p:sp>
        <p:nvSpPr>
          <p:cNvPr id="20" name="Shape 15"/>
          <p:cNvSpPr/>
          <p:nvPr/>
        </p:nvSpPr>
        <p:spPr>
          <a:xfrm>
            <a:off x="5040173" y="1554480"/>
            <a:ext cx="2108606" cy="1965960"/>
          </a:xfrm>
          <a:prstGeom prst="roundRect">
            <a:avLst>
              <a:gd name="adj" fmla="val 558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pic>
        <p:nvPicPr>
          <p:cNvPr id="21" name="Image 2" descr="input latin letters">    </p:cNvPr>
          <p:cNvPicPr>
            <a:picLocks noChangeAspect="1"/>
          </p:cNvPicPr>
          <p:nvPr/>
        </p:nvPicPr>
        <p:blipFill>
          <a:blip r:embed="rId3"/>
          <a:stretch>
            <a:fillRect/>
          </a:stretch>
        </p:blipFill>
        <p:spPr>
          <a:xfrm>
            <a:off x="5682996" y="1691640"/>
            <a:ext cx="822960" cy="822960"/>
          </a:xfrm>
          <a:prstGeom prst="rect">
            <a:avLst/>
          </a:prstGeom>
        </p:spPr>
      </p:pic>
      <p:sp>
        <p:nvSpPr>
          <p:cNvPr id="22" name="Text 16"/>
          <p:cNvSpPr txBox="1"/>
          <p:nvPr/>
        </p:nvSpPr>
        <p:spPr>
          <a:xfrm>
            <a:off x="5040173" y="2514600"/>
            <a:ext cx="2108606" cy="274320"/>
          </a:xfrm>
          <a:prstGeom prst="rect">
            <a:avLst/>
          </a:prstGeom>
          <a:noFill/>
          <a:ln/>
        </p:spPr>
        <p:txBody>
          <a:bodyPr wrap="square" lIns="0" tIns="0" rIns="0" bIns="0" rtlCol="0" anchor="ctr"/>
          <a:lstStyle/>
          <a:p>
            <a:pPr algn="ctr" indent="0" marL="0">
              <a:buNone/>
            </a:pPr>
            <a:r>
              <a:rPr lang="en-US" sz="1600" b="1" dirty="0">
                <a:solidFill>
                  <a:schemeClr val="accent3"/>
                </a:solidFill>
              </a:rPr>
              <a:t>↓</a:t>
            </a:r>
            <a:endParaRPr lang="en-US" sz="1600" dirty="0"/>
          </a:p>
        </p:txBody>
      </p:sp>
      <p:sp>
        <p:nvSpPr>
          <p:cNvPr id="23" name="Shape 17"/>
          <p:cNvSpPr/>
          <p:nvPr/>
        </p:nvSpPr>
        <p:spPr>
          <a:xfrm>
            <a:off x="5466740" y="2813792"/>
            <a:ext cx="292608" cy="84856"/>
          </a:xfrm>
          <a:prstGeom prst="roundRect">
            <a:avLst>
              <a:gd name="adj" fmla="val 32328"/>
            </a:avLst>
          </a:prstGeom>
          <a:solidFill>
            <a:schemeClr val="accent3"/>
          </a:solidFill>
          <a:ln w="12700">
            <a:solidFill>
              <a:srgbClr val="FFFFFF">
                <a:alpha val="0"/>
              </a:srgbClr>
            </a:solidFill>
            <a:prstDash val="solid"/>
          </a:ln>
        </p:spPr>
      </p:sp>
      <p:sp>
        <p:nvSpPr>
          <p:cNvPr id="24" name="Shape 18"/>
          <p:cNvSpPr/>
          <p:nvPr/>
        </p:nvSpPr>
        <p:spPr>
          <a:xfrm>
            <a:off x="6429604" y="2813792"/>
            <a:ext cx="292608" cy="84856"/>
          </a:xfrm>
          <a:prstGeom prst="roundRect">
            <a:avLst>
              <a:gd name="adj" fmla="val 32328"/>
            </a:avLst>
          </a:prstGeom>
          <a:solidFill>
            <a:schemeClr val="accent3"/>
          </a:solidFill>
          <a:ln w="12700">
            <a:solidFill>
              <a:srgbClr val="FFFFFF">
                <a:alpha val="0"/>
              </a:srgbClr>
            </a:solidFill>
            <a:prstDash val="solid"/>
          </a:ln>
        </p:spPr>
      </p:sp>
      <p:sp>
        <p:nvSpPr>
          <p:cNvPr id="25" name="Shape 19"/>
          <p:cNvSpPr/>
          <p:nvPr/>
        </p:nvSpPr>
        <p:spPr>
          <a:xfrm>
            <a:off x="5131613" y="2880360"/>
            <a:ext cx="1925726" cy="530352"/>
          </a:xfrm>
          <a:prstGeom prst="roundRect">
            <a:avLst>
              <a:gd name="adj" fmla="val 13793"/>
            </a:avLst>
          </a:prstGeom>
          <a:solidFill>
            <a:schemeClr val="accent3"/>
          </a:solidFill>
          <a:ln w="12700">
            <a:solidFill>
              <a:srgbClr val="FFFFFF">
                <a:alpha val="0"/>
              </a:srgbClr>
            </a:solidFill>
            <a:prstDash val="solid"/>
          </a:ln>
        </p:spPr>
      </p:sp>
      <p:sp>
        <p:nvSpPr>
          <p:cNvPr id="26" name="Text 20"/>
          <p:cNvSpPr txBox="1"/>
          <p:nvPr/>
        </p:nvSpPr>
        <p:spPr>
          <a:xfrm>
            <a:off x="5204765" y="2880360"/>
            <a:ext cx="1779422" cy="530352"/>
          </a:xfrm>
          <a:prstGeom prst="rect">
            <a:avLst/>
          </a:prstGeom>
          <a:noFill/>
          <a:ln/>
        </p:spPr>
        <p:txBody>
          <a:bodyPr wrap="square" lIns="0" tIns="0" rIns="0" bIns="0" rtlCol="0" anchor="ctr"/>
          <a:lstStyle/>
          <a:p>
            <a:pPr algn="ctr" indent="0" marL="0">
              <a:buNone/>
            </a:pPr>
            <a:r>
              <a:rPr lang="en-US" sz="1300" b="1" i="1" dirty="0">
                <a:solidFill>
                  <a:schemeClr val="bg1"/>
                </a:solidFill>
              </a:rPr>
              <a:t>Kan je het laatste woord spellen?</a:t>
            </a:r>
            <a:endParaRPr lang="en-US" sz="1300" dirty="0"/>
          </a:p>
        </p:txBody>
      </p:sp>
      <p:sp>
        <p:nvSpPr>
          <p:cNvPr id="27" name="Shape 21"/>
          <p:cNvSpPr/>
          <p:nvPr/>
        </p:nvSpPr>
        <p:spPr>
          <a:xfrm>
            <a:off x="7285939" y="1554480"/>
            <a:ext cx="2108606" cy="1965960"/>
          </a:xfrm>
          <a:prstGeom prst="roundRect">
            <a:avLst>
              <a:gd name="adj" fmla="val 558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pic>
        <p:nvPicPr>
          <p:cNvPr id="28" name="Image 3" descr="pencil">    </p:cNvPr>
          <p:cNvPicPr>
            <a:picLocks noChangeAspect="1"/>
          </p:cNvPicPr>
          <p:nvPr/>
        </p:nvPicPr>
        <p:blipFill>
          <a:blip r:embed="rId4"/>
          <a:stretch>
            <a:fillRect/>
          </a:stretch>
        </p:blipFill>
        <p:spPr>
          <a:xfrm>
            <a:off x="7928762" y="1691640"/>
            <a:ext cx="822960" cy="822960"/>
          </a:xfrm>
          <a:prstGeom prst="rect">
            <a:avLst/>
          </a:prstGeom>
        </p:spPr>
      </p:pic>
      <p:sp>
        <p:nvSpPr>
          <p:cNvPr id="29" name="Text 22"/>
          <p:cNvSpPr txBox="1"/>
          <p:nvPr/>
        </p:nvSpPr>
        <p:spPr>
          <a:xfrm>
            <a:off x="7285939" y="2514600"/>
            <a:ext cx="2108606" cy="274320"/>
          </a:xfrm>
          <a:prstGeom prst="rect">
            <a:avLst/>
          </a:prstGeom>
          <a:noFill/>
          <a:ln/>
        </p:spPr>
        <p:txBody>
          <a:bodyPr wrap="square" lIns="0" tIns="0" rIns="0" bIns="0" rtlCol="0" anchor="ctr"/>
          <a:lstStyle/>
          <a:p>
            <a:pPr algn="ctr" indent="0" marL="0">
              <a:buNone/>
            </a:pPr>
            <a:r>
              <a:rPr lang="en-US" sz="1600" b="1" dirty="0">
                <a:solidFill>
                  <a:schemeClr val="accent3"/>
                </a:solidFill>
              </a:rPr>
              <a:t>↓</a:t>
            </a:r>
            <a:endParaRPr lang="en-US" sz="1600" dirty="0"/>
          </a:p>
        </p:txBody>
      </p:sp>
      <p:sp>
        <p:nvSpPr>
          <p:cNvPr id="30" name="Shape 23"/>
          <p:cNvSpPr/>
          <p:nvPr/>
        </p:nvSpPr>
        <p:spPr>
          <a:xfrm>
            <a:off x="7712507" y="2813792"/>
            <a:ext cx="292608" cy="84856"/>
          </a:xfrm>
          <a:prstGeom prst="roundRect">
            <a:avLst>
              <a:gd name="adj" fmla="val 32328"/>
            </a:avLst>
          </a:prstGeom>
          <a:solidFill>
            <a:schemeClr val="accent3"/>
          </a:solidFill>
          <a:ln w="12700">
            <a:solidFill>
              <a:srgbClr val="FFFFFF">
                <a:alpha val="0"/>
              </a:srgbClr>
            </a:solidFill>
            <a:prstDash val="solid"/>
          </a:ln>
        </p:spPr>
      </p:sp>
      <p:sp>
        <p:nvSpPr>
          <p:cNvPr id="31" name="Shape 24"/>
          <p:cNvSpPr/>
          <p:nvPr/>
        </p:nvSpPr>
        <p:spPr>
          <a:xfrm>
            <a:off x="8675370" y="2813792"/>
            <a:ext cx="292608" cy="84856"/>
          </a:xfrm>
          <a:prstGeom prst="roundRect">
            <a:avLst>
              <a:gd name="adj" fmla="val 32328"/>
            </a:avLst>
          </a:prstGeom>
          <a:solidFill>
            <a:schemeClr val="accent3"/>
          </a:solidFill>
          <a:ln w="12700">
            <a:solidFill>
              <a:srgbClr val="FFFFFF">
                <a:alpha val="0"/>
              </a:srgbClr>
            </a:solidFill>
            <a:prstDash val="solid"/>
          </a:ln>
        </p:spPr>
      </p:sp>
      <p:sp>
        <p:nvSpPr>
          <p:cNvPr id="32" name="Shape 25"/>
          <p:cNvSpPr/>
          <p:nvPr/>
        </p:nvSpPr>
        <p:spPr>
          <a:xfrm>
            <a:off x="7377379" y="2880360"/>
            <a:ext cx="1925726" cy="530352"/>
          </a:xfrm>
          <a:prstGeom prst="roundRect">
            <a:avLst>
              <a:gd name="adj" fmla="val 13793"/>
            </a:avLst>
          </a:prstGeom>
          <a:solidFill>
            <a:schemeClr val="accent3"/>
          </a:solidFill>
          <a:ln w="12700">
            <a:solidFill>
              <a:srgbClr val="FFFFFF">
                <a:alpha val="0"/>
              </a:srgbClr>
            </a:solidFill>
            <a:prstDash val="solid"/>
          </a:ln>
        </p:spPr>
      </p:sp>
      <p:sp>
        <p:nvSpPr>
          <p:cNvPr id="33" name="Text 26"/>
          <p:cNvSpPr txBox="1"/>
          <p:nvPr/>
        </p:nvSpPr>
        <p:spPr>
          <a:xfrm>
            <a:off x="7450531" y="2880360"/>
            <a:ext cx="1779422" cy="530352"/>
          </a:xfrm>
          <a:prstGeom prst="rect">
            <a:avLst/>
          </a:prstGeom>
          <a:noFill/>
          <a:ln/>
        </p:spPr>
        <p:txBody>
          <a:bodyPr wrap="square" lIns="0" tIns="0" rIns="0" bIns="0" rtlCol="0" anchor="ctr"/>
          <a:lstStyle/>
          <a:p>
            <a:pPr algn="ctr" indent="0" marL="0">
              <a:buNone/>
            </a:pPr>
            <a:r>
              <a:rPr lang="en-US" sz="1300" b="1" i="1" dirty="0">
                <a:solidFill>
                  <a:schemeClr val="bg1"/>
                </a:solidFill>
              </a:rPr>
              <a:t>Hoe schrijf je dat?</a:t>
            </a:r>
            <a:endParaRPr lang="en-US" sz="1300" dirty="0"/>
          </a:p>
        </p:txBody>
      </p:sp>
      <p:sp>
        <p:nvSpPr>
          <p:cNvPr id="34" name="Shape 27"/>
          <p:cNvSpPr/>
          <p:nvPr/>
        </p:nvSpPr>
        <p:spPr>
          <a:xfrm>
            <a:off x="9531706" y="1554480"/>
            <a:ext cx="2108606" cy="1965960"/>
          </a:xfrm>
          <a:prstGeom prst="roundRect">
            <a:avLst>
              <a:gd name="adj" fmla="val 558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pic>
        <p:nvPicPr>
          <p:cNvPr id="35" name="Image 4" descr="red question mark">    </p:cNvPr>
          <p:cNvPicPr>
            <a:picLocks noChangeAspect="1"/>
          </p:cNvPicPr>
          <p:nvPr/>
        </p:nvPicPr>
        <p:blipFill>
          <a:blip r:embed="rId5"/>
          <a:stretch>
            <a:fillRect/>
          </a:stretch>
        </p:blipFill>
        <p:spPr>
          <a:xfrm>
            <a:off x="10174529" y="1691640"/>
            <a:ext cx="822960" cy="822960"/>
          </a:xfrm>
          <a:prstGeom prst="rect">
            <a:avLst/>
          </a:prstGeom>
        </p:spPr>
      </p:pic>
      <p:sp>
        <p:nvSpPr>
          <p:cNvPr id="36" name="Text 28"/>
          <p:cNvSpPr txBox="1"/>
          <p:nvPr/>
        </p:nvSpPr>
        <p:spPr>
          <a:xfrm>
            <a:off x="9531706" y="2514600"/>
            <a:ext cx="2108606" cy="274320"/>
          </a:xfrm>
          <a:prstGeom prst="rect">
            <a:avLst/>
          </a:prstGeom>
          <a:noFill/>
          <a:ln/>
        </p:spPr>
        <p:txBody>
          <a:bodyPr wrap="square" lIns="0" tIns="0" rIns="0" bIns="0" rtlCol="0" anchor="ctr"/>
          <a:lstStyle/>
          <a:p>
            <a:pPr algn="ctr" indent="0" marL="0">
              <a:buNone/>
            </a:pPr>
            <a:r>
              <a:rPr lang="en-US" sz="1600" b="1" dirty="0">
                <a:solidFill>
                  <a:schemeClr val="accent3"/>
                </a:solidFill>
              </a:rPr>
              <a:t>↓</a:t>
            </a:r>
            <a:endParaRPr lang="en-US" sz="1600" dirty="0"/>
          </a:p>
        </p:txBody>
      </p:sp>
      <p:sp>
        <p:nvSpPr>
          <p:cNvPr id="37" name="Shape 29"/>
          <p:cNvSpPr/>
          <p:nvPr/>
        </p:nvSpPr>
        <p:spPr>
          <a:xfrm>
            <a:off x="9958273" y="2813792"/>
            <a:ext cx="292608" cy="84856"/>
          </a:xfrm>
          <a:prstGeom prst="roundRect">
            <a:avLst>
              <a:gd name="adj" fmla="val 32328"/>
            </a:avLst>
          </a:prstGeom>
          <a:solidFill>
            <a:schemeClr val="accent3"/>
          </a:solidFill>
          <a:ln w="12700">
            <a:solidFill>
              <a:srgbClr val="FFFFFF">
                <a:alpha val="0"/>
              </a:srgbClr>
            </a:solidFill>
            <a:prstDash val="solid"/>
          </a:ln>
        </p:spPr>
      </p:sp>
      <p:sp>
        <p:nvSpPr>
          <p:cNvPr id="38" name="Shape 30"/>
          <p:cNvSpPr/>
          <p:nvPr/>
        </p:nvSpPr>
        <p:spPr>
          <a:xfrm>
            <a:off x="10921136" y="2813792"/>
            <a:ext cx="292608" cy="84856"/>
          </a:xfrm>
          <a:prstGeom prst="roundRect">
            <a:avLst>
              <a:gd name="adj" fmla="val 32328"/>
            </a:avLst>
          </a:prstGeom>
          <a:solidFill>
            <a:schemeClr val="accent3"/>
          </a:solidFill>
          <a:ln w="12700">
            <a:solidFill>
              <a:srgbClr val="FFFFFF">
                <a:alpha val="0"/>
              </a:srgbClr>
            </a:solidFill>
            <a:prstDash val="solid"/>
          </a:ln>
        </p:spPr>
      </p:sp>
      <p:sp>
        <p:nvSpPr>
          <p:cNvPr id="39" name="Shape 31"/>
          <p:cNvSpPr/>
          <p:nvPr/>
        </p:nvSpPr>
        <p:spPr>
          <a:xfrm>
            <a:off x="9623146" y="2880360"/>
            <a:ext cx="1925726" cy="530352"/>
          </a:xfrm>
          <a:prstGeom prst="roundRect">
            <a:avLst>
              <a:gd name="adj" fmla="val 13793"/>
            </a:avLst>
          </a:prstGeom>
          <a:solidFill>
            <a:schemeClr val="accent3"/>
          </a:solidFill>
          <a:ln w="12700">
            <a:solidFill>
              <a:srgbClr val="FFFFFF">
                <a:alpha val="0"/>
              </a:srgbClr>
            </a:solidFill>
            <a:prstDash val="solid"/>
          </a:ln>
        </p:spPr>
      </p:sp>
      <p:sp>
        <p:nvSpPr>
          <p:cNvPr id="40" name="Text 32"/>
          <p:cNvSpPr txBox="1"/>
          <p:nvPr/>
        </p:nvSpPr>
        <p:spPr>
          <a:xfrm>
            <a:off x="9696298" y="2880360"/>
            <a:ext cx="1779422" cy="530352"/>
          </a:xfrm>
          <a:prstGeom prst="rect">
            <a:avLst/>
          </a:prstGeom>
          <a:noFill/>
          <a:ln/>
        </p:spPr>
        <p:txBody>
          <a:bodyPr wrap="square" lIns="0" tIns="0" rIns="0" bIns="0" rtlCol="0" anchor="ctr"/>
          <a:lstStyle/>
          <a:p>
            <a:pPr algn="ctr" indent="0" marL="0">
              <a:buNone/>
            </a:pPr>
            <a:r>
              <a:rPr lang="en-US" sz="1300" b="1" i="1" dirty="0">
                <a:solidFill>
                  <a:schemeClr val="bg1"/>
                </a:solidFill>
              </a:rPr>
              <a:t>Wat betekent …?</a:t>
            </a:r>
            <a:endParaRPr lang="en-US" sz="1300" dirty="0"/>
          </a:p>
        </p:txBody>
      </p:sp>
      <p:sp>
        <p:nvSpPr>
          <p:cNvPr id="41" name="Shape 33"/>
          <p:cNvSpPr/>
          <p:nvPr/>
        </p:nvSpPr>
        <p:spPr>
          <a:xfrm>
            <a:off x="548640" y="3749040"/>
            <a:ext cx="2103120" cy="694944"/>
          </a:xfrm>
          <a:prstGeom prst="roundRect">
            <a:avLst>
              <a:gd name="adj" fmla="val 13158"/>
            </a:avLst>
          </a:prstGeom>
          <a:solidFill>
            <a:schemeClr val="accent3"/>
          </a:solidFill>
          <a:ln w="12700">
            <a:solidFill>
              <a:srgbClr val="FFFFFF">
                <a:alpha val="0"/>
              </a:srgbClr>
            </a:solidFill>
            <a:prstDash val="solid"/>
          </a:ln>
        </p:spPr>
      </p:sp>
      <p:sp>
        <p:nvSpPr>
          <p:cNvPr id="42" name="Text 34"/>
          <p:cNvSpPr txBox="1"/>
          <p:nvPr/>
        </p:nvSpPr>
        <p:spPr>
          <a:xfrm>
            <a:off x="548640" y="3749040"/>
            <a:ext cx="2103120" cy="694944"/>
          </a:xfrm>
          <a:prstGeom prst="rect">
            <a:avLst/>
          </a:prstGeom>
          <a:noFill/>
          <a:ln/>
        </p:spPr>
        <p:txBody>
          <a:bodyPr wrap="square" lIns="0" tIns="0" rIns="0" bIns="0" rtlCol="0" anchor="ctr"/>
          <a:lstStyle/>
          <a:p>
            <a:pPr algn="ctr" indent="0" marL="0">
              <a:buNone/>
            </a:pPr>
            <a:r>
              <a:rPr lang="en-US" sz="1400" b="1" dirty="0">
                <a:solidFill>
                  <a:schemeClr val="bg1"/>
                </a:solidFill>
              </a:rPr>
              <a:t>TOUR 1</a:t>
            </a:r>
            <a:endParaRPr lang="en-US" sz="1400" dirty="0"/>
          </a:p>
          <a:p>
            <a:pPr algn="ctr" indent="0" marL="0">
              <a:buNone/>
            </a:pPr>
            <a:r>
              <a:rPr lang="en-US" sz="1400" dirty="0">
                <a:solidFill>
                  <a:schemeClr val="bg1"/>
                </a:solidFill>
              </a:rPr>
              <a:t>en chœur</a:t>
            </a:r>
            <a:endParaRPr lang="en-US" sz="1400" dirty="0"/>
          </a:p>
        </p:txBody>
      </p:sp>
      <p:sp>
        <p:nvSpPr>
          <p:cNvPr id="43" name="Shape 35"/>
          <p:cNvSpPr/>
          <p:nvPr/>
        </p:nvSpPr>
        <p:spPr>
          <a:xfrm>
            <a:off x="2743200" y="3749040"/>
            <a:ext cx="8897112" cy="694944"/>
          </a:xfrm>
          <a:prstGeom prst="roundRect">
            <a:avLst>
              <a:gd name="adj" fmla="val 13158"/>
            </a:avLst>
          </a:prstGeom>
          <a:solidFill>
            <a:srgbClr val="EDF6F0"/>
          </a:solidFill>
          <a:ln w="12700">
            <a:solidFill>
              <a:srgbClr val="FFFFFF">
                <a:alpha val="0"/>
              </a:srgbClr>
            </a:solidFill>
            <a:prstDash val="solid"/>
          </a:ln>
        </p:spPr>
      </p:sp>
      <p:sp>
        <p:nvSpPr>
          <p:cNvPr id="44" name="Text 36"/>
          <p:cNvSpPr txBox="1"/>
          <p:nvPr/>
        </p:nvSpPr>
        <p:spPr>
          <a:xfrm>
            <a:off x="2926080" y="3749040"/>
            <a:ext cx="8595360" cy="694944"/>
          </a:xfrm>
          <a:prstGeom prst="rect">
            <a:avLst/>
          </a:prstGeom>
          <a:noFill/>
          <a:ln/>
        </p:spPr>
        <p:txBody>
          <a:bodyPr wrap="square" lIns="0" tIns="0" rIns="0" bIns="0" rtlCol="0" anchor="ctr"/>
          <a:lstStyle/>
          <a:p>
            <a:pPr algn="l" indent="0" marL="0">
              <a:buNone/>
            </a:pPr>
            <a:r>
              <a:rPr lang="en-US" sz="1600" dirty="0">
                <a:solidFill>
                  <a:schemeClr val="tx1"/>
                </a:solidFill>
              </a:rPr>
              <a:t>L’enseignant·e dit une phrase (trop vite, à voix basse, avec un mot inconnu) et montre un signal → </a:t>
            </a:r>
            <a:r>
              <a:rPr lang="en-US" sz="1600" b="1" dirty="0">
                <a:solidFill>
                  <a:schemeClr val="tx1"/>
                </a:solidFill>
              </a:rPr>
              <a:t>toute la classe</a:t>
            </a:r>
            <a:r>
              <a:rPr lang="en-US" sz="1600" dirty="0">
                <a:solidFill>
                  <a:schemeClr val="tx1"/>
                </a:solidFill>
              </a:rPr>
              <a:t> répond.</a:t>
            </a:r>
            <a:endParaRPr lang="en-US" sz="1600" dirty="0"/>
          </a:p>
        </p:txBody>
      </p:sp>
      <p:sp>
        <p:nvSpPr>
          <p:cNvPr id="45" name="Shape 37"/>
          <p:cNvSpPr/>
          <p:nvPr/>
        </p:nvSpPr>
        <p:spPr>
          <a:xfrm>
            <a:off x="548640" y="4553712"/>
            <a:ext cx="2103120" cy="694944"/>
          </a:xfrm>
          <a:prstGeom prst="roundRect">
            <a:avLst>
              <a:gd name="adj" fmla="val 13158"/>
            </a:avLst>
          </a:prstGeom>
          <a:solidFill>
            <a:schemeClr val="accent3">
              <a:alpha val="75000"/>
            </a:schemeClr>
          </a:solidFill>
          <a:ln w="12700">
            <a:solidFill>
              <a:srgbClr val="FFFFFF">
                <a:alpha val="0"/>
              </a:srgbClr>
            </a:solidFill>
            <a:prstDash val="solid"/>
          </a:ln>
        </p:spPr>
      </p:sp>
      <p:sp>
        <p:nvSpPr>
          <p:cNvPr id="46" name="Text 38"/>
          <p:cNvSpPr txBox="1"/>
          <p:nvPr/>
        </p:nvSpPr>
        <p:spPr>
          <a:xfrm>
            <a:off x="548640" y="4553712"/>
            <a:ext cx="2103120" cy="694944"/>
          </a:xfrm>
          <a:prstGeom prst="rect">
            <a:avLst/>
          </a:prstGeom>
          <a:noFill/>
          <a:ln/>
        </p:spPr>
        <p:txBody>
          <a:bodyPr wrap="square" lIns="0" tIns="0" rIns="0" bIns="0" rtlCol="0" anchor="ctr"/>
          <a:lstStyle/>
          <a:p>
            <a:pPr algn="ctr" indent="0" marL="0">
              <a:buNone/>
            </a:pPr>
            <a:r>
              <a:rPr lang="en-US" sz="1400" b="1" dirty="0">
                <a:solidFill>
                  <a:schemeClr val="bg1"/>
                </a:solidFill>
              </a:rPr>
              <a:t>TOUR 2</a:t>
            </a:r>
            <a:endParaRPr lang="en-US" sz="1400" dirty="0"/>
          </a:p>
          <a:p>
            <a:pPr algn="ctr" indent="0" marL="0">
              <a:buNone/>
            </a:pPr>
            <a:r>
              <a:rPr lang="en-US" sz="1400" dirty="0">
                <a:solidFill>
                  <a:schemeClr val="bg1"/>
                </a:solidFill>
              </a:rPr>
              <a:t>seul·e</a:t>
            </a:r>
            <a:endParaRPr lang="en-US" sz="1400" dirty="0"/>
          </a:p>
        </p:txBody>
      </p:sp>
      <p:sp>
        <p:nvSpPr>
          <p:cNvPr id="47" name="Shape 39"/>
          <p:cNvSpPr/>
          <p:nvPr/>
        </p:nvSpPr>
        <p:spPr>
          <a:xfrm>
            <a:off x="2743200" y="4553712"/>
            <a:ext cx="8897112" cy="694944"/>
          </a:xfrm>
          <a:prstGeom prst="roundRect">
            <a:avLst>
              <a:gd name="adj" fmla="val 13158"/>
            </a:avLst>
          </a:prstGeom>
          <a:solidFill>
            <a:srgbClr val="EDF6F0"/>
          </a:solidFill>
          <a:ln w="12700">
            <a:solidFill>
              <a:srgbClr val="FFFFFF">
                <a:alpha val="0"/>
              </a:srgbClr>
            </a:solidFill>
            <a:prstDash val="solid"/>
          </a:ln>
        </p:spPr>
      </p:sp>
      <p:sp>
        <p:nvSpPr>
          <p:cNvPr id="48" name="Text 40"/>
          <p:cNvSpPr txBox="1"/>
          <p:nvPr/>
        </p:nvSpPr>
        <p:spPr>
          <a:xfrm>
            <a:off x="2926080" y="4553712"/>
            <a:ext cx="8595360" cy="694944"/>
          </a:xfrm>
          <a:prstGeom prst="rect">
            <a:avLst/>
          </a:prstGeom>
          <a:noFill/>
          <a:ln/>
        </p:spPr>
        <p:txBody>
          <a:bodyPr wrap="square" lIns="0" tIns="0" rIns="0" bIns="0" rtlCol="0" anchor="ctr"/>
          <a:lstStyle/>
          <a:p>
            <a:pPr algn="l" indent="0" marL="0">
              <a:buNone/>
            </a:pPr>
            <a:r>
              <a:rPr lang="en-US" sz="1600" dirty="0">
                <a:solidFill>
                  <a:schemeClr val="tx1"/>
                </a:solidFill>
              </a:rPr>
              <a:t>Même jeu : </a:t>
            </a:r>
            <a:r>
              <a:rPr lang="en-US" sz="1600" b="1" dirty="0">
                <a:solidFill>
                  <a:schemeClr val="tx1"/>
                </a:solidFill>
              </a:rPr>
              <a:t>un·e apprenant·e</a:t>
            </a:r>
            <a:r>
              <a:rPr lang="en-US" sz="1600" dirty="0">
                <a:solidFill>
                  <a:schemeClr val="tx1"/>
                </a:solidFill>
              </a:rPr>
              <a:t> répond seul·e.</a:t>
            </a:r>
            <a:endParaRPr lang="en-US" sz="1600" dirty="0"/>
          </a:p>
        </p:txBody>
      </p:sp>
      <p:sp>
        <p:nvSpPr>
          <p:cNvPr id="49" name="Shape 41"/>
          <p:cNvSpPr/>
          <p:nvPr/>
        </p:nvSpPr>
        <p:spPr>
          <a:xfrm>
            <a:off x="548640" y="5358384"/>
            <a:ext cx="2103120" cy="694944"/>
          </a:xfrm>
          <a:prstGeom prst="roundRect">
            <a:avLst>
              <a:gd name="adj" fmla="val 13158"/>
            </a:avLst>
          </a:prstGeom>
          <a:solidFill>
            <a:schemeClr val="accent3">
              <a:alpha val="50000"/>
            </a:schemeClr>
          </a:solidFill>
          <a:ln w="12700">
            <a:solidFill>
              <a:srgbClr val="FFFFFF">
                <a:alpha val="0"/>
              </a:srgbClr>
            </a:solidFill>
            <a:prstDash val="solid"/>
          </a:ln>
        </p:spPr>
      </p:sp>
      <p:sp>
        <p:nvSpPr>
          <p:cNvPr id="50" name="Text 42"/>
          <p:cNvSpPr txBox="1"/>
          <p:nvPr/>
        </p:nvSpPr>
        <p:spPr>
          <a:xfrm>
            <a:off x="548640" y="5358384"/>
            <a:ext cx="2103120" cy="694944"/>
          </a:xfrm>
          <a:prstGeom prst="rect">
            <a:avLst/>
          </a:prstGeom>
          <a:noFill/>
          <a:ln/>
        </p:spPr>
        <p:txBody>
          <a:bodyPr wrap="square" lIns="0" tIns="0" rIns="0" bIns="0" rtlCol="0" anchor="ctr"/>
          <a:lstStyle/>
          <a:p>
            <a:pPr algn="ctr" indent="0" marL="0">
              <a:buNone/>
            </a:pPr>
            <a:r>
              <a:rPr lang="en-US" sz="1400" b="1" dirty="0">
                <a:solidFill>
                  <a:schemeClr val="bg1"/>
                </a:solidFill>
              </a:rPr>
              <a:t>TOUR 3</a:t>
            </a:r>
            <a:endParaRPr lang="en-US" sz="1400" dirty="0"/>
          </a:p>
          <a:p>
            <a:pPr algn="ctr" indent="0" marL="0">
              <a:buNone/>
            </a:pPr>
            <a:r>
              <a:rPr lang="en-US" sz="1400" dirty="0">
                <a:solidFill>
                  <a:schemeClr val="bg1"/>
                </a:solidFill>
              </a:rPr>
              <a:t>sans signal</a:t>
            </a:r>
            <a:endParaRPr lang="en-US" sz="1400" dirty="0"/>
          </a:p>
        </p:txBody>
      </p:sp>
      <p:sp>
        <p:nvSpPr>
          <p:cNvPr id="51" name="Shape 43"/>
          <p:cNvSpPr/>
          <p:nvPr/>
        </p:nvSpPr>
        <p:spPr>
          <a:xfrm>
            <a:off x="2743200" y="5358384"/>
            <a:ext cx="8897112" cy="694944"/>
          </a:xfrm>
          <a:prstGeom prst="roundRect">
            <a:avLst>
              <a:gd name="adj" fmla="val 13158"/>
            </a:avLst>
          </a:prstGeom>
          <a:solidFill>
            <a:srgbClr val="EDF6F0"/>
          </a:solidFill>
          <a:ln w="12700">
            <a:solidFill>
              <a:srgbClr val="FFFFFF">
                <a:alpha val="0"/>
              </a:srgbClr>
            </a:solidFill>
            <a:prstDash val="solid"/>
          </a:ln>
        </p:spPr>
      </p:sp>
      <p:sp>
        <p:nvSpPr>
          <p:cNvPr id="52" name="Text 44"/>
          <p:cNvSpPr txBox="1"/>
          <p:nvPr/>
        </p:nvSpPr>
        <p:spPr>
          <a:xfrm>
            <a:off x="2926080" y="5358384"/>
            <a:ext cx="8595360" cy="694944"/>
          </a:xfrm>
          <a:prstGeom prst="rect">
            <a:avLst/>
          </a:prstGeom>
          <a:noFill/>
          <a:ln/>
        </p:spPr>
        <p:txBody>
          <a:bodyPr wrap="square" lIns="0" tIns="0" rIns="0" bIns="0" rtlCol="0" anchor="ctr"/>
          <a:lstStyle/>
          <a:p>
            <a:pPr algn="l" indent="0" marL="0">
              <a:buNone/>
            </a:pPr>
            <a:r>
              <a:rPr lang="en-US" sz="1600" dirty="0">
                <a:solidFill>
                  <a:schemeClr val="tx1"/>
                </a:solidFill>
              </a:rPr>
              <a:t>Plus de signal : </a:t>
            </a:r>
            <a:r>
              <a:rPr lang="en-US" sz="1600" b="1" dirty="0">
                <a:solidFill>
                  <a:schemeClr val="tx1"/>
                </a:solidFill>
              </a:rPr>
              <a:t>chacun choisit</a:t>
            </a:r>
            <a:r>
              <a:rPr lang="en-US" sz="1600" dirty="0">
                <a:solidFill>
                  <a:schemeClr val="tx1"/>
                </a:solidFill>
              </a:rPr>
              <a:t> la bonne bouée. Objectif : 2 à 3 secondes !</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Le premier cours</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251192" cy="755904"/>
          </a:xfrm>
          <a:prstGeom prst="roundRect">
            <a:avLst>
              <a:gd name="adj" fmla="val 9677"/>
            </a:avLst>
          </a:prstGeom>
          <a:solidFill>
            <a:srgbClr val="6E4A9E">
              <a:alpha val="10000"/>
            </a:srgbClr>
          </a:solidFill>
          <a:ln w="12700">
            <a:solidFill>
              <a:srgbClr val="6E4A9E"/>
            </a:solidFill>
            <a:prstDash val="solid"/>
          </a:ln>
        </p:spPr>
      </p:sp>
      <p:sp>
        <p:nvSpPr>
          <p:cNvPr id="7" name="Text 4"/>
          <p:cNvSpPr txBox="1"/>
          <p:nvPr/>
        </p:nvSpPr>
        <p:spPr>
          <a:xfrm>
            <a:off x="777240" y="1481328"/>
            <a:ext cx="6793992" cy="755904"/>
          </a:xfrm>
          <a:prstGeom prst="rect">
            <a:avLst/>
          </a:prstGeom>
          <a:noFill/>
          <a:ln/>
        </p:spPr>
        <p:txBody>
          <a:bodyPr wrap="square" lIns="0" tIns="0" rIns="0" bIns="0" rtlCol="0" anchor="ctr"/>
          <a:lstStyle/>
          <a:p>
            <a:pPr algn="l" indent="0" marL="0">
              <a:buNone/>
            </a:pPr>
            <a:r>
              <a:rPr lang="en-US" sz="1700" dirty="0">
                <a:solidFill>
                  <a:schemeClr val="tx1"/>
                </a:solidFill>
              </a:rPr>
              <a:t>Premier cours de néerlandais : faites connaissance avec votre voisin·e. Règle d’or : </a:t>
            </a:r>
            <a:r>
              <a:rPr lang="en-US" sz="1700" b="1" dirty="0">
                <a:solidFill>
                  <a:schemeClr val="tx1"/>
                </a:solidFill>
              </a:rPr>
              <a:t>pas sûr·e à 100 % ? → une bouée !</a:t>
            </a:r>
            <a:endParaRPr lang="en-US" sz="1700" dirty="0"/>
          </a:p>
        </p:txBody>
      </p:sp>
      <p:sp>
        <p:nvSpPr>
          <p:cNvPr id="8" name="Shape 5"/>
          <p:cNvSpPr/>
          <p:nvPr/>
        </p:nvSpPr>
        <p:spPr>
          <a:xfrm>
            <a:off x="548640" y="2420112"/>
            <a:ext cx="3488436" cy="2087880"/>
          </a:xfrm>
          <a:prstGeom prst="roundRect">
            <a:avLst>
              <a:gd name="adj" fmla="val 3504"/>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557272"/>
            <a:ext cx="457200" cy="45720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713232"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511552"/>
            <a:ext cx="2574036" cy="1905000"/>
          </a:xfrm>
          <a:prstGeom prst="rect">
            <a:avLst/>
          </a:prstGeom>
          <a:noFill/>
          <a:ln/>
        </p:spPr>
        <p:txBody>
          <a:bodyPr wrap="square" lIns="0" tIns="0" rIns="0" bIns="0" rtlCol="0" anchor="ctr"/>
          <a:lstStyle/>
          <a:p>
            <a:pPr algn="l" indent="0" marL="0">
              <a:buNone/>
            </a:pPr>
            <a:r>
              <a:rPr lang="en-US" sz="1700" b="1" dirty="0">
                <a:solidFill>
                  <a:schemeClr val="tx1"/>
                </a:solidFill>
              </a:rPr>
              <a:t>A</a:t>
            </a:r>
            <a:r>
              <a:rPr lang="en-US" sz="1700" dirty="0">
                <a:solidFill>
                  <a:schemeClr val="tx1"/>
                </a:solidFill>
              </a:rPr>
              <a:t> : présentez-vous avec vos blocs (ou avec une carte-identité), à vitesse normale.</a:t>
            </a:r>
            <a:endParaRPr lang="en-US" sz="1700" dirty="0"/>
          </a:p>
        </p:txBody>
      </p:sp>
      <p:sp>
        <p:nvSpPr>
          <p:cNvPr id="12" name="Shape 9"/>
          <p:cNvSpPr/>
          <p:nvPr/>
        </p:nvSpPr>
        <p:spPr>
          <a:xfrm>
            <a:off x="4311396" y="2420112"/>
            <a:ext cx="3488436" cy="2087880"/>
          </a:xfrm>
          <a:prstGeom prst="roundRect">
            <a:avLst>
              <a:gd name="adj" fmla="val 3504"/>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475988" y="2557272"/>
            <a:ext cx="457200" cy="457200"/>
          </a:xfrm>
          <a:prstGeom prst="ellipse">
            <a:avLst/>
          </a:prstGeom>
          <a:solidFill>
            <a:srgbClr val="6E4A9E"/>
          </a:solidFill>
          <a:ln w="12700">
            <a:solidFill>
              <a:srgbClr val="FFFFFF">
                <a:alpha val="0"/>
              </a:srgbClr>
            </a:solidFill>
            <a:prstDash val="solid"/>
          </a:ln>
        </p:spPr>
      </p:sp>
      <p:sp>
        <p:nvSpPr>
          <p:cNvPr id="14" name="Text 11"/>
          <p:cNvSpPr txBox="1"/>
          <p:nvPr/>
        </p:nvSpPr>
        <p:spPr>
          <a:xfrm>
            <a:off x="4475988"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2"/>
          <p:cNvSpPr txBox="1"/>
          <p:nvPr/>
        </p:nvSpPr>
        <p:spPr>
          <a:xfrm>
            <a:off x="5088636" y="2511552"/>
            <a:ext cx="2574036" cy="1905000"/>
          </a:xfrm>
          <a:prstGeom prst="rect">
            <a:avLst/>
          </a:prstGeom>
          <a:noFill/>
          <a:ln/>
        </p:spPr>
        <p:txBody>
          <a:bodyPr wrap="square" lIns="0" tIns="0" rIns="0" bIns="0" rtlCol="0" anchor="ctr"/>
          <a:lstStyle/>
          <a:p>
            <a:pPr algn="l" indent="0" marL="0">
              <a:buNone/>
            </a:pPr>
            <a:r>
              <a:rPr lang="en-US" sz="1700" b="1" dirty="0">
                <a:solidFill>
                  <a:schemeClr val="tx1"/>
                </a:solidFill>
              </a:rPr>
              <a:t>B</a:t>
            </a:r>
            <a:r>
              <a:rPr lang="en-US" sz="1700" dirty="0">
                <a:solidFill>
                  <a:schemeClr val="tx1"/>
                </a:solidFill>
              </a:rPr>
              <a:t> : remplissez la fiche ; utilisez </a:t>
            </a:r>
            <a:r>
              <a:rPr lang="en-US" sz="1700" b="1" dirty="0">
                <a:solidFill>
                  <a:schemeClr val="tx1"/>
                </a:solidFill>
              </a:rPr>
              <a:t>au moins 3 bouées différentes</a:t>
            </a:r>
            <a:r>
              <a:rPr lang="en-US" sz="1700" dirty="0">
                <a:solidFill>
                  <a:schemeClr val="tx1"/>
                </a:solidFill>
              </a:rPr>
              <a:t> ; vérifiez l’orthographe.</a:t>
            </a:r>
            <a:endParaRPr lang="en-US" sz="1700" dirty="0"/>
          </a:p>
        </p:txBody>
      </p:sp>
      <p:sp>
        <p:nvSpPr>
          <p:cNvPr id="16" name="Shape 13"/>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7" name="Text 14"/>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8" name="Text 15"/>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Hoe heet je? · Waar woon je? · Hoe oud ben je? · Welke talen spreek je? · </a:t>
            </a:r>
            <a:r>
              <a:rPr lang="en-US" sz="1600" b="1" i="1" dirty="0">
                <a:solidFill>
                  <a:schemeClr val="tx1"/>
                </a:solidFill>
              </a:rPr>
              <a:t>Kan je even herhalen? · Kan je wat trager spreken? · Kan je het laatste woord spellen?</a:t>
            </a:r>
            <a:r>
              <a:rPr lang="en-US" sz="1600" i="1" dirty="0">
                <a:solidFill>
                  <a:schemeClr val="tx1"/>
                </a:solidFill>
              </a:rPr>
              <a:t> · Hoe schrijf je dat? · Met dubbele…? · Dank je wel! · Aangenaam!</a:t>
            </a:r>
            <a:endParaRPr lang="en-US" sz="1600" dirty="0"/>
          </a:p>
        </p:txBody>
      </p:sp>
      <p:sp>
        <p:nvSpPr>
          <p:cNvPr id="19" name="Shape 16"/>
          <p:cNvSpPr/>
          <p:nvPr/>
        </p:nvSpPr>
        <p:spPr>
          <a:xfrm>
            <a:off x="8074152" y="1481328"/>
            <a:ext cx="3566160" cy="2148840"/>
          </a:xfrm>
          <a:prstGeom prst="roundRect">
            <a:avLst>
              <a:gd name="adj" fmla="val 1702"/>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8074152" y="1481328"/>
            <a:ext cx="3566160" cy="502920"/>
          </a:xfrm>
          <a:prstGeom prst="roundRect">
            <a:avLst>
              <a:gd name="adj" fmla="val 7273"/>
            </a:avLst>
          </a:prstGeom>
          <a:solidFill>
            <a:schemeClr val="accent3"/>
          </a:solidFill>
          <a:ln w="12700">
            <a:solidFill>
              <a:srgbClr val="FFFFFF">
                <a:alpha val="0"/>
              </a:srgbClr>
            </a:solidFill>
            <a:prstDash val="solid"/>
          </a:ln>
        </p:spPr>
      </p:sp>
      <p:sp>
        <p:nvSpPr>
          <p:cNvPr id="21" name="Text 18"/>
          <p:cNvSpPr txBox="1"/>
          <p:nvPr/>
        </p:nvSpPr>
        <p:spPr>
          <a:xfrm>
            <a:off x="8211312" y="1481328"/>
            <a:ext cx="3291840" cy="502920"/>
          </a:xfrm>
          <a:prstGeom prst="rect">
            <a:avLst/>
          </a:prstGeom>
          <a:noFill/>
          <a:ln/>
        </p:spPr>
        <p:txBody>
          <a:bodyPr wrap="square" lIns="0" tIns="0" rIns="0" bIns="0" rtlCol="0" anchor="ctr"/>
          <a:lstStyle/>
          <a:p>
            <a:pPr algn="l" indent="0" marL="0">
              <a:buNone/>
            </a:pPr>
            <a:r>
              <a:rPr lang="en-US" sz="1300" b="1" dirty="0">
                <a:solidFill>
                  <a:schemeClr val="bg1"/>
                </a:solidFill>
              </a:rPr>
              <a:t>FICHE · KENNISMAKING</a:t>
            </a:r>
            <a:endParaRPr lang="en-US" sz="1300" dirty="0"/>
          </a:p>
        </p:txBody>
      </p:sp>
      <p:sp>
        <p:nvSpPr>
          <p:cNvPr id="22" name="Text 19"/>
          <p:cNvSpPr txBox="1"/>
          <p:nvPr/>
        </p:nvSpPr>
        <p:spPr>
          <a:xfrm>
            <a:off x="8211312" y="2121408"/>
            <a:ext cx="1711757" cy="292608"/>
          </a:xfrm>
          <a:prstGeom prst="rect">
            <a:avLst/>
          </a:prstGeom>
          <a:noFill/>
          <a:ln/>
        </p:spPr>
        <p:txBody>
          <a:bodyPr wrap="square" lIns="0" tIns="0" rIns="0" bIns="0" rtlCol="0" anchor="ctr"/>
          <a:lstStyle/>
          <a:p>
            <a:pPr algn="l" indent="0" marL="0">
              <a:buNone/>
            </a:pPr>
            <a:r>
              <a:rPr lang="en-US" sz="1200" dirty="0">
                <a:solidFill>
                  <a:schemeClr val="accent5"/>
                </a:solidFill>
              </a:rPr>
              <a:t>Voornaam</a:t>
            </a:r>
            <a:endParaRPr lang="en-US" sz="1200" dirty="0"/>
          </a:p>
        </p:txBody>
      </p:sp>
      <p:sp>
        <p:nvSpPr>
          <p:cNvPr id="23" name="Shape 20"/>
          <p:cNvSpPr/>
          <p:nvPr/>
        </p:nvSpPr>
        <p:spPr>
          <a:xfrm>
            <a:off x="9857232" y="2322576"/>
            <a:ext cx="1645920" cy="914"/>
          </a:xfrm>
          <a:prstGeom prst="line">
            <a:avLst/>
          </a:prstGeom>
          <a:noFill/>
          <a:ln w="12700">
            <a:solidFill>
              <a:srgbClr val="B8C2CF"/>
            </a:solidFill>
            <a:prstDash val="sysDot"/>
          </a:ln>
        </p:spPr>
      </p:sp>
      <p:sp>
        <p:nvSpPr>
          <p:cNvPr id="24" name="Text 21"/>
          <p:cNvSpPr txBox="1"/>
          <p:nvPr/>
        </p:nvSpPr>
        <p:spPr>
          <a:xfrm>
            <a:off x="8211312" y="2414016"/>
            <a:ext cx="1711757" cy="292608"/>
          </a:xfrm>
          <a:prstGeom prst="rect">
            <a:avLst/>
          </a:prstGeom>
          <a:noFill/>
          <a:ln/>
        </p:spPr>
        <p:txBody>
          <a:bodyPr wrap="square" lIns="0" tIns="0" rIns="0" bIns="0" rtlCol="0" anchor="ctr"/>
          <a:lstStyle/>
          <a:p>
            <a:pPr algn="l" indent="0" marL="0">
              <a:buNone/>
            </a:pPr>
            <a:r>
              <a:rPr lang="en-US" sz="1200" dirty="0">
                <a:solidFill>
                  <a:schemeClr val="accent5"/>
                </a:solidFill>
              </a:rPr>
              <a:t>Familienaam</a:t>
            </a:r>
            <a:endParaRPr lang="en-US" sz="1200" dirty="0"/>
          </a:p>
        </p:txBody>
      </p:sp>
      <p:sp>
        <p:nvSpPr>
          <p:cNvPr id="25" name="Shape 22"/>
          <p:cNvSpPr/>
          <p:nvPr/>
        </p:nvSpPr>
        <p:spPr>
          <a:xfrm>
            <a:off x="9857232" y="2615184"/>
            <a:ext cx="1645920" cy="914"/>
          </a:xfrm>
          <a:prstGeom prst="line">
            <a:avLst/>
          </a:prstGeom>
          <a:noFill/>
          <a:ln w="12700">
            <a:solidFill>
              <a:srgbClr val="B8C2CF"/>
            </a:solidFill>
            <a:prstDash val="sysDot"/>
          </a:ln>
        </p:spPr>
      </p:sp>
      <p:sp>
        <p:nvSpPr>
          <p:cNvPr id="26" name="Text 23"/>
          <p:cNvSpPr txBox="1"/>
          <p:nvPr/>
        </p:nvSpPr>
        <p:spPr>
          <a:xfrm>
            <a:off x="8211312" y="2706624"/>
            <a:ext cx="1711757" cy="292608"/>
          </a:xfrm>
          <a:prstGeom prst="rect">
            <a:avLst/>
          </a:prstGeom>
          <a:noFill/>
          <a:ln/>
        </p:spPr>
        <p:txBody>
          <a:bodyPr wrap="square" lIns="0" tIns="0" rIns="0" bIns="0" rtlCol="0" anchor="ctr"/>
          <a:lstStyle/>
          <a:p>
            <a:pPr algn="l" indent="0" marL="0">
              <a:buNone/>
            </a:pPr>
            <a:r>
              <a:rPr lang="en-US" sz="1200" dirty="0">
                <a:solidFill>
                  <a:schemeClr val="accent5"/>
                </a:solidFill>
              </a:rPr>
              <a:t>Woonplaats</a:t>
            </a:r>
            <a:endParaRPr lang="en-US" sz="1200" dirty="0"/>
          </a:p>
        </p:txBody>
      </p:sp>
      <p:sp>
        <p:nvSpPr>
          <p:cNvPr id="27" name="Shape 24"/>
          <p:cNvSpPr/>
          <p:nvPr/>
        </p:nvSpPr>
        <p:spPr>
          <a:xfrm>
            <a:off x="9857232" y="2907792"/>
            <a:ext cx="1645920" cy="914"/>
          </a:xfrm>
          <a:prstGeom prst="line">
            <a:avLst/>
          </a:prstGeom>
          <a:noFill/>
          <a:ln w="12700">
            <a:solidFill>
              <a:srgbClr val="B8C2CF"/>
            </a:solidFill>
            <a:prstDash val="sysDot"/>
          </a:ln>
        </p:spPr>
      </p:sp>
      <p:sp>
        <p:nvSpPr>
          <p:cNvPr id="28" name="Text 25"/>
          <p:cNvSpPr txBox="1"/>
          <p:nvPr/>
        </p:nvSpPr>
        <p:spPr>
          <a:xfrm>
            <a:off x="8211312" y="2999232"/>
            <a:ext cx="1711757" cy="292608"/>
          </a:xfrm>
          <a:prstGeom prst="rect">
            <a:avLst/>
          </a:prstGeom>
          <a:noFill/>
          <a:ln/>
        </p:spPr>
        <p:txBody>
          <a:bodyPr wrap="square" lIns="0" tIns="0" rIns="0" bIns="0" rtlCol="0" anchor="ctr"/>
          <a:lstStyle/>
          <a:p>
            <a:pPr algn="l" indent="0" marL="0">
              <a:buNone/>
            </a:pPr>
            <a:r>
              <a:rPr lang="en-US" sz="1200" dirty="0">
                <a:solidFill>
                  <a:schemeClr val="accent5"/>
                </a:solidFill>
              </a:rPr>
              <a:t>Leeftijd</a:t>
            </a:r>
            <a:endParaRPr lang="en-US" sz="1200" dirty="0"/>
          </a:p>
        </p:txBody>
      </p:sp>
      <p:sp>
        <p:nvSpPr>
          <p:cNvPr id="29" name="Shape 26"/>
          <p:cNvSpPr/>
          <p:nvPr/>
        </p:nvSpPr>
        <p:spPr>
          <a:xfrm>
            <a:off x="9857232" y="3200400"/>
            <a:ext cx="1645920" cy="914"/>
          </a:xfrm>
          <a:prstGeom prst="line">
            <a:avLst/>
          </a:prstGeom>
          <a:noFill/>
          <a:ln w="12700">
            <a:solidFill>
              <a:srgbClr val="B8C2CF"/>
            </a:solidFill>
            <a:prstDash val="sysDot"/>
          </a:ln>
        </p:spPr>
      </p:sp>
      <p:sp>
        <p:nvSpPr>
          <p:cNvPr id="30" name="Text 27"/>
          <p:cNvSpPr txBox="1"/>
          <p:nvPr/>
        </p:nvSpPr>
        <p:spPr>
          <a:xfrm>
            <a:off x="8211312" y="3291840"/>
            <a:ext cx="1711757" cy="292608"/>
          </a:xfrm>
          <a:prstGeom prst="rect">
            <a:avLst/>
          </a:prstGeom>
          <a:noFill/>
          <a:ln/>
        </p:spPr>
        <p:txBody>
          <a:bodyPr wrap="square" lIns="0" tIns="0" rIns="0" bIns="0" rtlCol="0" anchor="ctr"/>
          <a:lstStyle/>
          <a:p>
            <a:pPr algn="l" indent="0" marL="0">
              <a:buNone/>
            </a:pPr>
            <a:r>
              <a:rPr lang="en-US" sz="1200" dirty="0">
                <a:solidFill>
                  <a:schemeClr val="accent5"/>
                </a:solidFill>
              </a:rPr>
              <a:t>Talen</a:t>
            </a:r>
            <a:endParaRPr lang="en-US" sz="1200" dirty="0"/>
          </a:p>
        </p:txBody>
      </p:sp>
      <p:sp>
        <p:nvSpPr>
          <p:cNvPr id="31" name="Shape 28"/>
          <p:cNvSpPr/>
          <p:nvPr/>
        </p:nvSpPr>
        <p:spPr>
          <a:xfrm>
            <a:off x="9857232" y="3493008"/>
            <a:ext cx="1645920" cy="914"/>
          </a:xfrm>
          <a:prstGeom prst="line">
            <a:avLst/>
          </a:prstGeom>
          <a:noFill/>
          <a:ln w="12700">
            <a:solidFill>
              <a:srgbClr val="B8C2CF"/>
            </a:solidFill>
            <a:prstDash val="sysDot"/>
          </a:ln>
        </p:spPr>
      </p:sp>
      <p:sp>
        <p:nvSpPr>
          <p:cNvPr id="32" name="Text 29"/>
          <p:cNvSpPr txBox="1"/>
          <p:nvPr/>
        </p:nvSpPr>
        <p:spPr>
          <a:xfrm>
            <a:off x="8074152" y="3767328"/>
            <a:ext cx="3566160" cy="274320"/>
          </a:xfrm>
          <a:prstGeom prst="rect">
            <a:avLst/>
          </a:prstGeom>
          <a:noFill/>
          <a:ln/>
        </p:spPr>
        <p:txBody>
          <a:bodyPr wrap="square" lIns="0" tIns="0" rIns="0" bIns="0" rtlCol="0" anchor="t"/>
          <a:lstStyle/>
          <a:p>
            <a:pPr algn="l" indent="0" marL="0">
              <a:buNone/>
            </a:pPr>
            <a:r>
              <a:rPr lang="en-US" sz="1100" b="1" spc="100" kern="0" dirty="0">
                <a:solidFill>
                  <a:schemeClr val="accent5"/>
                </a:solidFill>
              </a:rPr>
              <a:t>CARTES-IDENTITÉS (A)</a:t>
            </a:r>
            <a:endParaRPr lang="en-US" sz="1100" dirty="0"/>
          </a:p>
        </p:txBody>
      </p:sp>
      <p:sp>
        <p:nvSpPr>
          <p:cNvPr id="33" name="Shape 30"/>
          <p:cNvSpPr/>
          <p:nvPr/>
        </p:nvSpPr>
        <p:spPr>
          <a:xfrm>
            <a:off x="8074152" y="4087368"/>
            <a:ext cx="3566160" cy="640080"/>
          </a:xfrm>
          <a:prstGeom prst="roundRect">
            <a:avLst>
              <a:gd name="adj" fmla="val 11429"/>
            </a:avLst>
          </a:prstGeom>
          <a:solidFill>
            <a:srgbClr val="FFFFFF"/>
          </a:solidFill>
          <a:ln w="15875">
            <a:solidFill>
              <a:srgbClr val="D9700F"/>
            </a:solidFill>
            <a:prstDash val="solid"/>
          </a:ln>
        </p:spPr>
      </p:sp>
      <p:pic>
        <p:nvPicPr>
          <p:cNvPr id="34" name="Image 0" descr="man">    </p:cNvPr>
          <p:cNvPicPr>
            <a:picLocks noChangeAspect="1"/>
          </p:cNvPicPr>
          <p:nvPr/>
        </p:nvPicPr>
        <p:blipFill>
          <a:blip r:embed="rId1"/>
          <a:stretch>
            <a:fillRect/>
          </a:stretch>
        </p:blipFill>
        <p:spPr>
          <a:xfrm>
            <a:off x="8165592" y="4178808"/>
            <a:ext cx="457200" cy="457200"/>
          </a:xfrm>
          <a:prstGeom prst="rect">
            <a:avLst/>
          </a:prstGeom>
        </p:spPr>
      </p:pic>
      <p:sp>
        <p:nvSpPr>
          <p:cNvPr id="35" name="Text 31"/>
          <p:cNvSpPr txBox="1"/>
          <p:nvPr/>
        </p:nvSpPr>
        <p:spPr>
          <a:xfrm>
            <a:off x="8714232" y="4087368"/>
            <a:ext cx="2834640" cy="640080"/>
          </a:xfrm>
          <a:prstGeom prst="rect">
            <a:avLst/>
          </a:prstGeom>
          <a:noFill/>
          <a:ln/>
        </p:spPr>
        <p:txBody>
          <a:bodyPr wrap="square" lIns="0" tIns="0" rIns="0" bIns="0" rtlCol="0" anchor="ctr"/>
          <a:lstStyle/>
          <a:p>
            <a:pPr algn="l" indent="0" marL="0">
              <a:buNone/>
            </a:pPr>
            <a:r>
              <a:rPr lang="en-US" sz="1100" b="1" dirty="0">
                <a:solidFill>
                  <a:schemeClr val="tx1"/>
                </a:solidFill>
              </a:rPr>
              <a:t>Jeroen Wuyts</a:t>
            </a:r>
            <a:endParaRPr lang="en-US" sz="1100" dirty="0"/>
          </a:p>
          <a:p>
            <a:pPr algn="l" indent="0" marL="0">
              <a:buNone/>
            </a:pPr>
            <a:r>
              <a:rPr lang="en-US" sz="1100" dirty="0">
                <a:solidFill>
                  <a:schemeClr val="tx1"/>
                </a:solidFill>
              </a:rPr>
              <a:t>Ieper · 28 jaar · Nederlands en Engels</a:t>
            </a:r>
            <a:endParaRPr lang="en-US" sz="1100" dirty="0"/>
          </a:p>
        </p:txBody>
      </p:sp>
      <p:sp>
        <p:nvSpPr>
          <p:cNvPr id="36" name="Shape 32"/>
          <p:cNvSpPr/>
          <p:nvPr/>
        </p:nvSpPr>
        <p:spPr>
          <a:xfrm>
            <a:off x="8074152" y="4818888"/>
            <a:ext cx="3566160" cy="640080"/>
          </a:xfrm>
          <a:prstGeom prst="roundRect">
            <a:avLst>
              <a:gd name="adj" fmla="val 11429"/>
            </a:avLst>
          </a:prstGeom>
          <a:solidFill>
            <a:srgbClr val="FFFFFF"/>
          </a:solidFill>
          <a:ln w="15875">
            <a:solidFill>
              <a:srgbClr val="D9700F"/>
            </a:solidFill>
            <a:prstDash val="solid"/>
          </a:ln>
        </p:spPr>
      </p:sp>
      <p:pic>
        <p:nvPicPr>
          <p:cNvPr id="37" name="Image 1" descr="woman">    </p:cNvPr>
          <p:cNvPicPr>
            <a:picLocks noChangeAspect="1"/>
          </p:cNvPicPr>
          <p:nvPr/>
        </p:nvPicPr>
        <p:blipFill>
          <a:blip r:embed="rId2"/>
          <a:stretch>
            <a:fillRect/>
          </a:stretch>
        </p:blipFill>
        <p:spPr>
          <a:xfrm>
            <a:off x="8165592" y="4910328"/>
            <a:ext cx="457200" cy="457200"/>
          </a:xfrm>
          <a:prstGeom prst="rect">
            <a:avLst/>
          </a:prstGeom>
        </p:spPr>
      </p:pic>
      <p:sp>
        <p:nvSpPr>
          <p:cNvPr id="38" name="Text 33"/>
          <p:cNvSpPr txBox="1"/>
          <p:nvPr/>
        </p:nvSpPr>
        <p:spPr>
          <a:xfrm>
            <a:off x="8714232" y="4818888"/>
            <a:ext cx="2834640" cy="640080"/>
          </a:xfrm>
          <a:prstGeom prst="rect">
            <a:avLst/>
          </a:prstGeom>
          <a:noFill/>
          <a:ln/>
        </p:spPr>
        <p:txBody>
          <a:bodyPr wrap="square" lIns="0" tIns="0" rIns="0" bIns="0" rtlCol="0" anchor="ctr"/>
          <a:lstStyle/>
          <a:p>
            <a:pPr algn="l" indent="0" marL="0">
              <a:buNone/>
            </a:pPr>
            <a:r>
              <a:rPr lang="en-US" sz="1100" b="1" dirty="0">
                <a:solidFill>
                  <a:schemeClr val="tx1"/>
                </a:solidFill>
              </a:rPr>
              <a:t>Lieve Huysmans</a:t>
            </a:r>
            <a:endParaRPr lang="en-US" sz="1100" dirty="0"/>
          </a:p>
          <a:p>
            <a:pPr algn="l" indent="0" marL="0">
              <a:buNone/>
            </a:pPr>
            <a:r>
              <a:rPr lang="en-US" sz="1100" dirty="0">
                <a:solidFill>
                  <a:schemeClr val="tx1"/>
                </a:solidFill>
              </a:rPr>
              <a:t>Kortrijk · 35 jaar · Nederlands en Frans</a:t>
            </a:r>
            <a:endParaRPr lang="en-US" sz="1100" dirty="0"/>
          </a:p>
        </p:txBody>
      </p:sp>
      <p:sp>
        <p:nvSpPr>
          <p:cNvPr id="39" name="Shape 34"/>
          <p:cNvSpPr/>
          <p:nvPr/>
        </p:nvSpPr>
        <p:spPr>
          <a:xfrm>
            <a:off x="8074152" y="5550408"/>
            <a:ext cx="3566160" cy="640080"/>
          </a:xfrm>
          <a:prstGeom prst="roundRect">
            <a:avLst>
              <a:gd name="adj" fmla="val 11429"/>
            </a:avLst>
          </a:prstGeom>
          <a:solidFill>
            <a:srgbClr val="FFFFFF"/>
          </a:solidFill>
          <a:ln w="15875">
            <a:solidFill>
              <a:srgbClr val="D9700F"/>
            </a:solidFill>
            <a:prstDash val="solid"/>
          </a:ln>
        </p:spPr>
      </p:sp>
      <p:pic>
        <p:nvPicPr>
          <p:cNvPr id="40" name="Image 2" descr="man office worker">    </p:cNvPr>
          <p:cNvPicPr>
            <a:picLocks noChangeAspect="1"/>
          </p:cNvPicPr>
          <p:nvPr/>
        </p:nvPicPr>
        <p:blipFill>
          <a:blip r:embed="rId3"/>
          <a:stretch>
            <a:fillRect/>
          </a:stretch>
        </p:blipFill>
        <p:spPr>
          <a:xfrm>
            <a:off x="8165592" y="5641848"/>
            <a:ext cx="457200" cy="457200"/>
          </a:xfrm>
          <a:prstGeom prst="rect">
            <a:avLst/>
          </a:prstGeom>
        </p:spPr>
      </p:pic>
      <p:sp>
        <p:nvSpPr>
          <p:cNvPr id="41" name="Text 35"/>
          <p:cNvSpPr txBox="1"/>
          <p:nvPr/>
        </p:nvSpPr>
        <p:spPr>
          <a:xfrm>
            <a:off x="8714232" y="5550408"/>
            <a:ext cx="2834640" cy="640080"/>
          </a:xfrm>
          <a:prstGeom prst="rect">
            <a:avLst/>
          </a:prstGeom>
          <a:noFill/>
          <a:ln/>
        </p:spPr>
        <p:txBody>
          <a:bodyPr wrap="square" lIns="0" tIns="0" rIns="0" bIns="0" rtlCol="0" anchor="ctr"/>
          <a:lstStyle/>
          <a:p>
            <a:pPr algn="l" indent="0" marL="0">
              <a:buNone/>
            </a:pPr>
            <a:r>
              <a:rPr lang="en-US" sz="1100" b="1" dirty="0">
                <a:solidFill>
                  <a:schemeClr val="tx1"/>
                </a:solidFill>
              </a:rPr>
              <a:t>Bram Uyttendaele</a:t>
            </a:r>
            <a:endParaRPr lang="en-US" sz="1100" dirty="0"/>
          </a:p>
          <a:p>
            <a:pPr algn="l" indent="0" marL="0">
              <a:buNone/>
            </a:pPr>
            <a:r>
              <a:rPr lang="en-US" sz="1100" dirty="0">
                <a:solidFill>
                  <a:schemeClr val="tx1"/>
                </a:solidFill>
              </a:rPr>
              <a:t>Gent · 41 jaar · Nederlands en Duits</a:t>
            </a:r>
            <a:endParaRPr lang="en-US" sz="1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Demandez « Ça va ? » et répondez en renvoyant la balle.</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Vous n’avez pas compris le nom de votre voisin·e. Que dites-vous ?</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Écrivez 3 blocs pour vous présenter.</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Comprendre</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Me présenter</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Me dépanner</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Book">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Devoir : mon carnet de blocs</a:t>
            </a:r>
            <a:r>
              <a:rPr lang="en-US" sz="1800" dirty="0">
                <a:solidFill>
                  <a:schemeClr val="bg1"/>
                </a:solidFill>
              </a:rPr>
              <a:t> — notez les blocs du jour + 3 nouveaux blocs cette semaine.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Chunks! — Apprendre par blocs de mots</dc:title>
  <dc:subject>Néerlandais 1 — Langue en situation, en milieu professionnel</dc:subject>
  <dc:creator>A. Jouniaux</dc:creator>
  <cp:lastModifiedBy>A. Jouniaux</cp:lastModifiedBy>
  <cp:revision>1</cp:revision>
  <dcterms:created xsi:type="dcterms:W3CDTF">2026-10-06T11:50:11Z</dcterms:created>
  <dcterms:modified xsi:type="dcterms:W3CDTF">2026-10-06T11:50:11Z</dcterms:modified>
</cp:coreProperties>
</file>
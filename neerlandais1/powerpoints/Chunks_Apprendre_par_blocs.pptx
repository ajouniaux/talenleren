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52fd5dd-1267-2e0f-1d74-4ebea8f024bf}">
          <p14:sldIdLst>
            <p14:sldId id="256"/>
          </p14:sldIdLst>
        </p14:section>
        <p14:section name="Découvrir" id="{e6d32c29-d5e7-8b1d-23ca-e32be9af6ef3}">
          <p14:sldIdLst>
            <p14:sldId id="257"/>
            <p14:sldId id="258"/>
          </p14:sldIdLst>
        </p14:section>
        <p14:section name="Comprendre" id="{e4d258cf-d5e3-be83-f7ad-c83d6b440178}">
          <p14:sldIdLst>
            <p14:sldId id="259"/>
            <p14:sldId id="260"/>
            <p14:sldId id="261"/>
            <p14:sldId id="262"/>
            <p14:sldId id="263"/>
            <p14:sldId id="264"/>
            <p14:sldId id="265"/>
            <p14:sldId id="266"/>
            <p14:sldId id="267"/>
            <p14:sldId id="268"/>
            <p14:sldId id="269"/>
            <p14:sldId id="270"/>
            <p14:sldId id="271"/>
          </p14:sldIdLst>
        </p14:section>
        <p14:section name="JIJ NU ! — Oefeningen" id="{965e2cf0-f636-18c0-d8b8-05378eb0e776}">
          <p14:sldIdLst>
            <p14:sldId id="272"/>
            <p14:sldId id="273"/>
            <p14:sldId id="274"/>
            <p14:sldId id="275"/>
            <p14:sldId id="276"/>
            <p14:sldId id="277"/>
            <p14:sldId id="278"/>
            <p14:sldId id="279"/>
            <p14:sldId id="280"/>
            <p14:sldId id="281"/>
            <p14:sldId id="282"/>
            <p14:sldId id="283"/>
          </p14:sldIdLst>
        </p14:section>
        <p14:section name="Clôture" id="{bfe772bd-ca71-66da-86c1-ddaced807211}">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2026-10-05T11:26:01Z</dcterms:created>
  <dcterms:modified xsi:type="dcterms:W3CDTF">2026-10-05T11:26:01Z</dcterms:modified>
</cp:coreProperties>
</file>
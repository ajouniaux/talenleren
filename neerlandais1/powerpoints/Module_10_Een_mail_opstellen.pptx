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7653785-5a67-2a3d-272e-cdf60eaae4a6}">
          <p14:sldIdLst>
            <p14:sldId id="256"/>
          </p14:sldIdLst>
        </p14:section>
        <p14:section name="Découvrir" id="{519fecdf-1d8b-96d2-241a-1a2a71be670d}">
          <p14:sldIdLst>
            <p14:sldId id="257"/>
            <p14:sldId id="258"/>
            <p14:sldId id="259"/>
          </p14:sldIdLst>
        </p14:section>
        <p14:section name="Comprendre" id="{5be27e41-abd3-992a-1c5a-f50ead8ad9ad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df70dda4-2246-74e0-f694-a54590b3dd12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ef4ec27c-bef8-2104-40fc-44f7dce5120e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Koopzo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Koopzo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2026-10-05T15:46:43Z</dcterms:created>
  <dcterms:modified xsi:type="dcterms:W3CDTF">2026-10-05T15:46:43Z</dcterms:modified>
</cp:coreProperties>
</file>
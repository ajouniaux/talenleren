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646d040-ed4d-463e-7c0f-9d78e48438c7}">
          <p14:sldIdLst>
            <p14:sldId id="256"/>
          </p14:sldIdLst>
        </p14:section>
        <p14:section name="Découvrir" id="{066a9f91-a6bd-fd68-71f2-f1f0684da338}">
          <p14:sldIdLst>
            <p14:sldId id="257"/>
            <p14:sldId id="258"/>
            <p14:sldId id="259"/>
          </p14:sldIdLst>
        </p14:section>
        <p14:section name="Comprendre" id="{03b8a698-1905-a712-c7a1-c609aefb6b87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13115117-f793-f24b-1020-97146129f03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e2487b3b-76b7-ee39-ae86-f1e83fd7c406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Bolero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15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Bolero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2026-10-04T11:19:41Z</dcterms:created>
  <dcterms:modified xsi:type="dcterms:W3CDTF">2026-10-04T11:19:41Z</dcterms:modified>
</cp:coreProperties>
</file>
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b349cee-2d79-0f64-7fed-97454a11a492}">
          <p14:sldIdLst>
            <p14:sldId id="256"/>
          </p14:sldIdLst>
        </p14:section>
        <p14:section name="Découvrir" id="{6f098c52-228c-295e-52ac-640107e193a0}">
          <p14:sldIdLst>
            <p14:sldId id="257"/>
            <p14:sldId id="258"/>
            <p14:sldId id="259"/>
          </p14:sldIdLst>
        </p14:section>
        <p14:section name="Comprendre" id="{ccaf5011-5dad-9aa8-b26c-108187a6f036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2dd41d47-a950-2da4-eed8-3776a5688a8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ce0362c6-6f2d-4b70-8baf-5c8525f3bcbb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Koopzo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Koopzo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2026-10-05T10:24:02Z</dcterms:created>
  <dcterms:modified xsi:type="dcterms:W3CDTF">2026-10-05T10:24:02Z</dcterms:modified>
</cp:coreProperties>
</file>
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73d6f65-fc99-9f49-f94d-9a633d9862a7}">
          <p14:sldIdLst>
            <p14:sldId id="256"/>
          </p14:sldIdLst>
        </p14:section>
        <p14:section name="Découvrir" id="{1d27f842-1e73-9a8b-9608-14710f954320}">
          <p14:sldIdLst>
            <p14:sldId id="257"/>
            <p14:sldId id="258"/>
            <p14:sldId id="259"/>
          </p14:sldIdLst>
        </p14:section>
        <p14:section name="Comprendre" id="{3836b2f8-dbde-f0ef-d725-da57112d3156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202ef4bc-421c-ee9a-037f-95b973a7516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8e1c4ced-7bf0-e3d2-8dfc-69e74041de1f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Koopzo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Koopzo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2026-10-06T08:28:14Z</dcterms:created>
  <dcterms:modified xsi:type="dcterms:W3CDTF">2026-10-06T08:28:14Z</dcterms:modified>
</cp:coreProperties>
</file>
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7f636e0-2fac-a0f0-871d-5ee5af208c07}">
          <p14:sldIdLst>
            <p14:sldId id="256"/>
          </p14:sldIdLst>
        </p14:section>
        <p14:section name="Découvrir" id="{44bdead7-ba9f-366a-bf56-06bd9c0faf59}">
          <p14:sldIdLst>
            <p14:sldId id="257"/>
            <p14:sldId id="258"/>
            <p14:sldId id="259"/>
          </p14:sldIdLst>
        </p14:section>
        <p14:section name="Comprendre" id="{3c968b91-3155-41df-72ee-95bd38a4ef0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5c63c34-5296-0c4f-f392-b8277b5e20a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99fa506d-c202-c2b2-6d71-6820b2bb336e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2026-10-05T10:51:17Z</dcterms:created>
  <dcterms:modified xsi:type="dcterms:W3CDTF">2026-10-05T10:51:17Z</dcterms:modified>
</cp:coreProperties>
</file>
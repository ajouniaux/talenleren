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c0a8411-6d2b-258a-6d44-40128ac10148}">
          <p14:sldIdLst>
            <p14:sldId id="256"/>
          </p14:sldIdLst>
        </p14:section>
        <p14:section name="Découvrir" id="{40888c50-0c95-b7bc-2a99-6019b370e23c}">
          <p14:sldIdLst>
            <p14:sldId id="257"/>
            <p14:sldId id="258"/>
            <p14:sldId id="259"/>
          </p14:sldIdLst>
        </p14:section>
        <p14:section name="Comprendre" id="{20cd233f-bd9a-3f30-da54-d95bfd09ef31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8ff7811d-ef14-63e0-dbeb-cf887c3c9fa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33743c47-4a8c-d643-b1a1-9b263a2bf545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2026-10-05T07:24:42Z</dcterms:created>
  <dcterms:modified xsi:type="dcterms:W3CDTF">2026-10-05T07:24:42Z</dcterms:modified>
</cp:coreProperties>
</file>
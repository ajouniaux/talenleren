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de8dc9d-9cd8-abfd-c47e-f1cc5432d600}">
          <p14:sldIdLst>
            <p14:sldId id="256"/>
          </p14:sldIdLst>
        </p14:section>
        <p14:section name="Découvrir" id="{9c357161-1278-e8f7-bf5f-cf5634a30fa4}">
          <p14:sldIdLst>
            <p14:sldId id="257"/>
            <p14:sldId id="258"/>
            <p14:sldId id="259"/>
          </p14:sldIdLst>
        </p14:section>
        <p14:section name="Comprendre" id="{058a7c55-9c7f-4db4-eca8-888ae2e17c62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3458fb03-11f0-8bed-3286-cd62487747f5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d0c73b51-c288-9c5c-f27d-a306fa8b70ea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Bolero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en Néerlandais 2.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en Néerlandais 2.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parcours Néerlandais 1.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En Néerlandais 2 : le passé, les relatives, om … te, l'adjectif et les autres conjonctions.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10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Bolero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parcours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Néerlandais 1 is klaar.</a:t>
            </a:r>
            <a:r>
              <a:rPr lang="en-US" sz="1800" dirty="0">
                <a:solidFill>
                  <a:schemeClr val="bg1"/>
                </a:solidFill>
              </a:rPr>
              <a:t> — Volgende stap : Néerlandais 2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PARCOURS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2026-10-04T07:55:12Z</dcterms:created>
  <dcterms:modified xsi:type="dcterms:W3CDTF">2026-10-04T07:55:12Z</dcterms:modified>
</cp:coreProperties>
</file>
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e553d30-a4fe-16c0-c28c-5ff8180d463a}">
          <p14:sldIdLst>
            <p14:sldId id="256"/>
          </p14:sldIdLst>
        </p14:section>
        <p14:section name="Découvrir" id="{5891ec65-cfdb-fa79-ee36-4ec517170288}">
          <p14:sldIdLst>
            <p14:sldId id="257"/>
            <p14:sldId id="258"/>
            <p14:sldId id="259"/>
          </p14:sldIdLst>
        </p14:section>
        <p14:section name="Comprendre" id="{a5795920-a913-4551-3254-84d09f31e56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04aebe37-f09a-8380-cbc3-68b147407bf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44f232ee-cca0-b64b-a208-f48994002355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2026-10-06T17:53:41Z</dcterms:created>
  <dcterms:modified xsi:type="dcterms:W3CDTF">2026-10-06T17:53:41Z</dcterms:modified>
</cp:coreProperties>
</file>
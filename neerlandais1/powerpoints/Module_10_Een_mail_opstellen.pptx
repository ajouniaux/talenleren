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d279406-81ed-70b4-7336-3a70bb32d4c4}">
          <p14:sldIdLst>
            <p14:sldId id="256"/>
          </p14:sldIdLst>
        </p14:section>
        <p14:section name="Découvrir" id="{7d7161a5-8d03-a55d-8792-c8e9c71d4168}">
          <p14:sldIdLst>
            <p14:sldId id="257"/>
            <p14:sldId id="258"/>
            <p14:sldId id="259"/>
          </p14:sldIdLst>
        </p14:section>
        <p14:section name="Comprendre" id="{b0e7928a-23d9-04cb-389b-30617896e889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a38bdfb4-f134-3bc7-7855-3d3b5a70f489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bbac1a15-3384-6440-4fdc-4ded32880d1e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Koopzo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Koopzo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2026-10-06T11:50:01Z</dcterms:created>
  <dcterms:modified xsi:type="dcterms:W3CDTF">2026-10-06T11:50:01Z</dcterms:modified>
</cp:coreProperties>
</file>
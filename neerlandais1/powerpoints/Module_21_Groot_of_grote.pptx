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36ad02b-36bd-1366-f11b-6d41888e029a}">
          <p14:sldIdLst>
            <p14:sldId id="256"/>
          </p14:sldIdLst>
        </p14:section>
        <p14:section name="Découvrir" id="{c07dbb04-29b7-5fc2-26bf-fbe238317874}">
          <p14:sldIdLst>
            <p14:sldId id="257"/>
            <p14:sldId id="258"/>
          </p14:sldIdLst>
        </p14:section>
        <p14:section name="Comprendre" id="{6272c8bd-49ea-f31e-007d-c766a2e5e2e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398f38b-2eb4-019e-661c-8293c676c4c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0eb0dec-1156-1ef0-b80c-04a1293ba98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2026-10-05T15:46:47Z</dcterms:created>
  <dcterms:modified xsi:type="dcterms:W3CDTF">2026-10-05T15:46:47Z</dcterms:modified>
</cp:coreProperties>
</file>
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37e968d-05cf-3c28-6529-1477b9317a0a}">
          <p14:sldIdLst>
            <p14:sldId id="256"/>
          </p14:sldIdLst>
        </p14:section>
        <p14:section name="Découvrir" id="{f8406eca-56cd-c6e2-7d19-ad3701791aaf}">
          <p14:sldIdLst>
            <p14:sldId id="257"/>
            <p14:sldId id="258"/>
          </p14:sldIdLst>
        </p14:section>
        <p14:section name="Comprendre" id="{2bfc88f9-cb23-4de6-7cfc-8dc41c379d2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34d610e-365e-002e-9c1c-95d2d29523b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5b4124d-dacf-11f0-7679-81566fbf4f2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2026-10-06T17:53:45Z</dcterms:created>
  <dcterms:modified xsi:type="dcterms:W3CDTF">2026-10-06T17:53:45Z</dcterms:modified>
</cp:coreProperties>
</file>
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4c6a26b-29ce-636f-bbb3-d3212b5acdc9}">
          <p14:sldIdLst>
            <p14:sldId id="256"/>
          </p14:sldIdLst>
        </p14:section>
        <p14:section name="Découvrir" id="{7b7cd385-6526-674f-5c0b-ebe9e98d4454}">
          <p14:sldIdLst>
            <p14:sldId id="257"/>
            <p14:sldId id="258"/>
          </p14:sldIdLst>
        </p14:section>
        <p14:section name="Comprendre" id="{1f34cc33-ac03-7e69-f0ec-80bf74b488f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76369af-189f-eb7c-1fd8-03cd05a5ee6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6d292fa-c3d2-9afa-e7da-46bf1eef93ac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2026-10-05T10:24:05Z</dcterms:created>
  <dcterms:modified xsi:type="dcterms:W3CDTF">2026-10-05T10:24:05Z</dcterms:modified>
</cp:coreProperties>
</file>
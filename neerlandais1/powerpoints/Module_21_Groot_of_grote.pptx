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34c1c4c-690d-6439-0da8-99cab27b901a}">
          <p14:sldIdLst>
            <p14:sldId id="256"/>
          </p14:sldIdLst>
        </p14:section>
        <p14:section name="Découvrir" id="{3689254c-ebe3-dfc9-5e64-8f743693e3de}">
          <p14:sldIdLst>
            <p14:sldId id="257"/>
            <p14:sldId id="258"/>
          </p14:sldIdLst>
        </p14:section>
        <p14:section name="Comprendre" id="{b91b1fe3-1ad6-8565-b1aa-a8e56a7bdd7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944802d-5272-f8b1-624a-965d25881af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5385cf0-a192-6cb1-26e6-c466a56c43b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2026-10-06T08:28:18Z</dcterms:created>
  <dcterms:modified xsi:type="dcterms:W3CDTF">2026-10-06T08:28:18Z</dcterms:modified>
</cp:coreProperties>
</file>
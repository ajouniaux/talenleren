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1102405-b020-bf4a-e895-da29c35507c2}">
          <p14:sldIdLst>
            <p14:sldId id="256"/>
          </p14:sldIdLst>
        </p14:section>
        <p14:section name="Découvrir" id="{014e9d48-8e79-0137-9945-19b1c1af4862}">
          <p14:sldIdLst>
            <p14:sldId id="257"/>
            <p14:sldId id="258"/>
          </p14:sldIdLst>
        </p14:section>
        <p14:section name="Comprendre" id="{236d1265-e320-dc85-9858-f84e5e295a5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ddb5a30-6958-f422-b2da-db6d8b2424b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09ea91ef-47c0-493e-ac63-07c71ec5fa4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2026-10-04T18:33:17Z</dcterms:created>
  <dcterms:modified xsi:type="dcterms:W3CDTF">2026-10-04T18:33:17Z</dcterms:modified>
</cp:coreProperties>
</file>
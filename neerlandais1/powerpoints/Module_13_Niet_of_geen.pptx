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e2b64c4-8738-0e81-3a77-1c6952a75044}">
          <p14:sldIdLst>
            <p14:sldId id="256"/>
          </p14:sldIdLst>
        </p14:section>
        <p14:section name="Découvrir" id="{86035bfb-3176-aced-59d6-ba8a4af5c51f}">
          <p14:sldIdLst>
            <p14:sldId id="257"/>
            <p14:sldId id="258"/>
          </p14:sldIdLst>
        </p14:section>
        <p14:section name="Comprendre" id="{473c53ae-9320-4546-b5ed-f4a1897f6da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34d29cdd-ca5a-c7dd-b69e-72993cd4c73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20cec125-fb7c-f37c-b673-05779224529f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2026-10-05T10:51:18Z</dcterms:created>
  <dcterms:modified xsi:type="dcterms:W3CDTF">2026-10-05T10:51:18Z</dcterms:modified>
</cp:coreProperties>
</file>
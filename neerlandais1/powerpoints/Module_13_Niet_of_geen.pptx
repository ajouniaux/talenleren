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95e0515-aad7-ae09-80d0-95b31f31134a}">
          <p14:sldIdLst>
            <p14:sldId id="256"/>
          </p14:sldIdLst>
        </p14:section>
        <p14:section name="Découvrir" id="{2ab5e9f0-dc03-e708-ae4b-f20fa2fb7611}">
          <p14:sldIdLst>
            <p14:sldId id="257"/>
            <p14:sldId id="258"/>
          </p14:sldIdLst>
        </p14:section>
        <p14:section name="Comprendre" id="{b5de0268-06c5-8403-3e7d-d549d938731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4fdcb141-f464-1a26-1d88-fd92f42d1c3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6eb13b54-190a-5de5-33ac-c88b4ba7f99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2026-10-05T06:01:40Z</dcterms:created>
  <dcterms:modified xsi:type="dcterms:W3CDTF">2026-10-05T06:01:40Z</dcterms:modified>
</cp:coreProperties>
</file>
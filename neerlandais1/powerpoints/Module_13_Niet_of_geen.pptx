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bc967a8-dd66-5e2d-785c-49d98c01046d}">
          <p14:sldIdLst>
            <p14:sldId id="256"/>
          </p14:sldIdLst>
        </p14:section>
        <p14:section name="Découvrir" id="{190dc89e-70dc-eee1-8e3f-26887084f8a5}">
          <p14:sldIdLst>
            <p14:sldId id="257"/>
            <p14:sldId id="258"/>
          </p14:sldIdLst>
        </p14:section>
        <p14:section name="Comprendre" id="{acd6667b-0aab-6fc2-d433-f3740df90e3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20564d6b-48d3-c58f-5099-aa1e7d57466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fe1c8e97-088f-d9a3-c4aa-f2c534767376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2026-10-04T12:06:12Z</dcterms:created>
  <dcterms:modified xsi:type="dcterms:W3CDTF">2026-10-04T12:06:12Z</dcterms:modified>
</cp:coreProperties>
</file>
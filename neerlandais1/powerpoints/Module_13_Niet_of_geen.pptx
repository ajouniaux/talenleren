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532d78e-72c3-8868-6b2e-a5de65b7f8fd}">
          <p14:sldIdLst>
            <p14:sldId id="256"/>
          </p14:sldIdLst>
        </p14:section>
        <p14:section name="Découvrir" id="{05120227-f6eb-6e42-848c-947b902c1d68}">
          <p14:sldIdLst>
            <p14:sldId id="257"/>
            <p14:sldId id="258"/>
          </p14:sldIdLst>
        </p14:section>
        <p14:section name="Comprendre" id="{3da451c7-676a-10b1-c977-bc4d9cae536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6d3677e9-67e0-a053-7228-f6f69c987cb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91e02c7a-19ea-bd58-e669-b454b67f1f2e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2026-10-05T10:24:03Z</dcterms:created>
  <dcterms:modified xsi:type="dcterms:W3CDTF">2026-10-05T10:24:03Z</dcterms:modified>
</cp:coreProperties>
</file>
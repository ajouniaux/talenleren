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11b570d-4f34-b2a3-b5c5-a5001a6ef308}">
          <p14:sldIdLst>
            <p14:sldId id="256"/>
          </p14:sldIdLst>
        </p14:section>
        <p14:section name="Découvrir" id="{299433fb-4297-7ac2-fe92-fcaa4b0875f8}">
          <p14:sldIdLst>
            <p14:sldId id="257"/>
            <p14:sldId id="258"/>
          </p14:sldIdLst>
        </p14:section>
        <p14:section name="Comprendre" id="{dbdbedff-ca07-d67d-e154-0a9c2771462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ee43cd9-b8a6-00f9-e407-2874d004ef4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68aa3a4c-d52c-063d-38b2-b078b6c15fdf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2026-10-05T07:24:43Z</dcterms:created>
  <dcterms:modified xsi:type="dcterms:W3CDTF">2026-10-05T07:24:43Z</dcterms:modified>
</cp:coreProperties>
</file>
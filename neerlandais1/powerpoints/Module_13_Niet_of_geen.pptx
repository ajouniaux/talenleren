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35308d3-b20b-9a4c-4ad8-d4554b41918f}">
          <p14:sldIdLst>
            <p14:sldId id="256"/>
          </p14:sldIdLst>
        </p14:section>
        <p14:section name="Découvrir" id="{a65e200e-c9d9-ff30-7874-52de66640624}">
          <p14:sldIdLst>
            <p14:sldId id="257"/>
            <p14:sldId id="258"/>
          </p14:sldIdLst>
        </p14:section>
        <p14:section name="Comprendre" id="{c3eb1048-2289-0455-7663-e133a2446c5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65f9821f-c266-1656-91ab-a54fabc282f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7293ed4f-12c9-7294-3709-88e611453c75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15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2026-10-04T11:27:22Z</dcterms:created>
  <dcterms:modified xsi:type="dcterms:W3CDTF">2026-10-04T11:27:22Z</dcterms:modified>
</cp:coreProperties>
</file>
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41fde2c-93a9-7983-76a1-f225889f8767}">
          <p14:sldIdLst>
            <p14:sldId id="256"/>
          </p14:sldIdLst>
        </p14:section>
        <p14:section name="Découvrir" id="{62f5ec98-db95-7478-8343-a371ea9bf697}">
          <p14:sldIdLst>
            <p14:sldId id="257"/>
            <p14:sldId id="258"/>
          </p14:sldIdLst>
        </p14:section>
        <p14:section name="Comprendre" id="{a12576b7-877c-2f45-d213-b1bc3cd7e47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4d33251-dee4-ea63-8597-2083f6f74a3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8162c76-113f-a5ec-8132-08f4c32aa58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2026-10-05T11:26:00Z</dcterms:created>
  <dcterms:modified xsi:type="dcterms:W3CDTF">2026-10-05T11:26:00Z</dcterms:modified>
</cp:coreProperties>
</file>
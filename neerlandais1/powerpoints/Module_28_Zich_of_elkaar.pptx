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879f51e-8f14-a627-1acb-37ec292de63a}">
          <p14:sldIdLst>
            <p14:sldId id="256"/>
          </p14:sldIdLst>
        </p14:section>
        <p14:section name="Découvrir" id="{2dabc978-cb7d-4d1f-3879-9dcde5328235}">
          <p14:sldIdLst>
            <p14:sldId id="257"/>
            <p14:sldId id="258"/>
          </p14:sldIdLst>
        </p14:section>
        <p14:section name="Comprendre" id="{8ef65a7d-d85f-45fe-8714-226f3c9d315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502879a-ab0b-95ac-66f2-8b68ea83e1b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c0e9aea-7a3f-6c1b-291a-4d423d77dc6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Bolero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2026-10-05T06:01:44Z</dcterms:created>
  <dcterms:modified xsi:type="dcterms:W3CDTF">2026-10-05T06:01:44Z</dcterms:modified>
</cp:coreProperties>
</file>
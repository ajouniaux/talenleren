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70a073a-43a7-ce69-0983-691c3785f9cb}">
          <p14:sldIdLst>
            <p14:sldId id="256"/>
          </p14:sldIdLst>
        </p14:section>
        <p14:section name="Découvrir" id="{0c4be728-adac-af0a-9c27-e023ff8d61b3}">
          <p14:sldIdLst>
            <p14:sldId id="257"/>
            <p14:sldId id="258"/>
          </p14:sldIdLst>
        </p14:section>
        <p14:section name="Comprendre" id="{33c20e75-faf6-2cd1-7f85-741ca7d7093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4d1529c-abb3-2c03-79a6-a634cf9350b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d90a081-b8a4-69a1-64aa-5640b251339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2026-10-06T17:53:47Z</dcterms:created>
  <dcterms:modified xsi:type="dcterms:W3CDTF">2026-10-06T17:53:47Z</dcterms:modified>
</cp:coreProperties>
</file>
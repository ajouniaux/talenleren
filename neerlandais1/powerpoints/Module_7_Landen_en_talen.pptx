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ace8001-c996-6521-a420-0415e6ddc27d}">
          <p14:sldIdLst>
            <p14:sldId id="256"/>
          </p14:sldIdLst>
        </p14:section>
        <p14:section name="Découvrir" id="{aea223fc-8d3e-680e-321e-88ca95108ab7}">
          <p14:sldIdLst>
            <p14:sldId id="257"/>
            <p14:sldId id="258"/>
            <p14:sldId id="259"/>
          </p14:sldIdLst>
        </p14:section>
        <p14:section name="Comprendre" id="{e5f8f11b-0155-fed3-ec14-07d266af1399}">
          <p14:sldIdLst>
            <p14:sldId id="260"/>
            <p14:sldId id="261"/>
            <p14:sldId id="262"/>
            <p14:sldId id="263"/>
            <p14:sldId id="264"/>
            <p14:sldId id="265"/>
            <p14:sldId id="266"/>
            <p14:sldId id="267"/>
            <p14:sldId id="268"/>
            <p14:sldId id="269"/>
          </p14:sldIdLst>
        </p14:section>
        <p14:section name="JIJ NU ! — Oefeningen" id="{d3fe84e5-e90f-cb90-72e8-e9fc1f30812f}">
          <p14:sldIdLst>
            <p14:sldId id="270"/>
            <p14:sldId id="271"/>
            <p14:sldId id="272"/>
            <p14:sldId id="273"/>
            <p14:sldId id="274"/>
            <p14:sldId id="275"/>
            <p14:sldId id="276"/>
            <p14:sldId id="277"/>
            <p14:sldId id="278"/>
            <p14:sldId id="279"/>
            <p14:sldId id="280"/>
          </p14:sldIdLst>
        </p14:section>
        <p14:section name="Clôture" id="{a62bbf77-7610-065b-e3a7-a4144c914dbf}">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2026-10-05T10:24:00Z</dcterms:created>
  <dcterms:modified xsi:type="dcterms:W3CDTF">2026-10-05T10:24:00Z</dcterms:modified>
</cp:coreProperties>
</file>
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bfc9f9d-a6b6-ce00-fac5-68812cab8a99}">
          <p14:sldIdLst>
            <p14:sldId id="256"/>
          </p14:sldIdLst>
        </p14:section>
        <p14:section name="Découvrir" id="{c61f0927-4e7b-f4cc-c339-a52cfc5acde8}">
          <p14:sldIdLst>
            <p14:sldId id="257"/>
            <p14:sldId id="258"/>
            <p14:sldId id="259"/>
          </p14:sldIdLst>
        </p14:section>
        <p14:section name="Comprendre" id="{7f91acc2-c51b-292d-2f9e-6d7b68fd846d}">
          <p14:sldIdLst>
            <p14:sldId id="260"/>
            <p14:sldId id="261"/>
            <p14:sldId id="262"/>
            <p14:sldId id="263"/>
            <p14:sldId id="264"/>
            <p14:sldId id="265"/>
            <p14:sldId id="266"/>
            <p14:sldId id="267"/>
            <p14:sldId id="268"/>
            <p14:sldId id="269"/>
          </p14:sldIdLst>
        </p14:section>
        <p14:section name="JIJ NU ! — Oefeningen" id="{6923088e-0556-3b52-3349-a1c9dd49e80f}">
          <p14:sldIdLst>
            <p14:sldId id="270"/>
            <p14:sldId id="271"/>
            <p14:sldId id="272"/>
            <p14:sldId id="273"/>
            <p14:sldId id="274"/>
            <p14:sldId id="275"/>
            <p14:sldId id="276"/>
            <p14:sldId id="277"/>
            <p14:sldId id="278"/>
            <p14:sldId id="279"/>
            <p14:sldId id="280"/>
          </p14:sldIdLst>
        </p14:section>
        <p14:section name="Clôture" id="{3d0c67d7-bca4-47a1-3e73-6c91b6d82ced}">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2026-10-05T07:24:42Z</dcterms:created>
  <dcterms:modified xsi:type="dcterms:W3CDTF">2026-10-05T07:24:42Z</dcterms:modified>
</cp:coreProperties>
</file>
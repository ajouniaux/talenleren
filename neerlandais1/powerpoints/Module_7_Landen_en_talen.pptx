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40601df-1946-5a44-8c67-ce503446a5ef}">
          <p14:sldIdLst>
            <p14:sldId id="256"/>
          </p14:sldIdLst>
        </p14:section>
        <p14:section name="Découvrir" id="{2f29d843-ece8-7069-aa73-f59a627bab05}">
          <p14:sldIdLst>
            <p14:sldId id="257"/>
            <p14:sldId id="258"/>
            <p14:sldId id="259"/>
          </p14:sldIdLst>
        </p14:section>
        <p14:section name="Comprendre" id="{1e4193ba-a23e-45bb-3b5f-61814cfd3f65}">
          <p14:sldIdLst>
            <p14:sldId id="260"/>
            <p14:sldId id="261"/>
            <p14:sldId id="262"/>
            <p14:sldId id="263"/>
            <p14:sldId id="264"/>
            <p14:sldId id="265"/>
            <p14:sldId id="266"/>
            <p14:sldId id="267"/>
            <p14:sldId id="268"/>
            <p14:sldId id="269"/>
          </p14:sldIdLst>
        </p14:section>
        <p14:section name="JIJ NU ! — Oefeningen" id="{f17ff8b9-0a50-1afc-284e-e33417d2a8ce}">
          <p14:sldIdLst>
            <p14:sldId id="270"/>
            <p14:sldId id="271"/>
            <p14:sldId id="272"/>
            <p14:sldId id="273"/>
            <p14:sldId id="274"/>
            <p14:sldId id="275"/>
            <p14:sldId id="276"/>
            <p14:sldId id="277"/>
            <p14:sldId id="278"/>
            <p14:sldId id="279"/>
            <p14:sldId id="280"/>
          </p14:sldIdLst>
        </p14:section>
        <p14:section name="Clôture" id="{5236f8ce-6de1-b692-533c-494906e4a6c4}">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Situer le thème : l'identité internationale au travail.
Faites un tour de classe rapide : chacun dit Ik kom uit…, réactivé du M2. Notez au tableau les pays de la classe : ils alimenteront la diapo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Lien avec le monde du travail : dans une entreprise bruxelloise, on se présente souvent à des collègues de nombreuses nationalités.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Découvrir les formules en contexte (dialogue de l'archive).
Repérage : combien de façons différentes de dire « je suis belge » ? Réponse : 4 (afkomstig uit België · de Belgische nationaliteit · uit België · Belg). afkomstig uit (« originaire de ») est seulement à reconnaître ; les trois autres sont classées diapo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Poser le cadre linguistique belge, indispensable pour la suite.
La langue de Flandre s'appelle officiellement Nederlands ; Vlaams désigne les variantes régionales. À Bruxelles, les administrations sont bilingues. La communauté germanophone se trouve autour d'Eupen et de Saint-Vith ; elle fait partie de la Région wallonne. La carte la montre à part pour sa langue : la Belgique compte 3 régions mais 4 zones linguistiques.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 système complet sur le cas belge (archive standardisée).
Faites observer la colonne Inwoonster : c'est presque toujours l'adjectif + e (Belgisch → Belgische). C'est la règle de la diapo 11. La ligne Brussel complète l'archive.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Corriger l'erreur d'écriture la plus fréquente.
En néerlandais, les adjectifs de pays et les noms de langue prennent toujours une majuscule, même au milieu de la phrase. C'est une source de fautes très fréquente dans les mails (M10).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Offrir plusieurs formulations, dont une « route sûre ».
Si l'on ne connaît pas le nom d'habitant (souvent irrégulier), la route 3 est toujours correcte. La route 2 utilise l'adjectif + e devant un nom de : aperçu de l'accord (M5, diapo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Neutraliser le calque de l'adjectif français.
Ik ben Belg / Belgische est la forme la plus courante ; Ik ben Belgisch est aussi correct (Taalunie). Ce qui compte : ne pas calquer le français belge en oubliant la forme d'habitant. Pour une femme : Belgische, Vlaamse, Waalse. Pour un homme : Belg, Vlaming, Waal. Reprise de l'archive : Ik ben Vlaming / Ik ben Vlaamse.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Étendre le tableau aux pays voisins, fréquents au travail.
Les noms d'habitants masculins sont irréguliers (Fransman, Spanjaard) : on les apprend. Les féminins suivent presque tous la règle « adjectif + e ». Piège : Nederland (le pays) ≠ Nederlands (l'adjectif et la langue).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Donner aux apprenants les mots de leur propre origine.
Adaptez les lignes à la classe (voir la liste notée en diapo 1). Vérifiez les formes dans le dictionnaire avec les apprenants : c'est un bon exercice d'autonomie.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visible la régularité du féminin.
Ce même -e sert devant un nom (de Belgische nationaliteit) : c'est l'accord de l'adjectif, travaillé en Néerlandais 2. Congolees → Congolese : on simplifie ee en e (règle de la porte ouverte du M1 : Con·go·le·se).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Parler de ses langues correctement.
Rappel du M2 : pas d'article devant la langue. vlot = couramment. tweetalig / meertalig (bilingue / polyglotte) peuvent être ajoutés pour les avancés.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Réutiliser toutes les formes en contexte (reprise de la diapo 3 de l'archive, réorganisée).
Faites relever les mots de nationalité et dites pourquoi c'est Vlaamse (Hanne, une femme) mais Waal (Marc, un homme). én accentué = « et » appuyé (insistance : les deux langues).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Synthétiser les formules d'interaction.
Versions polies : Waar komt u vandaan? · Wat is uw nationaliteit? (uw,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L'exercice 5 se joue debout, en chaîne.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Réutiliser les formes du tableau.
Laissez le tableau des diapos 5 et 9 caché pendant l'exercice, puis faites vérifier.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Réutiliser les formes du tableau.
Laissez le tableau des diapos 5 et 9 caché pendant l'exercice, puis faites vérifier.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Automatiser le passage du masculin au féminin.
Faites justifier : adjectif + e (diapo 11). La n° 7 est l'exception à connaître.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Automatiser le passage du masculin au féminin.
Faites justifier : adjectif + e (diapo 11). La n° 7 est l'exception à connaître.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nationalité et langue à partir du pays.
Variante orale : un apprenant choisit un pays en secret, les autres posent des questions fermées (Spreek je Spaans?) pour le deviner.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Produire nationalité et langue à partir du pays.
Variante orale : un apprenant choisit un pays en secret, les autres posent des questions fermées (Spreek je Spaans?) pour le deviner.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Repérer les erreurs d'écriture et de structure.
Mijn man is Belg est correct : c'est un leurre volontaire. Cinq fautes sur six sont des majuscules : c'est le message du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Repérer les erreurs d'écriture et de structure.
Mijn man is Belg est correct : c'est un leurre volontaire. Cinq fautes sur six sont des majuscules : c'est le message du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Fluidifier la production orale par un jeu en chaîne.
En cercle, avec un objet qui passe de main en main. 1 point par phrase juste. Bonus : enchaîner avec Mijn moedertaal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professionnelle : se présenter à des collègues internationaux.
8 minutes de circulation. Ensuite, chacun présente un collègue à la classe à la 3e personne : Dit is Elif. Ze is Turkse. Ze spreekt Turks en Nederlands.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Zij is Belgische en ze spreekt Frans.
2. Vlaamse.
3. Belgische.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7 · Landen en talen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7 · Landen en talen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3.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slideLayout" Target="../slideLayouts/slideLayout2.xml"/><Relationship Id="rId1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002231"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7 / 32</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Landen en talen</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Pays, nationalités et langues</a:t>
            </a:r>
            <a:endParaRPr lang="en-US" sz="2000" dirty="0"/>
          </a:p>
          <a:p>
            <a:pPr algn="l" indent="0" marL="0">
              <a:buNone/>
            </a:pPr>
            <a:r>
              <a:rPr lang="en-US" sz="2000" b="1" dirty="0">
                <a:solidFill>
                  <a:srgbClr val="FFFFFF"/>
                </a:solidFill>
              </a:rPr>
              <a:t>Waar kom je vandaan?</a:t>
            </a:r>
            <a:endParaRPr lang="en-US" sz="2000" dirty="0"/>
          </a:p>
        </p:txBody>
      </p:sp>
      <p:pic>
        <p:nvPicPr>
          <p:cNvPr id="5" name="Image 0" descr="globe showing europe africa">    </p:cNvPr>
          <p:cNvPicPr>
            <a:picLocks noChangeAspect="1"/>
          </p:cNvPicPr>
          <p:nvPr/>
        </p:nvPicPr>
        <p:blipFill>
          <a:blip r:embed="rId1"/>
          <a:stretch>
            <a:fillRect/>
          </a:stretch>
        </p:blipFill>
        <p:spPr>
          <a:xfrm>
            <a:off x="7863840" y="1828800"/>
            <a:ext cx="2651760" cy="2651760"/>
          </a:xfrm>
          <a:prstGeom prst="rect">
            <a:avLst/>
          </a:prstGeom>
        </p:spPr>
      </p:pic>
      <p:sp>
        <p:nvSpPr>
          <p:cNvPr id="6" name="Shape 3"/>
          <p:cNvSpPr/>
          <p:nvPr/>
        </p:nvSpPr>
        <p:spPr>
          <a:xfrm>
            <a:off x="6675120" y="1234440"/>
            <a:ext cx="2377440" cy="685800"/>
          </a:xfrm>
          <a:prstGeom prst="roundRect">
            <a:avLst>
              <a:gd name="adj" fmla="val 46667"/>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7" name="Shape 4"/>
          <p:cNvSpPr/>
          <p:nvPr/>
        </p:nvSpPr>
        <p:spPr>
          <a:xfrm>
            <a:off x="6876288" y="1417320"/>
            <a:ext cx="158496" cy="320040"/>
          </a:xfrm>
          <a:prstGeom prst="rect">
            <a:avLst/>
          </a:prstGeom>
          <a:solidFill>
            <a:srgbClr val="1B1B1B"/>
          </a:solidFill>
          <a:ln w="12700">
            <a:solidFill>
              <a:srgbClr val="FFFFFF">
                <a:alpha val="0"/>
              </a:srgbClr>
            </a:solidFill>
            <a:prstDash val="solid"/>
          </a:ln>
        </p:spPr>
      </p:sp>
      <p:sp>
        <p:nvSpPr>
          <p:cNvPr id="8" name="Shape 5"/>
          <p:cNvSpPr/>
          <p:nvPr/>
        </p:nvSpPr>
        <p:spPr>
          <a:xfrm>
            <a:off x="7034784" y="1417320"/>
            <a:ext cx="158496" cy="320040"/>
          </a:xfrm>
          <a:prstGeom prst="rect">
            <a:avLst/>
          </a:prstGeom>
          <a:solidFill>
            <a:srgbClr val="F7D117"/>
          </a:solidFill>
          <a:ln w="12700">
            <a:solidFill>
              <a:srgbClr val="FFFFFF">
                <a:alpha val="0"/>
              </a:srgbClr>
            </a:solidFill>
            <a:prstDash val="solid"/>
          </a:ln>
        </p:spPr>
      </p:sp>
      <p:sp>
        <p:nvSpPr>
          <p:cNvPr id="9" name="Shape 6"/>
          <p:cNvSpPr/>
          <p:nvPr/>
        </p:nvSpPr>
        <p:spPr>
          <a:xfrm>
            <a:off x="7193280" y="1417320"/>
            <a:ext cx="158496" cy="320040"/>
          </a:xfrm>
          <a:prstGeom prst="rect">
            <a:avLst/>
          </a:prstGeom>
          <a:solidFill>
            <a:srgbClr val="E2232A"/>
          </a:solidFill>
          <a:ln w="12700">
            <a:solidFill>
              <a:srgbClr val="FFFFFF">
                <a:alpha val="0"/>
              </a:srgbClr>
            </a:solidFill>
            <a:prstDash val="solid"/>
          </a:ln>
        </p:spPr>
      </p:sp>
      <p:sp>
        <p:nvSpPr>
          <p:cNvPr id="10" name="Shape 7"/>
          <p:cNvSpPr/>
          <p:nvPr/>
        </p:nvSpPr>
        <p:spPr>
          <a:xfrm>
            <a:off x="6876288" y="1417320"/>
            <a:ext cx="475488" cy="320040"/>
          </a:xfrm>
          <a:prstGeom prst="rect">
            <a:avLst/>
          </a:prstGeom>
          <a:noFill/>
          <a:ln w="9525">
            <a:solidFill>
              <a:srgbClr val="B8C2CF"/>
            </a:solidFill>
            <a:prstDash val="solid"/>
          </a:ln>
        </p:spPr>
      </p:sp>
      <p:sp>
        <p:nvSpPr>
          <p:cNvPr id="11" name="Text 8"/>
          <p:cNvSpPr txBox="1"/>
          <p:nvPr/>
        </p:nvSpPr>
        <p:spPr>
          <a:xfrm>
            <a:off x="7452360" y="1234440"/>
            <a:ext cx="1554480" cy="685800"/>
          </a:xfrm>
          <a:prstGeom prst="rect">
            <a:avLst/>
          </a:prstGeom>
          <a:noFill/>
          <a:ln/>
        </p:spPr>
        <p:txBody>
          <a:bodyPr wrap="square" lIns="0" tIns="0" rIns="0" bIns="0" rtlCol="0" anchor="ctr"/>
          <a:lstStyle/>
          <a:p>
            <a:pPr algn="l" indent="0" marL="0">
              <a:buNone/>
            </a:pPr>
            <a:r>
              <a:rPr lang="en-US" sz="1700" b="1" dirty="0">
                <a:solidFill>
                  <a:schemeClr val="tx2"/>
                </a:solidFill>
              </a:rPr>
              <a:t>Belg</a:t>
            </a:r>
            <a:endParaRPr lang="en-US" sz="1700" dirty="0"/>
          </a:p>
        </p:txBody>
      </p:sp>
      <p:sp>
        <p:nvSpPr>
          <p:cNvPr id="12" name="Shape 9"/>
          <p:cNvSpPr/>
          <p:nvPr/>
        </p:nvSpPr>
        <p:spPr>
          <a:xfrm>
            <a:off x="9235440" y="1234440"/>
            <a:ext cx="2377440" cy="685800"/>
          </a:xfrm>
          <a:prstGeom prst="roundRect">
            <a:avLst>
              <a:gd name="adj" fmla="val 46667"/>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9436608" y="1417320"/>
            <a:ext cx="158496" cy="320040"/>
          </a:xfrm>
          <a:prstGeom prst="rect">
            <a:avLst/>
          </a:prstGeom>
          <a:solidFill>
            <a:srgbClr val="1F4FA3"/>
          </a:solidFill>
          <a:ln w="12700">
            <a:solidFill>
              <a:srgbClr val="FFFFFF">
                <a:alpha val="0"/>
              </a:srgbClr>
            </a:solidFill>
            <a:prstDash val="solid"/>
          </a:ln>
        </p:spPr>
      </p:sp>
      <p:sp>
        <p:nvSpPr>
          <p:cNvPr id="14" name="Shape 11"/>
          <p:cNvSpPr/>
          <p:nvPr/>
        </p:nvSpPr>
        <p:spPr>
          <a:xfrm>
            <a:off x="9595104" y="1417320"/>
            <a:ext cx="158496" cy="320040"/>
          </a:xfrm>
          <a:prstGeom prst="rect">
            <a:avLst/>
          </a:prstGeom>
          <a:solidFill>
            <a:srgbClr val="FFFFFF"/>
          </a:solidFill>
          <a:ln w="12700">
            <a:solidFill>
              <a:srgbClr val="FFFFFF">
                <a:alpha val="0"/>
              </a:srgbClr>
            </a:solidFill>
            <a:prstDash val="solid"/>
          </a:ln>
        </p:spPr>
      </p:sp>
      <p:sp>
        <p:nvSpPr>
          <p:cNvPr id="15" name="Shape 12"/>
          <p:cNvSpPr/>
          <p:nvPr/>
        </p:nvSpPr>
        <p:spPr>
          <a:xfrm>
            <a:off x="9753600" y="1417320"/>
            <a:ext cx="158496" cy="320040"/>
          </a:xfrm>
          <a:prstGeom prst="rect">
            <a:avLst/>
          </a:prstGeom>
          <a:solidFill>
            <a:srgbClr val="E2232A"/>
          </a:solidFill>
          <a:ln w="12700">
            <a:solidFill>
              <a:srgbClr val="FFFFFF">
                <a:alpha val="0"/>
              </a:srgbClr>
            </a:solidFill>
            <a:prstDash val="solid"/>
          </a:ln>
        </p:spPr>
      </p:sp>
      <p:sp>
        <p:nvSpPr>
          <p:cNvPr id="16" name="Shape 13"/>
          <p:cNvSpPr/>
          <p:nvPr/>
        </p:nvSpPr>
        <p:spPr>
          <a:xfrm>
            <a:off x="9436608" y="1417320"/>
            <a:ext cx="475488" cy="320040"/>
          </a:xfrm>
          <a:prstGeom prst="rect">
            <a:avLst/>
          </a:prstGeom>
          <a:noFill/>
          <a:ln w="9525">
            <a:solidFill>
              <a:srgbClr val="B8C2CF"/>
            </a:solidFill>
            <a:prstDash val="solid"/>
          </a:ln>
        </p:spPr>
      </p:sp>
      <p:sp>
        <p:nvSpPr>
          <p:cNvPr id="17" name="Text 14"/>
          <p:cNvSpPr txBox="1"/>
          <p:nvPr/>
        </p:nvSpPr>
        <p:spPr>
          <a:xfrm>
            <a:off x="10012680" y="1234440"/>
            <a:ext cx="1554480" cy="685800"/>
          </a:xfrm>
          <a:prstGeom prst="rect">
            <a:avLst/>
          </a:prstGeom>
          <a:noFill/>
          <a:ln/>
        </p:spPr>
        <p:txBody>
          <a:bodyPr wrap="square" lIns="0" tIns="0" rIns="0" bIns="0" rtlCol="0" anchor="ctr"/>
          <a:lstStyle/>
          <a:p>
            <a:pPr algn="l" indent="0" marL="0">
              <a:buNone/>
            </a:pPr>
            <a:r>
              <a:rPr lang="en-US" sz="1700" b="1" dirty="0">
                <a:solidFill>
                  <a:schemeClr val="tx2"/>
                </a:solidFill>
              </a:rPr>
              <a:t>Française</a:t>
            </a:r>
            <a:endParaRPr lang="en-US" sz="1700" dirty="0"/>
          </a:p>
        </p:txBody>
      </p:sp>
      <p:sp>
        <p:nvSpPr>
          <p:cNvPr id="18" name="Shape 15"/>
          <p:cNvSpPr/>
          <p:nvPr/>
        </p:nvSpPr>
        <p:spPr>
          <a:xfrm>
            <a:off x="6400800" y="4663440"/>
            <a:ext cx="2377440" cy="685800"/>
          </a:xfrm>
          <a:prstGeom prst="roundRect">
            <a:avLst>
              <a:gd name="adj" fmla="val 46667"/>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9" name="Shape 16"/>
          <p:cNvSpPr/>
          <p:nvPr/>
        </p:nvSpPr>
        <p:spPr>
          <a:xfrm>
            <a:off x="6601968" y="4846320"/>
            <a:ext cx="475488" cy="320040"/>
          </a:xfrm>
          <a:prstGeom prst="rect">
            <a:avLst/>
          </a:prstGeom>
          <a:solidFill>
            <a:srgbClr val="C1272D"/>
          </a:solidFill>
          <a:ln w="12700">
            <a:solidFill>
              <a:srgbClr val="FFFFFF">
                <a:alpha val="0"/>
              </a:srgbClr>
            </a:solidFill>
            <a:prstDash val="solid"/>
          </a:ln>
        </p:spPr>
      </p:sp>
      <p:sp>
        <p:nvSpPr>
          <p:cNvPr id="20" name="Text 17"/>
          <p:cNvSpPr txBox="1"/>
          <p:nvPr/>
        </p:nvSpPr>
        <p:spPr>
          <a:xfrm>
            <a:off x="6601968" y="4846320"/>
            <a:ext cx="475488" cy="320040"/>
          </a:xfrm>
          <a:prstGeom prst="rect">
            <a:avLst/>
          </a:prstGeom>
          <a:noFill/>
          <a:ln/>
        </p:spPr>
        <p:txBody>
          <a:bodyPr wrap="square" lIns="0" tIns="0" rIns="0" bIns="0" rtlCol="0" anchor="ctr"/>
          <a:lstStyle/>
          <a:p>
            <a:pPr algn="ctr" indent="0" marL="0">
              <a:buNone/>
            </a:pPr>
            <a:r>
              <a:rPr lang="en-US" sz="1600" b="1" dirty="0">
                <a:solidFill>
                  <a:srgbClr val="1E7B3A"/>
                </a:solidFill>
              </a:rPr>
              <a:t>☆</a:t>
            </a:r>
            <a:endParaRPr lang="en-US" sz="1600" dirty="0"/>
          </a:p>
        </p:txBody>
      </p:sp>
      <p:sp>
        <p:nvSpPr>
          <p:cNvPr id="21" name="Shape 18"/>
          <p:cNvSpPr/>
          <p:nvPr/>
        </p:nvSpPr>
        <p:spPr>
          <a:xfrm>
            <a:off x="6601968" y="4846320"/>
            <a:ext cx="475488" cy="320040"/>
          </a:xfrm>
          <a:prstGeom prst="rect">
            <a:avLst/>
          </a:prstGeom>
          <a:noFill/>
          <a:ln w="9525">
            <a:solidFill>
              <a:srgbClr val="B8C2CF"/>
            </a:solidFill>
            <a:prstDash val="solid"/>
          </a:ln>
        </p:spPr>
      </p:sp>
      <p:sp>
        <p:nvSpPr>
          <p:cNvPr id="22" name="Text 19"/>
          <p:cNvSpPr txBox="1"/>
          <p:nvPr/>
        </p:nvSpPr>
        <p:spPr>
          <a:xfrm>
            <a:off x="7178040" y="4663440"/>
            <a:ext cx="1554480" cy="685800"/>
          </a:xfrm>
          <a:prstGeom prst="rect">
            <a:avLst/>
          </a:prstGeom>
          <a:noFill/>
          <a:ln/>
        </p:spPr>
        <p:txBody>
          <a:bodyPr wrap="square" lIns="0" tIns="0" rIns="0" bIns="0" rtlCol="0" anchor="ctr"/>
          <a:lstStyle/>
          <a:p>
            <a:pPr algn="l" indent="0" marL="0">
              <a:buNone/>
            </a:pPr>
            <a:r>
              <a:rPr lang="en-US" sz="1700" b="1" dirty="0">
                <a:solidFill>
                  <a:schemeClr val="tx2"/>
                </a:solidFill>
              </a:rPr>
              <a:t>Marokkaan</a:t>
            </a:r>
            <a:endParaRPr lang="en-US" sz="1700" dirty="0"/>
          </a:p>
        </p:txBody>
      </p:sp>
      <p:sp>
        <p:nvSpPr>
          <p:cNvPr id="23" name="Shape 20"/>
          <p:cNvSpPr/>
          <p:nvPr/>
        </p:nvSpPr>
        <p:spPr>
          <a:xfrm>
            <a:off x="9235440" y="4663440"/>
            <a:ext cx="2377440" cy="685800"/>
          </a:xfrm>
          <a:prstGeom prst="roundRect">
            <a:avLst>
              <a:gd name="adj" fmla="val 46667"/>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4" name="Shape 21"/>
          <p:cNvSpPr/>
          <p:nvPr/>
        </p:nvSpPr>
        <p:spPr>
          <a:xfrm>
            <a:off x="9436608" y="4846320"/>
            <a:ext cx="475488" cy="106680"/>
          </a:xfrm>
          <a:prstGeom prst="rect">
            <a:avLst/>
          </a:prstGeom>
          <a:solidFill>
            <a:srgbClr val="B32033"/>
          </a:solidFill>
          <a:ln w="12700">
            <a:solidFill>
              <a:srgbClr val="FFFFFF">
                <a:alpha val="0"/>
              </a:srgbClr>
            </a:solidFill>
            <a:prstDash val="solid"/>
          </a:ln>
        </p:spPr>
      </p:sp>
      <p:sp>
        <p:nvSpPr>
          <p:cNvPr id="25" name="Shape 22"/>
          <p:cNvSpPr/>
          <p:nvPr/>
        </p:nvSpPr>
        <p:spPr>
          <a:xfrm>
            <a:off x="9436608" y="4953000"/>
            <a:ext cx="475488" cy="106680"/>
          </a:xfrm>
          <a:prstGeom prst="rect">
            <a:avLst/>
          </a:prstGeom>
          <a:solidFill>
            <a:srgbClr val="FFFFFF"/>
          </a:solidFill>
          <a:ln w="12700">
            <a:solidFill>
              <a:srgbClr val="FFFFFF">
                <a:alpha val="0"/>
              </a:srgbClr>
            </a:solidFill>
            <a:prstDash val="solid"/>
          </a:ln>
        </p:spPr>
      </p:sp>
      <p:sp>
        <p:nvSpPr>
          <p:cNvPr id="26" name="Shape 23"/>
          <p:cNvSpPr/>
          <p:nvPr/>
        </p:nvSpPr>
        <p:spPr>
          <a:xfrm>
            <a:off x="9436608" y="5059680"/>
            <a:ext cx="475488" cy="106680"/>
          </a:xfrm>
          <a:prstGeom prst="rect">
            <a:avLst/>
          </a:prstGeom>
          <a:solidFill>
            <a:srgbClr val="22408C"/>
          </a:solidFill>
          <a:ln w="12700">
            <a:solidFill>
              <a:srgbClr val="FFFFFF">
                <a:alpha val="0"/>
              </a:srgbClr>
            </a:solidFill>
            <a:prstDash val="solid"/>
          </a:ln>
        </p:spPr>
      </p:sp>
      <p:sp>
        <p:nvSpPr>
          <p:cNvPr id="27" name="Shape 24"/>
          <p:cNvSpPr/>
          <p:nvPr/>
        </p:nvSpPr>
        <p:spPr>
          <a:xfrm>
            <a:off x="9436608" y="4846320"/>
            <a:ext cx="475488" cy="320040"/>
          </a:xfrm>
          <a:prstGeom prst="rect">
            <a:avLst/>
          </a:prstGeom>
          <a:noFill/>
          <a:ln w="9525">
            <a:solidFill>
              <a:srgbClr val="B8C2CF"/>
            </a:solidFill>
            <a:prstDash val="solid"/>
          </a:ln>
        </p:spPr>
      </p:sp>
      <p:sp>
        <p:nvSpPr>
          <p:cNvPr id="28" name="Text 25"/>
          <p:cNvSpPr txBox="1"/>
          <p:nvPr/>
        </p:nvSpPr>
        <p:spPr>
          <a:xfrm>
            <a:off x="10012680" y="4663440"/>
            <a:ext cx="1554480" cy="685800"/>
          </a:xfrm>
          <a:prstGeom prst="rect">
            <a:avLst/>
          </a:prstGeom>
          <a:noFill/>
          <a:ln/>
        </p:spPr>
        <p:txBody>
          <a:bodyPr wrap="square" lIns="0" tIns="0" rIns="0" bIns="0" rtlCol="0" anchor="ctr"/>
          <a:lstStyle/>
          <a:p>
            <a:pPr algn="l" indent="0" marL="0">
              <a:buNone/>
            </a:pPr>
            <a:r>
              <a:rPr lang="en-US" sz="1700" b="1" dirty="0">
                <a:solidFill>
                  <a:schemeClr val="tx2"/>
                </a:solidFill>
              </a:rPr>
              <a:t>Nederlandse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457200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2"/>
          </a:solidFill>
          <a:ln w="12700">
            <a:solidFill>
              <a:srgbClr val="FFFFFF">
                <a:alpha val="0"/>
              </a:srgbClr>
            </a:solidFill>
            <a:prstDash val="solid"/>
          </a:ln>
        </p:spPr>
      </p:sp>
      <p:pic>
        <p:nvPicPr>
          <p:cNvPr id="7" name="Image 0" descr="GlobeEurope">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Dire</a:t>
            </a:r>
            <a:endParaRPr lang="en-US" sz="2400" dirty="0"/>
          </a:p>
        </p:txBody>
      </p:sp>
      <p:sp>
        <p:nvSpPr>
          <p:cNvPr id="9" name="Text 5"/>
          <p:cNvSpPr txBox="1"/>
          <p:nvPr/>
        </p:nvSpPr>
        <p:spPr>
          <a:xfrm>
            <a:off x="777240" y="3566160"/>
            <a:ext cx="2407920" cy="2377440"/>
          </a:xfrm>
          <a:prstGeom prst="rect">
            <a:avLst/>
          </a:prstGeom>
          <a:noFill/>
          <a:ln/>
        </p:spPr>
        <p:txBody>
          <a:bodyPr wrap="square" lIns="0" tIns="0" rIns="0" bIns="0" rtlCol="0" anchor="t"/>
          <a:lstStyle/>
          <a:p>
            <a:pPr algn="ctr" indent="0" marL="0">
              <a:buNone/>
            </a:pPr>
            <a:r>
              <a:rPr lang="en-US" sz="2000" dirty="0">
                <a:solidFill>
                  <a:schemeClr val="tx1"/>
                </a:solidFill>
              </a:rPr>
              <a:t>Je dis ma nationalité, mon origine et mes langues.</a:t>
            </a:r>
            <a:endParaRPr lang="en-US" sz="2000" dirty="0"/>
          </a:p>
        </p:txBody>
      </p:sp>
      <p:sp>
        <p:nvSpPr>
          <p:cNvPr id="10" name="Shape 6"/>
          <p:cNvSpPr/>
          <p:nvPr/>
        </p:nvSpPr>
        <p:spPr>
          <a:xfrm>
            <a:off x="3688080" y="1554480"/>
            <a:ext cx="2865120" cy="457200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rgbClr val="6E4A9E"/>
          </a:solidFill>
          <a:ln w="12700">
            <a:solidFill>
              <a:srgbClr val="FFFFFF">
                <a:alpha val="0"/>
              </a:srgbClr>
            </a:solidFill>
            <a:prstDash val="solid"/>
          </a:ln>
        </p:spPr>
      </p:sp>
      <p:pic>
        <p:nvPicPr>
          <p:cNvPr id="12" name="Image 1" descr="PuzzlePiece">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rgbClr val="6E4A9E"/>
                </a:solidFill>
                <a:latin typeface="+mj-lt" pitchFamily="34" charset="0"/>
                <a:ea typeface="+mj-lt" pitchFamily="34" charset="-122"/>
                <a:cs typeface="+mj-lt" pitchFamily="34" charset="-120"/>
              </a:rPr>
              <a:t>Former</a:t>
            </a:r>
            <a:endParaRPr lang="en-US" sz="2400" dirty="0"/>
          </a:p>
        </p:txBody>
      </p:sp>
      <p:sp>
        <p:nvSpPr>
          <p:cNvPr id="14" name="Text 9"/>
          <p:cNvSpPr txBox="1"/>
          <p:nvPr/>
        </p:nvSpPr>
        <p:spPr>
          <a:xfrm>
            <a:off x="3916680" y="3566160"/>
            <a:ext cx="2407920" cy="2377440"/>
          </a:xfrm>
          <a:prstGeom prst="rect">
            <a:avLst/>
          </a:prstGeom>
          <a:noFill/>
          <a:ln/>
        </p:spPr>
        <p:txBody>
          <a:bodyPr wrap="square" lIns="0" tIns="0" rIns="0" bIns="0" rtlCol="0" anchor="t"/>
          <a:lstStyle/>
          <a:p>
            <a:pPr algn="ctr" indent="0" marL="0">
              <a:buNone/>
            </a:pPr>
            <a:r>
              <a:rPr lang="en-US" sz="2000" dirty="0">
                <a:solidFill>
                  <a:schemeClr val="tx1"/>
                </a:solidFill>
              </a:rPr>
              <a:t>Je trouve </a:t>
            </a:r>
            <a:r>
              <a:rPr lang="en-US" sz="2000" i="1" dirty="0">
                <a:solidFill>
                  <a:schemeClr val="tx1"/>
                </a:solidFill>
              </a:rPr>
              <a:t>Belg / Belgische / Belgisch</a:t>
            </a:r>
            <a:r>
              <a:rPr lang="en-US" sz="2000" dirty="0">
                <a:solidFill>
                  <a:schemeClr val="tx1"/>
                </a:solidFill>
              </a:rPr>
              <a:t>.</a:t>
            </a:r>
            <a:endParaRPr lang="en-US" sz="2000" dirty="0"/>
          </a:p>
        </p:txBody>
      </p:sp>
      <p:sp>
        <p:nvSpPr>
          <p:cNvPr id="15" name="Shape 10"/>
          <p:cNvSpPr/>
          <p:nvPr/>
        </p:nvSpPr>
        <p:spPr>
          <a:xfrm>
            <a:off x="6827520" y="1554480"/>
            <a:ext cx="2865120" cy="457200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3"/>
          </a:solidFill>
          <a:ln w="12700">
            <a:solidFill>
              <a:srgbClr val="FFFFFF">
                <a:alpha val="0"/>
              </a:srgbClr>
            </a:solidFill>
            <a:prstDash val="solid"/>
          </a:ln>
        </p:spPr>
      </p:sp>
      <p:pic>
        <p:nvPicPr>
          <p:cNvPr id="17" name="Image 2" descr="PencilAlt">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Écrire</a:t>
            </a:r>
            <a:endParaRPr lang="en-US" sz="2400" dirty="0"/>
          </a:p>
        </p:txBody>
      </p:sp>
      <p:sp>
        <p:nvSpPr>
          <p:cNvPr id="19" name="Text 13"/>
          <p:cNvSpPr txBox="1"/>
          <p:nvPr/>
        </p:nvSpPr>
        <p:spPr>
          <a:xfrm>
            <a:off x="7056120" y="3566160"/>
            <a:ext cx="2407920" cy="2377440"/>
          </a:xfrm>
          <a:prstGeom prst="rect">
            <a:avLst/>
          </a:prstGeom>
          <a:noFill/>
          <a:ln/>
        </p:spPr>
        <p:txBody>
          <a:bodyPr wrap="square" lIns="0" tIns="0" rIns="0" bIns="0" rtlCol="0" anchor="t"/>
          <a:lstStyle/>
          <a:p>
            <a:pPr algn="ctr" indent="0" marL="0">
              <a:buNone/>
            </a:pPr>
            <a:r>
              <a:rPr lang="en-US" sz="2000" dirty="0">
                <a:solidFill>
                  <a:schemeClr val="tx1"/>
                </a:solidFill>
              </a:rPr>
              <a:t>J’écris </a:t>
            </a:r>
            <a:r>
              <a:rPr lang="en-US" sz="2000" i="1" dirty="0">
                <a:solidFill>
                  <a:schemeClr val="tx1"/>
                </a:solidFill>
              </a:rPr>
              <a:t>Belgisch</a:t>
            </a:r>
            <a:r>
              <a:rPr lang="en-US" sz="2000" dirty="0">
                <a:solidFill>
                  <a:schemeClr val="tx1"/>
                </a:solidFill>
              </a:rPr>
              <a:t> et </a:t>
            </a:r>
            <a:r>
              <a:rPr lang="en-US" sz="2000" i="1" dirty="0">
                <a:solidFill>
                  <a:schemeClr val="tx1"/>
                </a:solidFill>
              </a:rPr>
              <a:t>Frans</a:t>
            </a:r>
            <a:r>
              <a:rPr lang="en-US" sz="2000" dirty="0">
                <a:solidFill>
                  <a:schemeClr val="tx1"/>
                </a:solidFill>
              </a:rPr>
              <a:t> avec une </a:t>
            </a:r>
            <a:r>
              <a:rPr lang="en-US" sz="2000" b="1" dirty="0">
                <a:solidFill>
                  <a:schemeClr val="tx1"/>
                </a:solidFill>
              </a:rPr>
              <a:t>majuscule</a:t>
            </a:r>
            <a:r>
              <a:rPr lang="en-US" sz="2000" dirty="0">
                <a:solidFill>
                  <a:schemeClr val="tx1"/>
                </a:solidFill>
              </a:rPr>
              <a:t>.</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Lut et Rik se présentent</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pic>
        <p:nvPicPr>
          <p:cNvPr id="5" name="Image 0" descr="woman red hair">    </p:cNvPr>
          <p:cNvPicPr>
            <a:picLocks noChangeAspect="1"/>
          </p:cNvPicPr>
          <p:nvPr/>
        </p:nvPicPr>
        <p:blipFill>
          <a:blip r:embed="rId1"/>
          <a:stretch>
            <a:fillRect/>
          </a:stretch>
        </p:blipFill>
        <p:spPr>
          <a:xfrm>
            <a:off x="548640" y="1645920"/>
            <a:ext cx="1463040" cy="1463040"/>
          </a:xfrm>
          <a:prstGeom prst="rect">
            <a:avLst/>
          </a:prstGeom>
        </p:spPr>
      </p:pic>
      <p:sp>
        <p:nvSpPr>
          <p:cNvPr id="6" name="Text 2"/>
          <p:cNvSpPr txBox="1"/>
          <p:nvPr/>
        </p:nvSpPr>
        <p:spPr>
          <a:xfrm>
            <a:off x="548640" y="3108960"/>
            <a:ext cx="1463040" cy="365760"/>
          </a:xfrm>
          <a:prstGeom prst="rect">
            <a:avLst/>
          </a:prstGeom>
          <a:noFill/>
          <a:ln/>
        </p:spPr>
        <p:txBody>
          <a:bodyPr wrap="square" lIns="0" tIns="0" rIns="0" bIns="0" rtlCol="0" anchor="t"/>
          <a:lstStyle/>
          <a:p>
            <a:pPr algn="ctr" indent="0" marL="0">
              <a:buNone/>
            </a:pPr>
            <a:r>
              <a:rPr lang="en-US" sz="1800" b="1" dirty="0">
                <a:solidFill>
                  <a:schemeClr val="accent2"/>
                </a:solidFill>
              </a:rPr>
              <a:t>Lut</a:t>
            </a:r>
            <a:endParaRPr lang="en-US" sz="1800" dirty="0"/>
          </a:p>
        </p:txBody>
      </p:sp>
      <p:pic>
        <p:nvPicPr>
          <p:cNvPr id="7" name="Image 1" descr="man beard">    </p:cNvPr>
          <p:cNvPicPr>
            <a:picLocks noChangeAspect="1"/>
          </p:cNvPicPr>
          <p:nvPr/>
        </p:nvPicPr>
        <p:blipFill>
          <a:blip r:embed="rId2"/>
          <a:stretch>
            <a:fillRect/>
          </a:stretch>
        </p:blipFill>
        <p:spPr>
          <a:xfrm>
            <a:off x="10177272" y="3657600"/>
            <a:ext cx="1463040" cy="1463040"/>
          </a:xfrm>
          <a:prstGeom prst="rect">
            <a:avLst/>
          </a:prstGeom>
        </p:spPr>
      </p:pic>
      <p:sp>
        <p:nvSpPr>
          <p:cNvPr id="8" name="Text 3"/>
          <p:cNvSpPr txBox="1"/>
          <p:nvPr/>
        </p:nvSpPr>
        <p:spPr>
          <a:xfrm>
            <a:off x="10177272" y="5120640"/>
            <a:ext cx="1463040" cy="365760"/>
          </a:xfrm>
          <a:prstGeom prst="rect">
            <a:avLst/>
          </a:prstGeom>
          <a:noFill/>
          <a:ln/>
        </p:spPr>
        <p:txBody>
          <a:bodyPr wrap="square" lIns="0" tIns="0" rIns="0" bIns="0" rtlCol="0" anchor="t"/>
          <a:lstStyle/>
          <a:p>
            <a:pPr algn="ctr" indent="0" marL="0">
              <a:buNone/>
            </a:pPr>
            <a:r>
              <a:rPr lang="en-US" sz="1800" b="1" dirty="0">
                <a:solidFill>
                  <a:srgbClr val="6E4A9E"/>
                </a:solidFill>
              </a:rPr>
              <a:t>Rik</a:t>
            </a:r>
            <a:endParaRPr lang="en-US" sz="1800" dirty="0"/>
          </a:p>
        </p:txBody>
      </p:sp>
      <p:sp>
        <p:nvSpPr>
          <p:cNvPr id="9" name="Shape 4"/>
          <p:cNvSpPr/>
          <p:nvPr/>
        </p:nvSpPr>
        <p:spPr>
          <a:xfrm>
            <a:off x="2240280" y="1645920"/>
            <a:ext cx="6949440" cy="1325880"/>
          </a:xfrm>
          <a:prstGeom prst="roundRect">
            <a:avLst>
              <a:gd name="adj" fmla="val 12414"/>
            </a:avLst>
          </a:prstGeom>
          <a:solidFill>
            <a:schemeClr val="accent2">
              <a:alpha val="12000"/>
            </a:schemeClr>
          </a:solidFill>
          <a:ln w="15875">
            <a:solidFill>
              <a:srgbClr val="2A6FB0"/>
            </a:solidFill>
            <a:prstDash val="solid"/>
          </a:ln>
        </p:spPr>
      </p:sp>
      <p:sp>
        <p:nvSpPr>
          <p:cNvPr id="10" name="Text 5"/>
          <p:cNvSpPr txBox="1"/>
          <p:nvPr/>
        </p:nvSpPr>
        <p:spPr>
          <a:xfrm>
            <a:off x="2404872" y="1645920"/>
            <a:ext cx="6620256" cy="1325880"/>
          </a:xfrm>
          <a:prstGeom prst="rect">
            <a:avLst/>
          </a:prstGeom>
          <a:noFill/>
          <a:ln/>
        </p:spPr>
        <p:txBody>
          <a:bodyPr wrap="square" lIns="0" tIns="0" rIns="0" bIns="0" rtlCol="0" anchor="ctr"/>
          <a:lstStyle/>
          <a:p>
            <a:pPr algn="l" indent="0" marL="0">
              <a:buNone/>
            </a:pPr>
            <a:r>
              <a:rPr lang="en-US" sz="2100" i="1" dirty="0">
                <a:solidFill>
                  <a:schemeClr val="tx1"/>
                </a:solidFill>
              </a:rPr>
              <a:t>Hallo, ik heet Lut. Ik ben </a:t>
            </a:r>
            <a:r>
              <a:rPr lang="en-US" sz="2100" b="1" i="1" dirty="0">
                <a:solidFill>
                  <a:schemeClr val="tx1"/>
                </a:solidFill>
              </a:rPr>
              <a:t>afkomstig uit België</a:t>
            </a:r>
            <a:r>
              <a:rPr lang="en-US" sz="2100" i="1" dirty="0">
                <a:solidFill>
                  <a:schemeClr val="tx1"/>
                </a:solidFill>
              </a:rPr>
              <a:t>. Ik heb </a:t>
            </a:r>
            <a:r>
              <a:rPr lang="en-US" sz="2100" b="1" i="1" dirty="0">
                <a:solidFill>
                  <a:schemeClr val="tx1"/>
                </a:solidFill>
              </a:rPr>
              <a:t>de Belgische nationaliteit</a:t>
            </a:r>
            <a:r>
              <a:rPr lang="en-US" sz="2100" i="1" dirty="0">
                <a:solidFill>
                  <a:schemeClr val="tx1"/>
                </a:solidFill>
              </a:rPr>
              <a:t>.</a:t>
            </a:r>
            <a:endParaRPr lang="en-US" sz="2100" dirty="0"/>
          </a:p>
        </p:txBody>
      </p:sp>
      <p:sp>
        <p:nvSpPr>
          <p:cNvPr id="11" name="Shape 6"/>
          <p:cNvSpPr/>
          <p:nvPr/>
        </p:nvSpPr>
        <p:spPr>
          <a:xfrm>
            <a:off x="3017520" y="3657600"/>
            <a:ext cx="6949440" cy="1325880"/>
          </a:xfrm>
          <a:prstGeom prst="roundRect">
            <a:avLst>
              <a:gd name="adj" fmla="val 12414"/>
            </a:avLst>
          </a:prstGeom>
          <a:solidFill>
            <a:srgbClr val="6E4A9E">
              <a:alpha val="12000"/>
            </a:srgbClr>
          </a:solidFill>
          <a:ln w="15875">
            <a:solidFill>
              <a:srgbClr val="6E4A9E"/>
            </a:solidFill>
            <a:prstDash val="solid"/>
          </a:ln>
        </p:spPr>
      </p:sp>
      <p:sp>
        <p:nvSpPr>
          <p:cNvPr id="12" name="Text 7"/>
          <p:cNvSpPr txBox="1"/>
          <p:nvPr/>
        </p:nvSpPr>
        <p:spPr>
          <a:xfrm>
            <a:off x="3182112" y="3657600"/>
            <a:ext cx="6620256" cy="1325880"/>
          </a:xfrm>
          <a:prstGeom prst="rect">
            <a:avLst/>
          </a:prstGeom>
          <a:noFill/>
          <a:ln/>
        </p:spPr>
        <p:txBody>
          <a:bodyPr wrap="square" lIns="0" tIns="0" rIns="0" bIns="0" rtlCol="0" anchor="ctr"/>
          <a:lstStyle/>
          <a:p>
            <a:pPr algn="l" indent="0" marL="0">
              <a:buNone/>
            </a:pPr>
            <a:r>
              <a:rPr lang="en-US" sz="2100" i="1" dirty="0">
                <a:solidFill>
                  <a:schemeClr val="tx1"/>
                </a:solidFill>
              </a:rPr>
              <a:t>Dag! Ik ben Rik. Ik kom ook </a:t>
            </a:r>
            <a:r>
              <a:rPr lang="en-US" sz="2100" b="1" i="1" dirty="0">
                <a:solidFill>
                  <a:schemeClr val="tx1"/>
                </a:solidFill>
              </a:rPr>
              <a:t>uit België</a:t>
            </a:r>
            <a:r>
              <a:rPr lang="en-US" sz="2100" i="1" dirty="0">
                <a:solidFill>
                  <a:schemeClr val="tx1"/>
                </a:solidFill>
              </a:rPr>
              <a:t>. Ik ben </a:t>
            </a:r>
            <a:r>
              <a:rPr lang="en-US" sz="2100" b="1" i="1" dirty="0">
                <a:solidFill>
                  <a:schemeClr val="tx1"/>
                </a:solidFill>
              </a:rPr>
              <a:t>Belg</a:t>
            </a:r>
            <a:r>
              <a:rPr lang="en-US" sz="2100" i="1" dirty="0">
                <a:solidFill>
                  <a:schemeClr val="tx1"/>
                </a:solidFill>
              </a:rPr>
              <a:t> en mijn moedertaal is </a:t>
            </a:r>
            <a:r>
              <a:rPr lang="en-US" sz="2100" b="1" i="1" dirty="0">
                <a:solidFill>
                  <a:schemeClr val="tx1"/>
                </a:solidFill>
              </a:rPr>
              <a:t>Nederlands</a:t>
            </a:r>
            <a:r>
              <a:rPr lang="en-US" sz="2100" i="1" dirty="0">
                <a:solidFill>
                  <a:schemeClr val="tx1"/>
                </a:solidFill>
              </a:rPr>
              <a:t>.</a:t>
            </a:r>
            <a:endParaRPr lang="en-US" sz="2100" dirty="0"/>
          </a:p>
        </p:txBody>
      </p:sp>
      <p:sp>
        <p:nvSpPr>
          <p:cNvPr id="13" name="Shape 8"/>
          <p:cNvSpPr/>
          <p:nvPr/>
        </p:nvSpPr>
        <p:spPr>
          <a:xfrm>
            <a:off x="3291840" y="5440680"/>
            <a:ext cx="5577840" cy="731520"/>
          </a:xfrm>
          <a:prstGeom prst="roundRect">
            <a:avLst>
              <a:gd name="adj" fmla="val 10000"/>
            </a:avLst>
          </a:prstGeom>
          <a:solidFill>
            <a:schemeClr val="accent1">
              <a:alpha val="15000"/>
            </a:schemeClr>
          </a:solidFill>
          <a:ln w="15875">
            <a:solidFill>
              <a:srgbClr val="D9700F"/>
            </a:solidFill>
            <a:prstDash val="solid"/>
          </a:ln>
        </p:spPr>
      </p:sp>
      <p:pic>
        <p:nvPicPr>
          <p:cNvPr id="14" name="Image 2" descr="thinking face">    </p:cNvPr>
          <p:cNvPicPr>
            <a:picLocks noChangeAspect="1"/>
          </p:cNvPicPr>
          <p:nvPr/>
        </p:nvPicPr>
        <p:blipFill>
          <a:blip r:embed="rId3"/>
          <a:stretch>
            <a:fillRect/>
          </a:stretch>
        </p:blipFill>
        <p:spPr>
          <a:xfrm>
            <a:off x="3429000" y="5513832"/>
            <a:ext cx="585216" cy="585216"/>
          </a:xfrm>
          <a:prstGeom prst="rect">
            <a:avLst/>
          </a:prstGeom>
        </p:spPr>
      </p:pic>
      <p:sp>
        <p:nvSpPr>
          <p:cNvPr id="15" name="Text 9"/>
          <p:cNvSpPr txBox="1"/>
          <p:nvPr/>
        </p:nvSpPr>
        <p:spPr>
          <a:xfrm>
            <a:off x="4114800" y="5440680"/>
            <a:ext cx="4663440" cy="731520"/>
          </a:xfrm>
          <a:prstGeom prst="rect">
            <a:avLst/>
          </a:prstGeom>
          <a:noFill/>
          <a:ln/>
        </p:spPr>
        <p:txBody>
          <a:bodyPr wrap="square" lIns="0" tIns="0" rIns="0" bIns="0" rtlCol="0" anchor="ctr"/>
          <a:lstStyle/>
          <a:p>
            <a:pPr algn="l" indent="0" marL="0">
              <a:buNone/>
            </a:pPr>
            <a:r>
              <a:rPr lang="en-US" sz="1800" b="1" dirty="0">
                <a:solidFill>
                  <a:schemeClr val="tx1"/>
                </a:solidFill>
              </a:rPr>
              <a:t>Combien de façons de dire « je suis belge » ?</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Belgique : 3 régions, 3 langues</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554480"/>
            <a:ext cx="6492240" cy="4709160"/>
          </a:xfrm>
          <a:prstGeom prst="roundRect">
            <a:avLst>
              <a:gd name="adj" fmla="val 1553"/>
            </a:avLst>
          </a:prstGeom>
          <a:solidFill>
            <a:schemeClr val="bg2"/>
          </a:solidFill>
          <a:ln w="12700">
            <a:solidFill>
              <a:srgbClr val="D5DCE6"/>
            </a:solidFill>
            <a:prstDash val="solid"/>
          </a:ln>
        </p:spPr>
      </p:sp>
      <p:sp>
        <p:nvSpPr>
          <p:cNvPr id="6" name="Shape 3"/>
          <p:cNvSpPr/>
          <p:nvPr/>
        </p:nvSpPr>
        <p:spPr>
          <a:xfrm>
            <a:off x="972696" y="1874884"/>
            <a:ext cx="4823972" cy="1744282"/>
          </a:xfrm>
          <a:custGeom>
            <a:avLst/>
            <a:gdLst/>
            <a:ahLst/>
            <a:cxnLst/>
            <a:rect l="l" t="t" r="r" b="b"/>
            <a:pathLst>
              <a:path w="4823972" h="1744282">
                <a:moveTo>
                  <a:pt x="0" y="895092"/>
                </a:moveTo>
                <a:lnTo>
                  <a:pt x="378922" y="711483"/>
                </a:lnTo>
                <a:lnTo>
                  <a:pt x="816140" y="390168"/>
                </a:lnTo>
                <a:lnTo>
                  <a:pt x="1209636" y="252462"/>
                </a:lnTo>
                <a:lnTo>
                  <a:pt x="1428245" y="436070"/>
                </a:lnTo>
                <a:lnTo>
                  <a:pt x="1836316" y="619679"/>
                </a:lnTo>
                <a:lnTo>
                  <a:pt x="2200664" y="527875"/>
                </a:lnTo>
                <a:lnTo>
                  <a:pt x="2477569" y="252462"/>
                </a:lnTo>
                <a:lnTo>
                  <a:pt x="2739899" y="275413"/>
                </a:lnTo>
                <a:lnTo>
                  <a:pt x="2929361" y="0"/>
                </a:lnTo>
                <a:lnTo>
                  <a:pt x="3220839" y="137706"/>
                </a:lnTo>
                <a:lnTo>
                  <a:pt x="3468596" y="45902"/>
                </a:lnTo>
                <a:lnTo>
                  <a:pt x="3730927" y="114755"/>
                </a:lnTo>
                <a:lnTo>
                  <a:pt x="3934962" y="390168"/>
                </a:lnTo>
                <a:lnTo>
                  <a:pt x="4313884" y="436070"/>
                </a:lnTo>
                <a:lnTo>
                  <a:pt x="4823972" y="757385"/>
                </a:lnTo>
                <a:lnTo>
                  <a:pt x="4678233" y="1216407"/>
                </a:lnTo>
                <a:lnTo>
                  <a:pt x="4605363" y="1652477"/>
                </a:lnTo>
                <a:lnTo>
                  <a:pt x="4241015" y="1721331"/>
                </a:lnTo>
                <a:lnTo>
                  <a:pt x="3730927" y="1744282"/>
                </a:lnTo>
                <a:lnTo>
                  <a:pt x="3366579" y="1698380"/>
                </a:lnTo>
                <a:lnTo>
                  <a:pt x="3002230" y="1744282"/>
                </a:lnTo>
                <a:lnTo>
                  <a:pt x="2710752" y="1698380"/>
                </a:lnTo>
                <a:lnTo>
                  <a:pt x="2346403" y="1744282"/>
                </a:lnTo>
                <a:lnTo>
                  <a:pt x="1982055" y="1721331"/>
                </a:lnTo>
                <a:lnTo>
                  <a:pt x="1471967" y="1721331"/>
                </a:lnTo>
                <a:lnTo>
                  <a:pt x="1034749" y="1675429"/>
                </a:lnTo>
                <a:lnTo>
                  <a:pt x="524662" y="1606575"/>
                </a:lnTo>
                <a:lnTo>
                  <a:pt x="306053" y="1514771"/>
                </a:lnTo>
                <a:lnTo>
                  <a:pt x="87444" y="1216407"/>
                </a:lnTo>
                <a:close/>
              </a:path>
            </a:pathLst>
          </a:custGeom>
          <a:solidFill>
            <a:srgbClr val="7FA7D9"/>
          </a:solidFill>
          <a:ln w="19050">
            <a:solidFill>
              <a:srgbClr val="FFFFFF"/>
            </a:solidFill>
            <a:prstDash val="solid"/>
          </a:ln>
        </p:spPr>
      </p:sp>
      <p:sp>
        <p:nvSpPr>
          <p:cNvPr id="7" name="Shape 4"/>
          <p:cNvSpPr/>
          <p:nvPr/>
        </p:nvSpPr>
        <p:spPr>
          <a:xfrm>
            <a:off x="1497357" y="3481460"/>
            <a:ext cx="5100877" cy="2937738"/>
          </a:xfrm>
          <a:custGeom>
            <a:avLst/>
            <a:gdLst/>
            <a:ahLst/>
            <a:cxnLst/>
            <a:rect l="l" t="t" r="r" b="b"/>
            <a:pathLst>
              <a:path w="5100877" h="2937738">
                <a:moveTo>
                  <a:pt x="0" y="0"/>
                </a:moveTo>
                <a:lnTo>
                  <a:pt x="510088" y="68853"/>
                </a:lnTo>
                <a:lnTo>
                  <a:pt x="947306" y="114755"/>
                </a:lnTo>
                <a:lnTo>
                  <a:pt x="1457393" y="114755"/>
                </a:lnTo>
                <a:lnTo>
                  <a:pt x="1821742" y="137706"/>
                </a:lnTo>
                <a:lnTo>
                  <a:pt x="2186090" y="91804"/>
                </a:lnTo>
                <a:lnTo>
                  <a:pt x="2477569" y="137706"/>
                </a:lnTo>
                <a:lnTo>
                  <a:pt x="2841917" y="91804"/>
                </a:lnTo>
                <a:lnTo>
                  <a:pt x="3206265" y="137706"/>
                </a:lnTo>
                <a:lnTo>
                  <a:pt x="3716353" y="114755"/>
                </a:lnTo>
                <a:lnTo>
                  <a:pt x="4080701" y="45902"/>
                </a:lnTo>
                <a:lnTo>
                  <a:pt x="4547067" y="68853"/>
                </a:lnTo>
                <a:lnTo>
                  <a:pt x="4911415" y="367217"/>
                </a:lnTo>
                <a:lnTo>
                  <a:pt x="5100877" y="1032798"/>
                </a:lnTo>
                <a:lnTo>
                  <a:pt x="4721954" y="1491820"/>
                </a:lnTo>
                <a:lnTo>
                  <a:pt x="4488771" y="1400016"/>
                </a:lnTo>
                <a:lnTo>
                  <a:pt x="4153571" y="1904939"/>
                </a:lnTo>
                <a:lnTo>
                  <a:pt x="4255588" y="2822982"/>
                </a:lnTo>
                <a:lnTo>
                  <a:pt x="3745501" y="2937738"/>
                </a:lnTo>
                <a:lnTo>
                  <a:pt x="3352005" y="2501667"/>
                </a:lnTo>
                <a:lnTo>
                  <a:pt x="2841917" y="2249205"/>
                </a:lnTo>
                <a:lnTo>
                  <a:pt x="2856491" y="1904939"/>
                </a:lnTo>
                <a:lnTo>
                  <a:pt x="2885639" y="1445918"/>
                </a:lnTo>
                <a:lnTo>
                  <a:pt x="2798195" y="1422967"/>
                </a:lnTo>
                <a:lnTo>
                  <a:pt x="2623308" y="1836086"/>
                </a:lnTo>
                <a:lnTo>
                  <a:pt x="2258960" y="1927890"/>
                </a:lnTo>
                <a:lnTo>
                  <a:pt x="1894611" y="1881988"/>
                </a:lnTo>
                <a:lnTo>
                  <a:pt x="1807168" y="1675429"/>
                </a:lnTo>
                <a:lnTo>
                  <a:pt x="1894611" y="1170505"/>
                </a:lnTo>
                <a:lnTo>
                  <a:pt x="1530263" y="1009847"/>
                </a:lnTo>
                <a:lnTo>
                  <a:pt x="1165915" y="1055749"/>
                </a:lnTo>
                <a:lnTo>
                  <a:pt x="1020175" y="642630"/>
                </a:lnTo>
                <a:lnTo>
                  <a:pt x="553809" y="573777"/>
                </a:lnTo>
                <a:lnTo>
                  <a:pt x="145739" y="183609"/>
                </a:lnTo>
                <a:close/>
              </a:path>
            </a:pathLst>
          </a:custGeom>
          <a:solidFill>
            <a:srgbClr val="EDA765"/>
          </a:solidFill>
          <a:ln w="19050">
            <a:solidFill>
              <a:srgbClr val="FFFFFF"/>
            </a:solidFill>
            <a:prstDash val="solid"/>
          </a:ln>
        </p:spPr>
      </p:sp>
      <p:sp>
        <p:nvSpPr>
          <p:cNvPr id="8" name="Shape 5"/>
          <p:cNvSpPr/>
          <p:nvPr/>
        </p:nvSpPr>
        <p:spPr>
          <a:xfrm>
            <a:off x="5986129" y="3550313"/>
            <a:ext cx="612105" cy="1262309"/>
          </a:xfrm>
          <a:custGeom>
            <a:avLst/>
            <a:gdLst/>
            <a:ahLst/>
            <a:cxnLst/>
            <a:rect l="l" t="t" r="r" b="b"/>
            <a:pathLst>
              <a:path w="612105" h="1262309">
                <a:moveTo>
                  <a:pt x="58296" y="0"/>
                </a:moveTo>
                <a:lnTo>
                  <a:pt x="422644" y="298364"/>
                </a:lnTo>
                <a:lnTo>
                  <a:pt x="612105" y="963945"/>
                </a:lnTo>
                <a:lnTo>
                  <a:pt x="233183" y="1262309"/>
                </a:lnTo>
                <a:lnTo>
                  <a:pt x="102018" y="986896"/>
                </a:lnTo>
                <a:lnTo>
                  <a:pt x="174887" y="573777"/>
                </a:lnTo>
                <a:lnTo>
                  <a:pt x="0" y="298364"/>
                </a:lnTo>
                <a:close/>
              </a:path>
            </a:pathLst>
          </a:custGeom>
          <a:solidFill>
            <a:srgbClr val="5FA77A"/>
          </a:solidFill>
          <a:ln w="19050">
            <a:solidFill>
              <a:srgbClr val="FFFFFF"/>
            </a:solidFill>
            <a:prstDash val="solid"/>
          </a:ln>
        </p:spPr>
      </p:sp>
      <p:sp>
        <p:nvSpPr>
          <p:cNvPr id="9" name="Shape 6"/>
          <p:cNvSpPr/>
          <p:nvPr/>
        </p:nvSpPr>
        <p:spPr>
          <a:xfrm>
            <a:off x="3463576" y="3217522"/>
            <a:ext cx="323151" cy="252462"/>
          </a:xfrm>
          <a:prstGeom prst="ellipse">
            <a:avLst/>
          </a:prstGeom>
          <a:solidFill>
            <a:srgbClr val="6E4A9E"/>
          </a:solidFill>
          <a:ln w="15875">
            <a:solidFill>
              <a:srgbClr val="FFFFFF"/>
            </a:solidFill>
            <a:prstDash val="solid"/>
          </a:ln>
        </p:spPr>
      </p:sp>
      <p:sp>
        <p:nvSpPr>
          <p:cNvPr id="10" name="Text 7"/>
          <p:cNvSpPr txBox="1"/>
          <p:nvPr/>
        </p:nvSpPr>
        <p:spPr>
          <a:xfrm>
            <a:off x="1857471" y="2610047"/>
            <a:ext cx="2194560" cy="365760"/>
          </a:xfrm>
          <a:prstGeom prst="rect">
            <a:avLst/>
          </a:prstGeom>
          <a:noFill/>
          <a:ln/>
        </p:spPr>
        <p:txBody>
          <a:bodyPr wrap="square" lIns="0" tIns="0" rIns="0" bIns="0" rtlCol="0" anchor="ctr"/>
          <a:lstStyle/>
          <a:p>
            <a:pPr algn="ctr" indent="0" marL="0">
              <a:buNone/>
            </a:pPr>
            <a:r>
              <a:rPr lang="en-US" sz="1600" b="1" dirty="0">
                <a:solidFill>
                  <a:schemeClr val="tx1"/>
                </a:solidFill>
              </a:rPr>
              <a:t>Vlaanderen</a:t>
            </a:r>
            <a:endParaRPr lang="en-US" sz="1600" dirty="0"/>
          </a:p>
        </p:txBody>
      </p:sp>
      <p:sp>
        <p:nvSpPr>
          <p:cNvPr id="11" name="Text 8"/>
          <p:cNvSpPr txBox="1"/>
          <p:nvPr/>
        </p:nvSpPr>
        <p:spPr>
          <a:xfrm>
            <a:off x="3314864" y="4629742"/>
            <a:ext cx="2194560" cy="365760"/>
          </a:xfrm>
          <a:prstGeom prst="rect">
            <a:avLst/>
          </a:prstGeom>
          <a:noFill/>
          <a:ln/>
        </p:spPr>
        <p:txBody>
          <a:bodyPr wrap="square" lIns="0" tIns="0" rIns="0" bIns="0" rtlCol="0" anchor="ctr"/>
          <a:lstStyle/>
          <a:p>
            <a:pPr algn="ctr" indent="0" marL="0">
              <a:buNone/>
            </a:pPr>
            <a:r>
              <a:rPr lang="en-US" sz="1600" b="1" dirty="0">
                <a:solidFill>
                  <a:schemeClr val="tx1"/>
                </a:solidFill>
              </a:rPr>
              <a:t>Wallonië</a:t>
            </a:r>
            <a:endParaRPr lang="en-US" sz="1600" dirty="0"/>
          </a:p>
        </p:txBody>
      </p:sp>
      <p:sp>
        <p:nvSpPr>
          <p:cNvPr id="12" name="Shape 9"/>
          <p:cNvSpPr/>
          <p:nvPr/>
        </p:nvSpPr>
        <p:spPr>
          <a:xfrm flipV="1">
            <a:off x="3853752" y="2840833"/>
            <a:ext cx="685800" cy="457200"/>
          </a:xfrm>
          <a:prstGeom prst="line">
            <a:avLst/>
          </a:prstGeom>
          <a:noFill/>
          <a:ln w="15875">
            <a:solidFill>
              <a:srgbClr val="17375E"/>
            </a:solidFill>
            <a:prstDash val="solid"/>
          </a:ln>
        </p:spPr>
      </p:sp>
      <p:sp>
        <p:nvSpPr>
          <p:cNvPr id="13" name="Shape 10"/>
          <p:cNvSpPr/>
          <p:nvPr/>
        </p:nvSpPr>
        <p:spPr>
          <a:xfrm>
            <a:off x="4539552" y="2593945"/>
            <a:ext cx="1051560" cy="384048"/>
          </a:xfrm>
          <a:prstGeom prst="roundRect">
            <a:avLst>
              <a:gd name="adj" fmla="val 23810"/>
            </a:avLst>
          </a:prstGeom>
          <a:solidFill>
            <a:srgbClr val="FFFFFF"/>
          </a:solidFill>
          <a:ln w="12700">
            <a:solidFill>
              <a:srgbClr val="6E4A9E"/>
            </a:solidFill>
            <a:prstDash val="solid"/>
          </a:ln>
        </p:spPr>
      </p:sp>
      <p:sp>
        <p:nvSpPr>
          <p:cNvPr id="14" name="Text 11"/>
          <p:cNvSpPr txBox="1"/>
          <p:nvPr/>
        </p:nvSpPr>
        <p:spPr>
          <a:xfrm>
            <a:off x="4539552" y="2593945"/>
            <a:ext cx="1051560" cy="384048"/>
          </a:xfrm>
          <a:prstGeom prst="rect">
            <a:avLst/>
          </a:prstGeom>
          <a:noFill/>
          <a:ln/>
        </p:spPr>
        <p:txBody>
          <a:bodyPr wrap="square" lIns="0" tIns="0" rIns="0" bIns="0" rtlCol="0" anchor="ctr"/>
          <a:lstStyle/>
          <a:p>
            <a:pPr algn="ctr" indent="0" marL="0">
              <a:buNone/>
            </a:pPr>
            <a:r>
              <a:rPr lang="en-US" sz="1400" b="1" dirty="0">
                <a:solidFill>
                  <a:srgbClr val="6E4A9E"/>
                </a:solidFill>
              </a:rPr>
              <a:t>Brussel</a:t>
            </a:r>
            <a:endParaRPr lang="en-US" sz="1400" dirty="0"/>
          </a:p>
        </p:txBody>
      </p:sp>
      <p:sp>
        <p:nvSpPr>
          <p:cNvPr id="15" name="Shape 12"/>
          <p:cNvSpPr/>
          <p:nvPr/>
        </p:nvSpPr>
        <p:spPr>
          <a:xfrm>
            <a:off x="6379907" y="4330285"/>
            <a:ext cx="155448" cy="594360"/>
          </a:xfrm>
          <a:prstGeom prst="line">
            <a:avLst/>
          </a:prstGeom>
          <a:noFill/>
          <a:ln w="15875">
            <a:solidFill>
              <a:srgbClr val="17375E"/>
            </a:solidFill>
            <a:prstDash val="solid"/>
          </a:ln>
        </p:spPr>
      </p:sp>
      <p:sp>
        <p:nvSpPr>
          <p:cNvPr id="16" name="Text 13"/>
          <p:cNvSpPr txBox="1"/>
          <p:nvPr/>
        </p:nvSpPr>
        <p:spPr>
          <a:xfrm>
            <a:off x="5483795" y="4924645"/>
            <a:ext cx="1463040" cy="320040"/>
          </a:xfrm>
          <a:prstGeom prst="rect">
            <a:avLst/>
          </a:prstGeom>
          <a:noFill/>
          <a:ln/>
        </p:spPr>
        <p:txBody>
          <a:bodyPr wrap="square" lIns="0" tIns="0" rIns="0" bIns="0" rtlCol="0" anchor="t"/>
          <a:lstStyle/>
          <a:p>
            <a:pPr algn="ctr" indent="0" marL="0">
              <a:buNone/>
            </a:pPr>
            <a:r>
              <a:rPr lang="en-US" sz="1300" b="1" dirty="0">
                <a:solidFill>
                  <a:schemeClr val="accent3"/>
                </a:solidFill>
              </a:rPr>
              <a:t>Oost-België</a:t>
            </a:r>
            <a:endParaRPr lang="en-US" sz="1300" dirty="0"/>
          </a:p>
        </p:txBody>
      </p:sp>
      <p:sp>
        <p:nvSpPr>
          <p:cNvPr id="17" name="Shape 14"/>
          <p:cNvSpPr/>
          <p:nvPr/>
        </p:nvSpPr>
        <p:spPr>
          <a:xfrm>
            <a:off x="7315200" y="1554480"/>
            <a:ext cx="4325112" cy="749808"/>
          </a:xfrm>
          <a:prstGeom prst="roundRect">
            <a:avLst>
              <a:gd name="adj" fmla="val 9756"/>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Shape 15"/>
          <p:cNvSpPr/>
          <p:nvPr/>
        </p:nvSpPr>
        <p:spPr>
          <a:xfrm>
            <a:off x="7315200" y="1554480"/>
            <a:ext cx="292608" cy="749808"/>
          </a:xfrm>
          <a:prstGeom prst="rect">
            <a:avLst/>
          </a:prstGeom>
          <a:solidFill>
            <a:srgbClr val="7FA7D9"/>
          </a:solidFill>
          <a:ln w="12700">
            <a:solidFill>
              <a:srgbClr val="FFFFFF">
                <a:alpha val="0"/>
              </a:srgbClr>
            </a:solidFill>
            <a:prstDash val="solid"/>
          </a:ln>
        </p:spPr>
      </p:sp>
      <p:sp>
        <p:nvSpPr>
          <p:cNvPr id="19" name="Text 16"/>
          <p:cNvSpPr txBox="1"/>
          <p:nvPr/>
        </p:nvSpPr>
        <p:spPr>
          <a:xfrm>
            <a:off x="7772400" y="1554480"/>
            <a:ext cx="1828800" cy="749808"/>
          </a:xfrm>
          <a:prstGeom prst="rect">
            <a:avLst/>
          </a:prstGeom>
          <a:noFill/>
          <a:ln/>
        </p:spPr>
        <p:txBody>
          <a:bodyPr wrap="square" lIns="0" tIns="0" rIns="0" bIns="0" rtlCol="0" anchor="ctr"/>
          <a:lstStyle/>
          <a:p>
            <a:pPr algn="l" indent="0" marL="0">
              <a:buNone/>
            </a:pPr>
            <a:r>
              <a:rPr lang="en-US" sz="1800" b="1" dirty="0">
                <a:solidFill>
                  <a:schemeClr val="tx1"/>
                </a:solidFill>
              </a:rPr>
              <a:t>Vlaanderen</a:t>
            </a:r>
            <a:endParaRPr lang="en-US" sz="1800" dirty="0"/>
          </a:p>
        </p:txBody>
      </p:sp>
      <p:sp>
        <p:nvSpPr>
          <p:cNvPr id="20" name="Text 17"/>
          <p:cNvSpPr txBox="1"/>
          <p:nvPr/>
        </p:nvSpPr>
        <p:spPr>
          <a:xfrm>
            <a:off x="9509760" y="1554480"/>
            <a:ext cx="2103120" cy="749808"/>
          </a:xfrm>
          <a:prstGeom prst="rect">
            <a:avLst/>
          </a:prstGeom>
          <a:noFill/>
          <a:ln/>
        </p:spPr>
        <p:txBody>
          <a:bodyPr wrap="square" lIns="0" tIns="0" rIns="0" bIns="0" rtlCol="0" anchor="ctr"/>
          <a:lstStyle/>
          <a:p>
            <a:pPr algn="l" indent="0" marL="0">
              <a:buNone/>
            </a:pPr>
            <a:r>
              <a:rPr lang="en-US" sz="1700" dirty="0">
                <a:solidFill>
                  <a:schemeClr val="tx2"/>
                </a:solidFill>
              </a:rPr>
              <a:t>→ </a:t>
            </a:r>
            <a:r>
              <a:rPr lang="en-US" sz="1700" i="1" dirty="0">
                <a:solidFill>
                  <a:schemeClr val="tx2"/>
                </a:solidFill>
              </a:rPr>
              <a:t>Nederlands</a:t>
            </a:r>
            <a:endParaRPr lang="en-US" sz="1700" dirty="0"/>
          </a:p>
        </p:txBody>
      </p:sp>
      <p:sp>
        <p:nvSpPr>
          <p:cNvPr id="21" name="Shape 18"/>
          <p:cNvSpPr/>
          <p:nvPr/>
        </p:nvSpPr>
        <p:spPr>
          <a:xfrm>
            <a:off x="7315200" y="2450592"/>
            <a:ext cx="4325112" cy="749808"/>
          </a:xfrm>
          <a:prstGeom prst="roundRect">
            <a:avLst>
              <a:gd name="adj" fmla="val 9756"/>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2" name="Shape 19"/>
          <p:cNvSpPr/>
          <p:nvPr/>
        </p:nvSpPr>
        <p:spPr>
          <a:xfrm>
            <a:off x="7315200" y="2450592"/>
            <a:ext cx="292608" cy="749808"/>
          </a:xfrm>
          <a:prstGeom prst="rect">
            <a:avLst/>
          </a:prstGeom>
          <a:solidFill>
            <a:srgbClr val="EDA765"/>
          </a:solidFill>
          <a:ln w="12700">
            <a:solidFill>
              <a:srgbClr val="FFFFFF">
                <a:alpha val="0"/>
              </a:srgbClr>
            </a:solidFill>
            <a:prstDash val="solid"/>
          </a:ln>
        </p:spPr>
      </p:sp>
      <p:sp>
        <p:nvSpPr>
          <p:cNvPr id="23" name="Text 20"/>
          <p:cNvSpPr txBox="1"/>
          <p:nvPr/>
        </p:nvSpPr>
        <p:spPr>
          <a:xfrm>
            <a:off x="7772400" y="2450592"/>
            <a:ext cx="1828800" cy="749808"/>
          </a:xfrm>
          <a:prstGeom prst="rect">
            <a:avLst/>
          </a:prstGeom>
          <a:noFill/>
          <a:ln/>
        </p:spPr>
        <p:txBody>
          <a:bodyPr wrap="square" lIns="0" tIns="0" rIns="0" bIns="0" rtlCol="0" anchor="ctr"/>
          <a:lstStyle/>
          <a:p>
            <a:pPr algn="l" indent="0" marL="0">
              <a:buNone/>
            </a:pPr>
            <a:r>
              <a:rPr lang="en-US" sz="1800" b="1" dirty="0">
                <a:solidFill>
                  <a:schemeClr val="tx1"/>
                </a:solidFill>
              </a:rPr>
              <a:t>Wallonië</a:t>
            </a:r>
            <a:endParaRPr lang="en-US" sz="1800" dirty="0"/>
          </a:p>
        </p:txBody>
      </p:sp>
      <p:sp>
        <p:nvSpPr>
          <p:cNvPr id="24" name="Text 21"/>
          <p:cNvSpPr txBox="1"/>
          <p:nvPr/>
        </p:nvSpPr>
        <p:spPr>
          <a:xfrm>
            <a:off x="9509760" y="2450592"/>
            <a:ext cx="2103120" cy="749808"/>
          </a:xfrm>
          <a:prstGeom prst="rect">
            <a:avLst/>
          </a:prstGeom>
          <a:noFill/>
          <a:ln/>
        </p:spPr>
        <p:txBody>
          <a:bodyPr wrap="square" lIns="0" tIns="0" rIns="0" bIns="0" rtlCol="0" anchor="ctr"/>
          <a:lstStyle/>
          <a:p>
            <a:pPr algn="l" indent="0" marL="0">
              <a:buNone/>
            </a:pPr>
            <a:r>
              <a:rPr lang="en-US" sz="1700" dirty="0">
                <a:solidFill>
                  <a:schemeClr val="tx2"/>
                </a:solidFill>
              </a:rPr>
              <a:t>→ </a:t>
            </a:r>
            <a:r>
              <a:rPr lang="en-US" sz="1700" i="1" dirty="0">
                <a:solidFill>
                  <a:schemeClr val="tx2"/>
                </a:solidFill>
              </a:rPr>
              <a:t>Frans</a:t>
            </a:r>
            <a:endParaRPr lang="en-US" sz="1700" dirty="0"/>
          </a:p>
        </p:txBody>
      </p:sp>
      <p:sp>
        <p:nvSpPr>
          <p:cNvPr id="25" name="Shape 22"/>
          <p:cNvSpPr/>
          <p:nvPr/>
        </p:nvSpPr>
        <p:spPr>
          <a:xfrm>
            <a:off x="7315200" y="3346704"/>
            <a:ext cx="4325112" cy="749808"/>
          </a:xfrm>
          <a:prstGeom prst="roundRect">
            <a:avLst>
              <a:gd name="adj" fmla="val 9756"/>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6" name="Shape 23"/>
          <p:cNvSpPr/>
          <p:nvPr/>
        </p:nvSpPr>
        <p:spPr>
          <a:xfrm>
            <a:off x="7315200" y="3346704"/>
            <a:ext cx="292608" cy="749808"/>
          </a:xfrm>
          <a:prstGeom prst="rect">
            <a:avLst/>
          </a:prstGeom>
          <a:solidFill>
            <a:srgbClr val="6E4A9E"/>
          </a:solidFill>
          <a:ln w="12700">
            <a:solidFill>
              <a:srgbClr val="FFFFFF">
                <a:alpha val="0"/>
              </a:srgbClr>
            </a:solidFill>
            <a:prstDash val="solid"/>
          </a:ln>
        </p:spPr>
      </p:sp>
      <p:sp>
        <p:nvSpPr>
          <p:cNvPr id="27" name="Text 24"/>
          <p:cNvSpPr txBox="1"/>
          <p:nvPr/>
        </p:nvSpPr>
        <p:spPr>
          <a:xfrm>
            <a:off x="7772400" y="3346704"/>
            <a:ext cx="1828800" cy="749808"/>
          </a:xfrm>
          <a:prstGeom prst="rect">
            <a:avLst/>
          </a:prstGeom>
          <a:noFill/>
          <a:ln/>
        </p:spPr>
        <p:txBody>
          <a:bodyPr wrap="square" lIns="0" tIns="0" rIns="0" bIns="0" rtlCol="0" anchor="ctr"/>
          <a:lstStyle/>
          <a:p>
            <a:pPr algn="l" indent="0" marL="0">
              <a:buNone/>
            </a:pPr>
            <a:r>
              <a:rPr lang="en-US" sz="1800" b="1" dirty="0">
                <a:solidFill>
                  <a:schemeClr val="tx1"/>
                </a:solidFill>
              </a:rPr>
              <a:t>Brussel</a:t>
            </a:r>
            <a:endParaRPr lang="en-US" sz="1800" dirty="0"/>
          </a:p>
        </p:txBody>
      </p:sp>
      <p:sp>
        <p:nvSpPr>
          <p:cNvPr id="28" name="Text 25"/>
          <p:cNvSpPr txBox="1"/>
          <p:nvPr/>
        </p:nvSpPr>
        <p:spPr>
          <a:xfrm>
            <a:off x="9509760" y="3346704"/>
            <a:ext cx="2103120" cy="749808"/>
          </a:xfrm>
          <a:prstGeom prst="rect">
            <a:avLst/>
          </a:prstGeom>
          <a:noFill/>
          <a:ln/>
        </p:spPr>
        <p:txBody>
          <a:bodyPr wrap="square" lIns="0" tIns="0" rIns="0" bIns="0" rtlCol="0" anchor="ctr"/>
          <a:lstStyle/>
          <a:p>
            <a:pPr algn="l" indent="0" marL="0">
              <a:buNone/>
            </a:pPr>
            <a:r>
              <a:rPr lang="en-US" sz="1700" dirty="0">
                <a:solidFill>
                  <a:schemeClr val="tx2"/>
                </a:solidFill>
              </a:rPr>
              <a:t>→ </a:t>
            </a:r>
            <a:r>
              <a:rPr lang="en-US" sz="1700" i="1" dirty="0">
                <a:solidFill>
                  <a:schemeClr val="tx2"/>
                </a:solidFill>
              </a:rPr>
              <a:t>Frans + Nederlands</a:t>
            </a:r>
            <a:endParaRPr lang="en-US" sz="1700" dirty="0"/>
          </a:p>
        </p:txBody>
      </p:sp>
      <p:sp>
        <p:nvSpPr>
          <p:cNvPr id="29" name="Shape 26"/>
          <p:cNvSpPr/>
          <p:nvPr/>
        </p:nvSpPr>
        <p:spPr>
          <a:xfrm>
            <a:off x="7315200" y="4242816"/>
            <a:ext cx="4325112" cy="749808"/>
          </a:xfrm>
          <a:prstGeom prst="roundRect">
            <a:avLst>
              <a:gd name="adj" fmla="val 9756"/>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0" name="Shape 27"/>
          <p:cNvSpPr/>
          <p:nvPr/>
        </p:nvSpPr>
        <p:spPr>
          <a:xfrm>
            <a:off x="7315200" y="4242816"/>
            <a:ext cx="292608" cy="749808"/>
          </a:xfrm>
          <a:prstGeom prst="rect">
            <a:avLst/>
          </a:prstGeom>
          <a:solidFill>
            <a:srgbClr val="5FA77A"/>
          </a:solidFill>
          <a:ln w="12700">
            <a:solidFill>
              <a:srgbClr val="FFFFFF">
                <a:alpha val="0"/>
              </a:srgbClr>
            </a:solidFill>
            <a:prstDash val="solid"/>
          </a:ln>
        </p:spPr>
      </p:sp>
      <p:sp>
        <p:nvSpPr>
          <p:cNvPr id="31" name="Text 28"/>
          <p:cNvSpPr txBox="1"/>
          <p:nvPr/>
        </p:nvSpPr>
        <p:spPr>
          <a:xfrm>
            <a:off x="7772400" y="4242816"/>
            <a:ext cx="1828800" cy="749808"/>
          </a:xfrm>
          <a:prstGeom prst="rect">
            <a:avLst/>
          </a:prstGeom>
          <a:noFill/>
          <a:ln/>
        </p:spPr>
        <p:txBody>
          <a:bodyPr wrap="square" lIns="0" tIns="0" rIns="0" bIns="0" rtlCol="0" anchor="ctr"/>
          <a:lstStyle/>
          <a:p>
            <a:pPr algn="l" indent="0" marL="0">
              <a:buNone/>
            </a:pPr>
            <a:r>
              <a:rPr lang="en-US" sz="1800" b="1" dirty="0">
                <a:solidFill>
                  <a:schemeClr val="tx1"/>
                </a:solidFill>
              </a:rPr>
              <a:t>Oost-België</a:t>
            </a:r>
            <a:endParaRPr lang="en-US" sz="1800" dirty="0"/>
          </a:p>
        </p:txBody>
      </p:sp>
      <p:sp>
        <p:nvSpPr>
          <p:cNvPr id="32" name="Text 29"/>
          <p:cNvSpPr txBox="1"/>
          <p:nvPr/>
        </p:nvSpPr>
        <p:spPr>
          <a:xfrm>
            <a:off x="9509760" y="4242816"/>
            <a:ext cx="2103120" cy="749808"/>
          </a:xfrm>
          <a:prstGeom prst="rect">
            <a:avLst/>
          </a:prstGeom>
          <a:noFill/>
          <a:ln/>
        </p:spPr>
        <p:txBody>
          <a:bodyPr wrap="square" lIns="0" tIns="0" rIns="0" bIns="0" rtlCol="0" anchor="ctr"/>
          <a:lstStyle/>
          <a:p>
            <a:pPr algn="l" indent="0" marL="0">
              <a:buNone/>
            </a:pPr>
            <a:r>
              <a:rPr lang="en-US" sz="1700" dirty="0">
                <a:solidFill>
                  <a:schemeClr val="tx2"/>
                </a:solidFill>
              </a:rPr>
              <a:t>→ </a:t>
            </a:r>
            <a:r>
              <a:rPr lang="en-US" sz="1700" i="1" dirty="0">
                <a:solidFill>
                  <a:schemeClr val="tx2"/>
                </a:solidFill>
              </a:rPr>
              <a:t>Duits</a:t>
            </a:r>
            <a:endParaRPr lang="en-US" sz="1700" dirty="0"/>
          </a:p>
        </p:txBody>
      </p:sp>
      <p:sp>
        <p:nvSpPr>
          <p:cNvPr id="33" name="Shape 30"/>
          <p:cNvSpPr/>
          <p:nvPr/>
        </p:nvSpPr>
        <p:spPr>
          <a:xfrm>
            <a:off x="7315200" y="5212080"/>
            <a:ext cx="4325112" cy="1051560"/>
          </a:xfrm>
          <a:prstGeom prst="roundRect">
            <a:avLst>
              <a:gd name="adj" fmla="val 6957"/>
            </a:avLst>
          </a:prstGeom>
          <a:solidFill>
            <a:schemeClr val="tx2"/>
          </a:solidFill>
          <a:ln w="12700">
            <a:solidFill>
              <a:srgbClr val="FFFFFF">
                <a:alpha val="0"/>
              </a:srgbClr>
            </a:solidFill>
            <a:prstDash val="solid"/>
          </a:ln>
        </p:spPr>
      </p:sp>
      <p:sp>
        <p:nvSpPr>
          <p:cNvPr id="34" name="Text 31"/>
          <p:cNvSpPr txBox="1"/>
          <p:nvPr/>
        </p:nvSpPr>
        <p:spPr>
          <a:xfrm>
            <a:off x="7498080" y="5212080"/>
            <a:ext cx="3959352" cy="1051560"/>
          </a:xfrm>
          <a:prstGeom prst="rect">
            <a:avLst/>
          </a:prstGeom>
          <a:noFill/>
          <a:ln/>
        </p:spPr>
        <p:txBody>
          <a:bodyPr wrap="square" lIns="0" tIns="0" rIns="0" bIns="0" rtlCol="0" anchor="ctr"/>
          <a:lstStyle/>
          <a:p>
            <a:pPr algn="ctr" indent="0" marL="0">
              <a:buNone/>
            </a:pPr>
            <a:r>
              <a:rPr lang="en-US" sz="2000" dirty="0">
                <a:solidFill>
                  <a:schemeClr val="bg1"/>
                </a:solidFill>
              </a:rPr>
              <a:t>België heeft </a:t>
            </a:r>
            <a:r>
              <a:rPr lang="en-US" sz="2000" b="1" dirty="0">
                <a:solidFill>
                  <a:schemeClr val="bg1"/>
                </a:solidFill>
              </a:rPr>
              <a:t>drie</a:t>
            </a:r>
            <a:r>
              <a:rPr lang="en-US" sz="2000" dirty="0">
                <a:solidFill>
                  <a:schemeClr val="bg1"/>
                </a:solidFill>
              </a:rPr>
              <a:t> officiële talen.</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tableau à 5 colonnes : la Belgique</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325880" y="1554480"/>
          <a:ext cx="10314432" cy="914400"/>
        </p:xfrm>
        <a:graphic>
          <a:graphicData uri="http://schemas.openxmlformats.org/drawingml/2006/table">
            <a:tbl>
              <a:tblPr/>
              <a:tblGrid>
                <a:gridCol w="2269175"/>
                <a:gridCol w="1856598"/>
                <a:gridCol w="1856598"/>
                <a:gridCol w="2166031"/>
                <a:gridCol w="2166031"/>
              </a:tblGrid>
              <a:tr h="502920">
                <a:tc>
                  <a:txBody>
                    <a:bodyPr/>
                    <a:lstStyle/>
                    <a:p>
                      <a:pPr algn="l" indent="0" marL="0">
                        <a:buNone/>
                      </a:pPr>
                      <a:r>
                        <a:rPr lang="en-US" sz="1500" b="1" dirty="0">
                          <a:solidFill>
                            <a:srgbClr val="FFFFFF"/>
                          </a:solidFill>
                        </a:rPr>
                        <a:t>Land / gewest</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4"/>
                    </a:solidFill>
                  </a:tcPr>
                </a:tc>
                <a:tc>
                  <a:txBody>
                    <a:bodyPr/>
                    <a:lstStyle/>
                    <a:p>
                      <a:pPr algn="l" indent="0" marL="0">
                        <a:buNone/>
                      </a:pPr>
                      <a:r>
                        <a:rPr lang="en-US" sz="1500" b="1" dirty="0">
                          <a:solidFill>
                            <a:srgbClr val="FFFFFF"/>
                          </a:solidFill>
                        </a:rPr>
                        <a:t>Adjectief</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B8860B"/>
                    </a:solidFill>
                  </a:tcPr>
                </a:tc>
                <a:tc>
                  <a:txBody>
                    <a:bodyPr/>
                    <a:lstStyle/>
                    <a:p>
                      <a:pPr algn="l" indent="0" marL="0">
                        <a:buNone/>
                      </a:pPr>
                      <a:r>
                        <a:rPr lang="en-US" sz="1500" b="1" dirty="0">
                          <a:solidFill>
                            <a:srgbClr val="FFFFFF"/>
                          </a:solidFill>
                        </a:rPr>
                        <a:t>Taal</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c>
                  <a:txBody>
                    <a:bodyPr/>
                    <a:lstStyle/>
                    <a:p>
                      <a:pPr algn="l" indent="0" marL="0">
                        <a:buNone/>
                      </a:pPr>
                      <a:r>
                        <a:rPr lang="en-US" sz="1500" b="1" dirty="0">
                          <a:solidFill>
                            <a:srgbClr val="FFFFFF"/>
                          </a:solidFill>
                        </a:rPr>
                        <a:t>Inwoner ♂</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6E4A9E"/>
                    </a:solidFill>
                  </a:tcPr>
                </a:tc>
                <a:tc>
                  <a:txBody>
                    <a:bodyPr/>
                    <a:lstStyle/>
                    <a:p>
                      <a:pPr algn="l" indent="0" marL="0">
                        <a:buNone/>
                      </a:pPr>
                      <a:r>
                        <a:rPr lang="en-US" sz="1500" b="1" dirty="0">
                          <a:solidFill>
                            <a:srgbClr val="FFFFFF"/>
                          </a:solidFill>
                        </a:rPr>
                        <a:t>Inwoonster ♀</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9C7CC6"/>
                    </a:solidFill>
                  </a:tcPr>
                </a:tc>
              </a:tr>
              <a:tr h="777240">
                <a:tc>
                  <a:txBody>
                    <a:bodyPr/>
                    <a:lstStyle/>
                    <a:p>
                      <a:pPr algn="l" indent="0" marL="0">
                        <a:buNone/>
                      </a:pPr>
                      <a:r>
                        <a:rPr lang="en-US" sz="2100" b="1" dirty="0">
                          <a:solidFill>
                            <a:schemeClr val="tx1"/>
                          </a:solidFill>
                        </a:rPr>
                        <a:t>België</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100" dirty="0">
                          <a:solidFill>
                            <a:schemeClr val="tx1"/>
                          </a:solidFill>
                        </a:rPr>
                        <a:t>Belgisch</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100" dirty="0">
                          <a:solidFill>
                            <a:schemeClr val="tx1"/>
                          </a:solidFill>
                        </a:rPr>
                        <a:t>NL · FR · DE</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100" dirty="0">
                          <a:solidFill>
                            <a:schemeClr val="tx1"/>
                          </a:solidFill>
                        </a:rPr>
                        <a:t>de Belg</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100" dirty="0">
                          <a:solidFill>
                            <a:schemeClr val="tx1"/>
                          </a:solidFill>
                        </a:rPr>
                        <a:t>de Belgisch</a:t>
                      </a:r>
                      <a:r>
                        <a:rPr lang="en-US" sz="2100" b="1" dirty="0">
                          <a:solidFill>
                            <a:schemeClr val="accent1"/>
                          </a:solidFill>
                        </a:rPr>
                        <a:t>e</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77240">
                <a:tc>
                  <a:txBody>
                    <a:bodyPr/>
                    <a:lstStyle/>
                    <a:p>
                      <a:pPr algn="l" indent="0" marL="0">
                        <a:buNone/>
                      </a:pPr>
                      <a:r>
                        <a:rPr lang="en-US" sz="2100" b="1" dirty="0">
                          <a:solidFill>
                            <a:schemeClr val="tx1"/>
                          </a:solidFill>
                        </a:rPr>
                        <a:t>Vlaanderen</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100" dirty="0">
                          <a:solidFill>
                            <a:schemeClr val="tx1"/>
                          </a:solidFill>
                        </a:rPr>
                        <a:t>Vlaams</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100" dirty="0">
                          <a:solidFill>
                            <a:schemeClr val="tx1"/>
                          </a:solidFill>
                        </a:rPr>
                        <a:t>Nederlands</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100" dirty="0">
                          <a:solidFill>
                            <a:schemeClr val="tx1"/>
                          </a:solidFill>
                        </a:rPr>
                        <a:t>de Vlaming</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100" dirty="0">
                          <a:solidFill>
                            <a:schemeClr val="tx1"/>
                          </a:solidFill>
                        </a:rPr>
                        <a:t>de Vlaams</a:t>
                      </a:r>
                      <a:r>
                        <a:rPr lang="en-US" sz="2100" b="1" dirty="0">
                          <a:solidFill>
                            <a:schemeClr val="accent1"/>
                          </a:solidFill>
                        </a:rPr>
                        <a:t>e</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77240">
                <a:tc>
                  <a:txBody>
                    <a:bodyPr/>
                    <a:lstStyle/>
                    <a:p>
                      <a:pPr algn="l" indent="0" marL="0">
                        <a:buNone/>
                      </a:pPr>
                      <a:r>
                        <a:rPr lang="en-US" sz="2100" b="1" dirty="0">
                          <a:solidFill>
                            <a:schemeClr val="tx1"/>
                          </a:solidFill>
                        </a:rPr>
                        <a:t>Wallonië</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100" dirty="0">
                          <a:solidFill>
                            <a:schemeClr val="tx1"/>
                          </a:solidFill>
                        </a:rPr>
                        <a:t>Waals</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100" dirty="0">
                          <a:solidFill>
                            <a:schemeClr val="tx1"/>
                          </a:solidFill>
                        </a:rPr>
                        <a:t>Frans</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100" dirty="0">
                          <a:solidFill>
                            <a:schemeClr val="tx1"/>
                          </a:solidFill>
                        </a:rPr>
                        <a:t>de Waal</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100" dirty="0">
                          <a:solidFill>
                            <a:schemeClr val="tx1"/>
                          </a:solidFill>
                        </a:rPr>
                        <a:t>de Waals</a:t>
                      </a:r>
                      <a:r>
                        <a:rPr lang="en-US" sz="2100" b="1" dirty="0">
                          <a:solidFill>
                            <a:schemeClr val="accent1"/>
                          </a:solidFill>
                        </a:rPr>
                        <a:t>e</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77240">
                <a:tc>
                  <a:txBody>
                    <a:bodyPr/>
                    <a:lstStyle/>
                    <a:p>
                      <a:pPr algn="l" indent="0" marL="0">
                        <a:buNone/>
                      </a:pPr>
                      <a:r>
                        <a:rPr lang="en-US" sz="2100" b="1" dirty="0">
                          <a:solidFill>
                            <a:schemeClr val="tx1"/>
                          </a:solidFill>
                        </a:rPr>
                        <a:t>Brussel</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100" dirty="0">
                          <a:solidFill>
                            <a:schemeClr val="tx1"/>
                          </a:solidFill>
                        </a:rPr>
                        <a:t>Brussels</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100" dirty="0">
                          <a:solidFill>
                            <a:schemeClr val="tx1"/>
                          </a:solidFill>
                        </a:rPr>
                        <a:t>Frans · Nederlands</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100" dirty="0">
                          <a:solidFill>
                            <a:schemeClr val="tx1"/>
                          </a:solidFill>
                        </a:rPr>
                        <a:t>de Brusselaar</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100" dirty="0">
                          <a:solidFill>
                            <a:schemeClr val="tx1"/>
                          </a:solidFill>
                        </a:rPr>
                        <a:t>de Brussels</a:t>
                      </a:r>
                      <a:r>
                        <a:rPr lang="en-US" sz="2100" b="1" dirty="0">
                          <a:solidFill>
                            <a:schemeClr val="accent1"/>
                          </a:solidFill>
                        </a:rPr>
                        <a:t>e</a:t>
                      </a:r>
                      <a:endParaRPr lang="en-US" sz="21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6" name="Shape 2"/>
          <p:cNvSpPr/>
          <p:nvPr/>
        </p:nvSpPr>
        <p:spPr>
          <a:xfrm>
            <a:off x="548640" y="2235708"/>
            <a:ext cx="213360" cy="420624"/>
          </a:xfrm>
          <a:prstGeom prst="rect">
            <a:avLst/>
          </a:prstGeom>
          <a:solidFill>
            <a:srgbClr val="1B1B1B"/>
          </a:solidFill>
          <a:ln w="12700">
            <a:solidFill>
              <a:srgbClr val="FFFFFF">
                <a:alpha val="0"/>
              </a:srgbClr>
            </a:solidFill>
            <a:prstDash val="solid"/>
          </a:ln>
        </p:spPr>
      </p:sp>
      <p:sp>
        <p:nvSpPr>
          <p:cNvPr id="7" name="Shape 3"/>
          <p:cNvSpPr/>
          <p:nvPr/>
        </p:nvSpPr>
        <p:spPr>
          <a:xfrm>
            <a:off x="762000" y="2235708"/>
            <a:ext cx="213360" cy="420624"/>
          </a:xfrm>
          <a:prstGeom prst="rect">
            <a:avLst/>
          </a:prstGeom>
          <a:solidFill>
            <a:srgbClr val="F7D117"/>
          </a:solidFill>
          <a:ln w="12700">
            <a:solidFill>
              <a:srgbClr val="FFFFFF">
                <a:alpha val="0"/>
              </a:srgbClr>
            </a:solidFill>
            <a:prstDash val="solid"/>
          </a:ln>
        </p:spPr>
      </p:sp>
      <p:sp>
        <p:nvSpPr>
          <p:cNvPr id="8" name="Shape 4"/>
          <p:cNvSpPr/>
          <p:nvPr/>
        </p:nvSpPr>
        <p:spPr>
          <a:xfrm>
            <a:off x="975360" y="2235708"/>
            <a:ext cx="213360" cy="420624"/>
          </a:xfrm>
          <a:prstGeom prst="rect">
            <a:avLst/>
          </a:prstGeom>
          <a:solidFill>
            <a:srgbClr val="E2232A"/>
          </a:solidFill>
          <a:ln w="12700">
            <a:solidFill>
              <a:srgbClr val="FFFFFF">
                <a:alpha val="0"/>
              </a:srgbClr>
            </a:solidFill>
            <a:prstDash val="solid"/>
          </a:ln>
        </p:spPr>
      </p:sp>
      <p:sp>
        <p:nvSpPr>
          <p:cNvPr id="9" name="Shape 5"/>
          <p:cNvSpPr/>
          <p:nvPr/>
        </p:nvSpPr>
        <p:spPr>
          <a:xfrm>
            <a:off x="548640" y="2235708"/>
            <a:ext cx="640080" cy="420624"/>
          </a:xfrm>
          <a:prstGeom prst="rect">
            <a:avLst/>
          </a:prstGeom>
          <a:noFill/>
          <a:ln w="9525">
            <a:solidFill>
              <a:srgbClr val="B8C2CF"/>
            </a:solidFill>
            <a:prstDash val="solid"/>
          </a:ln>
        </p:spPr>
      </p:sp>
      <p:sp>
        <p:nvSpPr>
          <p:cNvPr id="10" name="Shape 6"/>
          <p:cNvSpPr/>
          <p:nvPr/>
        </p:nvSpPr>
        <p:spPr>
          <a:xfrm>
            <a:off x="685800" y="2999232"/>
            <a:ext cx="411480" cy="411480"/>
          </a:xfrm>
          <a:prstGeom prst="roundRect">
            <a:avLst>
              <a:gd name="adj" fmla="val 17778"/>
            </a:avLst>
          </a:prstGeom>
          <a:solidFill>
            <a:srgbClr val="7FA7D9"/>
          </a:solidFill>
          <a:ln w="12700">
            <a:solidFill>
              <a:srgbClr val="FFFFFF">
                <a:alpha val="0"/>
              </a:srgbClr>
            </a:solidFill>
            <a:prstDash val="solid"/>
          </a:ln>
        </p:spPr>
      </p:sp>
      <p:sp>
        <p:nvSpPr>
          <p:cNvPr id="11" name="Shape 7"/>
          <p:cNvSpPr/>
          <p:nvPr/>
        </p:nvSpPr>
        <p:spPr>
          <a:xfrm>
            <a:off x="685800" y="3776472"/>
            <a:ext cx="411480" cy="411480"/>
          </a:xfrm>
          <a:prstGeom prst="roundRect">
            <a:avLst>
              <a:gd name="adj" fmla="val 17778"/>
            </a:avLst>
          </a:prstGeom>
          <a:solidFill>
            <a:srgbClr val="EDA765"/>
          </a:solidFill>
          <a:ln w="12700">
            <a:solidFill>
              <a:srgbClr val="FFFFFF">
                <a:alpha val="0"/>
              </a:srgbClr>
            </a:solidFill>
            <a:prstDash val="solid"/>
          </a:ln>
        </p:spPr>
      </p:sp>
      <p:sp>
        <p:nvSpPr>
          <p:cNvPr id="12" name="Shape 8"/>
          <p:cNvSpPr/>
          <p:nvPr/>
        </p:nvSpPr>
        <p:spPr>
          <a:xfrm>
            <a:off x="685800" y="4553712"/>
            <a:ext cx="411480" cy="411480"/>
          </a:xfrm>
          <a:prstGeom prst="roundRect">
            <a:avLst>
              <a:gd name="adj" fmla="val 17778"/>
            </a:avLst>
          </a:prstGeom>
          <a:solidFill>
            <a:srgbClr val="6E4A9E"/>
          </a:solidFill>
          <a:ln w="12700">
            <a:solidFill>
              <a:srgbClr val="FFFFFF">
                <a:alpha val="0"/>
              </a:srgbClr>
            </a:solidFill>
            <a:prstDash val="solid"/>
          </a:ln>
        </p:spPr>
      </p:sp>
      <p:sp>
        <p:nvSpPr>
          <p:cNvPr id="13" name="Shape 9"/>
          <p:cNvSpPr/>
          <p:nvPr/>
        </p:nvSpPr>
        <p:spPr>
          <a:xfrm>
            <a:off x="548640" y="5166360"/>
            <a:ext cx="11091672" cy="1097280"/>
          </a:xfrm>
          <a:prstGeom prst="roundRect">
            <a:avLst>
              <a:gd name="adj" fmla="val 6667"/>
            </a:avLst>
          </a:prstGeom>
          <a:solidFill>
            <a:srgbClr val="9C7CC6">
              <a:alpha val="15000"/>
            </a:srgbClr>
          </a:solidFill>
          <a:ln w="12700">
            <a:solidFill>
              <a:srgbClr val="6E4A9E"/>
            </a:solidFill>
            <a:prstDash val="solid"/>
          </a:ln>
        </p:spPr>
      </p:sp>
      <p:pic>
        <p:nvPicPr>
          <p:cNvPr id="14" name="Image 0" descr="magnifying glass tilted left">    </p:cNvPr>
          <p:cNvPicPr>
            <a:picLocks noChangeAspect="1"/>
          </p:cNvPicPr>
          <p:nvPr/>
        </p:nvPicPr>
        <p:blipFill>
          <a:blip r:embed="rId1"/>
          <a:stretch>
            <a:fillRect/>
          </a:stretch>
        </p:blipFill>
        <p:spPr>
          <a:xfrm>
            <a:off x="777240" y="5321808"/>
            <a:ext cx="777240" cy="777240"/>
          </a:xfrm>
          <a:prstGeom prst="rect">
            <a:avLst/>
          </a:prstGeom>
        </p:spPr>
      </p:pic>
      <p:sp>
        <p:nvSpPr>
          <p:cNvPr id="15" name="Text 10"/>
          <p:cNvSpPr txBox="1"/>
          <p:nvPr/>
        </p:nvSpPr>
        <p:spPr>
          <a:xfrm>
            <a:off x="1737360" y="5166360"/>
            <a:ext cx="9692640" cy="1097280"/>
          </a:xfrm>
          <a:prstGeom prst="rect">
            <a:avLst/>
          </a:prstGeom>
          <a:noFill/>
          <a:ln/>
        </p:spPr>
        <p:txBody>
          <a:bodyPr wrap="square" lIns="0" tIns="0" rIns="0" bIns="0" rtlCol="0" anchor="ctr"/>
          <a:lstStyle/>
          <a:p>
            <a:pPr algn="l" indent="0" marL="0">
              <a:buNone/>
            </a:pPr>
            <a:r>
              <a:rPr lang="en-US" sz="2000" dirty="0">
                <a:solidFill>
                  <a:schemeClr val="tx1"/>
                </a:solidFill>
              </a:rPr>
              <a:t>Observez la colonne </a:t>
            </a:r>
            <a:r>
              <a:rPr lang="en-US" sz="2000" b="1" dirty="0">
                <a:solidFill>
                  <a:schemeClr val="tx1"/>
                </a:solidFill>
              </a:rPr>
              <a:t>Inwoonster</a:t>
            </a:r>
            <a:r>
              <a:rPr lang="en-US" sz="2000" dirty="0">
                <a:solidFill>
                  <a:schemeClr val="tx1"/>
                </a:solidFill>
              </a:rPr>
              <a:t> : c’est presque toujours </a:t>
            </a:r>
            <a:r>
              <a:rPr lang="en-US" sz="2000" b="1" dirty="0">
                <a:solidFill>
                  <a:schemeClr val="tx1"/>
                </a:solidFill>
              </a:rPr>
              <a:t>l’adjectif + e</a:t>
            </a:r>
            <a:r>
              <a:rPr lang="en-US" sz="2000" dirty="0">
                <a:solidFill>
                  <a:schemeClr val="tx1"/>
                </a:solidFill>
              </a:rPr>
              <a:t> → </a:t>
            </a:r>
            <a:r>
              <a:rPr lang="en-US" sz="2000" i="1" dirty="0">
                <a:solidFill>
                  <a:schemeClr val="tx1"/>
                </a:solidFill>
              </a:rPr>
              <a:t>Belgisch → Belgisch</a:t>
            </a:r>
            <a:r>
              <a:rPr lang="en-US" sz="2000" b="1" i="1" dirty="0">
                <a:solidFill>
                  <a:schemeClr val="accent1"/>
                </a:solidFill>
              </a:rPr>
              <a:t>e</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la majuscule</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7863840" cy="2743200"/>
          </a:xfrm>
          <a:prstGeom prst="roundRect">
            <a:avLst>
              <a:gd name="adj" fmla="val 2667"/>
            </a:avLst>
          </a:prstGeom>
          <a:solidFill>
            <a:schemeClr val="accent6">
              <a:alpha val="7000"/>
            </a:schemeClr>
          </a:solidFill>
          <a:ln w="12700">
            <a:solidFill>
              <a:srgbClr val="B83227">
                <a:alpha val="60000"/>
              </a:srgbClr>
            </a:solidFill>
            <a:prstDash val="solid"/>
          </a:ln>
        </p:spPr>
      </p:sp>
      <p:sp>
        <p:nvSpPr>
          <p:cNvPr id="6" name="tag"/>
          <p:cNvSpPr/>
          <p:nvPr/>
        </p:nvSpPr>
        <p:spPr>
          <a:xfrm>
            <a:off x="731520" y="1719072"/>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Text 4"/>
          <p:cNvSpPr txBox="1"/>
          <p:nvPr/>
        </p:nvSpPr>
        <p:spPr>
          <a:xfrm>
            <a:off x="822960" y="2057400"/>
            <a:ext cx="7315200" cy="982980"/>
          </a:xfrm>
          <a:prstGeom prst="rect">
            <a:avLst/>
          </a:prstGeom>
          <a:noFill/>
          <a:ln/>
        </p:spPr>
        <p:txBody>
          <a:bodyPr wrap="square" lIns="0" tIns="0" rIns="0" bIns="0" rtlCol="0" anchor="ctr"/>
          <a:lstStyle/>
          <a:p>
            <a:pPr algn="l" indent="0" marL="0">
              <a:buNone/>
            </a:pPr>
            <a:r>
              <a:rPr lang="en-US" sz="2600" dirty="0">
                <a:solidFill>
                  <a:schemeClr val="tx1"/>
                </a:solidFill>
              </a:rPr>
              <a:t>Je suis </a:t>
            </a:r>
            <a:r>
              <a:rPr lang="en-US" sz="2600" b="1" dirty="0">
                <a:solidFill>
                  <a:schemeClr val="accent1"/>
                </a:solidFill>
              </a:rPr>
              <a:t>b</a:t>
            </a:r>
            <a:r>
              <a:rPr lang="en-US" sz="2600" dirty="0">
                <a:solidFill>
                  <a:schemeClr val="tx1"/>
                </a:solidFill>
              </a:rPr>
              <a:t>elge et je parle </a:t>
            </a:r>
            <a:r>
              <a:rPr lang="en-US" sz="2600" b="1" dirty="0">
                <a:solidFill>
                  <a:schemeClr val="accent1"/>
                </a:solidFill>
              </a:rPr>
              <a:t>f</a:t>
            </a:r>
            <a:r>
              <a:rPr lang="en-US" sz="2600" dirty="0">
                <a:solidFill>
                  <a:schemeClr val="tx1"/>
                </a:solidFill>
              </a:rPr>
              <a:t>rançais.</a:t>
            </a:r>
            <a:endParaRPr lang="en-US" sz="2600" dirty="0"/>
          </a:p>
        </p:txBody>
      </p:sp>
      <p:pic>
        <p:nvPicPr>
          <p:cNvPr id="8" name="Image 0" descr="ArrowDown">    </p:cNvPr>
          <p:cNvPicPr>
            <a:picLocks noChangeAspect="1"/>
          </p:cNvPicPr>
          <p:nvPr/>
        </p:nvPicPr>
        <p:blipFill>
          <a:blip r:embed="rId1"/>
          <a:stretch>
            <a:fillRect/>
          </a:stretch>
        </p:blipFill>
        <p:spPr>
          <a:xfrm>
            <a:off x="822960" y="3022092"/>
            <a:ext cx="237744" cy="237744"/>
          </a:xfrm>
          <a:prstGeom prst="rect">
            <a:avLst/>
          </a:prstGeom>
        </p:spPr>
      </p:pic>
      <p:sp>
        <p:nvSpPr>
          <p:cNvPr id="9" name="Shape 5"/>
          <p:cNvSpPr/>
          <p:nvPr/>
        </p:nvSpPr>
        <p:spPr>
          <a:xfrm>
            <a:off x="777240" y="3250692"/>
            <a:ext cx="7406640" cy="946404"/>
          </a:xfrm>
          <a:prstGeom prst="roundRect">
            <a:avLst>
              <a:gd name="adj" fmla="val 7729"/>
            </a:avLst>
          </a:prstGeom>
          <a:solidFill>
            <a:schemeClr val="accent3">
              <a:alpha val="12000"/>
            </a:schemeClr>
          </a:solidFill>
          <a:ln w="15875">
            <a:solidFill>
              <a:srgbClr val="2E7D4F"/>
            </a:solidFill>
            <a:prstDash val="solid"/>
          </a:ln>
        </p:spPr>
      </p:sp>
      <p:sp>
        <p:nvSpPr>
          <p:cNvPr id="10" name="Text 6"/>
          <p:cNvSpPr txBox="1"/>
          <p:nvPr/>
        </p:nvSpPr>
        <p:spPr>
          <a:xfrm>
            <a:off x="914400" y="3250692"/>
            <a:ext cx="7132320" cy="946404"/>
          </a:xfrm>
          <a:prstGeom prst="rect">
            <a:avLst/>
          </a:prstGeom>
          <a:noFill/>
          <a:ln/>
        </p:spPr>
        <p:txBody>
          <a:bodyPr wrap="square" lIns="0" tIns="0" rIns="0" bIns="0" rtlCol="0" anchor="ctr"/>
          <a:lstStyle/>
          <a:p>
            <a:pPr algn="l" indent="0" marL="0">
              <a:buNone/>
            </a:pPr>
            <a:r>
              <a:rPr lang="en-US" sz="2600" i="1" dirty="0">
                <a:solidFill>
                  <a:schemeClr val="tx1"/>
                </a:solidFill>
              </a:rPr>
              <a:t>Ik ben </a:t>
            </a:r>
            <a:r>
              <a:rPr lang="en-US" sz="2600" b="1" i="1" dirty="0">
                <a:solidFill>
                  <a:schemeClr val="accent3"/>
                </a:solidFill>
              </a:rPr>
              <a:t>B</a:t>
            </a:r>
            <a:r>
              <a:rPr lang="en-US" sz="2600" i="1" dirty="0">
                <a:solidFill>
                  <a:schemeClr val="tx1"/>
                </a:solidFill>
              </a:rPr>
              <a:t>elg en ik spreek </a:t>
            </a:r>
            <a:r>
              <a:rPr lang="en-US" sz="2600" b="1" i="1" dirty="0">
                <a:solidFill>
                  <a:schemeClr val="accent3"/>
                </a:solidFill>
              </a:rPr>
              <a:t>F</a:t>
            </a:r>
            <a:r>
              <a:rPr lang="en-US" sz="2600" i="1" dirty="0">
                <a:solidFill>
                  <a:schemeClr val="tx1"/>
                </a:solidFill>
              </a:rPr>
              <a:t>rans.</a:t>
            </a:r>
            <a:endParaRPr lang="en-US" sz="2600" dirty="0"/>
          </a:p>
        </p:txBody>
      </p:sp>
      <p:sp>
        <p:nvSpPr>
          <p:cNvPr id="11" name="Shape 7"/>
          <p:cNvSpPr/>
          <p:nvPr/>
        </p:nvSpPr>
        <p:spPr>
          <a:xfrm>
            <a:off x="8686800" y="1554480"/>
            <a:ext cx="2953512" cy="2743200"/>
          </a:xfrm>
          <a:prstGeom prst="roundRect">
            <a:avLst>
              <a:gd name="adj" fmla="val 2667"/>
            </a:avLst>
          </a:prstGeom>
          <a:solidFill>
            <a:schemeClr val="bg2"/>
          </a:solidFill>
          <a:ln w="12700">
            <a:solidFill>
              <a:srgbClr val="D5DCE6"/>
            </a:solidFill>
            <a:prstDash val="solid"/>
          </a:ln>
        </p:spPr>
      </p:sp>
      <p:sp>
        <p:nvSpPr>
          <p:cNvPr id="12" name="Text 8"/>
          <p:cNvSpPr txBox="1"/>
          <p:nvPr/>
        </p:nvSpPr>
        <p:spPr>
          <a:xfrm>
            <a:off x="8686800" y="1691640"/>
            <a:ext cx="2953512" cy="2011680"/>
          </a:xfrm>
          <a:prstGeom prst="rect">
            <a:avLst/>
          </a:prstGeom>
          <a:noFill/>
          <a:ln/>
        </p:spPr>
        <p:txBody>
          <a:bodyPr wrap="square" lIns="0" tIns="0" rIns="0" bIns="0" rtlCol="0" anchor="ctr"/>
          <a:lstStyle/>
          <a:p>
            <a:pPr algn="ctr" indent="0" marL="0">
              <a:buNone/>
            </a:pPr>
            <a:r>
              <a:rPr lang="en-US" sz="12000" b="1" dirty="0">
                <a:solidFill>
                  <a:schemeClr val="accent3"/>
                </a:solidFill>
                <a:latin typeface="+mj-lt" pitchFamily="34" charset="0"/>
                <a:ea typeface="+mj-lt" pitchFamily="34" charset="-122"/>
                <a:cs typeface="+mj-lt" pitchFamily="34" charset="-120"/>
              </a:rPr>
              <a:t>B</a:t>
            </a:r>
            <a:endParaRPr lang="en-US" sz="12000" dirty="0"/>
          </a:p>
        </p:txBody>
      </p:sp>
      <p:pic>
        <p:nvPicPr>
          <p:cNvPr id="13" name="Image 1" descr="magnifying glass tilted left">    </p:cNvPr>
          <p:cNvPicPr>
            <a:picLocks noChangeAspect="1"/>
          </p:cNvPicPr>
          <p:nvPr/>
        </p:nvPicPr>
        <p:blipFill>
          <a:blip r:embed="rId2"/>
          <a:stretch>
            <a:fillRect/>
          </a:stretch>
        </p:blipFill>
        <p:spPr>
          <a:xfrm>
            <a:off x="9418320" y="2880360"/>
            <a:ext cx="1325880" cy="132588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11091672" cy="914400"/>
        </p:xfrm>
        <a:graphic>
          <a:graphicData uri="http://schemas.openxmlformats.org/drawingml/2006/table">
            <a:tbl>
              <a:tblPr/>
              <a:tblGrid>
                <a:gridCol w="2743200"/>
                <a:gridCol w="4114800"/>
                <a:gridCol w="4233672"/>
              </a:tblGrid>
              <a:tr h="438912">
                <a:tc>
                  <a:txBody>
                    <a:bodyPr/>
                    <a:lstStyle/>
                    <a:p>
                      <a:pPr algn="l" indent="0" marL="0">
                        <a:buNone/>
                      </a:pP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5"/>
                    </a:solidFill>
                  </a:tcPr>
                </a:tc>
                <a:tc>
                  <a:txBody>
                    <a:bodyPr/>
                    <a:lstStyle/>
                    <a:p>
                      <a:pPr algn="l" indent="0" marL="0">
                        <a:buNone/>
                      </a:pPr>
                      <a:r>
                        <a:rPr lang="en-US" sz="1500" b="1" dirty="0">
                          <a:solidFill>
                            <a:srgbClr val="FFFFFF"/>
                          </a:solidFill>
                        </a:rPr>
                        <a:t>Français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6"/>
                    </a:solidFill>
                  </a:tcPr>
                </a:tc>
                <a:tc>
                  <a:txBody>
                    <a:bodyPr/>
                    <a:lstStyle/>
                    <a:p>
                      <a:pPr algn="l" indent="0" marL="0">
                        <a:buNone/>
                      </a:pPr>
                      <a:r>
                        <a:rPr lang="en-US" sz="1500" b="1" dirty="0">
                          <a:solidFill>
                            <a:srgbClr val="FFFFFF"/>
                          </a:solidFill>
                        </a:rPr>
                        <a:t>Nederlands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r>
              <a:tr h="438912">
                <a:tc>
                  <a:txBody>
                    <a:bodyPr/>
                    <a:lstStyle/>
                    <a:p>
                      <a:pPr algn="l" indent="0" marL="0">
                        <a:buNone/>
                      </a:pPr>
                      <a:r>
                        <a:rPr lang="en-US" sz="1800" dirty="0">
                          <a:solidFill>
                            <a:schemeClr val="tx1"/>
                          </a:solidFill>
                        </a:rPr>
                        <a:t>adjectif de pays</a:t>
                      </a:r>
                      <a:endParaRPr lang="en-US" sz="1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b="1" dirty="0">
                          <a:solidFill>
                            <a:schemeClr val="accent1"/>
                          </a:solidFill>
                        </a:rPr>
                        <a:t>b</a:t>
                      </a:r>
                      <a:r>
                        <a:rPr lang="en-US" sz="1800" dirty="0">
                          <a:solidFill>
                            <a:schemeClr val="tx1"/>
                          </a:solidFill>
                        </a:rPr>
                        <a:t>elge · </a:t>
                      </a:r>
                      <a:r>
                        <a:rPr lang="en-US" sz="1800" b="1" dirty="0">
                          <a:solidFill>
                            <a:schemeClr val="accent1"/>
                          </a:solidFill>
                        </a:rPr>
                        <a:t>f</a:t>
                      </a:r>
                      <a:r>
                        <a:rPr lang="en-US" sz="1800" dirty="0">
                          <a:solidFill>
                            <a:schemeClr val="tx1"/>
                          </a:solidFill>
                        </a:rPr>
                        <a:t>rançais</a:t>
                      </a:r>
                      <a:endParaRPr lang="en-US" sz="1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b="1" dirty="0">
                          <a:solidFill>
                            <a:schemeClr val="accent3"/>
                          </a:solidFill>
                        </a:rPr>
                        <a:t>B</a:t>
                      </a:r>
                      <a:r>
                        <a:rPr lang="en-US" sz="1800" dirty="0">
                          <a:solidFill>
                            <a:schemeClr val="tx1"/>
                          </a:solidFill>
                        </a:rPr>
                        <a:t>elgisch · </a:t>
                      </a:r>
                      <a:r>
                        <a:rPr lang="en-US" sz="1800" b="1" dirty="0">
                          <a:solidFill>
                            <a:schemeClr val="accent3"/>
                          </a:solidFill>
                        </a:rPr>
                        <a:t>F</a:t>
                      </a:r>
                      <a:r>
                        <a:rPr lang="en-US" sz="1800" dirty="0">
                          <a:solidFill>
                            <a:schemeClr val="tx1"/>
                          </a:solidFill>
                        </a:rPr>
                        <a:t>rans</a:t>
                      </a:r>
                      <a:endParaRPr lang="en-US" sz="1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38912">
                <a:tc>
                  <a:txBody>
                    <a:bodyPr/>
                    <a:lstStyle/>
                    <a:p>
                      <a:pPr algn="l" indent="0" marL="0">
                        <a:buNone/>
                      </a:pPr>
                      <a:r>
                        <a:rPr lang="en-US" sz="1800" dirty="0">
                          <a:solidFill>
                            <a:schemeClr val="tx1"/>
                          </a:solidFill>
                        </a:rPr>
                        <a:t>langue</a:t>
                      </a:r>
                      <a:endParaRPr lang="en-US" sz="1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tx1"/>
                          </a:solidFill>
                        </a:rPr>
                        <a:t>le </a:t>
                      </a:r>
                      <a:r>
                        <a:rPr lang="en-US" sz="1800" b="1" dirty="0">
                          <a:solidFill>
                            <a:schemeClr val="accent1"/>
                          </a:solidFill>
                        </a:rPr>
                        <a:t>n</a:t>
                      </a:r>
                      <a:r>
                        <a:rPr lang="en-US" sz="1800" dirty="0">
                          <a:solidFill>
                            <a:schemeClr val="tx1"/>
                          </a:solidFill>
                        </a:rPr>
                        <a:t>éerlandais</a:t>
                      </a:r>
                      <a:endParaRPr lang="en-US" sz="1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b="1" dirty="0">
                          <a:solidFill>
                            <a:schemeClr val="accent3"/>
                          </a:solidFill>
                        </a:rPr>
                        <a:t>N</a:t>
                      </a:r>
                      <a:r>
                        <a:rPr lang="en-US" sz="1800" dirty="0">
                          <a:solidFill>
                            <a:schemeClr val="tx1"/>
                          </a:solidFill>
                        </a:rPr>
                        <a:t>ederlands</a:t>
                      </a:r>
                      <a:endParaRPr lang="en-US" sz="18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15" name="Text 9"/>
          <p:cNvSpPr txBox="1"/>
          <p:nvPr/>
        </p:nvSpPr>
        <p:spPr>
          <a:xfrm>
            <a:off x="548640" y="5897880"/>
            <a:ext cx="11091672" cy="365760"/>
          </a:xfrm>
          <a:prstGeom prst="rect">
            <a:avLst/>
          </a:prstGeom>
          <a:noFill/>
          <a:ln/>
        </p:spPr>
        <p:txBody>
          <a:bodyPr wrap="square" lIns="0" tIns="0" rIns="0" bIns="0" rtlCol="0" anchor="t"/>
          <a:lstStyle/>
          <a:p>
            <a:pPr algn="ctr" indent="0" marL="0">
              <a:buNone/>
            </a:pPr>
            <a:r>
              <a:rPr lang="en-US" sz="1600" dirty="0">
                <a:solidFill>
                  <a:schemeClr val="accent5"/>
                </a:solidFill>
              </a:rPr>
              <a:t>Exemples : </a:t>
            </a:r>
            <a:r>
              <a:rPr lang="en-US" sz="1600" i="1" dirty="0">
                <a:solidFill>
                  <a:schemeClr val="accent5"/>
                </a:solidFill>
              </a:rPr>
              <a:t>de Belgische chocolade · een Waalse stad · Ik spreek Frans.</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Trois façons de dire sa nationalité</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pic>
        <p:nvPicPr>
          <p:cNvPr id="5" name="Image 0" descr="man curly hair">    </p:cNvPr>
          <p:cNvPicPr>
            <a:picLocks noChangeAspect="1"/>
          </p:cNvPicPr>
          <p:nvPr/>
        </p:nvPicPr>
        <p:blipFill>
          <a:blip r:embed="rId1"/>
          <a:stretch>
            <a:fillRect/>
          </a:stretch>
        </p:blipFill>
        <p:spPr>
          <a:xfrm>
            <a:off x="548640" y="2514600"/>
            <a:ext cx="1645920" cy="1645920"/>
          </a:xfrm>
          <a:prstGeom prst="rect">
            <a:avLst/>
          </a:prstGeom>
        </p:spPr>
      </p:pic>
      <p:sp>
        <p:nvSpPr>
          <p:cNvPr id="6" name="Shape 2"/>
          <p:cNvSpPr/>
          <p:nvPr/>
        </p:nvSpPr>
        <p:spPr>
          <a:xfrm flipV="1">
            <a:off x="2240280" y="2167128"/>
            <a:ext cx="1005840" cy="1170432"/>
          </a:xfrm>
          <a:prstGeom prst="line">
            <a:avLst/>
          </a:prstGeom>
          <a:noFill/>
          <a:ln w="38100">
            <a:solidFill>
              <a:srgbClr val="6E4A9E"/>
            </a:solidFill>
            <a:prstDash val="solid"/>
            <a:tailEnd type="triangle"/>
          </a:ln>
        </p:spPr>
      </p:sp>
      <p:sp>
        <p:nvSpPr>
          <p:cNvPr id="7" name="Shape 3"/>
          <p:cNvSpPr/>
          <p:nvPr/>
        </p:nvSpPr>
        <p:spPr>
          <a:xfrm>
            <a:off x="3291840" y="1572768"/>
            <a:ext cx="8348472" cy="1188720"/>
          </a:xfrm>
          <a:prstGeom prst="roundRect">
            <a:avLst>
              <a:gd name="adj" fmla="val 6154"/>
            </a:avLst>
          </a:prstGeom>
          <a:solidFill>
            <a:schemeClr val="bg1"/>
          </a:solidFill>
          <a:ln w="31750">
            <a:solidFill>
              <a:srgbClr val="6E4A9E"/>
            </a:solidFill>
            <a:prstDash val="solid"/>
          </a:ln>
          <a:effectLst>
            <a:outerShdw sx="100000" sy="100000" kx="0" ky="0" algn="bl" rotWithShape="0" blurRad="101600" dist="25400" dir="3600000">
              <a:srgbClr val="000000">
                <a:alpha val="16000"/>
              </a:srgbClr>
            </a:outerShdw>
          </a:effectLst>
        </p:spPr>
      </p:sp>
      <p:sp>
        <p:nvSpPr>
          <p:cNvPr id="8" name="Shape 4"/>
          <p:cNvSpPr/>
          <p:nvPr/>
        </p:nvSpPr>
        <p:spPr>
          <a:xfrm>
            <a:off x="3291840" y="1572768"/>
            <a:ext cx="2743200" cy="1188720"/>
          </a:xfrm>
          <a:prstGeom prst="roundRect">
            <a:avLst>
              <a:gd name="adj" fmla="val 6154"/>
            </a:avLst>
          </a:prstGeom>
          <a:solidFill>
            <a:srgbClr val="6E4A9E"/>
          </a:solidFill>
          <a:ln w="12700">
            <a:solidFill>
              <a:srgbClr val="FFFFFF">
                <a:alpha val="0"/>
              </a:srgbClr>
            </a:solidFill>
            <a:prstDash val="solid"/>
          </a:ln>
        </p:spPr>
      </p:sp>
      <p:sp>
        <p:nvSpPr>
          <p:cNvPr id="9" name="Text 5"/>
          <p:cNvSpPr txBox="1"/>
          <p:nvPr/>
        </p:nvSpPr>
        <p:spPr>
          <a:xfrm>
            <a:off x="3474720" y="1572768"/>
            <a:ext cx="2468880" cy="1188720"/>
          </a:xfrm>
          <a:prstGeom prst="rect">
            <a:avLst/>
          </a:prstGeom>
          <a:noFill/>
          <a:ln/>
        </p:spPr>
        <p:txBody>
          <a:bodyPr wrap="square" lIns="0" tIns="0" rIns="0" bIns="0" rtlCol="0" anchor="ctr"/>
          <a:lstStyle/>
          <a:p>
            <a:pPr algn="l" indent="0" marL="0">
              <a:buNone/>
            </a:pPr>
            <a:r>
              <a:rPr lang="en-US" sz="1900" b="1" dirty="0">
                <a:solidFill>
                  <a:schemeClr val="bg1"/>
                </a:solidFill>
              </a:rPr>
              <a:t>Route 1 · le nom</a:t>
            </a:r>
            <a:endParaRPr lang="en-US" sz="1900" dirty="0"/>
          </a:p>
        </p:txBody>
      </p:sp>
      <p:sp>
        <p:nvSpPr>
          <p:cNvPr id="10" name="Text 6"/>
          <p:cNvSpPr txBox="1"/>
          <p:nvPr/>
        </p:nvSpPr>
        <p:spPr>
          <a:xfrm>
            <a:off x="6263640" y="1572768"/>
            <a:ext cx="5212080" cy="1188720"/>
          </a:xfrm>
          <a:prstGeom prst="rect">
            <a:avLst/>
          </a:prstGeom>
          <a:noFill/>
          <a:ln/>
        </p:spPr>
        <p:txBody>
          <a:bodyPr wrap="square" lIns="0" tIns="0" rIns="0" bIns="0" rtlCol="0" anchor="ctr"/>
          <a:lstStyle/>
          <a:p>
            <a:pPr algn="l" indent="0" marL="0">
              <a:buNone/>
            </a:pPr>
            <a:r>
              <a:rPr lang="en-US" sz="2200" i="1" dirty="0">
                <a:solidFill>
                  <a:schemeClr val="tx1"/>
                </a:solidFill>
              </a:rPr>
              <a:t>Ik ben </a:t>
            </a:r>
            <a:r>
              <a:rPr lang="en-US" sz="2200" b="1" i="1" dirty="0">
                <a:solidFill>
                  <a:schemeClr val="tx1"/>
                </a:solidFill>
              </a:rPr>
              <a:t>Belg</a:t>
            </a:r>
            <a:r>
              <a:rPr lang="en-US" sz="2200" i="1" dirty="0">
                <a:solidFill>
                  <a:schemeClr val="tx1"/>
                </a:solidFill>
              </a:rPr>
              <a:t>.</a:t>
            </a:r>
            <a:r>
              <a:rPr lang="en-US" sz="2200" dirty="0">
                <a:solidFill>
                  <a:schemeClr val="tx1"/>
                </a:solidFill>
              </a:rPr>
              <a:t> ♂
</a:t>
            </a:r>
            <a:r>
              <a:rPr lang="en-US" sz="2200" i="1" dirty="0">
                <a:solidFill>
                  <a:schemeClr val="tx1"/>
                </a:solidFill>
              </a:rPr>
              <a:t>Ik ben </a:t>
            </a:r>
            <a:r>
              <a:rPr lang="en-US" sz="2200" b="1" i="1" dirty="0">
                <a:solidFill>
                  <a:schemeClr val="tx1"/>
                </a:solidFill>
              </a:rPr>
              <a:t>Belgische</a:t>
            </a:r>
            <a:r>
              <a:rPr lang="en-US" sz="2200" i="1" dirty="0">
                <a:solidFill>
                  <a:schemeClr val="tx1"/>
                </a:solidFill>
              </a:rPr>
              <a:t>.</a:t>
            </a:r>
            <a:r>
              <a:rPr lang="en-US" sz="2200" dirty="0">
                <a:solidFill>
                  <a:schemeClr val="tx1"/>
                </a:solidFill>
              </a:rPr>
              <a:t> ♀</a:t>
            </a:r>
            <a:endParaRPr lang="en-US" sz="2200" dirty="0"/>
          </a:p>
        </p:txBody>
      </p:sp>
      <p:sp>
        <p:nvSpPr>
          <p:cNvPr id="11" name="Shape 7"/>
          <p:cNvSpPr/>
          <p:nvPr/>
        </p:nvSpPr>
        <p:spPr>
          <a:xfrm>
            <a:off x="2240280" y="3337560"/>
            <a:ext cx="1005840" cy="201168"/>
          </a:xfrm>
          <a:prstGeom prst="line">
            <a:avLst/>
          </a:prstGeom>
          <a:noFill/>
          <a:ln w="38100">
            <a:solidFill>
              <a:srgbClr val="B8860B"/>
            </a:solidFill>
            <a:prstDash val="solid"/>
            <a:tailEnd type="triangle"/>
          </a:ln>
        </p:spPr>
      </p:sp>
      <p:sp>
        <p:nvSpPr>
          <p:cNvPr id="12" name="Shape 8"/>
          <p:cNvSpPr/>
          <p:nvPr/>
        </p:nvSpPr>
        <p:spPr>
          <a:xfrm>
            <a:off x="3291840" y="2944368"/>
            <a:ext cx="8348472" cy="1188720"/>
          </a:xfrm>
          <a:prstGeom prst="roundRect">
            <a:avLst>
              <a:gd name="adj" fmla="val 6154"/>
            </a:avLst>
          </a:prstGeom>
          <a:solidFill>
            <a:schemeClr val="bg1"/>
          </a:solidFill>
          <a:ln w="31750">
            <a:solidFill>
              <a:srgbClr val="B8860B"/>
            </a:solidFill>
            <a:prstDash val="solid"/>
          </a:ln>
          <a:effectLst>
            <a:outerShdw sx="100000" sy="100000" kx="0" ky="0" algn="bl" rotWithShape="0" blurRad="101600" dist="25400" dir="3600000">
              <a:srgbClr val="000000">
                <a:alpha val="16000"/>
              </a:srgbClr>
            </a:outerShdw>
          </a:effectLst>
        </p:spPr>
      </p:sp>
      <p:sp>
        <p:nvSpPr>
          <p:cNvPr id="13" name="Shape 9"/>
          <p:cNvSpPr/>
          <p:nvPr/>
        </p:nvSpPr>
        <p:spPr>
          <a:xfrm>
            <a:off x="3291840" y="2944368"/>
            <a:ext cx="2743200" cy="1188720"/>
          </a:xfrm>
          <a:prstGeom prst="roundRect">
            <a:avLst>
              <a:gd name="adj" fmla="val 6154"/>
            </a:avLst>
          </a:prstGeom>
          <a:solidFill>
            <a:srgbClr val="B8860B"/>
          </a:solidFill>
          <a:ln w="12700">
            <a:solidFill>
              <a:srgbClr val="FFFFFF">
                <a:alpha val="0"/>
              </a:srgbClr>
            </a:solidFill>
            <a:prstDash val="solid"/>
          </a:ln>
        </p:spPr>
      </p:sp>
      <p:sp>
        <p:nvSpPr>
          <p:cNvPr id="14" name="Text 10"/>
          <p:cNvSpPr txBox="1"/>
          <p:nvPr/>
        </p:nvSpPr>
        <p:spPr>
          <a:xfrm>
            <a:off x="3474720" y="2944368"/>
            <a:ext cx="2468880" cy="1188720"/>
          </a:xfrm>
          <a:prstGeom prst="rect">
            <a:avLst/>
          </a:prstGeom>
          <a:noFill/>
          <a:ln/>
        </p:spPr>
        <p:txBody>
          <a:bodyPr wrap="square" lIns="0" tIns="0" rIns="0" bIns="0" rtlCol="0" anchor="ctr"/>
          <a:lstStyle/>
          <a:p>
            <a:pPr algn="l" indent="0" marL="0">
              <a:buNone/>
            </a:pPr>
            <a:r>
              <a:rPr lang="en-US" sz="1900" b="1" dirty="0">
                <a:solidFill>
                  <a:schemeClr val="bg1"/>
                </a:solidFill>
              </a:rPr>
              <a:t>Route 2 · l’adjectif</a:t>
            </a:r>
            <a:endParaRPr lang="en-US" sz="1900" dirty="0"/>
          </a:p>
        </p:txBody>
      </p:sp>
      <p:sp>
        <p:nvSpPr>
          <p:cNvPr id="15" name="Text 11"/>
          <p:cNvSpPr txBox="1"/>
          <p:nvPr/>
        </p:nvSpPr>
        <p:spPr>
          <a:xfrm>
            <a:off x="6263640" y="2944368"/>
            <a:ext cx="5212080" cy="1188720"/>
          </a:xfrm>
          <a:prstGeom prst="rect">
            <a:avLst/>
          </a:prstGeom>
          <a:noFill/>
          <a:ln/>
        </p:spPr>
        <p:txBody>
          <a:bodyPr wrap="square" lIns="0" tIns="0" rIns="0" bIns="0" rtlCol="0" anchor="ctr"/>
          <a:lstStyle/>
          <a:p>
            <a:pPr algn="l" indent="0" marL="0">
              <a:buNone/>
            </a:pPr>
            <a:r>
              <a:rPr lang="en-US" sz="2200" i="1" dirty="0">
                <a:solidFill>
                  <a:schemeClr val="tx1"/>
                </a:solidFill>
              </a:rPr>
              <a:t>Ik heb de </a:t>
            </a:r>
            <a:r>
              <a:rPr lang="en-US" sz="2200" b="1" i="1" dirty="0">
                <a:solidFill>
                  <a:schemeClr val="tx1"/>
                </a:solidFill>
              </a:rPr>
              <a:t>Belgische</a:t>
            </a:r>
            <a:r>
              <a:rPr lang="en-US" sz="2200" i="1" dirty="0">
                <a:solidFill>
                  <a:schemeClr val="tx1"/>
                </a:solidFill>
              </a:rPr>
              <a:t> nationaliteit.</a:t>
            </a:r>
            <a:endParaRPr lang="en-US" sz="2200" dirty="0"/>
          </a:p>
        </p:txBody>
      </p:sp>
      <p:sp>
        <p:nvSpPr>
          <p:cNvPr id="16" name="Shape 12"/>
          <p:cNvSpPr/>
          <p:nvPr/>
        </p:nvSpPr>
        <p:spPr>
          <a:xfrm>
            <a:off x="2240280" y="3337560"/>
            <a:ext cx="1005840" cy="1572768"/>
          </a:xfrm>
          <a:prstGeom prst="line">
            <a:avLst/>
          </a:prstGeom>
          <a:noFill/>
          <a:ln w="38100">
            <a:solidFill>
              <a:srgbClr val="2E7D4F"/>
            </a:solidFill>
            <a:prstDash val="solid"/>
            <a:tailEnd type="triangle"/>
          </a:ln>
        </p:spPr>
      </p:sp>
      <p:sp>
        <p:nvSpPr>
          <p:cNvPr id="17" name="Shape 13"/>
          <p:cNvSpPr/>
          <p:nvPr/>
        </p:nvSpPr>
        <p:spPr>
          <a:xfrm>
            <a:off x="3291840" y="4315968"/>
            <a:ext cx="8348472" cy="1188720"/>
          </a:xfrm>
          <a:prstGeom prst="roundRect">
            <a:avLst>
              <a:gd name="adj" fmla="val 6154"/>
            </a:avLst>
          </a:prstGeom>
          <a:solidFill>
            <a:schemeClr val="bg1"/>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18" name="Shape 14"/>
          <p:cNvSpPr/>
          <p:nvPr/>
        </p:nvSpPr>
        <p:spPr>
          <a:xfrm>
            <a:off x="3291840" y="4315968"/>
            <a:ext cx="2743200" cy="1188720"/>
          </a:xfrm>
          <a:prstGeom prst="roundRect">
            <a:avLst>
              <a:gd name="adj" fmla="val 6154"/>
            </a:avLst>
          </a:prstGeom>
          <a:solidFill>
            <a:schemeClr val="accent3"/>
          </a:solidFill>
          <a:ln w="12700">
            <a:solidFill>
              <a:srgbClr val="FFFFFF">
                <a:alpha val="0"/>
              </a:srgbClr>
            </a:solidFill>
            <a:prstDash val="solid"/>
          </a:ln>
        </p:spPr>
      </p:sp>
      <p:sp>
        <p:nvSpPr>
          <p:cNvPr id="19" name="Text 15"/>
          <p:cNvSpPr txBox="1"/>
          <p:nvPr/>
        </p:nvSpPr>
        <p:spPr>
          <a:xfrm>
            <a:off x="3474720" y="4315968"/>
            <a:ext cx="2468880" cy="1188720"/>
          </a:xfrm>
          <a:prstGeom prst="rect">
            <a:avLst/>
          </a:prstGeom>
          <a:noFill/>
          <a:ln/>
        </p:spPr>
        <p:txBody>
          <a:bodyPr wrap="square" lIns="0" tIns="0" rIns="0" bIns="0" rtlCol="0" anchor="ctr"/>
          <a:lstStyle/>
          <a:p>
            <a:pPr algn="l" indent="0" marL="0">
              <a:buNone/>
            </a:pPr>
            <a:r>
              <a:rPr lang="en-US" sz="1900" b="1" dirty="0">
                <a:solidFill>
                  <a:schemeClr val="bg1"/>
                </a:solidFill>
              </a:rPr>
              <a:t>Route 3 · le pays</a:t>
            </a:r>
            <a:endParaRPr lang="en-US" sz="1900" dirty="0"/>
          </a:p>
        </p:txBody>
      </p:sp>
      <p:sp>
        <p:nvSpPr>
          <p:cNvPr id="20" name="Text 16"/>
          <p:cNvSpPr txBox="1"/>
          <p:nvPr/>
        </p:nvSpPr>
        <p:spPr>
          <a:xfrm>
            <a:off x="6263640" y="4315968"/>
            <a:ext cx="2788920" cy="1188720"/>
          </a:xfrm>
          <a:prstGeom prst="rect">
            <a:avLst/>
          </a:prstGeom>
          <a:noFill/>
          <a:ln/>
        </p:spPr>
        <p:txBody>
          <a:bodyPr wrap="square" lIns="0" tIns="0" rIns="0" bIns="0" rtlCol="0" anchor="ctr"/>
          <a:lstStyle/>
          <a:p>
            <a:pPr algn="l" indent="0" marL="0">
              <a:buNone/>
            </a:pPr>
            <a:r>
              <a:rPr lang="en-US" sz="2200" i="1" dirty="0">
                <a:solidFill>
                  <a:schemeClr val="tx1"/>
                </a:solidFill>
              </a:rPr>
              <a:t>Ik kom </a:t>
            </a:r>
            <a:r>
              <a:rPr lang="en-US" sz="2200" b="1" i="1" dirty="0">
                <a:solidFill>
                  <a:schemeClr val="tx1"/>
                </a:solidFill>
              </a:rPr>
              <a:t>uit België</a:t>
            </a:r>
            <a:r>
              <a:rPr lang="en-US" sz="2200" i="1" dirty="0">
                <a:solidFill>
                  <a:schemeClr val="tx1"/>
                </a:solidFill>
              </a:rPr>
              <a:t>.</a:t>
            </a:r>
            <a:endParaRPr lang="en-US" sz="2200" dirty="0"/>
          </a:p>
        </p:txBody>
      </p:sp>
      <p:pic>
        <p:nvPicPr>
          <p:cNvPr id="21" name="Image 1" descr="motorway">    </p:cNvPr>
          <p:cNvPicPr>
            <a:picLocks noChangeAspect="1"/>
          </p:cNvPicPr>
          <p:nvPr/>
        </p:nvPicPr>
        <p:blipFill>
          <a:blip r:embed="rId2"/>
          <a:stretch>
            <a:fillRect/>
          </a:stretch>
        </p:blipFill>
        <p:spPr>
          <a:xfrm>
            <a:off x="9098280" y="4654296"/>
            <a:ext cx="512064" cy="512064"/>
          </a:xfrm>
          <a:prstGeom prst="rect">
            <a:avLst/>
          </a:prstGeom>
        </p:spPr>
      </p:pic>
      <p:sp>
        <p:nvSpPr>
          <p:cNvPr id="22" name="tag"/>
          <p:cNvSpPr/>
          <p:nvPr/>
        </p:nvSpPr>
        <p:spPr>
          <a:xfrm>
            <a:off x="9692640" y="4727448"/>
            <a:ext cx="1770278" cy="365760"/>
          </a:xfrm>
          <a:prstGeom prst="roundRect">
            <a:avLst>
              <a:gd name="adj" fmla="val 12500"/>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route sûre</a:t>
            </a:r>
            <a:endParaRPr lang="en-US" sz="1200" dirty="0"/>
          </a:p>
        </p:txBody>
      </p:sp>
      <p:sp>
        <p:nvSpPr>
          <p:cNvPr id="23" name="Shape 18"/>
          <p:cNvSpPr/>
          <p:nvPr/>
        </p:nvSpPr>
        <p:spPr>
          <a:xfrm>
            <a:off x="548640" y="5715000"/>
            <a:ext cx="11091672" cy="566928"/>
          </a:xfrm>
          <a:prstGeom prst="roundRect">
            <a:avLst>
              <a:gd name="adj" fmla="val 12903"/>
            </a:avLst>
          </a:prstGeom>
          <a:solidFill>
            <a:schemeClr val="bg2"/>
          </a:solidFill>
          <a:ln w="9525">
            <a:solidFill>
              <a:srgbClr val="17375E"/>
            </a:solidFill>
            <a:prstDash val="solid"/>
          </a:ln>
        </p:spPr>
      </p:sp>
      <p:sp>
        <p:nvSpPr>
          <p:cNvPr id="24" name="Text 19"/>
          <p:cNvSpPr txBox="1"/>
          <p:nvPr/>
        </p:nvSpPr>
        <p:spPr>
          <a:xfrm>
            <a:off x="777240" y="5715000"/>
            <a:ext cx="10698480" cy="566928"/>
          </a:xfrm>
          <a:prstGeom prst="rect">
            <a:avLst/>
          </a:prstGeom>
          <a:noFill/>
          <a:ln/>
        </p:spPr>
        <p:txBody>
          <a:bodyPr wrap="square" lIns="0" tIns="0" rIns="0" bIns="0" rtlCol="0" anchor="ctr"/>
          <a:lstStyle/>
          <a:p>
            <a:pPr algn="l" indent="0" marL="0">
              <a:buNone/>
            </a:pPr>
            <a:r>
              <a:rPr lang="en-US" sz="1800" b="1" dirty="0">
                <a:solidFill>
                  <a:schemeClr val="tx1"/>
                </a:solidFill>
              </a:rPr>
              <a:t>Origine</a:t>
            </a:r>
            <a:r>
              <a:rPr lang="en-US" sz="1800" dirty="0">
                <a:solidFill>
                  <a:schemeClr val="tx1"/>
                </a:solidFill>
              </a:rPr>
              <a:t> : </a:t>
            </a:r>
            <a:r>
              <a:rPr lang="en-US" sz="1800" i="1" dirty="0">
                <a:solidFill>
                  <a:schemeClr val="tx1"/>
                </a:solidFill>
              </a:rPr>
              <a:t>Ik ben van </a:t>
            </a:r>
            <a:r>
              <a:rPr lang="en-US" sz="1800" b="1" i="1" dirty="0">
                <a:solidFill>
                  <a:schemeClr val="tx1"/>
                </a:solidFill>
              </a:rPr>
              <a:t>Marokkaanse</a:t>
            </a:r>
            <a:r>
              <a:rPr lang="en-US" sz="1800" i="1" dirty="0">
                <a:solidFill>
                  <a:schemeClr val="tx1"/>
                </a:solidFill>
              </a:rPr>
              <a:t> afkomst.</a:t>
            </a:r>
            <a:r>
              <a:rPr lang="en-US" sz="1800" dirty="0">
                <a:solidFill>
                  <a:schemeClr val="tx1"/>
                </a:solidFill>
              </a:rPr>
              <a:t> — je suis d’origine marocaine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 je suis belge » = Ik ben Belg</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3291840"/>
          </a:xfrm>
          <a:prstGeom prst="roundRect">
            <a:avLst>
              <a:gd name="adj" fmla="val 2222"/>
            </a:avLst>
          </a:prstGeom>
          <a:solidFill>
            <a:schemeClr val="accent6">
              <a:alpha val="7000"/>
            </a:schemeClr>
          </a:solidFill>
          <a:ln w="12700">
            <a:solidFill>
              <a:srgbClr val="B83227">
                <a:alpha val="60000"/>
              </a:srgbClr>
            </a:solidFill>
            <a:prstDash val="solid"/>
          </a:ln>
        </p:spPr>
      </p:sp>
      <p:sp>
        <p:nvSpPr>
          <p:cNvPr id="6" name="tag"/>
          <p:cNvSpPr/>
          <p:nvPr/>
        </p:nvSpPr>
        <p:spPr>
          <a:xfrm>
            <a:off x="731520" y="1719072"/>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Text 4"/>
          <p:cNvSpPr txBox="1"/>
          <p:nvPr/>
        </p:nvSpPr>
        <p:spPr>
          <a:xfrm>
            <a:off x="822960" y="2057400"/>
            <a:ext cx="10543032" cy="1257300"/>
          </a:xfrm>
          <a:prstGeom prst="rect">
            <a:avLst/>
          </a:prstGeom>
          <a:noFill/>
          <a:ln/>
        </p:spPr>
        <p:txBody>
          <a:bodyPr wrap="square" lIns="0" tIns="0" rIns="0" bIns="0" rtlCol="0" anchor="ctr"/>
          <a:lstStyle/>
          <a:p>
            <a:pPr algn="l" indent="0" marL="0">
              <a:buNone/>
            </a:pPr>
            <a:r>
              <a:rPr lang="en-US" sz="2800" dirty="0">
                <a:solidFill>
                  <a:schemeClr val="tx1"/>
                </a:solidFill>
              </a:rPr>
              <a:t>Il est </a:t>
            </a:r>
            <a:r>
              <a:rPr lang="en-US" sz="2800" strike="sngStrike" dirty="0">
                <a:solidFill>
                  <a:schemeClr val="accent6"/>
                </a:solidFill>
              </a:rPr>
              <a:t>belge</a:t>
            </a:r>
            <a:r>
              <a:rPr lang="en-US" sz="2800" dirty="0">
                <a:solidFill>
                  <a:schemeClr val="tx1"/>
                </a:solidFill>
              </a:rPr>
              <a:t>.   Elle est </a:t>
            </a:r>
            <a:r>
              <a:rPr lang="en-US" sz="2800" strike="sngStrike" dirty="0">
                <a:solidFill>
                  <a:schemeClr val="accent6"/>
                </a:solidFill>
              </a:rPr>
              <a:t>belge</a:t>
            </a:r>
            <a:r>
              <a:rPr lang="en-US" sz="2800" dirty="0">
                <a:solidFill>
                  <a:schemeClr val="tx1"/>
                </a:solidFill>
              </a:rPr>
              <a:t>.   (même mot)</a:t>
            </a:r>
            <a:endParaRPr lang="en-US" sz="2800" dirty="0"/>
          </a:p>
        </p:txBody>
      </p:sp>
      <p:pic>
        <p:nvPicPr>
          <p:cNvPr id="8" name="Image 0" descr="ArrowDown">    </p:cNvPr>
          <p:cNvPicPr>
            <a:picLocks noChangeAspect="1"/>
          </p:cNvPicPr>
          <p:nvPr/>
        </p:nvPicPr>
        <p:blipFill>
          <a:blip r:embed="rId1"/>
          <a:stretch>
            <a:fillRect/>
          </a:stretch>
        </p:blipFill>
        <p:spPr>
          <a:xfrm>
            <a:off x="822960" y="3296412"/>
            <a:ext cx="237744" cy="237744"/>
          </a:xfrm>
          <a:prstGeom prst="rect">
            <a:avLst/>
          </a:prstGeom>
        </p:spPr>
      </p:pic>
      <p:sp>
        <p:nvSpPr>
          <p:cNvPr id="9" name="Shape 5"/>
          <p:cNvSpPr/>
          <p:nvPr/>
        </p:nvSpPr>
        <p:spPr>
          <a:xfrm>
            <a:off x="777240" y="3525012"/>
            <a:ext cx="10634472" cy="1220724"/>
          </a:xfrm>
          <a:prstGeom prst="roundRect">
            <a:avLst>
              <a:gd name="adj" fmla="val 5993"/>
            </a:avLst>
          </a:prstGeom>
          <a:solidFill>
            <a:schemeClr val="accent3">
              <a:alpha val="12000"/>
            </a:schemeClr>
          </a:solidFill>
          <a:ln w="15875">
            <a:solidFill>
              <a:srgbClr val="2E7D4F"/>
            </a:solidFill>
            <a:prstDash val="solid"/>
          </a:ln>
        </p:spPr>
      </p:sp>
      <p:sp>
        <p:nvSpPr>
          <p:cNvPr id="10" name="Text 6"/>
          <p:cNvSpPr txBox="1"/>
          <p:nvPr/>
        </p:nvSpPr>
        <p:spPr>
          <a:xfrm>
            <a:off x="914400" y="3525012"/>
            <a:ext cx="10360152" cy="1220724"/>
          </a:xfrm>
          <a:prstGeom prst="rect">
            <a:avLst/>
          </a:prstGeom>
          <a:noFill/>
          <a:ln/>
        </p:spPr>
        <p:txBody>
          <a:bodyPr wrap="square" lIns="0" tIns="0" rIns="0" bIns="0" rtlCol="0" anchor="ctr"/>
          <a:lstStyle/>
          <a:p>
            <a:pPr algn="l" indent="0" marL="0">
              <a:buNone/>
            </a:pPr>
            <a:r>
              <a:rPr lang="en-US" sz="2800" i="1" dirty="0">
                <a:solidFill>
                  <a:schemeClr val="tx1"/>
                </a:solidFill>
              </a:rPr>
              <a:t>Hij is </a:t>
            </a:r>
            <a:r>
              <a:rPr lang="en-US" sz="2800" b="1" i="1" dirty="0">
                <a:solidFill>
                  <a:schemeClr val="tx1"/>
                </a:solidFill>
              </a:rPr>
              <a:t>Belg</a:t>
            </a:r>
            <a:r>
              <a:rPr lang="en-US" sz="2800" i="1" dirty="0">
                <a:solidFill>
                  <a:schemeClr val="tx1"/>
                </a:solidFill>
              </a:rPr>
              <a:t>.</a:t>
            </a:r>
            <a:r>
              <a:rPr lang="en-US" sz="2800" dirty="0">
                <a:solidFill>
                  <a:schemeClr val="tx1"/>
                </a:solidFill>
              </a:rPr>
              <a:t>   </a:t>
            </a:r>
            <a:r>
              <a:rPr lang="en-US" sz="2800" i="1" dirty="0">
                <a:solidFill>
                  <a:schemeClr val="tx1"/>
                </a:solidFill>
              </a:rPr>
              <a:t>Zij is </a:t>
            </a:r>
            <a:r>
              <a:rPr lang="en-US" sz="2800" b="1" i="1" dirty="0">
                <a:solidFill>
                  <a:schemeClr val="tx1"/>
                </a:solidFill>
              </a:rPr>
              <a:t>Belgische</a:t>
            </a:r>
            <a:r>
              <a:rPr lang="en-US" sz="2800" i="1" dirty="0">
                <a:solidFill>
                  <a:schemeClr val="tx1"/>
                </a:solidFill>
              </a:rPr>
              <a:t>.</a:t>
            </a:r>
            <a:r>
              <a:rPr lang="en-US" sz="2800" dirty="0">
                <a:solidFill>
                  <a:schemeClr val="tx1"/>
                </a:solidFill>
              </a:rPr>
              <a:t>   (deux mots)</a:t>
            </a:r>
            <a:endParaRPr lang="en-US" sz="2800" dirty="0"/>
          </a:p>
        </p:txBody>
      </p:sp>
      <p:pic>
        <p:nvPicPr>
          <p:cNvPr id="11" name="Image 1" descr="man">    </p:cNvPr>
          <p:cNvPicPr>
            <a:picLocks noChangeAspect="1"/>
          </p:cNvPicPr>
          <p:nvPr/>
        </p:nvPicPr>
        <p:blipFill>
          <a:blip r:embed="rId2"/>
          <a:stretch>
            <a:fillRect/>
          </a:stretch>
        </p:blipFill>
        <p:spPr>
          <a:xfrm>
            <a:off x="10241280" y="2057400"/>
            <a:ext cx="914400" cy="914400"/>
          </a:xfrm>
          <a:prstGeom prst="rect">
            <a:avLst/>
          </a:prstGeom>
        </p:spPr>
      </p:pic>
      <p:pic>
        <p:nvPicPr>
          <p:cNvPr id="12" name="Image 2" descr="woman">    </p:cNvPr>
          <p:cNvPicPr>
            <a:picLocks noChangeAspect="1"/>
          </p:cNvPicPr>
          <p:nvPr/>
        </p:nvPicPr>
        <p:blipFill>
          <a:blip r:embed="rId3"/>
          <a:stretch>
            <a:fillRect/>
          </a:stretch>
        </p:blipFill>
        <p:spPr>
          <a:xfrm>
            <a:off x="10241280" y="3611880"/>
            <a:ext cx="914400" cy="914400"/>
          </a:xfrm>
          <a:prstGeom prst="rect">
            <a:avLst/>
          </a:prstGeom>
        </p:spPr>
      </p:pic>
      <p:sp>
        <p:nvSpPr>
          <p:cNvPr id="13" name="Shape 7"/>
          <p:cNvSpPr/>
          <p:nvPr/>
        </p:nvSpPr>
        <p:spPr>
          <a:xfrm>
            <a:off x="548640" y="5074920"/>
            <a:ext cx="11091672" cy="1188720"/>
          </a:xfrm>
          <a:prstGeom prst="roundRect">
            <a:avLst>
              <a:gd name="adj" fmla="val 6154"/>
            </a:avLst>
          </a:prstGeom>
          <a:solidFill>
            <a:schemeClr val="tx2"/>
          </a:solidFill>
          <a:ln w="12700">
            <a:solidFill>
              <a:srgbClr val="FFFFFF">
                <a:alpha val="0"/>
              </a:srgbClr>
            </a:solidFill>
            <a:prstDash val="solid"/>
          </a:ln>
        </p:spPr>
      </p:sp>
      <p:sp>
        <p:nvSpPr>
          <p:cNvPr id="14" name="Text 8"/>
          <p:cNvSpPr txBox="1"/>
          <p:nvPr/>
        </p:nvSpPr>
        <p:spPr>
          <a:xfrm>
            <a:off x="822960" y="5074920"/>
            <a:ext cx="10607040" cy="1188720"/>
          </a:xfrm>
          <a:prstGeom prst="rect">
            <a:avLst/>
          </a:prstGeom>
          <a:noFill/>
          <a:ln/>
        </p:spPr>
        <p:txBody>
          <a:bodyPr wrap="square" lIns="0" tIns="0" rIns="0" bIns="0" rtlCol="0" anchor="ctr"/>
          <a:lstStyle/>
          <a:p>
            <a:pPr algn="l" indent="0" marL="0">
              <a:spcAft>
                <a:spcPts val="600"/>
              </a:spcAft>
              <a:buNone/>
            </a:pPr>
            <a:r>
              <a:rPr lang="en-US" sz="1900" dirty="0">
                <a:solidFill>
                  <a:schemeClr val="bg1"/>
                </a:solidFill>
              </a:rPr>
              <a:t>En néerlandais, on dit plutôt le </a:t>
            </a:r>
            <a:r>
              <a:rPr lang="en-US" sz="1900" b="1" dirty="0">
                <a:solidFill>
                  <a:schemeClr val="bg1"/>
                </a:solidFill>
              </a:rPr>
              <a:t>nom</a:t>
            </a:r>
            <a:r>
              <a:rPr lang="en-US" sz="1900" dirty="0">
                <a:solidFill>
                  <a:schemeClr val="bg1"/>
                </a:solidFill>
              </a:rPr>
              <a:t> d’habitant, qui change pour une femme.</a:t>
            </a:r>
            <a:endParaRPr lang="en-US" sz="1900" dirty="0"/>
          </a:p>
          <a:p>
            <a:pPr algn="l" indent="0" marL="0">
              <a:spcAft>
                <a:spcPts val="600"/>
              </a:spcAft>
              <a:buNone/>
            </a:pPr>
            <a:r>
              <a:rPr lang="en-US" sz="1900" dirty="0">
                <a:solidFill>
                  <a:schemeClr val="bg1"/>
                </a:solidFill>
              </a:rPr>
              <a:t>♂ </a:t>
            </a:r>
            <a:r>
              <a:rPr lang="en-US" sz="1900" i="1" dirty="0">
                <a:solidFill>
                  <a:schemeClr val="bg1"/>
                </a:solidFill>
              </a:rPr>
              <a:t>Belg · Vlaming · Waal</a:t>
            </a:r>
            <a:r>
              <a:rPr lang="en-US" sz="1900" dirty="0">
                <a:solidFill>
                  <a:schemeClr val="bg1"/>
                </a:solidFill>
              </a:rPr>
              <a:t>   ♀ </a:t>
            </a:r>
            <a:r>
              <a:rPr lang="en-US" sz="1900" i="1" dirty="0">
                <a:solidFill>
                  <a:schemeClr val="bg1"/>
                </a:solidFill>
              </a:rPr>
              <a:t>Belgische · Vlaamse · Waalse</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Nos voisins</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325880" y="1554480"/>
          <a:ext cx="10314432" cy="914400"/>
        </p:xfrm>
        <a:graphic>
          <a:graphicData uri="http://schemas.openxmlformats.org/drawingml/2006/table">
            <a:tbl>
              <a:tblPr/>
              <a:tblGrid>
                <a:gridCol w="2269175"/>
                <a:gridCol w="1856598"/>
                <a:gridCol w="1856598"/>
                <a:gridCol w="2166031"/>
                <a:gridCol w="2166031"/>
              </a:tblGrid>
              <a:tr h="502920">
                <a:tc>
                  <a:txBody>
                    <a:bodyPr/>
                    <a:lstStyle/>
                    <a:p>
                      <a:pPr algn="l" indent="0" marL="0">
                        <a:buNone/>
                      </a:pPr>
                      <a:r>
                        <a:rPr lang="en-US" sz="1500" b="1" dirty="0">
                          <a:solidFill>
                            <a:srgbClr val="FFFFFF"/>
                          </a:solidFill>
                        </a:rPr>
                        <a:t>Land</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4"/>
                    </a:solidFill>
                  </a:tcPr>
                </a:tc>
                <a:tc>
                  <a:txBody>
                    <a:bodyPr/>
                    <a:lstStyle/>
                    <a:p>
                      <a:pPr algn="l" indent="0" marL="0">
                        <a:buNone/>
                      </a:pPr>
                      <a:r>
                        <a:rPr lang="en-US" sz="1500" b="1" dirty="0">
                          <a:solidFill>
                            <a:srgbClr val="FFFFFF"/>
                          </a:solidFill>
                        </a:rPr>
                        <a:t>Adjectief</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B8860B"/>
                    </a:solidFill>
                  </a:tcPr>
                </a:tc>
                <a:tc>
                  <a:txBody>
                    <a:bodyPr/>
                    <a:lstStyle/>
                    <a:p>
                      <a:pPr algn="l" indent="0" marL="0">
                        <a:buNone/>
                      </a:pPr>
                      <a:r>
                        <a:rPr lang="en-US" sz="1500" b="1" dirty="0">
                          <a:solidFill>
                            <a:srgbClr val="FFFFFF"/>
                          </a:solidFill>
                        </a:rPr>
                        <a:t>Taal</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c>
                  <a:txBody>
                    <a:bodyPr/>
                    <a:lstStyle/>
                    <a:p>
                      <a:pPr algn="l" indent="0" marL="0">
                        <a:buNone/>
                      </a:pPr>
                      <a:r>
                        <a:rPr lang="en-US" sz="1500" b="1" dirty="0">
                          <a:solidFill>
                            <a:srgbClr val="FFFFFF"/>
                          </a:solidFill>
                        </a:rPr>
                        <a:t>Inwoner ♂</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6E4A9E"/>
                    </a:solidFill>
                  </a:tcPr>
                </a:tc>
                <a:tc>
                  <a:txBody>
                    <a:bodyPr/>
                    <a:lstStyle/>
                    <a:p>
                      <a:pPr algn="l" indent="0" marL="0">
                        <a:buNone/>
                      </a:pPr>
                      <a:r>
                        <a:rPr lang="en-US" sz="1500" b="1" dirty="0">
                          <a:solidFill>
                            <a:srgbClr val="FFFFFF"/>
                          </a:solidFill>
                        </a:rPr>
                        <a:t>Inwoonster ♀</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9C7CC6"/>
                    </a:solidFill>
                  </a:tcPr>
                </a:tc>
              </a:tr>
              <a:tr h="621792">
                <a:tc>
                  <a:txBody>
                    <a:bodyPr/>
                    <a:lstStyle/>
                    <a:p>
                      <a:pPr algn="l" indent="0" marL="0">
                        <a:buNone/>
                      </a:pPr>
                      <a:r>
                        <a:rPr lang="en-US" sz="1700" b="1" dirty="0">
                          <a:solidFill>
                            <a:schemeClr val="tx1"/>
                          </a:solidFill>
                        </a:rPr>
                        <a:t>Nederland</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Nederlands</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Nederlands</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de Nederlander</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de Nederlands</a:t>
                      </a:r>
                      <a:r>
                        <a:rPr lang="en-US" sz="1700" b="1" dirty="0">
                          <a:solidFill>
                            <a:schemeClr val="accent1"/>
                          </a:solidFill>
                        </a:rPr>
                        <a:t>e</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21792">
                <a:tc>
                  <a:txBody>
                    <a:bodyPr/>
                    <a:lstStyle/>
                    <a:p>
                      <a:pPr algn="l" indent="0" marL="0">
                        <a:buNone/>
                      </a:pPr>
                      <a:r>
                        <a:rPr lang="en-US" sz="1700" b="1" dirty="0">
                          <a:solidFill>
                            <a:schemeClr val="tx1"/>
                          </a:solidFill>
                        </a:rPr>
                        <a:t>Frankrijk</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Frans</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Frans</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de Fransman</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de Française / Frans</a:t>
                      </a:r>
                      <a:r>
                        <a:rPr lang="en-US" sz="1700" b="1" dirty="0">
                          <a:solidFill>
                            <a:schemeClr val="accent1"/>
                          </a:solidFill>
                        </a:rPr>
                        <a:t>e</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21792">
                <a:tc>
                  <a:txBody>
                    <a:bodyPr/>
                    <a:lstStyle/>
                    <a:p>
                      <a:pPr algn="l" indent="0" marL="0">
                        <a:buNone/>
                      </a:pPr>
                      <a:r>
                        <a:rPr lang="en-US" sz="1700" b="1" dirty="0">
                          <a:solidFill>
                            <a:schemeClr val="tx1"/>
                          </a:solidFill>
                        </a:rPr>
                        <a:t>Duitsland</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Duits</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Duits</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de Duitser</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de Duits</a:t>
                      </a:r>
                      <a:r>
                        <a:rPr lang="en-US" sz="1700" b="1" dirty="0">
                          <a:solidFill>
                            <a:schemeClr val="accent1"/>
                          </a:solidFill>
                        </a:rPr>
                        <a:t>e</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21792">
                <a:tc>
                  <a:txBody>
                    <a:bodyPr/>
                    <a:lstStyle/>
                    <a:p>
                      <a:pPr algn="l" indent="0" marL="0">
                        <a:buNone/>
                      </a:pPr>
                      <a:r>
                        <a:rPr lang="en-US" sz="1700" b="1" dirty="0">
                          <a:solidFill>
                            <a:schemeClr val="tx1"/>
                          </a:solidFill>
                        </a:rPr>
                        <a:t>Luxemburg</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Luxemburgs</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Luxemburgs</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de Luxemburger</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de Luxemburgs</a:t>
                      </a:r>
                      <a:r>
                        <a:rPr lang="en-US" sz="1700" b="1" dirty="0">
                          <a:solidFill>
                            <a:schemeClr val="accent1"/>
                          </a:solidFill>
                        </a:rPr>
                        <a:t>e</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21792">
                <a:tc>
                  <a:txBody>
                    <a:bodyPr/>
                    <a:lstStyle/>
                    <a:p>
                      <a:pPr algn="l" indent="0" marL="0">
                        <a:buNone/>
                      </a:pPr>
                      <a:r>
                        <a:rPr lang="en-US" sz="1700" b="1" dirty="0">
                          <a:solidFill>
                            <a:schemeClr val="tx1"/>
                          </a:solidFill>
                        </a:rPr>
                        <a:t>Groot-Brittannië</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Brits</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Engels</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de Brit</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de Brits</a:t>
                      </a:r>
                      <a:r>
                        <a:rPr lang="en-US" sz="1700" b="1" dirty="0">
                          <a:solidFill>
                            <a:schemeClr val="accent1"/>
                          </a:solidFill>
                        </a:rPr>
                        <a:t>e</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21792">
                <a:tc>
                  <a:txBody>
                    <a:bodyPr/>
                    <a:lstStyle/>
                    <a:p>
                      <a:pPr algn="l" indent="0" marL="0">
                        <a:buNone/>
                      </a:pPr>
                      <a:r>
                        <a:rPr lang="en-US" sz="1700" b="1" dirty="0">
                          <a:solidFill>
                            <a:schemeClr val="tx1"/>
                          </a:solidFill>
                        </a:rPr>
                        <a:t>Spanje</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Spaans</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Spaans</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de Spanjaard</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de Spaans</a:t>
                      </a:r>
                      <a:r>
                        <a:rPr lang="en-US" sz="1700" b="1" dirty="0">
                          <a:solidFill>
                            <a:schemeClr val="accent1"/>
                          </a:solidFill>
                        </a:rPr>
                        <a:t>e</a:t>
                      </a:r>
                      <a:endParaRPr lang="en-US" sz="17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6" name="Shape 2"/>
          <p:cNvSpPr/>
          <p:nvPr/>
        </p:nvSpPr>
        <p:spPr>
          <a:xfrm>
            <a:off x="548640" y="2157984"/>
            <a:ext cx="640080" cy="140208"/>
          </a:xfrm>
          <a:prstGeom prst="rect">
            <a:avLst/>
          </a:prstGeom>
          <a:solidFill>
            <a:srgbClr val="B32033"/>
          </a:solidFill>
          <a:ln w="12700">
            <a:solidFill>
              <a:srgbClr val="FFFFFF">
                <a:alpha val="0"/>
              </a:srgbClr>
            </a:solidFill>
            <a:prstDash val="solid"/>
          </a:ln>
        </p:spPr>
      </p:sp>
      <p:sp>
        <p:nvSpPr>
          <p:cNvPr id="7" name="Shape 3"/>
          <p:cNvSpPr/>
          <p:nvPr/>
        </p:nvSpPr>
        <p:spPr>
          <a:xfrm>
            <a:off x="548640" y="2298192"/>
            <a:ext cx="640080" cy="140208"/>
          </a:xfrm>
          <a:prstGeom prst="rect">
            <a:avLst/>
          </a:prstGeom>
          <a:solidFill>
            <a:srgbClr val="FFFFFF"/>
          </a:solidFill>
          <a:ln w="12700">
            <a:solidFill>
              <a:srgbClr val="FFFFFF">
                <a:alpha val="0"/>
              </a:srgbClr>
            </a:solidFill>
            <a:prstDash val="solid"/>
          </a:ln>
        </p:spPr>
      </p:sp>
      <p:sp>
        <p:nvSpPr>
          <p:cNvPr id="8" name="Shape 4"/>
          <p:cNvSpPr/>
          <p:nvPr/>
        </p:nvSpPr>
        <p:spPr>
          <a:xfrm>
            <a:off x="548640" y="2438400"/>
            <a:ext cx="640080" cy="140208"/>
          </a:xfrm>
          <a:prstGeom prst="rect">
            <a:avLst/>
          </a:prstGeom>
          <a:solidFill>
            <a:srgbClr val="22408C"/>
          </a:solidFill>
          <a:ln w="12700">
            <a:solidFill>
              <a:srgbClr val="FFFFFF">
                <a:alpha val="0"/>
              </a:srgbClr>
            </a:solidFill>
            <a:prstDash val="solid"/>
          </a:ln>
        </p:spPr>
      </p:sp>
      <p:sp>
        <p:nvSpPr>
          <p:cNvPr id="9" name="Shape 5"/>
          <p:cNvSpPr/>
          <p:nvPr/>
        </p:nvSpPr>
        <p:spPr>
          <a:xfrm>
            <a:off x="548640" y="2157984"/>
            <a:ext cx="640080" cy="420624"/>
          </a:xfrm>
          <a:prstGeom prst="rect">
            <a:avLst/>
          </a:prstGeom>
          <a:noFill/>
          <a:ln w="9525">
            <a:solidFill>
              <a:srgbClr val="B8C2CF"/>
            </a:solidFill>
            <a:prstDash val="solid"/>
          </a:ln>
        </p:spPr>
      </p:sp>
      <p:sp>
        <p:nvSpPr>
          <p:cNvPr id="10" name="Shape 6"/>
          <p:cNvSpPr/>
          <p:nvPr/>
        </p:nvSpPr>
        <p:spPr>
          <a:xfrm>
            <a:off x="548640" y="2779776"/>
            <a:ext cx="213360" cy="420624"/>
          </a:xfrm>
          <a:prstGeom prst="rect">
            <a:avLst/>
          </a:prstGeom>
          <a:solidFill>
            <a:srgbClr val="1F4FA3"/>
          </a:solidFill>
          <a:ln w="12700">
            <a:solidFill>
              <a:srgbClr val="FFFFFF">
                <a:alpha val="0"/>
              </a:srgbClr>
            </a:solidFill>
            <a:prstDash val="solid"/>
          </a:ln>
        </p:spPr>
      </p:sp>
      <p:sp>
        <p:nvSpPr>
          <p:cNvPr id="11" name="Shape 7"/>
          <p:cNvSpPr/>
          <p:nvPr/>
        </p:nvSpPr>
        <p:spPr>
          <a:xfrm>
            <a:off x="762000" y="2779776"/>
            <a:ext cx="213360" cy="420624"/>
          </a:xfrm>
          <a:prstGeom prst="rect">
            <a:avLst/>
          </a:prstGeom>
          <a:solidFill>
            <a:srgbClr val="FFFFFF"/>
          </a:solidFill>
          <a:ln w="12700">
            <a:solidFill>
              <a:srgbClr val="FFFFFF">
                <a:alpha val="0"/>
              </a:srgbClr>
            </a:solidFill>
            <a:prstDash val="solid"/>
          </a:ln>
        </p:spPr>
      </p:sp>
      <p:sp>
        <p:nvSpPr>
          <p:cNvPr id="12" name="Shape 8"/>
          <p:cNvSpPr/>
          <p:nvPr/>
        </p:nvSpPr>
        <p:spPr>
          <a:xfrm>
            <a:off x="975360" y="2779776"/>
            <a:ext cx="213360" cy="420624"/>
          </a:xfrm>
          <a:prstGeom prst="rect">
            <a:avLst/>
          </a:prstGeom>
          <a:solidFill>
            <a:srgbClr val="E2232A"/>
          </a:solidFill>
          <a:ln w="12700">
            <a:solidFill>
              <a:srgbClr val="FFFFFF">
                <a:alpha val="0"/>
              </a:srgbClr>
            </a:solidFill>
            <a:prstDash val="solid"/>
          </a:ln>
        </p:spPr>
      </p:sp>
      <p:sp>
        <p:nvSpPr>
          <p:cNvPr id="13" name="Shape 9"/>
          <p:cNvSpPr/>
          <p:nvPr/>
        </p:nvSpPr>
        <p:spPr>
          <a:xfrm>
            <a:off x="548640" y="2779776"/>
            <a:ext cx="640080" cy="420624"/>
          </a:xfrm>
          <a:prstGeom prst="rect">
            <a:avLst/>
          </a:prstGeom>
          <a:noFill/>
          <a:ln w="9525">
            <a:solidFill>
              <a:srgbClr val="B8C2CF"/>
            </a:solidFill>
            <a:prstDash val="solid"/>
          </a:ln>
        </p:spPr>
      </p:sp>
      <p:sp>
        <p:nvSpPr>
          <p:cNvPr id="14" name="Shape 10"/>
          <p:cNvSpPr/>
          <p:nvPr/>
        </p:nvSpPr>
        <p:spPr>
          <a:xfrm>
            <a:off x="548640" y="3401568"/>
            <a:ext cx="640080" cy="140208"/>
          </a:xfrm>
          <a:prstGeom prst="rect">
            <a:avLst/>
          </a:prstGeom>
          <a:solidFill>
            <a:srgbClr val="1B1B1B"/>
          </a:solidFill>
          <a:ln w="12700">
            <a:solidFill>
              <a:srgbClr val="FFFFFF">
                <a:alpha val="0"/>
              </a:srgbClr>
            </a:solidFill>
            <a:prstDash val="solid"/>
          </a:ln>
        </p:spPr>
      </p:sp>
      <p:sp>
        <p:nvSpPr>
          <p:cNvPr id="15" name="Shape 11"/>
          <p:cNvSpPr/>
          <p:nvPr/>
        </p:nvSpPr>
        <p:spPr>
          <a:xfrm>
            <a:off x="548640" y="3541776"/>
            <a:ext cx="640080" cy="140208"/>
          </a:xfrm>
          <a:prstGeom prst="rect">
            <a:avLst/>
          </a:prstGeom>
          <a:solidFill>
            <a:srgbClr val="DD1F26"/>
          </a:solidFill>
          <a:ln w="12700">
            <a:solidFill>
              <a:srgbClr val="FFFFFF">
                <a:alpha val="0"/>
              </a:srgbClr>
            </a:solidFill>
            <a:prstDash val="solid"/>
          </a:ln>
        </p:spPr>
      </p:sp>
      <p:sp>
        <p:nvSpPr>
          <p:cNvPr id="16" name="Shape 12"/>
          <p:cNvSpPr/>
          <p:nvPr/>
        </p:nvSpPr>
        <p:spPr>
          <a:xfrm>
            <a:off x="548640" y="3681984"/>
            <a:ext cx="640080" cy="140208"/>
          </a:xfrm>
          <a:prstGeom prst="rect">
            <a:avLst/>
          </a:prstGeom>
          <a:solidFill>
            <a:srgbClr val="F7C600"/>
          </a:solidFill>
          <a:ln w="12700">
            <a:solidFill>
              <a:srgbClr val="FFFFFF">
                <a:alpha val="0"/>
              </a:srgbClr>
            </a:solidFill>
            <a:prstDash val="solid"/>
          </a:ln>
        </p:spPr>
      </p:sp>
      <p:sp>
        <p:nvSpPr>
          <p:cNvPr id="17" name="Shape 13"/>
          <p:cNvSpPr/>
          <p:nvPr/>
        </p:nvSpPr>
        <p:spPr>
          <a:xfrm>
            <a:off x="548640" y="3401568"/>
            <a:ext cx="640080" cy="420624"/>
          </a:xfrm>
          <a:prstGeom prst="rect">
            <a:avLst/>
          </a:prstGeom>
          <a:noFill/>
          <a:ln w="9525">
            <a:solidFill>
              <a:srgbClr val="B8C2CF"/>
            </a:solidFill>
            <a:prstDash val="solid"/>
          </a:ln>
        </p:spPr>
      </p:sp>
      <p:sp>
        <p:nvSpPr>
          <p:cNvPr id="18" name="Shape 14"/>
          <p:cNvSpPr/>
          <p:nvPr/>
        </p:nvSpPr>
        <p:spPr>
          <a:xfrm>
            <a:off x="548640" y="4023360"/>
            <a:ext cx="640080" cy="140208"/>
          </a:xfrm>
          <a:prstGeom prst="rect">
            <a:avLst/>
          </a:prstGeom>
          <a:solidFill>
            <a:srgbClr val="E2343F"/>
          </a:solidFill>
          <a:ln w="12700">
            <a:solidFill>
              <a:srgbClr val="FFFFFF">
                <a:alpha val="0"/>
              </a:srgbClr>
            </a:solidFill>
            <a:prstDash val="solid"/>
          </a:ln>
        </p:spPr>
      </p:sp>
      <p:sp>
        <p:nvSpPr>
          <p:cNvPr id="19" name="Shape 15"/>
          <p:cNvSpPr/>
          <p:nvPr/>
        </p:nvSpPr>
        <p:spPr>
          <a:xfrm>
            <a:off x="548640" y="4163568"/>
            <a:ext cx="640080" cy="140208"/>
          </a:xfrm>
          <a:prstGeom prst="rect">
            <a:avLst/>
          </a:prstGeom>
          <a:solidFill>
            <a:srgbClr val="FFFFFF"/>
          </a:solidFill>
          <a:ln w="12700">
            <a:solidFill>
              <a:srgbClr val="FFFFFF">
                <a:alpha val="0"/>
              </a:srgbClr>
            </a:solidFill>
            <a:prstDash val="solid"/>
          </a:ln>
        </p:spPr>
      </p:sp>
      <p:sp>
        <p:nvSpPr>
          <p:cNvPr id="20" name="Shape 16"/>
          <p:cNvSpPr/>
          <p:nvPr/>
        </p:nvSpPr>
        <p:spPr>
          <a:xfrm>
            <a:off x="548640" y="4303776"/>
            <a:ext cx="640080" cy="140208"/>
          </a:xfrm>
          <a:prstGeom prst="rect">
            <a:avLst/>
          </a:prstGeom>
          <a:solidFill>
            <a:srgbClr val="24A3DD"/>
          </a:solidFill>
          <a:ln w="12700">
            <a:solidFill>
              <a:srgbClr val="FFFFFF">
                <a:alpha val="0"/>
              </a:srgbClr>
            </a:solidFill>
            <a:prstDash val="solid"/>
          </a:ln>
        </p:spPr>
      </p:sp>
      <p:sp>
        <p:nvSpPr>
          <p:cNvPr id="21" name="Shape 17"/>
          <p:cNvSpPr/>
          <p:nvPr/>
        </p:nvSpPr>
        <p:spPr>
          <a:xfrm>
            <a:off x="548640" y="4023360"/>
            <a:ext cx="640080" cy="420624"/>
          </a:xfrm>
          <a:prstGeom prst="rect">
            <a:avLst/>
          </a:prstGeom>
          <a:noFill/>
          <a:ln w="9525">
            <a:solidFill>
              <a:srgbClr val="B8C2CF"/>
            </a:solidFill>
            <a:prstDash val="solid"/>
          </a:ln>
        </p:spPr>
      </p:sp>
      <p:sp>
        <p:nvSpPr>
          <p:cNvPr id="22" name="Shape 18"/>
          <p:cNvSpPr/>
          <p:nvPr/>
        </p:nvSpPr>
        <p:spPr>
          <a:xfrm>
            <a:off x="548640" y="4645152"/>
            <a:ext cx="640080" cy="420624"/>
          </a:xfrm>
          <a:prstGeom prst="rect">
            <a:avLst/>
          </a:prstGeom>
          <a:solidFill>
            <a:srgbClr val="1F3B87"/>
          </a:solidFill>
          <a:ln w="12700">
            <a:solidFill>
              <a:srgbClr val="FFFFFF">
                <a:alpha val="0"/>
              </a:srgbClr>
            </a:solidFill>
            <a:prstDash val="solid"/>
          </a:ln>
        </p:spPr>
      </p:sp>
      <p:sp>
        <p:nvSpPr>
          <p:cNvPr id="23" name="Shape 19"/>
          <p:cNvSpPr/>
          <p:nvPr/>
        </p:nvSpPr>
        <p:spPr>
          <a:xfrm>
            <a:off x="548640" y="4645152"/>
            <a:ext cx="640080" cy="420624"/>
          </a:xfrm>
          <a:custGeom>
            <a:avLst/>
            <a:gdLst/>
            <a:ahLst/>
            <a:cxnLst/>
            <a:rect l="l" t="t" r="r" b="b"/>
            <a:pathLst>
              <a:path w="640080" h="420624">
                <a:moveTo>
                  <a:pt x="0" y="0"/>
                </a:moveTo>
                <a:lnTo>
                  <a:pt x="70665" y="0"/>
                </a:lnTo>
                <a:lnTo>
                  <a:pt x="640080" y="370149"/>
                </a:lnTo>
                <a:lnTo>
                  <a:pt x="640080" y="420624"/>
                </a:lnTo>
                <a:lnTo>
                  <a:pt x="569415" y="420624"/>
                </a:lnTo>
                <a:lnTo>
                  <a:pt x="0" y="50475"/>
                </a:lnTo>
                <a:close/>
              </a:path>
            </a:pathLst>
          </a:custGeom>
          <a:solidFill>
            <a:srgbClr val="FFFFFF"/>
          </a:solidFill>
          <a:ln w="12700">
            <a:solidFill>
              <a:srgbClr val="FFFFFF">
                <a:alpha val="0"/>
              </a:srgbClr>
            </a:solidFill>
            <a:prstDash val="solid"/>
          </a:ln>
        </p:spPr>
      </p:sp>
      <p:sp>
        <p:nvSpPr>
          <p:cNvPr id="24" name="Shape 20"/>
          <p:cNvSpPr/>
          <p:nvPr/>
        </p:nvSpPr>
        <p:spPr>
          <a:xfrm>
            <a:off x="548640" y="4645152"/>
            <a:ext cx="640080" cy="420624"/>
          </a:xfrm>
          <a:custGeom>
            <a:avLst/>
            <a:gdLst/>
            <a:ahLst/>
            <a:cxnLst/>
            <a:rect l="l" t="t" r="r" b="b"/>
            <a:pathLst>
              <a:path w="640080" h="420624">
                <a:moveTo>
                  <a:pt x="640080" y="0"/>
                </a:moveTo>
                <a:lnTo>
                  <a:pt x="640080" y="50475"/>
                </a:lnTo>
                <a:lnTo>
                  <a:pt x="70665" y="420624"/>
                </a:lnTo>
                <a:lnTo>
                  <a:pt x="0" y="420624"/>
                </a:lnTo>
                <a:lnTo>
                  <a:pt x="0" y="370149"/>
                </a:lnTo>
                <a:lnTo>
                  <a:pt x="569415" y="0"/>
                </a:lnTo>
                <a:close/>
              </a:path>
            </a:pathLst>
          </a:custGeom>
          <a:solidFill>
            <a:srgbClr val="FFFFFF"/>
          </a:solidFill>
          <a:ln w="12700">
            <a:solidFill>
              <a:srgbClr val="FFFFFF">
                <a:alpha val="0"/>
              </a:srgbClr>
            </a:solidFill>
            <a:prstDash val="solid"/>
          </a:ln>
        </p:spPr>
      </p:sp>
      <p:sp>
        <p:nvSpPr>
          <p:cNvPr id="25" name="Shape 21"/>
          <p:cNvSpPr/>
          <p:nvPr/>
        </p:nvSpPr>
        <p:spPr>
          <a:xfrm>
            <a:off x="798015" y="4645152"/>
            <a:ext cx="141330" cy="420624"/>
          </a:xfrm>
          <a:prstGeom prst="rect">
            <a:avLst/>
          </a:prstGeom>
          <a:solidFill>
            <a:srgbClr val="FFFFFF"/>
          </a:solidFill>
          <a:ln w="12700">
            <a:solidFill>
              <a:srgbClr val="FFFFFF">
                <a:alpha val="0"/>
              </a:srgbClr>
            </a:solidFill>
            <a:prstDash val="solid"/>
          </a:ln>
        </p:spPr>
      </p:sp>
      <p:sp>
        <p:nvSpPr>
          <p:cNvPr id="26" name="Shape 22"/>
          <p:cNvSpPr/>
          <p:nvPr/>
        </p:nvSpPr>
        <p:spPr>
          <a:xfrm>
            <a:off x="548640" y="4784799"/>
            <a:ext cx="640080" cy="141330"/>
          </a:xfrm>
          <a:prstGeom prst="rect">
            <a:avLst/>
          </a:prstGeom>
          <a:solidFill>
            <a:srgbClr val="FFFFFF"/>
          </a:solidFill>
          <a:ln w="12700">
            <a:solidFill>
              <a:srgbClr val="FFFFFF">
                <a:alpha val="0"/>
              </a:srgbClr>
            </a:solidFill>
            <a:prstDash val="solid"/>
          </a:ln>
        </p:spPr>
      </p:sp>
      <p:sp>
        <p:nvSpPr>
          <p:cNvPr id="27" name="Shape 23"/>
          <p:cNvSpPr/>
          <p:nvPr/>
        </p:nvSpPr>
        <p:spPr>
          <a:xfrm>
            <a:off x="828300" y="4645152"/>
            <a:ext cx="80760" cy="420624"/>
          </a:xfrm>
          <a:prstGeom prst="rect">
            <a:avLst/>
          </a:prstGeom>
          <a:solidFill>
            <a:srgbClr val="C8102E"/>
          </a:solidFill>
          <a:ln w="12700">
            <a:solidFill>
              <a:srgbClr val="FFFFFF">
                <a:alpha val="0"/>
              </a:srgbClr>
            </a:solidFill>
            <a:prstDash val="solid"/>
          </a:ln>
        </p:spPr>
      </p:sp>
      <p:sp>
        <p:nvSpPr>
          <p:cNvPr id="28" name="Shape 24"/>
          <p:cNvSpPr/>
          <p:nvPr/>
        </p:nvSpPr>
        <p:spPr>
          <a:xfrm>
            <a:off x="548640" y="4815084"/>
            <a:ext cx="640080" cy="80760"/>
          </a:xfrm>
          <a:prstGeom prst="rect">
            <a:avLst/>
          </a:prstGeom>
          <a:solidFill>
            <a:srgbClr val="C8102E"/>
          </a:solidFill>
          <a:ln w="12700">
            <a:solidFill>
              <a:srgbClr val="FFFFFF">
                <a:alpha val="0"/>
              </a:srgbClr>
            </a:solidFill>
            <a:prstDash val="solid"/>
          </a:ln>
        </p:spPr>
      </p:sp>
      <p:sp>
        <p:nvSpPr>
          <p:cNvPr id="29" name="Shape 25"/>
          <p:cNvSpPr/>
          <p:nvPr/>
        </p:nvSpPr>
        <p:spPr>
          <a:xfrm>
            <a:off x="548640" y="4645152"/>
            <a:ext cx="640080" cy="420624"/>
          </a:xfrm>
          <a:prstGeom prst="rect">
            <a:avLst/>
          </a:prstGeom>
          <a:noFill/>
          <a:ln w="9525">
            <a:solidFill>
              <a:srgbClr val="B8C2CF"/>
            </a:solidFill>
            <a:prstDash val="solid"/>
          </a:ln>
        </p:spPr>
      </p:sp>
      <p:sp>
        <p:nvSpPr>
          <p:cNvPr id="30" name="Shape 26"/>
          <p:cNvSpPr/>
          <p:nvPr/>
        </p:nvSpPr>
        <p:spPr>
          <a:xfrm>
            <a:off x="548640" y="5266944"/>
            <a:ext cx="640080" cy="105156"/>
          </a:xfrm>
          <a:prstGeom prst="rect">
            <a:avLst/>
          </a:prstGeom>
          <a:solidFill>
            <a:srgbClr val="C60B1E"/>
          </a:solidFill>
          <a:ln w="12700">
            <a:solidFill>
              <a:srgbClr val="FFFFFF">
                <a:alpha val="0"/>
              </a:srgbClr>
            </a:solidFill>
            <a:prstDash val="solid"/>
          </a:ln>
        </p:spPr>
      </p:sp>
      <p:sp>
        <p:nvSpPr>
          <p:cNvPr id="31" name="Shape 27"/>
          <p:cNvSpPr/>
          <p:nvPr/>
        </p:nvSpPr>
        <p:spPr>
          <a:xfrm>
            <a:off x="548640" y="5372100"/>
            <a:ext cx="640080" cy="210312"/>
          </a:xfrm>
          <a:prstGeom prst="rect">
            <a:avLst/>
          </a:prstGeom>
          <a:solidFill>
            <a:srgbClr val="F7C600"/>
          </a:solidFill>
          <a:ln w="12700">
            <a:solidFill>
              <a:srgbClr val="FFFFFF">
                <a:alpha val="0"/>
              </a:srgbClr>
            </a:solidFill>
            <a:prstDash val="solid"/>
          </a:ln>
        </p:spPr>
      </p:sp>
      <p:sp>
        <p:nvSpPr>
          <p:cNvPr id="32" name="Shape 28"/>
          <p:cNvSpPr/>
          <p:nvPr/>
        </p:nvSpPr>
        <p:spPr>
          <a:xfrm>
            <a:off x="548640" y="5582412"/>
            <a:ext cx="640080" cy="105156"/>
          </a:xfrm>
          <a:prstGeom prst="rect">
            <a:avLst/>
          </a:prstGeom>
          <a:solidFill>
            <a:srgbClr val="C60B1E"/>
          </a:solidFill>
          <a:ln w="12700">
            <a:solidFill>
              <a:srgbClr val="FFFFFF">
                <a:alpha val="0"/>
              </a:srgbClr>
            </a:solidFill>
            <a:prstDash val="solid"/>
          </a:ln>
        </p:spPr>
      </p:sp>
      <p:sp>
        <p:nvSpPr>
          <p:cNvPr id="33" name="Shape 29"/>
          <p:cNvSpPr/>
          <p:nvPr/>
        </p:nvSpPr>
        <p:spPr>
          <a:xfrm>
            <a:off x="548640" y="5266944"/>
            <a:ext cx="640080" cy="420624"/>
          </a:xfrm>
          <a:prstGeom prst="rect">
            <a:avLst/>
          </a:prstGeom>
          <a:noFill/>
          <a:ln w="9525">
            <a:solidFill>
              <a:srgbClr val="B8C2CF"/>
            </a:solidFill>
            <a:prstDash val="solid"/>
          </a:ln>
        </p:spPr>
      </p:sp>
      <p:sp>
        <p:nvSpPr>
          <p:cNvPr id="34" name="Text 30"/>
          <p:cNvSpPr txBox="1"/>
          <p:nvPr/>
        </p:nvSpPr>
        <p:spPr>
          <a:xfrm>
            <a:off x="548640" y="5852160"/>
            <a:ext cx="11091672" cy="411480"/>
          </a:xfrm>
          <a:prstGeom prst="rect">
            <a:avLst/>
          </a:prstGeom>
          <a:noFill/>
          <a:ln/>
        </p:spPr>
        <p:txBody>
          <a:bodyPr wrap="square" lIns="0" tIns="0" rIns="0" bIns="0" rtlCol="0" anchor="t"/>
          <a:lstStyle/>
          <a:p>
            <a:pPr algn="l" indent="0" marL="0">
              <a:buNone/>
            </a:pPr>
            <a:r>
              <a:rPr lang="en-US" sz="1600" i="1" dirty="0">
                <a:solidFill>
                  <a:schemeClr val="accent5"/>
                </a:solidFill>
              </a:rPr>
              <a:t>Masculin : souvent </a:t>
            </a:r>
            <a:r>
              <a:rPr lang="en-US" sz="1600" b="1" i="1" dirty="0">
                <a:solidFill>
                  <a:schemeClr val="accent5"/>
                </a:solidFill>
              </a:rPr>
              <a:t>irrégulier</a:t>
            </a:r>
            <a:r>
              <a:rPr lang="en-US" sz="1600" i="1" dirty="0">
                <a:solidFill>
                  <a:schemeClr val="accent5"/>
                </a:solidFill>
              </a:rPr>
              <a:t> (</a:t>
            </a:r>
            <a:r>
              <a:rPr lang="en-US" sz="1600" i="1" dirty="0">
                <a:solidFill>
                  <a:schemeClr val="accent5"/>
                </a:solidFill>
              </a:rPr>
              <a:t>Fransman, Spanjaard</a:t>
            </a:r>
            <a:r>
              <a:rPr lang="en-US" sz="1600" i="1" dirty="0">
                <a:solidFill>
                  <a:schemeClr val="accent5"/>
                </a:solidFill>
              </a:rPr>
              <a:t>) → on apprend. Féminin : </a:t>
            </a:r>
            <a:r>
              <a:rPr lang="en-US" sz="1600" b="1" i="1" dirty="0">
                <a:solidFill>
                  <a:schemeClr val="accent5"/>
                </a:solidFill>
              </a:rPr>
              <a:t>adjectif + e</a:t>
            </a:r>
            <a:r>
              <a:rPr lang="en-US" sz="1600" i="1" dirty="0">
                <a:solidFill>
                  <a:schemeClr val="accent5"/>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pays de la classe</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325880" y="1554480"/>
          <a:ext cx="8321040" cy="914400"/>
        </p:xfrm>
        <a:graphic>
          <a:graphicData uri="http://schemas.openxmlformats.org/drawingml/2006/table">
            <a:tbl>
              <a:tblPr/>
              <a:tblGrid>
                <a:gridCol w="1417320"/>
                <a:gridCol w="1508760"/>
                <a:gridCol w="1874520"/>
                <a:gridCol w="1691640"/>
                <a:gridCol w="1828800"/>
              </a:tblGrid>
              <a:tr h="502920">
                <a:tc>
                  <a:txBody>
                    <a:bodyPr/>
                    <a:lstStyle/>
                    <a:p>
                      <a:pPr algn="l" indent="0" marL="0">
                        <a:buNone/>
                      </a:pPr>
                      <a:r>
                        <a:rPr lang="en-US" sz="1300" b="1" dirty="0">
                          <a:solidFill>
                            <a:srgbClr val="FFFFFF"/>
                          </a:solidFill>
                        </a:rPr>
                        <a:t>Land</a:t>
                      </a:r>
                      <a:endParaRPr lang="en-US" sz="13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4"/>
                    </a:solidFill>
                  </a:tcPr>
                </a:tc>
                <a:tc>
                  <a:txBody>
                    <a:bodyPr/>
                    <a:lstStyle/>
                    <a:p>
                      <a:pPr algn="l" indent="0" marL="0">
                        <a:buNone/>
                      </a:pPr>
                      <a:r>
                        <a:rPr lang="en-US" sz="1300" b="1" dirty="0">
                          <a:solidFill>
                            <a:srgbClr val="FFFFFF"/>
                          </a:solidFill>
                        </a:rPr>
                        <a:t>Adjectief</a:t>
                      </a:r>
                      <a:endParaRPr lang="en-US" sz="13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B8860B"/>
                    </a:solidFill>
                  </a:tcPr>
                </a:tc>
                <a:tc>
                  <a:txBody>
                    <a:bodyPr/>
                    <a:lstStyle/>
                    <a:p>
                      <a:pPr algn="l" indent="0" marL="0">
                        <a:buNone/>
                      </a:pPr>
                      <a:r>
                        <a:rPr lang="en-US" sz="1300" b="1" dirty="0">
                          <a:solidFill>
                            <a:srgbClr val="FFFFFF"/>
                          </a:solidFill>
                        </a:rPr>
                        <a:t>Taal</a:t>
                      </a:r>
                      <a:endParaRPr lang="en-US" sz="13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c>
                  <a:txBody>
                    <a:bodyPr/>
                    <a:lstStyle/>
                    <a:p>
                      <a:pPr algn="l" indent="0" marL="0">
                        <a:buNone/>
                      </a:pPr>
                      <a:r>
                        <a:rPr lang="en-US" sz="1300" b="1" dirty="0">
                          <a:solidFill>
                            <a:srgbClr val="FFFFFF"/>
                          </a:solidFill>
                        </a:rPr>
                        <a:t>Inwoner ♂</a:t>
                      </a:r>
                      <a:endParaRPr lang="en-US" sz="13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6E4A9E"/>
                    </a:solidFill>
                  </a:tcPr>
                </a:tc>
                <a:tc>
                  <a:txBody>
                    <a:bodyPr/>
                    <a:lstStyle/>
                    <a:p>
                      <a:pPr algn="l" indent="0" marL="0">
                        <a:buNone/>
                      </a:pPr>
                      <a:r>
                        <a:rPr lang="en-US" sz="1300" b="1" dirty="0">
                          <a:solidFill>
                            <a:srgbClr val="FFFFFF"/>
                          </a:solidFill>
                        </a:rPr>
                        <a:t>Inwoonster ♀</a:t>
                      </a:r>
                      <a:endParaRPr lang="en-US" sz="13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9C7CC6"/>
                    </a:solidFill>
                  </a:tcPr>
                </a:tc>
              </a:tr>
              <a:tr h="640080">
                <a:tc>
                  <a:txBody>
                    <a:bodyPr/>
                    <a:lstStyle/>
                    <a:p>
                      <a:pPr algn="l" indent="0" marL="0">
                        <a:buNone/>
                      </a:pPr>
                      <a:r>
                        <a:rPr lang="en-US" sz="1500" b="1" dirty="0">
                          <a:solidFill>
                            <a:schemeClr val="tx1"/>
                          </a:solidFill>
                        </a:rPr>
                        <a:t>Marokko</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Marokkaans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Arabisch · Berbers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de Marokkaan</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de Marokkaans</a:t>
                      </a:r>
                      <a:r>
                        <a:rPr lang="en-US" sz="1500" b="1" dirty="0">
                          <a:solidFill>
                            <a:schemeClr val="accent1"/>
                          </a:solidFill>
                        </a:rPr>
                        <a:t>e</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40080">
                <a:tc>
                  <a:txBody>
                    <a:bodyPr/>
                    <a:lstStyle/>
                    <a:p>
                      <a:pPr algn="l" indent="0" marL="0">
                        <a:buNone/>
                      </a:pPr>
                      <a:r>
                        <a:rPr lang="en-US" sz="1500" b="1" dirty="0">
                          <a:solidFill>
                            <a:schemeClr val="tx1"/>
                          </a:solidFill>
                        </a:rPr>
                        <a:t>Turkije</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Turks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Turks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de Turk</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de Turks</a:t>
                      </a:r>
                      <a:r>
                        <a:rPr lang="en-US" sz="1500" b="1" dirty="0">
                          <a:solidFill>
                            <a:schemeClr val="accent1"/>
                          </a:solidFill>
                        </a:rPr>
                        <a:t>e</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40080">
                <a:tc>
                  <a:txBody>
                    <a:bodyPr/>
                    <a:lstStyle/>
                    <a:p>
                      <a:pPr algn="l" indent="0" marL="0">
                        <a:buNone/>
                      </a:pPr>
                      <a:r>
                        <a:rPr lang="en-US" sz="1500" b="1" dirty="0">
                          <a:solidFill>
                            <a:schemeClr val="tx1"/>
                          </a:solidFill>
                        </a:rPr>
                        <a:t>Congo</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Congolees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Frans · Lingala</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de Congolees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de Congoles</a:t>
                      </a:r>
                      <a:r>
                        <a:rPr lang="en-US" sz="1500" b="1" dirty="0">
                          <a:solidFill>
                            <a:schemeClr val="accent1"/>
                          </a:solidFill>
                        </a:rPr>
                        <a:t>e</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40080">
                <a:tc>
                  <a:txBody>
                    <a:bodyPr/>
                    <a:lstStyle/>
                    <a:p>
                      <a:pPr algn="l" indent="0" marL="0">
                        <a:buNone/>
                      </a:pPr>
                      <a:r>
                        <a:rPr lang="en-US" sz="1500" b="1" dirty="0">
                          <a:solidFill>
                            <a:schemeClr val="tx1"/>
                          </a:solidFill>
                        </a:rPr>
                        <a:t>Polen</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Pools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Pools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de Pool</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de Pools</a:t>
                      </a:r>
                      <a:r>
                        <a:rPr lang="en-US" sz="1500" b="1" dirty="0">
                          <a:solidFill>
                            <a:schemeClr val="accent1"/>
                          </a:solidFill>
                        </a:rPr>
                        <a:t>e</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40080">
                <a:tc>
                  <a:txBody>
                    <a:bodyPr/>
                    <a:lstStyle/>
                    <a:p>
                      <a:pPr algn="l" indent="0" marL="0">
                        <a:buNone/>
                      </a:pPr>
                      <a:r>
                        <a:rPr lang="en-US" sz="1500" b="1" dirty="0">
                          <a:solidFill>
                            <a:schemeClr val="tx1"/>
                          </a:solidFill>
                        </a:rPr>
                        <a:t>Roemenië</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Roemeens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Roemeens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de Roemeen</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de Roemeens</a:t>
                      </a:r>
                      <a:r>
                        <a:rPr lang="en-US" sz="1500" b="1" dirty="0">
                          <a:solidFill>
                            <a:schemeClr val="accent1"/>
                          </a:solidFill>
                        </a:rPr>
                        <a:t>e</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40080">
                <a:tc>
                  <a:txBody>
                    <a:bodyPr/>
                    <a:lstStyle/>
                    <a:p>
                      <a:pPr algn="l" indent="0" marL="0">
                        <a:buNone/>
                      </a:pPr>
                      <a:r>
                        <a:rPr lang="en-US" sz="1500" b="1" dirty="0">
                          <a:solidFill>
                            <a:schemeClr val="tx1"/>
                          </a:solidFill>
                        </a:rPr>
                        <a:t>Italië</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Italiaans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Italiaans</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de Italiaan</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de Italiaans</a:t>
                      </a:r>
                      <a:r>
                        <a:rPr lang="en-US" sz="1500" b="1" dirty="0">
                          <a:solidFill>
                            <a:schemeClr val="accent1"/>
                          </a:solidFill>
                        </a:rPr>
                        <a:t>e</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6" name="Shape 2"/>
          <p:cNvSpPr/>
          <p:nvPr/>
        </p:nvSpPr>
        <p:spPr>
          <a:xfrm>
            <a:off x="548640" y="2167128"/>
            <a:ext cx="640080" cy="420624"/>
          </a:xfrm>
          <a:prstGeom prst="rect">
            <a:avLst/>
          </a:prstGeom>
          <a:solidFill>
            <a:srgbClr val="C1272D"/>
          </a:solidFill>
          <a:ln w="12700">
            <a:solidFill>
              <a:srgbClr val="FFFFFF">
                <a:alpha val="0"/>
              </a:srgbClr>
            </a:solidFill>
            <a:prstDash val="solid"/>
          </a:ln>
        </p:spPr>
      </p:sp>
      <p:sp>
        <p:nvSpPr>
          <p:cNvPr id="7" name="Text 3"/>
          <p:cNvSpPr txBox="1"/>
          <p:nvPr/>
        </p:nvSpPr>
        <p:spPr>
          <a:xfrm>
            <a:off x="548640" y="2167128"/>
            <a:ext cx="640080" cy="420624"/>
          </a:xfrm>
          <a:prstGeom prst="rect">
            <a:avLst/>
          </a:prstGeom>
          <a:noFill/>
          <a:ln/>
        </p:spPr>
        <p:txBody>
          <a:bodyPr wrap="square" lIns="0" tIns="0" rIns="0" bIns="0" rtlCol="0" anchor="ctr"/>
          <a:lstStyle/>
          <a:p>
            <a:pPr algn="ctr" indent="0" marL="0">
              <a:buNone/>
            </a:pPr>
            <a:r>
              <a:rPr lang="en-US" sz="2100" b="1" dirty="0">
                <a:solidFill>
                  <a:srgbClr val="1E7B3A"/>
                </a:solidFill>
              </a:rPr>
              <a:t>☆</a:t>
            </a:r>
            <a:endParaRPr lang="en-US" sz="2100" dirty="0"/>
          </a:p>
        </p:txBody>
      </p:sp>
      <p:sp>
        <p:nvSpPr>
          <p:cNvPr id="8" name="Shape 4"/>
          <p:cNvSpPr/>
          <p:nvPr/>
        </p:nvSpPr>
        <p:spPr>
          <a:xfrm>
            <a:off x="548640" y="2167128"/>
            <a:ext cx="640080" cy="420624"/>
          </a:xfrm>
          <a:prstGeom prst="rect">
            <a:avLst/>
          </a:prstGeom>
          <a:noFill/>
          <a:ln w="9525">
            <a:solidFill>
              <a:srgbClr val="B8C2CF"/>
            </a:solidFill>
            <a:prstDash val="solid"/>
          </a:ln>
        </p:spPr>
      </p:sp>
      <p:sp>
        <p:nvSpPr>
          <p:cNvPr id="9" name="Shape 5"/>
          <p:cNvSpPr/>
          <p:nvPr/>
        </p:nvSpPr>
        <p:spPr>
          <a:xfrm>
            <a:off x="548640" y="2807208"/>
            <a:ext cx="640080" cy="420624"/>
          </a:xfrm>
          <a:prstGeom prst="rect">
            <a:avLst/>
          </a:prstGeom>
          <a:solidFill>
            <a:srgbClr val="E30A17"/>
          </a:solidFill>
          <a:ln w="12700">
            <a:solidFill>
              <a:srgbClr val="FFFFFF">
                <a:alpha val="0"/>
              </a:srgbClr>
            </a:solidFill>
            <a:prstDash val="solid"/>
          </a:ln>
        </p:spPr>
      </p:sp>
      <p:sp>
        <p:nvSpPr>
          <p:cNvPr id="10" name="Text 6"/>
          <p:cNvSpPr txBox="1"/>
          <p:nvPr/>
        </p:nvSpPr>
        <p:spPr>
          <a:xfrm>
            <a:off x="548640" y="2807208"/>
            <a:ext cx="640080"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1" name="Shape 7"/>
          <p:cNvSpPr/>
          <p:nvPr/>
        </p:nvSpPr>
        <p:spPr>
          <a:xfrm>
            <a:off x="548640" y="2807208"/>
            <a:ext cx="640080" cy="420624"/>
          </a:xfrm>
          <a:prstGeom prst="rect">
            <a:avLst/>
          </a:prstGeom>
          <a:noFill/>
          <a:ln w="9525">
            <a:solidFill>
              <a:srgbClr val="B8C2CF"/>
            </a:solidFill>
            <a:prstDash val="solid"/>
          </a:ln>
        </p:spPr>
      </p:sp>
      <p:sp>
        <p:nvSpPr>
          <p:cNvPr id="12" name="Shape 8"/>
          <p:cNvSpPr/>
          <p:nvPr/>
        </p:nvSpPr>
        <p:spPr>
          <a:xfrm>
            <a:off x="548640" y="3447288"/>
            <a:ext cx="640080" cy="420624"/>
          </a:xfrm>
          <a:prstGeom prst="rect">
            <a:avLst/>
          </a:prstGeom>
          <a:solidFill>
            <a:srgbClr val="3D8FD1"/>
          </a:solidFill>
          <a:ln w="12700">
            <a:solidFill>
              <a:srgbClr val="FFFFFF">
                <a:alpha val="0"/>
              </a:srgbClr>
            </a:solidFill>
            <a:prstDash val="solid"/>
          </a:ln>
        </p:spPr>
      </p:sp>
      <p:sp>
        <p:nvSpPr>
          <p:cNvPr id="13" name="Shape 9"/>
          <p:cNvSpPr/>
          <p:nvPr/>
        </p:nvSpPr>
        <p:spPr>
          <a:xfrm>
            <a:off x="548640" y="3447288"/>
            <a:ext cx="640080" cy="420624"/>
          </a:xfrm>
          <a:custGeom>
            <a:avLst/>
            <a:gdLst/>
            <a:ahLst/>
            <a:cxnLst/>
            <a:rect l="l" t="t" r="r" b="b"/>
            <a:pathLst>
              <a:path w="640080" h="420624">
                <a:moveTo>
                  <a:pt x="0" y="302849"/>
                </a:moveTo>
                <a:lnTo>
                  <a:pt x="505480" y="0"/>
                </a:lnTo>
                <a:lnTo>
                  <a:pt x="640080" y="0"/>
                </a:lnTo>
                <a:lnTo>
                  <a:pt x="640080" y="117775"/>
                </a:lnTo>
                <a:lnTo>
                  <a:pt x="134600" y="420624"/>
                </a:lnTo>
                <a:lnTo>
                  <a:pt x="0" y="420624"/>
                </a:lnTo>
                <a:close/>
              </a:path>
            </a:pathLst>
          </a:custGeom>
          <a:solidFill>
            <a:srgbClr val="F7D117"/>
          </a:solidFill>
          <a:ln w="12700">
            <a:solidFill>
              <a:srgbClr val="FFFFFF">
                <a:alpha val="0"/>
              </a:srgbClr>
            </a:solidFill>
            <a:prstDash val="solid"/>
          </a:ln>
        </p:spPr>
      </p:sp>
      <p:sp>
        <p:nvSpPr>
          <p:cNvPr id="14" name="Shape 10"/>
          <p:cNvSpPr/>
          <p:nvPr/>
        </p:nvSpPr>
        <p:spPr>
          <a:xfrm>
            <a:off x="548640" y="3447288"/>
            <a:ext cx="640080" cy="420624"/>
          </a:xfrm>
          <a:custGeom>
            <a:avLst/>
            <a:gdLst/>
            <a:ahLst/>
            <a:cxnLst/>
            <a:rect l="l" t="t" r="r" b="b"/>
            <a:pathLst>
              <a:path w="640080" h="420624">
                <a:moveTo>
                  <a:pt x="0" y="353324"/>
                </a:moveTo>
                <a:lnTo>
                  <a:pt x="438180" y="0"/>
                </a:lnTo>
                <a:lnTo>
                  <a:pt x="640080" y="0"/>
                </a:lnTo>
                <a:lnTo>
                  <a:pt x="640080" y="67300"/>
                </a:lnTo>
                <a:lnTo>
                  <a:pt x="201900" y="420624"/>
                </a:lnTo>
                <a:lnTo>
                  <a:pt x="0" y="420624"/>
                </a:lnTo>
                <a:close/>
              </a:path>
            </a:pathLst>
          </a:custGeom>
          <a:solidFill>
            <a:srgbClr val="CE1021"/>
          </a:solidFill>
          <a:ln w="12700">
            <a:solidFill>
              <a:srgbClr val="FFFFFF">
                <a:alpha val="0"/>
              </a:srgbClr>
            </a:solidFill>
            <a:prstDash val="solid"/>
          </a:ln>
        </p:spPr>
      </p:sp>
      <p:sp>
        <p:nvSpPr>
          <p:cNvPr id="15" name="Text 11"/>
          <p:cNvSpPr txBox="1"/>
          <p:nvPr/>
        </p:nvSpPr>
        <p:spPr>
          <a:xfrm>
            <a:off x="566928" y="3447288"/>
            <a:ext cx="256032" cy="189281"/>
          </a:xfrm>
          <a:prstGeom prst="rect">
            <a:avLst/>
          </a:prstGeom>
          <a:noFill/>
          <a:ln/>
        </p:spPr>
        <p:txBody>
          <a:bodyPr wrap="square" lIns="0" tIns="0" rIns="0" bIns="0" rtlCol="0" anchor="ctr"/>
          <a:lstStyle/>
          <a:p>
            <a:pPr algn="ctr" indent="0" marL="0">
              <a:buNone/>
            </a:pPr>
            <a:r>
              <a:rPr lang="en-US" sz="1200" dirty="0">
                <a:solidFill>
                  <a:srgbClr val="F7D117"/>
                </a:solidFill>
              </a:rPr>
              <a:t>★</a:t>
            </a:r>
            <a:endParaRPr lang="en-US" sz="1200" dirty="0"/>
          </a:p>
        </p:txBody>
      </p:sp>
      <p:sp>
        <p:nvSpPr>
          <p:cNvPr id="16" name="Shape 12"/>
          <p:cNvSpPr/>
          <p:nvPr/>
        </p:nvSpPr>
        <p:spPr>
          <a:xfrm>
            <a:off x="548640" y="3447288"/>
            <a:ext cx="640080" cy="420624"/>
          </a:xfrm>
          <a:prstGeom prst="rect">
            <a:avLst/>
          </a:prstGeom>
          <a:noFill/>
          <a:ln w="9525">
            <a:solidFill>
              <a:srgbClr val="B8C2CF"/>
            </a:solidFill>
            <a:prstDash val="solid"/>
          </a:ln>
        </p:spPr>
      </p:sp>
      <p:sp>
        <p:nvSpPr>
          <p:cNvPr id="17" name="Shape 13"/>
          <p:cNvSpPr/>
          <p:nvPr/>
        </p:nvSpPr>
        <p:spPr>
          <a:xfrm>
            <a:off x="548640" y="4087368"/>
            <a:ext cx="640080" cy="210312"/>
          </a:xfrm>
          <a:prstGeom prst="rect">
            <a:avLst/>
          </a:prstGeom>
          <a:solidFill>
            <a:srgbClr val="FFFFFF"/>
          </a:solidFill>
          <a:ln w="12700">
            <a:solidFill>
              <a:srgbClr val="FFFFFF">
                <a:alpha val="0"/>
              </a:srgbClr>
            </a:solidFill>
            <a:prstDash val="solid"/>
          </a:ln>
        </p:spPr>
      </p:sp>
      <p:sp>
        <p:nvSpPr>
          <p:cNvPr id="18" name="Shape 14"/>
          <p:cNvSpPr/>
          <p:nvPr/>
        </p:nvSpPr>
        <p:spPr>
          <a:xfrm>
            <a:off x="548640" y="4297680"/>
            <a:ext cx="640080" cy="210312"/>
          </a:xfrm>
          <a:prstGeom prst="rect">
            <a:avLst/>
          </a:prstGeom>
          <a:solidFill>
            <a:srgbClr val="DC143C"/>
          </a:solidFill>
          <a:ln w="12700">
            <a:solidFill>
              <a:srgbClr val="FFFFFF">
                <a:alpha val="0"/>
              </a:srgbClr>
            </a:solidFill>
            <a:prstDash val="solid"/>
          </a:ln>
        </p:spPr>
      </p:sp>
      <p:sp>
        <p:nvSpPr>
          <p:cNvPr id="19" name="Shape 15"/>
          <p:cNvSpPr/>
          <p:nvPr/>
        </p:nvSpPr>
        <p:spPr>
          <a:xfrm>
            <a:off x="548640" y="4087368"/>
            <a:ext cx="640080" cy="420624"/>
          </a:xfrm>
          <a:prstGeom prst="rect">
            <a:avLst/>
          </a:prstGeom>
          <a:noFill/>
          <a:ln w="9525">
            <a:solidFill>
              <a:srgbClr val="B8C2CF"/>
            </a:solidFill>
            <a:prstDash val="solid"/>
          </a:ln>
        </p:spPr>
      </p:sp>
      <p:sp>
        <p:nvSpPr>
          <p:cNvPr id="20" name="Shape 16"/>
          <p:cNvSpPr/>
          <p:nvPr/>
        </p:nvSpPr>
        <p:spPr>
          <a:xfrm>
            <a:off x="548640" y="4727448"/>
            <a:ext cx="213360" cy="420624"/>
          </a:xfrm>
          <a:prstGeom prst="rect">
            <a:avLst/>
          </a:prstGeom>
          <a:solidFill>
            <a:srgbClr val="1F4FA3"/>
          </a:solidFill>
          <a:ln w="12700">
            <a:solidFill>
              <a:srgbClr val="FFFFFF">
                <a:alpha val="0"/>
              </a:srgbClr>
            </a:solidFill>
            <a:prstDash val="solid"/>
          </a:ln>
        </p:spPr>
      </p:sp>
      <p:sp>
        <p:nvSpPr>
          <p:cNvPr id="21" name="Shape 17"/>
          <p:cNvSpPr/>
          <p:nvPr/>
        </p:nvSpPr>
        <p:spPr>
          <a:xfrm>
            <a:off x="762000" y="4727448"/>
            <a:ext cx="213360" cy="420624"/>
          </a:xfrm>
          <a:prstGeom prst="rect">
            <a:avLst/>
          </a:prstGeom>
          <a:solidFill>
            <a:srgbClr val="F7D117"/>
          </a:solidFill>
          <a:ln w="12700">
            <a:solidFill>
              <a:srgbClr val="FFFFFF">
                <a:alpha val="0"/>
              </a:srgbClr>
            </a:solidFill>
            <a:prstDash val="solid"/>
          </a:ln>
        </p:spPr>
      </p:sp>
      <p:sp>
        <p:nvSpPr>
          <p:cNvPr id="22" name="Shape 18"/>
          <p:cNvSpPr/>
          <p:nvPr/>
        </p:nvSpPr>
        <p:spPr>
          <a:xfrm>
            <a:off x="975360" y="4727448"/>
            <a:ext cx="213360" cy="420624"/>
          </a:xfrm>
          <a:prstGeom prst="rect">
            <a:avLst/>
          </a:prstGeom>
          <a:solidFill>
            <a:srgbClr val="D7262D"/>
          </a:solidFill>
          <a:ln w="12700">
            <a:solidFill>
              <a:srgbClr val="FFFFFF">
                <a:alpha val="0"/>
              </a:srgbClr>
            </a:solidFill>
            <a:prstDash val="solid"/>
          </a:ln>
        </p:spPr>
      </p:sp>
      <p:sp>
        <p:nvSpPr>
          <p:cNvPr id="23" name="Shape 19"/>
          <p:cNvSpPr/>
          <p:nvPr/>
        </p:nvSpPr>
        <p:spPr>
          <a:xfrm>
            <a:off x="548640" y="4727448"/>
            <a:ext cx="640080" cy="420624"/>
          </a:xfrm>
          <a:prstGeom prst="rect">
            <a:avLst/>
          </a:prstGeom>
          <a:noFill/>
          <a:ln w="9525">
            <a:solidFill>
              <a:srgbClr val="B8C2CF"/>
            </a:solidFill>
            <a:prstDash val="solid"/>
          </a:ln>
        </p:spPr>
      </p:sp>
      <p:sp>
        <p:nvSpPr>
          <p:cNvPr id="24" name="Shape 20"/>
          <p:cNvSpPr/>
          <p:nvPr/>
        </p:nvSpPr>
        <p:spPr>
          <a:xfrm>
            <a:off x="548640" y="5367528"/>
            <a:ext cx="213360" cy="420624"/>
          </a:xfrm>
          <a:prstGeom prst="rect">
            <a:avLst/>
          </a:prstGeom>
          <a:solidFill>
            <a:srgbClr val="1E8C45"/>
          </a:solidFill>
          <a:ln w="12700">
            <a:solidFill>
              <a:srgbClr val="FFFFFF">
                <a:alpha val="0"/>
              </a:srgbClr>
            </a:solidFill>
            <a:prstDash val="solid"/>
          </a:ln>
        </p:spPr>
      </p:sp>
      <p:sp>
        <p:nvSpPr>
          <p:cNvPr id="25" name="Shape 21"/>
          <p:cNvSpPr/>
          <p:nvPr/>
        </p:nvSpPr>
        <p:spPr>
          <a:xfrm>
            <a:off x="762000" y="5367528"/>
            <a:ext cx="213360" cy="420624"/>
          </a:xfrm>
          <a:prstGeom prst="rect">
            <a:avLst/>
          </a:prstGeom>
          <a:solidFill>
            <a:srgbClr val="FFFFFF"/>
          </a:solidFill>
          <a:ln w="12700">
            <a:solidFill>
              <a:srgbClr val="FFFFFF">
                <a:alpha val="0"/>
              </a:srgbClr>
            </a:solidFill>
            <a:prstDash val="solid"/>
          </a:ln>
        </p:spPr>
      </p:sp>
      <p:sp>
        <p:nvSpPr>
          <p:cNvPr id="26" name="Shape 22"/>
          <p:cNvSpPr/>
          <p:nvPr/>
        </p:nvSpPr>
        <p:spPr>
          <a:xfrm>
            <a:off x="975360" y="5367528"/>
            <a:ext cx="213360" cy="420624"/>
          </a:xfrm>
          <a:prstGeom prst="rect">
            <a:avLst/>
          </a:prstGeom>
          <a:solidFill>
            <a:srgbClr val="D7262D"/>
          </a:solidFill>
          <a:ln w="12700">
            <a:solidFill>
              <a:srgbClr val="FFFFFF">
                <a:alpha val="0"/>
              </a:srgbClr>
            </a:solidFill>
            <a:prstDash val="solid"/>
          </a:ln>
        </p:spPr>
      </p:sp>
      <p:sp>
        <p:nvSpPr>
          <p:cNvPr id="27" name="Shape 23"/>
          <p:cNvSpPr/>
          <p:nvPr/>
        </p:nvSpPr>
        <p:spPr>
          <a:xfrm>
            <a:off x="548640" y="5367528"/>
            <a:ext cx="640080" cy="420624"/>
          </a:xfrm>
          <a:prstGeom prst="rect">
            <a:avLst/>
          </a:prstGeom>
          <a:noFill/>
          <a:ln w="9525">
            <a:solidFill>
              <a:srgbClr val="B8C2CF"/>
            </a:solidFill>
            <a:prstDash val="solid"/>
          </a:ln>
        </p:spPr>
      </p:sp>
      <p:sp>
        <p:nvSpPr>
          <p:cNvPr id="28" name="Shape 24"/>
          <p:cNvSpPr/>
          <p:nvPr/>
        </p:nvSpPr>
        <p:spPr>
          <a:xfrm>
            <a:off x="9875520" y="1554480"/>
            <a:ext cx="1764792" cy="4709160"/>
          </a:xfrm>
          <a:prstGeom prst="roundRect">
            <a:avLst>
              <a:gd name="adj" fmla="val 4145"/>
            </a:avLst>
          </a:prstGeom>
          <a:solidFill>
            <a:srgbClr val="FFFFFF"/>
          </a:solidFill>
          <a:ln w="25400">
            <a:solidFill>
              <a:srgbClr val="D9700F"/>
            </a:solidFill>
            <a:prstDash val="dash"/>
          </a:ln>
        </p:spPr>
      </p:sp>
      <p:sp>
        <p:nvSpPr>
          <p:cNvPr id="29" name="Text 25"/>
          <p:cNvSpPr txBox="1"/>
          <p:nvPr/>
        </p:nvSpPr>
        <p:spPr>
          <a:xfrm>
            <a:off x="9875520" y="1645920"/>
            <a:ext cx="1764792" cy="457200"/>
          </a:xfrm>
          <a:prstGeom prst="rect">
            <a:avLst/>
          </a:prstGeom>
          <a:noFill/>
          <a:ln/>
        </p:spPr>
        <p:txBody>
          <a:bodyPr wrap="square" lIns="0" tIns="0" rIns="0" bIns="0" rtlCol="0" anchor="t"/>
          <a:lstStyle/>
          <a:p>
            <a:pPr algn="ctr" indent="0" marL="0">
              <a:buNone/>
            </a:pPr>
            <a:r>
              <a:rPr lang="en-US" sz="2000" b="1" dirty="0">
                <a:solidFill>
                  <a:schemeClr val="accent1"/>
                </a:solidFill>
                <a:latin typeface="+mj-lt" pitchFamily="34" charset="0"/>
                <a:ea typeface="+mj-lt" pitchFamily="34" charset="-122"/>
                <a:cs typeface="+mj-lt" pitchFamily="34" charset="-120"/>
              </a:rPr>
              <a:t>Nos pays</a:t>
            </a:r>
            <a:endParaRPr lang="en-US" sz="2000" dirty="0"/>
          </a:p>
        </p:txBody>
      </p:sp>
      <p:pic>
        <p:nvPicPr>
          <p:cNvPr id="30" name="Image 0" descr="world map">    </p:cNvPr>
          <p:cNvPicPr>
            <a:picLocks noChangeAspect="1"/>
          </p:cNvPicPr>
          <p:nvPr/>
        </p:nvPicPr>
        <p:blipFill>
          <a:blip r:embed="rId1"/>
          <a:stretch>
            <a:fillRect/>
          </a:stretch>
        </p:blipFill>
        <p:spPr>
          <a:xfrm>
            <a:off x="10241280" y="2148840"/>
            <a:ext cx="1051560" cy="1051560"/>
          </a:xfrm>
          <a:prstGeom prst="rect">
            <a:avLst/>
          </a:prstGeom>
        </p:spPr>
      </p:pic>
      <p:sp>
        <p:nvSpPr>
          <p:cNvPr id="31" name="Shape 26"/>
          <p:cNvSpPr/>
          <p:nvPr/>
        </p:nvSpPr>
        <p:spPr>
          <a:xfrm>
            <a:off x="10012680" y="3657600"/>
            <a:ext cx="1490472" cy="914"/>
          </a:xfrm>
          <a:prstGeom prst="line">
            <a:avLst/>
          </a:prstGeom>
          <a:noFill/>
          <a:ln w="12700">
            <a:solidFill>
              <a:srgbClr val="B8C2CF"/>
            </a:solidFill>
            <a:prstDash val="sysDot"/>
          </a:ln>
        </p:spPr>
      </p:sp>
      <p:sp>
        <p:nvSpPr>
          <p:cNvPr id="32" name="Shape 27"/>
          <p:cNvSpPr/>
          <p:nvPr/>
        </p:nvSpPr>
        <p:spPr>
          <a:xfrm>
            <a:off x="10012680" y="4160520"/>
            <a:ext cx="1490472" cy="914"/>
          </a:xfrm>
          <a:prstGeom prst="line">
            <a:avLst/>
          </a:prstGeom>
          <a:noFill/>
          <a:ln w="12700">
            <a:solidFill>
              <a:srgbClr val="B8C2CF"/>
            </a:solidFill>
            <a:prstDash val="sysDot"/>
          </a:ln>
        </p:spPr>
      </p:sp>
      <p:sp>
        <p:nvSpPr>
          <p:cNvPr id="33" name="Shape 28"/>
          <p:cNvSpPr/>
          <p:nvPr/>
        </p:nvSpPr>
        <p:spPr>
          <a:xfrm>
            <a:off x="10012680" y="4663440"/>
            <a:ext cx="1490472" cy="914"/>
          </a:xfrm>
          <a:prstGeom prst="line">
            <a:avLst/>
          </a:prstGeom>
          <a:noFill/>
          <a:ln w="12700">
            <a:solidFill>
              <a:srgbClr val="B8C2CF"/>
            </a:solidFill>
            <a:prstDash val="sysDot"/>
          </a:ln>
        </p:spPr>
      </p:sp>
      <p:sp>
        <p:nvSpPr>
          <p:cNvPr id="34" name="Shape 29"/>
          <p:cNvSpPr/>
          <p:nvPr/>
        </p:nvSpPr>
        <p:spPr>
          <a:xfrm>
            <a:off x="10012680" y="5166360"/>
            <a:ext cx="1490472" cy="914"/>
          </a:xfrm>
          <a:prstGeom prst="line">
            <a:avLst/>
          </a:prstGeom>
          <a:noFill/>
          <a:ln w="12700">
            <a:solidFill>
              <a:srgbClr val="B8C2CF"/>
            </a:solidFill>
            <a:prstDash val="sysDot"/>
          </a:ln>
        </p:spPr>
      </p:sp>
      <p:sp>
        <p:nvSpPr>
          <p:cNvPr id="35" name="Shape 30"/>
          <p:cNvSpPr/>
          <p:nvPr/>
        </p:nvSpPr>
        <p:spPr>
          <a:xfrm>
            <a:off x="10012680" y="5669280"/>
            <a:ext cx="1490472" cy="914"/>
          </a:xfrm>
          <a:prstGeom prst="line">
            <a:avLst/>
          </a:prstGeom>
          <a:noFill/>
          <a:ln w="12700">
            <a:solidFill>
              <a:srgbClr val="B8C2CF"/>
            </a:solidFill>
            <a:prstDash val="sysDot"/>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règle de l’habitante : adjectif + 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822960" y="2834640"/>
            <a:ext cx="10515600" cy="914"/>
          </a:xfrm>
          <a:prstGeom prst="line">
            <a:avLst/>
          </a:prstGeom>
          <a:noFill/>
          <a:ln w="76200">
            <a:solidFill>
              <a:srgbClr val="B8C2CF"/>
            </a:solidFill>
            <a:prstDash val="solid"/>
          </a:ln>
        </p:spPr>
      </p:sp>
      <p:sp>
        <p:nvSpPr>
          <p:cNvPr id="6" name="Shape 3"/>
          <p:cNvSpPr/>
          <p:nvPr/>
        </p:nvSpPr>
        <p:spPr>
          <a:xfrm>
            <a:off x="914400" y="2743200"/>
            <a:ext cx="182880" cy="182880"/>
          </a:xfrm>
          <a:prstGeom prst="ellipse">
            <a:avLst/>
          </a:prstGeom>
          <a:solidFill>
            <a:schemeClr val="accent5"/>
          </a:solidFill>
          <a:ln w="12700">
            <a:solidFill>
              <a:srgbClr val="FFFFFF">
                <a:alpha val="0"/>
              </a:srgbClr>
            </a:solidFill>
            <a:prstDash val="solid"/>
          </a:ln>
        </p:spPr>
      </p:sp>
      <p:sp>
        <p:nvSpPr>
          <p:cNvPr id="7" name="Shape 4"/>
          <p:cNvSpPr/>
          <p:nvPr/>
        </p:nvSpPr>
        <p:spPr>
          <a:xfrm>
            <a:off x="1801368" y="2743200"/>
            <a:ext cx="182880" cy="182880"/>
          </a:xfrm>
          <a:prstGeom prst="ellipse">
            <a:avLst/>
          </a:prstGeom>
          <a:solidFill>
            <a:schemeClr val="accent5"/>
          </a:solidFill>
          <a:ln w="12700">
            <a:solidFill>
              <a:srgbClr val="FFFFFF">
                <a:alpha val="0"/>
              </a:srgbClr>
            </a:solidFill>
            <a:prstDash val="solid"/>
          </a:ln>
        </p:spPr>
      </p:sp>
      <p:sp>
        <p:nvSpPr>
          <p:cNvPr id="8" name="Shape 5"/>
          <p:cNvSpPr/>
          <p:nvPr/>
        </p:nvSpPr>
        <p:spPr>
          <a:xfrm>
            <a:off x="2688336" y="2743200"/>
            <a:ext cx="182880" cy="182880"/>
          </a:xfrm>
          <a:prstGeom prst="ellipse">
            <a:avLst/>
          </a:prstGeom>
          <a:solidFill>
            <a:schemeClr val="accent5"/>
          </a:solidFill>
          <a:ln w="12700">
            <a:solidFill>
              <a:srgbClr val="FFFFFF">
                <a:alpha val="0"/>
              </a:srgbClr>
            </a:solidFill>
            <a:prstDash val="solid"/>
          </a:ln>
        </p:spPr>
      </p:sp>
      <p:sp>
        <p:nvSpPr>
          <p:cNvPr id="9" name="Shape 6"/>
          <p:cNvSpPr/>
          <p:nvPr/>
        </p:nvSpPr>
        <p:spPr>
          <a:xfrm>
            <a:off x="3575304" y="2743200"/>
            <a:ext cx="182880" cy="182880"/>
          </a:xfrm>
          <a:prstGeom prst="ellipse">
            <a:avLst/>
          </a:prstGeom>
          <a:solidFill>
            <a:schemeClr val="accent5"/>
          </a:solidFill>
          <a:ln w="12700">
            <a:solidFill>
              <a:srgbClr val="FFFFFF">
                <a:alpha val="0"/>
              </a:srgbClr>
            </a:solidFill>
            <a:prstDash val="solid"/>
          </a:ln>
        </p:spPr>
      </p:sp>
      <p:sp>
        <p:nvSpPr>
          <p:cNvPr id="10" name="Shape 7"/>
          <p:cNvSpPr/>
          <p:nvPr/>
        </p:nvSpPr>
        <p:spPr>
          <a:xfrm>
            <a:off x="4462272" y="2743200"/>
            <a:ext cx="182880" cy="182880"/>
          </a:xfrm>
          <a:prstGeom prst="ellipse">
            <a:avLst/>
          </a:prstGeom>
          <a:solidFill>
            <a:schemeClr val="accent5"/>
          </a:solidFill>
          <a:ln w="12700">
            <a:solidFill>
              <a:srgbClr val="FFFFFF">
                <a:alpha val="0"/>
              </a:srgbClr>
            </a:solidFill>
            <a:prstDash val="solid"/>
          </a:ln>
        </p:spPr>
      </p:sp>
      <p:sp>
        <p:nvSpPr>
          <p:cNvPr id="11" name="Shape 8"/>
          <p:cNvSpPr/>
          <p:nvPr/>
        </p:nvSpPr>
        <p:spPr>
          <a:xfrm>
            <a:off x="5349240" y="2743200"/>
            <a:ext cx="182880" cy="182880"/>
          </a:xfrm>
          <a:prstGeom prst="ellipse">
            <a:avLst/>
          </a:prstGeom>
          <a:solidFill>
            <a:schemeClr val="accent5"/>
          </a:solidFill>
          <a:ln w="12700">
            <a:solidFill>
              <a:srgbClr val="FFFFFF">
                <a:alpha val="0"/>
              </a:srgbClr>
            </a:solidFill>
            <a:prstDash val="solid"/>
          </a:ln>
        </p:spPr>
      </p:sp>
      <p:sp>
        <p:nvSpPr>
          <p:cNvPr id="12" name="Shape 9"/>
          <p:cNvSpPr/>
          <p:nvPr/>
        </p:nvSpPr>
        <p:spPr>
          <a:xfrm>
            <a:off x="6236208" y="2743200"/>
            <a:ext cx="182880" cy="182880"/>
          </a:xfrm>
          <a:prstGeom prst="ellipse">
            <a:avLst/>
          </a:prstGeom>
          <a:solidFill>
            <a:schemeClr val="accent5"/>
          </a:solidFill>
          <a:ln w="12700">
            <a:solidFill>
              <a:srgbClr val="FFFFFF">
                <a:alpha val="0"/>
              </a:srgbClr>
            </a:solidFill>
            <a:prstDash val="solid"/>
          </a:ln>
        </p:spPr>
      </p:sp>
      <p:sp>
        <p:nvSpPr>
          <p:cNvPr id="13" name="Shape 10"/>
          <p:cNvSpPr/>
          <p:nvPr/>
        </p:nvSpPr>
        <p:spPr>
          <a:xfrm>
            <a:off x="7123176" y="2743200"/>
            <a:ext cx="182880" cy="182880"/>
          </a:xfrm>
          <a:prstGeom prst="ellipse">
            <a:avLst/>
          </a:prstGeom>
          <a:solidFill>
            <a:schemeClr val="accent5"/>
          </a:solidFill>
          <a:ln w="12700">
            <a:solidFill>
              <a:srgbClr val="FFFFFF">
                <a:alpha val="0"/>
              </a:srgbClr>
            </a:solidFill>
            <a:prstDash val="solid"/>
          </a:ln>
        </p:spPr>
      </p:sp>
      <p:sp>
        <p:nvSpPr>
          <p:cNvPr id="14" name="Shape 11"/>
          <p:cNvSpPr/>
          <p:nvPr/>
        </p:nvSpPr>
        <p:spPr>
          <a:xfrm>
            <a:off x="8010144" y="2743200"/>
            <a:ext cx="182880" cy="182880"/>
          </a:xfrm>
          <a:prstGeom prst="ellipse">
            <a:avLst/>
          </a:prstGeom>
          <a:solidFill>
            <a:schemeClr val="accent5"/>
          </a:solidFill>
          <a:ln w="12700">
            <a:solidFill>
              <a:srgbClr val="FFFFFF">
                <a:alpha val="0"/>
              </a:srgbClr>
            </a:solidFill>
            <a:prstDash val="solid"/>
          </a:ln>
        </p:spPr>
      </p:sp>
      <p:sp>
        <p:nvSpPr>
          <p:cNvPr id="15" name="Shape 12"/>
          <p:cNvSpPr/>
          <p:nvPr/>
        </p:nvSpPr>
        <p:spPr>
          <a:xfrm>
            <a:off x="8897112" y="2743200"/>
            <a:ext cx="182880" cy="182880"/>
          </a:xfrm>
          <a:prstGeom prst="ellipse">
            <a:avLst/>
          </a:prstGeom>
          <a:solidFill>
            <a:schemeClr val="accent5"/>
          </a:solidFill>
          <a:ln w="12700">
            <a:solidFill>
              <a:srgbClr val="FFFFFF">
                <a:alpha val="0"/>
              </a:srgbClr>
            </a:solidFill>
            <a:prstDash val="solid"/>
          </a:ln>
        </p:spPr>
      </p:sp>
      <p:sp>
        <p:nvSpPr>
          <p:cNvPr id="16" name="Shape 13"/>
          <p:cNvSpPr/>
          <p:nvPr/>
        </p:nvSpPr>
        <p:spPr>
          <a:xfrm>
            <a:off x="9784080" y="2743200"/>
            <a:ext cx="182880" cy="182880"/>
          </a:xfrm>
          <a:prstGeom prst="ellipse">
            <a:avLst/>
          </a:prstGeom>
          <a:solidFill>
            <a:schemeClr val="accent5"/>
          </a:solidFill>
          <a:ln w="12700">
            <a:solidFill>
              <a:srgbClr val="FFFFFF">
                <a:alpha val="0"/>
              </a:srgbClr>
            </a:solidFill>
            <a:prstDash val="solid"/>
          </a:ln>
        </p:spPr>
      </p:sp>
      <p:sp>
        <p:nvSpPr>
          <p:cNvPr id="17" name="Shape 14"/>
          <p:cNvSpPr/>
          <p:nvPr/>
        </p:nvSpPr>
        <p:spPr>
          <a:xfrm>
            <a:off x="10671048" y="2743200"/>
            <a:ext cx="182880" cy="182880"/>
          </a:xfrm>
          <a:prstGeom prst="ellipse">
            <a:avLst/>
          </a:prstGeom>
          <a:solidFill>
            <a:schemeClr val="accent5"/>
          </a:solidFill>
          <a:ln w="12700">
            <a:solidFill>
              <a:srgbClr val="FFFFFF">
                <a:alpha val="0"/>
              </a:srgbClr>
            </a:solidFill>
            <a:prstDash val="solid"/>
          </a:ln>
        </p:spPr>
      </p:sp>
      <p:sp>
        <p:nvSpPr>
          <p:cNvPr id="18" name="Shape 15"/>
          <p:cNvSpPr/>
          <p:nvPr/>
        </p:nvSpPr>
        <p:spPr>
          <a:xfrm>
            <a:off x="822960" y="1691640"/>
            <a:ext cx="2743200" cy="914400"/>
          </a:xfrm>
          <a:prstGeom prst="roundRect">
            <a:avLst>
              <a:gd name="adj" fmla="val 10000"/>
            </a:avLst>
          </a:prstGeom>
          <a:solidFill>
            <a:schemeClr val="bg1"/>
          </a:solidFill>
          <a:ln w="31750">
            <a:solidFill>
              <a:srgbClr val="17375E"/>
            </a:solidFill>
            <a:prstDash val="solid"/>
          </a:ln>
          <a:effectLst>
            <a:outerShdw sx="100000" sy="100000" kx="0" ky="0" algn="bl" rotWithShape="0" blurRad="101600" dist="25400" dir="3600000">
              <a:srgbClr val="000000">
                <a:alpha val="16000"/>
              </a:srgbClr>
            </a:outerShdw>
          </a:effectLst>
        </p:spPr>
      </p:sp>
      <p:sp>
        <p:nvSpPr>
          <p:cNvPr id="19" name="Text 16"/>
          <p:cNvSpPr txBox="1"/>
          <p:nvPr/>
        </p:nvSpPr>
        <p:spPr>
          <a:xfrm>
            <a:off x="868680" y="1691640"/>
            <a:ext cx="2651760" cy="914400"/>
          </a:xfrm>
          <a:prstGeom prst="rect">
            <a:avLst/>
          </a:prstGeom>
          <a:noFill/>
          <a:ln/>
        </p:spPr>
        <p:txBody>
          <a:bodyPr wrap="square" lIns="0" tIns="0" rIns="0" bIns="0" rtlCol="0" anchor="ctr"/>
          <a:lstStyle/>
          <a:p>
            <a:pPr algn="ctr" indent="0" marL="0">
              <a:buNone/>
            </a:pPr>
            <a:r>
              <a:rPr lang="en-US" sz="3200" b="1" dirty="0">
                <a:solidFill>
                  <a:schemeClr val="tx1"/>
                </a:solidFill>
                <a:latin typeface="+mj-lt" pitchFamily="34" charset="0"/>
                <a:ea typeface="+mj-lt" pitchFamily="34" charset="-122"/>
                <a:cs typeface="+mj-lt" pitchFamily="34" charset="-120"/>
              </a:rPr>
              <a:t>Belgisch</a:t>
            </a:r>
            <a:endParaRPr lang="en-US" sz="3200" dirty="0"/>
          </a:p>
        </p:txBody>
      </p:sp>
      <p:sp>
        <p:nvSpPr>
          <p:cNvPr id="20" name="Shape 17"/>
          <p:cNvSpPr/>
          <p:nvPr/>
        </p:nvSpPr>
        <p:spPr>
          <a:xfrm>
            <a:off x="4663440" y="1600200"/>
            <a:ext cx="2834640" cy="1097280"/>
          </a:xfrm>
          <a:prstGeom prst="roundRect">
            <a:avLst>
              <a:gd name="adj" fmla="val 6667"/>
            </a:avLst>
          </a:prstGeom>
          <a:solidFill>
            <a:schemeClr val="accent1"/>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pic>
        <p:nvPicPr>
          <p:cNvPr id="21" name="Image 0" descr="Cog">    </p:cNvPr>
          <p:cNvPicPr>
            <a:picLocks noChangeAspect="1"/>
          </p:cNvPicPr>
          <p:nvPr/>
        </p:nvPicPr>
        <p:blipFill>
          <a:blip r:embed="rId1"/>
          <a:stretch>
            <a:fillRect/>
          </a:stretch>
        </p:blipFill>
        <p:spPr>
          <a:xfrm>
            <a:off x="4846320" y="1874520"/>
            <a:ext cx="548640" cy="548640"/>
          </a:xfrm>
          <a:prstGeom prst="rect">
            <a:avLst/>
          </a:prstGeom>
        </p:spPr>
      </p:pic>
      <p:sp>
        <p:nvSpPr>
          <p:cNvPr id="22" name="Text 18"/>
          <p:cNvSpPr txBox="1"/>
          <p:nvPr/>
        </p:nvSpPr>
        <p:spPr>
          <a:xfrm>
            <a:off x="5486400" y="1600200"/>
            <a:ext cx="1828800" cy="1097280"/>
          </a:xfrm>
          <a:prstGeom prst="rect">
            <a:avLst/>
          </a:prstGeom>
          <a:noFill/>
          <a:ln/>
        </p:spPr>
        <p:txBody>
          <a:bodyPr wrap="square" lIns="0" tIns="0" rIns="0" bIns="0" rtlCol="0" anchor="ctr"/>
          <a:lstStyle/>
          <a:p>
            <a:pPr algn="ctr" indent="0" marL="0">
              <a:buNone/>
            </a:pPr>
            <a:r>
              <a:rPr lang="en-US" sz="4000" b="1" dirty="0">
                <a:solidFill>
                  <a:schemeClr val="bg1"/>
                </a:solidFill>
                <a:latin typeface="+mj-lt" pitchFamily="34" charset="0"/>
                <a:ea typeface="+mj-lt" pitchFamily="34" charset="-122"/>
                <a:cs typeface="+mj-lt" pitchFamily="34" charset="-120"/>
              </a:rPr>
              <a:t>+ e</a:t>
            </a:r>
            <a:endParaRPr lang="en-US" sz="4000" dirty="0"/>
          </a:p>
        </p:txBody>
      </p:sp>
      <p:sp>
        <p:nvSpPr>
          <p:cNvPr id="23" name="Shape 19"/>
          <p:cNvSpPr/>
          <p:nvPr/>
        </p:nvSpPr>
        <p:spPr>
          <a:xfrm>
            <a:off x="8595360" y="1691640"/>
            <a:ext cx="3017520" cy="914400"/>
          </a:xfrm>
          <a:prstGeom prst="roundRect">
            <a:avLst>
              <a:gd name="adj" fmla="val 10000"/>
            </a:avLst>
          </a:prstGeom>
          <a:solidFill>
            <a:schemeClr val="bg1"/>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24" name="Text 20"/>
          <p:cNvSpPr txBox="1"/>
          <p:nvPr/>
        </p:nvSpPr>
        <p:spPr>
          <a:xfrm>
            <a:off x="8641080" y="1691640"/>
            <a:ext cx="2926080" cy="914400"/>
          </a:xfrm>
          <a:prstGeom prst="rect">
            <a:avLst/>
          </a:prstGeom>
          <a:noFill/>
          <a:ln/>
        </p:spPr>
        <p:txBody>
          <a:bodyPr wrap="square" lIns="0" tIns="0" rIns="0" bIns="0" rtlCol="0" anchor="ctr"/>
          <a:lstStyle/>
          <a:p>
            <a:pPr algn="ctr" indent="0" marL="0">
              <a:buNone/>
            </a:pPr>
            <a:r>
              <a:rPr lang="en-US" sz="3200" b="1" dirty="0">
                <a:solidFill>
                  <a:schemeClr val="tx1"/>
                </a:solidFill>
                <a:latin typeface="+mj-lt" pitchFamily="34" charset="0"/>
                <a:ea typeface="+mj-lt" pitchFamily="34" charset="-122"/>
                <a:cs typeface="+mj-lt" pitchFamily="34" charset="-120"/>
              </a:rPr>
              <a:t>Belgisch</a:t>
            </a:r>
            <a:r>
              <a:rPr lang="en-US" sz="3200" b="1" dirty="0">
                <a:solidFill>
                  <a:schemeClr val="accent1"/>
                </a:solidFill>
                <a:latin typeface="+mj-lt" pitchFamily="34" charset="0"/>
                <a:ea typeface="+mj-lt" pitchFamily="34" charset="-122"/>
                <a:cs typeface="+mj-lt" pitchFamily="34" charset="-120"/>
              </a:rPr>
              <a:t>e</a:t>
            </a:r>
            <a:endParaRPr lang="en-US" sz="3200" dirty="0"/>
          </a:p>
        </p:txBody>
      </p:sp>
      <p:sp>
        <p:nvSpPr>
          <p:cNvPr id="25" name="Shape 21"/>
          <p:cNvSpPr/>
          <p:nvPr/>
        </p:nvSpPr>
        <p:spPr>
          <a:xfrm>
            <a:off x="3657600" y="2148840"/>
            <a:ext cx="914400" cy="914"/>
          </a:xfrm>
          <a:prstGeom prst="line">
            <a:avLst/>
          </a:prstGeom>
          <a:noFill/>
          <a:ln w="31750">
            <a:solidFill>
              <a:srgbClr val="4A5A70"/>
            </a:solidFill>
            <a:prstDash val="solid"/>
            <a:tailEnd type="triangle"/>
          </a:ln>
        </p:spPr>
      </p:sp>
      <p:sp>
        <p:nvSpPr>
          <p:cNvPr id="26" name="Shape 22"/>
          <p:cNvSpPr/>
          <p:nvPr/>
        </p:nvSpPr>
        <p:spPr>
          <a:xfrm>
            <a:off x="7589520" y="2148840"/>
            <a:ext cx="914400" cy="914"/>
          </a:xfrm>
          <a:prstGeom prst="line">
            <a:avLst/>
          </a:prstGeom>
          <a:noFill/>
          <a:ln w="31750">
            <a:solidFill>
              <a:srgbClr val="4A5A70"/>
            </a:solidFill>
            <a:prstDash val="solid"/>
            <a:tailEnd type="triangle"/>
          </a:ln>
        </p:spPr>
      </p:sp>
      <p:sp>
        <p:nvSpPr>
          <p:cNvPr id="27" name="Shape 23"/>
          <p:cNvSpPr/>
          <p:nvPr/>
        </p:nvSpPr>
        <p:spPr>
          <a:xfrm>
            <a:off x="548640" y="3291840"/>
            <a:ext cx="3520440" cy="777240"/>
          </a:xfrm>
          <a:prstGeom prst="roundRect">
            <a:avLst>
              <a:gd name="adj" fmla="val 9412"/>
            </a:avLst>
          </a:prstGeom>
          <a:solidFill>
            <a:schemeClr val="bg2"/>
          </a:solidFill>
          <a:ln w="12700">
            <a:solidFill>
              <a:srgbClr val="D5DCE6"/>
            </a:solidFill>
            <a:prstDash val="solid"/>
          </a:ln>
        </p:spPr>
      </p:sp>
      <p:sp>
        <p:nvSpPr>
          <p:cNvPr id="28" name="Text 24"/>
          <p:cNvSpPr txBox="1"/>
          <p:nvPr/>
        </p:nvSpPr>
        <p:spPr>
          <a:xfrm>
            <a:off x="548640" y="3291840"/>
            <a:ext cx="3520440" cy="777240"/>
          </a:xfrm>
          <a:prstGeom prst="rect">
            <a:avLst/>
          </a:prstGeom>
          <a:noFill/>
          <a:ln/>
        </p:spPr>
        <p:txBody>
          <a:bodyPr wrap="square" lIns="0" tIns="0" rIns="0" bIns="0" rtlCol="0" anchor="ctr"/>
          <a:lstStyle/>
          <a:p>
            <a:pPr algn="ctr" indent="0" marL="0">
              <a:buNone/>
            </a:pPr>
            <a:r>
              <a:rPr lang="en-US" sz="1800" i="1" dirty="0">
                <a:solidFill>
                  <a:schemeClr val="tx1"/>
                </a:solidFill>
              </a:rPr>
              <a:t>Vlaams</a:t>
            </a:r>
            <a:r>
              <a:rPr lang="en-US" sz="1800" dirty="0">
                <a:solidFill>
                  <a:schemeClr val="tx1"/>
                </a:solidFill>
              </a:rPr>
              <a:t> → </a:t>
            </a:r>
            <a:r>
              <a:rPr lang="en-US" sz="1800" b="1" i="1" dirty="0">
                <a:solidFill>
                  <a:schemeClr val="tx1"/>
                </a:solidFill>
              </a:rPr>
              <a:t>Vlaams</a:t>
            </a:r>
            <a:r>
              <a:rPr lang="en-US" sz="1800" b="1" i="1" dirty="0">
                <a:solidFill>
                  <a:schemeClr val="accent1"/>
                </a:solidFill>
              </a:rPr>
              <a:t>e</a:t>
            </a:r>
            <a:endParaRPr lang="en-US" sz="1800" dirty="0"/>
          </a:p>
        </p:txBody>
      </p:sp>
      <p:sp>
        <p:nvSpPr>
          <p:cNvPr id="29" name="Shape 25"/>
          <p:cNvSpPr/>
          <p:nvPr/>
        </p:nvSpPr>
        <p:spPr>
          <a:xfrm>
            <a:off x="4297680" y="3291840"/>
            <a:ext cx="3520440" cy="777240"/>
          </a:xfrm>
          <a:prstGeom prst="roundRect">
            <a:avLst>
              <a:gd name="adj" fmla="val 9412"/>
            </a:avLst>
          </a:prstGeom>
          <a:solidFill>
            <a:schemeClr val="bg2"/>
          </a:solidFill>
          <a:ln w="12700">
            <a:solidFill>
              <a:srgbClr val="D5DCE6"/>
            </a:solidFill>
            <a:prstDash val="solid"/>
          </a:ln>
        </p:spPr>
      </p:sp>
      <p:sp>
        <p:nvSpPr>
          <p:cNvPr id="30" name="Text 26"/>
          <p:cNvSpPr txBox="1"/>
          <p:nvPr/>
        </p:nvSpPr>
        <p:spPr>
          <a:xfrm>
            <a:off x="4297680" y="3291840"/>
            <a:ext cx="3520440" cy="777240"/>
          </a:xfrm>
          <a:prstGeom prst="rect">
            <a:avLst/>
          </a:prstGeom>
          <a:noFill/>
          <a:ln/>
        </p:spPr>
        <p:txBody>
          <a:bodyPr wrap="square" lIns="0" tIns="0" rIns="0" bIns="0" rtlCol="0" anchor="ctr"/>
          <a:lstStyle/>
          <a:p>
            <a:pPr algn="ctr" indent="0" marL="0">
              <a:buNone/>
            </a:pPr>
            <a:r>
              <a:rPr lang="en-US" sz="1800" i="1" dirty="0">
                <a:solidFill>
                  <a:schemeClr val="tx1"/>
                </a:solidFill>
              </a:rPr>
              <a:t>Duits</a:t>
            </a:r>
            <a:r>
              <a:rPr lang="en-US" sz="1800" dirty="0">
                <a:solidFill>
                  <a:schemeClr val="tx1"/>
                </a:solidFill>
              </a:rPr>
              <a:t> → </a:t>
            </a:r>
            <a:r>
              <a:rPr lang="en-US" sz="1800" b="1" i="1" dirty="0">
                <a:solidFill>
                  <a:schemeClr val="tx1"/>
                </a:solidFill>
              </a:rPr>
              <a:t>Duits</a:t>
            </a:r>
            <a:r>
              <a:rPr lang="en-US" sz="1800" b="1" i="1" dirty="0">
                <a:solidFill>
                  <a:schemeClr val="accent1"/>
                </a:solidFill>
              </a:rPr>
              <a:t>e</a:t>
            </a:r>
            <a:endParaRPr lang="en-US" sz="1800" dirty="0"/>
          </a:p>
        </p:txBody>
      </p:sp>
      <p:sp>
        <p:nvSpPr>
          <p:cNvPr id="31" name="Shape 27"/>
          <p:cNvSpPr/>
          <p:nvPr/>
        </p:nvSpPr>
        <p:spPr>
          <a:xfrm>
            <a:off x="8046720" y="3291840"/>
            <a:ext cx="3520440" cy="777240"/>
          </a:xfrm>
          <a:prstGeom prst="roundRect">
            <a:avLst>
              <a:gd name="adj" fmla="val 9412"/>
            </a:avLst>
          </a:prstGeom>
          <a:solidFill>
            <a:schemeClr val="bg2"/>
          </a:solidFill>
          <a:ln w="12700">
            <a:solidFill>
              <a:srgbClr val="D5DCE6"/>
            </a:solidFill>
            <a:prstDash val="solid"/>
          </a:ln>
        </p:spPr>
      </p:sp>
      <p:sp>
        <p:nvSpPr>
          <p:cNvPr id="32" name="Text 28"/>
          <p:cNvSpPr txBox="1"/>
          <p:nvPr/>
        </p:nvSpPr>
        <p:spPr>
          <a:xfrm>
            <a:off x="8046720" y="3291840"/>
            <a:ext cx="3520440" cy="777240"/>
          </a:xfrm>
          <a:prstGeom prst="rect">
            <a:avLst/>
          </a:prstGeom>
          <a:noFill/>
          <a:ln/>
        </p:spPr>
        <p:txBody>
          <a:bodyPr wrap="square" lIns="0" tIns="0" rIns="0" bIns="0" rtlCol="0" anchor="ctr"/>
          <a:lstStyle/>
          <a:p>
            <a:pPr algn="ctr" indent="0" marL="0">
              <a:buNone/>
            </a:pPr>
            <a:r>
              <a:rPr lang="en-US" sz="1800" i="1" dirty="0">
                <a:solidFill>
                  <a:schemeClr val="tx1"/>
                </a:solidFill>
              </a:rPr>
              <a:t>Pools</a:t>
            </a:r>
            <a:r>
              <a:rPr lang="en-US" sz="1800" dirty="0">
                <a:solidFill>
                  <a:schemeClr val="tx1"/>
                </a:solidFill>
              </a:rPr>
              <a:t> → </a:t>
            </a:r>
            <a:r>
              <a:rPr lang="en-US" sz="1800" b="1" i="1" dirty="0">
                <a:solidFill>
                  <a:schemeClr val="tx1"/>
                </a:solidFill>
              </a:rPr>
              <a:t>Pools</a:t>
            </a:r>
            <a:r>
              <a:rPr lang="en-US" sz="1800" b="1" i="1" dirty="0">
                <a:solidFill>
                  <a:schemeClr val="accent1"/>
                </a:solidFill>
              </a:rPr>
              <a:t>e</a:t>
            </a:r>
            <a:endParaRPr lang="en-US" sz="1800" dirty="0"/>
          </a:p>
        </p:txBody>
      </p:sp>
      <p:sp>
        <p:nvSpPr>
          <p:cNvPr id="33" name="Shape 29"/>
          <p:cNvSpPr/>
          <p:nvPr/>
        </p:nvSpPr>
        <p:spPr>
          <a:xfrm>
            <a:off x="548640" y="4251960"/>
            <a:ext cx="3520440" cy="777240"/>
          </a:xfrm>
          <a:prstGeom prst="roundRect">
            <a:avLst>
              <a:gd name="adj" fmla="val 9412"/>
            </a:avLst>
          </a:prstGeom>
          <a:solidFill>
            <a:schemeClr val="bg2"/>
          </a:solidFill>
          <a:ln w="12700">
            <a:solidFill>
              <a:srgbClr val="D5DCE6"/>
            </a:solidFill>
            <a:prstDash val="solid"/>
          </a:ln>
        </p:spPr>
      </p:sp>
      <p:sp>
        <p:nvSpPr>
          <p:cNvPr id="34" name="Text 30"/>
          <p:cNvSpPr txBox="1"/>
          <p:nvPr/>
        </p:nvSpPr>
        <p:spPr>
          <a:xfrm>
            <a:off x="548640" y="4251960"/>
            <a:ext cx="3520440" cy="777240"/>
          </a:xfrm>
          <a:prstGeom prst="rect">
            <a:avLst/>
          </a:prstGeom>
          <a:noFill/>
          <a:ln/>
        </p:spPr>
        <p:txBody>
          <a:bodyPr wrap="square" lIns="0" tIns="0" rIns="0" bIns="0" rtlCol="0" anchor="ctr"/>
          <a:lstStyle/>
          <a:p>
            <a:pPr algn="ctr" indent="0" marL="0">
              <a:buNone/>
            </a:pPr>
            <a:r>
              <a:rPr lang="en-US" sz="1800" i="1" dirty="0">
                <a:solidFill>
                  <a:schemeClr val="tx1"/>
                </a:solidFill>
              </a:rPr>
              <a:t>Marokkaans</a:t>
            </a:r>
            <a:r>
              <a:rPr lang="en-US" sz="1800" dirty="0">
                <a:solidFill>
                  <a:schemeClr val="tx1"/>
                </a:solidFill>
              </a:rPr>
              <a:t> → </a:t>
            </a:r>
            <a:r>
              <a:rPr lang="en-US" sz="1800" b="1" i="1" dirty="0">
                <a:solidFill>
                  <a:schemeClr val="tx1"/>
                </a:solidFill>
              </a:rPr>
              <a:t>Marokkaans</a:t>
            </a:r>
            <a:r>
              <a:rPr lang="en-US" sz="1800" b="1" i="1" dirty="0">
                <a:solidFill>
                  <a:schemeClr val="accent1"/>
                </a:solidFill>
              </a:rPr>
              <a:t>e</a:t>
            </a:r>
            <a:endParaRPr lang="en-US" sz="1800" dirty="0"/>
          </a:p>
        </p:txBody>
      </p:sp>
      <p:sp>
        <p:nvSpPr>
          <p:cNvPr id="35" name="Shape 31"/>
          <p:cNvSpPr/>
          <p:nvPr/>
        </p:nvSpPr>
        <p:spPr>
          <a:xfrm>
            <a:off x="4297680" y="4251960"/>
            <a:ext cx="3520440" cy="777240"/>
          </a:xfrm>
          <a:prstGeom prst="roundRect">
            <a:avLst>
              <a:gd name="adj" fmla="val 9412"/>
            </a:avLst>
          </a:prstGeom>
          <a:solidFill>
            <a:schemeClr val="bg2"/>
          </a:solidFill>
          <a:ln w="12700">
            <a:solidFill>
              <a:srgbClr val="D5DCE6"/>
            </a:solidFill>
            <a:prstDash val="solid"/>
          </a:ln>
        </p:spPr>
      </p:sp>
      <p:sp>
        <p:nvSpPr>
          <p:cNvPr id="36" name="Text 32"/>
          <p:cNvSpPr txBox="1"/>
          <p:nvPr/>
        </p:nvSpPr>
        <p:spPr>
          <a:xfrm>
            <a:off x="4297680" y="4251960"/>
            <a:ext cx="3520440" cy="777240"/>
          </a:xfrm>
          <a:prstGeom prst="rect">
            <a:avLst/>
          </a:prstGeom>
          <a:noFill/>
          <a:ln/>
        </p:spPr>
        <p:txBody>
          <a:bodyPr wrap="square" lIns="0" tIns="0" rIns="0" bIns="0" rtlCol="0" anchor="ctr"/>
          <a:lstStyle/>
          <a:p>
            <a:pPr algn="ctr" indent="0" marL="0">
              <a:buNone/>
            </a:pPr>
            <a:r>
              <a:rPr lang="en-US" sz="1800" i="1" dirty="0">
                <a:solidFill>
                  <a:schemeClr val="tx1"/>
                </a:solidFill>
              </a:rPr>
              <a:t>Turks</a:t>
            </a:r>
            <a:r>
              <a:rPr lang="en-US" sz="1800" dirty="0">
                <a:solidFill>
                  <a:schemeClr val="tx1"/>
                </a:solidFill>
              </a:rPr>
              <a:t> → </a:t>
            </a:r>
            <a:r>
              <a:rPr lang="en-US" sz="1800" b="1" i="1" dirty="0">
                <a:solidFill>
                  <a:schemeClr val="tx1"/>
                </a:solidFill>
              </a:rPr>
              <a:t>Turks</a:t>
            </a:r>
            <a:r>
              <a:rPr lang="en-US" sz="1800" b="1" i="1" dirty="0">
                <a:solidFill>
                  <a:schemeClr val="accent1"/>
                </a:solidFill>
              </a:rPr>
              <a:t>e</a:t>
            </a:r>
            <a:endParaRPr lang="en-US" sz="1800" dirty="0"/>
          </a:p>
        </p:txBody>
      </p:sp>
      <p:sp>
        <p:nvSpPr>
          <p:cNvPr id="37" name="Shape 33"/>
          <p:cNvSpPr/>
          <p:nvPr/>
        </p:nvSpPr>
        <p:spPr>
          <a:xfrm>
            <a:off x="8046720" y="4251960"/>
            <a:ext cx="3520440" cy="777240"/>
          </a:xfrm>
          <a:prstGeom prst="roundRect">
            <a:avLst>
              <a:gd name="adj" fmla="val 9412"/>
            </a:avLst>
          </a:prstGeom>
          <a:solidFill>
            <a:schemeClr val="bg2"/>
          </a:solidFill>
          <a:ln w="12700">
            <a:solidFill>
              <a:srgbClr val="D5DCE6"/>
            </a:solidFill>
            <a:prstDash val="solid"/>
          </a:ln>
        </p:spPr>
      </p:sp>
      <p:sp>
        <p:nvSpPr>
          <p:cNvPr id="38" name="Text 34"/>
          <p:cNvSpPr txBox="1"/>
          <p:nvPr/>
        </p:nvSpPr>
        <p:spPr>
          <a:xfrm>
            <a:off x="8046720" y="4251960"/>
            <a:ext cx="3520440" cy="777240"/>
          </a:xfrm>
          <a:prstGeom prst="rect">
            <a:avLst/>
          </a:prstGeom>
          <a:noFill/>
          <a:ln/>
        </p:spPr>
        <p:txBody>
          <a:bodyPr wrap="square" lIns="0" tIns="0" rIns="0" bIns="0" rtlCol="0" anchor="ctr"/>
          <a:lstStyle/>
          <a:p>
            <a:pPr algn="ctr" indent="0" marL="0">
              <a:buNone/>
            </a:pPr>
            <a:r>
              <a:rPr lang="en-US" sz="1800" i="1" dirty="0">
                <a:solidFill>
                  <a:schemeClr val="tx1"/>
                </a:solidFill>
              </a:rPr>
              <a:t>Congolees</a:t>
            </a:r>
            <a:r>
              <a:rPr lang="en-US" sz="1800" dirty="0">
                <a:solidFill>
                  <a:schemeClr val="tx1"/>
                </a:solidFill>
              </a:rPr>
              <a:t> → </a:t>
            </a:r>
            <a:r>
              <a:rPr lang="en-US" sz="1800" b="1" i="1" dirty="0">
                <a:solidFill>
                  <a:schemeClr val="tx1"/>
                </a:solidFill>
              </a:rPr>
              <a:t>Congoles</a:t>
            </a:r>
            <a:r>
              <a:rPr lang="en-US" sz="1800" b="1" i="1" dirty="0">
                <a:solidFill>
                  <a:schemeClr val="accent1"/>
                </a:solidFill>
              </a:rPr>
              <a:t>e</a:t>
            </a:r>
            <a:endParaRPr lang="en-US" sz="1800" dirty="0"/>
          </a:p>
        </p:txBody>
      </p:sp>
      <p:sp>
        <p:nvSpPr>
          <p:cNvPr id="39" name="Shape 35"/>
          <p:cNvSpPr/>
          <p:nvPr/>
        </p:nvSpPr>
        <p:spPr>
          <a:xfrm>
            <a:off x="548640" y="5349240"/>
            <a:ext cx="11091672" cy="914400"/>
          </a:xfrm>
          <a:prstGeom prst="roundRect">
            <a:avLst>
              <a:gd name="adj" fmla="val 8000"/>
            </a:avLst>
          </a:prstGeom>
          <a:solidFill>
            <a:schemeClr val="accent6">
              <a:alpha val="8000"/>
            </a:schemeClr>
          </a:solidFill>
          <a:ln w="12700">
            <a:solidFill>
              <a:srgbClr val="B83227"/>
            </a:solidFill>
            <a:prstDash val="solid"/>
          </a:ln>
        </p:spPr>
      </p:sp>
      <p:sp>
        <p:nvSpPr>
          <p:cNvPr id="40" name="tag"/>
          <p:cNvSpPr/>
          <p:nvPr/>
        </p:nvSpPr>
        <p:spPr>
          <a:xfrm>
            <a:off x="731520" y="5623560"/>
            <a:ext cx="1651559" cy="365760"/>
          </a:xfrm>
          <a:prstGeom prst="roundRect">
            <a:avLst>
              <a:gd name="adj" fmla="val 12500"/>
            </a:avLst>
          </a:prstGeom>
          <a:solidFill>
            <a:schemeClr val="accent6"/>
          </a:solidFill>
          <a:ln/>
        </p:spPr>
        <p:txBody>
          <a:bodyPr wrap="square" lIns="0" tIns="0" rIns="0" bIns="0" rtlCol="0" anchor="ctr"/>
          <a:lstStyle/>
          <a:p>
            <a:pPr algn="ctr" indent="0" marL="0">
              <a:buNone/>
            </a:pPr>
            <a:r>
              <a:rPr lang="en-US" sz="1300" b="1" spc="100" kern="0" dirty="0">
                <a:solidFill>
                  <a:srgbClr val="FFFFFF"/>
                </a:solidFill>
              </a:rPr>
              <a:t>! EXCEPTION</a:t>
            </a:r>
            <a:endParaRPr lang="en-US" sz="1300" dirty="0"/>
          </a:p>
        </p:txBody>
      </p:sp>
      <p:sp>
        <p:nvSpPr>
          <p:cNvPr id="41" name="Text 37"/>
          <p:cNvSpPr txBox="1"/>
          <p:nvPr/>
        </p:nvSpPr>
        <p:spPr>
          <a:xfrm>
            <a:off x="2514600" y="5349240"/>
            <a:ext cx="9006840" cy="914400"/>
          </a:xfrm>
          <a:prstGeom prst="rect">
            <a:avLst/>
          </a:prstGeom>
          <a:noFill/>
          <a:ln/>
        </p:spPr>
        <p:txBody>
          <a:bodyPr wrap="square" lIns="0" tIns="0" rIns="0" bIns="0" rtlCol="0" anchor="ctr"/>
          <a:lstStyle/>
          <a:p>
            <a:pPr algn="l" indent="0" marL="0">
              <a:buNone/>
            </a:pPr>
            <a:r>
              <a:rPr lang="en-US" sz="1800" i="1" dirty="0">
                <a:solidFill>
                  <a:schemeClr val="tx1"/>
                </a:solidFill>
              </a:rPr>
              <a:t>de Française</a:t>
            </a:r>
            <a:r>
              <a:rPr lang="en-US" sz="1800" dirty="0">
                <a:solidFill>
                  <a:schemeClr val="tx1"/>
                </a:solidFill>
              </a:rPr>
              <a:t> (ou </a:t>
            </a:r>
            <a:r>
              <a:rPr lang="en-US" sz="1800" i="1" dirty="0">
                <a:solidFill>
                  <a:schemeClr val="tx1"/>
                </a:solidFill>
              </a:rPr>
              <a:t>de Franse</a:t>
            </a:r>
            <a:r>
              <a:rPr lang="en-US" sz="1800" dirty="0">
                <a:solidFill>
                  <a:schemeClr val="tx1"/>
                </a:solidFill>
              </a:rPr>
              <a:t>) · </a:t>
            </a:r>
            <a:r>
              <a:rPr lang="en-US" sz="1800" i="1" dirty="0">
                <a:solidFill>
                  <a:schemeClr val="tx1"/>
                </a:solidFill>
              </a:rPr>
              <a:t>Congolees → Congolese</a:t>
            </a:r>
            <a:r>
              <a:rPr lang="en-US" sz="1800" dirty="0">
                <a:solidFill>
                  <a:schemeClr val="tx1"/>
                </a:solidFill>
              </a:rPr>
              <a:t> : </a:t>
            </a:r>
            <a:r>
              <a:rPr lang="en-US" sz="1800" i="1" dirty="0">
                <a:solidFill>
                  <a:schemeClr val="tx1"/>
                </a:solidFill>
              </a:rPr>
              <a:t>ee</a:t>
            </a:r>
            <a:r>
              <a:rPr lang="en-US" sz="1800" dirty="0">
                <a:solidFill>
                  <a:schemeClr val="tx1"/>
                </a:solidFill>
              </a:rPr>
              <a:t> → </a:t>
            </a:r>
            <a:r>
              <a:rPr lang="en-US" sz="1800" i="1" dirty="0">
                <a:solidFill>
                  <a:schemeClr val="tx1"/>
                </a:solidFill>
              </a:rPr>
              <a:t>e</a:t>
            </a:r>
            <a:r>
              <a:rPr lang="en-US" sz="1800" dirty="0">
                <a:solidFill>
                  <a:schemeClr val="tx1"/>
                </a:solidFill>
              </a:rPr>
              <a:t> (porte ouverte, M1)</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langues : pas d’article, une majuscule</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600200"/>
            <a:ext cx="4023360" cy="777240"/>
          </a:xfrm>
          <a:prstGeom prst="roundRect">
            <a:avLst>
              <a:gd name="adj" fmla="val 21176"/>
            </a:avLst>
          </a:prstGeom>
          <a:solidFill>
            <a:schemeClr val="accent2">
              <a:alpha val="12000"/>
            </a:schemeClr>
          </a:solidFill>
          <a:ln w="15875">
            <a:solidFill>
              <a:srgbClr val="2A6FB0"/>
            </a:solidFill>
            <a:prstDash val="solid"/>
          </a:ln>
        </p:spPr>
      </p:sp>
      <p:sp>
        <p:nvSpPr>
          <p:cNvPr id="6" name="Text 3"/>
          <p:cNvSpPr txBox="1"/>
          <p:nvPr/>
        </p:nvSpPr>
        <p:spPr>
          <a:xfrm>
            <a:off x="713232" y="1600200"/>
            <a:ext cx="3694176" cy="777240"/>
          </a:xfrm>
          <a:prstGeom prst="rect">
            <a:avLst/>
          </a:prstGeom>
          <a:noFill/>
          <a:ln/>
        </p:spPr>
        <p:txBody>
          <a:bodyPr wrap="square" lIns="0" tIns="0" rIns="0" bIns="0" rtlCol="0" anchor="ctr"/>
          <a:lstStyle/>
          <a:p>
            <a:pPr algn="l" indent="0" marL="0">
              <a:buNone/>
            </a:pPr>
            <a:r>
              <a:rPr lang="en-US" sz="2000" i="1" dirty="0">
                <a:solidFill>
                  <a:schemeClr val="tx1"/>
                </a:solidFill>
              </a:rPr>
              <a:t>Welke talen spreek je?</a:t>
            </a:r>
            <a:endParaRPr lang="en-US" sz="2000" dirty="0"/>
          </a:p>
        </p:txBody>
      </p:sp>
      <p:sp>
        <p:nvSpPr>
          <p:cNvPr id="7" name="Shape 4"/>
          <p:cNvSpPr/>
          <p:nvPr/>
        </p:nvSpPr>
        <p:spPr>
          <a:xfrm>
            <a:off x="548640" y="2560320"/>
            <a:ext cx="4023360" cy="777240"/>
          </a:xfrm>
          <a:prstGeom prst="roundRect">
            <a:avLst>
              <a:gd name="adj" fmla="val 21176"/>
            </a:avLst>
          </a:prstGeom>
          <a:solidFill>
            <a:schemeClr val="accent2">
              <a:alpha val="12000"/>
            </a:schemeClr>
          </a:solidFill>
          <a:ln w="15875">
            <a:solidFill>
              <a:srgbClr val="2A6FB0"/>
            </a:solidFill>
            <a:prstDash val="solid"/>
          </a:ln>
        </p:spPr>
      </p:sp>
      <p:sp>
        <p:nvSpPr>
          <p:cNvPr id="8" name="Text 5"/>
          <p:cNvSpPr txBox="1"/>
          <p:nvPr/>
        </p:nvSpPr>
        <p:spPr>
          <a:xfrm>
            <a:off x="713232" y="2560320"/>
            <a:ext cx="3694176" cy="777240"/>
          </a:xfrm>
          <a:prstGeom prst="rect">
            <a:avLst/>
          </a:prstGeom>
          <a:noFill/>
          <a:ln/>
        </p:spPr>
        <p:txBody>
          <a:bodyPr wrap="square" lIns="0" tIns="0" rIns="0" bIns="0" rtlCol="0" anchor="ctr"/>
          <a:lstStyle/>
          <a:p>
            <a:pPr algn="l" indent="0" marL="0">
              <a:buNone/>
            </a:pPr>
            <a:r>
              <a:rPr lang="en-US" sz="2000" i="1" dirty="0">
                <a:solidFill>
                  <a:schemeClr val="tx1"/>
                </a:solidFill>
              </a:rPr>
              <a:t>Wat is je moedertaal?</a:t>
            </a:r>
            <a:endParaRPr lang="en-US" sz="2000" dirty="0"/>
          </a:p>
        </p:txBody>
      </p:sp>
      <p:sp>
        <p:nvSpPr>
          <p:cNvPr id="9" name="Shape 6"/>
          <p:cNvSpPr/>
          <p:nvPr/>
        </p:nvSpPr>
        <p:spPr>
          <a:xfrm>
            <a:off x="548640" y="3520440"/>
            <a:ext cx="4023360" cy="777240"/>
          </a:xfrm>
          <a:prstGeom prst="roundRect">
            <a:avLst>
              <a:gd name="adj" fmla="val 21176"/>
            </a:avLst>
          </a:prstGeom>
          <a:solidFill>
            <a:schemeClr val="accent2">
              <a:alpha val="12000"/>
            </a:schemeClr>
          </a:solidFill>
          <a:ln w="15875">
            <a:solidFill>
              <a:srgbClr val="2A6FB0"/>
            </a:solidFill>
            <a:prstDash val="solid"/>
          </a:ln>
        </p:spPr>
      </p:sp>
      <p:sp>
        <p:nvSpPr>
          <p:cNvPr id="10" name="Text 7"/>
          <p:cNvSpPr txBox="1"/>
          <p:nvPr/>
        </p:nvSpPr>
        <p:spPr>
          <a:xfrm>
            <a:off x="713232" y="3520440"/>
            <a:ext cx="3694176" cy="777240"/>
          </a:xfrm>
          <a:prstGeom prst="rect">
            <a:avLst/>
          </a:prstGeom>
          <a:noFill/>
          <a:ln/>
        </p:spPr>
        <p:txBody>
          <a:bodyPr wrap="square" lIns="0" tIns="0" rIns="0" bIns="0" rtlCol="0" anchor="ctr"/>
          <a:lstStyle/>
          <a:p>
            <a:pPr algn="l" indent="0" marL="0">
              <a:buNone/>
            </a:pPr>
            <a:r>
              <a:rPr lang="en-US" sz="2000" i="1" dirty="0">
                <a:solidFill>
                  <a:schemeClr val="tx1"/>
                </a:solidFill>
              </a:rPr>
              <a:t>Spreek je Engels?</a:t>
            </a:r>
            <a:endParaRPr lang="en-US" sz="2000" dirty="0"/>
          </a:p>
        </p:txBody>
      </p:sp>
      <p:sp>
        <p:nvSpPr>
          <p:cNvPr id="11" name="Text 8"/>
          <p:cNvSpPr txBox="1"/>
          <p:nvPr/>
        </p:nvSpPr>
        <p:spPr>
          <a:xfrm>
            <a:off x="5029200" y="1572768"/>
            <a:ext cx="2743200" cy="320040"/>
          </a:xfrm>
          <a:prstGeom prst="rect">
            <a:avLst/>
          </a:prstGeom>
          <a:noFill/>
          <a:ln/>
        </p:spPr>
        <p:txBody>
          <a:bodyPr wrap="square" lIns="0" tIns="0" rIns="0" bIns="0" rtlCol="0" anchor="t"/>
          <a:lstStyle/>
          <a:p>
            <a:pPr algn="l" indent="0" marL="0">
              <a:buNone/>
            </a:pPr>
            <a:r>
              <a:rPr lang="en-US" sz="1300" b="1" spc="200" kern="0" dirty="0">
                <a:solidFill>
                  <a:schemeClr val="accent5"/>
                </a:solidFill>
              </a:rPr>
              <a:t>NIVEAU</a:t>
            </a:r>
            <a:endParaRPr lang="en-US" sz="1300" dirty="0"/>
          </a:p>
        </p:txBody>
      </p:sp>
      <p:sp>
        <p:nvSpPr>
          <p:cNvPr id="12" name="Shape 9"/>
          <p:cNvSpPr/>
          <p:nvPr/>
        </p:nvSpPr>
        <p:spPr>
          <a:xfrm>
            <a:off x="5029200" y="2926080"/>
            <a:ext cx="1554480" cy="731520"/>
          </a:xfrm>
          <a:prstGeom prst="roundRect">
            <a:avLst>
              <a:gd name="adj" fmla="val 7500"/>
            </a:avLst>
          </a:prstGeom>
          <a:solidFill>
            <a:srgbClr val="FCE3C4"/>
          </a:solidFill>
          <a:ln w="12700">
            <a:solidFill>
              <a:srgbClr val="FFFFFF">
                <a:alpha val="0"/>
              </a:srgbClr>
            </a:solidFill>
            <a:prstDash val="solid"/>
          </a:ln>
        </p:spPr>
      </p:sp>
      <p:sp>
        <p:nvSpPr>
          <p:cNvPr id="13" name="Text 10"/>
          <p:cNvSpPr txBox="1"/>
          <p:nvPr/>
        </p:nvSpPr>
        <p:spPr>
          <a:xfrm>
            <a:off x="4983480" y="3703320"/>
            <a:ext cx="1645920" cy="365760"/>
          </a:xfrm>
          <a:prstGeom prst="rect">
            <a:avLst/>
          </a:prstGeom>
          <a:noFill/>
          <a:ln/>
        </p:spPr>
        <p:txBody>
          <a:bodyPr wrap="square" lIns="0" tIns="0" rIns="0" bIns="0" rtlCol="0" anchor="t"/>
          <a:lstStyle/>
          <a:p>
            <a:pPr algn="ctr" indent="0" marL="0">
              <a:buNone/>
            </a:pPr>
            <a:r>
              <a:rPr lang="en-US" sz="1600" b="1" dirty="0">
                <a:solidFill>
                  <a:schemeClr val="tx2"/>
                </a:solidFill>
              </a:rPr>
              <a:t>een beetje</a:t>
            </a:r>
            <a:endParaRPr lang="en-US" sz="1600" dirty="0"/>
          </a:p>
        </p:txBody>
      </p:sp>
      <p:sp>
        <p:nvSpPr>
          <p:cNvPr id="14" name="Text 11"/>
          <p:cNvSpPr txBox="1"/>
          <p:nvPr/>
        </p:nvSpPr>
        <p:spPr>
          <a:xfrm>
            <a:off x="4983480" y="4041648"/>
            <a:ext cx="1645920" cy="320040"/>
          </a:xfrm>
          <a:prstGeom prst="rect">
            <a:avLst/>
          </a:prstGeom>
          <a:noFill/>
          <a:ln/>
        </p:spPr>
        <p:txBody>
          <a:bodyPr wrap="square" lIns="0" tIns="0" rIns="0" bIns="0" rtlCol="0" anchor="t"/>
          <a:lstStyle/>
          <a:p>
            <a:pPr algn="ctr" indent="0" marL="0">
              <a:buNone/>
            </a:pPr>
            <a:r>
              <a:rPr lang="en-US" sz="1300" i="1" dirty="0">
                <a:solidFill>
                  <a:schemeClr val="accent5"/>
                </a:solidFill>
              </a:rPr>
              <a:t>un peu</a:t>
            </a:r>
            <a:endParaRPr lang="en-US" sz="1300" dirty="0"/>
          </a:p>
        </p:txBody>
      </p:sp>
      <p:sp>
        <p:nvSpPr>
          <p:cNvPr id="15" name="Shape 12"/>
          <p:cNvSpPr/>
          <p:nvPr/>
        </p:nvSpPr>
        <p:spPr>
          <a:xfrm>
            <a:off x="6702552" y="2560320"/>
            <a:ext cx="1554480" cy="1097280"/>
          </a:xfrm>
          <a:prstGeom prst="roundRect">
            <a:avLst>
              <a:gd name="adj" fmla="val 5000"/>
            </a:avLst>
          </a:prstGeom>
          <a:solidFill>
            <a:srgbClr val="F6C27E"/>
          </a:solidFill>
          <a:ln w="12700">
            <a:solidFill>
              <a:srgbClr val="FFFFFF">
                <a:alpha val="0"/>
              </a:srgbClr>
            </a:solidFill>
            <a:prstDash val="solid"/>
          </a:ln>
        </p:spPr>
      </p:sp>
      <p:sp>
        <p:nvSpPr>
          <p:cNvPr id="16" name="Text 13"/>
          <p:cNvSpPr txBox="1"/>
          <p:nvPr/>
        </p:nvSpPr>
        <p:spPr>
          <a:xfrm>
            <a:off x="6656832" y="3703320"/>
            <a:ext cx="1645920" cy="365760"/>
          </a:xfrm>
          <a:prstGeom prst="rect">
            <a:avLst/>
          </a:prstGeom>
          <a:noFill/>
          <a:ln/>
        </p:spPr>
        <p:txBody>
          <a:bodyPr wrap="square" lIns="0" tIns="0" rIns="0" bIns="0" rtlCol="0" anchor="t"/>
          <a:lstStyle/>
          <a:p>
            <a:pPr algn="ctr" indent="0" marL="0">
              <a:buNone/>
            </a:pPr>
            <a:r>
              <a:rPr lang="en-US" sz="1600" b="1" dirty="0">
                <a:solidFill>
                  <a:schemeClr val="tx2"/>
                </a:solidFill>
              </a:rPr>
              <a:t>goed</a:t>
            </a:r>
            <a:endParaRPr lang="en-US" sz="1600" dirty="0"/>
          </a:p>
        </p:txBody>
      </p:sp>
      <p:sp>
        <p:nvSpPr>
          <p:cNvPr id="17" name="Text 14"/>
          <p:cNvSpPr txBox="1"/>
          <p:nvPr/>
        </p:nvSpPr>
        <p:spPr>
          <a:xfrm>
            <a:off x="6656832" y="4041648"/>
            <a:ext cx="1645920" cy="320040"/>
          </a:xfrm>
          <a:prstGeom prst="rect">
            <a:avLst/>
          </a:prstGeom>
          <a:noFill/>
          <a:ln/>
        </p:spPr>
        <p:txBody>
          <a:bodyPr wrap="square" lIns="0" tIns="0" rIns="0" bIns="0" rtlCol="0" anchor="t"/>
          <a:lstStyle/>
          <a:p>
            <a:pPr algn="ctr" indent="0" marL="0">
              <a:buNone/>
            </a:pPr>
            <a:r>
              <a:rPr lang="en-US" sz="1300" i="1" dirty="0">
                <a:solidFill>
                  <a:schemeClr val="accent5"/>
                </a:solidFill>
              </a:rPr>
              <a:t>bien</a:t>
            </a:r>
            <a:endParaRPr lang="en-US" sz="1300" dirty="0"/>
          </a:p>
        </p:txBody>
      </p:sp>
      <p:sp>
        <p:nvSpPr>
          <p:cNvPr id="18" name="Shape 15"/>
          <p:cNvSpPr/>
          <p:nvPr/>
        </p:nvSpPr>
        <p:spPr>
          <a:xfrm>
            <a:off x="8375904" y="2194560"/>
            <a:ext cx="1554480" cy="1463040"/>
          </a:xfrm>
          <a:prstGeom prst="roundRect">
            <a:avLst>
              <a:gd name="adj" fmla="val 3750"/>
            </a:avLst>
          </a:prstGeom>
          <a:solidFill>
            <a:srgbClr val="E89A3C"/>
          </a:solidFill>
          <a:ln w="12700">
            <a:solidFill>
              <a:srgbClr val="FFFFFF">
                <a:alpha val="0"/>
              </a:srgbClr>
            </a:solidFill>
            <a:prstDash val="solid"/>
          </a:ln>
        </p:spPr>
      </p:sp>
      <p:sp>
        <p:nvSpPr>
          <p:cNvPr id="19" name="Text 16"/>
          <p:cNvSpPr txBox="1"/>
          <p:nvPr/>
        </p:nvSpPr>
        <p:spPr>
          <a:xfrm>
            <a:off x="8330184" y="3703320"/>
            <a:ext cx="1645920" cy="365760"/>
          </a:xfrm>
          <a:prstGeom prst="rect">
            <a:avLst/>
          </a:prstGeom>
          <a:noFill/>
          <a:ln/>
        </p:spPr>
        <p:txBody>
          <a:bodyPr wrap="square" lIns="0" tIns="0" rIns="0" bIns="0" rtlCol="0" anchor="t"/>
          <a:lstStyle/>
          <a:p>
            <a:pPr algn="ctr" indent="0" marL="0">
              <a:buNone/>
            </a:pPr>
            <a:r>
              <a:rPr lang="en-US" sz="1600" b="1" dirty="0">
                <a:solidFill>
                  <a:schemeClr val="tx2"/>
                </a:solidFill>
              </a:rPr>
              <a:t>vlot</a:t>
            </a:r>
            <a:endParaRPr lang="en-US" sz="1600" dirty="0"/>
          </a:p>
        </p:txBody>
      </p:sp>
      <p:sp>
        <p:nvSpPr>
          <p:cNvPr id="20" name="Text 17"/>
          <p:cNvSpPr txBox="1"/>
          <p:nvPr/>
        </p:nvSpPr>
        <p:spPr>
          <a:xfrm>
            <a:off x="8330184" y="4041648"/>
            <a:ext cx="1645920" cy="320040"/>
          </a:xfrm>
          <a:prstGeom prst="rect">
            <a:avLst/>
          </a:prstGeom>
          <a:noFill/>
          <a:ln/>
        </p:spPr>
        <p:txBody>
          <a:bodyPr wrap="square" lIns="0" tIns="0" rIns="0" bIns="0" rtlCol="0" anchor="t"/>
          <a:lstStyle/>
          <a:p>
            <a:pPr algn="ctr" indent="0" marL="0">
              <a:buNone/>
            </a:pPr>
            <a:r>
              <a:rPr lang="en-US" sz="1300" i="1" dirty="0">
                <a:solidFill>
                  <a:schemeClr val="accent5"/>
                </a:solidFill>
              </a:rPr>
              <a:t>couramment</a:t>
            </a:r>
            <a:endParaRPr lang="en-US" sz="1300" dirty="0"/>
          </a:p>
        </p:txBody>
      </p:sp>
      <p:sp>
        <p:nvSpPr>
          <p:cNvPr id="21" name="Shape 18"/>
          <p:cNvSpPr/>
          <p:nvPr/>
        </p:nvSpPr>
        <p:spPr>
          <a:xfrm>
            <a:off x="10049256" y="1828800"/>
            <a:ext cx="1554480" cy="1828800"/>
          </a:xfrm>
          <a:prstGeom prst="roundRect">
            <a:avLst>
              <a:gd name="adj" fmla="val 3529"/>
            </a:avLst>
          </a:prstGeom>
          <a:solidFill>
            <a:schemeClr val="accent3"/>
          </a:solidFill>
          <a:ln w="12700">
            <a:solidFill>
              <a:srgbClr val="FFFFFF">
                <a:alpha val="0"/>
              </a:srgbClr>
            </a:solidFill>
            <a:prstDash val="solid"/>
          </a:ln>
        </p:spPr>
      </p:sp>
      <p:sp>
        <p:nvSpPr>
          <p:cNvPr id="22" name="Text 19"/>
          <p:cNvSpPr txBox="1"/>
          <p:nvPr/>
        </p:nvSpPr>
        <p:spPr>
          <a:xfrm>
            <a:off x="10003536" y="3703320"/>
            <a:ext cx="1645920" cy="365760"/>
          </a:xfrm>
          <a:prstGeom prst="rect">
            <a:avLst/>
          </a:prstGeom>
          <a:noFill/>
          <a:ln/>
        </p:spPr>
        <p:txBody>
          <a:bodyPr wrap="square" lIns="0" tIns="0" rIns="0" bIns="0" rtlCol="0" anchor="t"/>
          <a:lstStyle/>
          <a:p>
            <a:pPr algn="ctr" indent="0" marL="0">
              <a:buNone/>
            </a:pPr>
            <a:r>
              <a:rPr lang="en-US" sz="1600" b="1" dirty="0">
                <a:solidFill>
                  <a:schemeClr val="tx2"/>
                </a:solidFill>
              </a:rPr>
              <a:t>moedertaal</a:t>
            </a:r>
            <a:endParaRPr lang="en-US" sz="1600" dirty="0"/>
          </a:p>
        </p:txBody>
      </p:sp>
      <p:sp>
        <p:nvSpPr>
          <p:cNvPr id="23" name="Text 20"/>
          <p:cNvSpPr txBox="1"/>
          <p:nvPr/>
        </p:nvSpPr>
        <p:spPr>
          <a:xfrm>
            <a:off x="10003536" y="4041648"/>
            <a:ext cx="1645920" cy="320040"/>
          </a:xfrm>
          <a:prstGeom prst="rect">
            <a:avLst/>
          </a:prstGeom>
          <a:noFill/>
          <a:ln/>
        </p:spPr>
        <p:txBody>
          <a:bodyPr wrap="square" lIns="0" tIns="0" rIns="0" bIns="0" rtlCol="0" anchor="t"/>
          <a:lstStyle/>
          <a:p>
            <a:pPr algn="ctr" indent="0" marL="0">
              <a:buNone/>
            </a:pPr>
            <a:r>
              <a:rPr lang="en-US" sz="1300" i="1" dirty="0">
                <a:solidFill>
                  <a:schemeClr val="accent5"/>
                </a:solidFill>
              </a:rPr>
              <a:t>langue maternelle</a:t>
            </a:r>
            <a:endParaRPr lang="en-US" sz="1300" dirty="0"/>
          </a:p>
        </p:txBody>
      </p:sp>
      <p:sp>
        <p:nvSpPr>
          <p:cNvPr id="24" name="Shape 21"/>
          <p:cNvSpPr/>
          <p:nvPr/>
        </p:nvSpPr>
        <p:spPr>
          <a:xfrm>
            <a:off x="5029200" y="3657600"/>
            <a:ext cx="6611112" cy="914"/>
          </a:xfrm>
          <a:prstGeom prst="line">
            <a:avLst/>
          </a:prstGeom>
          <a:noFill/>
          <a:ln w="19050">
            <a:solidFill>
              <a:srgbClr val="4A5A70"/>
            </a:solidFill>
            <a:prstDash val="solid"/>
            <a:tailEnd type="triangle"/>
          </a:ln>
        </p:spPr>
      </p:sp>
      <p:sp>
        <p:nvSpPr>
          <p:cNvPr id="25" name="Shape 22"/>
          <p:cNvSpPr/>
          <p:nvPr/>
        </p:nvSpPr>
        <p:spPr>
          <a:xfrm>
            <a:off x="548640" y="4572000"/>
            <a:ext cx="6675120" cy="1691640"/>
          </a:xfrm>
          <a:prstGeom prst="roundRect">
            <a:avLst>
              <a:gd name="adj" fmla="val 4324"/>
            </a:avLst>
          </a:prstGeom>
          <a:solidFill>
            <a:schemeClr val="bg2"/>
          </a:solidFill>
          <a:ln w="12700">
            <a:solidFill>
              <a:srgbClr val="D5DCE6"/>
            </a:solidFill>
            <a:prstDash val="solid"/>
          </a:ln>
        </p:spPr>
      </p:sp>
      <p:sp>
        <p:nvSpPr>
          <p:cNvPr id="26" name="Text 23"/>
          <p:cNvSpPr txBox="1"/>
          <p:nvPr/>
        </p:nvSpPr>
        <p:spPr>
          <a:xfrm>
            <a:off x="777240" y="4617720"/>
            <a:ext cx="6309360" cy="1600200"/>
          </a:xfrm>
          <a:prstGeom prst="rect">
            <a:avLst/>
          </a:prstGeom>
          <a:noFill/>
          <a:ln/>
        </p:spPr>
        <p:txBody>
          <a:bodyPr wrap="square" lIns="0" tIns="0" rIns="0" bIns="0" rtlCol="0" anchor="ctr"/>
          <a:lstStyle/>
          <a:p>
            <a:pPr algn="l" indent="0" marL="0">
              <a:spcAft>
                <a:spcPts val="500"/>
              </a:spcAft>
              <a:buNone/>
            </a:pPr>
            <a:r>
              <a:rPr lang="en-US" sz="1900" i="1" dirty="0">
                <a:solidFill>
                  <a:schemeClr val="tx1"/>
                </a:solidFill>
              </a:rPr>
              <a:t>Ik spreek </a:t>
            </a:r>
            <a:r>
              <a:rPr lang="en-US" sz="1900" b="1" i="1" dirty="0">
                <a:solidFill>
                  <a:schemeClr val="tx1"/>
                </a:solidFill>
              </a:rPr>
              <a:t>een beetje</a:t>
            </a:r>
            <a:r>
              <a:rPr lang="en-US" sz="1900" i="1" dirty="0">
                <a:solidFill>
                  <a:schemeClr val="tx1"/>
                </a:solidFill>
              </a:rPr>
              <a:t> Nederlands.</a:t>
            </a:r>
            <a:endParaRPr lang="en-US" sz="1900" dirty="0"/>
          </a:p>
          <a:p>
            <a:pPr algn="l" indent="0" marL="0">
              <a:spcAft>
                <a:spcPts val="500"/>
              </a:spcAft>
              <a:buNone/>
            </a:pPr>
            <a:r>
              <a:rPr lang="en-US" sz="1900" i="1" dirty="0">
                <a:solidFill>
                  <a:schemeClr val="tx1"/>
                </a:solidFill>
              </a:rPr>
              <a:t>Ik spreek </a:t>
            </a:r>
            <a:r>
              <a:rPr lang="en-US" sz="1900" b="1" i="1" dirty="0">
                <a:solidFill>
                  <a:schemeClr val="tx1"/>
                </a:solidFill>
              </a:rPr>
              <a:t>goed</a:t>
            </a:r>
            <a:r>
              <a:rPr lang="en-US" sz="1900" i="1" dirty="0">
                <a:solidFill>
                  <a:schemeClr val="tx1"/>
                </a:solidFill>
              </a:rPr>
              <a:t> Engels en </a:t>
            </a:r>
            <a:r>
              <a:rPr lang="en-US" sz="1900" b="1" i="1" dirty="0">
                <a:solidFill>
                  <a:schemeClr val="tx1"/>
                </a:solidFill>
              </a:rPr>
              <a:t>vlot</a:t>
            </a:r>
            <a:r>
              <a:rPr lang="en-US" sz="1900" i="1" dirty="0">
                <a:solidFill>
                  <a:schemeClr val="tx1"/>
                </a:solidFill>
              </a:rPr>
              <a:t> Frans.</a:t>
            </a:r>
            <a:endParaRPr lang="en-US" sz="1900" dirty="0"/>
          </a:p>
          <a:p>
            <a:pPr algn="l" indent="0" marL="0">
              <a:spcAft>
                <a:spcPts val="500"/>
              </a:spcAft>
              <a:buNone/>
            </a:pPr>
            <a:r>
              <a:rPr lang="en-US" sz="1900" i="1" dirty="0">
                <a:solidFill>
                  <a:schemeClr val="tx1"/>
                </a:solidFill>
              </a:rPr>
              <a:t>Mijn </a:t>
            </a:r>
            <a:r>
              <a:rPr lang="en-US" sz="1900" b="1" i="1" dirty="0">
                <a:solidFill>
                  <a:schemeClr val="tx1"/>
                </a:solidFill>
              </a:rPr>
              <a:t>moedertaal</a:t>
            </a:r>
            <a:r>
              <a:rPr lang="en-US" sz="1900" i="1" dirty="0">
                <a:solidFill>
                  <a:schemeClr val="tx1"/>
                </a:solidFill>
              </a:rPr>
              <a:t> is Arabisch.</a:t>
            </a:r>
            <a:endParaRPr lang="en-US" sz="1900" dirty="0"/>
          </a:p>
        </p:txBody>
      </p:sp>
      <p:sp>
        <p:nvSpPr>
          <p:cNvPr id="27" name="Shape 24"/>
          <p:cNvSpPr/>
          <p:nvPr/>
        </p:nvSpPr>
        <p:spPr>
          <a:xfrm>
            <a:off x="7452360" y="4572000"/>
            <a:ext cx="4187952" cy="1691640"/>
          </a:xfrm>
          <a:prstGeom prst="roundRect">
            <a:avLst>
              <a:gd name="adj" fmla="val 4324"/>
            </a:avLst>
          </a:prstGeom>
          <a:solidFill>
            <a:schemeClr val="accent6">
              <a:alpha val="7000"/>
            </a:schemeClr>
          </a:solidFill>
          <a:ln w="12700">
            <a:solidFill>
              <a:srgbClr val="B83227">
                <a:alpha val="60000"/>
              </a:srgbClr>
            </a:solidFill>
            <a:prstDash val="solid"/>
          </a:ln>
        </p:spPr>
      </p:sp>
      <p:sp>
        <p:nvSpPr>
          <p:cNvPr id="28" name="tag"/>
          <p:cNvSpPr/>
          <p:nvPr/>
        </p:nvSpPr>
        <p:spPr>
          <a:xfrm>
            <a:off x="7635240" y="4736592"/>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29" name="Text 26"/>
          <p:cNvSpPr txBox="1"/>
          <p:nvPr/>
        </p:nvSpPr>
        <p:spPr>
          <a:xfrm>
            <a:off x="7726680" y="5074920"/>
            <a:ext cx="3639312" cy="457200"/>
          </a:xfrm>
          <a:prstGeom prst="rect">
            <a:avLst/>
          </a:prstGeom>
          <a:noFill/>
          <a:ln/>
        </p:spPr>
        <p:txBody>
          <a:bodyPr wrap="square" lIns="0" tIns="0" rIns="0" bIns="0" rtlCol="0" anchor="ctr"/>
          <a:lstStyle/>
          <a:p>
            <a:pPr algn="l" indent="0" marL="0">
              <a:buNone/>
            </a:pPr>
            <a:r>
              <a:rPr lang="en-US" sz="1900" i="1" dirty="0">
                <a:solidFill>
                  <a:schemeClr val="tx1"/>
                </a:solidFill>
              </a:rPr>
              <a:t>Ik spreek </a:t>
            </a:r>
            <a:r>
              <a:rPr lang="en-US" sz="1900" i="1" strike="sngStrike" dirty="0">
                <a:solidFill>
                  <a:schemeClr val="accent6"/>
                </a:solidFill>
              </a:rPr>
              <a:t>het</a:t>
            </a:r>
            <a:r>
              <a:rPr lang="en-US" sz="1900" i="1" dirty="0">
                <a:solidFill>
                  <a:schemeClr val="tx1"/>
                </a:solidFill>
              </a:rPr>
              <a:t> Frans.</a:t>
            </a:r>
            <a:endParaRPr lang="en-US" sz="1900" dirty="0"/>
          </a:p>
        </p:txBody>
      </p:sp>
      <p:pic>
        <p:nvPicPr>
          <p:cNvPr id="30" name="Image 0" descr="ArrowDown">    </p:cNvPr>
          <p:cNvPicPr>
            <a:picLocks noChangeAspect="1"/>
          </p:cNvPicPr>
          <p:nvPr/>
        </p:nvPicPr>
        <p:blipFill>
          <a:blip r:embed="rId1"/>
          <a:stretch>
            <a:fillRect/>
          </a:stretch>
        </p:blipFill>
        <p:spPr>
          <a:xfrm>
            <a:off x="7726680" y="5513832"/>
            <a:ext cx="237744" cy="237744"/>
          </a:xfrm>
          <a:prstGeom prst="rect">
            <a:avLst/>
          </a:prstGeom>
        </p:spPr>
      </p:pic>
      <p:sp>
        <p:nvSpPr>
          <p:cNvPr id="31" name="Shape 27"/>
          <p:cNvSpPr/>
          <p:nvPr/>
        </p:nvSpPr>
        <p:spPr>
          <a:xfrm>
            <a:off x="7680960" y="5742432"/>
            <a:ext cx="3730752" cy="420624"/>
          </a:xfrm>
          <a:prstGeom prst="roundRect">
            <a:avLst>
              <a:gd name="adj" fmla="val 17391"/>
            </a:avLst>
          </a:prstGeom>
          <a:solidFill>
            <a:schemeClr val="accent3">
              <a:alpha val="12000"/>
            </a:schemeClr>
          </a:solidFill>
          <a:ln w="15875">
            <a:solidFill>
              <a:srgbClr val="2E7D4F"/>
            </a:solidFill>
            <a:prstDash val="solid"/>
          </a:ln>
        </p:spPr>
      </p:sp>
      <p:sp>
        <p:nvSpPr>
          <p:cNvPr id="32" name="Text 28"/>
          <p:cNvSpPr txBox="1"/>
          <p:nvPr/>
        </p:nvSpPr>
        <p:spPr>
          <a:xfrm>
            <a:off x="7818120" y="5742432"/>
            <a:ext cx="3456432" cy="420624"/>
          </a:xfrm>
          <a:prstGeom prst="rect">
            <a:avLst/>
          </a:prstGeom>
          <a:noFill/>
          <a:ln/>
        </p:spPr>
        <p:txBody>
          <a:bodyPr wrap="square" lIns="0" tIns="0" rIns="0" bIns="0" rtlCol="0" anchor="ctr"/>
          <a:lstStyle/>
          <a:p>
            <a:pPr algn="l" indent="0" marL="0">
              <a:buNone/>
            </a:pPr>
            <a:r>
              <a:rPr lang="en-US" sz="1900" i="1" dirty="0">
                <a:solidFill>
                  <a:schemeClr val="tx1"/>
                </a:solidFill>
              </a:rPr>
              <a:t>Ik spreek Ø Frans.</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Dialogue modèle : un couple belge</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pic>
        <p:nvPicPr>
          <p:cNvPr id="5" name="Image 0" descr="woman curly hair">    </p:cNvPr>
          <p:cNvPicPr>
            <a:picLocks noChangeAspect="1"/>
          </p:cNvPicPr>
          <p:nvPr/>
        </p:nvPicPr>
        <p:blipFill>
          <a:blip r:embed="rId1"/>
          <a:stretch>
            <a:fillRect/>
          </a:stretch>
        </p:blipFill>
        <p:spPr>
          <a:xfrm>
            <a:off x="548640" y="1600200"/>
            <a:ext cx="1051560" cy="1051560"/>
          </a:xfrm>
          <a:prstGeom prst="rect">
            <a:avLst/>
          </a:prstGeom>
        </p:spPr>
      </p:pic>
      <p:pic>
        <p:nvPicPr>
          <p:cNvPr id="6" name="Image 1" descr="man office worker">    </p:cNvPr>
          <p:cNvPicPr>
            <a:picLocks noChangeAspect="1"/>
          </p:cNvPicPr>
          <p:nvPr/>
        </p:nvPicPr>
        <p:blipFill>
          <a:blip r:embed="rId2"/>
          <a:stretch>
            <a:fillRect/>
          </a:stretch>
        </p:blipFill>
        <p:spPr>
          <a:xfrm>
            <a:off x="548640" y="3154680"/>
            <a:ext cx="1051560" cy="1051560"/>
          </a:xfrm>
          <a:prstGeom prst="rect">
            <a:avLst/>
          </a:prstGeom>
        </p:spPr>
      </p:pic>
      <p:pic>
        <p:nvPicPr>
          <p:cNvPr id="7" name="Image 2" descr="woman curly hair">    </p:cNvPr>
          <p:cNvPicPr>
            <a:picLocks noChangeAspect="1"/>
          </p:cNvPicPr>
          <p:nvPr/>
        </p:nvPicPr>
        <p:blipFill>
          <a:blip r:embed="rId3"/>
          <a:stretch>
            <a:fillRect/>
          </a:stretch>
        </p:blipFill>
        <p:spPr>
          <a:xfrm>
            <a:off x="548640" y="4709160"/>
            <a:ext cx="1051560" cy="1051560"/>
          </a:xfrm>
          <a:prstGeom prst="rect">
            <a:avLst/>
          </a:prstGeom>
        </p:spPr>
      </p:pic>
      <p:sp>
        <p:nvSpPr>
          <p:cNvPr id="8" name="Shape 2"/>
          <p:cNvSpPr/>
          <p:nvPr/>
        </p:nvSpPr>
        <p:spPr>
          <a:xfrm>
            <a:off x="1783080" y="1600200"/>
            <a:ext cx="6035040" cy="1188720"/>
          </a:xfrm>
          <a:prstGeom prst="roundRect">
            <a:avLst>
              <a:gd name="adj" fmla="val 13846"/>
            </a:avLst>
          </a:prstGeom>
          <a:solidFill>
            <a:schemeClr val="accent2">
              <a:alpha val="12000"/>
            </a:schemeClr>
          </a:solidFill>
          <a:ln w="15875">
            <a:solidFill>
              <a:srgbClr val="2A6FB0"/>
            </a:solidFill>
            <a:prstDash val="solid"/>
          </a:ln>
        </p:spPr>
      </p:sp>
      <p:sp>
        <p:nvSpPr>
          <p:cNvPr id="9" name="Text 3"/>
          <p:cNvSpPr txBox="1"/>
          <p:nvPr/>
        </p:nvSpPr>
        <p:spPr>
          <a:xfrm>
            <a:off x="1947672" y="1600200"/>
            <a:ext cx="5705856" cy="1188720"/>
          </a:xfrm>
          <a:prstGeom prst="rect">
            <a:avLst/>
          </a:prstGeom>
          <a:noFill/>
          <a:ln/>
        </p:spPr>
        <p:txBody>
          <a:bodyPr wrap="square" lIns="0" tIns="0" rIns="0" bIns="0" rtlCol="0" anchor="ctr"/>
          <a:lstStyle/>
          <a:p>
            <a:pPr algn="l" indent="0" marL="0">
              <a:buNone/>
            </a:pPr>
            <a:r>
              <a:rPr lang="en-US" sz="1900" b="1" dirty="0">
                <a:solidFill>
                  <a:schemeClr val="tx1"/>
                </a:solidFill>
              </a:rPr>
              <a:t>Hanne</a:t>
            </a:r>
            <a:r>
              <a:rPr lang="en-US" sz="1900" dirty="0">
                <a:solidFill>
                  <a:schemeClr val="tx1"/>
                </a:solidFill>
              </a:rPr>
              <a:t> : </a:t>
            </a:r>
            <a:r>
              <a:rPr lang="en-US" sz="1900" i="1" dirty="0">
                <a:solidFill>
                  <a:schemeClr val="tx1"/>
                </a:solidFill>
              </a:rPr>
              <a:t>Ik ben </a:t>
            </a:r>
            <a:r>
              <a:rPr lang="en-US" sz="1900" b="1" i="1" dirty="0">
                <a:solidFill>
                  <a:schemeClr val="tx1"/>
                </a:solidFill>
              </a:rPr>
              <a:t>Vlaamse</a:t>
            </a:r>
            <a:r>
              <a:rPr lang="en-US" sz="1900" i="1" dirty="0">
                <a:solidFill>
                  <a:schemeClr val="tx1"/>
                </a:solidFill>
              </a:rPr>
              <a:t>. Ik woon in Antwerpen, een </a:t>
            </a:r>
            <a:r>
              <a:rPr lang="en-US" sz="1900" b="1" i="1" dirty="0">
                <a:solidFill>
                  <a:schemeClr val="tx1"/>
                </a:solidFill>
              </a:rPr>
              <a:t>Vlaamse</a:t>
            </a:r>
            <a:r>
              <a:rPr lang="en-US" sz="1900" i="1" dirty="0">
                <a:solidFill>
                  <a:schemeClr val="tx1"/>
                </a:solidFill>
              </a:rPr>
              <a:t> stad. Ik spreek </a:t>
            </a:r>
            <a:r>
              <a:rPr lang="en-US" sz="1900" b="1" i="1" dirty="0">
                <a:solidFill>
                  <a:schemeClr val="tx1"/>
                </a:solidFill>
              </a:rPr>
              <a:t>Nederlands</a:t>
            </a:r>
            <a:r>
              <a:rPr lang="en-US" sz="1900" i="1" dirty="0">
                <a:solidFill>
                  <a:schemeClr val="tx1"/>
                </a:solidFill>
              </a:rPr>
              <a:t>.</a:t>
            </a:r>
            <a:endParaRPr lang="en-US" sz="1900" dirty="0"/>
          </a:p>
        </p:txBody>
      </p:sp>
      <p:sp>
        <p:nvSpPr>
          <p:cNvPr id="10" name="Shape 4"/>
          <p:cNvSpPr/>
          <p:nvPr/>
        </p:nvSpPr>
        <p:spPr>
          <a:xfrm>
            <a:off x="1783080" y="3154680"/>
            <a:ext cx="6035040" cy="1188720"/>
          </a:xfrm>
          <a:prstGeom prst="roundRect">
            <a:avLst>
              <a:gd name="adj" fmla="val 13846"/>
            </a:avLst>
          </a:prstGeom>
          <a:solidFill>
            <a:schemeClr val="accent1">
              <a:alpha val="12000"/>
            </a:schemeClr>
          </a:solidFill>
          <a:ln w="15875">
            <a:solidFill>
              <a:srgbClr val="D9700F"/>
            </a:solidFill>
            <a:prstDash val="solid"/>
          </a:ln>
        </p:spPr>
      </p:sp>
      <p:sp>
        <p:nvSpPr>
          <p:cNvPr id="11" name="Text 5"/>
          <p:cNvSpPr txBox="1"/>
          <p:nvPr/>
        </p:nvSpPr>
        <p:spPr>
          <a:xfrm>
            <a:off x="1947672" y="3154680"/>
            <a:ext cx="5705856" cy="1188720"/>
          </a:xfrm>
          <a:prstGeom prst="rect">
            <a:avLst/>
          </a:prstGeom>
          <a:noFill/>
          <a:ln/>
        </p:spPr>
        <p:txBody>
          <a:bodyPr wrap="square" lIns="0" tIns="0" rIns="0" bIns="0" rtlCol="0" anchor="ctr"/>
          <a:lstStyle/>
          <a:p>
            <a:pPr algn="l" indent="0" marL="0">
              <a:buNone/>
            </a:pPr>
            <a:r>
              <a:rPr lang="en-US" sz="1900" b="1" dirty="0">
                <a:solidFill>
                  <a:schemeClr val="tx1"/>
                </a:solidFill>
              </a:rPr>
              <a:t>Marc</a:t>
            </a:r>
            <a:r>
              <a:rPr lang="en-US" sz="1900" dirty="0">
                <a:solidFill>
                  <a:schemeClr val="tx1"/>
                </a:solidFill>
              </a:rPr>
              <a:t> : </a:t>
            </a:r>
            <a:r>
              <a:rPr lang="en-US" sz="1900" i="1" dirty="0">
                <a:solidFill>
                  <a:schemeClr val="tx1"/>
                </a:solidFill>
              </a:rPr>
              <a:t>Ik ben </a:t>
            </a:r>
            <a:r>
              <a:rPr lang="en-US" sz="1900" b="1" i="1" dirty="0">
                <a:solidFill>
                  <a:schemeClr val="tx1"/>
                </a:solidFill>
              </a:rPr>
              <a:t>Waal</a:t>
            </a:r>
            <a:r>
              <a:rPr lang="en-US" sz="1900" i="1" dirty="0">
                <a:solidFill>
                  <a:schemeClr val="tx1"/>
                </a:solidFill>
              </a:rPr>
              <a:t>. Ik kom uit Bergen, een </a:t>
            </a:r>
            <a:r>
              <a:rPr lang="en-US" sz="1900" b="1" i="1" dirty="0">
                <a:solidFill>
                  <a:schemeClr val="tx1"/>
                </a:solidFill>
              </a:rPr>
              <a:t>Waalse</a:t>
            </a:r>
            <a:r>
              <a:rPr lang="en-US" sz="1900" i="1" dirty="0">
                <a:solidFill>
                  <a:schemeClr val="tx1"/>
                </a:solidFill>
              </a:rPr>
              <a:t> stad. Mijn moedertaal is </a:t>
            </a:r>
            <a:r>
              <a:rPr lang="en-US" sz="1900" b="1" i="1" dirty="0">
                <a:solidFill>
                  <a:schemeClr val="tx1"/>
                </a:solidFill>
              </a:rPr>
              <a:t>Frans</a:t>
            </a:r>
            <a:r>
              <a:rPr lang="en-US" sz="1900" i="1" dirty="0">
                <a:solidFill>
                  <a:schemeClr val="tx1"/>
                </a:solidFill>
              </a:rPr>
              <a:t>.</a:t>
            </a:r>
            <a:endParaRPr lang="en-US" sz="1900" dirty="0"/>
          </a:p>
        </p:txBody>
      </p:sp>
      <p:sp>
        <p:nvSpPr>
          <p:cNvPr id="12" name="Shape 6"/>
          <p:cNvSpPr/>
          <p:nvPr/>
        </p:nvSpPr>
        <p:spPr>
          <a:xfrm>
            <a:off x="1783080" y="4709160"/>
            <a:ext cx="6035040" cy="914400"/>
          </a:xfrm>
          <a:prstGeom prst="roundRect">
            <a:avLst>
              <a:gd name="adj" fmla="val 18000"/>
            </a:avLst>
          </a:prstGeom>
          <a:solidFill>
            <a:schemeClr val="accent2">
              <a:alpha val="12000"/>
            </a:schemeClr>
          </a:solidFill>
          <a:ln w="15875">
            <a:solidFill>
              <a:srgbClr val="2A6FB0"/>
            </a:solidFill>
            <a:prstDash val="solid"/>
          </a:ln>
        </p:spPr>
      </p:sp>
      <p:sp>
        <p:nvSpPr>
          <p:cNvPr id="13" name="Text 7"/>
          <p:cNvSpPr txBox="1"/>
          <p:nvPr/>
        </p:nvSpPr>
        <p:spPr>
          <a:xfrm>
            <a:off x="1947672" y="4709160"/>
            <a:ext cx="5705856" cy="914400"/>
          </a:xfrm>
          <a:prstGeom prst="rect">
            <a:avLst/>
          </a:prstGeom>
          <a:noFill/>
          <a:ln/>
        </p:spPr>
        <p:txBody>
          <a:bodyPr wrap="square" lIns="0" tIns="0" rIns="0" bIns="0" rtlCol="0" anchor="ctr"/>
          <a:lstStyle/>
          <a:p>
            <a:pPr algn="l" indent="0" marL="0">
              <a:buNone/>
            </a:pPr>
            <a:r>
              <a:rPr lang="en-US" sz="1900" b="1" dirty="0">
                <a:solidFill>
                  <a:schemeClr val="tx1"/>
                </a:solidFill>
              </a:rPr>
              <a:t>Hanne</a:t>
            </a:r>
            <a:r>
              <a:rPr lang="en-US" sz="1900" dirty="0">
                <a:solidFill>
                  <a:schemeClr val="tx1"/>
                </a:solidFill>
              </a:rPr>
              <a:t> : </a:t>
            </a:r>
            <a:r>
              <a:rPr lang="en-US" sz="1900" i="1" dirty="0">
                <a:solidFill>
                  <a:schemeClr val="tx1"/>
                </a:solidFill>
              </a:rPr>
              <a:t>Wij spreken thuis Nederlands </a:t>
            </a:r>
            <a:r>
              <a:rPr lang="en-US" sz="1900" b="1" i="1" dirty="0">
                <a:solidFill>
                  <a:schemeClr val="tx1"/>
                </a:solidFill>
              </a:rPr>
              <a:t>én</a:t>
            </a:r>
            <a:r>
              <a:rPr lang="en-US" sz="1900" i="1" dirty="0">
                <a:solidFill>
                  <a:schemeClr val="tx1"/>
                </a:solidFill>
              </a:rPr>
              <a:t> Frans!</a:t>
            </a:r>
            <a:endParaRPr lang="en-US" sz="1900" dirty="0"/>
          </a:p>
        </p:txBody>
      </p:sp>
      <p:sp>
        <p:nvSpPr>
          <p:cNvPr id="14" name="Shape 8"/>
          <p:cNvSpPr/>
          <p:nvPr/>
        </p:nvSpPr>
        <p:spPr>
          <a:xfrm>
            <a:off x="8092440" y="1600200"/>
            <a:ext cx="3547872" cy="3291840"/>
          </a:xfrm>
          <a:prstGeom prst="roundRect">
            <a:avLst>
              <a:gd name="adj" fmla="val 2222"/>
            </a:avLst>
          </a:prstGeom>
          <a:solidFill>
            <a:schemeClr val="bg2"/>
          </a:solidFill>
          <a:ln w="12700">
            <a:solidFill>
              <a:srgbClr val="D5DCE6"/>
            </a:solidFill>
            <a:prstDash val="solid"/>
          </a:ln>
        </p:spPr>
      </p:sp>
      <p:sp>
        <p:nvSpPr>
          <p:cNvPr id="15" name="Shape 9"/>
          <p:cNvSpPr/>
          <p:nvPr/>
        </p:nvSpPr>
        <p:spPr>
          <a:xfrm>
            <a:off x="8262727" y="1880968"/>
            <a:ext cx="2741241" cy="991195"/>
          </a:xfrm>
          <a:custGeom>
            <a:avLst/>
            <a:gdLst/>
            <a:ahLst/>
            <a:cxnLst/>
            <a:rect l="l" t="t" r="r" b="b"/>
            <a:pathLst>
              <a:path w="2741241" h="991195">
                <a:moveTo>
                  <a:pt x="0" y="508640"/>
                </a:moveTo>
                <a:lnTo>
                  <a:pt x="215324" y="404303"/>
                </a:lnTo>
                <a:lnTo>
                  <a:pt x="463775" y="221715"/>
                </a:lnTo>
                <a:lnTo>
                  <a:pt x="687381" y="143462"/>
                </a:lnTo>
                <a:lnTo>
                  <a:pt x="811606" y="247799"/>
                </a:lnTo>
                <a:lnTo>
                  <a:pt x="1043494" y="352135"/>
                </a:lnTo>
                <a:lnTo>
                  <a:pt x="1250536" y="299967"/>
                </a:lnTo>
                <a:lnTo>
                  <a:pt x="1407888" y="143462"/>
                </a:lnTo>
                <a:lnTo>
                  <a:pt x="1556959" y="156504"/>
                </a:lnTo>
                <a:lnTo>
                  <a:pt x="1664621" y="0"/>
                </a:lnTo>
                <a:lnTo>
                  <a:pt x="1830255" y="78252"/>
                </a:lnTo>
                <a:lnTo>
                  <a:pt x="1971043" y="26084"/>
                </a:lnTo>
                <a:lnTo>
                  <a:pt x="2120114" y="65210"/>
                </a:lnTo>
                <a:lnTo>
                  <a:pt x="2236058" y="221715"/>
                </a:lnTo>
                <a:lnTo>
                  <a:pt x="2451382" y="247799"/>
                </a:lnTo>
                <a:lnTo>
                  <a:pt x="2741241" y="430387"/>
                </a:lnTo>
                <a:lnTo>
                  <a:pt x="2658424" y="691228"/>
                </a:lnTo>
                <a:lnTo>
                  <a:pt x="2617016" y="939027"/>
                </a:lnTo>
                <a:lnTo>
                  <a:pt x="2409973" y="978153"/>
                </a:lnTo>
                <a:lnTo>
                  <a:pt x="2120114" y="991195"/>
                </a:lnTo>
                <a:lnTo>
                  <a:pt x="1913072" y="965111"/>
                </a:lnTo>
                <a:lnTo>
                  <a:pt x="1706029" y="991195"/>
                </a:lnTo>
                <a:lnTo>
                  <a:pt x="1540395" y="965111"/>
                </a:lnTo>
                <a:lnTo>
                  <a:pt x="1333353" y="991195"/>
                </a:lnTo>
                <a:lnTo>
                  <a:pt x="1126311" y="978153"/>
                </a:lnTo>
                <a:lnTo>
                  <a:pt x="836451" y="978153"/>
                </a:lnTo>
                <a:lnTo>
                  <a:pt x="588000" y="952069"/>
                </a:lnTo>
                <a:lnTo>
                  <a:pt x="298141" y="912943"/>
                </a:lnTo>
                <a:lnTo>
                  <a:pt x="173916" y="860775"/>
                </a:lnTo>
                <a:lnTo>
                  <a:pt x="49690" y="691228"/>
                </a:lnTo>
                <a:close/>
              </a:path>
            </a:pathLst>
          </a:custGeom>
          <a:solidFill>
            <a:srgbClr val="7FA7D9"/>
          </a:solidFill>
          <a:ln w="19050">
            <a:solidFill>
              <a:srgbClr val="FFFFFF"/>
            </a:solidFill>
            <a:prstDash val="solid"/>
          </a:ln>
        </p:spPr>
      </p:sp>
      <p:sp>
        <p:nvSpPr>
          <p:cNvPr id="16" name="Shape 10"/>
          <p:cNvSpPr/>
          <p:nvPr/>
        </p:nvSpPr>
        <p:spPr>
          <a:xfrm>
            <a:off x="8560868" y="2793911"/>
            <a:ext cx="2898593" cy="1669381"/>
          </a:xfrm>
          <a:custGeom>
            <a:avLst/>
            <a:gdLst/>
            <a:ahLst/>
            <a:cxnLst/>
            <a:rect l="l" t="t" r="r" b="b"/>
            <a:pathLst>
              <a:path w="2898593" h="1669381">
                <a:moveTo>
                  <a:pt x="0" y="0"/>
                </a:moveTo>
                <a:lnTo>
                  <a:pt x="289859" y="39126"/>
                </a:lnTo>
                <a:lnTo>
                  <a:pt x="538310" y="65210"/>
                </a:lnTo>
                <a:lnTo>
                  <a:pt x="828170" y="65210"/>
                </a:lnTo>
                <a:lnTo>
                  <a:pt x="1035212" y="78252"/>
                </a:lnTo>
                <a:lnTo>
                  <a:pt x="1242254" y="52168"/>
                </a:lnTo>
                <a:lnTo>
                  <a:pt x="1407888" y="78252"/>
                </a:lnTo>
                <a:lnTo>
                  <a:pt x="1614931" y="52168"/>
                </a:lnTo>
                <a:lnTo>
                  <a:pt x="1821973" y="78252"/>
                </a:lnTo>
                <a:lnTo>
                  <a:pt x="2111832" y="65210"/>
                </a:lnTo>
                <a:lnTo>
                  <a:pt x="2318875" y="26084"/>
                </a:lnTo>
                <a:lnTo>
                  <a:pt x="2583889" y="39126"/>
                </a:lnTo>
                <a:lnTo>
                  <a:pt x="2790931" y="208673"/>
                </a:lnTo>
                <a:lnTo>
                  <a:pt x="2898593" y="586892"/>
                </a:lnTo>
                <a:lnTo>
                  <a:pt x="2683269" y="847733"/>
                </a:lnTo>
                <a:lnTo>
                  <a:pt x="2550762" y="795564"/>
                </a:lnTo>
                <a:lnTo>
                  <a:pt x="2360283" y="1082489"/>
                </a:lnTo>
                <a:lnTo>
                  <a:pt x="2418255" y="1604171"/>
                </a:lnTo>
                <a:lnTo>
                  <a:pt x="2128396" y="1669381"/>
                </a:lnTo>
                <a:lnTo>
                  <a:pt x="1904790" y="1421582"/>
                </a:lnTo>
                <a:lnTo>
                  <a:pt x="1614931" y="1278120"/>
                </a:lnTo>
                <a:lnTo>
                  <a:pt x="1623212" y="1082489"/>
                </a:lnTo>
                <a:lnTo>
                  <a:pt x="1639776" y="821649"/>
                </a:lnTo>
                <a:lnTo>
                  <a:pt x="1590085" y="808606"/>
                </a:lnTo>
                <a:lnTo>
                  <a:pt x="1490705" y="1043363"/>
                </a:lnTo>
                <a:lnTo>
                  <a:pt x="1283663" y="1095531"/>
                </a:lnTo>
                <a:lnTo>
                  <a:pt x="1076620" y="1069447"/>
                </a:lnTo>
                <a:lnTo>
                  <a:pt x="1026930" y="952069"/>
                </a:lnTo>
                <a:lnTo>
                  <a:pt x="1076620" y="665144"/>
                </a:lnTo>
                <a:lnTo>
                  <a:pt x="869578" y="573850"/>
                </a:lnTo>
                <a:lnTo>
                  <a:pt x="662536" y="599934"/>
                </a:lnTo>
                <a:lnTo>
                  <a:pt x="579719" y="365177"/>
                </a:lnTo>
                <a:lnTo>
                  <a:pt x="314704" y="326051"/>
                </a:lnTo>
                <a:lnTo>
                  <a:pt x="82817" y="104336"/>
                </a:lnTo>
                <a:close/>
              </a:path>
            </a:pathLst>
          </a:custGeom>
          <a:solidFill>
            <a:srgbClr val="EDA765"/>
          </a:solidFill>
          <a:ln w="19050">
            <a:solidFill>
              <a:srgbClr val="FFFFFF"/>
            </a:solidFill>
            <a:prstDash val="solid"/>
          </a:ln>
        </p:spPr>
      </p:sp>
      <p:sp>
        <p:nvSpPr>
          <p:cNvPr id="17" name="Shape 11"/>
          <p:cNvSpPr/>
          <p:nvPr/>
        </p:nvSpPr>
        <p:spPr>
          <a:xfrm>
            <a:off x="9678179" y="2643927"/>
            <a:ext cx="183632" cy="143462"/>
          </a:xfrm>
          <a:prstGeom prst="ellipse">
            <a:avLst/>
          </a:prstGeom>
          <a:solidFill>
            <a:schemeClr val="tx2"/>
          </a:solidFill>
          <a:ln w="15875">
            <a:solidFill>
              <a:srgbClr val="FFFFFF"/>
            </a:solidFill>
            <a:prstDash val="solid"/>
          </a:ln>
        </p:spPr>
      </p:sp>
      <p:pic>
        <p:nvPicPr>
          <p:cNvPr id="18" name="Image 3" descr="MapMarkerAlt">    </p:cNvPr>
          <p:cNvPicPr>
            <a:picLocks noChangeAspect="1"/>
          </p:cNvPicPr>
          <p:nvPr/>
        </p:nvPicPr>
        <p:blipFill>
          <a:blip r:embed="rId4"/>
          <a:stretch>
            <a:fillRect/>
          </a:stretch>
        </p:blipFill>
        <p:spPr>
          <a:xfrm>
            <a:off x="9647674" y="1909165"/>
            <a:ext cx="310896" cy="310896"/>
          </a:xfrm>
          <a:prstGeom prst="rect">
            <a:avLst/>
          </a:prstGeom>
        </p:spPr>
      </p:pic>
      <p:sp>
        <p:nvSpPr>
          <p:cNvPr id="19" name="Text 12"/>
          <p:cNvSpPr txBox="1"/>
          <p:nvPr/>
        </p:nvSpPr>
        <p:spPr>
          <a:xfrm>
            <a:off x="8980162" y="1598269"/>
            <a:ext cx="1645920" cy="292608"/>
          </a:xfrm>
          <a:prstGeom prst="rect">
            <a:avLst/>
          </a:prstGeom>
          <a:noFill/>
          <a:ln/>
        </p:spPr>
        <p:txBody>
          <a:bodyPr wrap="square" lIns="0" tIns="0" rIns="0" bIns="0" rtlCol="0" anchor="ctr"/>
          <a:lstStyle/>
          <a:p>
            <a:pPr algn="ctr" indent="0" marL="0">
              <a:buNone/>
            </a:pPr>
            <a:r>
              <a:rPr lang="en-US" sz="1300" b="1" dirty="0">
                <a:solidFill>
                  <a:schemeClr val="tx1"/>
                </a:solidFill>
              </a:rPr>
              <a:t>Antwerpen</a:t>
            </a:r>
            <a:endParaRPr lang="en-US" sz="1300" dirty="0"/>
          </a:p>
        </p:txBody>
      </p:sp>
      <p:pic>
        <p:nvPicPr>
          <p:cNvPr id="20" name="Image 4" descr="MapMarkerAlt">    </p:cNvPr>
          <p:cNvPicPr>
            <a:picLocks noChangeAspect="1"/>
          </p:cNvPicPr>
          <p:nvPr/>
        </p:nvPicPr>
        <p:blipFill>
          <a:blip r:embed="rId5"/>
          <a:stretch>
            <a:fillRect/>
          </a:stretch>
        </p:blipFill>
        <p:spPr>
          <a:xfrm>
            <a:off x="9274998" y="2913402"/>
            <a:ext cx="310896" cy="310896"/>
          </a:xfrm>
          <a:prstGeom prst="rect">
            <a:avLst/>
          </a:prstGeom>
        </p:spPr>
      </p:pic>
      <p:sp>
        <p:nvSpPr>
          <p:cNvPr id="21" name="Text 13"/>
          <p:cNvSpPr txBox="1"/>
          <p:nvPr/>
        </p:nvSpPr>
        <p:spPr>
          <a:xfrm>
            <a:off x="8607486" y="3297450"/>
            <a:ext cx="1645920" cy="292608"/>
          </a:xfrm>
          <a:prstGeom prst="rect">
            <a:avLst/>
          </a:prstGeom>
          <a:noFill/>
          <a:ln/>
        </p:spPr>
        <p:txBody>
          <a:bodyPr wrap="square" lIns="0" tIns="0" rIns="0" bIns="0" rtlCol="0" anchor="ctr"/>
          <a:lstStyle/>
          <a:p>
            <a:pPr algn="ctr" indent="0" marL="0">
              <a:buNone/>
            </a:pPr>
            <a:r>
              <a:rPr lang="en-US" sz="1300" b="1" dirty="0">
                <a:solidFill>
                  <a:schemeClr val="tx1"/>
                </a:solidFill>
              </a:rPr>
              <a:t>Bergen</a:t>
            </a:r>
            <a:endParaRPr lang="en-US" sz="1300" dirty="0"/>
          </a:p>
        </p:txBody>
      </p:sp>
      <p:sp>
        <p:nvSpPr>
          <p:cNvPr id="22" name="Shape 14"/>
          <p:cNvSpPr/>
          <p:nvPr/>
        </p:nvSpPr>
        <p:spPr>
          <a:xfrm>
            <a:off x="8092440" y="5074920"/>
            <a:ext cx="3547872" cy="1188720"/>
          </a:xfrm>
          <a:prstGeom prst="roundRect">
            <a:avLst>
              <a:gd name="adj" fmla="val 6154"/>
            </a:avLst>
          </a:prstGeom>
          <a:solidFill>
            <a:schemeClr val="tx2"/>
          </a:solidFill>
          <a:ln w="12700">
            <a:solidFill>
              <a:srgbClr val="FFFFFF">
                <a:alpha val="0"/>
              </a:srgbClr>
            </a:solidFill>
            <a:prstDash val="solid"/>
          </a:ln>
        </p:spPr>
      </p:sp>
      <p:sp>
        <p:nvSpPr>
          <p:cNvPr id="23" name="Text 15"/>
          <p:cNvSpPr txBox="1"/>
          <p:nvPr/>
        </p:nvSpPr>
        <p:spPr>
          <a:xfrm>
            <a:off x="8275320" y="5074920"/>
            <a:ext cx="3200400" cy="1188720"/>
          </a:xfrm>
          <a:prstGeom prst="rect">
            <a:avLst/>
          </a:prstGeom>
          <a:noFill/>
          <a:ln/>
        </p:spPr>
        <p:txBody>
          <a:bodyPr wrap="square" lIns="0" tIns="0" rIns="0" bIns="0" rtlCol="0" anchor="ctr"/>
          <a:lstStyle/>
          <a:p>
            <a:pPr algn="l" indent="0" marL="0">
              <a:spcAft>
                <a:spcPts val="400"/>
              </a:spcAft>
              <a:buNone/>
            </a:pPr>
            <a:r>
              <a:rPr lang="en-US" sz="1800" dirty="0">
                <a:solidFill>
                  <a:schemeClr val="bg1"/>
                </a:solidFill>
              </a:rPr>
              <a:t>♀ Hanne → </a:t>
            </a:r>
            <a:r>
              <a:rPr lang="en-US" sz="1800" i="1" dirty="0">
                <a:solidFill>
                  <a:schemeClr val="bg1"/>
                </a:solidFill>
              </a:rPr>
              <a:t>Vlaam</a:t>
            </a:r>
            <a:r>
              <a:rPr lang="en-US" sz="1800" b="1" i="1" dirty="0">
                <a:solidFill>
                  <a:schemeClr val="bg1"/>
                </a:solidFill>
              </a:rPr>
              <a:t>se</a:t>
            </a:r>
            <a:endParaRPr lang="en-US" sz="1800" dirty="0"/>
          </a:p>
          <a:p>
            <a:pPr algn="l" indent="0" marL="0">
              <a:spcAft>
                <a:spcPts val="400"/>
              </a:spcAft>
              <a:buNone/>
            </a:pPr>
            <a:r>
              <a:rPr lang="en-US" sz="1800" dirty="0">
                <a:solidFill>
                  <a:schemeClr val="bg1"/>
                </a:solidFill>
              </a:rPr>
              <a:t>♂ Marc → </a:t>
            </a:r>
            <a:r>
              <a:rPr lang="en-US" sz="1800" i="1" dirty="0">
                <a:solidFill>
                  <a:schemeClr val="bg1"/>
                </a:solidFill>
              </a:rPr>
              <a:t>Waal</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les questions et les réponses</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548640" y="1572768"/>
            <a:ext cx="3931920" cy="841248"/>
          </a:xfrm>
          <a:prstGeom prst="roundRect">
            <a:avLst>
              <a:gd name="adj" fmla="val 8696"/>
            </a:avLst>
          </a:prstGeom>
          <a:solidFill>
            <a:schemeClr val="accent2"/>
          </a:solidFill>
          <a:ln w="12700">
            <a:solidFill>
              <a:srgbClr val="FFFFFF">
                <a:alpha val="0"/>
              </a:srgbClr>
            </a:solidFill>
            <a:prstDash val="solid"/>
          </a:ln>
        </p:spPr>
      </p:sp>
      <p:pic>
        <p:nvPicPr>
          <p:cNvPr id="6" name="Image 0" descr="QuestionCircle">    </p:cNvPr>
          <p:cNvPicPr>
            <a:picLocks noChangeAspect="1"/>
          </p:cNvPicPr>
          <p:nvPr/>
        </p:nvPicPr>
        <p:blipFill>
          <a:blip r:embed="rId1"/>
          <a:stretch>
            <a:fillRect/>
          </a:stretch>
        </p:blipFill>
        <p:spPr>
          <a:xfrm>
            <a:off x="731520" y="1828800"/>
            <a:ext cx="329184" cy="329184"/>
          </a:xfrm>
          <a:prstGeom prst="rect">
            <a:avLst/>
          </a:prstGeom>
        </p:spPr>
      </p:pic>
      <p:sp>
        <p:nvSpPr>
          <p:cNvPr id="7" name="Text 3"/>
          <p:cNvSpPr txBox="1"/>
          <p:nvPr/>
        </p:nvSpPr>
        <p:spPr>
          <a:xfrm>
            <a:off x="1188720" y="1572768"/>
            <a:ext cx="3200400" cy="841248"/>
          </a:xfrm>
          <a:prstGeom prst="rect">
            <a:avLst/>
          </a:prstGeom>
          <a:noFill/>
          <a:ln/>
        </p:spPr>
        <p:txBody>
          <a:bodyPr wrap="square" lIns="0" tIns="0" rIns="0" bIns="0" rtlCol="0" anchor="ctr"/>
          <a:lstStyle/>
          <a:p>
            <a:pPr algn="l" indent="0" marL="0">
              <a:buNone/>
            </a:pPr>
            <a:r>
              <a:rPr lang="en-US" sz="1900" b="1" i="1" dirty="0">
                <a:solidFill>
                  <a:schemeClr val="bg1"/>
                </a:solidFill>
              </a:rPr>
              <a:t>Waar kom je vandaan?</a:t>
            </a:r>
            <a:endParaRPr lang="en-US" sz="1900" dirty="0"/>
          </a:p>
        </p:txBody>
      </p:sp>
      <p:sp>
        <p:nvSpPr>
          <p:cNvPr id="8" name="Shape 4"/>
          <p:cNvSpPr/>
          <p:nvPr/>
        </p:nvSpPr>
        <p:spPr>
          <a:xfrm>
            <a:off x="4526280" y="1993392"/>
            <a:ext cx="502920" cy="914"/>
          </a:xfrm>
          <a:prstGeom prst="line">
            <a:avLst/>
          </a:prstGeom>
          <a:noFill/>
          <a:ln w="25400">
            <a:solidFill>
              <a:srgbClr val="4A5A70"/>
            </a:solidFill>
            <a:prstDash val="solid"/>
            <a:tailEnd type="triangle"/>
          </a:ln>
        </p:spPr>
      </p:sp>
      <p:sp>
        <p:nvSpPr>
          <p:cNvPr id="9" name="Shape 5"/>
          <p:cNvSpPr/>
          <p:nvPr/>
        </p:nvSpPr>
        <p:spPr>
          <a:xfrm>
            <a:off x="5074920" y="1572768"/>
            <a:ext cx="6565392" cy="841248"/>
          </a:xfrm>
          <a:prstGeom prst="roundRect">
            <a:avLst>
              <a:gd name="adj" fmla="val 8696"/>
            </a:avLst>
          </a:prstGeom>
          <a:solidFill>
            <a:schemeClr val="accent3">
              <a:alpha val="12000"/>
            </a:schemeClr>
          </a:solidFill>
          <a:ln w="15875">
            <a:solidFill>
              <a:srgbClr val="2E7D4F"/>
            </a:solidFill>
            <a:prstDash val="solid"/>
          </a:ln>
        </p:spPr>
      </p:sp>
      <p:sp>
        <p:nvSpPr>
          <p:cNvPr id="10" name="Text 6"/>
          <p:cNvSpPr txBox="1"/>
          <p:nvPr/>
        </p:nvSpPr>
        <p:spPr>
          <a:xfrm>
            <a:off x="5303520" y="1572768"/>
            <a:ext cx="6217920" cy="841248"/>
          </a:xfrm>
          <a:prstGeom prst="rect">
            <a:avLst/>
          </a:prstGeom>
          <a:noFill/>
          <a:ln/>
        </p:spPr>
        <p:txBody>
          <a:bodyPr wrap="square" lIns="0" tIns="0" rIns="0" bIns="0" rtlCol="0" anchor="ctr"/>
          <a:lstStyle/>
          <a:p>
            <a:pPr algn="l" indent="0" marL="0">
              <a:buNone/>
            </a:pPr>
            <a:r>
              <a:rPr lang="en-US" sz="1900" i="1" dirty="0">
                <a:solidFill>
                  <a:schemeClr val="tx1"/>
                </a:solidFill>
              </a:rPr>
              <a:t>Ik kom uit Polen.</a:t>
            </a:r>
            <a:endParaRPr lang="en-US" sz="1900" dirty="0"/>
          </a:p>
        </p:txBody>
      </p:sp>
      <p:sp>
        <p:nvSpPr>
          <p:cNvPr id="11" name="Shape 7"/>
          <p:cNvSpPr/>
          <p:nvPr/>
        </p:nvSpPr>
        <p:spPr>
          <a:xfrm>
            <a:off x="548640" y="2596896"/>
            <a:ext cx="3931920" cy="841248"/>
          </a:xfrm>
          <a:prstGeom prst="roundRect">
            <a:avLst>
              <a:gd name="adj" fmla="val 8696"/>
            </a:avLst>
          </a:prstGeom>
          <a:solidFill>
            <a:schemeClr val="accent2"/>
          </a:solidFill>
          <a:ln w="12700">
            <a:solidFill>
              <a:srgbClr val="FFFFFF">
                <a:alpha val="0"/>
              </a:srgbClr>
            </a:solidFill>
            <a:prstDash val="solid"/>
          </a:ln>
        </p:spPr>
      </p:sp>
      <p:pic>
        <p:nvPicPr>
          <p:cNvPr id="12" name="Image 1" descr="QuestionCircle">    </p:cNvPr>
          <p:cNvPicPr>
            <a:picLocks noChangeAspect="1"/>
          </p:cNvPicPr>
          <p:nvPr/>
        </p:nvPicPr>
        <p:blipFill>
          <a:blip r:embed="rId2"/>
          <a:stretch>
            <a:fillRect/>
          </a:stretch>
        </p:blipFill>
        <p:spPr>
          <a:xfrm>
            <a:off x="731520" y="2852928"/>
            <a:ext cx="329184" cy="329184"/>
          </a:xfrm>
          <a:prstGeom prst="rect">
            <a:avLst/>
          </a:prstGeom>
        </p:spPr>
      </p:pic>
      <p:sp>
        <p:nvSpPr>
          <p:cNvPr id="13" name="Text 8"/>
          <p:cNvSpPr txBox="1"/>
          <p:nvPr/>
        </p:nvSpPr>
        <p:spPr>
          <a:xfrm>
            <a:off x="1188720" y="2596896"/>
            <a:ext cx="3200400" cy="841248"/>
          </a:xfrm>
          <a:prstGeom prst="rect">
            <a:avLst/>
          </a:prstGeom>
          <a:noFill/>
          <a:ln/>
        </p:spPr>
        <p:txBody>
          <a:bodyPr wrap="square" lIns="0" tIns="0" rIns="0" bIns="0" rtlCol="0" anchor="ctr"/>
          <a:lstStyle/>
          <a:p>
            <a:pPr algn="l" indent="0" marL="0">
              <a:buNone/>
            </a:pPr>
            <a:r>
              <a:rPr lang="en-US" sz="1900" b="1" i="1" dirty="0">
                <a:solidFill>
                  <a:schemeClr val="bg1"/>
                </a:solidFill>
              </a:rPr>
              <a:t>Wat is je nationaliteit?</a:t>
            </a:r>
            <a:endParaRPr lang="en-US" sz="1900" dirty="0"/>
          </a:p>
        </p:txBody>
      </p:sp>
      <p:sp>
        <p:nvSpPr>
          <p:cNvPr id="14" name="Shape 9"/>
          <p:cNvSpPr/>
          <p:nvPr/>
        </p:nvSpPr>
        <p:spPr>
          <a:xfrm>
            <a:off x="4526280" y="3017520"/>
            <a:ext cx="502920" cy="914"/>
          </a:xfrm>
          <a:prstGeom prst="line">
            <a:avLst/>
          </a:prstGeom>
          <a:noFill/>
          <a:ln w="25400">
            <a:solidFill>
              <a:srgbClr val="4A5A70"/>
            </a:solidFill>
            <a:prstDash val="solid"/>
            <a:tailEnd type="triangle"/>
          </a:ln>
        </p:spPr>
      </p:sp>
      <p:sp>
        <p:nvSpPr>
          <p:cNvPr id="15" name="Shape 10"/>
          <p:cNvSpPr/>
          <p:nvPr/>
        </p:nvSpPr>
        <p:spPr>
          <a:xfrm>
            <a:off x="5074920" y="2596896"/>
            <a:ext cx="6565392" cy="841248"/>
          </a:xfrm>
          <a:prstGeom prst="roundRect">
            <a:avLst>
              <a:gd name="adj" fmla="val 8696"/>
            </a:avLst>
          </a:prstGeom>
          <a:solidFill>
            <a:schemeClr val="accent3">
              <a:alpha val="12000"/>
            </a:schemeClr>
          </a:solidFill>
          <a:ln w="15875">
            <a:solidFill>
              <a:srgbClr val="2E7D4F"/>
            </a:solidFill>
            <a:prstDash val="solid"/>
          </a:ln>
        </p:spPr>
      </p:sp>
      <p:sp>
        <p:nvSpPr>
          <p:cNvPr id="16" name="Text 11"/>
          <p:cNvSpPr txBox="1"/>
          <p:nvPr/>
        </p:nvSpPr>
        <p:spPr>
          <a:xfrm>
            <a:off x="5303520" y="2596896"/>
            <a:ext cx="6217920" cy="841248"/>
          </a:xfrm>
          <a:prstGeom prst="rect">
            <a:avLst/>
          </a:prstGeom>
          <a:noFill/>
          <a:ln/>
        </p:spPr>
        <p:txBody>
          <a:bodyPr wrap="square" lIns="0" tIns="0" rIns="0" bIns="0" rtlCol="0" anchor="ctr"/>
          <a:lstStyle/>
          <a:p>
            <a:pPr algn="l" indent="0" marL="0">
              <a:buNone/>
            </a:pPr>
            <a:r>
              <a:rPr lang="en-US" sz="1900" i="1" dirty="0">
                <a:solidFill>
                  <a:schemeClr val="tx1"/>
                </a:solidFill>
              </a:rPr>
              <a:t>Ik ben Belg. / Ik heb de Belgische nationaliteit.</a:t>
            </a:r>
            <a:endParaRPr lang="en-US" sz="1900" dirty="0"/>
          </a:p>
        </p:txBody>
      </p:sp>
      <p:sp>
        <p:nvSpPr>
          <p:cNvPr id="17" name="Shape 12"/>
          <p:cNvSpPr/>
          <p:nvPr/>
        </p:nvSpPr>
        <p:spPr>
          <a:xfrm>
            <a:off x="548640" y="3621024"/>
            <a:ext cx="3931920" cy="841248"/>
          </a:xfrm>
          <a:prstGeom prst="roundRect">
            <a:avLst>
              <a:gd name="adj" fmla="val 8696"/>
            </a:avLst>
          </a:prstGeom>
          <a:solidFill>
            <a:schemeClr val="accent2"/>
          </a:solidFill>
          <a:ln w="12700">
            <a:solidFill>
              <a:srgbClr val="FFFFFF">
                <a:alpha val="0"/>
              </a:srgbClr>
            </a:solidFill>
            <a:prstDash val="solid"/>
          </a:ln>
        </p:spPr>
      </p:sp>
      <p:pic>
        <p:nvPicPr>
          <p:cNvPr id="18" name="Image 2" descr="QuestionCircle">    </p:cNvPr>
          <p:cNvPicPr>
            <a:picLocks noChangeAspect="1"/>
          </p:cNvPicPr>
          <p:nvPr/>
        </p:nvPicPr>
        <p:blipFill>
          <a:blip r:embed="rId3"/>
          <a:stretch>
            <a:fillRect/>
          </a:stretch>
        </p:blipFill>
        <p:spPr>
          <a:xfrm>
            <a:off x="731520" y="3877056"/>
            <a:ext cx="329184" cy="329184"/>
          </a:xfrm>
          <a:prstGeom prst="rect">
            <a:avLst/>
          </a:prstGeom>
        </p:spPr>
      </p:pic>
      <p:sp>
        <p:nvSpPr>
          <p:cNvPr id="19" name="Text 13"/>
          <p:cNvSpPr txBox="1"/>
          <p:nvPr/>
        </p:nvSpPr>
        <p:spPr>
          <a:xfrm>
            <a:off x="1188720" y="3621024"/>
            <a:ext cx="3200400" cy="841248"/>
          </a:xfrm>
          <a:prstGeom prst="rect">
            <a:avLst/>
          </a:prstGeom>
          <a:noFill/>
          <a:ln/>
        </p:spPr>
        <p:txBody>
          <a:bodyPr wrap="square" lIns="0" tIns="0" rIns="0" bIns="0" rtlCol="0" anchor="ctr"/>
          <a:lstStyle/>
          <a:p>
            <a:pPr algn="l" indent="0" marL="0">
              <a:buNone/>
            </a:pPr>
            <a:r>
              <a:rPr lang="en-US" sz="1900" b="1" i="1" dirty="0">
                <a:solidFill>
                  <a:schemeClr val="bg1"/>
                </a:solidFill>
              </a:rPr>
              <a:t>Wat is je moedertaal?</a:t>
            </a:r>
            <a:endParaRPr lang="en-US" sz="1900" dirty="0"/>
          </a:p>
        </p:txBody>
      </p:sp>
      <p:sp>
        <p:nvSpPr>
          <p:cNvPr id="20" name="Shape 14"/>
          <p:cNvSpPr/>
          <p:nvPr/>
        </p:nvSpPr>
        <p:spPr>
          <a:xfrm>
            <a:off x="4526280" y="4041648"/>
            <a:ext cx="502920" cy="914"/>
          </a:xfrm>
          <a:prstGeom prst="line">
            <a:avLst/>
          </a:prstGeom>
          <a:noFill/>
          <a:ln w="25400">
            <a:solidFill>
              <a:srgbClr val="4A5A70"/>
            </a:solidFill>
            <a:prstDash val="solid"/>
            <a:tailEnd type="triangle"/>
          </a:ln>
        </p:spPr>
      </p:sp>
      <p:sp>
        <p:nvSpPr>
          <p:cNvPr id="21" name="Shape 15"/>
          <p:cNvSpPr/>
          <p:nvPr/>
        </p:nvSpPr>
        <p:spPr>
          <a:xfrm>
            <a:off x="5074920" y="3621024"/>
            <a:ext cx="6565392" cy="841248"/>
          </a:xfrm>
          <a:prstGeom prst="roundRect">
            <a:avLst>
              <a:gd name="adj" fmla="val 8696"/>
            </a:avLst>
          </a:prstGeom>
          <a:solidFill>
            <a:schemeClr val="accent3">
              <a:alpha val="12000"/>
            </a:schemeClr>
          </a:solidFill>
          <a:ln w="15875">
            <a:solidFill>
              <a:srgbClr val="2E7D4F"/>
            </a:solidFill>
            <a:prstDash val="solid"/>
          </a:ln>
        </p:spPr>
      </p:sp>
      <p:sp>
        <p:nvSpPr>
          <p:cNvPr id="22" name="Text 16"/>
          <p:cNvSpPr txBox="1"/>
          <p:nvPr/>
        </p:nvSpPr>
        <p:spPr>
          <a:xfrm>
            <a:off x="5303520" y="3621024"/>
            <a:ext cx="6217920" cy="841248"/>
          </a:xfrm>
          <a:prstGeom prst="rect">
            <a:avLst/>
          </a:prstGeom>
          <a:noFill/>
          <a:ln/>
        </p:spPr>
        <p:txBody>
          <a:bodyPr wrap="square" lIns="0" tIns="0" rIns="0" bIns="0" rtlCol="0" anchor="ctr"/>
          <a:lstStyle/>
          <a:p>
            <a:pPr algn="l" indent="0" marL="0">
              <a:buNone/>
            </a:pPr>
            <a:r>
              <a:rPr lang="en-US" sz="1900" i="1" dirty="0">
                <a:solidFill>
                  <a:schemeClr val="tx1"/>
                </a:solidFill>
              </a:rPr>
              <a:t>Mijn moedertaal is Pools.</a:t>
            </a:r>
            <a:endParaRPr lang="en-US" sz="1900" dirty="0"/>
          </a:p>
        </p:txBody>
      </p:sp>
      <p:sp>
        <p:nvSpPr>
          <p:cNvPr id="23" name="Shape 17"/>
          <p:cNvSpPr/>
          <p:nvPr/>
        </p:nvSpPr>
        <p:spPr>
          <a:xfrm>
            <a:off x="548640" y="4645152"/>
            <a:ext cx="3931920" cy="841248"/>
          </a:xfrm>
          <a:prstGeom prst="roundRect">
            <a:avLst>
              <a:gd name="adj" fmla="val 8696"/>
            </a:avLst>
          </a:prstGeom>
          <a:solidFill>
            <a:schemeClr val="accent2"/>
          </a:solidFill>
          <a:ln w="12700">
            <a:solidFill>
              <a:srgbClr val="FFFFFF">
                <a:alpha val="0"/>
              </a:srgbClr>
            </a:solidFill>
            <a:prstDash val="solid"/>
          </a:ln>
        </p:spPr>
      </p:sp>
      <p:pic>
        <p:nvPicPr>
          <p:cNvPr id="24" name="Image 3" descr="QuestionCircle">    </p:cNvPr>
          <p:cNvPicPr>
            <a:picLocks noChangeAspect="1"/>
          </p:cNvPicPr>
          <p:nvPr/>
        </p:nvPicPr>
        <p:blipFill>
          <a:blip r:embed="rId4"/>
          <a:stretch>
            <a:fillRect/>
          </a:stretch>
        </p:blipFill>
        <p:spPr>
          <a:xfrm>
            <a:off x="731520" y="4901184"/>
            <a:ext cx="329184" cy="329184"/>
          </a:xfrm>
          <a:prstGeom prst="rect">
            <a:avLst/>
          </a:prstGeom>
        </p:spPr>
      </p:pic>
      <p:sp>
        <p:nvSpPr>
          <p:cNvPr id="25" name="Text 18"/>
          <p:cNvSpPr txBox="1"/>
          <p:nvPr/>
        </p:nvSpPr>
        <p:spPr>
          <a:xfrm>
            <a:off x="1188720" y="4645152"/>
            <a:ext cx="3200400" cy="841248"/>
          </a:xfrm>
          <a:prstGeom prst="rect">
            <a:avLst/>
          </a:prstGeom>
          <a:noFill/>
          <a:ln/>
        </p:spPr>
        <p:txBody>
          <a:bodyPr wrap="square" lIns="0" tIns="0" rIns="0" bIns="0" rtlCol="0" anchor="ctr"/>
          <a:lstStyle/>
          <a:p>
            <a:pPr algn="l" indent="0" marL="0">
              <a:buNone/>
            </a:pPr>
            <a:r>
              <a:rPr lang="en-US" sz="1900" b="1" i="1" dirty="0">
                <a:solidFill>
                  <a:schemeClr val="bg1"/>
                </a:solidFill>
              </a:rPr>
              <a:t>Welke talen spreek je?</a:t>
            </a:r>
            <a:endParaRPr lang="en-US" sz="1900" dirty="0"/>
          </a:p>
        </p:txBody>
      </p:sp>
      <p:sp>
        <p:nvSpPr>
          <p:cNvPr id="26" name="Shape 19"/>
          <p:cNvSpPr/>
          <p:nvPr/>
        </p:nvSpPr>
        <p:spPr>
          <a:xfrm>
            <a:off x="4526280" y="5065776"/>
            <a:ext cx="502920" cy="914"/>
          </a:xfrm>
          <a:prstGeom prst="line">
            <a:avLst/>
          </a:prstGeom>
          <a:noFill/>
          <a:ln w="25400">
            <a:solidFill>
              <a:srgbClr val="4A5A70"/>
            </a:solidFill>
            <a:prstDash val="solid"/>
            <a:tailEnd type="triangle"/>
          </a:ln>
        </p:spPr>
      </p:sp>
      <p:sp>
        <p:nvSpPr>
          <p:cNvPr id="27" name="Shape 20"/>
          <p:cNvSpPr/>
          <p:nvPr/>
        </p:nvSpPr>
        <p:spPr>
          <a:xfrm>
            <a:off x="5074920" y="4645152"/>
            <a:ext cx="6565392" cy="841248"/>
          </a:xfrm>
          <a:prstGeom prst="roundRect">
            <a:avLst>
              <a:gd name="adj" fmla="val 8696"/>
            </a:avLst>
          </a:prstGeom>
          <a:solidFill>
            <a:schemeClr val="accent3">
              <a:alpha val="12000"/>
            </a:schemeClr>
          </a:solidFill>
          <a:ln w="15875">
            <a:solidFill>
              <a:srgbClr val="2E7D4F"/>
            </a:solidFill>
            <a:prstDash val="solid"/>
          </a:ln>
        </p:spPr>
      </p:sp>
      <p:sp>
        <p:nvSpPr>
          <p:cNvPr id="28" name="Text 21"/>
          <p:cNvSpPr txBox="1"/>
          <p:nvPr/>
        </p:nvSpPr>
        <p:spPr>
          <a:xfrm>
            <a:off x="5303520" y="4645152"/>
            <a:ext cx="6217920" cy="841248"/>
          </a:xfrm>
          <a:prstGeom prst="rect">
            <a:avLst/>
          </a:prstGeom>
          <a:noFill/>
          <a:ln/>
        </p:spPr>
        <p:txBody>
          <a:bodyPr wrap="square" lIns="0" tIns="0" rIns="0" bIns="0" rtlCol="0" anchor="ctr"/>
          <a:lstStyle/>
          <a:p>
            <a:pPr algn="l" indent="0" marL="0">
              <a:buNone/>
            </a:pPr>
            <a:r>
              <a:rPr lang="en-US" sz="1900" i="1" dirty="0">
                <a:solidFill>
                  <a:schemeClr val="tx1"/>
                </a:solidFill>
              </a:rPr>
              <a:t>Ik spreek Pools, Frans en een beetje Nederlands.</a:t>
            </a:r>
            <a:endParaRPr lang="en-US" sz="1900" dirty="0"/>
          </a:p>
        </p:txBody>
      </p:sp>
      <p:sp>
        <p:nvSpPr>
          <p:cNvPr id="29" name="Shape 22"/>
          <p:cNvSpPr/>
          <p:nvPr/>
        </p:nvSpPr>
        <p:spPr>
          <a:xfrm>
            <a:off x="548640" y="5715000"/>
            <a:ext cx="11091672" cy="566928"/>
          </a:xfrm>
          <a:prstGeom prst="roundRect">
            <a:avLst>
              <a:gd name="adj" fmla="val 12903"/>
            </a:avLst>
          </a:prstGeom>
          <a:solidFill>
            <a:schemeClr val="bg2"/>
          </a:solidFill>
          <a:ln w="9525">
            <a:solidFill>
              <a:srgbClr val="17375E"/>
            </a:solidFill>
            <a:prstDash val="solid"/>
          </a:ln>
        </p:spPr>
      </p:sp>
      <p:sp>
        <p:nvSpPr>
          <p:cNvPr id="30" name="Text 23"/>
          <p:cNvSpPr txBox="1"/>
          <p:nvPr/>
        </p:nvSpPr>
        <p:spPr>
          <a:xfrm>
            <a:off x="777240" y="5715000"/>
            <a:ext cx="10698480" cy="566928"/>
          </a:xfrm>
          <a:prstGeom prst="rect">
            <a:avLst/>
          </a:prstGeom>
          <a:noFill/>
          <a:ln/>
        </p:spPr>
        <p:txBody>
          <a:bodyPr wrap="square" lIns="0" tIns="0" rIns="0" bIns="0" rtlCol="0" anchor="ctr"/>
          <a:lstStyle/>
          <a:p>
            <a:pPr algn="l" indent="0" marL="0">
              <a:buNone/>
            </a:pPr>
            <a:r>
              <a:rPr lang="en-US" sz="1800" b="1" dirty="0">
                <a:solidFill>
                  <a:schemeClr val="tx1"/>
                </a:solidFill>
              </a:rPr>
              <a:t>Poli</a:t>
            </a:r>
            <a:r>
              <a:rPr lang="en-US" sz="1800" dirty="0">
                <a:solidFill>
                  <a:schemeClr val="tx1"/>
                </a:solidFill>
              </a:rPr>
              <a:t> : </a:t>
            </a:r>
            <a:r>
              <a:rPr lang="en-US" sz="1800" i="1" dirty="0">
                <a:solidFill>
                  <a:schemeClr val="tx1"/>
                </a:solidFill>
              </a:rPr>
              <a:t>Waar komt u vandaan? · Wat is uw nationaliteit?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Table">    </p:cNvPr>
          <p:cNvPicPr>
            <a:picLocks noChangeAspect="1"/>
          </p:cNvPicPr>
          <p:nvPr/>
        </p:nvPicPr>
        <p:blipFill>
          <a:blip r:embed="rId1"/>
          <a:stretch>
            <a:fillRect/>
          </a:stretch>
        </p:blipFill>
        <p:spPr>
          <a:xfrm>
            <a:off x="2987040" y="2770632"/>
            <a:ext cx="384048" cy="384048"/>
          </a:xfrm>
          <a:prstGeom prst="rect">
            <a:avLst/>
          </a:prstGeom>
        </p:spPr>
      </p:pic>
      <p:sp>
        <p:nvSpPr>
          <p:cNvPr id="10" name="Text 6"/>
          <p:cNvSpPr txBox="1"/>
          <p:nvPr/>
        </p:nvSpPr>
        <p:spPr>
          <a:xfrm>
            <a:off x="685800" y="32644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Le tableau</a:t>
            </a:r>
            <a:endParaRPr lang="en-US" sz="1600" dirty="0"/>
          </a:p>
        </p:txBody>
      </p:sp>
      <p:sp>
        <p:nvSpPr>
          <p:cNvPr id="11" name="Text 7"/>
          <p:cNvSpPr txBox="1"/>
          <p:nvPr/>
        </p:nvSpPr>
        <p:spPr>
          <a:xfrm>
            <a:off x="685800" y="38404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3764280" y="26060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90144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90144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VenusMars">    </p:cNvPr>
          <p:cNvPicPr>
            <a:picLocks noChangeAspect="1"/>
          </p:cNvPicPr>
          <p:nvPr/>
        </p:nvPicPr>
        <p:blipFill>
          <a:blip r:embed="rId2"/>
          <a:stretch>
            <a:fillRect/>
          </a:stretch>
        </p:blipFill>
        <p:spPr>
          <a:xfrm>
            <a:off x="6202680" y="2770632"/>
            <a:ext cx="384048" cy="384048"/>
          </a:xfrm>
          <a:prstGeom prst="rect">
            <a:avLst/>
          </a:prstGeom>
        </p:spPr>
      </p:pic>
      <p:sp>
        <p:nvSpPr>
          <p:cNvPr id="16" name="Text 11"/>
          <p:cNvSpPr txBox="1"/>
          <p:nvPr/>
        </p:nvSpPr>
        <p:spPr>
          <a:xfrm>
            <a:off x="3901440" y="32644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Il ou elle ?</a:t>
            </a:r>
            <a:endParaRPr lang="en-US" sz="1600" dirty="0"/>
          </a:p>
        </p:txBody>
      </p:sp>
      <p:sp>
        <p:nvSpPr>
          <p:cNvPr id="17" name="Text 12"/>
          <p:cNvSpPr txBox="1"/>
          <p:nvPr/>
        </p:nvSpPr>
        <p:spPr>
          <a:xfrm>
            <a:off x="3901440" y="38404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6979920" y="26060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711708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711708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Question">    </p:cNvPr>
          <p:cNvPicPr>
            <a:picLocks noChangeAspect="1"/>
          </p:cNvPicPr>
          <p:nvPr/>
        </p:nvPicPr>
        <p:blipFill>
          <a:blip r:embed="rId3"/>
          <a:stretch>
            <a:fillRect/>
          </a:stretch>
        </p:blipFill>
        <p:spPr>
          <a:xfrm>
            <a:off x="9418320" y="2770632"/>
            <a:ext cx="384048" cy="384048"/>
          </a:xfrm>
          <a:prstGeom prst="rect">
            <a:avLst/>
          </a:prstGeom>
        </p:spPr>
      </p:pic>
      <p:sp>
        <p:nvSpPr>
          <p:cNvPr id="22" name="Text 16"/>
          <p:cNvSpPr txBox="1"/>
          <p:nvPr/>
        </p:nvSpPr>
        <p:spPr>
          <a:xfrm>
            <a:off x="7117080" y="32644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Devinettes</a:t>
            </a:r>
            <a:endParaRPr lang="en-US" sz="1600" dirty="0"/>
          </a:p>
        </p:txBody>
      </p:sp>
      <p:sp>
        <p:nvSpPr>
          <p:cNvPr id="23" name="Text 17"/>
          <p:cNvSpPr txBox="1"/>
          <p:nvPr/>
        </p:nvSpPr>
        <p:spPr>
          <a:xfrm>
            <a:off x="7117080" y="38404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548640" y="44348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Search">    </p:cNvPr>
          <p:cNvPicPr>
            <a:picLocks noChangeAspect="1"/>
          </p:cNvPicPr>
          <p:nvPr/>
        </p:nvPicPr>
        <p:blipFill>
          <a:blip r:embed="rId4"/>
          <a:stretch>
            <a:fillRect/>
          </a:stretch>
        </p:blipFill>
        <p:spPr>
          <a:xfrm>
            <a:off x="2987040" y="4599432"/>
            <a:ext cx="384048" cy="384048"/>
          </a:xfrm>
          <a:prstGeom prst="rect">
            <a:avLst/>
          </a:prstGeom>
        </p:spPr>
      </p:pic>
      <p:sp>
        <p:nvSpPr>
          <p:cNvPr id="28" name="Text 21"/>
          <p:cNvSpPr txBox="1"/>
          <p:nvPr/>
        </p:nvSpPr>
        <p:spPr>
          <a:xfrm>
            <a:off x="685800" y="50932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Le détective</a:t>
            </a:r>
            <a:endParaRPr lang="en-US" sz="1600" dirty="0"/>
          </a:p>
        </p:txBody>
      </p:sp>
      <p:sp>
        <p:nvSpPr>
          <p:cNvPr id="29" name="Text 22"/>
          <p:cNvSpPr txBox="1"/>
          <p:nvPr/>
        </p:nvSpPr>
        <p:spPr>
          <a:xfrm>
            <a:off x="685800" y="56692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3764280" y="44348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390144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390144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GlobeEurope">    </p:cNvPr>
          <p:cNvPicPr>
            <a:picLocks noChangeAspect="1"/>
          </p:cNvPicPr>
          <p:nvPr/>
        </p:nvPicPr>
        <p:blipFill>
          <a:blip r:embed="rId5"/>
          <a:stretch>
            <a:fillRect/>
          </a:stretch>
        </p:blipFill>
        <p:spPr>
          <a:xfrm>
            <a:off x="6202680" y="4599432"/>
            <a:ext cx="384048" cy="384048"/>
          </a:xfrm>
          <a:prstGeom prst="rect">
            <a:avLst/>
          </a:prstGeom>
        </p:spPr>
      </p:pic>
      <p:sp>
        <p:nvSpPr>
          <p:cNvPr id="34" name="Text 26"/>
          <p:cNvSpPr txBox="1"/>
          <p:nvPr/>
        </p:nvSpPr>
        <p:spPr>
          <a:xfrm>
            <a:off x="3901440" y="50932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Le tour du monde</a:t>
            </a:r>
            <a:endParaRPr lang="en-US" sz="1600" dirty="0"/>
          </a:p>
        </p:txBody>
      </p:sp>
      <p:sp>
        <p:nvSpPr>
          <p:cNvPr id="35" name="Text 27"/>
          <p:cNvSpPr txBox="1"/>
          <p:nvPr/>
        </p:nvSpPr>
        <p:spPr>
          <a:xfrm>
            <a:off x="3901440" y="56692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6979920" y="4434840"/>
            <a:ext cx="298704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711708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711708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Users">    </p:cNvPr>
          <p:cNvPicPr>
            <a:picLocks noChangeAspect="1"/>
          </p:cNvPicPr>
          <p:nvPr/>
        </p:nvPicPr>
        <p:blipFill>
          <a:blip r:embed="rId6"/>
          <a:stretch>
            <a:fillRect/>
          </a:stretch>
        </p:blipFill>
        <p:spPr>
          <a:xfrm>
            <a:off x="9418320" y="4599432"/>
            <a:ext cx="384048" cy="384048"/>
          </a:xfrm>
          <a:prstGeom prst="rect">
            <a:avLst/>
          </a:prstGeom>
        </p:spPr>
      </p:pic>
      <p:sp>
        <p:nvSpPr>
          <p:cNvPr id="40" name="Text 31"/>
          <p:cNvSpPr txBox="1"/>
          <p:nvPr/>
        </p:nvSpPr>
        <p:spPr>
          <a:xfrm>
            <a:off x="7117080" y="5093208"/>
            <a:ext cx="2712720" cy="621792"/>
          </a:xfrm>
          <a:prstGeom prst="rect">
            <a:avLst/>
          </a:prstGeom>
          <a:noFill/>
          <a:ln/>
        </p:spPr>
        <p:txBody>
          <a:bodyPr wrap="square" lIns="0" tIns="0" rIns="0" bIns="0" rtlCol="0" anchor="t"/>
          <a:lstStyle/>
          <a:p>
            <a:pPr algn="l" indent="0" marL="0">
              <a:buNone/>
            </a:pPr>
            <a:r>
              <a:rPr lang="en-US" sz="1600" b="1" dirty="0">
                <a:solidFill>
                  <a:schemeClr val="bg1"/>
                </a:solidFill>
              </a:rPr>
              <a:t>Réseautage international</a:t>
            </a:r>
            <a:endParaRPr lang="en-US" sz="1600" dirty="0"/>
          </a:p>
        </p:txBody>
      </p:sp>
      <p:sp>
        <p:nvSpPr>
          <p:cNvPr id="41" name="Text 32"/>
          <p:cNvSpPr txBox="1"/>
          <p:nvPr/>
        </p:nvSpPr>
        <p:spPr>
          <a:xfrm>
            <a:off x="7117080" y="5669280"/>
            <a:ext cx="271272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2" name="Image 6" descr="man teacher">    </p:cNvPr>
          <p:cNvPicPr>
            <a:picLocks noChangeAspect="1"/>
          </p:cNvPicPr>
          <p:nvPr/>
        </p:nvPicPr>
        <p:blipFill>
          <a:blip r:embed="rId7"/>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Complétez le tableau</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les cases vides.</a:t>
            </a:r>
            <a:endParaRPr lang="en-US" sz="1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1325880" y="2115312"/>
          <a:ext cx="10314432" cy="914400"/>
        </p:xfrm>
        <a:graphic>
          <a:graphicData uri="http://schemas.openxmlformats.org/drawingml/2006/table">
            <a:tbl>
              <a:tblPr/>
              <a:tblGrid>
                <a:gridCol w="2011680"/>
                <a:gridCol w="1920240"/>
                <a:gridCol w="2103120"/>
                <a:gridCol w="2176272"/>
                <a:gridCol w="2103120"/>
              </a:tblGrid>
              <a:tr h="502920">
                <a:tc>
                  <a:txBody>
                    <a:bodyPr/>
                    <a:lstStyle/>
                    <a:p>
                      <a:pPr algn="l" indent="0" marL="0">
                        <a:buNone/>
                      </a:pPr>
                      <a:r>
                        <a:rPr lang="en-US" sz="1500" b="1" dirty="0">
                          <a:solidFill>
                            <a:srgbClr val="FFFFFF"/>
                          </a:solidFill>
                        </a:rPr>
                        <a:t>Land</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4"/>
                    </a:solidFill>
                  </a:tcPr>
                </a:tc>
                <a:tc>
                  <a:txBody>
                    <a:bodyPr/>
                    <a:lstStyle/>
                    <a:p>
                      <a:pPr algn="l" indent="0" marL="0">
                        <a:buNone/>
                      </a:pPr>
                      <a:r>
                        <a:rPr lang="en-US" sz="1500" b="1" dirty="0">
                          <a:solidFill>
                            <a:srgbClr val="FFFFFF"/>
                          </a:solidFill>
                        </a:rPr>
                        <a:t>Adjectief</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B8860B"/>
                    </a:solidFill>
                  </a:tcPr>
                </a:tc>
                <a:tc>
                  <a:txBody>
                    <a:bodyPr/>
                    <a:lstStyle/>
                    <a:p>
                      <a:pPr algn="l" indent="0" marL="0">
                        <a:buNone/>
                      </a:pPr>
                      <a:r>
                        <a:rPr lang="en-US" sz="1500" b="1" dirty="0">
                          <a:solidFill>
                            <a:srgbClr val="FFFFFF"/>
                          </a:solidFill>
                        </a:rPr>
                        <a:t>Taal</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c>
                  <a:txBody>
                    <a:bodyPr/>
                    <a:lstStyle/>
                    <a:p>
                      <a:pPr algn="l" indent="0" marL="0">
                        <a:buNone/>
                      </a:pPr>
                      <a:r>
                        <a:rPr lang="en-US" sz="1500" b="1" dirty="0">
                          <a:solidFill>
                            <a:srgbClr val="FFFFFF"/>
                          </a:solidFill>
                        </a:rPr>
                        <a:t>Inwoner ♂</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6E4A9E"/>
                    </a:solidFill>
                  </a:tcPr>
                </a:tc>
                <a:tc>
                  <a:txBody>
                    <a:bodyPr/>
                    <a:lstStyle/>
                    <a:p>
                      <a:pPr algn="l" indent="0" marL="0">
                        <a:buNone/>
                      </a:pPr>
                      <a:r>
                        <a:rPr lang="en-US" sz="1500" b="1" dirty="0">
                          <a:solidFill>
                            <a:srgbClr val="FFFFFF"/>
                          </a:solidFill>
                        </a:rPr>
                        <a:t>Inwoonster ♀</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9C7CC6"/>
                    </a:solidFill>
                  </a:tcPr>
                </a:tc>
              </a:tr>
              <a:tr h="868680">
                <a:tc>
                  <a:txBody>
                    <a:bodyPr/>
                    <a:lstStyle/>
                    <a:p>
                      <a:pPr algn="l" indent="0" marL="0">
                        <a:buNone/>
                      </a:pPr>
                      <a:r>
                        <a:rPr lang="en-US" sz="2000" b="1" dirty="0">
                          <a:solidFill>
                            <a:schemeClr val="tx1"/>
                          </a:solidFill>
                        </a:rPr>
                        <a:t>Nederland</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Nederlands</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de Nederlander</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68680">
                <a:tc>
                  <a:txBody>
                    <a:bodyPr/>
                    <a:lstStyle/>
                    <a:p>
                      <a:pPr algn="l" indent="0" marL="0">
                        <a:buNone/>
                      </a:pPr>
                      <a:r>
                        <a:rPr lang="en-US" sz="2000" b="1" dirty="0">
                          <a:solidFill>
                            <a:schemeClr val="tx1"/>
                          </a:solidFill>
                        </a:rPr>
                        <a:t>Duitsland</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Duits</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accent5"/>
                          </a:solidFill>
                        </a:rPr>
                        <a: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accent5"/>
                          </a:solidFill>
                        </a:rPr>
                        <a: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de Duitse</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868680">
                <a:tc>
                  <a:txBody>
                    <a:bodyPr/>
                    <a:lstStyle/>
                    <a:p>
                      <a:pPr algn="l" indent="0" marL="0">
                        <a:buNone/>
                      </a:pPr>
                      <a:r>
                        <a:rPr lang="en-US" sz="2000" b="1" dirty="0">
                          <a:solidFill>
                            <a:schemeClr val="tx1"/>
                          </a:solidFill>
                        </a:rPr>
                        <a:t>Vlaanderen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de Vlaming</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68680">
                <a:tc>
                  <a:txBody>
                    <a:bodyPr/>
                    <a:lstStyle/>
                    <a:p>
                      <a:pPr algn="l" indent="0" marL="0">
                        <a:buNone/>
                      </a:pPr>
                      <a:r>
                        <a:rPr lang="en-US" sz="2000" b="1" dirty="0">
                          <a:solidFill>
                            <a:schemeClr val="tx1"/>
                          </a:solidFill>
                        </a:rPr>
                        <a:t>Spanje</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Spaans</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accent5"/>
                          </a:solidFill>
                        </a:rPr>
                        <a: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de Spanjaard</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accent5"/>
                          </a:solidFill>
                        </a:rPr>
                        <a:t>…………</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9" name="Shape 4"/>
          <p:cNvSpPr/>
          <p:nvPr/>
        </p:nvSpPr>
        <p:spPr>
          <a:xfrm>
            <a:off x="548640" y="2842260"/>
            <a:ext cx="640080" cy="140208"/>
          </a:xfrm>
          <a:prstGeom prst="rect">
            <a:avLst/>
          </a:prstGeom>
          <a:solidFill>
            <a:srgbClr val="B32033"/>
          </a:solidFill>
          <a:ln w="12700">
            <a:solidFill>
              <a:srgbClr val="FFFFFF">
                <a:alpha val="0"/>
              </a:srgbClr>
            </a:solidFill>
            <a:prstDash val="solid"/>
          </a:ln>
        </p:spPr>
      </p:sp>
      <p:sp>
        <p:nvSpPr>
          <p:cNvPr id="10" name="Shape 5"/>
          <p:cNvSpPr/>
          <p:nvPr/>
        </p:nvSpPr>
        <p:spPr>
          <a:xfrm>
            <a:off x="548640" y="2982468"/>
            <a:ext cx="640080" cy="140208"/>
          </a:xfrm>
          <a:prstGeom prst="rect">
            <a:avLst/>
          </a:prstGeom>
          <a:solidFill>
            <a:srgbClr val="FFFFFF"/>
          </a:solidFill>
          <a:ln w="12700">
            <a:solidFill>
              <a:srgbClr val="FFFFFF">
                <a:alpha val="0"/>
              </a:srgbClr>
            </a:solidFill>
            <a:prstDash val="solid"/>
          </a:ln>
        </p:spPr>
      </p:sp>
      <p:sp>
        <p:nvSpPr>
          <p:cNvPr id="11" name="Shape 6"/>
          <p:cNvSpPr/>
          <p:nvPr/>
        </p:nvSpPr>
        <p:spPr>
          <a:xfrm>
            <a:off x="548640" y="3122676"/>
            <a:ext cx="640080" cy="140208"/>
          </a:xfrm>
          <a:prstGeom prst="rect">
            <a:avLst/>
          </a:prstGeom>
          <a:solidFill>
            <a:srgbClr val="22408C"/>
          </a:solidFill>
          <a:ln w="12700">
            <a:solidFill>
              <a:srgbClr val="FFFFFF">
                <a:alpha val="0"/>
              </a:srgbClr>
            </a:solidFill>
            <a:prstDash val="solid"/>
          </a:ln>
        </p:spPr>
      </p:sp>
      <p:sp>
        <p:nvSpPr>
          <p:cNvPr id="12" name="Shape 7"/>
          <p:cNvSpPr/>
          <p:nvPr/>
        </p:nvSpPr>
        <p:spPr>
          <a:xfrm>
            <a:off x="548640" y="2842260"/>
            <a:ext cx="640080" cy="420624"/>
          </a:xfrm>
          <a:prstGeom prst="rect">
            <a:avLst/>
          </a:prstGeom>
          <a:noFill/>
          <a:ln w="9525">
            <a:solidFill>
              <a:srgbClr val="B8C2CF"/>
            </a:solidFill>
            <a:prstDash val="solid"/>
          </a:ln>
        </p:spPr>
      </p:sp>
      <p:sp>
        <p:nvSpPr>
          <p:cNvPr id="13" name="Shape 8"/>
          <p:cNvSpPr/>
          <p:nvPr/>
        </p:nvSpPr>
        <p:spPr>
          <a:xfrm>
            <a:off x="548640" y="3710940"/>
            <a:ext cx="640080" cy="140208"/>
          </a:xfrm>
          <a:prstGeom prst="rect">
            <a:avLst/>
          </a:prstGeom>
          <a:solidFill>
            <a:srgbClr val="1B1B1B"/>
          </a:solidFill>
          <a:ln w="12700">
            <a:solidFill>
              <a:srgbClr val="FFFFFF">
                <a:alpha val="0"/>
              </a:srgbClr>
            </a:solidFill>
            <a:prstDash val="solid"/>
          </a:ln>
        </p:spPr>
      </p:sp>
      <p:sp>
        <p:nvSpPr>
          <p:cNvPr id="14" name="Shape 9"/>
          <p:cNvSpPr/>
          <p:nvPr/>
        </p:nvSpPr>
        <p:spPr>
          <a:xfrm>
            <a:off x="548640" y="3851148"/>
            <a:ext cx="640080" cy="140208"/>
          </a:xfrm>
          <a:prstGeom prst="rect">
            <a:avLst/>
          </a:prstGeom>
          <a:solidFill>
            <a:srgbClr val="DD1F26"/>
          </a:solidFill>
          <a:ln w="12700">
            <a:solidFill>
              <a:srgbClr val="FFFFFF">
                <a:alpha val="0"/>
              </a:srgbClr>
            </a:solidFill>
            <a:prstDash val="solid"/>
          </a:ln>
        </p:spPr>
      </p:sp>
      <p:sp>
        <p:nvSpPr>
          <p:cNvPr id="15" name="Shape 10"/>
          <p:cNvSpPr/>
          <p:nvPr/>
        </p:nvSpPr>
        <p:spPr>
          <a:xfrm>
            <a:off x="548640" y="3991356"/>
            <a:ext cx="640080" cy="140208"/>
          </a:xfrm>
          <a:prstGeom prst="rect">
            <a:avLst/>
          </a:prstGeom>
          <a:solidFill>
            <a:srgbClr val="F7C600"/>
          </a:solidFill>
          <a:ln w="12700">
            <a:solidFill>
              <a:srgbClr val="FFFFFF">
                <a:alpha val="0"/>
              </a:srgbClr>
            </a:solidFill>
            <a:prstDash val="solid"/>
          </a:ln>
        </p:spPr>
      </p:sp>
      <p:sp>
        <p:nvSpPr>
          <p:cNvPr id="16" name="Shape 11"/>
          <p:cNvSpPr/>
          <p:nvPr/>
        </p:nvSpPr>
        <p:spPr>
          <a:xfrm>
            <a:off x="548640" y="3710940"/>
            <a:ext cx="640080" cy="420624"/>
          </a:xfrm>
          <a:prstGeom prst="rect">
            <a:avLst/>
          </a:prstGeom>
          <a:noFill/>
          <a:ln w="9525">
            <a:solidFill>
              <a:srgbClr val="B8C2CF"/>
            </a:solidFill>
            <a:prstDash val="solid"/>
          </a:ln>
        </p:spPr>
      </p:sp>
      <p:sp>
        <p:nvSpPr>
          <p:cNvPr id="17" name="Shape 12"/>
          <p:cNvSpPr/>
          <p:nvPr/>
        </p:nvSpPr>
        <p:spPr>
          <a:xfrm>
            <a:off x="548640" y="5448300"/>
            <a:ext cx="640080" cy="105156"/>
          </a:xfrm>
          <a:prstGeom prst="rect">
            <a:avLst/>
          </a:prstGeom>
          <a:solidFill>
            <a:srgbClr val="C60B1E"/>
          </a:solidFill>
          <a:ln w="12700">
            <a:solidFill>
              <a:srgbClr val="FFFFFF">
                <a:alpha val="0"/>
              </a:srgbClr>
            </a:solidFill>
            <a:prstDash val="solid"/>
          </a:ln>
        </p:spPr>
      </p:sp>
      <p:sp>
        <p:nvSpPr>
          <p:cNvPr id="18" name="Shape 13"/>
          <p:cNvSpPr/>
          <p:nvPr/>
        </p:nvSpPr>
        <p:spPr>
          <a:xfrm>
            <a:off x="548640" y="5553456"/>
            <a:ext cx="640080" cy="210312"/>
          </a:xfrm>
          <a:prstGeom prst="rect">
            <a:avLst/>
          </a:prstGeom>
          <a:solidFill>
            <a:srgbClr val="F7C600"/>
          </a:solidFill>
          <a:ln w="12700">
            <a:solidFill>
              <a:srgbClr val="FFFFFF">
                <a:alpha val="0"/>
              </a:srgbClr>
            </a:solidFill>
            <a:prstDash val="solid"/>
          </a:ln>
        </p:spPr>
      </p:sp>
      <p:sp>
        <p:nvSpPr>
          <p:cNvPr id="19" name="Shape 14"/>
          <p:cNvSpPr/>
          <p:nvPr/>
        </p:nvSpPr>
        <p:spPr>
          <a:xfrm>
            <a:off x="548640" y="5763768"/>
            <a:ext cx="640080" cy="105156"/>
          </a:xfrm>
          <a:prstGeom prst="rect">
            <a:avLst/>
          </a:prstGeom>
          <a:solidFill>
            <a:srgbClr val="C60B1E"/>
          </a:solidFill>
          <a:ln w="12700">
            <a:solidFill>
              <a:srgbClr val="FFFFFF">
                <a:alpha val="0"/>
              </a:srgbClr>
            </a:solidFill>
            <a:prstDash val="solid"/>
          </a:ln>
        </p:spPr>
      </p:sp>
      <p:sp>
        <p:nvSpPr>
          <p:cNvPr id="20" name="Shape 15"/>
          <p:cNvSpPr/>
          <p:nvPr/>
        </p:nvSpPr>
        <p:spPr>
          <a:xfrm>
            <a:off x="548640" y="5448300"/>
            <a:ext cx="640080" cy="420624"/>
          </a:xfrm>
          <a:prstGeom prst="rect">
            <a:avLst/>
          </a:prstGeom>
          <a:noFill/>
          <a:ln w="9525">
            <a:solidFill>
              <a:srgbClr val="B8C2CF"/>
            </a:solidFill>
            <a:prstDash val="solid"/>
          </a:ln>
        </p:spPr>
      </p:sp>
      <p:sp>
        <p:nvSpPr>
          <p:cNvPr id="21" name="Shape 16"/>
          <p:cNvSpPr/>
          <p:nvPr/>
        </p:nvSpPr>
        <p:spPr>
          <a:xfrm>
            <a:off x="685800" y="4584192"/>
            <a:ext cx="411480" cy="411480"/>
          </a:xfrm>
          <a:prstGeom prst="roundRect">
            <a:avLst>
              <a:gd name="adj" fmla="val 17778"/>
            </a:avLst>
          </a:prstGeom>
          <a:solidFill>
            <a:srgbClr val="7FA7D9"/>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Complétez le tableau</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les cases vides.</a:t>
            </a:r>
            <a:endParaRPr lang="en-US" sz="1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325880" y="2115312"/>
          <a:ext cx="10314432" cy="914400"/>
        </p:xfrm>
        <a:graphic>
          <a:graphicData uri="http://schemas.openxmlformats.org/drawingml/2006/table">
            <a:tbl>
              <a:tblPr/>
              <a:tblGrid>
                <a:gridCol w="2011680"/>
                <a:gridCol w="1920240"/>
                <a:gridCol w="2103120"/>
                <a:gridCol w="2176272"/>
                <a:gridCol w="2103120"/>
              </a:tblGrid>
              <a:tr h="502920">
                <a:tc>
                  <a:txBody>
                    <a:bodyPr/>
                    <a:lstStyle/>
                    <a:p>
                      <a:pPr algn="l" indent="0" marL="0">
                        <a:buNone/>
                      </a:pPr>
                      <a:r>
                        <a:rPr lang="en-US" sz="1500" b="1" dirty="0">
                          <a:solidFill>
                            <a:srgbClr val="FFFFFF"/>
                          </a:solidFill>
                        </a:rPr>
                        <a:t>Land</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4"/>
                    </a:solidFill>
                  </a:tcPr>
                </a:tc>
                <a:tc>
                  <a:txBody>
                    <a:bodyPr/>
                    <a:lstStyle/>
                    <a:p>
                      <a:pPr algn="l" indent="0" marL="0">
                        <a:buNone/>
                      </a:pPr>
                      <a:r>
                        <a:rPr lang="en-US" sz="1500" b="1" dirty="0">
                          <a:solidFill>
                            <a:srgbClr val="FFFFFF"/>
                          </a:solidFill>
                        </a:rPr>
                        <a:t>Adjectief</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B8860B"/>
                    </a:solidFill>
                  </a:tcPr>
                </a:tc>
                <a:tc>
                  <a:txBody>
                    <a:bodyPr/>
                    <a:lstStyle/>
                    <a:p>
                      <a:pPr algn="l" indent="0" marL="0">
                        <a:buNone/>
                      </a:pPr>
                      <a:r>
                        <a:rPr lang="en-US" sz="1500" b="1" dirty="0">
                          <a:solidFill>
                            <a:srgbClr val="FFFFFF"/>
                          </a:solidFill>
                        </a:rPr>
                        <a:t>Taal</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c>
                  <a:txBody>
                    <a:bodyPr/>
                    <a:lstStyle/>
                    <a:p>
                      <a:pPr algn="l" indent="0" marL="0">
                        <a:buNone/>
                      </a:pPr>
                      <a:r>
                        <a:rPr lang="en-US" sz="1500" b="1" dirty="0">
                          <a:solidFill>
                            <a:srgbClr val="FFFFFF"/>
                          </a:solidFill>
                        </a:rPr>
                        <a:t>Inwoner ♂</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6E4A9E"/>
                    </a:solidFill>
                  </a:tcPr>
                </a:tc>
                <a:tc>
                  <a:txBody>
                    <a:bodyPr/>
                    <a:lstStyle/>
                    <a:p>
                      <a:pPr algn="l" indent="0" marL="0">
                        <a:buNone/>
                      </a:pPr>
                      <a:r>
                        <a:rPr lang="en-US" sz="1500" b="1" dirty="0">
                          <a:solidFill>
                            <a:srgbClr val="FFFFFF"/>
                          </a:solidFill>
                        </a:rPr>
                        <a:t>Inwoonster ♀</a:t>
                      </a:r>
                      <a:endParaRPr lang="en-US" sz="15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9C7CC6"/>
                    </a:solidFill>
                  </a:tcPr>
                </a:tc>
              </a:tr>
              <a:tr h="868680">
                <a:tc>
                  <a:txBody>
                    <a:bodyPr/>
                    <a:lstStyle/>
                    <a:p>
                      <a:pPr algn="l" indent="0" marL="0">
                        <a:buNone/>
                      </a:pPr>
                      <a:r>
                        <a:rPr lang="en-US" sz="2000" b="1" dirty="0">
                          <a:solidFill>
                            <a:schemeClr val="tx1"/>
                          </a:solidFill>
                        </a:rPr>
                        <a:t>Nederland</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Nederlands</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Nederlands</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de Nederlander</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de Nederlandse</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68680">
                <a:tc>
                  <a:txBody>
                    <a:bodyPr/>
                    <a:lstStyle/>
                    <a:p>
                      <a:pPr algn="l" indent="0" marL="0">
                        <a:buNone/>
                      </a:pPr>
                      <a:r>
                        <a:rPr lang="en-US" sz="2000" b="1" dirty="0">
                          <a:solidFill>
                            <a:schemeClr val="tx1"/>
                          </a:solidFill>
                        </a:rPr>
                        <a:t>Duitsland</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Duits</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3"/>
                          </a:solidFill>
                        </a:rPr>
                        <a:t>Duits</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3"/>
                          </a:solidFill>
                        </a:rPr>
                        <a:t>de Duitser</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de Duitse</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868680">
                <a:tc>
                  <a:txBody>
                    <a:bodyPr/>
                    <a:lstStyle/>
                    <a:p>
                      <a:pPr algn="l" indent="0" marL="0">
                        <a:buNone/>
                      </a:pPr>
                      <a:r>
                        <a:rPr lang="en-US" sz="2000" b="1" dirty="0">
                          <a:solidFill>
                            <a:schemeClr val="tx1"/>
                          </a:solidFill>
                        </a:rPr>
                        <a:t>Vlaanderen</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Vlaams</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Nederlands</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de Vlaming</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de Vlaamse</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68680">
                <a:tc>
                  <a:txBody>
                    <a:bodyPr/>
                    <a:lstStyle/>
                    <a:p>
                      <a:pPr algn="l" indent="0" marL="0">
                        <a:buNone/>
                      </a:pPr>
                      <a:r>
                        <a:rPr lang="en-US" sz="2000" b="1" dirty="0">
                          <a:solidFill>
                            <a:schemeClr val="tx1"/>
                          </a:solidFill>
                        </a:rPr>
                        <a:t>Spanje</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Spaans</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3"/>
                          </a:solidFill>
                        </a:rPr>
                        <a:t>Spaans</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de Spanjaard</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3"/>
                          </a:solidFill>
                        </a:rPr>
                        <a:t>de Spaanse</a:t>
                      </a:r>
                      <a:endParaRPr lang="en-US" sz="2000" dirty="0"/>
                    </a:p>
                  </a:txBody>
                  <a:tcPr marL="109728" marR="109728"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10" name="Shape 5"/>
          <p:cNvSpPr/>
          <p:nvPr/>
        </p:nvSpPr>
        <p:spPr>
          <a:xfrm>
            <a:off x="548640" y="2842260"/>
            <a:ext cx="640080" cy="140208"/>
          </a:xfrm>
          <a:prstGeom prst="rect">
            <a:avLst/>
          </a:prstGeom>
          <a:solidFill>
            <a:srgbClr val="B32033"/>
          </a:solidFill>
          <a:ln w="12700">
            <a:solidFill>
              <a:srgbClr val="FFFFFF">
                <a:alpha val="0"/>
              </a:srgbClr>
            </a:solidFill>
            <a:prstDash val="solid"/>
          </a:ln>
        </p:spPr>
      </p:sp>
      <p:sp>
        <p:nvSpPr>
          <p:cNvPr id="11" name="Shape 6"/>
          <p:cNvSpPr/>
          <p:nvPr/>
        </p:nvSpPr>
        <p:spPr>
          <a:xfrm>
            <a:off x="548640" y="2982468"/>
            <a:ext cx="640080" cy="140208"/>
          </a:xfrm>
          <a:prstGeom prst="rect">
            <a:avLst/>
          </a:prstGeom>
          <a:solidFill>
            <a:srgbClr val="FFFFFF"/>
          </a:solidFill>
          <a:ln w="12700">
            <a:solidFill>
              <a:srgbClr val="FFFFFF">
                <a:alpha val="0"/>
              </a:srgbClr>
            </a:solidFill>
            <a:prstDash val="solid"/>
          </a:ln>
        </p:spPr>
      </p:sp>
      <p:sp>
        <p:nvSpPr>
          <p:cNvPr id="12" name="Shape 7"/>
          <p:cNvSpPr/>
          <p:nvPr/>
        </p:nvSpPr>
        <p:spPr>
          <a:xfrm>
            <a:off x="548640" y="3122676"/>
            <a:ext cx="640080" cy="140208"/>
          </a:xfrm>
          <a:prstGeom prst="rect">
            <a:avLst/>
          </a:prstGeom>
          <a:solidFill>
            <a:srgbClr val="22408C"/>
          </a:solidFill>
          <a:ln w="12700">
            <a:solidFill>
              <a:srgbClr val="FFFFFF">
                <a:alpha val="0"/>
              </a:srgbClr>
            </a:solidFill>
            <a:prstDash val="solid"/>
          </a:ln>
        </p:spPr>
      </p:sp>
      <p:sp>
        <p:nvSpPr>
          <p:cNvPr id="13" name="Shape 8"/>
          <p:cNvSpPr/>
          <p:nvPr/>
        </p:nvSpPr>
        <p:spPr>
          <a:xfrm>
            <a:off x="548640" y="2842260"/>
            <a:ext cx="640080" cy="420624"/>
          </a:xfrm>
          <a:prstGeom prst="rect">
            <a:avLst/>
          </a:prstGeom>
          <a:noFill/>
          <a:ln w="9525">
            <a:solidFill>
              <a:srgbClr val="B8C2CF"/>
            </a:solidFill>
            <a:prstDash val="solid"/>
          </a:ln>
        </p:spPr>
      </p:sp>
      <p:sp>
        <p:nvSpPr>
          <p:cNvPr id="14" name="Shape 9"/>
          <p:cNvSpPr/>
          <p:nvPr/>
        </p:nvSpPr>
        <p:spPr>
          <a:xfrm>
            <a:off x="548640" y="3710940"/>
            <a:ext cx="640080" cy="140208"/>
          </a:xfrm>
          <a:prstGeom prst="rect">
            <a:avLst/>
          </a:prstGeom>
          <a:solidFill>
            <a:srgbClr val="1B1B1B"/>
          </a:solidFill>
          <a:ln w="12700">
            <a:solidFill>
              <a:srgbClr val="FFFFFF">
                <a:alpha val="0"/>
              </a:srgbClr>
            </a:solidFill>
            <a:prstDash val="solid"/>
          </a:ln>
        </p:spPr>
      </p:sp>
      <p:sp>
        <p:nvSpPr>
          <p:cNvPr id="15" name="Shape 10"/>
          <p:cNvSpPr/>
          <p:nvPr/>
        </p:nvSpPr>
        <p:spPr>
          <a:xfrm>
            <a:off x="548640" y="3851148"/>
            <a:ext cx="640080" cy="140208"/>
          </a:xfrm>
          <a:prstGeom prst="rect">
            <a:avLst/>
          </a:prstGeom>
          <a:solidFill>
            <a:srgbClr val="DD1F26"/>
          </a:solidFill>
          <a:ln w="12700">
            <a:solidFill>
              <a:srgbClr val="FFFFFF">
                <a:alpha val="0"/>
              </a:srgbClr>
            </a:solidFill>
            <a:prstDash val="solid"/>
          </a:ln>
        </p:spPr>
      </p:sp>
      <p:sp>
        <p:nvSpPr>
          <p:cNvPr id="16" name="Shape 11"/>
          <p:cNvSpPr/>
          <p:nvPr/>
        </p:nvSpPr>
        <p:spPr>
          <a:xfrm>
            <a:off x="548640" y="3991356"/>
            <a:ext cx="640080" cy="140208"/>
          </a:xfrm>
          <a:prstGeom prst="rect">
            <a:avLst/>
          </a:prstGeom>
          <a:solidFill>
            <a:srgbClr val="F7C600"/>
          </a:solidFill>
          <a:ln w="12700">
            <a:solidFill>
              <a:srgbClr val="FFFFFF">
                <a:alpha val="0"/>
              </a:srgbClr>
            </a:solidFill>
            <a:prstDash val="solid"/>
          </a:ln>
        </p:spPr>
      </p:sp>
      <p:sp>
        <p:nvSpPr>
          <p:cNvPr id="17" name="Shape 12"/>
          <p:cNvSpPr/>
          <p:nvPr/>
        </p:nvSpPr>
        <p:spPr>
          <a:xfrm>
            <a:off x="548640" y="3710940"/>
            <a:ext cx="640080" cy="420624"/>
          </a:xfrm>
          <a:prstGeom prst="rect">
            <a:avLst/>
          </a:prstGeom>
          <a:noFill/>
          <a:ln w="9525">
            <a:solidFill>
              <a:srgbClr val="B8C2CF"/>
            </a:solidFill>
            <a:prstDash val="solid"/>
          </a:ln>
        </p:spPr>
      </p:sp>
      <p:sp>
        <p:nvSpPr>
          <p:cNvPr id="18" name="Shape 13"/>
          <p:cNvSpPr/>
          <p:nvPr/>
        </p:nvSpPr>
        <p:spPr>
          <a:xfrm>
            <a:off x="548640" y="5448300"/>
            <a:ext cx="640080" cy="105156"/>
          </a:xfrm>
          <a:prstGeom prst="rect">
            <a:avLst/>
          </a:prstGeom>
          <a:solidFill>
            <a:srgbClr val="C60B1E"/>
          </a:solidFill>
          <a:ln w="12700">
            <a:solidFill>
              <a:srgbClr val="FFFFFF">
                <a:alpha val="0"/>
              </a:srgbClr>
            </a:solidFill>
            <a:prstDash val="solid"/>
          </a:ln>
        </p:spPr>
      </p:sp>
      <p:sp>
        <p:nvSpPr>
          <p:cNvPr id="19" name="Shape 14"/>
          <p:cNvSpPr/>
          <p:nvPr/>
        </p:nvSpPr>
        <p:spPr>
          <a:xfrm>
            <a:off x="548640" y="5553456"/>
            <a:ext cx="640080" cy="210312"/>
          </a:xfrm>
          <a:prstGeom prst="rect">
            <a:avLst/>
          </a:prstGeom>
          <a:solidFill>
            <a:srgbClr val="F7C600"/>
          </a:solidFill>
          <a:ln w="12700">
            <a:solidFill>
              <a:srgbClr val="FFFFFF">
                <a:alpha val="0"/>
              </a:srgbClr>
            </a:solidFill>
            <a:prstDash val="solid"/>
          </a:ln>
        </p:spPr>
      </p:sp>
      <p:sp>
        <p:nvSpPr>
          <p:cNvPr id="20" name="Shape 15"/>
          <p:cNvSpPr/>
          <p:nvPr/>
        </p:nvSpPr>
        <p:spPr>
          <a:xfrm>
            <a:off x="548640" y="5763768"/>
            <a:ext cx="640080" cy="105156"/>
          </a:xfrm>
          <a:prstGeom prst="rect">
            <a:avLst/>
          </a:prstGeom>
          <a:solidFill>
            <a:srgbClr val="C60B1E"/>
          </a:solidFill>
          <a:ln w="12700">
            <a:solidFill>
              <a:srgbClr val="FFFFFF">
                <a:alpha val="0"/>
              </a:srgbClr>
            </a:solidFill>
            <a:prstDash val="solid"/>
          </a:ln>
        </p:spPr>
      </p:sp>
      <p:sp>
        <p:nvSpPr>
          <p:cNvPr id="21" name="Shape 16"/>
          <p:cNvSpPr/>
          <p:nvPr/>
        </p:nvSpPr>
        <p:spPr>
          <a:xfrm>
            <a:off x="548640" y="5448300"/>
            <a:ext cx="640080" cy="420624"/>
          </a:xfrm>
          <a:prstGeom prst="rect">
            <a:avLst/>
          </a:prstGeom>
          <a:noFill/>
          <a:ln w="9525">
            <a:solidFill>
              <a:srgbClr val="B8C2CF"/>
            </a:solidFill>
            <a:prstDash val="solid"/>
          </a:ln>
        </p:spPr>
      </p:sp>
      <p:sp>
        <p:nvSpPr>
          <p:cNvPr id="22" name="Shape 17"/>
          <p:cNvSpPr/>
          <p:nvPr/>
        </p:nvSpPr>
        <p:spPr>
          <a:xfrm>
            <a:off x="685800" y="4584192"/>
            <a:ext cx="411480" cy="411480"/>
          </a:xfrm>
          <a:prstGeom prst="roundRect">
            <a:avLst>
              <a:gd name="adj" fmla="val 17778"/>
            </a:avLst>
          </a:prstGeom>
          <a:solidFill>
            <a:srgbClr val="7FA7D9"/>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Il ou elle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Mettez au féminin.</a:t>
            </a:r>
            <a:endParaRPr lang="en-US" sz="1700" dirty="0"/>
          </a:p>
        </p:txBody>
      </p:sp>
      <p:pic>
        <p:nvPicPr>
          <p:cNvPr id="8" name="Image 1" descr="man">    </p:cNvPr>
          <p:cNvPicPr>
            <a:picLocks noChangeAspect="1"/>
          </p:cNvPicPr>
          <p:nvPr/>
        </p:nvPicPr>
        <p:blipFill>
          <a:blip r:embed="rId2"/>
          <a:stretch>
            <a:fillRect/>
          </a:stretch>
        </p:blipFill>
        <p:spPr>
          <a:xfrm>
            <a:off x="1234440" y="1932432"/>
            <a:ext cx="548640" cy="548640"/>
          </a:xfrm>
          <a:prstGeom prst="rect">
            <a:avLst/>
          </a:prstGeom>
        </p:spPr>
      </p:pic>
      <p:pic>
        <p:nvPicPr>
          <p:cNvPr id="9" name="Image 2" descr="woman">    </p:cNvPr>
          <p:cNvPicPr>
            <a:picLocks noChangeAspect="1"/>
          </p:cNvPicPr>
          <p:nvPr/>
        </p:nvPicPr>
        <p:blipFill>
          <a:blip r:embed="rId3"/>
          <a:stretch>
            <a:fillRect/>
          </a:stretch>
        </p:blipFill>
        <p:spPr>
          <a:xfrm>
            <a:off x="6949440" y="1932432"/>
            <a:ext cx="548640" cy="548640"/>
          </a:xfrm>
          <a:prstGeom prst="rect">
            <a:avLst/>
          </a:prstGeom>
        </p:spPr>
      </p:pic>
      <p:sp>
        <p:nvSpPr>
          <p:cNvPr id="10" name="Shape 4"/>
          <p:cNvSpPr/>
          <p:nvPr/>
        </p:nvSpPr>
        <p:spPr>
          <a:xfrm>
            <a:off x="548640" y="2661122"/>
            <a:ext cx="384048" cy="384048"/>
          </a:xfrm>
          <a:prstGeom prst="ellipse">
            <a:avLst/>
          </a:prstGeom>
          <a:solidFill>
            <a:schemeClr val="tx2"/>
          </a:solidFill>
          <a:ln w="12700">
            <a:solidFill>
              <a:srgbClr val="FFFFFF">
                <a:alpha val="0"/>
              </a:srgbClr>
            </a:solidFill>
            <a:prstDash val="solid"/>
          </a:ln>
        </p:spPr>
      </p:sp>
      <p:sp>
        <p:nvSpPr>
          <p:cNvPr id="11" name="Text 5"/>
          <p:cNvSpPr txBox="1"/>
          <p:nvPr/>
        </p:nvSpPr>
        <p:spPr>
          <a:xfrm>
            <a:off x="548640" y="266112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Shape 6"/>
          <p:cNvSpPr/>
          <p:nvPr/>
        </p:nvSpPr>
        <p:spPr>
          <a:xfrm>
            <a:off x="1097280" y="2627376"/>
            <a:ext cx="3931920" cy="433251"/>
          </a:xfrm>
          <a:prstGeom prst="roundRect">
            <a:avLst>
              <a:gd name="adj" fmla="val 16884"/>
            </a:avLst>
          </a:prstGeom>
          <a:solidFill>
            <a:schemeClr val="bg2"/>
          </a:solidFill>
          <a:ln w="12700">
            <a:solidFill>
              <a:srgbClr val="D5DCE6"/>
            </a:solidFill>
            <a:prstDash val="solid"/>
          </a:ln>
        </p:spPr>
      </p:sp>
      <p:sp>
        <p:nvSpPr>
          <p:cNvPr id="13" name="Text 7"/>
          <p:cNvSpPr txBox="1"/>
          <p:nvPr/>
        </p:nvSpPr>
        <p:spPr>
          <a:xfrm>
            <a:off x="1280160" y="2627376"/>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Belg.</a:t>
            </a:r>
            <a:endParaRPr lang="en-US" sz="2100" dirty="0"/>
          </a:p>
        </p:txBody>
      </p:sp>
      <p:sp>
        <p:nvSpPr>
          <p:cNvPr id="14" name="Shape 8"/>
          <p:cNvSpPr/>
          <p:nvPr/>
        </p:nvSpPr>
        <p:spPr>
          <a:xfrm>
            <a:off x="5120640" y="2853146"/>
            <a:ext cx="914400" cy="914"/>
          </a:xfrm>
          <a:prstGeom prst="line">
            <a:avLst/>
          </a:prstGeom>
          <a:noFill/>
          <a:ln w="38100">
            <a:solidFill>
              <a:srgbClr val="D9700F"/>
            </a:solidFill>
            <a:prstDash val="solid"/>
            <a:tailEnd type="triangle"/>
          </a:ln>
        </p:spPr>
      </p:sp>
      <p:sp>
        <p:nvSpPr>
          <p:cNvPr id="15" name="Text 9"/>
          <p:cNvSpPr txBox="1"/>
          <p:nvPr/>
        </p:nvSpPr>
        <p:spPr>
          <a:xfrm>
            <a:off x="5120640" y="2590800"/>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16" name="Shape 10"/>
          <p:cNvSpPr/>
          <p:nvPr/>
        </p:nvSpPr>
        <p:spPr>
          <a:xfrm>
            <a:off x="6172200" y="2627376"/>
            <a:ext cx="5468112" cy="433251"/>
          </a:xfrm>
          <a:prstGeom prst="roundRect">
            <a:avLst>
              <a:gd name="adj" fmla="val 16884"/>
            </a:avLst>
          </a:prstGeom>
          <a:solidFill>
            <a:schemeClr val="bg1"/>
          </a:solidFill>
          <a:ln w="15875">
            <a:solidFill>
              <a:srgbClr val="D5DCE6"/>
            </a:solidFill>
            <a:prstDash val="solid"/>
          </a:ln>
        </p:spPr>
      </p:sp>
      <p:sp>
        <p:nvSpPr>
          <p:cNvPr id="17" name="Text 11"/>
          <p:cNvSpPr txBox="1"/>
          <p:nvPr/>
        </p:nvSpPr>
        <p:spPr>
          <a:xfrm>
            <a:off x="6355080" y="2627376"/>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i="1" dirty="0">
                <a:solidFill>
                  <a:schemeClr val="accent5"/>
                </a:solidFill>
              </a:rPr>
              <a:t>……………</a:t>
            </a:r>
            <a:r>
              <a:rPr lang="en-US" sz="2100" i="1" dirty="0">
                <a:solidFill>
                  <a:schemeClr val="tx1"/>
                </a:solidFill>
              </a:rPr>
              <a:t>.</a:t>
            </a:r>
            <a:endParaRPr lang="en-US" sz="2100" dirty="0"/>
          </a:p>
        </p:txBody>
      </p:sp>
      <p:sp>
        <p:nvSpPr>
          <p:cNvPr id="18" name="Shape 12"/>
          <p:cNvSpPr/>
          <p:nvPr/>
        </p:nvSpPr>
        <p:spPr>
          <a:xfrm>
            <a:off x="548640" y="3185813"/>
            <a:ext cx="384048" cy="384048"/>
          </a:xfrm>
          <a:prstGeom prst="ellipse">
            <a:avLst/>
          </a:prstGeom>
          <a:solidFill>
            <a:schemeClr val="tx2"/>
          </a:solidFill>
          <a:ln w="12700">
            <a:solidFill>
              <a:srgbClr val="FFFFFF">
                <a:alpha val="0"/>
              </a:srgbClr>
            </a:solidFill>
            <a:prstDash val="solid"/>
          </a:ln>
        </p:spPr>
      </p:sp>
      <p:sp>
        <p:nvSpPr>
          <p:cNvPr id="19" name="Text 13"/>
          <p:cNvSpPr txBox="1"/>
          <p:nvPr/>
        </p:nvSpPr>
        <p:spPr>
          <a:xfrm>
            <a:off x="548640" y="3185813"/>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Shape 14"/>
          <p:cNvSpPr/>
          <p:nvPr/>
        </p:nvSpPr>
        <p:spPr>
          <a:xfrm>
            <a:off x="1097280" y="3152067"/>
            <a:ext cx="3931920" cy="433251"/>
          </a:xfrm>
          <a:prstGeom prst="roundRect">
            <a:avLst>
              <a:gd name="adj" fmla="val 16884"/>
            </a:avLst>
          </a:prstGeom>
          <a:solidFill>
            <a:schemeClr val="bg2"/>
          </a:solidFill>
          <a:ln w="12700">
            <a:solidFill>
              <a:srgbClr val="D5DCE6"/>
            </a:solidFill>
            <a:prstDash val="solid"/>
          </a:ln>
        </p:spPr>
      </p:sp>
      <p:sp>
        <p:nvSpPr>
          <p:cNvPr id="21" name="Text 15"/>
          <p:cNvSpPr txBox="1"/>
          <p:nvPr/>
        </p:nvSpPr>
        <p:spPr>
          <a:xfrm>
            <a:off x="1280160" y="3152067"/>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Vlaming.</a:t>
            </a:r>
            <a:endParaRPr lang="en-US" sz="2100" dirty="0"/>
          </a:p>
        </p:txBody>
      </p:sp>
      <p:sp>
        <p:nvSpPr>
          <p:cNvPr id="22" name="Shape 16"/>
          <p:cNvSpPr/>
          <p:nvPr/>
        </p:nvSpPr>
        <p:spPr>
          <a:xfrm>
            <a:off x="5120640" y="3377837"/>
            <a:ext cx="914400" cy="914"/>
          </a:xfrm>
          <a:prstGeom prst="line">
            <a:avLst/>
          </a:prstGeom>
          <a:noFill/>
          <a:ln w="38100">
            <a:solidFill>
              <a:srgbClr val="D9700F"/>
            </a:solidFill>
            <a:prstDash val="solid"/>
            <a:tailEnd type="triangle"/>
          </a:ln>
        </p:spPr>
      </p:sp>
      <p:sp>
        <p:nvSpPr>
          <p:cNvPr id="23" name="Text 17"/>
          <p:cNvSpPr txBox="1"/>
          <p:nvPr/>
        </p:nvSpPr>
        <p:spPr>
          <a:xfrm>
            <a:off x="5120640" y="3115491"/>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24" name="Shape 18"/>
          <p:cNvSpPr/>
          <p:nvPr/>
        </p:nvSpPr>
        <p:spPr>
          <a:xfrm>
            <a:off x="6172200" y="3152067"/>
            <a:ext cx="5468112" cy="433251"/>
          </a:xfrm>
          <a:prstGeom prst="roundRect">
            <a:avLst>
              <a:gd name="adj" fmla="val 16884"/>
            </a:avLst>
          </a:prstGeom>
          <a:solidFill>
            <a:schemeClr val="bg1"/>
          </a:solidFill>
          <a:ln w="15875">
            <a:solidFill>
              <a:srgbClr val="D5DCE6"/>
            </a:solidFill>
            <a:prstDash val="solid"/>
          </a:ln>
        </p:spPr>
      </p:sp>
      <p:sp>
        <p:nvSpPr>
          <p:cNvPr id="25" name="Text 19"/>
          <p:cNvSpPr txBox="1"/>
          <p:nvPr/>
        </p:nvSpPr>
        <p:spPr>
          <a:xfrm>
            <a:off x="6355080" y="3152067"/>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i="1" dirty="0">
                <a:solidFill>
                  <a:schemeClr val="accent5"/>
                </a:solidFill>
              </a:rPr>
              <a:t>…………</a:t>
            </a:r>
            <a:r>
              <a:rPr lang="en-US" sz="2100" i="1" dirty="0">
                <a:solidFill>
                  <a:schemeClr val="tx1"/>
                </a:solidFill>
              </a:rPr>
              <a:t>.</a:t>
            </a:r>
            <a:endParaRPr lang="en-US" sz="2100" dirty="0"/>
          </a:p>
        </p:txBody>
      </p:sp>
      <p:sp>
        <p:nvSpPr>
          <p:cNvPr id="26" name="Shape 20"/>
          <p:cNvSpPr/>
          <p:nvPr/>
        </p:nvSpPr>
        <p:spPr>
          <a:xfrm>
            <a:off x="548640" y="3710505"/>
            <a:ext cx="384048" cy="384048"/>
          </a:xfrm>
          <a:prstGeom prst="ellipse">
            <a:avLst/>
          </a:prstGeom>
          <a:solidFill>
            <a:schemeClr val="tx2"/>
          </a:solidFill>
          <a:ln w="12700">
            <a:solidFill>
              <a:srgbClr val="FFFFFF">
                <a:alpha val="0"/>
              </a:srgbClr>
            </a:solidFill>
            <a:prstDash val="solid"/>
          </a:ln>
        </p:spPr>
      </p:sp>
      <p:sp>
        <p:nvSpPr>
          <p:cNvPr id="27" name="Text 21"/>
          <p:cNvSpPr txBox="1"/>
          <p:nvPr/>
        </p:nvSpPr>
        <p:spPr>
          <a:xfrm>
            <a:off x="548640" y="3710505"/>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8" name="Shape 22"/>
          <p:cNvSpPr/>
          <p:nvPr/>
        </p:nvSpPr>
        <p:spPr>
          <a:xfrm>
            <a:off x="1097280" y="3676759"/>
            <a:ext cx="3931920" cy="433251"/>
          </a:xfrm>
          <a:prstGeom prst="roundRect">
            <a:avLst>
              <a:gd name="adj" fmla="val 16884"/>
            </a:avLst>
          </a:prstGeom>
          <a:solidFill>
            <a:schemeClr val="bg2"/>
          </a:solidFill>
          <a:ln w="12700">
            <a:solidFill>
              <a:srgbClr val="D5DCE6"/>
            </a:solidFill>
            <a:prstDash val="solid"/>
          </a:ln>
        </p:spPr>
      </p:sp>
      <p:sp>
        <p:nvSpPr>
          <p:cNvPr id="29" name="Text 23"/>
          <p:cNvSpPr txBox="1"/>
          <p:nvPr/>
        </p:nvSpPr>
        <p:spPr>
          <a:xfrm>
            <a:off x="1280160" y="3676759"/>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Nederlander.</a:t>
            </a:r>
            <a:endParaRPr lang="en-US" sz="2100" dirty="0"/>
          </a:p>
        </p:txBody>
      </p:sp>
      <p:sp>
        <p:nvSpPr>
          <p:cNvPr id="30" name="Shape 24"/>
          <p:cNvSpPr/>
          <p:nvPr/>
        </p:nvSpPr>
        <p:spPr>
          <a:xfrm>
            <a:off x="5120640" y="3902529"/>
            <a:ext cx="914400" cy="914"/>
          </a:xfrm>
          <a:prstGeom prst="line">
            <a:avLst/>
          </a:prstGeom>
          <a:noFill/>
          <a:ln w="38100">
            <a:solidFill>
              <a:srgbClr val="D9700F"/>
            </a:solidFill>
            <a:prstDash val="solid"/>
            <a:tailEnd type="triangle"/>
          </a:ln>
        </p:spPr>
      </p:sp>
      <p:sp>
        <p:nvSpPr>
          <p:cNvPr id="31" name="Text 25"/>
          <p:cNvSpPr txBox="1"/>
          <p:nvPr/>
        </p:nvSpPr>
        <p:spPr>
          <a:xfrm>
            <a:off x="5120640" y="3640183"/>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32" name="Shape 26"/>
          <p:cNvSpPr/>
          <p:nvPr/>
        </p:nvSpPr>
        <p:spPr>
          <a:xfrm>
            <a:off x="6172200" y="3676759"/>
            <a:ext cx="5468112" cy="433251"/>
          </a:xfrm>
          <a:prstGeom prst="roundRect">
            <a:avLst>
              <a:gd name="adj" fmla="val 16884"/>
            </a:avLst>
          </a:prstGeom>
          <a:solidFill>
            <a:schemeClr val="bg1"/>
          </a:solidFill>
          <a:ln w="15875">
            <a:solidFill>
              <a:srgbClr val="D5DCE6"/>
            </a:solidFill>
            <a:prstDash val="solid"/>
          </a:ln>
        </p:spPr>
      </p:sp>
      <p:sp>
        <p:nvSpPr>
          <p:cNvPr id="33" name="Text 27"/>
          <p:cNvSpPr txBox="1"/>
          <p:nvPr/>
        </p:nvSpPr>
        <p:spPr>
          <a:xfrm>
            <a:off x="6355080" y="3676759"/>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i="1" dirty="0">
                <a:solidFill>
                  <a:schemeClr val="accent5"/>
                </a:solidFill>
              </a:rPr>
              <a:t>…………………</a:t>
            </a:r>
            <a:r>
              <a:rPr lang="en-US" sz="2100" i="1" dirty="0">
                <a:solidFill>
                  <a:schemeClr val="tx1"/>
                </a:solidFill>
              </a:rPr>
              <a:t>.</a:t>
            </a:r>
            <a:endParaRPr lang="en-US" sz="2100" dirty="0"/>
          </a:p>
        </p:txBody>
      </p:sp>
      <p:sp>
        <p:nvSpPr>
          <p:cNvPr id="34" name="Shape 28"/>
          <p:cNvSpPr/>
          <p:nvPr/>
        </p:nvSpPr>
        <p:spPr>
          <a:xfrm>
            <a:off x="548640" y="4235196"/>
            <a:ext cx="384048" cy="384048"/>
          </a:xfrm>
          <a:prstGeom prst="ellipse">
            <a:avLst/>
          </a:prstGeom>
          <a:solidFill>
            <a:schemeClr val="tx2"/>
          </a:solidFill>
          <a:ln w="12700">
            <a:solidFill>
              <a:srgbClr val="FFFFFF">
                <a:alpha val="0"/>
              </a:srgbClr>
            </a:solidFill>
            <a:prstDash val="solid"/>
          </a:ln>
        </p:spPr>
      </p:sp>
      <p:sp>
        <p:nvSpPr>
          <p:cNvPr id="35" name="Text 29"/>
          <p:cNvSpPr txBox="1"/>
          <p:nvPr/>
        </p:nvSpPr>
        <p:spPr>
          <a:xfrm>
            <a:off x="548640" y="42351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6" name="Shape 30"/>
          <p:cNvSpPr/>
          <p:nvPr/>
        </p:nvSpPr>
        <p:spPr>
          <a:xfrm>
            <a:off x="1097280" y="4201450"/>
            <a:ext cx="3931920" cy="433251"/>
          </a:xfrm>
          <a:prstGeom prst="roundRect">
            <a:avLst>
              <a:gd name="adj" fmla="val 16884"/>
            </a:avLst>
          </a:prstGeom>
          <a:solidFill>
            <a:schemeClr val="bg2"/>
          </a:solidFill>
          <a:ln w="12700">
            <a:solidFill>
              <a:srgbClr val="D5DCE6"/>
            </a:solidFill>
            <a:prstDash val="solid"/>
          </a:ln>
        </p:spPr>
      </p:sp>
      <p:sp>
        <p:nvSpPr>
          <p:cNvPr id="37" name="Text 31"/>
          <p:cNvSpPr txBox="1"/>
          <p:nvPr/>
        </p:nvSpPr>
        <p:spPr>
          <a:xfrm>
            <a:off x="1280160" y="4201450"/>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Duitser.</a:t>
            </a:r>
            <a:endParaRPr lang="en-US" sz="2100" dirty="0"/>
          </a:p>
        </p:txBody>
      </p:sp>
      <p:sp>
        <p:nvSpPr>
          <p:cNvPr id="38" name="Shape 32"/>
          <p:cNvSpPr/>
          <p:nvPr/>
        </p:nvSpPr>
        <p:spPr>
          <a:xfrm>
            <a:off x="5120640" y="4427220"/>
            <a:ext cx="914400" cy="914"/>
          </a:xfrm>
          <a:prstGeom prst="line">
            <a:avLst/>
          </a:prstGeom>
          <a:noFill/>
          <a:ln w="38100">
            <a:solidFill>
              <a:srgbClr val="D9700F"/>
            </a:solidFill>
            <a:prstDash val="solid"/>
            <a:tailEnd type="triangle"/>
          </a:ln>
        </p:spPr>
      </p:sp>
      <p:sp>
        <p:nvSpPr>
          <p:cNvPr id="39" name="Text 33"/>
          <p:cNvSpPr txBox="1"/>
          <p:nvPr/>
        </p:nvSpPr>
        <p:spPr>
          <a:xfrm>
            <a:off x="5120640" y="4164874"/>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40" name="Shape 34"/>
          <p:cNvSpPr/>
          <p:nvPr/>
        </p:nvSpPr>
        <p:spPr>
          <a:xfrm>
            <a:off x="6172200" y="4201450"/>
            <a:ext cx="5468112" cy="433251"/>
          </a:xfrm>
          <a:prstGeom prst="roundRect">
            <a:avLst>
              <a:gd name="adj" fmla="val 16884"/>
            </a:avLst>
          </a:prstGeom>
          <a:solidFill>
            <a:schemeClr val="bg1"/>
          </a:solidFill>
          <a:ln w="15875">
            <a:solidFill>
              <a:srgbClr val="D5DCE6"/>
            </a:solidFill>
            <a:prstDash val="solid"/>
          </a:ln>
        </p:spPr>
      </p:sp>
      <p:sp>
        <p:nvSpPr>
          <p:cNvPr id="41" name="Text 35"/>
          <p:cNvSpPr txBox="1"/>
          <p:nvPr/>
        </p:nvSpPr>
        <p:spPr>
          <a:xfrm>
            <a:off x="6355080" y="4201450"/>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i="1" dirty="0">
                <a:solidFill>
                  <a:schemeClr val="accent5"/>
                </a:solidFill>
              </a:rPr>
              <a:t>…………</a:t>
            </a:r>
            <a:r>
              <a:rPr lang="en-US" sz="2100" i="1" dirty="0">
                <a:solidFill>
                  <a:schemeClr val="tx1"/>
                </a:solidFill>
              </a:rPr>
              <a:t>.</a:t>
            </a:r>
            <a:endParaRPr lang="en-US" sz="2100" dirty="0"/>
          </a:p>
        </p:txBody>
      </p:sp>
      <p:sp>
        <p:nvSpPr>
          <p:cNvPr id="42" name="Shape 36"/>
          <p:cNvSpPr/>
          <p:nvPr/>
        </p:nvSpPr>
        <p:spPr>
          <a:xfrm>
            <a:off x="548640" y="4759887"/>
            <a:ext cx="384048" cy="384048"/>
          </a:xfrm>
          <a:prstGeom prst="ellipse">
            <a:avLst/>
          </a:prstGeom>
          <a:solidFill>
            <a:schemeClr val="tx2"/>
          </a:solidFill>
          <a:ln w="12700">
            <a:solidFill>
              <a:srgbClr val="FFFFFF">
                <a:alpha val="0"/>
              </a:srgbClr>
            </a:solidFill>
            <a:prstDash val="solid"/>
          </a:ln>
        </p:spPr>
      </p:sp>
      <p:sp>
        <p:nvSpPr>
          <p:cNvPr id="43" name="Text 37"/>
          <p:cNvSpPr txBox="1"/>
          <p:nvPr/>
        </p:nvSpPr>
        <p:spPr>
          <a:xfrm>
            <a:off x="548640" y="4759887"/>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44" name="Shape 38"/>
          <p:cNvSpPr/>
          <p:nvPr/>
        </p:nvSpPr>
        <p:spPr>
          <a:xfrm>
            <a:off x="1097280" y="4726142"/>
            <a:ext cx="3931920" cy="433251"/>
          </a:xfrm>
          <a:prstGeom prst="roundRect">
            <a:avLst>
              <a:gd name="adj" fmla="val 16884"/>
            </a:avLst>
          </a:prstGeom>
          <a:solidFill>
            <a:schemeClr val="bg2"/>
          </a:solidFill>
          <a:ln w="12700">
            <a:solidFill>
              <a:srgbClr val="D5DCE6"/>
            </a:solidFill>
            <a:prstDash val="solid"/>
          </a:ln>
        </p:spPr>
      </p:sp>
      <p:sp>
        <p:nvSpPr>
          <p:cNvPr id="45" name="Text 39"/>
          <p:cNvSpPr txBox="1"/>
          <p:nvPr/>
        </p:nvSpPr>
        <p:spPr>
          <a:xfrm>
            <a:off x="1280160" y="4726142"/>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Marokkaan.</a:t>
            </a:r>
            <a:endParaRPr lang="en-US" sz="2100" dirty="0"/>
          </a:p>
        </p:txBody>
      </p:sp>
      <p:sp>
        <p:nvSpPr>
          <p:cNvPr id="46" name="Shape 40"/>
          <p:cNvSpPr/>
          <p:nvPr/>
        </p:nvSpPr>
        <p:spPr>
          <a:xfrm>
            <a:off x="5120640" y="4951911"/>
            <a:ext cx="914400" cy="914"/>
          </a:xfrm>
          <a:prstGeom prst="line">
            <a:avLst/>
          </a:prstGeom>
          <a:noFill/>
          <a:ln w="38100">
            <a:solidFill>
              <a:srgbClr val="D9700F"/>
            </a:solidFill>
            <a:prstDash val="solid"/>
            <a:tailEnd type="triangle"/>
          </a:ln>
        </p:spPr>
      </p:sp>
      <p:sp>
        <p:nvSpPr>
          <p:cNvPr id="47" name="Text 41"/>
          <p:cNvSpPr txBox="1"/>
          <p:nvPr/>
        </p:nvSpPr>
        <p:spPr>
          <a:xfrm>
            <a:off x="5120640" y="4689566"/>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48" name="Shape 42"/>
          <p:cNvSpPr/>
          <p:nvPr/>
        </p:nvSpPr>
        <p:spPr>
          <a:xfrm>
            <a:off x="6172200" y="4726142"/>
            <a:ext cx="5468112" cy="433251"/>
          </a:xfrm>
          <a:prstGeom prst="roundRect">
            <a:avLst>
              <a:gd name="adj" fmla="val 16884"/>
            </a:avLst>
          </a:prstGeom>
          <a:solidFill>
            <a:schemeClr val="bg1"/>
          </a:solidFill>
          <a:ln w="15875">
            <a:solidFill>
              <a:srgbClr val="D5DCE6"/>
            </a:solidFill>
            <a:prstDash val="solid"/>
          </a:ln>
        </p:spPr>
      </p:sp>
      <p:sp>
        <p:nvSpPr>
          <p:cNvPr id="49" name="Text 43"/>
          <p:cNvSpPr txBox="1"/>
          <p:nvPr/>
        </p:nvSpPr>
        <p:spPr>
          <a:xfrm>
            <a:off x="6355080" y="4726142"/>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i="1" dirty="0">
                <a:solidFill>
                  <a:schemeClr val="accent5"/>
                </a:solidFill>
              </a:rPr>
              <a:t>…………………</a:t>
            </a:r>
            <a:r>
              <a:rPr lang="en-US" sz="2100" i="1" dirty="0">
                <a:solidFill>
                  <a:schemeClr val="tx1"/>
                </a:solidFill>
              </a:rPr>
              <a:t>.</a:t>
            </a:r>
            <a:endParaRPr lang="en-US" sz="2100" dirty="0"/>
          </a:p>
        </p:txBody>
      </p:sp>
      <p:sp>
        <p:nvSpPr>
          <p:cNvPr id="50" name="Shape 44"/>
          <p:cNvSpPr/>
          <p:nvPr/>
        </p:nvSpPr>
        <p:spPr>
          <a:xfrm>
            <a:off x="548640" y="5284579"/>
            <a:ext cx="384048" cy="384048"/>
          </a:xfrm>
          <a:prstGeom prst="ellipse">
            <a:avLst/>
          </a:prstGeom>
          <a:solidFill>
            <a:schemeClr val="tx2"/>
          </a:solidFill>
          <a:ln w="12700">
            <a:solidFill>
              <a:srgbClr val="FFFFFF">
                <a:alpha val="0"/>
              </a:srgbClr>
            </a:solidFill>
            <a:prstDash val="solid"/>
          </a:ln>
        </p:spPr>
      </p:sp>
      <p:sp>
        <p:nvSpPr>
          <p:cNvPr id="51" name="Text 45"/>
          <p:cNvSpPr txBox="1"/>
          <p:nvPr/>
        </p:nvSpPr>
        <p:spPr>
          <a:xfrm>
            <a:off x="548640" y="5284579"/>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52" name="Shape 46"/>
          <p:cNvSpPr/>
          <p:nvPr/>
        </p:nvSpPr>
        <p:spPr>
          <a:xfrm>
            <a:off x="1097280" y="5250833"/>
            <a:ext cx="3931920" cy="433251"/>
          </a:xfrm>
          <a:prstGeom prst="roundRect">
            <a:avLst>
              <a:gd name="adj" fmla="val 16884"/>
            </a:avLst>
          </a:prstGeom>
          <a:solidFill>
            <a:schemeClr val="bg2"/>
          </a:solidFill>
          <a:ln w="12700">
            <a:solidFill>
              <a:srgbClr val="D5DCE6"/>
            </a:solidFill>
            <a:prstDash val="solid"/>
          </a:ln>
        </p:spPr>
      </p:sp>
      <p:sp>
        <p:nvSpPr>
          <p:cNvPr id="53" name="Text 47"/>
          <p:cNvSpPr txBox="1"/>
          <p:nvPr/>
        </p:nvSpPr>
        <p:spPr>
          <a:xfrm>
            <a:off x="1280160" y="5250833"/>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Pool.</a:t>
            </a:r>
            <a:endParaRPr lang="en-US" sz="2100" dirty="0"/>
          </a:p>
        </p:txBody>
      </p:sp>
      <p:sp>
        <p:nvSpPr>
          <p:cNvPr id="54" name="Shape 48"/>
          <p:cNvSpPr/>
          <p:nvPr/>
        </p:nvSpPr>
        <p:spPr>
          <a:xfrm>
            <a:off x="5120640" y="5476603"/>
            <a:ext cx="914400" cy="914"/>
          </a:xfrm>
          <a:prstGeom prst="line">
            <a:avLst/>
          </a:prstGeom>
          <a:noFill/>
          <a:ln w="38100">
            <a:solidFill>
              <a:srgbClr val="D9700F"/>
            </a:solidFill>
            <a:prstDash val="solid"/>
            <a:tailEnd type="triangle"/>
          </a:ln>
        </p:spPr>
      </p:sp>
      <p:sp>
        <p:nvSpPr>
          <p:cNvPr id="55" name="Text 49"/>
          <p:cNvSpPr txBox="1"/>
          <p:nvPr/>
        </p:nvSpPr>
        <p:spPr>
          <a:xfrm>
            <a:off x="5120640" y="5214257"/>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56" name="Shape 50"/>
          <p:cNvSpPr/>
          <p:nvPr/>
        </p:nvSpPr>
        <p:spPr>
          <a:xfrm>
            <a:off x="6172200" y="5250833"/>
            <a:ext cx="5468112" cy="433251"/>
          </a:xfrm>
          <a:prstGeom prst="roundRect">
            <a:avLst>
              <a:gd name="adj" fmla="val 16884"/>
            </a:avLst>
          </a:prstGeom>
          <a:solidFill>
            <a:schemeClr val="bg1"/>
          </a:solidFill>
          <a:ln w="15875">
            <a:solidFill>
              <a:srgbClr val="D5DCE6"/>
            </a:solidFill>
            <a:prstDash val="solid"/>
          </a:ln>
        </p:spPr>
      </p:sp>
      <p:sp>
        <p:nvSpPr>
          <p:cNvPr id="57" name="Text 51"/>
          <p:cNvSpPr txBox="1"/>
          <p:nvPr/>
        </p:nvSpPr>
        <p:spPr>
          <a:xfrm>
            <a:off x="6355080" y="5250833"/>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i="1" dirty="0">
                <a:solidFill>
                  <a:schemeClr val="accent5"/>
                </a:solidFill>
              </a:rPr>
              <a:t>…………</a:t>
            </a:r>
            <a:r>
              <a:rPr lang="en-US" sz="2100" i="1" dirty="0">
                <a:solidFill>
                  <a:schemeClr val="tx1"/>
                </a:solidFill>
              </a:rPr>
              <a:t>.</a:t>
            </a:r>
            <a:endParaRPr lang="en-US" sz="2100" dirty="0"/>
          </a:p>
        </p:txBody>
      </p:sp>
      <p:sp>
        <p:nvSpPr>
          <p:cNvPr id="58" name="Shape 52"/>
          <p:cNvSpPr/>
          <p:nvPr/>
        </p:nvSpPr>
        <p:spPr>
          <a:xfrm>
            <a:off x="548640" y="5809270"/>
            <a:ext cx="384048" cy="384048"/>
          </a:xfrm>
          <a:prstGeom prst="ellipse">
            <a:avLst/>
          </a:prstGeom>
          <a:solidFill>
            <a:schemeClr val="tx2"/>
          </a:solidFill>
          <a:ln w="12700">
            <a:solidFill>
              <a:srgbClr val="FFFFFF">
                <a:alpha val="0"/>
              </a:srgbClr>
            </a:solidFill>
            <a:prstDash val="solid"/>
          </a:ln>
        </p:spPr>
      </p:sp>
      <p:sp>
        <p:nvSpPr>
          <p:cNvPr id="59" name="Text 53"/>
          <p:cNvSpPr txBox="1"/>
          <p:nvPr/>
        </p:nvSpPr>
        <p:spPr>
          <a:xfrm>
            <a:off x="548640" y="580927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60" name="Shape 54"/>
          <p:cNvSpPr/>
          <p:nvPr/>
        </p:nvSpPr>
        <p:spPr>
          <a:xfrm>
            <a:off x="1097280" y="5775525"/>
            <a:ext cx="3931920" cy="433251"/>
          </a:xfrm>
          <a:prstGeom prst="roundRect">
            <a:avLst>
              <a:gd name="adj" fmla="val 16884"/>
            </a:avLst>
          </a:prstGeom>
          <a:solidFill>
            <a:schemeClr val="bg2"/>
          </a:solidFill>
          <a:ln w="12700">
            <a:solidFill>
              <a:srgbClr val="D5DCE6"/>
            </a:solidFill>
            <a:prstDash val="solid"/>
          </a:ln>
        </p:spPr>
      </p:sp>
      <p:sp>
        <p:nvSpPr>
          <p:cNvPr id="61" name="Text 55"/>
          <p:cNvSpPr txBox="1"/>
          <p:nvPr/>
        </p:nvSpPr>
        <p:spPr>
          <a:xfrm>
            <a:off x="1280160" y="5775525"/>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Fransman.</a:t>
            </a:r>
            <a:endParaRPr lang="en-US" sz="2100" dirty="0"/>
          </a:p>
        </p:txBody>
      </p:sp>
      <p:sp>
        <p:nvSpPr>
          <p:cNvPr id="62" name="Shape 56"/>
          <p:cNvSpPr/>
          <p:nvPr/>
        </p:nvSpPr>
        <p:spPr>
          <a:xfrm>
            <a:off x="5120640" y="6001294"/>
            <a:ext cx="914400" cy="914"/>
          </a:xfrm>
          <a:prstGeom prst="line">
            <a:avLst/>
          </a:prstGeom>
          <a:noFill/>
          <a:ln w="38100">
            <a:solidFill>
              <a:srgbClr val="D9700F"/>
            </a:solidFill>
            <a:prstDash val="solid"/>
            <a:tailEnd type="triangle"/>
          </a:ln>
        </p:spPr>
      </p:sp>
      <p:sp>
        <p:nvSpPr>
          <p:cNvPr id="63" name="Text 57"/>
          <p:cNvSpPr txBox="1"/>
          <p:nvPr/>
        </p:nvSpPr>
        <p:spPr>
          <a:xfrm>
            <a:off x="5120640" y="5738949"/>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64" name="Shape 58"/>
          <p:cNvSpPr/>
          <p:nvPr/>
        </p:nvSpPr>
        <p:spPr>
          <a:xfrm>
            <a:off x="6172200" y="5775525"/>
            <a:ext cx="5468112" cy="433251"/>
          </a:xfrm>
          <a:prstGeom prst="roundRect">
            <a:avLst>
              <a:gd name="adj" fmla="val 16884"/>
            </a:avLst>
          </a:prstGeom>
          <a:solidFill>
            <a:schemeClr val="bg1"/>
          </a:solidFill>
          <a:ln w="15875">
            <a:solidFill>
              <a:srgbClr val="D5DCE6"/>
            </a:solidFill>
            <a:prstDash val="solid"/>
          </a:ln>
        </p:spPr>
      </p:sp>
      <p:sp>
        <p:nvSpPr>
          <p:cNvPr id="65" name="Text 59"/>
          <p:cNvSpPr txBox="1"/>
          <p:nvPr/>
        </p:nvSpPr>
        <p:spPr>
          <a:xfrm>
            <a:off x="6355080" y="5775525"/>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i="1" dirty="0">
                <a:solidFill>
                  <a:schemeClr val="accent5"/>
                </a:solidFill>
              </a:rPr>
              <a:t>……………………………</a:t>
            </a:r>
            <a:r>
              <a:rPr lang="en-US" sz="2100" i="1" dirty="0">
                <a:solidFill>
                  <a:schemeClr val="tx1"/>
                </a:solidFill>
              </a:rPr>
              <a:t>.</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Il ou elle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Mettez au féminin.</a:t>
            </a:r>
            <a:endParaRPr lang="en-US" sz="1700" dirty="0"/>
          </a:p>
        </p:txBody>
      </p:sp>
      <p:pic>
        <p:nvPicPr>
          <p:cNvPr id="9" name="Image 1" descr="man">    </p:cNvPr>
          <p:cNvPicPr>
            <a:picLocks noChangeAspect="1"/>
          </p:cNvPicPr>
          <p:nvPr/>
        </p:nvPicPr>
        <p:blipFill>
          <a:blip r:embed="rId2"/>
          <a:stretch>
            <a:fillRect/>
          </a:stretch>
        </p:blipFill>
        <p:spPr>
          <a:xfrm>
            <a:off x="1234440" y="1932432"/>
            <a:ext cx="548640" cy="548640"/>
          </a:xfrm>
          <a:prstGeom prst="rect">
            <a:avLst/>
          </a:prstGeom>
        </p:spPr>
      </p:pic>
      <p:pic>
        <p:nvPicPr>
          <p:cNvPr id="10" name="Image 2" descr="woman">    </p:cNvPr>
          <p:cNvPicPr>
            <a:picLocks noChangeAspect="1"/>
          </p:cNvPicPr>
          <p:nvPr/>
        </p:nvPicPr>
        <p:blipFill>
          <a:blip r:embed="rId3"/>
          <a:stretch>
            <a:fillRect/>
          </a:stretch>
        </p:blipFill>
        <p:spPr>
          <a:xfrm>
            <a:off x="6949440" y="1932432"/>
            <a:ext cx="548640" cy="548640"/>
          </a:xfrm>
          <a:prstGeom prst="rect">
            <a:avLst/>
          </a:prstGeom>
        </p:spPr>
      </p:pic>
      <p:sp>
        <p:nvSpPr>
          <p:cNvPr id="11" name="Shape 5"/>
          <p:cNvSpPr/>
          <p:nvPr/>
        </p:nvSpPr>
        <p:spPr>
          <a:xfrm>
            <a:off x="548640" y="2661122"/>
            <a:ext cx="384048" cy="384048"/>
          </a:xfrm>
          <a:prstGeom prst="ellipse">
            <a:avLst/>
          </a:prstGeom>
          <a:solidFill>
            <a:schemeClr val="tx2"/>
          </a:solidFill>
          <a:ln w="12700">
            <a:solidFill>
              <a:srgbClr val="FFFFFF">
                <a:alpha val="0"/>
              </a:srgbClr>
            </a:solidFill>
            <a:prstDash val="solid"/>
          </a:ln>
        </p:spPr>
      </p:sp>
      <p:sp>
        <p:nvSpPr>
          <p:cNvPr id="12" name="Text 6"/>
          <p:cNvSpPr txBox="1"/>
          <p:nvPr/>
        </p:nvSpPr>
        <p:spPr>
          <a:xfrm>
            <a:off x="548640" y="266112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3" name="Shape 7"/>
          <p:cNvSpPr/>
          <p:nvPr/>
        </p:nvSpPr>
        <p:spPr>
          <a:xfrm>
            <a:off x="1097280" y="2627376"/>
            <a:ext cx="3931920" cy="433251"/>
          </a:xfrm>
          <a:prstGeom prst="roundRect">
            <a:avLst>
              <a:gd name="adj" fmla="val 16884"/>
            </a:avLst>
          </a:prstGeom>
          <a:solidFill>
            <a:schemeClr val="bg2"/>
          </a:solidFill>
          <a:ln w="12700">
            <a:solidFill>
              <a:srgbClr val="D5DCE6"/>
            </a:solidFill>
            <a:prstDash val="solid"/>
          </a:ln>
        </p:spPr>
      </p:sp>
      <p:sp>
        <p:nvSpPr>
          <p:cNvPr id="14" name="Text 8"/>
          <p:cNvSpPr txBox="1"/>
          <p:nvPr/>
        </p:nvSpPr>
        <p:spPr>
          <a:xfrm>
            <a:off x="1280160" y="2627376"/>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Belg.</a:t>
            </a:r>
            <a:endParaRPr lang="en-US" sz="2100" dirty="0"/>
          </a:p>
        </p:txBody>
      </p:sp>
      <p:sp>
        <p:nvSpPr>
          <p:cNvPr id="15" name="Shape 9"/>
          <p:cNvSpPr/>
          <p:nvPr/>
        </p:nvSpPr>
        <p:spPr>
          <a:xfrm>
            <a:off x="5120640" y="2853146"/>
            <a:ext cx="914400" cy="914"/>
          </a:xfrm>
          <a:prstGeom prst="line">
            <a:avLst/>
          </a:prstGeom>
          <a:noFill/>
          <a:ln w="38100">
            <a:solidFill>
              <a:srgbClr val="D9700F"/>
            </a:solidFill>
            <a:prstDash val="solid"/>
            <a:tailEnd type="triangle"/>
          </a:ln>
        </p:spPr>
      </p:sp>
      <p:sp>
        <p:nvSpPr>
          <p:cNvPr id="16" name="Text 10"/>
          <p:cNvSpPr txBox="1"/>
          <p:nvPr/>
        </p:nvSpPr>
        <p:spPr>
          <a:xfrm>
            <a:off x="5120640" y="2590800"/>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17" name="Shape 11"/>
          <p:cNvSpPr/>
          <p:nvPr/>
        </p:nvSpPr>
        <p:spPr>
          <a:xfrm>
            <a:off x="6172200" y="2627376"/>
            <a:ext cx="5468112" cy="433251"/>
          </a:xfrm>
          <a:prstGeom prst="roundRect">
            <a:avLst>
              <a:gd name="adj" fmla="val 16884"/>
            </a:avLst>
          </a:prstGeom>
          <a:solidFill>
            <a:schemeClr val="bg1"/>
          </a:solidFill>
          <a:ln w="15875">
            <a:solidFill>
              <a:srgbClr val="2E7D4F"/>
            </a:solidFill>
            <a:prstDash val="solid"/>
          </a:ln>
        </p:spPr>
      </p:sp>
      <p:sp>
        <p:nvSpPr>
          <p:cNvPr id="18" name="Text 12"/>
          <p:cNvSpPr txBox="1"/>
          <p:nvPr/>
        </p:nvSpPr>
        <p:spPr>
          <a:xfrm>
            <a:off x="6355080" y="2627376"/>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b="1" i="1" dirty="0">
                <a:solidFill>
                  <a:schemeClr val="accent3"/>
                </a:solidFill>
              </a:rPr>
              <a:t>Belgische</a:t>
            </a:r>
            <a:r>
              <a:rPr lang="en-US" sz="2100" i="1" dirty="0">
                <a:solidFill>
                  <a:schemeClr val="tx1"/>
                </a:solidFill>
              </a:rPr>
              <a:t>.</a:t>
            </a:r>
            <a:endParaRPr lang="en-US" sz="2100" dirty="0"/>
          </a:p>
        </p:txBody>
      </p:sp>
      <p:sp>
        <p:nvSpPr>
          <p:cNvPr id="19" name="Shape 13"/>
          <p:cNvSpPr/>
          <p:nvPr/>
        </p:nvSpPr>
        <p:spPr>
          <a:xfrm>
            <a:off x="548640" y="3185813"/>
            <a:ext cx="384048" cy="384048"/>
          </a:xfrm>
          <a:prstGeom prst="ellipse">
            <a:avLst/>
          </a:prstGeom>
          <a:solidFill>
            <a:schemeClr val="tx2"/>
          </a:solidFill>
          <a:ln w="12700">
            <a:solidFill>
              <a:srgbClr val="FFFFFF">
                <a:alpha val="0"/>
              </a:srgbClr>
            </a:solidFill>
            <a:prstDash val="solid"/>
          </a:ln>
        </p:spPr>
      </p:sp>
      <p:sp>
        <p:nvSpPr>
          <p:cNvPr id="20" name="Text 14"/>
          <p:cNvSpPr txBox="1"/>
          <p:nvPr/>
        </p:nvSpPr>
        <p:spPr>
          <a:xfrm>
            <a:off x="548640" y="3185813"/>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Shape 15"/>
          <p:cNvSpPr/>
          <p:nvPr/>
        </p:nvSpPr>
        <p:spPr>
          <a:xfrm>
            <a:off x="1097280" y="3152067"/>
            <a:ext cx="3931920" cy="433251"/>
          </a:xfrm>
          <a:prstGeom prst="roundRect">
            <a:avLst>
              <a:gd name="adj" fmla="val 16884"/>
            </a:avLst>
          </a:prstGeom>
          <a:solidFill>
            <a:schemeClr val="bg2"/>
          </a:solidFill>
          <a:ln w="12700">
            <a:solidFill>
              <a:srgbClr val="D5DCE6"/>
            </a:solidFill>
            <a:prstDash val="solid"/>
          </a:ln>
        </p:spPr>
      </p:sp>
      <p:sp>
        <p:nvSpPr>
          <p:cNvPr id="22" name="Text 16"/>
          <p:cNvSpPr txBox="1"/>
          <p:nvPr/>
        </p:nvSpPr>
        <p:spPr>
          <a:xfrm>
            <a:off x="1280160" y="3152067"/>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Vlaming.</a:t>
            </a:r>
            <a:endParaRPr lang="en-US" sz="2100" dirty="0"/>
          </a:p>
        </p:txBody>
      </p:sp>
      <p:sp>
        <p:nvSpPr>
          <p:cNvPr id="23" name="Shape 17"/>
          <p:cNvSpPr/>
          <p:nvPr/>
        </p:nvSpPr>
        <p:spPr>
          <a:xfrm>
            <a:off x="5120640" y="3377837"/>
            <a:ext cx="914400" cy="914"/>
          </a:xfrm>
          <a:prstGeom prst="line">
            <a:avLst/>
          </a:prstGeom>
          <a:noFill/>
          <a:ln w="38100">
            <a:solidFill>
              <a:srgbClr val="D9700F"/>
            </a:solidFill>
            <a:prstDash val="solid"/>
            <a:tailEnd type="triangle"/>
          </a:ln>
        </p:spPr>
      </p:sp>
      <p:sp>
        <p:nvSpPr>
          <p:cNvPr id="24" name="Text 18"/>
          <p:cNvSpPr txBox="1"/>
          <p:nvPr/>
        </p:nvSpPr>
        <p:spPr>
          <a:xfrm>
            <a:off x="5120640" y="3115491"/>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25" name="Shape 19"/>
          <p:cNvSpPr/>
          <p:nvPr/>
        </p:nvSpPr>
        <p:spPr>
          <a:xfrm>
            <a:off x="6172200" y="3152067"/>
            <a:ext cx="5468112" cy="433251"/>
          </a:xfrm>
          <a:prstGeom prst="roundRect">
            <a:avLst>
              <a:gd name="adj" fmla="val 16884"/>
            </a:avLst>
          </a:prstGeom>
          <a:solidFill>
            <a:schemeClr val="bg1"/>
          </a:solidFill>
          <a:ln w="15875">
            <a:solidFill>
              <a:srgbClr val="2E7D4F"/>
            </a:solidFill>
            <a:prstDash val="solid"/>
          </a:ln>
        </p:spPr>
      </p:sp>
      <p:sp>
        <p:nvSpPr>
          <p:cNvPr id="26" name="Text 20"/>
          <p:cNvSpPr txBox="1"/>
          <p:nvPr/>
        </p:nvSpPr>
        <p:spPr>
          <a:xfrm>
            <a:off x="6355080" y="3152067"/>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b="1" i="1" dirty="0">
                <a:solidFill>
                  <a:schemeClr val="accent3"/>
                </a:solidFill>
              </a:rPr>
              <a:t>Vlaamse</a:t>
            </a:r>
            <a:r>
              <a:rPr lang="en-US" sz="2100" i="1" dirty="0">
                <a:solidFill>
                  <a:schemeClr val="tx1"/>
                </a:solidFill>
              </a:rPr>
              <a:t>.</a:t>
            </a:r>
            <a:endParaRPr lang="en-US" sz="2100" dirty="0"/>
          </a:p>
        </p:txBody>
      </p:sp>
      <p:sp>
        <p:nvSpPr>
          <p:cNvPr id="27" name="Shape 21"/>
          <p:cNvSpPr/>
          <p:nvPr/>
        </p:nvSpPr>
        <p:spPr>
          <a:xfrm>
            <a:off x="548640" y="3710505"/>
            <a:ext cx="384048" cy="384048"/>
          </a:xfrm>
          <a:prstGeom prst="ellipse">
            <a:avLst/>
          </a:prstGeom>
          <a:solidFill>
            <a:schemeClr val="tx2"/>
          </a:solidFill>
          <a:ln w="12700">
            <a:solidFill>
              <a:srgbClr val="FFFFFF">
                <a:alpha val="0"/>
              </a:srgbClr>
            </a:solidFill>
            <a:prstDash val="solid"/>
          </a:ln>
        </p:spPr>
      </p:sp>
      <p:sp>
        <p:nvSpPr>
          <p:cNvPr id="28" name="Text 22"/>
          <p:cNvSpPr txBox="1"/>
          <p:nvPr/>
        </p:nvSpPr>
        <p:spPr>
          <a:xfrm>
            <a:off x="548640" y="3710505"/>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9" name="Shape 23"/>
          <p:cNvSpPr/>
          <p:nvPr/>
        </p:nvSpPr>
        <p:spPr>
          <a:xfrm>
            <a:off x="1097280" y="3676759"/>
            <a:ext cx="3931920" cy="433251"/>
          </a:xfrm>
          <a:prstGeom prst="roundRect">
            <a:avLst>
              <a:gd name="adj" fmla="val 16884"/>
            </a:avLst>
          </a:prstGeom>
          <a:solidFill>
            <a:schemeClr val="bg2"/>
          </a:solidFill>
          <a:ln w="12700">
            <a:solidFill>
              <a:srgbClr val="D5DCE6"/>
            </a:solidFill>
            <a:prstDash val="solid"/>
          </a:ln>
        </p:spPr>
      </p:sp>
      <p:sp>
        <p:nvSpPr>
          <p:cNvPr id="30" name="Text 24"/>
          <p:cNvSpPr txBox="1"/>
          <p:nvPr/>
        </p:nvSpPr>
        <p:spPr>
          <a:xfrm>
            <a:off x="1280160" y="3676759"/>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Nederlander.</a:t>
            </a:r>
            <a:endParaRPr lang="en-US" sz="2100" dirty="0"/>
          </a:p>
        </p:txBody>
      </p:sp>
      <p:sp>
        <p:nvSpPr>
          <p:cNvPr id="31" name="Shape 25"/>
          <p:cNvSpPr/>
          <p:nvPr/>
        </p:nvSpPr>
        <p:spPr>
          <a:xfrm>
            <a:off x="5120640" y="3902529"/>
            <a:ext cx="914400" cy="914"/>
          </a:xfrm>
          <a:prstGeom prst="line">
            <a:avLst/>
          </a:prstGeom>
          <a:noFill/>
          <a:ln w="38100">
            <a:solidFill>
              <a:srgbClr val="D9700F"/>
            </a:solidFill>
            <a:prstDash val="solid"/>
            <a:tailEnd type="triangle"/>
          </a:ln>
        </p:spPr>
      </p:sp>
      <p:sp>
        <p:nvSpPr>
          <p:cNvPr id="32" name="Text 26"/>
          <p:cNvSpPr txBox="1"/>
          <p:nvPr/>
        </p:nvSpPr>
        <p:spPr>
          <a:xfrm>
            <a:off x="5120640" y="3640183"/>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33" name="Shape 27"/>
          <p:cNvSpPr/>
          <p:nvPr/>
        </p:nvSpPr>
        <p:spPr>
          <a:xfrm>
            <a:off x="6172200" y="3676759"/>
            <a:ext cx="5468112" cy="433251"/>
          </a:xfrm>
          <a:prstGeom prst="roundRect">
            <a:avLst>
              <a:gd name="adj" fmla="val 16884"/>
            </a:avLst>
          </a:prstGeom>
          <a:solidFill>
            <a:schemeClr val="bg1"/>
          </a:solidFill>
          <a:ln w="15875">
            <a:solidFill>
              <a:srgbClr val="2E7D4F"/>
            </a:solidFill>
            <a:prstDash val="solid"/>
          </a:ln>
        </p:spPr>
      </p:sp>
      <p:sp>
        <p:nvSpPr>
          <p:cNvPr id="34" name="Text 28"/>
          <p:cNvSpPr txBox="1"/>
          <p:nvPr/>
        </p:nvSpPr>
        <p:spPr>
          <a:xfrm>
            <a:off x="6355080" y="3676759"/>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b="1" i="1" dirty="0">
                <a:solidFill>
                  <a:schemeClr val="accent3"/>
                </a:solidFill>
              </a:rPr>
              <a:t>Nederlandse</a:t>
            </a:r>
            <a:r>
              <a:rPr lang="en-US" sz="2100" i="1" dirty="0">
                <a:solidFill>
                  <a:schemeClr val="tx1"/>
                </a:solidFill>
              </a:rPr>
              <a:t>.</a:t>
            </a:r>
            <a:endParaRPr lang="en-US" sz="2100" dirty="0"/>
          </a:p>
        </p:txBody>
      </p:sp>
      <p:sp>
        <p:nvSpPr>
          <p:cNvPr id="35" name="Shape 29"/>
          <p:cNvSpPr/>
          <p:nvPr/>
        </p:nvSpPr>
        <p:spPr>
          <a:xfrm>
            <a:off x="548640" y="4235196"/>
            <a:ext cx="384048" cy="384048"/>
          </a:xfrm>
          <a:prstGeom prst="ellipse">
            <a:avLst/>
          </a:prstGeom>
          <a:solidFill>
            <a:schemeClr val="tx2"/>
          </a:solidFill>
          <a:ln w="12700">
            <a:solidFill>
              <a:srgbClr val="FFFFFF">
                <a:alpha val="0"/>
              </a:srgbClr>
            </a:solidFill>
            <a:prstDash val="solid"/>
          </a:ln>
        </p:spPr>
      </p:sp>
      <p:sp>
        <p:nvSpPr>
          <p:cNvPr id="36" name="Text 30"/>
          <p:cNvSpPr txBox="1"/>
          <p:nvPr/>
        </p:nvSpPr>
        <p:spPr>
          <a:xfrm>
            <a:off x="548640" y="42351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7" name="Shape 31"/>
          <p:cNvSpPr/>
          <p:nvPr/>
        </p:nvSpPr>
        <p:spPr>
          <a:xfrm>
            <a:off x="1097280" y="4201450"/>
            <a:ext cx="3931920" cy="433251"/>
          </a:xfrm>
          <a:prstGeom prst="roundRect">
            <a:avLst>
              <a:gd name="adj" fmla="val 16884"/>
            </a:avLst>
          </a:prstGeom>
          <a:solidFill>
            <a:schemeClr val="bg2"/>
          </a:solidFill>
          <a:ln w="12700">
            <a:solidFill>
              <a:srgbClr val="D5DCE6"/>
            </a:solidFill>
            <a:prstDash val="solid"/>
          </a:ln>
        </p:spPr>
      </p:sp>
      <p:sp>
        <p:nvSpPr>
          <p:cNvPr id="38" name="Text 32"/>
          <p:cNvSpPr txBox="1"/>
          <p:nvPr/>
        </p:nvSpPr>
        <p:spPr>
          <a:xfrm>
            <a:off x="1280160" y="4201450"/>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Duitser.</a:t>
            </a:r>
            <a:endParaRPr lang="en-US" sz="2100" dirty="0"/>
          </a:p>
        </p:txBody>
      </p:sp>
      <p:sp>
        <p:nvSpPr>
          <p:cNvPr id="39" name="Shape 33"/>
          <p:cNvSpPr/>
          <p:nvPr/>
        </p:nvSpPr>
        <p:spPr>
          <a:xfrm>
            <a:off x="5120640" y="4427220"/>
            <a:ext cx="914400" cy="914"/>
          </a:xfrm>
          <a:prstGeom prst="line">
            <a:avLst/>
          </a:prstGeom>
          <a:noFill/>
          <a:ln w="38100">
            <a:solidFill>
              <a:srgbClr val="D9700F"/>
            </a:solidFill>
            <a:prstDash val="solid"/>
            <a:tailEnd type="triangle"/>
          </a:ln>
        </p:spPr>
      </p:sp>
      <p:sp>
        <p:nvSpPr>
          <p:cNvPr id="40" name="Text 34"/>
          <p:cNvSpPr txBox="1"/>
          <p:nvPr/>
        </p:nvSpPr>
        <p:spPr>
          <a:xfrm>
            <a:off x="5120640" y="4164874"/>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41" name="Shape 35"/>
          <p:cNvSpPr/>
          <p:nvPr/>
        </p:nvSpPr>
        <p:spPr>
          <a:xfrm>
            <a:off x="6172200" y="4201450"/>
            <a:ext cx="5468112" cy="433251"/>
          </a:xfrm>
          <a:prstGeom prst="roundRect">
            <a:avLst>
              <a:gd name="adj" fmla="val 16884"/>
            </a:avLst>
          </a:prstGeom>
          <a:solidFill>
            <a:schemeClr val="bg1"/>
          </a:solidFill>
          <a:ln w="15875">
            <a:solidFill>
              <a:srgbClr val="2E7D4F"/>
            </a:solidFill>
            <a:prstDash val="solid"/>
          </a:ln>
        </p:spPr>
      </p:sp>
      <p:sp>
        <p:nvSpPr>
          <p:cNvPr id="42" name="Text 36"/>
          <p:cNvSpPr txBox="1"/>
          <p:nvPr/>
        </p:nvSpPr>
        <p:spPr>
          <a:xfrm>
            <a:off x="6355080" y="4201450"/>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b="1" i="1" dirty="0">
                <a:solidFill>
                  <a:schemeClr val="accent3"/>
                </a:solidFill>
              </a:rPr>
              <a:t>Duitse</a:t>
            </a:r>
            <a:r>
              <a:rPr lang="en-US" sz="2100" i="1" dirty="0">
                <a:solidFill>
                  <a:schemeClr val="tx1"/>
                </a:solidFill>
              </a:rPr>
              <a:t>.</a:t>
            </a:r>
            <a:endParaRPr lang="en-US" sz="2100" dirty="0"/>
          </a:p>
        </p:txBody>
      </p:sp>
      <p:sp>
        <p:nvSpPr>
          <p:cNvPr id="43" name="Shape 37"/>
          <p:cNvSpPr/>
          <p:nvPr/>
        </p:nvSpPr>
        <p:spPr>
          <a:xfrm>
            <a:off x="548640" y="4759887"/>
            <a:ext cx="384048" cy="384048"/>
          </a:xfrm>
          <a:prstGeom prst="ellipse">
            <a:avLst/>
          </a:prstGeom>
          <a:solidFill>
            <a:schemeClr val="tx2"/>
          </a:solidFill>
          <a:ln w="12700">
            <a:solidFill>
              <a:srgbClr val="FFFFFF">
                <a:alpha val="0"/>
              </a:srgbClr>
            </a:solidFill>
            <a:prstDash val="solid"/>
          </a:ln>
        </p:spPr>
      </p:sp>
      <p:sp>
        <p:nvSpPr>
          <p:cNvPr id="44" name="Text 38"/>
          <p:cNvSpPr txBox="1"/>
          <p:nvPr/>
        </p:nvSpPr>
        <p:spPr>
          <a:xfrm>
            <a:off x="548640" y="4759887"/>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45" name="Shape 39"/>
          <p:cNvSpPr/>
          <p:nvPr/>
        </p:nvSpPr>
        <p:spPr>
          <a:xfrm>
            <a:off x="1097280" y="4726142"/>
            <a:ext cx="3931920" cy="433251"/>
          </a:xfrm>
          <a:prstGeom prst="roundRect">
            <a:avLst>
              <a:gd name="adj" fmla="val 16884"/>
            </a:avLst>
          </a:prstGeom>
          <a:solidFill>
            <a:schemeClr val="bg2"/>
          </a:solidFill>
          <a:ln w="12700">
            <a:solidFill>
              <a:srgbClr val="D5DCE6"/>
            </a:solidFill>
            <a:prstDash val="solid"/>
          </a:ln>
        </p:spPr>
      </p:sp>
      <p:sp>
        <p:nvSpPr>
          <p:cNvPr id="46" name="Text 40"/>
          <p:cNvSpPr txBox="1"/>
          <p:nvPr/>
        </p:nvSpPr>
        <p:spPr>
          <a:xfrm>
            <a:off x="1280160" y="4726142"/>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Marokkaan.</a:t>
            </a:r>
            <a:endParaRPr lang="en-US" sz="2100" dirty="0"/>
          </a:p>
        </p:txBody>
      </p:sp>
      <p:sp>
        <p:nvSpPr>
          <p:cNvPr id="47" name="Shape 41"/>
          <p:cNvSpPr/>
          <p:nvPr/>
        </p:nvSpPr>
        <p:spPr>
          <a:xfrm>
            <a:off x="5120640" y="4951911"/>
            <a:ext cx="914400" cy="914"/>
          </a:xfrm>
          <a:prstGeom prst="line">
            <a:avLst/>
          </a:prstGeom>
          <a:noFill/>
          <a:ln w="38100">
            <a:solidFill>
              <a:srgbClr val="D9700F"/>
            </a:solidFill>
            <a:prstDash val="solid"/>
            <a:tailEnd type="triangle"/>
          </a:ln>
        </p:spPr>
      </p:sp>
      <p:sp>
        <p:nvSpPr>
          <p:cNvPr id="48" name="Text 42"/>
          <p:cNvSpPr txBox="1"/>
          <p:nvPr/>
        </p:nvSpPr>
        <p:spPr>
          <a:xfrm>
            <a:off x="5120640" y="4689566"/>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49" name="Shape 43"/>
          <p:cNvSpPr/>
          <p:nvPr/>
        </p:nvSpPr>
        <p:spPr>
          <a:xfrm>
            <a:off x="6172200" y="4726142"/>
            <a:ext cx="5468112" cy="433251"/>
          </a:xfrm>
          <a:prstGeom prst="roundRect">
            <a:avLst>
              <a:gd name="adj" fmla="val 16884"/>
            </a:avLst>
          </a:prstGeom>
          <a:solidFill>
            <a:schemeClr val="bg1"/>
          </a:solidFill>
          <a:ln w="15875">
            <a:solidFill>
              <a:srgbClr val="2E7D4F"/>
            </a:solidFill>
            <a:prstDash val="solid"/>
          </a:ln>
        </p:spPr>
      </p:sp>
      <p:sp>
        <p:nvSpPr>
          <p:cNvPr id="50" name="Text 44"/>
          <p:cNvSpPr txBox="1"/>
          <p:nvPr/>
        </p:nvSpPr>
        <p:spPr>
          <a:xfrm>
            <a:off x="6355080" y="4726142"/>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b="1" i="1" dirty="0">
                <a:solidFill>
                  <a:schemeClr val="accent3"/>
                </a:solidFill>
              </a:rPr>
              <a:t>Marokkaanse</a:t>
            </a:r>
            <a:r>
              <a:rPr lang="en-US" sz="2100" i="1" dirty="0">
                <a:solidFill>
                  <a:schemeClr val="tx1"/>
                </a:solidFill>
              </a:rPr>
              <a:t>.</a:t>
            </a:r>
            <a:endParaRPr lang="en-US" sz="2100" dirty="0"/>
          </a:p>
        </p:txBody>
      </p:sp>
      <p:sp>
        <p:nvSpPr>
          <p:cNvPr id="51" name="Shape 45"/>
          <p:cNvSpPr/>
          <p:nvPr/>
        </p:nvSpPr>
        <p:spPr>
          <a:xfrm>
            <a:off x="548640" y="5284579"/>
            <a:ext cx="384048" cy="384048"/>
          </a:xfrm>
          <a:prstGeom prst="ellipse">
            <a:avLst/>
          </a:prstGeom>
          <a:solidFill>
            <a:schemeClr val="tx2"/>
          </a:solidFill>
          <a:ln w="12700">
            <a:solidFill>
              <a:srgbClr val="FFFFFF">
                <a:alpha val="0"/>
              </a:srgbClr>
            </a:solidFill>
            <a:prstDash val="solid"/>
          </a:ln>
        </p:spPr>
      </p:sp>
      <p:sp>
        <p:nvSpPr>
          <p:cNvPr id="52" name="Text 46"/>
          <p:cNvSpPr txBox="1"/>
          <p:nvPr/>
        </p:nvSpPr>
        <p:spPr>
          <a:xfrm>
            <a:off x="548640" y="5284579"/>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53" name="Shape 47"/>
          <p:cNvSpPr/>
          <p:nvPr/>
        </p:nvSpPr>
        <p:spPr>
          <a:xfrm>
            <a:off x="1097280" y="5250833"/>
            <a:ext cx="3931920" cy="433251"/>
          </a:xfrm>
          <a:prstGeom prst="roundRect">
            <a:avLst>
              <a:gd name="adj" fmla="val 16884"/>
            </a:avLst>
          </a:prstGeom>
          <a:solidFill>
            <a:schemeClr val="bg2"/>
          </a:solidFill>
          <a:ln w="12700">
            <a:solidFill>
              <a:srgbClr val="D5DCE6"/>
            </a:solidFill>
            <a:prstDash val="solid"/>
          </a:ln>
        </p:spPr>
      </p:sp>
      <p:sp>
        <p:nvSpPr>
          <p:cNvPr id="54" name="Text 48"/>
          <p:cNvSpPr txBox="1"/>
          <p:nvPr/>
        </p:nvSpPr>
        <p:spPr>
          <a:xfrm>
            <a:off x="1280160" y="5250833"/>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Pool.</a:t>
            </a:r>
            <a:endParaRPr lang="en-US" sz="2100" dirty="0"/>
          </a:p>
        </p:txBody>
      </p:sp>
      <p:sp>
        <p:nvSpPr>
          <p:cNvPr id="55" name="Shape 49"/>
          <p:cNvSpPr/>
          <p:nvPr/>
        </p:nvSpPr>
        <p:spPr>
          <a:xfrm>
            <a:off x="5120640" y="5476603"/>
            <a:ext cx="914400" cy="914"/>
          </a:xfrm>
          <a:prstGeom prst="line">
            <a:avLst/>
          </a:prstGeom>
          <a:noFill/>
          <a:ln w="38100">
            <a:solidFill>
              <a:srgbClr val="D9700F"/>
            </a:solidFill>
            <a:prstDash val="solid"/>
            <a:tailEnd type="triangle"/>
          </a:ln>
        </p:spPr>
      </p:sp>
      <p:sp>
        <p:nvSpPr>
          <p:cNvPr id="56" name="Text 50"/>
          <p:cNvSpPr txBox="1"/>
          <p:nvPr/>
        </p:nvSpPr>
        <p:spPr>
          <a:xfrm>
            <a:off x="5120640" y="5214257"/>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57" name="Shape 51"/>
          <p:cNvSpPr/>
          <p:nvPr/>
        </p:nvSpPr>
        <p:spPr>
          <a:xfrm>
            <a:off x="6172200" y="5250833"/>
            <a:ext cx="5468112" cy="433251"/>
          </a:xfrm>
          <a:prstGeom prst="roundRect">
            <a:avLst>
              <a:gd name="adj" fmla="val 16884"/>
            </a:avLst>
          </a:prstGeom>
          <a:solidFill>
            <a:schemeClr val="bg1"/>
          </a:solidFill>
          <a:ln w="15875">
            <a:solidFill>
              <a:srgbClr val="2E7D4F"/>
            </a:solidFill>
            <a:prstDash val="solid"/>
          </a:ln>
        </p:spPr>
      </p:sp>
      <p:sp>
        <p:nvSpPr>
          <p:cNvPr id="58" name="Text 52"/>
          <p:cNvSpPr txBox="1"/>
          <p:nvPr/>
        </p:nvSpPr>
        <p:spPr>
          <a:xfrm>
            <a:off x="6355080" y="5250833"/>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b="1" i="1" dirty="0">
                <a:solidFill>
                  <a:schemeClr val="accent3"/>
                </a:solidFill>
              </a:rPr>
              <a:t>Poolse</a:t>
            </a:r>
            <a:r>
              <a:rPr lang="en-US" sz="2100" i="1" dirty="0">
                <a:solidFill>
                  <a:schemeClr val="tx1"/>
                </a:solidFill>
              </a:rPr>
              <a:t>.</a:t>
            </a:r>
            <a:endParaRPr lang="en-US" sz="2100" dirty="0"/>
          </a:p>
        </p:txBody>
      </p:sp>
      <p:sp>
        <p:nvSpPr>
          <p:cNvPr id="59" name="Shape 53"/>
          <p:cNvSpPr/>
          <p:nvPr/>
        </p:nvSpPr>
        <p:spPr>
          <a:xfrm>
            <a:off x="548640" y="5809270"/>
            <a:ext cx="384048" cy="384048"/>
          </a:xfrm>
          <a:prstGeom prst="ellipse">
            <a:avLst/>
          </a:prstGeom>
          <a:solidFill>
            <a:schemeClr val="tx2"/>
          </a:solidFill>
          <a:ln w="12700">
            <a:solidFill>
              <a:srgbClr val="FFFFFF">
                <a:alpha val="0"/>
              </a:srgbClr>
            </a:solidFill>
            <a:prstDash val="solid"/>
          </a:ln>
        </p:spPr>
      </p:sp>
      <p:sp>
        <p:nvSpPr>
          <p:cNvPr id="60" name="Text 54"/>
          <p:cNvSpPr txBox="1"/>
          <p:nvPr/>
        </p:nvSpPr>
        <p:spPr>
          <a:xfrm>
            <a:off x="548640" y="580927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61" name="Shape 55"/>
          <p:cNvSpPr/>
          <p:nvPr/>
        </p:nvSpPr>
        <p:spPr>
          <a:xfrm>
            <a:off x="1097280" y="5775525"/>
            <a:ext cx="3931920" cy="433251"/>
          </a:xfrm>
          <a:prstGeom prst="roundRect">
            <a:avLst>
              <a:gd name="adj" fmla="val 16884"/>
            </a:avLst>
          </a:prstGeom>
          <a:solidFill>
            <a:schemeClr val="bg2"/>
          </a:solidFill>
          <a:ln w="12700">
            <a:solidFill>
              <a:srgbClr val="D5DCE6"/>
            </a:solidFill>
            <a:prstDash val="solid"/>
          </a:ln>
        </p:spPr>
      </p:sp>
      <p:sp>
        <p:nvSpPr>
          <p:cNvPr id="62" name="Text 56"/>
          <p:cNvSpPr txBox="1"/>
          <p:nvPr/>
        </p:nvSpPr>
        <p:spPr>
          <a:xfrm>
            <a:off x="1280160" y="5775525"/>
            <a:ext cx="3657600" cy="433251"/>
          </a:xfrm>
          <a:prstGeom prst="rect">
            <a:avLst/>
          </a:prstGeom>
          <a:noFill/>
          <a:ln/>
        </p:spPr>
        <p:txBody>
          <a:bodyPr wrap="square" lIns="0" tIns="0" rIns="0" bIns="0" rtlCol="0" anchor="ctr"/>
          <a:lstStyle/>
          <a:p>
            <a:pPr algn="l" indent="0" marL="0">
              <a:buNone/>
            </a:pPr>
            <a:r>
              <a:rPr lang="en-US" sz="2100" i="1" dirty="0">
                <a:solidFill>
                  <a:schemeClr val="tx1"/>
                </a:solidFill>
              </a:rPr>
              <a:t>Hij is Fransman.</a:t>
            </a:r>
            <a:endParaRPr lang="en-US" sz="2100" dirty="0"/>
          </a:p>
        </p:txBody>
      </p:sp>
      <p:sp>
        <p:nvSpPr>
          <p:cNvPr id="63" name="Shape 57"/>
          <p:cNvSpPr/>
          <p:nvPr/>
        </p:nvSpPr>
        <p:spPr>
          <a:xfrm>
            <a:off x="5120640" y="6001294"/>
            <a:ext cx="914400" cy="914"/>
          </a:xfrm>
          <a:prstGeom prst="line">
            <a:avLst/>
          </a:prstGeom>
          <a:noFill/>
          <a:ln w="38100">
            <a:solidFill>
              <a:srgbClr val="D9700F"/>
            </a:solidFill>
            <a:prstDash val="solid"/>
            <a:tailEnd type="triangle"/>
          </a:ln>
        </p:spPr>
      </p:sp>
      <p:sp>
        <p:nvSpPr>
          <p:cNvPr id="64" name="Text 58"/>
          <p:cNvSpPr txBox="1"/>
          <p:nvPr/>
        </p:nvSpPr>
        <p:spPr>
          <a:xfrm>
            <a:off x="5120640" y="5738949"/>
            <a:ext cx="914400" cy="244058"/>
          </a:xfrm>
          <a:prstGeom prst="rect">
            <a:avLst/>
          </a:prstGeom>
          <a:noFill/>
          <a:ln/>
        </p:spPr>
        <p:txBody>
          <a:bodyPr wrap="square" lIns="0" tIns="0" rIns="0" bIns="0" rtlCol="0" anchor="b"/>
          <a:lstStyle/>
          <a:p>
            <a:pPr algn="ctr" indent="0" marL="0">
              <a:buNone/>
            </a:pPr>
            <a:r>
              <a:rPr lang="en-US" sz="1200" b="1" dirty="0">
                <a:solidFill>
                  <a:schemeClr val="accent1"/>
                </a:solidFill>
              </a:rPr>
              <a:t>zij</a:t>
            </a:r>
            <a:endParaRPr lang="en-US" sz="1200" dirty="0"/>
          </a:p>
        </p:txBody>
      </p:sp>
      <p:sp>
        <p:nvSpPr>
          <p:cNvPr id="65" name="Shape 59"/>
          <p:cNvSpPr/>
          <p:nvPr/>
        </p:nvSpPr>
        <p:spPr>
          <a:xfrm>
            <a:off x="6172200" y="5775525"/>
            <a:ext cx="5468112" cy="433251"/>
          </a:xfrm>
          <a:prstGeom prst="roundRect">
            <a:avLst>
              <a:gd name="adj" fmla="val 16884"/>
            </a:avLst>
          </a:prstGeom>
          <a:solidFill>
            <a:schemeClr val="bg1"/>
          </a:solidFill>
          <a:ln w="15875">
            <a:solidFill>
              <a:srgbClr val="2E7D4F"/>
            </a:solidFill>
            <a:prstDash val="solid"/>
          </a:ln>
        </p:spPr>
      </p:sp>
      <p:sp>
        <p:nvSpPr>
          <p:cNvPr id="66" name="Text 60"/>
          <p:cNvSpPr txBox="1"/>
          <p:nvPr/>
        </p:nvSpPr>
        <p:spPr>
          <a:xfrm>
            <a:off x="6355080" y="5775525"/>
            <a:ext cx="5212080" cy="433251"/>
          </a:xfrm>
          <a:prstGeom prst="rect">
            <a:avLst/>
          </a:prstGeom>
          <a:noFill/>
          <a:ln/>
        </p:spPr>
        <p:txBody>
          <a:bodyPr wrap="square" lIns="0" tIns="0" rIns="0" bIns="0" rtlCol="0" anchor="ctr"/>
          <a:lstStyle/>
          <a:p>
            <a:pPr algn="l" indent="0" marL="0">
              <a:buNone/>
            </a:pPr>
            <a:r>
              <a:rPr lang="en-US" sz="2100" i="1" dirty="0">
                <a:solidFill>
                  <a:schemeClr val="tx1"/>
                </a:solidFill>
              </a:rPr>
              <a:t>Zij is </a:t>
            </a:r>
            <a:r>
              <a:rPr lang="en-US" sz="2100" b="1" i="1" dirty="0">
                <a:solidFill>
                  <a:schemeClr val="accent3"/>
                </a:solidFill>
              </a:rPr>
              <a:t>Française / Franse</a:t>
            </a:r>
            <a:r>
              <a:rPr lang="en-US" sz="2100" i="1" dirty="0">
                <a:solidFill>
                  <a:schemeClr val="tx1"/>
                </a:solidFill>
              </a:rPr>
              <a:t>.</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Devinettes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la bulle de chaque personnage.</a:t>
            </a:r>
            <a:endParaRPr lang="en-US" sz="1700" dirty="0"/>
          </a:p>
        </p:txBody>
      </p:sp>
      <p:pic>
        <p:nvPicPr>
          <p:cNvPr id="8" name="Image 1" descr="woman curly hair">    </p:cNvPr>
          <p:cNvPicPr>
            <a:picLocks noChangeAspect="1"/>
          </p:cNvPicPr>
          <p:nvPr/>
        </p:nvPicPr>
        <p:blipFill>
          <a:blip r:embed="rId2"/>
          <a:stretch>
            <a:fillRect/>
          </a:stretch>
        </p:blipFill>
        <p:spPr>
          <a:xfrm>
            <a:off x="548640" y="1978152"/>
            <a:ext cx="734568" cy="734568"/>
          </a:xfrm>
          <a:prstGeom prst="rect">
            <a:avLst/>
          </a:prstGeom>
        </p:spPr>
      </p:pic>
      <p:sp>
        <p:nvSpPr>
          <p:cNvPr id="9" name="Shape 4"/>
          <p:cNvSpPr/>
          <p:nvPr/>
        </p:nvSpPr>
        <p:spPr>
          <a:xfrm>
            <a:off x="1508760" y="2185416"/>
            <a:ext cx="548640" cy="91440"/>
          </a:xfrm>
          <a:prstGeom prst="rect">
            <a:avLst/>
          </a:prstGeom>
          <a:solidFill>
            <a:srgbClr val="C60B1E"/>
          </a:solidFill>
          <a:ln w="12700">
            <a:solidFill>
              <a:srgbClr val="FFFFFF">
                <a:alpha val="0"/>
              </a:srgbClr>
            </a:solidFill>
            <a:prstDash val="solid"/>
          </a:ln>
        </p:spPr>
      </p:sp>
      <p:sp>
        <p:nvSpPr>
          <p:cNvPr id="10" name="Shape 5"/>
          <p:cNvSpPr/>
          <p:nvPr/>
        </p:nvSpPr>
        <p:spPr>
          <a:xfrm>
            <a:off x="1508760" y="2276856"/>
            <a:ext cx="548640" cy="182880"/>
          </a:xfrm>
          <a:prstGeom prst="rect">
            <a:avLst/>
          </a:prstGeom>
          <a:solidFill>
            <a:srgbClr val="F7C600"/>
          </a:solidFill>
          <a:ln w="12700">
            <a:solidFill>
              <a:srgbClr val="FFFFFF">
                <a:alpha val="0"/>
              </a:srgbClr>
            </a:solidFill>
            <a:prstDash val="solid"/>
          </a:ln>
        </p:spPr>
      </p:sp>
      <p:sp>
        <p:nvSpPr>
          <p:cNvPr id="11" name="Shape 6"/>
          <p:cNvSpPr/>
          <p:nvPr/>
        </p:nvSpPr>
        <p:spPr>
          <a:xfrm>
            <a:off x="1508760" y="2459736"/>
            <a:ext cx="548640" cy="91440"/>
          </a:xfrm>
          <a:prstGeom prst="rect">
            <a:avLst/>
          </a:prstGeom>
          <a:solidFill>
            <a:srgbClr val="C60B1E"/>
          </a:solidFill>
          <a:ln w="12700">
            <a:solidFill>
              <a:srgbClr val="FFFFFF">
                <a:alpha val="0"/>
              </a:srgbClr>
            </a:solidFill>
            <a:prstDash val="solid"/>
          </a:ln>
        </p:spPr>
      </p:sp>
      <p:sp>
        <p:nvSpPr>
          <p:cNvPr id="12" name="Shape 7"/>
          <p:cNvSpPr/>
          <p:nvPr/>
        </p:nvSpPr>
        <p:spPr>
          <a:xfrm>
            <a:off x="1508760" y="2185416"/>
            <a:ext cx="548640" cy="365760"/>
          </a:xfrm>
          <a:prstGeom prst="rect">
            <a:avLst/>
          </a:prstGeom>
          <a:noFill/>
          <a:ln w="9525">
            <a:solidFill>
              <a:srgbClr val="B8C2CF"/>
            </a:solidFill>
            <a:prstDash val="solid"/>
          </a:ln>
        </p:spPr>
      </p:sp>
      <p:sp>
        <p:nvSpPr>
          <p:cNvPr id="13" name="Shape 8"/>
          <p:cNvSpPr/>
          <p:nvPr/>
        </p:nvSpPr>
        <p:spPr>
          <a:xfrm>
            <a:off x="2240280" y="1978152"/>
            <a:ext cx="9400032" cy="734568"/>
          </a:xfrm>
          <a:prstGeom prst="roundRect">
            <a:avLst>
              <a:gd name="adj" fmla="val 22407"/>
            </a:avLst>
          </a:prstGeom>
          <a:solidFill>
            <a:schemeClr val="accent2">
              <a:alpha val="10000"/>
            </a:schemeClr>
          </a:solidFill>
          <a:ln w="12700">
            <a:solidFill>
              <a:srgbClr val="2A6FB0"/>
            </a:solidFill>
            <a:prstDash val="solid"/>
          </a:ln>
        </p:spPr>
      </p:sp>
      <p:sp>
        <p:nvSpPr>
          <p:cNvPr id="14" name="Text 9"/>
          <p:cNvSpPr txBox="1"/>
          <p:nvPr/>
        </p:nvSpPr>
        <p:spPr>
          <a:xfrm>
            <a:off x="2468880" y="1978152"/>
            <a:ext cx="9052560" cy="734568"/>
          </a:xfrm>
          <a:prstGeom prst="rect">
            <a:avLst/>
          </a:prstGeom>
          <a:noFill/>
          <a:ln/>
        </p:spPr>
        <p:txBody>
          <a:bodyPr wrap="square" lIns="0" tIns="0" rIns="0" bIns="0" rtlCol="0" anchor="ctr"/>
          <a:lstStyle/>
          <a:p>
            <a:pPr algn="l" indent="0" marL="0">
              <a:buNone/>
            </a:pPr>
            <a:r>
              <a:rPr lang="en-US" sz="2000" i="1" dirty="0">
                <a:solidFill>
                  <a:schemeClr val="tx1"/>
                </a:solidFill>
              </a:rPr>
              <a:t>Ik kom uit Spanje. Ik ben </a:t>
            </a:r>
            <a:r>
              <a:rPr lang="en-US" sz="2000" i="1" dirty="0">
                <a:solidFill>
                  <a:schemeClr val="accent5"/>
                </a:solidFill>
              </a:rPr>
              <a:t>…………</a:t>
            </a:r>
            <a:r>
              <a:rPr lang="en-US" sz="2000" i="1" dirty="0">
                <a:solidFill>
                  <a:schemeClr val="tx1"/>
                </a:solidFill>
              </a:rPr>
              <a:t> (♀). Ik spreek </a:t>
            </a:r>
            <a:r>
              <a:rPr lang="en-US" sz="2000" i="1" dirty="0">
                <a:solidFill>
                  <a:schemeClr val="accent5"/>
                </a:solidFill>
              </a:rPr>
              <a:t>…………</a:t>
            </a:r>
            <a:r>
              <a:rPr lang="en-US" sz="2000" i="1" dirty="0">
                <a:solidFill>
                  <a:schemeClr val="tx1"/>
                </a:solidFill>
              </a:rPr>
              <a:t>.</a:t>
            </a:r>
            <a:endParaRPr lang="en-US" sz="2000" dirty="0"/>
          </a:p>
        </p:txBody>
      </p:sp>
      <p:pic>
        <p:nvPicPr>
          <p:cNvPr id="15" name="Image 2" descr="man beard">    </p:cNvPr>
          <p:cNvPicPr>
            <a:picLocks noChangeAspect="1"/>
          </p:cNvPicPr>
          <p:nvPr/>
        </p:nvPicPr>
        <p:blipFill>
          <a:blip r:embed="rId3"/>
          <a:stretch>
            <a:fillRect/>
          </a:stretch>
        </p:blipFill>
        <p:spPr>
          <a:xfrm>
            <a:off x="548640" y="2849880"/>
            <a:ext cx="734568" cy="734568"/>
          </a:xfrm>
          <a:prstGeom prst="rect">
            <a:avLst/>
          </a:prstGeom>
        </p:spPr>
      </p:pic>
      <p:sp>
        <p:nvSpPr>
          <p:cNvPr id="16" name="Shape 10"/>
          <p:cNvSpPr/>
          <p:nvPr/>
        </p:nvSpPr>
        <p:spPr>
          <a:xfrm>
            <a:off x="1508760" y="3057144"/>
            <a:ext cx="548640" cy="365760"/>
          </a:xfrm>
          <a:prstGeom prst="rect">
            <a:avLst/>
          </a:prstGeom>
          <a:solidFill>
            <a:srgbClr val="E30A17"/>
          </a:solidFill>
          <a:ln w="12700">
            <a:solidFill>
              <a:srgbClr val="FFFFFF">
                <a:alpha val="0"/>
              </a:srgbClr>
            </a:solidFill>
            <a:prstDash val="solid"/>
          </a:ln>
        </p:spPr>
      </p:sp>
      <p:sp>
        <p:nvSpPr>
          <p:cNvPr id="17" name="Text 11"/>
          <p:cNvSpPr txBox="1"/>
          <p:nvPr/>
        </p:nvSpPr>
        <p:spPr>
          <a:xfrm>
            <a:off x="1508760" y="3057144"/>
            <a:ext cx="548640" cy="36576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8" name="Shape 12"/>
          <p:cNvSpPr/>
          <p:nvPr/>
        </p:nvSpPr>
        <p:spPr>
          <a:xfrm>
            <a:off x="1508760" y="3057144"/>
            <a:ext cx="548640" cy="365760"/>
          </a:xfrm>
          <a:prstGeom prst="rect">
            <a:avLst/>
          </a:prstGeom>
          <a:noFill/>
          <a:ln w="9525">
            <a:solidFill>
              <a:srgbClr val="B8C2CF"/>
            </a:solidFill>
            <a:prstDash val="solid"/>
          </a:ln>
        </p:spPr>
      </p:sp>
      <p:sp>
        <p:nvSpPr>
          <p:cNvPr id="19" name="Shape 13"/>
          <p:cNvSpPr/>
          <p:nvPr/>
        </p:nvSpPr>
        <p:spPr>
          <a:xfrm>
            <a:off x="2240280" y="2849880"/>
            <a:ext cx="9400032" cy="734568"/>
          </a:xfrm>
          <a:prstGeom prst="roundRect">
            <a:avLst>
              <a:gd name="adj" fmla="val 22407"/>
            </a:avLst>
          </a:prstGeom>
          <a:solidFill>
            <a:schemeClr val="accent2">
              <a:alpha val="10000"/>
            </a:schemeClr>
          </a:solidFill>
          <a:ln w="12700">
            <a:solidFill>
              <a:srgbClr val="2A6FB0"/>
            </a:solidFill>
            <a:prstDash val="solid"/>
          </a:ln>
        </p:spPr>
      </p:sp>
      <p:sp>
        <p:nvSpPr>
          <p:cNvPr id="20" name="Text 14"/>
          <p:cNvSpPr txBox="1"/>
          <p:nvPr/>
        </p:nvSpPr>
        <p:spPr>
          <a:xfrm>
            <a:off x="2468880" y="2849880"/>
            <a:ext cx="9052560" cy="734568"/>
          </a:xfrm>
          <a:prstGeom prst="rect">
            <a:avLst/>
          </a:prstGeom>
          <a:noFill/>
          <a:ln/>
        </p:spPr>
        <p:txBody>
          <a:bodyPr wrap="square" lIns="0" tIns="0" rIns="0" bIns="0" rtlCol="0" anchor="ctr"/>
          <a:lstStyle/>
          <a:p>
            <a:pPr algn="l" indent="0" marL="0">
              <a:buNone/>
            </a:pPr>
            <a:r>
              <a:rPr lang="en-US" sz="2000" i="1" dirty="0">
                <a:solidFill>
                  <a:schemeClr val="tx1"/>
                </a:solidFill>
              </a:rPr>
              <a:t>Ik kom uit Turkije. Ik ben </a:t>
            </a:r>
            <a:r>
              <a:rPr lang="en-US" sz="2000" i="1" dirty="0">
                <a:solidFill>
                  <a:schemeClr val="accent5"/>
                </a:solidFill>
              </a:rPr>
              <a:t>…………</a:t>
            </a:r>
            <a:r>
              <a:rPr lang="en-US" sz="2000" i="1" dirty="0">
                <a:solidFill>
                  <a:schemeClr val="tx1"/>
                </a:solidFill>
              </a:rPr>
              <a:t> (♂). Ik spreek </a:t>
            </a:r>
            <a:r>
              <a:rPr lang="en-US" sz="2000" i="1" dirty="0">
                <a:solidFill>
                  <a:schemeClr val="accent5"/>
                </a:solidFill>
              </a:rPr>
              <a:t>…………</a:t>
            </a:r>
            <a:r>
              <a:rPr lang="en-US" sz="2000" i="1" dirty="0">
                <a:solidFill>
                  <a:schemeClr val="tx1"/>
                </a:solidFill>
              </a:rPr>
              <a:t>.</a:t>
            </a:r>
            <a:endParaRPr lang="en-US" sz="2000" dirty="0"/>
          </a:p>
        </p:txBody>
      </p:sp>
      <p:pic>
        <p:nvPicPr>
          <p:cNvPr id="21" name="Image 3" descr="man red hair">    </p:cNvPr>
          <p:cNvPicPr>
            <a:picLocks noChangeAspect="1"/>
          </p:cNvPicPr>
          <p:nvPr/>
        </p:nvPicPr>
        <p:blipFill>
          <a:blip r:embed="rId4"/>
          <a:stretch>
            <a:fillRect/>
          </a:stretch>
        </p:blipFill>
        <p:spPr>
          <a:xfrm>
            <a:off x="548640" y="3721608"/>
            <a:ext cx="734568" cy="734568"/>
          </a:xfrm>
          <a:prstGeom prst="rect">
            <a:avLst/>
          </a:prstGeom>
        </p:spPr>
      </p:pic>
      <p:sp>
        <p:nvSpPr>
          <p:cNvPr id="22" name="Shape 15"/>
          <p:cNvSpPr/>
          <p:nvPr/>
        </p:nvSpPr>
        <p:spPr>
          <a:xfrm>
            <a:off x="1508760" y="3928872"/>
            <a:ext cx="548640" cy="121920"/>
          </a:xfrm>
          <a:prstGeom prst="rect">
            <a:avLst/>
          </a:prstGeom>
          <a:solidFill>
            <a:srgbClr val="B32033"/>
          </a:solidFill>
          <a:ln w="12700">
            <a:solidFill>
              <a:srgbClr val="FFFFFF">
                <a:alpha val="0"/>
              </a:srgbClr>
            </a:solidFill>
            <a:prstDash val="solid"/>
          </a:ln>
        </p:spPr>
      </p:sp>
      <p:sp>
        <p:nvSpPr>
          <p:cNvPr id="23" name="Shape 16"/>
          <p:cNvSpPr/>
          <p:nvPr/>
        </p:nvSpPr>
        <p:spPr>
          <a:xfrm>
            <a:off x="1508760" y="4050792"/>
            <a:ext cx="548640" cy="121920"/>
          </a:xfrm>
          <a:prstGeom prst="rect">
            <a:avLst/>
          </a:prstGeom>
          <a:solidFill>
            <a:srgbClr val="FFFFFF"/>
          </a:solidFill>
          <a:ln w="12700">
            <a:solidFill>
              <a:srgbClr val="FFFFFF">
                <a:alpha val="0"/>
              </a:srgbClr>
            </a:solidFill>
            <a:prstDash val="solid"/>
          </a:ln>
        </p:spPr>
      </p:sp>
      <p:sp>
        <p:nvSpPr>
          <p:cNvPr id="24" name="Shape 17"/>
          <p:cNvSpPr/>
          <p:nvPr/>
        </p:nvSpPr>
        <p:spPr>
          <a:xfrm>
            <a:off x="1508760" y="4172712"/>
            <a:ext cx="548640" cy="121920"/>
          </a:xfrm>
          <a:prstGeom prst="rect">
            <a:avLst/>
          </a:prstGeom>
          <a:solidFill>
            <a:srgbClr val="22408C"/>
          </a:solidFill>
          <a:ln w="12700">
            <a:solidFill>
              <a:srgbClr val="FFFFFF">
                <a:alpha val="0"/>
              </a:srgbClr>
            </a:solidFill>
            <a:prstDash val="solid"/>
          </a:ln>
        </p:spPr>
      </p:sp>
      <p:sp>
        <p:nvSpPr>
          <p:cNvPr id="25" name="Shape 18"/>
          <p:cNvSpPr/>
          <p:nvPr/>
        </p:nvSpPr>
        <p:spPr>
          <a:xfrm>
            <a:off x="1508760" y="3928872"/>
            <a:ext cx="548640" cy="365760"/>
          </a:xfrm>
          <a:prstGeom prst="rect">
            <a:avLst/>
          </a:prstGeom>
          <a:noFill/>
          <a:ln w="9525">
            <a:solidFill>
              <a:srgbClr val="B8C2CF"/>
            </a:solidFill>
            <a:prstDash val="solid"/>
          </a:ln>
        </p:spPr>
      </p:sp>
      <p:sp>
        <p:nvSpPr>
          <p:cNvPr id="26" name="Shape 19"/>
          <p:cNvSpPr/>
          <p:nvPr/>
        </p:nvSpPr>
        <p:spPr>
          <a:xfrm>
            <a:off x="2240280" y="3721608"/>
            <a:ext cx="9400032" cy="734568"/>
          </a:xfrm>
          <a:prstGeom prst="roundRect">
            <a:avLst>
              <a:gd name="adj" fmla="val 22407"/>
            </a:avLst>
          </a:prstGeom>
          <a:solidFill>
            <a:schemeClr val="accent2">
              <a:alpha val="10000"/>
            </a:schemeClr>
          </a:solidFill>
          <a:ln w="12700">
            <a:solidFill>
              <a:srgbClr val="2A6FB0"/>
            </a:solidFill>
            <a:prstDash val="solid"/>
          </a:ln>
        </p:spPr>
      </p:sp>
      <p:sp>
        <p:nvSpPr>
          <p:cNvPr id="27" name="Text 20"/>
          <p:cNvSpPr txBox="1"/>
          <p:nvPr/>
        </p:nvSpPr>
        <p:spPr>
          <a:xfrm>
            <a:off x="2468880" y="3721608"/>
            <a:ext cx="9052560" cy="734568"/>
          </a:xfrm>
          <a:prstGeom prst="rect">
            <a:avLst/>
          </a:prstGeom>
          <a:noFill/>
          <a:ln/>
        </p:spPr>
        <p:txBody>
          <a:bodyPr wrap="square" lIns="0" tIns="0" rIns="0" bIns="0" rtlCol="0" anchor="ctr"/>
          <a:lstStyle/>
          <a:p>
            <a:pPr algn="l" indent="0" marL="0">
              <a:buNone/>
            </a:pPr>
            <a:r>
              <a:rPr lang="en-US" sz="2000" i="1" dirty="0">
                <a:solidFill>
                  <a:schemeClr val="tx1"/>
                </a:solidFill>
              </a:rPr>
              <a:t>Ik kom uit Nederland. Ik ben </a:t>
            </a:r>
            <a:r>
              <a:rPr lang="en-US" sz="2000" i="1" dirty="0">
                <a:solidFill>
                  <a:schemeClr val="accent5"/>
                </a:solidFill>
              </a:rPr>
              <a:t>…………………</a:t>
            </a:r>
            <a:r>
              <a:rPr lang="en-US" sz="2000" i="1" dirty="0">
                <a:solidFill>
                  <a:schemeClr val="tx1"/>
                </a:solidFill>
              </a:rPr>
              <a:t> (♂). Ik spreek </a:t>
            </a:r>
            <a:r>
              <a:rPr lang="en-US" sz="2000" i="1" dirty="0">
                <a:solidFill>
                  <a:schemeClr val="accent5"/>
                </a:solidFill>
              </a:rPr>
              <a:t>………………</a:t>
            </a:r>
            <a:r>
              <a:rPr lang="en-US" sz="2000" i="1" dirty="0">
                <a:solidFill>
                  <a:schemeClr val="tx1"/>
                </a:solidFill>
              </a:rPr>
              <a:t>.</a:t>
            </a:r>
            <a:endParaRPr lang="en-US" sz="2000" dirty="0"/>
          </a:p>
        </p:txBody>
      </p:sp>
      <p:pic>
        <p:nvPicPr>
          <p:cNvPr id="28" name="Image 4" descr="woman red hair">    </p:cNvPr>
          <p:cNvPicPr>
            <a:picLocks noChangeAspect="1"/>
          </p:cNvPicPr>
          <p:nvPr/>
        </p:nvPicPr>
        <p:blipFill>
          <a:blip r:embed="rId5"/>
          <a:stretch>
            <a:fillRect/>
          </a:stretch>
        </p:blipFill>
        <p:spPr>
          <a:xfrm>
            <a:off x="548640" y="4593336"/>
            <a:ext cx="734568" cy="734568"/>
          </a:xfrm>
          <a:prstGeom prst="rect">
            <a:avLst/>
          </a:prstGeom>
        </p:spPr>
      </p:pic>
      <p:sp>
        <p:nvSpPr>
          <p:cNvPr id="29" name="Shape 21"/>
          <p:cNvSpPr/>
          <p:nvPr/>
        </p:nvSpPr>
        <p:spPr>
          <a:xfrm>
            <a:off x="1508760" y="4800600"/>
            <a:ext cx="548640" cy="365760"/>
          </a:xfrm>
          <a:prstGeom prst="roundRect">
            <a:avLst>
              <a:gd name="adj" fmla="val 10000"/>
            </a:avLst>
          </a:prstGeom>
          <a:solidFill>
            <a:srgbClr val="EDA765"/>
          </a:solidFill>
          <a:ln w="12700">
            <a:solidFill>
              <a:srgbClr val="FFFFFF">
                <a:alpha val="0"/>
              </a:srgbClr>
            </a:solidFill>
            <a:prstDash val="solid"/>
          </a:ln>
        </p:spPr>
      </p:sp>
      <p:sp>
        <p:nvSpPr>
          <p:cNvPr id="30" name="Shape 22"/>
          <p:cNvSpPr/>
          <p:nvPr/>
        </p:nvSpPr>
        <p:spPr>
          <a:xfrm>
            <a:off x="2240280" y="4593336"/>
            <a:ext cx="9400032" cy="734568"/>
          </a:xfrm>
          <a:prstGeom prst="roundRect">
            <a:avLst>
              <a:gd name="adj" fmla="val 22407"/>
            </a:avLst>
          </a:prstGeom>
          <a:solidFill>
            <a:schemeClr val="accent2">
              <a:alpha val="10000"/>
            </a:schemeClr>
          </a:solidFill>
          <a:ln w="12700">
            <a:solidFill>
              <a:srgbClr val="2A6FB0"/>
            </a:solidFill>
            <a:prstDash val="solid"/>
          </a:ln>
        </p:spPr>
      </p:sp>
      <p:sp>
        <p:nvSpPr>
          <p:cNvPr id="31" name="Text 23"/>
          <p:cNvSpPr txBox="1"/>
          <p:nvPr/>
        </p:nvSpPr>
        <p:spPr>
          <a:xfrm>
            <a:off x="2468880" y="4593336"/>
            <a:ext cx="9052560" cy="734568"/>
          </a:xfrm>
          <a:prstGeom prst="rect">
            <a:avLst/>
          </a:prstGeom>
          <a:noFill/>
          <a:ln/>
        </p:spPr>
        <p:txBody>
          <a:bodyPr wrap="square" lIns="0" tIns="0" rIns="0" bIns="0" rtlCol="0" anchor="ctr"/>
          <a:lstStyle/>
          <a:p>
            <a:pPr algn="l" indent="0" marL="0">
              <a:buNone/>
            </a:pPr>
            <a:r>
              <a:rPr lang="en-US" sz="2000" i="1" dirty="0">
                <a:solidFill>
                  <a:schemeClr val="tx1"/>
                </a:solidFill>
              </a:rPr>
              <a:t>Ik kom uit Wallonië. Ik ben </a:t>
            </a:r>
            <a:r>
              <a:rPr lang="en-US" sz="2000" i="1" dirty="0">
                <a:solidFill>
                  <a:schemeClr val="accent5"/>
                </a:solidFill>
              </a:rPr>
              <a:t>…………</a:t>
            </a:r>
            <a:r>
              <a:rPr lang="en-US" sz="2000" i="1" dirty="0">
                <a:solidFill>
                  <a:schemeClr val="tx1"/>
                </a:solidFill>
              </a:rPr>
              <a:t> (♀). Ik spreek </a:t>
            </a:r>
            <a:r>
              <a:rPr lang="en-US" sz="2000" i="1" dirty="0">
                <a:solidFill>
                  <a:schemeClr val="accent5"/>
                </a:solidFill>
              </a:rPr>
              <a:t>…………</a:t>
            </a:r>
            <a:r>
              <a:rPr lang="en-US" sz="2000" i="1" dirty="0">
                <a:solidFill>
                  <a:schemeClr val="tx1"/>
                </a:solidFill>
              </a:rPr>
              <a:t>.</a:t>
            </a:r>
            <a:endParaRPr lang="en-US" sz="2000" dirty="0"/>
          </a:p>
        </p:txBody>
      </p:sp>
      <p:pic>
        <p:nvPicPr>
          <p:cNvPr id="32" name="Image 5" descr="woman office worker">    </p:cNvPr>
          <p:cNvPicPr>
            <a:picLocks noChangeAspect="1"/>
          </p:cNvPicPr>
          <p:nvPr/>
        </p:nvPicPr>
        <p:blipFill>
          <a:blip r:embed="rId6"/>
          <a:stretch>
            <a:fillRect/>
          </a:stretch>
        </p:blipFill>
        <p:spPr>
          <a:xfrm>
            <a:off x="548640" y="5465064"/>
            <a:ext cx="734568" cy="734568"/>
          </a:xfrm>
          <a:prstGeom prst="rect">
            <a:avLst/>
          </a:prstGeom>
        </p:spPr>
      </p:pic>
      <p:sp>
        <p:nvSpPr>
          <p:cNvPr id="33" name="Shape 24"/>
          <p:cNvSpPr/>
          <p:nvPr/>
        </p:nvSpPr>
        <p:spPr>
          <a:xfrm>
            <a:off x="1508760" y="5672328"/>
            <a:ext cx="548640" cy="182880"/>
          </a:xfrm>
          <a:prstGeom prst="rect">
            <a:avLst/>
          </a:prstGeom>
          <a:solidFill>
            <a:srgbClr val="FFFFFF"/>
          </a:solidFill>
          <a:ln w="12700">
            <a:solidFill>
              <a:srgbClr val="FFFFFF">
                <a:alpha val="0"/>
              </a:srgbClr>
            </a:solidFill>
            <a:prstDash val="solid"/>
          </a:ln>
        </p:spPr>
      </p:sp>
      <p:sp>
        <p:nvSpPr>
          <p:cNvPr id="34" name="Shape 25"/>
          <p:cNvSpPr/>
          <p:nvPr/>
        </p:nvSpPr>
        <p:spPr>
          <a:xfrm>
            <a:off x="1508760" y="5855208"/>
            <a:ext cx="548640" cy="182880"/>
          </a:xfrm>
          <a:prstGeom prst="rect">
            <a:avLst/>
          </a:prstGeom>
          <a:solidFill>
            <a:srgbClr val="DC143C"/>
          </a:solidFill>
          <a:ln w="12700">
            <a:solidFill>
              <a:srgbClr val="FFFFFF">
                <a:alpha val="0"/>
              </a:srgbClr>
            </a:solidFill>
            <a:prstDash val="solid"/>
          </a:ln>
        </p:spPr>
      </p:sp>
      <p:sp>
        <p:nvSpPr>
          <p:cNvPr id="35" name="Shape 26"/>
          <p:cNvSpPr/>
          <p:nvPr/>
        </p:nvSpPr>
        <p:spPr>
          <a:xfrm>
            <a:off x="1508760" y="5672328"/>
            <a:ext cx="548640" cy="365760"/>
          </a:xfrm>
          <a:prstGeom prst="rect">
            <a:avLst/>
          </a:prstGeom>
          <a:noFill/>
          <a:ln w="9525">
            <a:solidFill>
              <a:srgbClr val="B8C2CF"/>
            </a:solidFill>
            <a:prstDash val="solid"/>
          </a:ln>
        </p:spPr>
      </p:sp>
      <p:sp>
        <p:nvSpPr>
          <p:cNvPr id="36" name="Shape 27"/>
          <p:cNvSpPr/>
          <p:nvPr/>
        </p:nvSpPr>
        <p:spPr>
          <a:xfrm>
            <a:off x="2240280" y="5465064"/>
            <a:ext cx="9400032" cy="734568"/>
          </a:xfrm>
          <a:prstGeom prst="roundRect">
            <a:avLst>
              <a:gd name="adj" fmla="val 22407"/>
            </a:avLst>
          </a:prstGeom>
          <a:solidFill>
            <a:schemeClr val="accent2">
              <a:alpha val="10000"/>
            </a:schemeClr>
          </a:solidFill>
          <a:ln w="12700">
            <a:solidFill>
              <a:srgbClr val="2A6FB0"/>
            </a:solidFill>
            <a:prstDash val="solid"/>
          </a:ln>
        </p:spPr>
      </p:sp>
      <p:sp>
        <p:nvSpPr>
          <p:cNvPr id="37" name="Text 28"/>
          <p:cNvSpPr txBox="1"/>
          <p:nvPr/>
        </p:nvSpPr>
        <p:spPr>
          <a:xfrm>
            <a:off x="2468880" y="5465064"/>
            <a:ext cx="9052560" cy="734568"/>
          </a:xfrm>
          <a:prstGeom prst="rect">
            <a:avLst/>
          </a:prstGeom>
          <a:noFill/>
          <a:ln/>
        </p:spPr>
        <p:txBody>
          <a:bodyPr wrap="square" lIns="0" tIns="0" rIns="0" bIns="0" rtlCol="0" anchor="ctr"/>
          <a:lstStyle/>
          <a:p>
            <a:pPr algn="l" indent="0" marL="0">
              <a:buNone/>
            </a:pPr>
            <a:r>
              <a:rPr lang="en-US" sz="2000" i="1" dirty="0">
                <a:solidFill>
                  <a:schemeClr val="tx1"/>
                </a:solidFill>
              </a:rPr>
              <a:t>Ik kom uit Polen. Ik ben </a:t>
            </a:r>
            <a:r>
              <a:rPr lang="en-US" sz="2000" i="1" dirty="0">
                <a:solidFill>
                  <a:schemeClr val="accent5"/>
                </a:solidFill>
              </a:rPr>
              <a:t>…………</a:t>
            </a:r>
            <a:r>
              <a:rPr lang="en-US" sz="2000" i="1" dirty="0">
                <a:solidFill>
                  <a:schemeClr val="tx1"/>
                </a:solidFill>
              </a:rPr>
              <a:t> (♀). Ik spreek </a:t>
            </a:r>
            <a:r>
              <a:rPr lang="en-US" sz="2000" i="1" dirty="0">
                <a:solidFill>
                  <a:schemeClr val="accent5"/>
                </a:solidFill>
              </a:rPr>
              <a:t>…………</a:t>
            </a:r>
            <a:r>
              <a:rPr lang="en-US" sz="2000" i="1" dirty="0">
                <a:solidFill>
                  <a:schemeClr val="tx1"/>
                </a:solidFill>
              </a:rPr>
              <a: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Devinettes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la bulle de chaque personnage.</a:t>
            </a:r>
            <a:endParaRPr lang="en-US" sz="1700" dirty="0"/>
          </a:p>
        </p:txBody>
      </p:sp>
      <p:pic>
        <p:nvPicPr>
          <p:cNvPr id="9" name="Image 1" descr="woman curly hair">    </p:cNvPr>
          <p:cNvPicPr>
            <a:picLocks noChangeAspect="1"/>
          </p:cNvPicPr>
          <p:nvPr/>
        </p:nvPicPr>
        <p:blipFill>
          <a:blip r:embed="rId2"/>
          <a:stretch>
            <a:fillRect/>
          </a:stretch>
        </p:blipFill>
        <p:spPr>
          <a:xfrm>
            <a:off x="548640" y="1978152"/>
            <a:ext cx="734568" cy="734568"/>
          </a:xfrm>
          <a:prstGeom prst="rect">
            <a:avLst/>
          </a:prstGeom>
        </p:spPr>
      </p:pic>
      <p:sp>
        <p:nvSpPr>
          <p:cNvPr id="10" name="Shape 5"/>
          <p:cNvSpPr/>
          <p:nvPr/>
        </p:nvSpPr>
        <p:spPr>
          <a:xfrm>
            <a:off x="1508760" y="2185416"/>
            <a:ext cx="548640" cy="91440"/>
          </a:xfrm>
          <a:prstGeom prst="rect">
            <a:avLst/>
          </a:prstGeom>
          <a:solidFill>
            <a:srgbClr val="C60B1E"/>
          </a:solidFill>
          <a:ln w="12700">
            <a:solidFill>
              <a:srgbClr val="FFFFFF">
                <a:alpha val="0"/>
              </a:srgbClr>
            </a:solidFill>
            <a:prstDash val="solid"/>
          </a:ln>
        </p:spPr>
      </p:sp>
      <p:sp>
        <p:nvSpPr>
          <p:cNvPr id="11" name="Shape 6"/>
          <p:cNvSpPr/>
          <p:nvPr/>
        </p:nvSpPr>
        <p:spPr>
          <a:xfrm>
            <a:off x="1508760" y="2276856"/>
            <a:ext cx="548640" cy="182880"/>
          </a:xfrm>
          <a:prstGeom prst="rect">
            <a:avLst/>
          </a:prstGeom>
          <a:solidFill>
            <a:srgbClr val="F7C600"/>
          </a:solidFill>
          <a:ln w="12700">
            <a:solidFill>
              <a:srgbClr val="FFFFFF">
                <a:alpha val="0"/>
              </a:srgbClr>
            </a:solidFill>
            <a:prstDash val="solid"/>
          </a:ln>
        </p:spPr>
      </p:sp>
      <p:sp>
        <p:nvSpPr>
          <p:cNvPr id="12" name="Shape 7"/>
          <p:cNvSpPr/>
          <p:nvPr/>
        </p:nvSpPr>
        <p:spPr>
          <a:xfrm>
            <a:off x="1508760" y="2459736"/>
            <a:ext cx="548640" cy="91440"/>
          </a:xfrm>
          <a:prstGeom prst="rect">
            <a:avLst/>
          </a:prstGeom>
          <a:solidFill>
            <a:srgbClr val="C60B1E"/>
          </a:solidFill>
          <a:ln w="12700">
            <a:solidFill>
              <a:srgbClr val="FFFFFF">
                <a:alpha val="0"/>
              </a:srgbClr>
            </a:solidFill>
            <a:prstDash val="solid"/>
          </a:ln>
        </p:spPr>
      </p:sp>
      <p:sp>
        <p:nvSpPr>
          <p:cNvPr id="13" name="Shape 8"/>
          <p:cNvSpPr/>
          <p:nvPr/>
        </p:nvSpPr>
        <p:spPr>
          <a:xfrm>
            <a:off x="1508760" y="2185416"/>
            <a:ext cx="548640" cy="365760"/>
          </a:xfrm>
          <a:prstGeom prst="rect">
            <a:avLst/>
          </a:prstGeom>
          <a:noFill/>
          <a:ln w="9525">
            <a:solidFill>
              <a:srgbClr val="B8C2CF"/>
            </a:solidFill>
            <a:prstDash val="solid"/>
          </a:ln>
        </p:spPr>
      </p:sp>
      <p:sp>
        <p:nvSpPr>
          <p:cNvPr id="14" name="Shape 9"/>
          <p:cNvSpPr/>
          <p:nvPr/>
        </p:nvSpPr>
        <p:spPr>
          <a:xfrm>
            <a:off x="2240280" y="1978152"/>
            <a:ext cx="9400032" cy="734568"/>
          </a:xfrm>
          <a:prstGeom prst="roundRect">
            <a:avLst>
              <a:gd name="adj" fmla="val 22407"/>
            </a:avLst>
          </a:prstGeom>
          <a:solidFill>
            <a:schemeClr val="accent2">
              <a:alpha val="10000"/>
            </a:schemeClr>
          </a:solidFill>
          <a:ln w="12700">
            <a:solidFill>
              <a:srgbClr val="2A6FB0"/>
            </a:solidFill>
            <a:prstDash val="solid"/>
          </a:ln>
        </p:spPr>
      </p:sp>
      <p:sp>
        <p:nvSpPr>
          <p:cNvPr id="15" name="Text 10"/>
          <p:cNvSpPr txBox="1"/>
          <p:nvPr/>
        </p:nvSpPr>
        <p:spPr>
          <a:xfrm>
            <a:off x="2468880" y="1978152"/>
            <a:ext cx="9052560" cy="734568"/>
          </a:xfrm>
          <a:prstGeom prst="rect">
            <a:avLst/>
          </a:prstGeom>
          <a:noFill/>
          <a:ln/>
        </p:spPr>
        <p:txBody>
          <a:bodyPr wrap="square" lIns="0" tIns="0" rIns="0" bIns="0" rtlCol="0" anchor="ctr"/>
          <a:lstStyle/>
          <a:p>
            <a:pPr algn="l" indent="0" marL="0">
              <a:buNone/>
            </a:pPr>
            <a:r>
              <a:rPr lang="en-US" sz="2000" i="1" dirty="0">
                <a:solidFill>
                  <a:schemeClr val="tx1"/>
                </a:solidFill>
              </a:rPr>
              <a:t>Ik kom uit Spanje. Ik ben </a:t>
            </a:r>
            <a:r>
              <a:rPr lang="en-US" sz="2000" b="1" i="1" dirty="0">
                <a:solidFill>
                  <a:schemeClr val="accent3"/>
                </a:solidFill>
              </a:rPr>
              <a:t>Spaanse</a:t>
            </a:r>
            <a:r>
              <a:rPr lang="en-US" sz="2000" i="1" dirty="0">
                <a:solidFill>
                  <a:schemeClr val="tx1"/>
                </a:solidFill>
              </a:rPr>
              <a:t> (♀). Ik spreek </a:t>
            </a:r>
            <a:r>
              <a:rPr lang="en-US" sz="2000" b="1" i="1" dirty="0">
                <a:solidFill>
                  <a:schemeClr val="accent3"/>
                </a:solidFill>
              </a:rPr>
              <a:t>Spaans</a:t>
            </a:r>
            <a:r>
              <a:rPr lang="en-US" sz="2000" i="1" dirty="0">
                <a:solidFill>
                  <a:schemeClr val="tx1"/>
                </a:solidFill>
              </a:rPr>
              <a:t>.</a:t>
            </a:r>
            <a:endParaRPr lang="en-US" sz="2000" dirty="0"/>
          </a:p>
        </p:txBody>
      </p:sp>
      <p:pic>
        <p:nvPicPr>
          <p:cNvPr id="16" name="Image 2" descr="man beard">    </p:cNvPr>
          <p:cNvPicPr>
            <a:picLocks noChangeAspect="1"/>
          </p:cNvPicPr>
          <p:nvPr/>
        </p:nvPicPr>
        <p:blipFill>
          <a:blip r:embed="rId3"/>
          <a:stretch>
            <a:fillRect/>
          </a:stretch>
        </p:blipFill>
        <p:spPr>
          <a:xfrm>
            <a:off x="548640" y="2849880"/>
            <a:ext cx="734568" cy="734568"/>
          </a:xfrm>
          <a:prstGeom prst="rect">
            <a:avLst/>
          </a:prstGeom>
        </p:spPr>
      </p:pic>
      <p:sp>
        <p:nvSpPr>
          <p:cNvPr id="17" name="Shape 11"/>
          <p:cNvSpPr/>
          <p:nvPr/>
        </p:nvSpPr>
        <p:spPr>
          <a:xfrm>
            <a:off x="1508760" y="3057144"/>
            <a:ext cx="548640" cy="365760"/>
          </a:xfrm>
          <a:prstGeom prst="rect">
            <a:avLst/>
          </a:prstGeom>
          <a:solidFill>
            <a:srgbClr val="E30A17"/>
          </a:solidFill>
          <a:ln w="12700">
            <a:solidFill>
              <a:srgbClr val="FFFFFF">
                <a:alpha val="0"/>
              </a:srgbClr>
            </a:solidFill>
            <a:prstDash val="solid"/>
          </a:ln>
        </p:spPr>
      </p:sp>
      <p:sp>
        <p:nvSpPr>
          <p:cNvPr id="18" name="Text 12"/>
          <p:cNvSpPr txBox="1"/>
          <p:nvPr/>
        </p:nvSpPr>
        <p:spPr>
          <a:xfrm>
            <a:off x="1508760" y="3057144"/>
            <a:ext cx="548640" cy="36576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9" name="Shape 13"/>
          <p:cNvSpPr/>
          <p:nvPr/>
        </p:nvSpPr>
        <p:spPr>
          <a:xfrm>
            <a:off x="1508760" y="3057144"/>
            <a:ext cx="548640" cy="365760"/>
          </a:xfrm>
          <a:prstGeom prst="rect">
            <a:avLst/>
          </a:prstGeom>
          <a:noFill/>
          <a:ln w="9525">
            <a:solidFill>
              <a:srgbClr val="B8C2CF"/>
            </a:solidFill>
            <a:prstDash val="solid"/>
          </a:ln>
        </p:spPr>
      </p:sp>
      <p:sp>
        <p:nvSpPr>
          <p:cNvPr id="20" name="Shape 14"/>
          <p:cNvSpPr/>
          <p:nvPr/>
        </p:nvSpPr>
        <p:spPr>
          <a:xfrm>
            <a:off x="2240280" y="2849880"/>
            <a:ext cx="9400032" cy="734568"/>
          </a:xfrm>
          <a:prstGeom prst="roundRect">
            <a:avLst>
              <a:gd name="adj" fmla="val 22407"/>
            </a:avLst>
          </a:prstGeom>
          <a:solidFill>
            <a:schemeClr val="accent2">
              <a:alpha val="10000"/>
            </a:schemeClr>
          </a:solidFill>
          <a:ln w="12700">
            <a:solidFill>
              <a:srgbClr val="2A6FB0"/>
            </a:solidFill>
            <a:prstDash val="solid"/>
          </a:ln>
        </p:spPr>
      </p:sp>
      <p:sp>
        <p:nvSpPr>
          <p:cNvPr id="21" name="Text 15"/>
          <p:cNvSpPr txBox="1"/>
          <p:nvPr/>
        </p:nvSpPr>
        <p:spPr>
          <a:xfrm>
            <a:off x="2468880" y="2849880"/>
            <a:ext cx="9052560" cy="734568"/>
          </a:xfrm>
          <a:prstGeom prst="rect">
            <a:avLst/>
          </a:prstGeom>
          <a:noFill/>
          <a:ln/>
        </p:spPr>
        <p:txBody>
          <a:bodyPr wrap="square" lIns="0" tIns="0" rIns="0" bIns="0" rtlCol="0" anchor="ctr"/>
          <a:lstStyle/>
          <a:p>
            <a:pPr algn="l" indent="0" marL="0">
              <a:buNone/>
            </a:pPr>
            <a:r>
              <a:rPr lang="en-US" sz="2000" i="1" dirty="0">
                <a:solidFill>
                  <a:schemeClr val="tx1"/>
                </a:solidFill>
              </a:rPr>
              <a:t>Ik kom uit Turkije. Ik ben </a:t>
            </a:r>
            <a:r>
              <a:rPr lang="en-US" sz="2000" b="1" i="1" dirty="0">
                <a:solidFill>
                  <a:schemeClr val="accent3"/>
                </a:solidFill>
              </a:rPr>
              <a:t>Turk</a:t>
            </a:r>
            <a:r>
              <a:rPr lang="en-US" sz="2000" i="1" dirty="0">
                <a:solidFill>
                  <a:schemeClr val="tx1"/>
                </a:solidFill>
              </a:rPr>
              <a:t> (♂). Ik spreek </a:t>
            </a:r>
            <a:r>
              <a:rPr lang="en-US" sz="2000" b="1" i="1" dirty="0">
                <a:solidFill>
                  <a:schemeClr val="accent3"/>
                </a:solidFill>
              </a:rPr>
              <a:t>Turks</a:t>
            </a:r>
            <a:r>
              <a:rPr lang="en-US" sz="2000" i="1" dirty="0">
                <a:solidFill>
                  <a:schemeClr val="tx1"/>
                </a:solidFill>
              </a:rPr>
              <a:t>.</a:t>
            </a:r>
            <a:endParaRPr lang="en-US" sz="2000" dirty="0"/>
          </a:p>
        </p:txBody>
      </p:sp>
      <p:pic>
        <p:nvPicPr>
          <p:cNvPr id="22" name="Image 3" descr="man red hair">    </p:cNvPr>
          <p:cNvPicPr>
            <a:picLocks noChangeAspect="1"/>
          </p:cNvPicPr>
          <p:nvPr/>
        </p:nvPicPr>
        <p:blipFill>
          <a:blip r:embed="rId4"/>
          <a:stretch>
            <a:fillRect/>
          </a:stretch>
        </p:blipFill>
        <p:spPr>
          <a:xfrm>
            <a:off x="548640" y="3721608"/>
            <a:ext cx="734568" cy="734568"/>
          </a:xfrm>
          <a:prstGeom prst="rect">
            <a:avLst/>
          </a:prstGeom>
        </p:spPr>
      </p:pic>
      <p:sp>
        <p:nvSpPr>
          <p:cNvPr id="23" name="Shape 16"/>
          <p:cNvSpPr/>
          <p:nvPr/>
        </p:nvSpPr>
        <p:spPr>
          <a:xfrm>
            <a:off x="1508760" y="3928872"/>
            <a:ext cx="548640" cy="121920"/>
          </a:xfrm>
          <a:prstGeom prst="rect">
            <a:avLst/>
          </a:prstGeom>
          <a:solidFill>
            <a:srgbClr val="B32033"/>
          </a:solidFill>
          <a:ln w="12700">
            <a:solidFill>
              <a:srgbClr val="FFFFFF">
                <a:alpha val="0"/>
              </a:srgbClr>
            </a:solidFill>
            <a:prstDash val="solid"/>
          </a:ln>
        </p:spPr>
      </p:sp>
      <p:sp>
        <p:nvSpPr>
          <p:cNvPr id="24" name="Shape 17"/>
          <p:cNvSpPr/>
          <p:nvPr/>
        </p:nvSpPr>
        <p:spPr>
          <a:xfrm>
            <a:off x="1508760" y="4050792"/>
            <a:ext cx="548640" cy="121920"/>
          </a:xfrm>
          <a:prstGeom prst="rect">
            <a:avLst/>
          </a:prstGeom>
          <a:solidFill>
            <a:srgbClr val="FFFFFF"/>
          </a:solidFill>
          <a:ln w="12700">
            <a:solidFill>
              <a:srgbClr val="FFFFFF">
                <a:alpha val="0"/>
              </a:srgbClr>
            </a:solidFill>
            <a:prstDash val="solid"/>
          </a:ln>
        </p:spPr>
      </p:sp>
      <p:sp>
        <p:nvSpPr>
          <p:cNvPr id="25" name="Shape 18"/>
          <p:cNvSpPr/>
          <p:nvPr/>
        </p:nvSpPr>
        <p:spPr>
          <a:xfrm>
            <a:off x="1508760" y="4172712"/>
            <a:ext cx="548640" cy="121920"/>
          </a:xfrm>
          <a:prstGeom prst="rect">
            <a:avLst/>
          </a:prstGeom>
          <a:solidFill>
            <a:srgbClr val="22408C"/>
          </a:solidFill>
          <a:ln w="12700">
            <a:solidFill>
              <a:srgbClr val="FFFFFF">
                <a:alpha val="0"/>
              </a:srgbClr>
            </a:solidFill>
            <a:prstDash val="solid"/>
          </a:ln>
        </p:spPr>
      </p:sp>
      <p:sp>
        <p:nvSpPr>
          <p:cNvPr id="26" name="Shape 19"/>
          <p:cNvSpPr/>
          <p:nvPr/>
        </p:nvSpPr>
        <p:spPr>
          <a:xfrm>
            <a:off x="1508760" y="3928872"/>
            <a:ext cx="548640" cy="365760"/>
          </a:xfrm>
          <a:prstGeom prst="rect">
            <a:avLst/>
          </a:prstGeom>
          <a:noFill/>
          <a:ln w="9525">
            <a:solidFill>
              <a:srgbClr val="B8C2CF"/>
            </a:solidFill>
            <a:prstDash val="solid"/>
          </a:ln>
        </p:spPr>
      </p:sp>
      <p:sp>
        <p:nvSpPr>
          <p:cNvPr id="27" name="Shape 20"/>
          <p:cNvSpPr/>
          <p:nvPr/>
        </p:nvSpPr>
        <p:spPr>
          <a:xfrm>
            <a:off x="2240280" y="3721608"/>
            <a:ext cx="9400032" cy="734568"/>
          </a:xfrm>
          <a:prstGeom prst="roundRect">
            <a:avLst>
              <a:gd name="adj" fmla="val 22407"/>
            </a:avLst>
          </a:prstGeom>
          <a:solidFill>
            <a:schemeClr val="accent2">
              <a:alpha val="10000"/>
            </a:schemeClr>
          </a:solidFill>
          <a:ln w="12700">
            <a:solidFill>
              <a:srgbClr val="2A6FB0"/>
            </a:solidFill>
            <a:prstDash val="solid"/>
          </a:ln>
        </p:spPr>
      </p:sp>
      <p:sp>
        <p:nvSpPr>
          <p:cNvPr id="28" name="Text 21"/>
          <p:cNvSpPr txBox="1"/>
          <p:nvPr/>
        </p:nvSpPr>
        <p:spPr>
          <a:xfrm>
            <a:off x="2468880" y="3721608"/>
            <a:ext cx="9052560" cy="734568"/>
          </a:xfrm>
          <a:prstGeom prst="rect">
            <a:avLst/>
          </a:prstGeom>
          <a:noFill/>
          <a:ln/>
        </p:spPr>
        <p:txBody>
          <a:bodyPr wrap="square" lIns="0" tIns="0" rIns="0" bIns="0" rtlCol="0" anchor="ctr"/>
          <a:lstStyle/>
          <a:p>
            <a:pPr algn="l" indent="0" marL="0">
              <a:buNone/>
            </a:pPr>
            <a:r>
              <a:rPr lang="en-US" sz="2000" i="1" dirty="0">
                <a:solidFill>
                  <a:schemeClr val="tx1"/>
                </a:solidFill>
              </a:rPr>
              <a:t>Ik kom uit Nederland. Ik ben </a:t>
            </a:r>
            <a:r>
              <a:rPr lang="en-US" sz="2000" b="1" i="1" dirty="0">
                <a:solidFill>
                  <a:schemeClr val="accent3"/>
                </a:solidFill>
              </a:rPr>
              <a:t>Nederlander</a:t>
            </a:r>
            <a:r>
              <a:rPr lang="en-US" sz="2000" i="1" dirty="0">
                <a:solidFill>
                  <a:schemeClr val="tx1"/>
                </a:solidFill>
              </a:rPr>
              <a:t> (♂). Ik spreek </a:t>
            </a:r>
            <a:r>
              <a:rPr lang="en-US" sz="2000" b="1" i="1" dirty="0">
                <a:solidFill>
                  <a:schemeClr val="accent3"/>
                </a:solidFill>
              </a:rPr>
              <a:t>Nederlands</a:t>
            </a:r>
            <a:r>
              <a:rPr lang="en-US" sz="2000" i="1" dirty="0">
                <a:solidFill>
                  <a:schemeClr val="tx1"/>
                </a:solidFill>
              </a:rPr>
              <a:t>.</a:t>
            </a:r>
            <a:endParaRPr lang="en-US" sz="2000" dirty="0"/>
          </a:p>
        </p:txBody>
      </p:sp>
      <p:pic>
        <p:nvPicPr>
          <p:cNvPr id="29" name="Image 4" descr="woman red hair">    </p:cNvPr>
          <p:cNvPicPr>
            <a:picLocks noChangeAspect="1"/>
          </p:cNvPicPr>
          <p:nvPr/>
        </p:nvPicPr>
        <p:blipFill>
          <a:blip r:embed="rId5"/>
          <a:stretch>
            <a:fillRect/>
          </a:stretch>
        </p:blipFill>
        <p:spPr>
          <a:xfrm>
            <a:off x="548640" y="4593336"/>
            <a:ext cx="734568" cy="734568"/>
          </a:xfrm>
          <a:prstGeom prst="rect">
            <a:avLst/>
          </a:prstGeom>
        </p:spPr>
      </p:pic>
      <p:sp>
        <p:nvSpPr>
          <p:cNvPr id="30" name="Shape 22"/>
          <p:cNvSpPr/>
          <p:nvPr/>
        </p:nvSpPr>
        <p:spPr>
          <a:xfrm>
            <a:off x="1508760" y="4800600"/>
            <a:ext cx="548640" cy="365760"/>
          </a:xfrm>
          <a:prstGeom prst="roundRect">
            <a:avLst>
              <a:gd name="adj" fmla="val 10000"/>
            </a:avLst>
          </a:prstGeom>
          <a:solidFill>
            <a:srgbClr val="EDA765"/>
          </a:solidFill>
          <a:ln w="12700">
            <a:solidFill>
              <a:srgbClr val="FFFFFF">
                <a:alpha val="0"/>
              </a:srgbClr>
            </a:solidFill>
            <a:prstDash val="solid"/>
          </a:ln>
        </p:spPr>
      </p:sp>
      <p:sp>
        <p:nvSpPr>
          <p:cNvPr id="31" name="Shape 23"/>
          <p:cNvSpPr/>
          <p:nvPr/>
        </p:nvSpPr>
        <p:spPr>
          <a:xfrm>
            <a:off x="2240280" y="4593336"/>
            <a:ext cx="9400032" cy="734568"/>
          </a:xfrm>
          <a:prstGeom prst="roundRect">
            <a:avLst>
              <a:gd name="adj" fmla="val 22407"/>
            </a:avLst>
          </a:prstGeom>
          <a:solidFill>
            <a:schemeClr val="accent2">
              <a:alpha val="10000"/>
            </a:schemeClr>
          </a:solidFill>
          <a:ln w="12700">
            <a:solidFill>
              <a:srgbClr val="2A6FB0"/>
            </a:solidFill>
            <a:prstDash val="solid"/>
          </a:ln>
        </p:spPr>
      </p:sp>
      <p:sp>
        <p:nvSpPr>
          <p:cNvPr id="32" name="Text 24"/>
          <p:cNvSpPr txBox="1"/>
          <p:nvPr/>
        </p:nvSpPr>
        <p:spPr>
          <a:xfrm>
            <a:off x="2468880" y="4593336"/>
            <a:ext cx="9052560" cy="734568"/>
          </a:xfrm>
          <a:prstGeom prst="rect">
            <a:avLst/>
          </a:prstGeom>
          <a:noFill/>
          <a:ln/>
        </p:spPr>
        <p:txBody>
          <a:bodyPr wrap="square" lIns="0" tIns="0" rIns="0" bIns="0" rtlCol="0" anchor="ctr"/>
          <a:lstStyle/>
          <a:p>
            <a:pPr algn="l" indent="0" marL="0">
              <a:buNone/>
            </a:pPr>
            <a:r>
              <a:rPr lang="en-US" sz="2000" i="1" dirty="0">
                <a:solidFill>
                  <a:schemeClr val="tx1"/>
                </a:solidFill>
              </a:rPr>
              <a:t>Ik kom uit Wallonië. Ik ben </a:t>
            </a:r>
            <a:r>
              <a:rPr lang="en-US" sz="2000" b="1" i="1" dirty="0">
                <a:solidFill>
                  <a:schemeClr val="accent3"/>
                </a:solidFill>
              </a:rPr>
              <a:t>Waalse</a:t>
            </a:r>
            <a:r>
              <a:rPr lang="en-US" sz="2000" i="1" dirty="0">
                <a:solidFill>
                  <a:schemeClr val="tx1"/>
                </a:solidFill>
              </a:rPr>
              <a:t> (♀). Ik spreek </a:t>
            </a:r>
            <a:r>
              <a:rPr lang="en-US" sz="2000" b="1" i="1" dirty="0">
                <a:solidFill>
                  <a:schemeClr val="accent3"/>
                </a:solidFill>
              </a:rPr>
              <a:t>Frans</a:t>
            </a:r>
            <a:r>
              <a:rPr lang="en-US" sz="2000" i="1" dirty="0">
                <a:solidFill>
                  <a:schemeClr val="tx1"/>
                </a:solidFill>
              </a:rPr>
              <a:t>.</a:t>
            </a:r>
            <a:endParaRPr lang="en-US" sz="2000" dirty="0"/>
          </a:p>
        </p:txBody>
      </p:sp>
      <p:pic>
        <p:nvPicPr>
          <p:cNvPr id="33" name="Image 5" descr="woman office worker">    </p:cNvPr>
          <p:cNvPicPr>
            <a:picLocks noChangeAspect="1"/>
          </p:cNvPicPr>
          <p:nvPr/>
        </p:nvPicPr>
        <p:blipFill>
          <a:blip r:embed="rId6"/>
          <a:stretch>
            <a:fillRect/>
          </a:stretch>
        </p:blipFill>
        <p:spPr>
          <a:xfrm>
            <a:off x="548640" y="5465064"/>
            <a:ext cx="734568" cy="734568"/>
          </a:xfrm>
          <a:prstGeom prst="rect">
            <a:avLst/>
          </a:prstGeom>
        </p:spPr>
      </p:pic>
      <p:sp>
        <p:nvSpPr>
          <p:cNvPr id="34" name="Shape 25"/>
          <p:cNvSpPr/>
          <p:nvPr/>
        </p:nvSpPr>
        <p:spPr>
          <a:xfrm>
            <a:off x="1508760" y="5672328"/>
            <a:ext cx="548640" cy="182880"/>
          </a:xfrm>
          <a:prstGeom prst="rect">
            <a:avLst/>
          </a:prstGeom>
          <a:solidFill>
            <a:srgbClr val="FFFFFF"/>
          </a:solidFill>
          <a:ln w="12700">
            <a:solidFill>
              <a:srgbClr val="FFFFFF">
                <a:alpha val="0"/>
              </a:srgbClr>
            </a:solidFill>
            <a:prstDash val="solid"/>
          </a:ln>
        </p:spPr>
      </p:sp>
      <p:sp>
        <p:nvSpPr>
          <p:cNvPr id="35" name="Shape 26"/>
          <p:cNvSpPr/>
          <p:nvPr/>
        </p:nvSpPr>
        <p:spPr>
          <a:xfrm>
            <a:off x="1508760" y="5855208"/>
            <a:ext cx="548640" cy="182880"/>
          </a:xfrm>
          <a:prstGeom prst="rect">
            <a:avLst/>
          </a:prstGeom>
          <a:solidFill>
            <a:srgbClr val="DC143C"/>
          </a:solidFill>
          <a:ln w="12700">
            <a:solidFill>
              <a:srgbClr val="FFFFFF">
                <a:alpha val="0"/>
              </a:srgbClr>
            </a:solidFill>
            <a:prstDash val="solid"/>
          </a:ln>
        </p:spPr>
      </p:sp>
      <p:sp>
        <p:nvSpPr>
          <p:cNvPr id="36" name="Shape 27"/>
          <p:cNvSpPr/>
          <p:nvPr/>
        </p:nvSpPr>
        <p:spPr>
          <a:xfrm>
            <a:off x="1508760" y="5672328"/>
            <a:ext cx="548640" cy="365760"/>
          </a:xfrm>
          <a:prstGeom prst="rect">
            <a:avLst/>
          </a:prstGeom>
          <a:noFill/>
          <a:ln w="9525">
            <a:solidFill>
              <a:srgbClr val="B8C2CF"/>
            </a:solidFill>
            <a:prstDash val="solid"/>
          </a:ln>
        </p:spPr>
      </p:sp>
      <p:sp>
        <p:nvSpPr>
          <p:cNvPr id="37" name="Shape 28"/>
          <p:cNvSpPr/>
          <p:nvPr/>
        </p:nvSpPr>
        <p:spPr>
          <a:xfrm>
            <a:off x="2240280" y="5465064"/>
            <a:ext cx="9400032" cy="734568"/>
          </a:xfrm>
          <a:prstGeom prst="roundRect">
            <a:avLst>
              <a:gd name="adj" fmla="val 22407"/>
            </a:avLst>
          </a:prstGeom>
          <a:solidFill>
            <a:schemeClr val="accent2">
              <a:alpha val="10000"/>
            </a:schemeClr>
          </a:solidFill>
          <a:ln w="12700">
            <a:solidFill>
              <a:srgbClr val="2A6FB0"/>
            </a:solidFill>
            <a:prstDash val="solid"/>
          </a:ln>
        </p:spPr>
      </p:sp>
      <p:sp>
        <p:nvSpPr>
          <p:cNvPr id="38" name="Text 29"/>
          <p:cNvSpPr txBox="1"/>
          <p:nvPr/>
        </p:nvSpPr>
        <p:spPr>
          <a:xfrm>
            <a:off x="2468880" y="5465064"/>
            <a:ext cx="9052560" cy="734568"/>
          </a:xfrm>
          <a:prstGeom prst="rect">
            <a:avLst/>
          </a:prstGeom>
          <a:noFill/>
          <a:ln/>
        </p:spPr>
        <p:txBody>
          <a:bodyPr wrap="square" lIns="0" tIns="0" rIns="0" bIns="0" rtlCol="0" anchor="ctr"/>
          <a:lstStyle/>
          <a:p>
            <a:pPr algn="l" indent="0" marL="0">
              <a:buNone/>
            </a:pPr>
            <a:r>
              <a:rPr lang="en-US" sz="2000" i="1" dirty="0">
                <a:solidFill>
                  <a:schemeClr val="tx1"/>
                </a:solidFill>
              </a:rPr>
              <a:t>Ik kom uit Polen. Ik ben </a:t>
            </a:r>
            <a:r>
              <a:rPr lang="en-US" sz="2000" b="1" i="1" dirty="0">
                <a:solidFill>
                  <a:schemeClr val="accent3"/>
                </a:solidFill>
              </a:rPr>
              <a:t>Poolse</a:t>
            </a:r>
            <a:r>
              <a:rPr lang="en-US" sz="2000" i="1" dirty="0">
                <a:solidFill>
                  <a:schemeClr val="tx1"/>
                </a:solidFill>
              </a:rPr>
              <a:t> (♀). Ik spreek </a:t>
            </a:r>
            <a:r>
              <a:rPr lang="en-US" sz="2000" b="1" i="1" dirty="0">
                <a:solidFill>
                  <a:schemeClr val="accent3"/>
                </a:solidFill>
              </a:rPr>
              <a:t>Pools</a:t>
            </a:r>
            <a:r>
              <a:rPr lang="en-US" sz="2000" i="1" dirty="0">
                <a:solidFill>
                  <a:schemeClr val="tx1"/>
                </a:solidFill>
              </a:rPr>
              <a: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Lina se présente. Trouvez les 6 fautes.</a:t>
            </a:r>
            <a:endParaRPr lang="en-US" sz="1700" dirty="0"/>
          </a:p>
        </p:txBody>
      </p:sp>
      <p:sp>
        <p:nvSpPr>
          <p:cNvPr id="8" name="Shape 4"/>
          <p:cNvSpPr/>
          <p:nvPr/>
        </p:nvSpPr>
        <p:spPr>
          <a:xfrm>
            <a:off x="548640" y="1932432"/>
            <a:ext cx="813816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8138160" cy="502920"/>
          </a:xfrm>
          <a:prstGeom prst="roundRect">
            <a:avLst>
              <a:gd name="adj" fmla="val 7273"/>
            </a:avLst>
          </a:prstGeom>
          <a:solidFill>
            <a:schemeClr val="tx2"/>
          </a:solidFill>
          <a:ln w="12700">
            <a:solidFill>
              <a:srgbClr val="FFFFFF">
                <a:alpha val="0"/>
              </a:srgbClr>
            </a:solidFill>
            <a:prstDash val="solid"/>
          </a:ln>
        </p:spPr>
      </p:sp>
      <p:sp>
        <p:nvSpPr>
          <p:cNvPr id="10" name="Text 6"/>
          <p:cNvSpPr txBox="1"/>
          <p:nvPr/>
        </p:nvSpPr>
        <p:spPr>
          <a:xfrm>
            <a:off x="777240" y="1932432"/>
            <a:ext cx="7315200" cy="502920"/>
          </a:xfrm>
          <a:prstGeom prst="rect">
            <a:avLst/>
          </a:prstGeom>
          <a:noFill/>
          <a:ln/>
        </p:spPr>
        <p:txBody>
          <a:bodyPr wrap="square" lIns="0" tIns="0" rIns="0" bIns="0" rtlCol="0" anchor="ctr"/>
          <a:lstStyle/>
          <a:p>
            <a:pPr algn="l" indent="0" marL="0">
              <a:buNone/>
            </a:pPr>
            <a:r>
              <a:rPr lang="en-US" sz="1500" b="1" dirty="0">
                <a:solidFill>
                  <a:schemeClr val="bg1"/>
                </a:solidFill>
              </a:rPr>
              <a:t>Fiche de présentation · Lina</a:t>
            </a:r>
            <a:endParaRPr lang="en-US" sz="1500" dirty="0"/>
          </a:p>
        </p:txBody>
      </p:sp>
      <p:sp>
        <p:nvSpPr>
          <p:cNvPr id="11" name="Text 7"/>
          <p:cNvSpPr txBox="1"/>
          <p:nvPr/>
        </p:nvSpPr>
        <p:spPr>
          <a:xfrm>
            <a:off x="868680" y="2618232"/>
            <a:ext cx="7498080" cy="3489960"/>
          </a:xfrm>
          <a:prstGeom prst="rect">
            <a:avLst/>
          </a:prstGeom>
          <a:noFill/>
          <a:ln/>
        </p:spPr>
        <p:txBody>
          <a:bodyPr wrap="square" lIns="0" tIns="0" rIns="0" bIns="0" rtlCol="0" anchor="ctr"/>
          <a:lstStyle/>
          <a:p>
            <a:pPr algn="l" indent="0" marL="0">
              <a:lnSpc>
                <a:spcPct val="125000"/>
              </a:lnSpc>
              <a:buNone/>
            </a:pPr>
            <a:r>
              <a:rPr lang="en-US" sz="2300" i="1" dirty="0">
                <a:solidFill>
                  <a:schemeClr val="tx1"/>
                </a:solidFill>
              </a:rPr>
              <a:t>Hallo! Ik ben Lina. Ik ben </a:t>
            </a:r>
            <a:r>
              <a:rPr lang="en-US" sz="2300" i="1" dirty="0">
                <a:solidFill>
                  <a:schemeClr val="tx1"/>
                </a:solidFill>
              </a:rPr>
              <a:t>belgische</a:t>
            </a:r>
            <a:r>
              <a:rPr lang="en-US" sz="2300" i="1" dirty="0">
                <a:solidFill>
                  <a:schemeClr val="tx1"/>
                </a:solidFill>
              </a:rPr>
              <a:t>, maar ik ben van </a:t>
            </a:r>
            <a:r>
              <a:rPr lang="en-US" sz="2300" i="1" dirty="0">
                <a:solidFill>
                  <a:schemeClr val="tx1"/>
                </a:solidFill>
              </a:rPr>
              <a:t>marokkaanse</a:t>
            </a:r>
            <a:r>
              <a:rPr lang="en-US" sz="2300" i="1" dirty="0">
                <a:solidFill>
                  <a:schemeClr val="tx1"/>
                </a:solidFill>
              </a:rPr>
              <a:t> afkomst. Ik spreek </a:t>
            </a:r>
            <a:r>
              <a:rPr lang="en-US" sz="2300" i="1" dirty="0">
                <a:solidFill>
                  <a:schemeClr val="tx1"/>
                </a:solidFill>
              </a:rPr>
              <a:t>frans</a:t>
            </a:r>
            <a:r>
              <a:rPr lang="en-US" sz="2300" i="1" dirty="0">
                <a:solidFill>
                  <a:schemeClr val="tx1"/>
                </a:solidFill>
              </a:rPr>
              <a:t>, </a:t>
            </a:r>
            <a:r>
              <a:rPr lang="en-US" sz="2300" i="1" dirty="0">
                <a:solidFill>
                  <a:schemeClr val="tx1"/>
                </a:solidFill>
              </a:rPr>
              <a:t>arabisch</a:t>
            </a:r>
            <a:r>
              <a:rPr lang="en-US" sz="2300" i="1" dirty="0">
                <a:solidFill>
                  <a:schemeClr val="tx1"/>
                </a:solidFill>
              </a:rPr>
              <a:t> en een beetje </a:t>
            </a:r>
            <a:r>
              <a:rPr lang="en-US" sz="2300" i="1" dirty="0">
                <a:solidFill>
                  <a:schemeClr val="tx1"/>
                </a:solidFill>
              </a:rPr>
              <a:t>nederlands</a:t>
            </a:r>
            <a:r>
              <a:rPr lang="en-US" sz="2300" i="1" dirty="0">
                <a:solidFill>
                  <a:schemeClr val="tx1"/>
                </a:solidFill>
              </a:rPr>
              <a:t>. Mijn man is Belg. Hij komt </a:t>
            </a:r>
            <a:r>
              <a:rPr lang="en-US" sz="2300" i="1" dirty="0">
                <a:solidFill>
                  <a:schemeClr val="tx1"/>
                </a:solidFill>
              </a:rPr>
              <a:t>van</a:t>
            </a:r>
            <a:r>
              <a:rPr lang="en-US" sz="2300" i="1" dirty="0">
                <a:solidFill>
                  <a:schemeClr val="tx1"/>
                </a:solidFill>
              </a:rPr>
              <a:t> Luik.</a:t>
            </a:r>
            <a:endParaRPr lang="en-US" sz="2300" dirty="0"/>
          </a:p>
        </p:txBody>
      </p:sp>
      <p:pic>
        <p:nvPicPr>
          <p:cNvPr id="12" name="Image 1" descr="woman with headscarf">    </p:cNvPr>
          <p:cNvPicPr>
            <a:picLocks noChangeAspect="1"/>
          </p:cNvPicPr>
          <p:nvPr/>
        </p:nvPicPr>
        <p:blipFill>
          <a:blip r:embed="rId2"/>
          <a:stretch>
            <a:fillRect/>
          </a:stretch>
        </p:blipFill>
        <p:spPr>
          <a:xfrm>
            <a:off x="9098280" y="2023872"/>
            <a:ext cx="2011680" cy="2011680"/>
          </a:xfrm>
          <a:prstGeom prst="rect">
            <a:avLst/>
          </a:prstGeom>
        </p:spPr>
      </p:pic>
      <p:pic>
        <p:nvPicPr>
          <p:cNvPr id="13" name="Image 2" descr="magnifying glass tilted left">    </p:cNvPr>
          <p:cNvPicPr>
            <a:picLocks noChangeAspect="1"/>
          </p:cNvPicPr>
          <p:nvPr/>
        </p:nvPicPr>
        <p:blipFill>
          <a:blip r:embed="rId3"/>
          <a:stretch>
            <a:fillRect/>
          </a:stretch>
        </p:blipFill>
        <p:spPr>
          <a:xfrm>
            <a:off x="9372600" y="4264152"/>
            <a:ext cx="914400" cy="914400"/>
          </a:xfrm>
          <a:prstGeom prst="rect">
            <a:avLst/>
          </a:prstGeom>
        </p:spPr>
      </p:pic>
      <p:sp>
        <p:nvSpPr>
          <p:cNvPr id="14" name="Shape 8"/>
          <p:cNvSpPr/>
          <p:nvPr/>
        </p:nvSpPr>
        <p:spPr>
          <a:xfrm>
            <a:off x="9006840" y="5361432"/>
            <a:ext cx="2633472" cy="777240"/>
          </a:xfrm>
          <a:prstGeom prst="roundRect">
            <a:avLst>
              <a:gd name="adj" fmla="val 9412"/>
            </a:avLst>
          </a:prstGeom>
          <a:solidFill>
            <a:schemeClr val="accent6"/>
          </a:solidFill>
          <a:ln w="12700">
            <a:solidFill>
              <a:srgbClr val="FFFFFF">
                <a:alpha val="0"/>
              </a:srgbClr>
            </a:solidFill>
            <a:prstDash val="solid"/>
          </a:ln>
        </p:spPr>
      </p:sp>
      <p:sp>
        <p:nvSpPr>
          <p:cNvPr id="15" name="Text 9"/>
          <p:cNvSpPr txBox="1"/>
          <p:nvPr/>
        </p:nvSpPr>
        <p:spPr>
          <a:xfrm>
            <a:off x="9052560" y="5361432"/>
            <a:ext cx="2542032" cy="777240"/>
          </a:xfrm>
          <a:prstGeom prst="rect">
            <a:avLst/>
          </a:prstGeom>
          <a:noFill/>
          <a:ln/>
        </p:spPr>
        <p:txBody>
          <a:bodyPr wrap="square" lIns="0" tIns="0" rIns="0" bIns="0" rtlCol="0" anchor="ctr"/>
          <a:lstStyle/>
          <a:p>
            <a:pPr algn="ctr" indent="0" marL="0">
              <a:buNone/>
            </a:pPr>
            <a:r>
              <a:rPr lang="en-US" sz="2200" b="1" dirty="0">
                <a:solidFill>
                  <a:schemeClr val="bg1"/>
                </a:solidFill>
              </a:rPr>
              <a:t>6 fautes ?</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Lina se présente. Trouvez les 6 fautes.</a:t>
            </a:r>
            <a:endParaRPr lang="en-US" sz="1700" dirty="0"/>
          </a:p>
        </p:txBody>
      </p:sp>
      <p:sp>
        <p:nvSpPr>
          <p:cNvPr id="9" name="Shape 5"/>
          <p:cNvSpPr/>
          <p:nvPr/>
        </p:nvSpPr>
        <p:spPr>
          <a:xfrm>
            <a:off x="548640" y="1932432"/>
            <a:ext cx="813816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8138160" cy="502920"/>
          </a:xfrm>
          <a:prstGeom prst="roundRect">
            <a:avLst>
              <a:gd name="adj" fmla="val 7273"/>
            </a:avLst>
          </a:prstGeom>
          <a:solidFill>
            <a:schemeClr val="tx2"/>
          </a:solidFill>
          <a:ln w="12700">
            <a:solidFill>
              <a:srgbClr val="FFFFFF">
                <a:alpha val="0"/>
              </a:srgbClr>
            </a:solidFill>
            <a:prstDash val="solid"/>
          </a:ln>
        </p:spPr>
      </p:sp>
      <p:sp>
        <p:nvSpPr>
          <p:cNvPr id="11" name="Text 7"/>
          <p:cNvSpPr txBox="1"/>
          <p:nvPr/>
        </p:nvSpPr>
        <p:spPr>
          <a:xfrm>
            <a:off x="777240" y="1932432"/>
            <a:ext cx="7315200" cy="502920"/>
          </a:xfrm>
          <a:prstGeom prst="rect">
            <a:avLst/>
          </a:prstGeom>
          <a:noFill/>
          <a:ln/>
        </p:spPr>
        <p:txBody>
          <a:bodyPr wrap="square" lIns="0" tIns="0" rIns="0" bIns="0" rtlCol="0" anchor="ctr"/>
          <a:lstStyle/>
          <a:p>
            <a:pPr algn="l" indent="0" marL="0">
              <a:buNone/>
            </a:pPr>
            <a:r>
              <a:rPr lang="en-US" sz="1500" b="1" dirty="0">
                <a:solidFill>
                  <a:schemeClr val="bg1"/>
                </a:solidFill>
              </a:rPr>
              <a:t>Fiche de présentation · Lina</a:t>
            </a:r>
            <a:endParaRPr lang="en-US" sz="1500" dirty="0"/>
          </a:p>
        </p:txBody>
      </p:sp>
      <p:sp>
        <p:nvSpPr>
          <p:cNvPr id="12" name="Text 8"/>
          <p:cNvSpPr txBox="1"/>
          <p:nvPr/>
        </p:nvSpPr>
        <p:spPr>
          <a:xfrm>
            <a:off x="868680" y="2618232"/>
            <a:ext cx="7498080" cy="3489960"/>
          </a:xfrm>
          <a:prstGeom prst="rect">
            <a:avLst/>
          </a:prstGeom>
          <a:noFill/>
          <a:ln/>
        </p:spPr>
        <p:txBody>
          <a:bodyPr wrap="square" lIns="0" tIns="0" rIns="0" bIns="0" rtlCol="0" anchor="ctr"/>
          <a:lstStyle/>
          <a:p>
            <a:pPr algn="l" indent="0" marL="0">
              <a:lnSpc>
                <a:spcPct val="125000"/>
              </a:lnSpc>
              <a:buNone/>
            </a:pPr>
            <a:r>
              <a:rPr lang="en-US" sz="2300" i="1" dirty="0">
                <a:solidFill>
                  <a:schemeClr val="tx1"/>
                </a:solidFill>
              </a:rPr>
              <a:t>Hallo! Ik ben Lina. Ik ben </a:t>
            </a:r>
            <a:r>
              <a:rPr lang="en-US" sz="2300" i="1" strike="sngStrike" dirty="0">
                <a:solidFill>
                  <a:schemeClr val="accent6"/>
                </a:solidFill>
              </a:rPr>
              <a:t>belgische</a:t>
            </a:r>
            <a:r>
              <a:rPr lang="en-US" sz="2300" b="1" i="1" dirty="0">
                <a:solidFill>
                  <a:schemeClr val="accent3"/>
                </a:solidFill>
              </a:rPr>
              <a:t> Belgische</a:t>
            </a:r>
            <a:r>
              <a:rPr lang="en-US" sz="2300" i="1" dirty="0">
                <a:solidFill>
                  <a:schemeClr val="tx1"/>
                </a:solidFill>
              </a:rPr>
              <a:t>, maar ik ben van </a:t>
            </a:r>
            <a:r>
              <a:rPr lang="en-US" sz="2300" i="1" strike="sngStrike" dirty="0">
                <a:solidFill>
                  <a:schemeClr val="accent6"/>
                </a:solidFill>
              </a:rPr>
              <a:t>marokkaanse</a:t>
            </a:r>
            <a:r>
              <a:rPr lang="en-US" sz="2300" b="1" i="1" dirty="0">
                <a:solidFill>
                  <a:schemeClr val="accent3"/>
                </a:solidFill>
              </a:rPr>
              <a:t> Marokkaanse</a:t>
            </a:r>
            <a:r>
              <a:rPr lang="en-US" sz="2300" i="1" dirty="0">
                <a:solidFill>
                  <a:schemeClr val="tx1"/>
                </a:solidFill>
              </a:rPr>
              <a:t> afkomst. Ik spreek </a:t>
            </a:r>
            <a:r>
              <a:rPr lang="en-US" sz="2300" i="1" strike="sngStrike" dirty="0">
                <a:solidFill>
                  <a:schemeClr val="accent6"/>
                </a:solidFill>
              </a:rPr>
              <a:t>frans</a:t>
            </a:r>
            <a:r>
              <a:rPr lang="en-US" sz="2300" b="1" i="1" dirty="0">
                <a:solidFill>
                  <a:schemeClr val="accent3"/>
                </a:solidFill>
              </a:rPr>
              <a:t> Frans</a:t>
            </a:r>
            <a:r>
              <a:rPr lang="en-US" sz="2300" i="1" dirty="0">
                <a:solidFill>
                  <a:schemeClr val="tx1"/>
                </a:solidFill>
              </a:rPr>
              <a:t>, </a:t>
            </a:r>
            <a:r>
              <a:rPr lang="en-US" sz="2300" i="1" strike="sngStrike" dirty="0">
                <a:solidFill>
                  <a:schemeClr val="accent6"/>
                </a:solidFill>
              </a:rPr>
              <a:t>arabisch</a:t>
            </a:r>
            <a:r>
              <a:rPr lang="en-US" sz="2300" b="1" i="1" dirty="0">
                <a:solidFill>
                  <a:schemeClr val="accent3"/>
                </a:solidFill>
              </a:rPr>
              <a:t> Arabisch</a:t>
            </a:r>
            <a:r>
              <a:rPr lang="en-US" sz="2300" i="1" dirty="0">
                <a:solidFill>
                  <a:schemeClr val="tx1"/>
                </a:solidFill>
              </a:rPr>
              <a:t> en een beetje </a:t>
            </a:r>
            <a:r>
              <a:rPr lang="en-US" sz="2300" i="1" strike="sngStrike" dirty="0">
                <a:solidFill>
                  <a:schemeClr val="accent6"/>
                </a:solidFill>
              </a:rPr>
              <a:t>nederlands</a:t>
            </a:r>
            <a:r>
              <a:rPr lang="en-US" sz="2300" b="1" i="1" dirty="0">
                <a:solidFill>
                  <a:schemeClr val="accent3"/>
                </a:solidFill>
              </a:rPr>
              <a:t> Nederlands</a:t>
            </a:r>
            <a:r>
              <a:rPr lang="en-US" sz="2300" i="1" dirty="0">
                <a:solidFill>
                  <a:schemeClr val="tx1"/>
                </a:solidFill>
              </a:rPr>
              <a:t>. Mijn man is Belg. Hij komt </a:t>
            </a:r>
            <a:r>
              <a:rPr lang="en-US" sz="2300" i="1" strike="sngStrike" dirty="0">
                <a:solidFill>
                  <a:schemeClr val="accent6"/>
                </a:solidFill>
              </a:rPr>
              <a:t>van</a:t>
            </a:r>
            <a:r>
              <a:rPr lang="en-US" sz="2300" b="1" i="1" dirty="0">
                <a:solidFill>
                  <a:schemeClr val="accent3"/>
                </a:solidFill>
              </a:rPr>
              <a:t> uit</a:t>
            </a:r>
            <a:r>
              <a:rPr lang="en-US" sz="2300" i="1" dirty="0">
                <a:solidFill>
                  <a:schemeClr val="tx1"/>
                </a:solidFill>
              </a:rPr>
              <a:t> Luik.</a:t>
            </a:r>
            <a:endParaRPr lang="en-US" sz="2300" dirty="0"/>
          </a:p>
        </p:txBody>
      </p:sp>
      <p:pic>
        <p:nvPicPr>
          <p:cNvPr id="13" name="Image 1" descr="woman with headscarf">    </p:cNvPr>
          <p:cNvPicPr>
            <a:picLocks noChangeAspect="1"/>
          </p:cNvPicPr>
          <p:nvPr/>
        </p:nvPicPr>
        <p:blipFill>
          <a:blip r:embed="rId2"/>
          <a:stretch>
            <a:fillRect/>
          </a:stretch>
        </p:blipFill>
        <p:spPr>
          <a:xfrm>
            <a:off x="9098280" y="2023872"/>
            <a:ext cx="2011680" cy="2011680"/>
          </a:xfrm>
          <a:prstGeom prst="rect">
            <a:avLst/>
          </a:prstGeom>
        </p:spPr>
      </p:pic>
      <p:pic>
        <p:nvPicPr>
          <p:cNvPr id="14" name="Image 2" descr="magnifying glass tilted left">    </p:cNvPr>
          <p:cNvPicPr>
            <a:picLocks noChangeAspect="1"/>
          </p:cNvPicPr>
          <p:nvPr/>
        </p:nvPicPr>
        <p:blipFill>
          <a:blip r:embed="rId3"/>
          <a:stretch>
            <a:fillRect/>
          </a:stretch>
        </p:blipFill>
        <p:spPr>
          <a:xfrm>
            <a:off x="9372600" y="4264152"/>
            <a:ext cx="914400" cy="914400"/>
          </a:xfrm>
          <a:prstGeom prst="rect">
            <a:avLst/>
          </a:prstGeom>
        </p:spPr>
      </p:pic>
      <p:sp>
        <p:nvSpPr>
          <p:cNvPr id="15" name="Shape 9"/>
          <p:cNvSpPr/>
          <p:nvPr/>
        </p:nvSpPr>
        <p:spPr>
          <a:xfrm>
            <a:off x="9006840" y="5361432"/>
            <a:ext cx="2633472" cy="777240"/>
          </a:xfrm>
          <a:prstGeom prst="roundRect">
            <a:avLst>
              <a:gd name="adj" fmla="val 9412"/>
            </a:avLst>
          </a:prstGeom>
          <a:solidFill>
            <a:schemeClr val="accent6"/>
          </a:solidFill>
          <a:ln w="12700">
            <a:solidFill>
              <a:srgbClr val="FFFFFF">
                <a:alpha val="0"/>
              </a:srgbClr>
            </a:solidFill>
            <a:prstDash val="solid"/>
          </a:ln>
        </p:spPr>
      </p:sp>
      <p:sp>
        <p:nvSpPr>
          <p:cNvPr id="16" name="Text 10"/>
          <p:cNvSpPr txBox="1"/>
          <p:nvPr/>
        </p:nvSpPr>
        <p:spPr>
          <a:xfrm>
            <a:off x="9052560" y="5361432"/>
            <a:ext cx="2542032" cy="777240"/>
          </a:xfrm>
          <a:prstGeom prst="rect">
            <a:avLst/>
          </a:prstGeom>
          <a:noFill/>
          <a:ln/>
        </p:spPr>
        <p:txBody>
          <a:bodyPr wrap="square" lIns="0" tIns="0" rIns="0" bIns="0" rtlCol="0" anchor="ctr"/>
          <a:lstStyle/>
          <a:p>
            <a:pPr algn="ctr" indent="0" marL="0">
              <a:buNone/>
            </a:pPr>
            <a:r>
              <a:rPr lang="en-US" sz="1500" b="1" dirty="0">
                <a:solidFill>
                  <a:schemeClr val="bg1"/>
                </a:solidFill>
              </a:rPr>
              <a:t>5 majuscules + 1 préposition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Le tour du monde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globe showing europe africa">    </p:cNvPr>
          <p:cNvPicPr>
            <a:picLocks noChangeAspect="1"/>
          </p:cNvPicPr>
          <p:nvPr/>
        </p:nvPicPr>
        <p:blipFill>
          <a:blip r:embed="rId1"/>
          <a:stretch>
            <a:fillRect/>
          </a:stretch>
        </p:blipFill>
        <p:spPr>
          <a:xfrm>
            <a:off x="4910328" y="2057400"/>
            <a:ext cx="2377440" cy="2377440"/>
          </a:xfrm>
          <a:prstGeom prst="rect">
            <a:avLst/>
          </a:prstGeom>
        </p:spPr>
      </p:pic>
      <p:sp>
        <p:nvSpPr>
          <p:cNvPr id="7" name="Shape 3"/>
          <p:cNvSpPr/>
          <p:nvPr/>
        </p:nvSpPr>
        <p:spPr>
          <a:xfrm>
            <a:off x="548640" y="1600200"/>
            <a:ext cx="1965960" cy="1783080"/>
          </a:xfrm>
          <a:prstGeom prst="roundRect">
            <a:avLst>
              <a:gd name="adj" fmla="val 4103"/>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8" name="Shape 4"/>
          <p:cNvSpPr/>
          <p:nvPr/>
        </p:nvSpPr>
        <p:spPr>
          <a:xfrm>
            <a:off x="658368" y="1709928"/>
            <a:ext cx="365760" cy="365760"/>
          </a:xfrm>
          <a:prstGeom prst="ellipse">
            <a:avLst/>
          </a:prstGeom>
          <a:solidFill>
            <a:schemeClr val="accent1"/>
          </a:solidFill>
          <a:ln w="12700">
            <a:solidFill>
              <a:srgbClr val="FFFFFF">
                <a:alpha val="0"/>
              </a:srgbClr>
            </a:solidFill>
            <a:prstDash val="solid"/>
          </a:ln>
        </p:spPr>
      </p:sp>
      <p:sp>
        <p:nvSpPr>
          <p:cNvPr id="9" name="Text 5"/>
          <p:cNvSpPr txBox="1"/>
          <p:nvPr/>
        </p:nvSpPr>
        <p:spPr>
          <a:xfrm>
            <a:off x="658368" y="170992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Shape 6"/>
          <p:cNvSpPr/>
          <p:nvPr/>
        </p:nvSpPr>
        <p:spPr>
          <a:xfrm>
            <a:off x="1115568" y="1920240"/>
            <a:ext cx="822960" cy="137160"/>
          </a:xfrm>
          <a:prstGeom prst="rect">
            <a:avLst/>
          </a:prstGeom>
          <a:solidFill>
            <a:srgbClr val="C60B1E"/>
          </a:solidFill>
          <a:ln w="12700">
            <a:solidFill>
              <a:srgbClr val="FFFFFF">
                <a:alpha val="0"/>
              </a:srgbClr>
            </a:solidFill>
            <a:prstDash val="solid"/>
          </a:ln>
        </p:spPr>
      </p:sp>
      <p:sp>
        <p:nvSpPr>
          <p:cNvPr id="11" name="Shape 7"/>
          <p:cNvSpPr/>
          <p:nvPr/>
        </p:nvSpPr>
        <p:spPr>
          <a:xfrm>
            <a:off x="1115568" y="2057400"/>
            <a:ext cx="822960" cy="274320"/>
          </a:xfrm>
          <a:prstGeom prst="rect">
            <a:avLst/>
          </a:prstGeom>
          <a:solidFill>
            <a:srgbClr val="F7C600"/>
          </a:solidFill>
          <a:ln w="12700">
            <a:solidFill>
              <a:srgbClr val="FFFFFF">
                <a:alpha val="0"/>
              </a:srgbClr>
            </a:solidFill>
            <a:prstDash val="solid"/>
          </a:ln>
        </p:spPr>
      </p:sp>
      <p:sp>
        <p:nvSpPr>
          <p:cNvPr id="12" name="Shape 8"/>
          <p:cNvSpPr/>
          <p:nvPr/>
        </p:nvSpPr>
        <p:spPr>
          <a:xfrm>
            <a:off x="1115568" y="2331720"/>
            <a:ext cx="822960" cy="137160"/>
          </a:xfrm>
          <a:prstGeom prst="rect">
            <a:avLst/>
          </a:prstGeom>
          <a:solidFill>
            <a:srgbClr val="C60B1E"/>
          </a:solidFill>
          <a:ln w="12700">
            <a:solidFill>
              <a:srgbClr val="FFFFFF">
                <a:alpha val="0"/>
              </a:srgbClr>
            </a:solidFill>
            <a:prstDash val="solid"/>
          </a:ln>
        </p:spPr>
      </p:sp>
      <p:sp>
        <p:nvSpPr>
          <p:cNvPr id="13" name="Shape 9"/>
          <p:cNvSpPr/>
          <p:nvPr/>
        </p:nvSpPr>
        <p:spPr>
          <a:xfrm>
            <a:off x="1115568" y="1920240"/>
            <a:ext cx="822960" cy="548640"/>
          </a:xfrm>
          <a:prstGeom prst="rect">
            <a:avLst/>
          </a:prstGeom>
          <a:noFill/>
          <a:ln w="9525">
            <a:solidFill>
              <a:srgbClr val="B8C2CF"/>
            </a:solidFill>
            <a:prstDash val="solid"/>
          </a:ln>
        </p:spPr>
      </p:sp>
      <p:sp>
        <p:nvSpPr>
          <p:cNvPr id="14" name="Text 10"/>
          <p:cNvSpPr txBox="1"/>
          <p:nvPr/>
        </p:nvSpPr>
        <p:spPr>
          <a:xfrm>
            <a:off x="548640" y="2606040"/>
            <a:ext cx="196596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Spanje</a:t>
            </a:r>
            <a:endParaRPr lang="en-US" sz="2000" dirty="0"/>
          </a:p>
        </p:txBody>
      </p:sp>
      <p:sp>
        <p:nvSpPr>
          <p:cNvPr id="15" name="Shape 11"/>
          <p:cNvSpPr/>
          <p:nvPr/>
        </p:nvSpPr>
        <p:spPr>
          <a:xfrm>
            <a:off x="2697480" y="1600200"/>
            <a:ext cx="1965960" cy="1783080"/>
          </a:xfrm>
          <a:prstGeom prst="roundRect">
            <a:avLst>
              <a:gd name="adj" fmla="val 4103"/>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6" name="Shape 12"/>
          <p:cNvSpPr/>
          <p:nvPr/>
        </p:nvSpPr>
        <p:spPr>
          <a:xfrm>
            <a:off x="2807208" y="1709928"/>
            <a:ext cx="365760" cy="365760"/>
          </a:xfrm>
          <a:prstGeom prst="ellipse">
            <a:avLst/>
          </a:prstGeom>
          <a:solidFill>
            <a:schemeClr val="accent1"/>
          </a:solidFill>
          <a:ln w="12700">
            <a:solidFill>
              <a:srgbClr val="FFFFFF">
                <a:alpha val="0"/>
              </a:srgbClr>
            </a:solidFill>
            <a:prstDash val="solid"/>
          </a:ln>
        </p:spPr>
      </p:sp>
      <p:sp>
        <p:nvSpPr>
          <p:cNvPr id="17" name="Text 13"/>
          <p:cNvSpPr txBox="1"/>
          <p:nvPr/>
        </p:nvSpPr>
        <p:spPr>
          <a:xfrm>
            <a:off x="2807208" y="170992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8" name="Shape 14"/>
          <p:cNvSpPr/>
          <p:nvPr/>
        </p:nvSpPr>
        <p:spPr>
          <a:xfrm>
            <a:off x="3264408" y="1920240"/>
            <a:ext cx="274320" cy="548640"/>
          </a:xfrm>
          <a:prstGeom prst="rect">
            <a:avLst/>
          </a:prstGeom>
          <a:solidFill>
            <a:srgbClr val="1E8C45"/>
          </a:solidFill>
          <a:ln w="12700">
            <a:solidFill>
              <a:srgbClr val="FFFFFF">
                <a:alpha val="0"/>
              </a:srgbClr>
            </a:solidFill>
            <a:prstDash val="solid"/>
          </a:ln>
        </p:spPr>
      </p:sp>
      <p:sp>
        <p:nvSpPr>
          <p:cNvPr id="19" name="Shape 15"/>
          <p:cNvSpPr/>
          <p:nvPr/>
        </p:nvSpPr>
        <p:spPr>
          <a:xfrm>
            <a:off x="3538728" y="1920240"/>
            <a:ext cx="274320" cy="548640"/>
          </a:xfrm>
          <a:prstGeom prst="rect">
            <a:avLst/>
          </a:prstGeom>
          <a:solidFill>
            <a:srgbClr val="FFFFFF"/>
          </a:solidFill>
          <a:ln w="12700">
            <a:solidFill>
              <a:srgbClr val="FFFFFF">
                <a:alpha val="0"/>
              </a:srgbClr>
            </a:solidFill>
            <a:prstDash val="solid"/>
          </a:ln>
        </p:spPr>
      </p:sp>
      <p:sp>
        <p:nvSpPr>
          <p:cNvPr id="20" name="Shape 16"/>
          <p:cNvSpPr/>
          <p:nvPr/>
        </p:nvSpPr>
        <p:spPr>
          <a:xfrm>
            <a:off x="3813048" y="1920240"/>
            <a:ext cx="274320" cy="548640"/>
          </a:xfrm>
          <a:prstGeom prst="rect">
            <a:avLst/>
          </a:prstGeom>
          <a:solidFill>
            <a:srgbClr val="D7262D"/>
          </a:solidFill>
          <a:ln w="12700">
            <a:solidFill>
              <a:srgbClr val="FFFFFF">
                <a:alpha val="0"/>
              </a:srgbClr>
            </a:solidFill>
            <a:prstDash val="solid"/>
          </a:ln>
        </p:spPr>
      </p:sp>
      <p:sp>
        <p:nvSpPr>
          <p:cNvPr id="21" name="Shape 17"/>
          <p:cNvSpPr/>
          <p:nvPr/>
        </p:nvSpPr>
        <p:spPr>
          <a:xfrm>
            <a:off x="3264408" y="1920240"/>
            <a:ext cx="822960" cy="548640"/>
          </a:xfrm>
          <a:prstGeom prst="rect">
            <a:avLst/>
          </a:prstGeom>
          <a:noFill/>
          <a:ln w="9525">
            <a:solidFill>
              <a:srgbClr val="B8C2CF"/>
            </a:solidFill>
            <a:prstDash val="solid"/>
          </a:ln>
        </p:spPr>
      </p:sp>
      <p:sp>
        <p:nvSpPr>
          <p:cNvPr id="22" name="Text 18"/>
          <p:cNvSpPr txBox="1"/>
          <p:nvPr/>
        </p:nvSpPr>
        <p:spPr>
          <a:xfrm>
            <a:off x="2697480" y="2606040"/>
            <a:ext cx="196596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Italië</a:t>
            </a:r>
            <a:endParaRPr lang="en-US" sz="2000" dirty="0"/>
          </a:p>
        </p:txBody>
      </p:sp>
      <p:sp>
        <p:nvSpPr>
          <p:cNvPr id="23" name="Shape 19"/>
          <p:cNvSpPr/>
          <p:nvPr/>
        </p:nvSpPr>
        <p:spPr>
          <a:xfrm>
            <a:off x="7525512" y="1600200"/>
            <a:ext cx="1965960" cy="1783080"/>
          </a:xfrm>
          <a:prstGeom prst="roundRect">
            <a:avLst>
              <a:gd name="adj" fmla="val 4103"/>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4" name="Shape 20"/>
          <p:cNvSpPr/>
          <p:nvPr/>
        </p:nvSpPr>
        <p:spPr>
          <a:xfrm>
            <a:off x="7635240" y="1709928"/>
            <a:ext cx="365760" cy="365760"/>
          </a:xfrm>
          <a:prstGeom prst="ellipse">
            <a:avLst/>
          </a:prstGeom>
          <a:solidFill>
            <a:schemeClr val="accent1"/>
          </a:solidFill>
          <a:ln w="12700">
            <a:solidFill>
              <a:srgbClr val="FFFFFF">
                <a:alpha val="0"/>
              </a:srgbClr>
            </a:solidFill>
            <a:prstDash val="solid"/>
          </a:ln>
        </p:spPr>
      </p:sp>
      <p:sp>
        <p:nvSpPr>
          <p:cNvPr id="25" name="Text 21"/>
          <p:cNvSpPr txBox="1"/>
          <p:nvPr/>
        </p:nvSpPr>
        <p:spPr>
          <a:xfrm>
            <a:off x="7635240" y="170992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6" name="Shape 22"/>
          <p:cNvSpPr/>
          <p:nvPr/>
        </p:nvSpPr>
        <p:spPr>
          <a:xfrm>
            <a:off x="8092440" y="1920240"/>
            <a:ext cx="822960" cy="548640"/>
          </a:xfrm>
          <a:prstGeom prst="rect">
            <a:avLst/>
          </a:prstGeom>
          <a:solidFill>
            <a:srgbClr val="E30A17"/>
          </a:solidFill>
          <a:ln w="12700">
            <a:solidFill>
              <a:srgbClr val="FFFFFF">
                <a:alpha val="0"/>
              </a:srgbClr>
            </a:solidFill>
            <a:prstDash val="solid"/>
          </a:ln>
        </p:spPr>
      </p:sp>
      <p:sp>
        <p:nvSpPr>
          <p:cNvPr id="27" name="Text 23"/>
          <p:cNvSpPr txBox="1"/>
          <p:nvPr/>
        </p:nvSpPr>
        <p:spPr>
          <a:xfrm>
            <a:off x="8092440" y="1920240"/>
            <a:ext cx="822960" cy="54864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28" name="Shape 24"/>
          <p:cNvSpPr/>
          <p:nvPr/>
        </p:nvSpPr>
        <p:spPr>
          <a:xfrm>
            <a:off x="8092440" y="1920240"/>
            <a:ext cx="822960" cy="548640"/>
          </a:xfrm>
          <a:prstGeom prst="rect">
            <a:avLst/>
          </a:prstGeom>
          <a:noFill/>
          <a:ln w="9525">
            <a:solidFill>
              <a:srgbClr val="B8C2CF"/>
            </a:solidFill>
            <a:prstDash val="solid"/>
          </a:ln>
        </p:spPr>
      </p:sp>
      <p:sp>
        <p:nvSpPr>
          <p:cNvPr id="29" name="Text 25"/>
          <p:cNvSpPr txBox="1"/>
          <p:nvPr/>
        </p:nvSpPr>
        <p:spPr>
          <a:xfrm>
            <a:off x="7525512" y="2606040"/>
            <a:ext cx="196596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Turkije</a:t>
            </a:r>
            <a:endParaRPr lang="en-US" sz="2000" dirty="0"/>
          </a:p>
        </p:txBody>
      </p:sp>
      <p:sp>
        <p:nvSpPr>
          <p:cNvPr id="30" name="Shape 26"/>
          <p:cNvSpPr/>
          <p:nvPr/>
        </p:nvSpPr>
        <p:spPr>
          <a:xfrm>
            <a:off x="9674352" y="1600200"/>
            <a:ext cx="1965960" cy="1783080"/>
          </a:xfrm>
          <a:prstGeom prst="roundRect">
            <a:avLst>
              <a:gd name="adj" fmla="val 4103"/>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31" name="Shape 27"/>
          <p:cNvSpPr/>
          <p:nvPr/>
        </p:nvSpPr>
        <p:spPr>
          <a:xfrm>
            <a:off x="9784080" y="1709928"/>
            <a:ext cx="365760" cy="365760"/>
          </a:xfrm>
          <a:prstGeom prst="ellipse">
            <a:avLst/>
          </a:prstGeom>
          <a:solidFill>
            <a:schemeClr val="accent1"/>
          </a:solidFill>
          <a:ln w="12700">
            <a:solidFill>
              <a:srgbClr val="FFFFFF">
                <a:alpha val="0"/>
              </a:srgbClr>
            </a:solidFill>
            <a:prstDash val="solid"/>
          </a:ln>
        </p:spPr>
      </p:sp>
      <p:sp>
        <p:nvSpPr>
          <p:cNvPr id="32" name="Text 28"/>
          <p:cNvSpPr txBox="1"/>
          <p:nvPr/>
        </p:nvSpPr>
        <p:spPr>
          <a:xfrm>
            <a:off x="9784080" y="170992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3" name="Shape 29"/>
          <p:cNvSpPr/>
          <p:nvPr/>
        </p:nvSpPr>
        <p:spPr>
          <a:xfrm>
            <a:off x="10241280" y="1920240"/>
            <a:ext cx="822960" cy="548640"/>
          </a:xfrm>
          <a:prstGeom prst="rect">
            <a:avLst/>
          </a:prstGeom>
          <a:solidFill>
            <a:srgbClr val="C1272D"/>
          </a:solidFill>
          <a:ln w="12700">
            <a:solidFill>
              <a:srgbClr val="FFFFFF">
                <a:alpha val="0"/>
              </a:srgbClr>
            </a:solidFill>
            <a:prstDash val="solid"/>
          </a:ln>
        </p:spPr>
      </p:sp>
      <p:sp>
        <p:nvSpPr>
          <p:cNvPr id="34" name="Text 30"/>
          <p:cNvSpPr txBox="1"/>
          <p:nvPr/>
        </p:nvSpPr>
        <p:spPr>
          <a:xfrm>
            <a:off x="10241280" y="1920240"/>
            <a:ext cx="822960" cy="548640"/>
          </a:xfrm>
          <a:prstGeom prst="rect">
            <a:avLst/>
          </a:prstGeom>
          <a:noFill/>
          <a:ln/>
        </p:spPr>
        <p:txBody>
          <a:bodyPr wrap="square" lIns="0" tIns="0" rIns="0" bIns="0" rtlCol="0" anchor="ctr"/>
          <a:lstStyle/>
          <a:p>
            <a:pPr algn="ctr" indent="0" marL="0">
              <a:buNone/>
            </a:pPr>
            <a:r>
              <a:rPr lang="en-US" sz="2800" b="1" dirty="0">
                <a:solidFill>
                  <a:srgbClr val="1E7B3A"/>
                </a:solidFill>
              </a:rPr>
              <a:t>☆</a:t>
            </a:r>
            <a:endParaRPr lang="en-US" sz="2800" dirty="0"/>
          </a:p>
        </p:txBody>
      </p:sp>
      <p:sp>
        <p:nvSpPr>
          <p:cNvPr id="35" name="Shape 31"/>
          <p:cNvSpPr/>
          <p:nvPr/>
        </p:nvSpPr>
        <p:spPr>
          <a:xfrm>
            <a:off x="10241280" y="1920240"/>
            <a:ext cx="822960" cy="548640"/>
          </a:xfrm>
          <a:prstGeom prst="rect">
            <a:avLst/>
          </a:prstGeom>
          <a:noFill/>
          <a:ln w="9525">
            <a:solidFill>
              <a:srgbClr val="B8C2CF"/>
            </a:solidFill>
            <a:prstDash val="solid"/>
          </a:ln>
        </p:spPr>
      </p:sp>
      <p:sp>
        <p:nvSpPr>
          <p:cNvPr id="36" name="Text 32"/>
          <p:cNvSpPr txBox="1"/>
          <p:nvPr/>
        </p:nvSpPr>
        <p:spPr>
          <a:xfrm>
            <a:off x="9674352" y="2606040"/>
            <a:ext cx="196596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Marokko</a:t>
            </a:r>
            <a:endParaRPr lang="en-US" sz="2000" dirty="0"/>
          </a:p>
        </p:txBody>
      </p:sp>
      <p:sp>
        <p:nvSpPr>
          <p:cNvPr id="37" name="Shape 33"/>
          <p:cNvSpPr/>
          <p:nvPr/>
        </p:nvSpPr>
        <p:spPr>
          <a:xfrm>
            <a:off x="548640" y="3703320"/>
            <a:ext cx="1965960" cy="1783080"/>
          </a:xfrm>
          <a:prstGeom prst="roundRect">
            <a:avLst>
              <a:gd name="adj" fmla="val 4103"/>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38" name="Shape 34"/>
          <p:cNvSpPr/>
          <p:nvPr/>
        </p:nvSpPr>
        <p:spPr>
          <a:xfrm>
            <a:off x="658368" y="3813048"/>
            <a:ext cx="365760" cy="365760"/>
          </a:xfrm>
          <a:prstGeom prst="ellipse">
            <a:avLst/>
          </a:prstGeom>
          <a:solidFill>
            <a:schemeClr val="accent1"/>
          </a:solidFill>
          <a:ln w="12700">
            <a:solidFill>
              <a:srgbClr val="FFFFFF">
                <a:alpha val="0"/>
              </a:srgbClr>
            </a:solidFill>
            <a:prstDash val="solid"/>
          </a:ln>
        </p:spPr>
      </p:sp>
      <p:sp>
        <p:nvSpPr>
          <p:cNvPr id="39" name="Text 35"/>
          <p:cNvSpPr txBox="1"/>
          <p:nvPr/>
        </p:nvSpPr>
        <p:spPr>
          <a:xfrm>
            <a:off x="658368" y="381304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0" name="Shape 36"/>
          <p:cNvSpPr/>
          <p:nvPr/>
        </p:nvSpPr>
        <p:spPr>
          <a:xfrm>
            <a:off x="1115568" y="4023360"/>
            <a:ext cx="822960" cy="274320"/>
          </a:xfrm>
          <a:prstGeom prst="rect">
            <a:avLst/>
          </a:prstGeom>
          <a:solidFill>
            <a:srgbClr val="FFFFFF"/>
          </a:solidFill>
          <a:ln w="12700">
            <a:solidFill>
              <a:srgbClr val="FFFFFF">
                <a:alpha val="0"/>
              </a:srgbClr>
            </a:solidFill>
            <a:prstDash val="solid"/>
          </a:ln>
        </p:spPr>
      </p:sp>
      <p:sp>
        <p:nvSpPr>
          <p:cNvPr id="41" name="Shape 37"/>
          <p:cNvSpPr/>
          <p:nvPr/>
        </p:nvSpPr>
        <p:spPr>
          <a:xfrm>
            <a:off x="1115568" y="4297680"/>
            <a:ext cx="822960" cy="274320"/>
          </a:xfrm>
          <a:prstGeom prst="rect">
            <a:avLst/>
          </a:prstGeom>
          <a:solidFill>
            <a:srgbClr val="DC143C"/>
          </a:solidFill>
          <a:ln w="12700">
            <a:solidFill>
              <a:srgbClr val="FFFFFF">
                <a:alpha val="0"/>
              </a:srgbClr>
            </a:solidFill>
            <a:prstDash val="solid"/>
          </a:ln>
        </p:spPr>
      </p:sp>
      <p:sp>
        <p:nvSpPr>
          <p:cNvPr id="42" name="Shape 38"/>
          <p:cNvSpPr/>
          <p:nvPr/>
        </p:nvSpPr>
        <p:spPr>
          <a:xfrm>
            <a:off x="1115568" y="4023360"/>
            <a:ext cx="822960" cy="548640"/>
          </a:xfrm>
          <a:prstGeom prst="rect">
            <a:avLst/>
          </a:prstGeom>
          <a:noFill/>
          <a:ln w="9525">
            <a:solidFill>
              <a:srgbClr val="B8C2CF"/>
            </a:solidFill>
            <a:prstDash val="solid"/>
          </a:ln>
        </p:spPr>
      </p:sp>
      <p:sp>
        <p:nvSpPr>
          <p:cNvPr id="43" name="Text 39"/>
          <p:cNvSpPr txBox="1"/>
          <p:nvPr/>
        </p:nvSpPr>
        <p:spPr>
          <a:xfrm>
            <a:off x="548640" y="4709160"/>
            <a:ext cx="196596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Polen</a:t>
            </a:r>
            <a:endParaRPr lang="en-US" sz="2000" dirty="0"/>
          </a:p>
        </p:txBody>
      </p:sp>
      <p:sp>
        <p:nvSpPr>
          <p:cNvPr id="44" name="Shape 40"/>
          <p:cNvSpPr/>
          <p:nvPr/>
        </p:nvSpPr>
        <p:spPr>
          <a:xfrm>
            <a:off x="2697480" y="3703320"/>
            <a:ext cx="1965960" cy="1783080"/>
          </a:xfrm>
          <a:prstGeom prst="roundRect">
            <a:avLst>
              <a:gd name="adj" fmla="val 4103"/>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45" name="Shape 41"/>
          <p:cNvSpPr/>
          <p:nvPr/>
        </p:nvSpPr>
        <p:spPr>
          <a:xfrm>
            <a:off x="2807208" y="3813048"/>
            <a:ext cx="365760" cy="365760"/>
          </a:xfrm>
          <a:prstGeom prst="ellipse">
            <a:avLst/>
          </a:prstGeom>
          <a:solidFill>
            <a:schemeClr val="accent1"/>
          </a:solidFill>
          <a:ln w="12700">
            <a:solidFill>
              <a:srgbClr val="FFFFFF">
                <a:alpha val="0"/>
              </a:srgbClr>
            </a:solidFill>
            <a:prstDash val="solid"/>
          </a:ln>
        </p:spPr>
      </p:sp>
      <p:sp>
        <p:nvSpPr>
          <p:cNvPr id="46" name="Text 42"/>
          <p:cNvSpPr txBox="1"/>
          <p:nvPr/>
        </p:nvSpPr>
        <p:spPr>
          <a:xfrm>
            <a:off x="2807208" y="381304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7" name="Shape 43"/>
          <p:cNvSpPr/>
          <p:nvPr/>
        </p:nvSpPr>
        <p:spPr>
          <a:xfrm>
            <a:off x="3264408" y="4023360"/>
            <a:ext cx="822960" cy="182880"/>
          </a:xfrm>
          <a:prstGeom prst="rect">
            <a:avLst/>
          </a:prstGeom>
          <a:solidFill>
            <a:srgbClr val="B32033"/>
          </a:solidFill>
          <a:ln w="12700">
            <a:solidFill>
              <a:srgbClr val="FFFFFF">
                <a:alpha val="0"/>
              </a:srgbClr>
            </a:solidFill>
            <a:prstDash val="solid"/>
          </a:ln>
        </p:spPr>
      </p:sp>
      <p:sp>
        <p:nvSpPr>
          <p:cNvPr id="48" name="Shape 44"/>
          <p:cNvSpPr/>
          <p:nvPr/>
        </p:nvSpPr>
        <p:spPr>
          <a:xfrm>
            <a:off x="3264408" y="4206240"/>
            <a:ext cx="822960" cy="182880"/>
          </a:xfrm>
          <a:prstGeom prst="rect">
            <a:avLst/>
          </a:prstGeom>
          <a:solidFill>
            <a:srgbClr val="FFFFFF"/>
          </a:solidFill>
          <a:ln w="12700">
            <a:solidFill>
              <a:srgbClr val="FFFFFF">
                <a:alpha val="0"/>
              </a:srgbClr>
            </a:solidFill>
            <a:prstDash val="solid"/>
          </a:ln>
        </p:spPr>
      </p:sp>
      <p:sp>
        <p:nvSpPr>
          <p:cNvPr id="49" name="Shape 45"/>
          <p:cNvSpPr/>
          <p:nvPr/>
        </p:nvSpPr>
        <p:spPr>
          <a:xfrm>
            <a:off x="3264408" y="4389120"/>
            <a:ext cx="822960" cy="182880"/>
          </a:xfrm>
          <a:prstGeom prst="rect">
            <a:avLst/>
          </a:prstGeom>
          <a:solidFill>
            <a:srgbClr val="22408C"/>
          </a:solidFill>
          <a:ln w="12700">
            <a:solidFill>
              <a:srgbClr val="FFFFFF">
                <a:alpha val="0"/>
              </a:srgbClr>
            </a:solidFill>
            <a:prstDash val="solid"/>
          </a:ln>
        </p:spPr>
      </p:sp>
      <p:sp>
        <p:nvSpPr>
          <p:cNvPr id="50" name="Shape 46"/>
          <p:cNvSpPr/>
          <p:nvPr/>
        </p:nvSpPr>
        <p:spPr>
          <a:xfrm>
            <a:off x="3264408" y="4023360"/>
            <a:ext cx="822960" cy="548640"/>
          </a:xfrm>
          <a:prstGeom prst="rect">
            <a:avLst/>
          </a:prstGeom>
          <a:noFill/>
          <a:ln w="9525">
            <a:solidFill>
              <a:srgbClr val="B8C2CF"/>
            </a:solidFill>
            <a:prstDash val="solid"/>
          </a:ln>
        </p:spPr>
      </p:sp>
      <p:sp>
        <p:nvSpPr>
          <p:cNvPr id="51" name="Text 47"/>
          <p:cNvSpPr txBox="1"/>
          <p:nvPr/>
        </p:nvSpPr>
        <p:spPr>
          <a:xfrm>
            <a:off x="2697480" y="4709160"/>
            <a:ext cx="196596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Nederland</a:t>
            </a:r>
            <a:endParaRPr lang="en-US" sz="2000" dirty="0"/>
          </a:p>
        </p:txBody>
      </p:sp>
      <p:sp>
        <p:nvSpPr>
          <p:cNvPr id="52" name="Shape 48"/>
          <p:cNvSpPr/>
          <p:nvPr/>
        </p:nvSpPr>
        <p:spPr>
          <a:xfrm>
            <a:off x="7525512" y="3703320"/>
            <a:ext cx="1965960" cy="1783080"/>
          </a:xfrm>
          <a:prstGeom prst="roundRect">
            <a:avLst>
              <a:gd name="adj" fmla="val 4103"/>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53" name="Shape 49"/>
          <p:cNvSpPr/>
          <p:nvPr/>
        </p:nvSpPr>
        <p:spPr>
          <a:xfrm>
            <a:off x="7635240" y="3813048"/>
            <a:ext cx="365760" cy="365760"/>
          </a:xfrm>
          <a:prstGeom prst="ellipse">
            <a:avLst/>
          </a:prstGeom>
          <a:solidFill>
            <a:schemeClr val="accent1"/>
          </a:solidFill>
          <a:ln w="12700">
            <a:solidFill>
              <a:srgbClr val="FFFFFF">
                <a:alpha val="0"/>
              </a:srgbClr>
            </a:solidFill>
            <a:prstDash val="solid"/>
          </a:ln>
        </p:spPr>
      </p:sp>
      <p:sp>
        <p:nvSpPr>
          <p:cNvPr id="54" name="Text 50"/>
          <p:cNvSpPr txBox="1"/>
          <p:nvPr/>
        </p:nvSpPr>
        <p:spPr>
          <a:xfrm>
            <a:off x="7635240" y="381304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55" name="Shape 51"/>
          <p:cNvSpPr/>
          <p:nvPr/>
        </p:nvSpPr>
        <p:spPr>
          <a:xfrm>
            <a:off x="8092440" y="4023360"/>
            <a:ext cx="822960" cy="182880"/>
          </a:xfrm>
          <a:prstGeom prst="rect">
            <a:avLst/>
          </a:prstGeom>
          <a:solidFill>
            <a:srgbClr val="1B1B1B"/>
          </a:solidFill>
          <a:ln w="12700">
            <a:solidFill>
              <a:srgbClr val="FFFFFF">
                <a:alpha val="0"/>
              </a:srgbClr>
            </a:solidFill>
            <a:prstDash val="solid"/>
          </a:ln>
        </p:spPr>
      </p:sp>
      <p:sp>
        <p:nvSpPr>
          <p:cNvPr id="56" name="Shape 52"/>
          <p:cNvSpPr/>
          <p:nvPr/>
        </p:nvSpPr>
        <p:spPr>
          <a:xfrm>
            <a:off x="8092440" y="4206240"/>
            <a:ext cx="822960" cy="182880"/>
          </a:xfrm>
          <a:prstGeom prst="rect">
            <a:avLst/>
          </a:prstGeom>
          <a:solidFill>
            <a:srgbClr val="DD1F26"/>
          </a:solidFill>
          <a:ln w="12700">
            <a:solidFill>
              <a:srgbClr val="FFFFFF">
                <a:alpha val="0"/>
              </a:srgbClr>
            </a:solidFill>
            <a:prstDash val="solid"/>
          </a:ln>
        </p:spPr>
      </p:sp>
      <p:sp>
        <p:nvSpPr>
          <p:cNvPr id="57" name="Shape 53"/>
          <p:cNvSpPr/>
          <p:nvPr/>
        </p:nvSpPr>
        <p:spPr>
          <a:xfrm>
            <a:off x="8092440" y="4389120"/>
            <a:ext cx="822960" cy="182880"/>
          </a:xfrm>
          <a:prstGeom prst="rect">
            <a:avLst/>
          </a:prstGeom>
          <a:solidFill>
            <a:srgbClr val="F7C600"/>
          </a:solidFill>
          <a:ln w="12700">
            <a:solidFill>
              <a:srgbClr val="FFFFFF">
                <a:alpha val="0"/>
              </a:srgbClr>
            </a:solidFill>
            <a:prstDash val="solid"/>
          </a:ln>
        </p:spPr>
      </p:sp>
      <p:sp>
        <p:nvSpPr>
          <p:cNvPr id="58" name="Shape 54"/>
          <p:cNvSpPr/>
          <p:nvPr/>
        </p:nvSpPr>
        <p:spPr>
          <a:xfrm>
            <a:off x="8092440" y="4023360"/>
            <a:ext cx="822960" cy="548640"/>
          </a:xfrm>
          <a:prstGeom prst="rect">
            <a:avLst/>
          </a:prstGeom>
          <a:noFill/>
          <a:ln w="9525">
            <a:solidFill>
              <a:srgbClr val="B8C2CF"/>
            </a:solidFill>
            <a:prstDash val="solid"/>
          </a:ln>
        </p:spPr>
      </p:sp>
      <p:sp>
        <p:nvSpPr>
          <p:cNvPr id="59" name="Text 55"/>
          <p:cNvSpPr txBox="1"/>
          <p:nvPr/>
        </p:nvSpPr>
        <p:spPr>
          <a:xfrm>
            <a:off x="7525512" y="4709160"/>
            <a:ext cx="196596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Duitsland</a:t>
            </a:r>
            <a:endParaRPr lang="en-US" sz="2000" dirty="0"/>
          </a:p>
        </p:txBody>
      </p:sp>
      <p:sp>
        <p:nvSpPr>
          <p:cNvPr id="60" name="Shape 56"/>
          <p:cNvSpPr/>
          <p:nvPr/>
        </p:nvSpPr>
        <p:spPr>
          <a:xfrm>
            <a:off x="9674352" y="3703320"/>
            <a:ext cx="1965960" cy="1783080"/>
          </a:xfrm>
          <a:prstGeom prst="roundRect">
            <a:avLst>
              <a:gd name="adj" fmla="val 4103"/>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61" name="Shape 57"/>
          <p:cNvSpPr/>
          <p:nvPr/>
        </p:nvSpPr>
        <p:spPr>
          <a:xfrm>
            <a:off x="9784080" y="3813048"/>
            <a:ext cx="365760" cy="365760"/>
          </a:xfrm>
          <a:prstGeom prst="ellipse">
            <a:avLst/>
          </a:prstGeom>
          <a:solidFill>
            <a:schemeClr val="accent1"/>
          </a:solidFill>
          <a:ln w="12700">
            <a:solidFill>
              <a:srgbClr val="FFFFFF">
                <a:alpha val="0"/>
              </a:srgbClr>
            </a:solidFill>
            <a:prstDash val="solid"/>
          </a:ln>
        </p:spPr>
      </p:sp>
      <p:sp>
        <p:nvSpPr>
          <p:cNvPr id="62" name="Text 58"/>
          <p:cNvSpPr txBox="1"/>
          <p:nvPr/>
        </p:nvSpPr>
        <p:spPr>
          <a:xfrm>
            <a:off x="9784080" y="381304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63" name="Shape 59"/>
          <p:cNvSpPr/>
          <p:nvPr/>
        </p:nvSpPr>
        <p:spPr>
          <a:xfrm>
            <a:off x="10241280" y="4023360"/>
            <a:ext cx="822960" cy="548640"/>
          </a:xfrm>
          <a:prstGeom prst="rect">
            <a:avLst/>
          </a:prstGeom>
          <a:solidFill>
            <a:srgbClr val="3D8FD1"/>
          </a:solidFill>
          <a:ln w="12700">
            <a:solidFill>
              <a:srgbClr val="FFFFFF">
                <a:alpha val="0"/>
              </a:srgbClr>
            </a:solidFill>
            <a:prstDash val="solid"/>
          </a:ln>
        </p:spPr>
      </p:sp>
      <p:sp>
        <p:nvSpPr>
          <p:cNvPr id="64" name="Shape 60"/>
          <p:cNvSpPr/>
          <p:nvPr/>
        </p:nvSpPr>
        <p:spPr>
          <a:xfrm>
            <a:off x="10241280" y="4023360"/>
            <a:ext cx="822960" cy="548640"/>
          </a:xfrm>
          <a:custGeom>
            <a:avLst/>
            <a:gdLst/>
            <a:ahLst/>
            <a:cxnLst/>
            <a:rect l="l" t="t" r="r" b="b"/>
            <a:pathLst>
              <a:path w="822960" h="548640">
                <a:moveTo>
                  <a:pt x="0" y="395021"/>
                </a:moveTo>
                <a:lnTo>
                  <a:pt x="647395" y="0"/>
                </a:lnTo>
                <a:lnTo>
                  <a:pt x="822960" y="0"/>
                </a:lnTo>
                <a:lnTo>
                  <a:pt x="822960" y="153619"/>
                </a:lnTo>
                <a:lnTo>
                  <a:pt x="175565" y="548640"/>
                </a:lnTo>
                <a:lnTo>
                  <a:pt x="0" y="548640"/>
                </a:lnTo>
                <a:close/>
              </a:path>
            </a:pathLst>
          </a:custGeom>
          <a:solidFill>
            <a:srgbClr val="F7D117"/>
          </a:solidFill>
          <a:ln w="12700">
            <a:solidFill>
              <a:srgbClr val="FFFFFF">
                <a:alpha val="0"/>
              </a:srgbClr>
            </a:solidFill>
            <a:prstDash val="solid"/>
          </a:ln>
        </p:spPr>
      </p:sp>
      <p:sp>
        <p:nvSpPr>
          <p:cNvPr id="65" name="Shape 61"/>
          <p:cNvSpPr/>
          <p:nvPr/>
        </p:nvSpPr>
        <p:spPr>
          <a:xfrm>
            <a:off x="10241280" y="4023360"/>
            <a:ext cx="822960" cy="548640"/>
          </a:xfrm>
          <a:custGeom>
            <a:avLst/>
            <a:gdLst/>
            <a:ahLst/>
            <a:cxnLst/>
            <a:rect l="l" t="t" r="r" b="b"/>
            <a:pathLst>
              <a:path w="822960" h="548640">
                <a:moveTo>
                  <a:pt x="0" y="460858"/>
                </a:moveTo>
                <a:lnTo>
                  <a:pt x="559613" y="0"/>
                </a:lnTo>
                <a:lnTo>
                  <a:pt x="822960" y="0"/>
                </a:lnTo>
                <a:lnTo>
                  <a:pt x="822960" y="87782"/>
                </a:lnTo>
                <a:lnTo>
                  <a:pt x="263347" y="548640"/>
                </a:lnTo>
                <a:lnTo>
                  <a:pt x="0" y="548640"/>
                </a:lnTo>
                <a:close/>
              </a:path>
            </a:pathLst>
          </a:custGeom>
          <a:solidFill>
            <a:srgbClr val="CE1021"/>
          </a:solidFill>
          <a:ln w="12700">
            <a:solidFill>
              <a:srgbClr val="FFFFFF">
                <a:alpha val="0"/>
              </a:srgbClr>
            </a:solidFill>
            <a:prstDash val="solid"/>
          </a:ln>
        </p:spPr>
      </p:sp>
      <p:sp>
        <p:nvSpPr>
          <p:cNvPr id="66" name="Text 62"/>
          <p:cNvSpPr txBox="1"/>
          <p:nvPr/>
        </p:nvSpPr>
        <p:spPr>
          <a:xfrm>
            <a:off x="10259568" y="4023360"/>
            <a:ext cx="329184" cy="246888"/>
          </a:xfrm>
          <a:prstGeom prst="rect">
            <a:avLst/>
          </a:prstGeom>
          <a:noFill/>
          <a:ln/>
        </p:spPr>
        <p:txBody>
          <a:bodyPr wrap="square" lIns="0" tIns="0" rIns="0" bIns="0" rtlCol="0" anchor="ctr"/>
          <a:lstStyle/>
          <a:p>
            <a:pPr algn="ctr" indent="0" marL="0">
              <a:buNone/>
            </a:pPr>
            <a:r>
              <a:rPr lang="en-US" sz="1600" dirty="0">
                <a:solidFill>
                  <a:srgbClr val="F7D117"/>
                </a:solidFill>
              </a:rPr>
              <a:t>★</a:t>
            </a:r>
            <a:endParaRPr lang="en-US" sz="1600" dirty="0"/>
          </a:p>
        </p:txBody>
      </p:sp>
      <p:sp>
        <p:nvSpPr>
          <p:cNvPr id="67" name="Shape 63"/>
          <p:cNvSpPr/>
          <p:nvPr/>
        </p:nvSpPr>
        <p:spPr>
          <a:xfrm>
            <a:off x="10241280" y="4023360"/>
            <a:ext cx="822960" cy="548640"/>
          </a:xfrm>
          <a:prstGeom prst="rect">
            <a:avLst/>
          </a:prstGeom>
          <a:noFill/>
          <a:ln w="9525">
            <a:solidFill>
              <a:srgbClr val="B8C2CF"/>
            </a:solidFill>
            <a:prstDash val="solid"/>
          </a:ln>
        </p:spPr>
      </p:sp>
      <p:sp>
        <p:nvSpPr>
          <p:cNvPr id="68" name="Text 64"/>
          <p:cNvSpPr txBox="1"/>
          <p:nvPr/>
        </p:nvSpPr>
        <p:spPr>
          <a:xfrm>
            <a:off x="9674352" y="4709160"/>
            <a:ext cx="196596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Congo</a:t>
            </a:r>
            <a:endParaRPr lang="en-US" sz="2000" dirty="0"/>
          </a:p>
        </p:txBody>
      </p:sp>
      <p:sp>
        <p:nvSpPr>
          <p:cNvPr id="69" name="Shape 65"/>
          <p:cNvSpPr/>
          <p:nvPr/>
        </p:nvSpPr>
        <p:spPr>
          <a:xfrm>
            <a:off x="548640" y="5715000"/>
            <a:ext cx="11091672" cy="566928"/>
          </a:xfrm>
          <a:prstGeom prst="roundRect">
            <a:avLst>
              <a:gd name="adj" fmla="val 12903"/>
            </a:avLst>
          </a:prstGeom>
          <a:solidFill>
            <a:schemeClr val="accent1">
              <a:alpha val="15000"/>
            </a:schemeClr>
          </a:solidFill>
          <a:ln w="12700">
            <a:solidFill>
              <a:srgbClr val="D9700F"/>
            </a:solidFill>
            <a:prstDash val="solid"/>
          </a:ln>
        </p:spPr>
      </p:sp>
      <p:sp>
        <p:nvSpPr>
          <p:cNvPr id="70" name="Text 66"/>
          <p:cNvSpPr txBox="1"/>
          <p:nvPr/>
        </p:nvSpPr>
        <p:spPr>
          <a:xfrm>
            <a:off x="731520" y="5715000"/>
            <a:ext cx="10789920" cy="566928"/>
          </a:xfrm>
          <a:prstGeom prst="rect">
            <a:avLst/>
          </a:prstGeom>
          <a:noFill/>
          <a:ln/>
        </p:spPr>
        <p:txBody>
          <a:bodyPr wrap="square" lIns="0" tIns="0" rIns="0" bIns="0" rtlCol="0" anchor="ctr"/>
          <a:lstStyle/>
          <a:p>
            <a:pPr algn="l" indent="0" marL="0">
              <a:buNone/>
            </a:pPr>
            <a:r>
              <a:rPr lang="en-US" sz="1700" i="1" dirty="0">
                <a:solidFill>
                  <a:schemeClr val="tx1"/>
                </a:solidFill>
              </a:rPr>
              <a:t>Ik kom uit Italië. Ik ben Italiaan / Italiaanse. Ik spreek Italiaans. — En jij, waar kom jij vandaan?</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Réseautage international</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508760"/>
            <a:ext cx="11091672" cy="685800"/>
          </a:xfrm>
          <a:prstGeom prst="roundRect">
            <a:avLst>
              <a:gd name="adj" fmla="val 10667"/>
            </a:avLst>
          </a:prstGeom>
          <a:solidFill>
            <a:srgbClr val="6E4A9E">
              <a:alpha val="10000"/>
            </a:srgbClr>
          </a:solidFill>
          <a:ln w="12700">
            <a:solidFill>
              <a:srgbClr val="6E4A9E"/>
            </a:solidFill>
            <a:prstDash val="solid"/>
          </a:ln>
        </p:spPr>
      </p:sp>
      <p:pic>
        <p:nvPicPr>
          <p:cNvPr id="7" name="Image 0" descr="clinking glasses">    </p:cNvPr>
          <p:cNvPicPr>
            <a:picLocks noChangeAspect="1"/>
          </p:cNvPicPr>
          <p:nvPr/>
        </p:nvPicPr>
        <p:blipFill>
          <a:blip r:embed="rId1"/>
          <a:stretch>
            <a:fillRect/>
          </a:stretch>
        </p:blipFill>
        <p:spPr>
          <a:xfrm>
            <a:off x="685800" y="1572768"/>
            <a:ext cx="548640" cy="548640"/>
          </a:xfrm>
          <a:prstGeom prst="rect">
            <a:avLst/>
          </a:prstGeom>
        </p:spPr>
      </p:pic>
      <p:sp>
        <p:nvSpPr>
          <p:cNvPr id="8" name="Text 4"/>
          <p:cNvSpPr txBox="1"/>
          <p:nvPr/>
        </p:nvSpPr>
        <p:spPr>
          <a:xfrm>
            <a:off x="1371600" y="1508760"/>
            <a:ext cx="10149840" cy="685800"/>
          </a:xfrm>
          <a:prstGeom prst="rect">
            <a:avLst/>
          </a:prstGeom>
          <a:noFill/>
          <a:ln/>
        </p:spPr>
        <p:txBody>
          <a:bodyPr wrap="square" lIns="0" tIns="0" rIns="0" bIns="0" rtlCol="0" anchor="ctr"/>
          <a:lstStyle/>
          <a:p>
            <a:pPr algn="l" indent="0" marL="0">
              <a:buNone/>
            </a:pPr>
            <a:r>
              <a:rPr lang="en-US" sz="1700" b="1" dirty="0">
                <a:solidFill>
                  <a:schemeClr val="tx1"/>
                </a:solidFill>
              </a:rPr>
              <a:t>Situation</a:t>
            </a:r>
            <a:r>
              <a:rPr lang="en-US" sz="1700" dirty="0">
                <a:solidFill>
                  <a:schemeClr val="tx1"/>
                </a:solidFill>
              </a:rPr>
              <a:t> : réception de bienvenue chez Peeters &amp; Co, à Bruxelles. Prenez un badge et présentez-vous à 4 personnes.</a:t>
            </a:r>
            <a:endParaRPr lang="en-US" sz="1700" dirty="0"/>
          </a:p>
        </p:txBody>
      </p:sp>
      <p:sp>
        <p:nvSpPr>
          <p:cNvPr id="9" name="Shape 5"/>
          <p:cNvSpPr/>
          <p:nvPr/>
        </p:nvSpPr>
        <p:spPr>
          <a:xfrm>
            <a:off x="548640" y="2377440"/>
            <a:ext cx="3520440" cy="1078992"/>
          </a:xfrm>
          <a:prstGeom prst="roundRect">
            <a:avLst>
              <a:gd name="adj" fmla="val 6780"/>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2377440"/>
            <a:ext cx="3520440" cy="274320"/>
          </a:xfrm>
          <a:prstGeom prst="roundRect">
            <a:avLst>
              <a:gd name="adj" fmla="val 20000"/>
            </a:avLst>
          </a:prstGeom>
          <a:solidFill>
            <a:srgbClr val="6E4A9E"/>
          </a:solidFill>
          <a:ln w="12700">
            <a:solidFill>
              <a:srgbClr val="FFFFFF">
                <a:alpha val="0"/>
              </a:srgbClr>
            </a:solidFill>
            <a:prstDash val="solid"/>
          </a:ln>
        </p:spPr>
      </p:sp>
      <p:sp>
        <p:nvSpPr>
          <p:cNvPr id="11" name="Text 7"/>
          <p:cNvSpPr txBox="1"/>
          <p:nvPr/>
        </p:nvSpPr>
        <p:spPr>
          <a:xfrm>
            <a:off x="548640" y="2377440"/>
            <a:ext cx="3520440" cy="274320"/>
          </a:xfrm>
          <a:prstGeom prst="rect">
            <a:avLst/>
          </a:prstGeom>
          <a:noFill/>
          <a:ln/>
        </p:spPr>
        <p:txBody>
          <a:bodyPr wrap="square" lIns="0" tIns="0" rIns="0" bIns="0" rtlCol="0" anchor="ctr"/>
          <a:lstStyle/>
          <a:p>
            <a:pPr algn="ctr" indent="0" marL="0">
              <a:buNone/>
            </a:pPr>
            <a:r>
              <a:rPr lang="en-US" sz="1000" b="1" spc="200" kern="0" dirty="0">
                <a:solidFill>
                  <a:schemeClr val="bg1"/>
                </a:solidFill>
              </a:rPr>
              <a:t>HALLO, IK BEN</a:t>
            </a:r>
            <a:endParaRPr lang="en-US" sz="1000" dirty="0"/>
          </a:p>
        </p:txBody>
      </p:sp>
      <p:sp>
        <p:nvSpPr>
          <p:cNvPr id="12" name="Shape 8"/>
          <p:cNvSpPr/>
          <p:nvPr/>
        </p:nvSpPr>
        <p:spPr>
          <a:xfrm>
            <a:off x="731520" y="2816352"/>
            <a:ext cx="685800" cy="228600"/>
          </a:xfrm>
          <a:prstGeom prst="rect">
            <a:avLst/>
          </a:prstGeom>
          <a:solidFill>
            <a:srgbClr val="FFFFFF"/>
          </a:solidFill>
          <a:ln w="12700">
            <a:solidFill>
              <a:srgbClr val="FFFFFF">
                <a:alpha val="0"/>
              </a:srgbClr>
            </a:solidFill>
            <a:prstDash val="solid"/>
          </a:ln>
        </p:spPr>
      </p:sp>
      <p:sp>
        <p:nvSpPr>
          <p:cNvPr id="13" name="Shape 9"/>
          <p:cNvSpPr/>
          <p:nvPr/>
        </p:nvSpPr>
        <p:spPr>
          <a:xfrm>
            <a:off x="731520" y="3044952"/>
            <a:ext cx="685800" cy="228600"/>
          </a:xfrm>
          <a:prstGeom prst="rect">
            <a:avLst/>
          </a:prstGeom>
          <a:solidFill>
            <a:srgbClr val="DC143C"/>
          </a:solidFill>
          <a:ln w="12700">
            <a:solidFill>
              <a:srgbClr val="FFFFFF">
                <a:alpha val="0"/>
              </a:srgbClr>
            </a:solidFill>
            <a:prstDash val="solid"/>
          </a:ln>
        </p:spPr>
      </p:sp>
      <p:sp>
        <p:nvSpPr>
          <p:cNvPr id="14" name="Shape 10"/>
          <p:cNvSpPr/>
          <p:nvPr/>
        </p:nvSpPr>
        <p:spPr>
          <a:xfrm>
            <a:off x="731520" y="2816352"/>
            <a:ext cx="685800" cy="457200"/>
          </a:xfrm>
          <a:prstGeom prst="rect">
            <a:avLst/>
          </a:prstGeom>
          <a:noFill/>
          <a:ln w="9525">
            <a:solidFill>
              <a:srgbClr val="B8C2CF"/>
            </a:solidFill>
            <a:prstDash val="solid"/>
          </a:ln>
        </p:spPr>
      </p:sp>
      <p:sp>
        <p:nvSpPr>
          <p:cNvPr id="15" name="Text 11"/>
          <p:cNvSpPr txBox="1"/>
          <p:nvPr/>
        </p:nvSpPr>
        <p:spPr>
          <a:xfrm>
            <a:off x="1554480" y="2679192"/>
            <a:ext cx="2468880" cy="411480"/>
          </a:xfrm>
          <a:prstGeom prst="rect">
            <a:avLst/>
          </a:prstGeom>
          <a:noFill/>
          <a:ln/>
        </p:spPr>
        <p:txBody>
          <a:bodyPr wrap="square" lIns="0" tIns="0" rIns="0" bIns="0" rtlCol="0" anchor="ctr"/>
          <a:lstStyle/>
          <a:p>
            <a:pPr algn="l" indent="0" marL="0">
              <a:buNone/>
            </a:pPr>
            <a:r>
              <a:rPr lang="en-US" sz="1800" b="1" dirty="0">
                <a:solidFill>
                  <a:schemeClr val="tx1"/>
                </a:solidFill>
              </a:rPr>
              <a:t>Anna</a:t>
            </a:r>
            <a:r>
              <a:rPr lang="en-US" sz="1800" dirty="0">
                <a:solidFill>
                  <a:schemeClr val="tx1"/>
                </a:solidFill>
              </a:rPr>
              <a:t> · Polen</a:t>
            </a:r>
            <a:endParaRPr lang="en-US" sz="1800" dirty="0"/>
          </a:p>
        </p:txBody>
      </p:sp>
      <p:sp>
        <p:nvSpPr>
          <p:cNvPr id="16" name="Text 12"/>
          <p:cNvSpPr txBox="1"/>
          <p:nvPr/>
        </p:nvSpPr>
        <p:spPr>
          <a:xfrm>
            <a:off x="1554480" y="3063240"/>
            <a:ext cx="2468880" cy="347472"/>
          </a:xfrm>
          <a:prstGeom prst="rect">
            <a:avLst/>
          </a:prstGeom>
          <a:noFill/>
          <a:ln/>
        </p:spPr>
        <p:txBody>
          <a:bodyPr wrap="square" lIns="0" tIns="0" rIns="0" bIns="0" rtlCol="0" anchor="ctr"/>
          <a:lstStyle/>
          <a:p>
            <a:pPr algn="l" indent="0" marL="0">
              <a:buNone/>
            </a:pPr>
            <a:r>
              <a:rPr lang="en-US" sz="1500" i="1" dirty="0">
                <a:solidFill>
                  <a:schemeClr val="accent5"/>
                </a:solidFill>
              </a:rPr>
              <a:t>Pools, Engels</a:t>
            </a:r>
            <a:endParaRPr lang="en-US" sz="1500" dirty="0"/>
          </a:p>
        </p:txBody>
      </p:sp>
      <p:sp>
        <p:nvSpPr>
          <p:cNvPr id="17" name="Shape 13"/>
          <p:cNvSpPr/>
          <p:nvPr/>
        </p:nvSpPr>
        <p:spPr>
          <a:xfrm>
            <a:off x="4334256" y="2377440"/>
            <a:ext cx="3520440" cy="1078992"/>
          </a:xfrm>
          <a:prstGeom prst="roundRect">
            <a:avLst>
              <a:gd name="adj" fmla="val 6780"/>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8" name="Shape 14"/>
          <p:cNvSpPr/>
          <p:nvPr/>
        </p:nvSpPr>
        <p:spPr>
          <a:xfrm>
            <a:off x="4334256" y="2377440"/>
            <a:ext cx="3520440" cy="274320"/>
          </a:xfrm>
          <a:prstGeom prst="roundRect">
            <a:avLst>
              <a:gd name="adj" fmla="val 20000"/>
            </a:avLst>
          </a:prstGeom>
          <a:solidFill>
            <a:srgbClr val="6E4A9E"/>
          </a:solidFill>
          <a:ln w="12700">
            <a:solidFill>
              <a:srgbClr val="FFFFFF">
                <a:alpha val="0"/>
              </a:srgbClr>
            </a:solidFill>
            <a:prstDash val="solid"/>
          </a:ln>
        </p:spPr>
      </p:sp>
      <p:sp>
        <p:nvSpPr>
          <p:cNvPr id="19" name="Text 15"/>
          <p:cNvSpPr txBox="1"/>
          <p:nvPr/>
        </p:nvSpPr>
        <p:spPr>
          <a:xfrm>
            <a:off x="4334256" y="2377440"/>
            <a:ext cx="3520440" cy="274320"/>
          </a:xfrm>
          <a:prstGeom prst="rect">
            <a:avLst/>
          </a:prstGeom>
          <a:noFill/>
          <a:ln/>
        </p:spPr>
        <p:txBody>
          <a:bodyPr wrap="square" lIns="0" tIns="0" rIns="0" bIns="0" rtlCol="0" anchor="ctr"/>
          <a:lstStyle/>
          <a:p>
            <a:pPr algn="ctr" indent="0" marL="0">
              <a:buNone/>
            </a:pPr>
            <a:r>
              <a:rPr lang="en-US" sz="1000" b="1" spc="200" kern="0" dirty="0">
                <a:solidFill>
                  <a:schemeClr val="bg1"/>
                </a:solidFill>
              </a:rPr>
              <a:t>HALLO, IK BEN</a:t>
            </a:r>
            <a:endParaRPr lang="en-US" sz="1000" dirty="0"/>
          </a:p>
        </p:txBody>
      </p:sp>
      <p:sp>
        <p:nvSpPr>
          <p:cNvPr id="20" name="Shape 16"/>
          <p:cNvSpPr/>
          <p:nvPr/>
        </p:nvSpPr>
        <p:spPr>
          <a:xfrm>
            <a:off x="4517136" y="2816352"/>
            <a:ext cx="685800" cy="457200"/>
          </a:xfrm>
          <a:prstGeom prst="rect">
            <a:avLst/>
          </a:prstGeom>
          <a:solidFill>
            <a:srgbClr val="C1272D"/>
          </a:solidFill>
          <a:ln w="12700">
            <a:solidFill>
              <a:srgbClr val="FFFFFF">
                <a:alpha val="0"/>
              </a:srgbClr>
            </a:solidFill>
            <a:prstDash val="solid"/>
          </a:ln>
        </p:spPr>
      </p:sp>
      <p:sp>
        <p:nvSpPr>
          <p:cNvPr id="21" name="Text 17"/>
          <p:cNvSpPr txBox="1"/>
          <p:nvPr/>
        </p:nvSpPr>
        <p:spPr>
          <a:xfrm>
            <a:off x="4517136" y="2816352"/>
            <a:ext cx="685800" cy="457200"/>
          </a:xfrm>
          <a:prstGeom prst="rect">
            <a:avLst/>
          </a:prstGeom>
          <a:noFill/>
          <a:ln/>
        </p:spPr>
        <p:txBody>
          <a:bodyPr wrap="square" lIns="0" tIns="0" rIns="0" bIns="0" rtlCol="0" anchor="ctr"/>
          <a:lstStyle/>
          <a:p>
            <a:pPr algn="ctr" indent="0" marL="0">
              <a:buNone/>
            </a:pPr>
            <a:r>
              <a:rPr lang="en-US" sz="2300" b="1" dirty="0">
                <a:solidFill>
                  <a:srgbClr val="1E7B3A"/>
                </a:solidFill>
              </a:rPr>
              <a:t>☆</a:t>
            </a:r>
            <a:endParaRPr lang="en-US" sz="2300" dirty="0"/>
          </a:p>
        </p:txBody>
      </p:sp>
      <p:sp>
        <p:nvSpPr>
          <p:cNvPr id="22" name="Shape 18"/>
          <p:cNvSpPr/>
          <p:nvPr/>
        </p:nvSpPr>
        <p:spPr>
          <a:xfrm>
            <a:off x="4517136" y="2816352"/>
            <a:ext cx="685800" cy="457200"/>
          </a:xfrm>
          <a:prstGeom prst="rect">
            <a:avLst/>
          </a:prstGeom>
          <a:noFill/>
          <a:ln w="9525">
            <a:solidFill>
              <a:srgbClr val="B8C2CF"/>
            </a:solidFill>
            <a:prstDash val="solid"/>
          </a:ln>
        </p:spPr>
      </p:sp>
      <p:sp>
        <p:nvSpPr>
          <p:cNvPr id="23" name="Text 19"/>
          <p:cNvSpPr txBox="1"/>
          <p:nvPr/>
        </p:nvSpPr>
        <p:spPr>
          <a:xfrm>
            <a:off x="5340096" y="2679192"/>
            <a:ext cx="2468880" cy="411480"/>
          </a:xfrm>
          <a:prstGeom prst="rect">
            <a:avLst/>
          </a:prstGeom>
          <a:noFill/>
          <a:ln/>
        </p:spPr>
        <p:txBody>
          <a:bodyPr wrap="square" lIns="0" tIns="0" rIns="0" bIns="0" rtlCol="0" anchor="ctr"/>
          <a:lstStyle/>
          <a:p>
            <a:pPr algn="l" indent="0" marL="0">
              <a:buNone/>
            </a:pPr>
            <a:r>
              <a:rPr lang="en-US" sz="1800" b="1" dirty="0">
                <a:solidFill>
                  <a:schemeClr val="tx1"/>
                </a:solidFill>
              </a:rPr>
              <a:t>Youssef</a:t>
            </a:r>
            <a:r>
              <a:rPr lang="en-US" sz="1800" dirty="0">
                <a:solidFill>
                  <a:schemeClr val="tx1"/>
                </a:solidFill>
              </a:rPr>
              <a:t> · Marokko</a:t>
            </a:r>
            <a:endParaRPr lang="en-US" sz="1800" dirty="0"/>
          </a:p>
        </p:txBody>
      </p:sp>
      <p:sp>
        <p:nvSpPr>
          <p:cNvPr id="24" name="Text 20"/>
          <p:cNvSpPr txBox="1"/>
          <p:nvPr/>
        </p:nvSpPr>
        <p:spPr>
          <a:xfrm>
            <a:off x="5340096" y="3063240"/>
            <a:ext cx="2468880" cy="347472"/>
          </a:xfrm>
          <a:prstGeom prst="rect">
            <a:avLst/>
          </a:prstGeom>
          <a:noFill/>
          <a:ln/>
        </p:spPr>
        <p:txBody>
          <a:bodyPr wrap="square" lIns="0" tIns="0" rIns="0" bIns="0" rtlCol="0" anchor="ctr"/>
          <a:lstStyle/>
          <a:p>
            <a:pPr algn="l" indent="0" marL="0">
              <a:buNone/>
            </a:pPr>
            <a:r>
              <a:rPr lang="en-US" sz="1500" i="1" dirty="0">
                <a:solidFill>
                  <a:schemeClr val="accent5"/>
                </a:solidFill>
              </a:rPr>
              <a:t>Arabisch, Frans</a:t>
            </a:r>
            <a:endParaRPr lang="en-US" sz="1500" dirty="0"/>
          </a:p>
        </p:txBody>
      </p:sp>
      <p:sp>
        <p:nvSpPr>
          <p:cNvPr id="25" name="Shape 21"/>
          <p:cNvSpPr/>
          <p:nvPr/>
        </p:nvSpPr>
        <p:spPr>
          <a:xfrm>
            <a:off x="8119872" y="2377440"/>
            <a:ext cx="3520440" cy="1078992"/>
          </a:xfrm>
          <a:prstGeom prst="roundRect">
            <a:avLst>
              <a:gd name="adj" fmla="val 6780"/>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26" name="Shape 22"/>
          <p:cNvSpPr/>
          <p:nvPr/>
        </p:nvSpPr>
        <p:spPr>
          <a:xfrm>
            <a:off x="8119872" y="2377440"/>
            <a:ext cx="3520440" cy="274320"/>
          </a:xfrm>
          <a:prstGeom prst="roundRect">
            <a:avLst>
              <a:gd name="adj" fmla="val 20000"/>
            </a:avLst>
          </a:prstGeom>
          <a:solidFill>
            <a:srgbClr val="6E4A9E"/>
          </a:solidFill>
          <a:ln w="12700">
            <a:solidFill>
              <a:srgbClr val="FFFFFF">
                <a:alpha val="0"/>
              </a:srgbClr>
            </a:solidFill>
            <a:prstDash val="solid"/>
          </a:ln>
        </p:spPr>
      </p:sp>
      <p:sp>
        <p:nvSpPr>
          <p:cNvPr id="27" name="Text 23"/>
          <p:cNvSpPr txBox="1"/>
          <p:nvPr/>
        </p:nvSpPr>
        <p:spPr>
          <a:xfrm>
            <a:off x="8119872" y="2377440"/>
            <a:ext cx="3520440" cy="274320"/>
          </a:xfrm>
          <a:prstGeom prst="rect">
            <a:avLst/>
          </a:prstGeom>
          <a:noFill/>
          <a:ln/>
        </p:spPr>
        <p:txBody>
          <a:bodyPr wrap="square" lIns="0" tIns="0" rIns="0" bIns="0" rtlCol="0" anchor="ctr"/>
          <a:lstStyle/>
          <a:p>
            <a:pPr algn="ctr" indent="0" marL="0">
              <a:buNone/>
            </a:pPr>
            <a:r>
              <a:rPr lang="en-US" sz="1000" b="1" spc="200" kern="0" dirty="0">
                <a:solidFill>
                  <a:schemeClr val="bg1"/>
                </a:solidFill>
              </a:rPr>
              <a:t>HALLO, IK BEN</a:t>
            </a:r>
            <a:endParaRPr lang="en-US" sz="1000" dirty="0"/>
          </a:p>
        </p:txBody>
      </p:sp>
      <p:sp>
        <p:nvSpPr>
          <p:cNvPr id="28" name="Shape 24"/>
          <p:cNvSpPr/>
          <p:nvPr/>
        </p:nvSpPr>
        <p:spPr>
          <a:xfrm>
            <a:off x="8302752" y="2816352"/>
            <a:ext cx="228600" cy="457200"/>
          </a:xfrm>
          <a:prstGeom prst="rect">
            <a:avLst/>
          </a:prstGeom>
          <a:solidFill>
            <a:srgbClr val="1F4FA3"/>
          </a:solidFill>
          <a:ln w="12700">
            <a:solidFill>
              <a:srgbClr val="FFFFFF">
                <a:alpha val="0"/>
              </a:srgbClr>
            </a:solidFill>
            <a:prstDash val="solid"/>
          </a:ln>
        </p:spPr>
      </p:sp>
      <p:sp>
        <p:nvSpPr>
          <p:cNvPr id="29" name="Shape 25"/>
          <p:cNvSpPr/>
          <p:nvPr/>
        </p:nvSpPr>
        <p:spPr>
          <a:xfrm>
            <a:off x="8531352" y="2816352"/>
            <a:ext cx="228600" cy="457200"/>
          </a:xfrm>
          <a:prstGeom prst="rect">
            <a:avLst/>
          </a:prstGeom>
          <a:solidFill>
            <a:srgbClr val="FFFFFF"/>
          </a:solidFill>
          <a:ln w="12700">
            <a:solidFill>
              <a:srgbClr val="FFFFFF">
                <a:alpha val="0"/>
              </a:srgbClr>
            </a:solidFill>
            <a:prstDash val="solid"/>
          </a:ln>
        </p:spPr>
      </p:sp>
      <p:sp>
        <p:nvSpPr>
          <p:cNvPr id="30" name="Shape 26"/>
          <p:cNvSpPr/>
          <p:nvPr/>
        </p:nvSpPr>
        <p:spPr>
          <a:xfrm>
            <a:off x="8759952" y="2816352"/>
            <a:ext cx="228600" cy="457200"/>
          </a:xfrm>
          <a:prstGeom prst="rect">
            <a:avLst/>
          </a:prstGeom>
          <a:solidFill>
            <a:srgbClr val="E2232A"/>
          </a:solidFill>
          <a:ln w="12700">
            <a:solidFill>
              <a:srgbClr val="FFFFFF">
                <a:alpha val="0"/>
              </a:srgbClr>
            </a:solidFill>
            <a:prstDash val="solid"/>
          </a:ln>
        </p:spPr>
      </p:sp>
      <p:sp>
        <p:nvSpPr>
          <p:cNvPr id="31" name="Shape 27"/>
          <p:cNvSpPr/>
          <p:nvPr/>
        </p:nvSpPr>
        <p:spPr>
          <a:xfrm>
            <a:off x="8302752" y="2816352"/>
            <a:ext cx="685800" cy="457200"/>
          </a:xfrm>
          <a:prstGeom prst="rect">
            <a:avLst/>
          </a:prstGeom>
          <a:noFill/>
          <a:ln w="9525">
            <a:solidFill>
              <a:srgbClr val="B8C2CF"/>
            </a:solidFill>
            <a:prstDash val="solid"/>
          </a:ln>
        </p:spPr>
      </p:sp>
      <p:sp>
        <p:nvSpPr>
          <p:cNvPr id="32" name="Text 28"/>
          <p:cNvSpPr txBox="1"/>
          <p:nvPr/>
        </p:nvSpPr>
        <p:spPr>
          <a:xfrm>
            <a:off x="9125712" y="2679192"/>
            <a:ext cx="2468880" cy="411480"/>
          </a:xfrm>
          <a:prstGeom prst="rect">
            <a:avLst/>
          </a:prstGeom>
          <a:noFill/>
          <a:ln/>
        </p:spPr>
        <p:txBody>
          <a:bodyPr wrap="square" lIns="0" tIns="0" rIns="0" bIns="0" rtlCol="0" anchor="ctr"/>
          <a:lstStyle/>
          <a:p>
            <a:pPr algn="l" indent="0" marL="0">
              <a:buNone/>
            </a:pPr>
            <a:r>
              <a:rPr lang="en-US" sz="1800" b="1" dirty="0">
                <a:solidFill>
                  <a:schemeClr val="tx1"/>
                </a:solidFill>
              </a:rPr>
              <a:t>Sophie</a:t>
            </a:r>
            <a:r>
              <a:rPr lang="en-US" sz="1800" dirty="0">
                <a:solidFill>
                  <a:schemeClr val="tx1"/>
                </a:solidFill>
              </a:rPr>
              <a:t> · Frankrijk</a:t>
            </a:r>
            <a:endParaRPr lang="en-US" sz="1800" dirty="0"/>
          </a:p>
        </p:txBody>
      </p:sp>
      <p:sp>
        <p:nvSpPr>
          <p:cNvPr id="33" name="Text 29"/>
          <p:cNvSpPr txBox="1"/>
          <p:nvPr/>
        </p:nvSpPr>
        <p:spPr>
          <a:xfrm>
            <a:off x="9125712" y="3063240"/>
            <a:ext cx="2468880" cy="347472"/>
          </a:xfrm>
          <a:prstGeom prst="rect">
            <a:avLst/>
          </a:prstGeom>
          <a:noFill/>
          <a:ln/>
        </p:spPr>
        <p:txBody>
          <a:bodyPr wrap="square" lIns="0" tIns="0" rIns="0" bIns="0" rtlCol="0" anchor="ctr"/>
          <a:lstStyle/>
          <a:p>
            <a:pPr algn="l" indent="0" marL="0">
              <a:buNone/>
            </a:pPr>
            <a:r>
              <a:rPr lang="en-US" sz="1500" i="1" dirty="0">
                <a:solidFill>
                  <a:schemeClr val="accent5"/>
                </a:solidFill>
              </a:rPr>
              <a:t>Frans</a:t>
            </a:r>
            <a:endParaRPr lang="en-US" sz="1500" dirty="0"/>
          </a:p>
        </p:txBody>
      </p:sp>
      <p:sp>
        <p:nvSpPr>
          <p:cNvPr id="34" name="Shape 30"/>
          <p:cNvSpPr/>
          <p:nvPr/>
        </p:nvSpPr>
        <p:spPr>
          <a:xfrm>
            <a:off x="548640" y="3611880"/>
            <a:ext cx="3520440" cy="1078992"/>
          </a:xfrm>
          <a:prstGeom prst="roundRect">
            <a:avLst>
              <a:gd name="adj" fmla="val 6780"/>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35" name="Shape 31"/>
          <p:cNvSpPr/>
          <p:nvPr/>
        </p:nvSpPr>
        <p:spPr>
          <a:xfrm>
            <a:off x="548640" y="3611880"/>
            <a:ext cx="3520440" cy="274320"/>
          </a:xfrm>
          <a:prstGeom prst="roundRect">
            <a:avLst>
              <a:gd name="adj" fmla="val 20000"/>
            </a:avLst>
          </a:prstGeom>
          <a:solidFill>
            <a:srgbClr val="6E4A9E"/>
          </a:solidFill>
          <a:ln w="12700">
            <a:solidFill>
              <a:srgbClr val="FFFFFF">
                <a:alpha val="0"/>
              </a:srgbClr>
            </a:solidFill>
            <a:prstDash val="solid"/>
          </a:ln>
        </p:spPr>
      </p:sp>
      <p:sp>
        <p:nvSpPr>
          <p:cNvPr id="36" name="Text 32"/>
          <p:cNvSpPr txBox="1"/>
          <p:nvPr/>
        </p:nvSpPr>
        <p:spPr>
          <a:xfrm>
            <a:off x="548640" y="3611880"/>
            <a:ext cx="3520440" cy="274320"/>
          </a:xfrm>
          <a:prstGeom prst="rect">
            <a:avLst/>
          </a:prstGeom>
          <a:noFill/>
          <a:ln/>
        </p:spPr>
        <p:txBody>
          <a:bodyPr wrap="square" lIns="0" tIns="0" rIns="0" bIns="0" rtlCol="0" anchor="ctr"/>
          <a:lstStyle/>
          <a:p>
            <a:pPr algn="ctr" indent="0" marL="0">
              <a:buNone/>
            </a:pPr>
            <a:r>
              <a:rPr lang="en-US" sz="1000" b="1" spc="200" kern="0" dirty="0">
                <a:solidFill>
                  <a:schemeClr val="bg1"/>
                </a:solidFill>
              </a:rPr>
              <a:t>HALLO, IK BEN</a:t>
            </a:r>
            <a:endParaRPr lang="en-US" sz="1000" dirty="0"/>
          </a:p>
        </p:txBody>
      </p:sp>
      <p:sp>
        <p:nvSpPr>
          <p:cNvPr id="37" name="Shape 33"/>
          <p:cNvSpPr/>
          <p:nvPr/>
        </p:nvSpPr>
        <p:spPr>
          <a:xfrm>
            <a:off x="731520" y="4050792"/>
            <a:ext cx="685800" cy="152400"/>
          </a:xfrm>
          <a:prstGeom prst="rect">
            <a:avLst/>
          </a:prstGeom>
          <a:solidFill>
            <a:srgbClr val="B32033"/>
          </a:solidFill>
          <a:ln w="12700">
            <a:solidFill>
              <a:srgbClr val="FFFFFF">
                <a:alpha val="0"/>
              </a:srgbClr>
            </a:solidFill>
            <a:prstDash val="solid"/>
          </a:ln>
        </p:spPr>
      </p:sp>
      <p:sp>
        <p:nvSpPr>
          <p:cNvPr id="38" name="Shape 34"/>
          <p:cNvSpPr/>
          <p:nvPr/>
        </p:nvSpPr>
        <p:spPr>
          <a:xfrm>
            <a:off x="731520" y="4203192"/>
            <a:ext cx="685800" cy="152400"/>
          </a:xfrm>
          <a:prstGeom prst="rect">
            <a:avLst/>
          </a:prstGeom>
          <a:solidFill>
            <a:srgbClr val="FFFFFF"/>
          </a:solidFill>
          <a:ln w="12700">
            <a:solidFill>
              <a:srgbClr val="FFFFFF">
                <a:alpha val="0"/>
              </a:srgbClr>
            </a:solidFill>
            <a:prstDash val="solid"/>
          </a:ln>
        </p:spPr>
      </p:sp>
      <p:sp>
        <p:nvSpPr>
          <p:cNvPr id="39" name="Shape 35"/>
          <p:cNvSpPr/>
          <p:nvPr/>
        </p:nvSpPr>
        <p:spPr>
          <a:xfrm>
            <a:off x="731520" y="4355592"/>
            <a:ext cx="685800" cy="152400"/>
          </a:xfrm>
          <a:prstGeom prst="rect">
            <a:avLst/>
          </a:prstGeom>
          <a:solidFill>
            <a:srgbClr val="22408C"/>
          </a:solidFill>
          <a:ln w="12700">
            <a:solidFill>
              <a:srgbClr val="FFFFFF">
                <a:alpha val="0"/>
              </a:srgbClr>
            </a:solidFill>
            <a:prstDash val="solid"/>
          </a:ln>
        </p:spPr>
      </p:sp>
      <p:sp>
        <p:nvSpPr>
          <p:cNvPr id="40" name="Shape 36"/>
          <p:cNvSpPr/>
          <p:nvPr/>
        </p:nvSpPr>
        <p:spPr>
          <a:xfrm>
            <a:off x="731520" y="4050792"/>
            <a:ext cx="685800" cy="457200"/>
          </a:xfrm>
          <a:prstGeom prst="rect">
            <a:avLst/>
          </a:prstGeom>
          <a:noFill/>
          <a:ln w="9525">
            <a:solidFill>
              <a:srgbClr val="B8C2CF"/>
            </a:solidFill>
            <a:prstDash val="solid"/>
          </a:ln>
        </p:spPr>
      </p:sp>
      <p:sp>
        <p:nvSpPr>
          <p:cNvPr id="41" name="Text 37"/>
          <p:cNvSpPr txBox="1"/>
          <p:nvPr/>
        </p:nvSpPr>
        <p:spPr>
          <a:xfrm>
            <a:off x="1554480" y="3913632"/>
            <a:ext cx="2468880" cy="411480"/>
          </a:xfrm>
          <a:prstGeom prst="rect">
            <a:avLst/>
          </a:prstGeom>
          <a:noFill/>
          <a:ln/>
        </p:spPr>
        <p:txBody>
          <a:bodyPr wrap="square" lIns="0" tIns="0" rIns="0" bIns="0" rtlCol="0" anchor="ctr"/>
          <a:lstStyle/>
          <a:p>
            <a:pPr algn="l" indent="0" marL="0">
              <a:buNone/>
            </a:pPr>
            <a:r>
              <a:rPr lang="en-US" sz="1800" b="1" dirty="0">
                <a:solidFill>
                  <a:schemeClr val="tx1"/>
                </a:solidFill>
              </a:rPr>
              <a:t>Jan</a:t>
            </a:r>
            <a:r>
              <a:rPr lang="en-US" sz="1800" dirty="0">
                <a:solidFill>
                  <a:schemeClr val="tx1"/>
                </a:solidFill>
              </a:rPr>
              <a:t> · Nederland</a:t>
            </a:r>
            <a:endParaRPr lang="en-US" sz="1800" dirty="0"/>
          </a:p>
        </p:txBody>
      </p:sp>
      <p:sp>
        <p:nvSpPr>
          <p:cNvPr id="42" name="Text 38"/>
          <p:cNvSpPr txBox="1"/>
          <p:nvPr/>
        </p:nvSpPr>
        <p:spPr>
          <a:xfrm>
            <a:off x="1554480" y="4297680"/>
            <a:ext cx="2468880" cy="347472"/>
          </a:xfrm>
          <a:prstGeom prst="rect">
            <a:avLst/>
          </a:prstGeom>
          <a:noFill/>
          <a:ln/>
        </p:spPr>
        <p:txBody>
          <a:bodyPr wrap="square" lIns="0" tIns="0" rIns="0" bIns="0" rtlCol="0" anchor="ctr"/>
          <a:lstStyle/>
          <a:p>
            <a:pPr algn="l" indent="0" marL="0">
              <a:buNone/>
            </a:pPr>
            <a:r>
              <a:rPr lang="en-US" sz="1500" i="1" dirty="0">
                <a:solidFill>
                  <a:schemeClr val="accent5"/>
                </a:solidFill>
              </a:rPr>
              <a:t>Nederlands, Duits</a:t>
            </a:r>
            <a:endParaRPr lang="en-US" sz="1500" dirty="0"/>
          </a:p>
        </p:txBody>
      </p:sp>
      <p:sp>
        <p:nvSpPr>
          <p:cNvPr id="43" name="Shape 39"/>
          <p:cNvSpPr/>
          <p:nvPr/>
        </p:nvSpPr>
        <p:spPr>
          <a:xfrm>
            <a:off x="4334256" y="3611880"/>
            <a:ext cx="3520440" cy="1078992"/>
          </a:xfrm>
          <a:prstGeom prst="roundRect">
            <a:avLst>
              <a:gd name="adj" fmla="val 6780"/>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44" name="Shape 40"/>
          <p:cNvSpPr/>
          <p:nvPr/>
        </p:nvSpPr>
        <p:spPr>
          <a:xfrm>
            <a:off x="4334256" y="3611880"/>
            <a:ext cx="3520440" cy="274320"/>
          </a:xfrm>
          <a:prstGeom prst="roundRect">
            <a:avLst>
              <a:gd name="adj" fmla="val 20000"/>
            </a:avLst>
          </a:prstGeom>
          <a:solidFill>
            <a:srgbClr val="6E4A9E"/>
          </a:solidFill>
          <a:ln w="12700">
            <a:solidFill>
              <a:srgbClr val="FFFFFF">
                <a:alpha val="0"/>
              </a:srgbClr>
            </a:solidFill>
            <a:prstDash val="solid"/>
          </a:ln>
        </p:spPr>
      </p:sp>
      <p:sp>
        <p:nvSpPr>
          <p:cNvPr id="45" name="Text 41"/>
          <p:cNvSpPr txBox="1"/>
          <p:nvPr/>
        </p:nvSpPr>
        <p:spPr>
          <a:xfrm>
            <a:off x="4334256" y="3611880"/>
            <a:ext cx="3520440" cy="274320"/>
          </a:xfrm>
          <a:prstGeom prst="rect">
            <a:avLst/>
          </a:prstGeom>
          <a:noFill/>
          <a:ln/>
        </p:spPr>
        <p:txBody>
          <a:bodyPr wrap="square" lIns="0" tIns="0" rIns="0" bIns="0" rtlCol="0" anchor="ctr"/>
          <a:lstStyle/>
          <a:p>
            <a:pPr algn="ctr" indent="0" marL="0">
              <a:buNone/>
            </a:pPr>
            <a:r>
              <a:rPr lang="en-US" sz="1000" b="1" spc="200" kern="0" dirty="0">
                <a:solidFill>
                  <a:schemeClr val="bg1"/>
                </a:solidFill>
              </a:rPr>
              <a:t>HALLO, IK BEN</a:t>
            </a:r>
            <a:endParaRPr lang="en-US" sz="1000" dirty="0"/>
          </a:p>
        </p:txBody>
      </p:sp>
      <p:sp>
        <p:nvSpPr>
          <p:cNvPr id="46" name="Shape 42"/>
          <p:cNvSpPr/>
          <p:nvPr/>
        </p:nvSpPr>
        <p:spPr>
          <a:xfrm>
            <a:off x="4517136" y="4050792"/>
            <a:ext cx="685800" cy="457200"/>
          </a:xfrm>
          <a:prstGeom prst="rect">
            <a:avLst/>
          </a:prstGeom>
          <a:solidFill>
            <a:srgbClr val="E30A17"/>
          </a:solidFill>
          <a:ln w="12700">
            <a:solidFill>
              <a:srgbClr val="FFFFFF">
                <a:alpha val="0"/>
              </a:srgbClr>
            </a:solidFill>
            <a:prstDash val="solid"/>
          </a:ln>
        </p:spPr>
      </p:sp>
      <p:sp>
        <p:nvSpPr>
          <p:cNvPr id="47" name="Text 43"/>
          <p:cNvSpPr txBox="1"/>
          <p:nvPr/>
        </p:nvSpPr>
        <p:spPr>
          <a:xfrm>
            <a:off x="4517136" y="4050792"/>
            <a:ext cx="685800" cy="457200"/>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48" name="Shape 44"/>
          <p:cNvSpPr/>
          <p:nvPr/>
        </p:nvSpPr>
        <p:spPr>
          <a:xfrm>
            <a:off x="4517136" y="4050792"/>
            <a:ext cx="685800" cy="457200"/>
          </a:xfrm>
          <a:prstGeom prst="rect">
            <a:avLst/>
          </a:prstGeom>
          <a:noFill/>
          <a:ln w="9525">
            <a:solidFill>
              <a:srgbClr val="B8C2CF"/>
            </a:solidFill>
            <a:prstDash val="solid"/>
          </a:ln>
        </p:spPr>
      </p:sp>
      <p:sp>
        <p:nvSpPr>
          <p:cNvPr id="49" name="Text 45"/>
          <p:cNvSpPr txBox="1"/>
          <p:nvPr/>
        </p:nvSpPr>
        <p:spPr>
          <a:xfrm>
            <a:off x="5340096" y="3913632"/>
            <a:ext cx="2468880" cy="411480"/>
          </a:xfrm>
          <a:prstGeom prst="rect">
            <a:avLst/>
          </a:prstGeom>
          <a:noFill/>
          <a:ln/>
        </p:spPr>
        <p:txBody>
          <a:bodyPr wrap="square" lIns="0" tIns="0" rIns="0" bIns="0" rtlCol="0" anchor="ctr"/>
          <a:lstStyle/>
          <a:p>
            <a:pPr algn="l" indent="0" marL="0">
              <a:buNone/>
            </a:pPr>
            <a:r>
              <a:rPr lang="en-US" sz="1800" b="1" dirty="0">
                <a:solidFill>
                  <a:schemeClr val="tx1"/>
                </a:solidFill>
              </a:rPr>
              <a:t>Elif</a:t>
            </a:r>
            <a:r>
              <a:rPr lang="en-US" sz="1800" dirty="0">
                <a:solidFill>
                  <a:schemeClr val="tx1"/>
                </a:solidFill>
              </a:rPr>
              <a:t> · Turkije</a:t>
            </a:r>
            <a:endParaRPr lang="en-US" sz="1800" dirty="0"/>
          </a:p>
        </p:txBody>
      </p:sp>
      <p:sp>
        <p:nvSpPr>
          <p:cNvPr id="50" name="Text 46"/>
          <p:cNvSpPr txBox="1"/>
          <p:nvPr/>
        </p:nvSpPr>
        <p:spPr>
          <a:xfrm>
            <a:off x="5340096" y="4297680"/>
            <a:ext cx="2468880" cy="347472"/>
          </a:xfrm>
          <a:prstGeom prst="rect">
            <a:avLst/>
          </a:prstGeom>
          <a:noFill/>
          <a:ln/>
        </p:spPr>
        <p:txBody>
          <a:bodyPr wrap="square" lIns="0" tIns="0" rIns="0" bIns="0" rtlCol="0" anchor="ctr"/>
          <a:lstStyle/>
          <a:p>
            <a:pPr algn="l" indent="0" marL="0">
              <a:buNone/>
            </a:pPr>
            <a:r>
              <a:rPr lang="en-US" sz="1500" i="1" dirty="0">
                <a:solidFill>
                  <a:schemeClr val="accent5"/>
                </a:solidFill>
              </a:rPr>
              <a:t>Turks, Nederlands</a:t>
            </a:r>
            <a:endParaRPr lang="en-US" sz="1500" dirty="0"/>
          </a:p>
        </p:txBody>
      </p:sp>
      <p:sp>
        <p:nvSpPr>
          <p:cNvPr id="51" name="Shape 47"/>
          <p:cNvSpPr/>
          <p:nvPr/>
        </p:nvSpPr>
        <p:spPr>
          <a:xfrm>
            <a:off x="8119872" y="3611880"/>
            <a:ext cx="3520440" cy="1078992"/>
          </a:xfrm>
          <a:prstGeom prst="roundRect">
            <a:avLst>
              <a:gd name="adj" fmla="val 6780"/>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52" name="Shape 48"/>
          <p:cNvSpPr/>
          <p:nvPr/>
        </p:nvSpPr>
        <p:spPr>
          <a:xfrm>
            <a:off x="8119872" y="3611880"/>
            <a:ext cx="3520440" cy="274320"/>
          </a:xfrm>
          <a:prstGeom prst="roundRect">
            <a:avLst>
              <a:gd name="adj" fmla="val 20000"/>
            </a:avLst>
          </a:prstGeom>
          <a:solidFill>
            <a:srgbClr val="6E4A9E"/>
          </a:solidFill>
          <a:ln w="12700">
            <a:solidFill>
              <a:srgbClr val="FFFFFF">
                <a:alpha val="0"/>
              </a:srgbClr>
            </a:solidFill>
            <a:prstDash val="solid"/>
          </a:ln>
        </p:spPr>
      </p:sp>
      <p:sp>
        <p:nvSpPr>
          <p:cNvPr id="53" name="Text 49"/>
          <p:cNvSpPr txBox="1"/>
          <p:nvPr/>
        </p:nvSpPr>
        <p:spPr>
          <a:xfrm>
            <a:off x="8119872" y="3611880"/>
            <a:ext cx="3520440" cy="274320"/>
          </a:xfrm>
          <a:prstGeom prst="rect">
            <a:avLst/>
          </a:prstGeom>
          <a:noFill/>
          <a:ln/>
        </p:spPr>
        <p:txBody>
          <a:bodyPr wrap="square" lIns="0" tIns="0" rIns="0" bIns="0" rtlCol="0" anchor="ctr"/>
          <a:lstStyle/>
          <a:p>
            <a:pPr algn="ctr" indent="0" marL="0">
              <a:buNone/>
            </a:pPr>
            <a:r>
              <a:rPr lang="en-US" sz="1000" b="1" spc="200" kern="0" dirty="0">
                <a:solidFill>
                  <a:schemeClr val="bg1"/>
                </a:solidFill>
              </a:rPr>
              <a:t>HALLO, IK BEN</a:t>
            </a:r>
            <a:endParaRPr lang="en-US" sz="1000" dirty="0"/>
          </a:p>
        </p:txBody>
      </p:sp>
      <p:sp>
        <p:nvSpPr>
          <p:cNvPr id="54" name="Shape 50"/>
          <p:cNvSpPr/>
          <p:nvPr/>
        </p:nvSpPr>
        <p:spPr>
          <a:xfrm>
            <a:off x="8302752" y="4050792"/>
            <a:ext cx="685800" cy="457200"/>
          </a:xfrm>
          <a:prstGeom prst="roundRect">
            <a:avLst>
              <a:gd name="adj" fmla="val 8000"/>
            </a:avLst>
          </a:prstGeom>
          <a:solidFill>
            <a:srgbClr val="EDA765"/>
          </a:solidFill>
          <a:ln w="12700">
            <a:solidFill>
              <a:srgbClr val="FFFFFF">
                <a:alpha val="0"/>
              </a:srgbClr>
            </a:solidFill>
            <a:prstDash val="solid"/>
          </a:ln>
        </p:spPr>
      </p:sp>
      <p:sp>
        <p:nvSpPr>
          <p:cNvPr id="55" name="Text 51"/>
          <p:cNvSpPr txBox="1"/>
          <p:nvPr/>
        </p:nvSpPr>
        <p:spPr>
          <a:xfrm>
            <a:off x="9125712" y="3913632"/>
            <a:ext cx="2468880" cy="411480"/>
          </a:xfrm>
          <a:prstGeom prst="rect">
            <a:avLst/>
          </a:prstGeom>
          <a:noFill/>
          <a:ln/>
        </p:spPr>
        <p:txBody>
          <a:bodyPr wrap="square" lIns="0" tIns="0" rIns="0" bIns="0" rtlCol="0" anchor="ctr"/>
          <a:lstStyle/>
          <a:p>
            <a:pPr algn="l" indent="0" marL="0">
              <a:buNone/>
            </a:pPr>
            <a:r>
              <a:rPr lang="en-US" sz="1800" b="1" dirty="0">
                <a:solidFill>
                  <a:schemeClr val="tx1"/>
                </a:solidFill>
              </a:rPr>
              <a:t>Marc</a:t>
            </a:r>
            <a:r>
              <a:rPr lang="en-US" sz="1800" dirty="0">
                <a:solidFill>
                  <a:schemeClr val="tx1"/>
                </a:solidFill>
              </a:rPr>
              <a:t> · Wallonië</a:t>
            </a:r>
            <a:endParaRPr lang="en-US" sz="1800" dirty="0"/>
          </a:p>
        </p:txBody>
      </p:sp>
      <p:sp>
        <p:nvSpPr>
          <p:cNvPr id="56" name="Text 52"/>
          <p:cNvSpPr txBox="1"/>
          <p:nvPr/>
        </p:nvSpPr>
        <p:spPr>
          <a:xfrm>
            <a:off x="9125712" y="4297680"/>
            <a:ext cx="2468880" cy="347472"/>
          </a:xfrm>
          <a:prstGeom prst="rect">
            <a:avLst/>
          </a:prstGeom>
          <a:noFill/>
          <a:ln/>
        </p:spPr>
        <p:txBody>
          <a:bodyPr wrap="square" lIns="0" tIns="0" rIns="0" bIns="0" rtlCol="0" anchor="ctr"/>
          <a:lstStyle/>
          <a:p>
            <a:pPr algn="l" indent="0" marL="0">
              <a:buNone/>
            </a:pPr>
            <a:r>
              <a:rPr lang="en-US" sz="1500" i="1" dirty="0">
                <a:solidFill>
                  <a:schemeClr val="accent5"/>
                </a:solidFill>
              </a:rPr>
              <a:t>Frans</a:t>
            </a:r>
            <a:endParaRPr lang="en-US" sz="1500" dirty="0"/>
          </a:p>
        </p:txBody>
      </p:sp>
      <p:sp>
        <p:nvSpPr>
          <p:cNvPr id="57" name="Shape 53"/>
          <p:cNvSpPr/>
          <p:nvPr/>
        </p:nvSpPr>
        <p:spPr>
          <a:xfrm>
            <a:off x="548640" y="4937760"/>
            <a:ext cx="11091672" cy="1325880"/>
          </a:xfrm>
          <a:prstGeom prst="roundRect">
            <a:avLst>
              <a:gd name="adj" fmla="val 5517"/>
            </a:avLst>
          </a:prstGeom>
          <a:solidFill>
            <a:schemeClr val="bg2"/>
          </a:solidFill>
          <a:ln w="12700">
            <a:solidFill>
              <a:srgbClr val="D5DCE6"/>
            </a:solidFill>
            <a:prstDash val="solid"/>
          </a:ln>
        </p:spPr>
      </p:sp>
      <p:sp>
        <p:nvSpPr>
          <p:cNvPr id="58" name="Text 54"/>
          <p:cNvSpPr txBox="1"/>
          <p:nvPr/>
        </p:nvSpPr>
        <p:spPr>
          <a:xfrm>
            <a:off x="731520" y="5010912"/>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59" name="Text 55"/>
          <p:cNvSpPr txBox="1"/>
          <p:nvPr/>
        </p:nvSpPr>
        <p:spPr>
          <a:xfrm>
            <a:off x="731520" y="5349240"/>
            <a:ext cx="10698480" cy="822960"/>
          </a:xfrm>
          <a:prstGeom prst="rect">
            <a:avLst/>
          </a:prstGeom>
          <a:noFill/>
          <a:ln/>
        </p:spPr>
        <p:txBody>
          <a:bodyPr wrap="square" lIns="0" tIns="0" rIns="0" bIns="0" rtlCol="0" anchor="ctr"/>
          <a:lstStyle/>
          <a:p>
            <a:pPr algn="l" indent="0" marL="0">
              <a:buNone/>
            </a:pPr>
            <a:r>
              <a:rPr lang="en-US" sz="1900" i="1" dirty="0">
                <a:solidFill>
                  <a:schemeClr val="tx1"/>
                </a:solidFill>
              </a:rPr>
              <a:t>Dag, ik ben… · Waar kom je vandaan? · Wat is je moedertaal? · Welke talen spreek je? · Aangenaam!</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Traduisez : « Elle est belge et elle parle français. »</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Le féminin de </a:t>
            </a:r>
            <a:r>
              <a:rPr lang="en-US" sz="2000" i="1" dirty="0">
                <a:solidFill>
                  <a:schemeClr val="tx1"/>
                </a:solidFill>
              </a:rPr>
              <a:t>Vlaming</a:t>
            </a:r>
            <a:r>
              <a:rPr lang="en-US" sz="2000" dirty="0">
                <a:solidFill>
                  <a:schemeClr val="tx1"/>
                </a:solidFill>
              </a:rPr>
              <a:t> ?</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Complétez : </a:t>
            </a:r>
            <a:r>
              <a:rPr lang="en-US" sz="2000" i="1" dirty="0">
                <a:solidFill>
                  <a:schemeClr val="tx1"/>
                </a:solidFill>
              </a:rPr>
              <a:t>Ik heb de …… nationaliteit.</a:t>
            </a:r>
            <a:r>
              <a:rPr lang="en-US" sz="2000" dirty="0">
                <a:solidFill>
                  <a:schemeClr val="tx1"/>
                </a:solidFill>
              </a:rPr>
              <a:t> (Belgique)</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Dire</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Former</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Écrire</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Handshake">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Volgende keer : Formeel of informeel?</a:t>
            </a:r>
            <a:r>
              <a:rPr lang="en-US" sz="1800" dirty="0">
                <a:solidFill>
                  <a:schemeClr val="bg1"/>
                </a:solidFill>
              </a:rPr>
              <a:t> — </a:t>
            </a:r>
            <a:r>
              <a:rPr lang="en-US" sz="1800" i="1" dirty="0">
                <a:solidFill>
                  <a:schemeClr val="bg1"/>
                </a:solidFill>
              </a:rPr>
              <a:t>je</a:t>
            </a:r>
            <a:r>
              <a:rPr lang="en-US" sz="1800" dirty="0">
                <a:solidFill>
                  <a:schemeClr val="bg1"/>
                </a:solidFill>
              </a:rPr>
              <a:t> of </a:t>
            </a:r>
            <a:r>
              <a:rPr lang="en-US" sz="1800" i="1" dirty="0">
                <a:solidFill>
                  <a:schemeClr val="bg1"/>
                </a:solidFill>
              </a:rPr>
              <a:t>u</a:t>
            </a:r>
            <a:r>
              <a:rPr lang="en-US" sz="1800" dirty="0">
                <a:solidFill>
                  <a:schemeClr val="bg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 Landen, nationaliteiten en talen — Pays, nationalités et langues</dc:title>
  <dc:subject>Néerlandais 1 — Langue en situation, en milieu professionnel</dc:subject>
  <dc:creator>A. Jouniaux</dc:creator>
  <cp:lastModifiedBy>A. Jouniaux</cp:lastModifiedBy>
  <cp:revision>1</cp:revision>
  <dcterms:created xsi:type="dcterms:W3CDTF">2026-10-06T08:28:13Z</dcterms:created>
  <dcterms:modified xsi:type="dcterms:W3CDTF">2026-10-06T08:28:13Z</dcterms:modified>
</cp:coreProperties>
</file>
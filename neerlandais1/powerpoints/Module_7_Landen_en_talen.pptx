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c9d7b2d-bb21-3d2a-8831-99199f5c3cb6}">
          <p14:sldIdLst>
            <p14:sldId id="256"/>
          </p14:sldIdLst>
        </p14:section>
        <p14:section name="Découvrir" id="{7d55276e-f1e4-7efa-efd3-2a0e6d8aa35e}">
          <p14:sldIdLst>
            <p14:sldId id="257"/>
            <p14:sldId id="258"/>
            <p14:sldId id="259"/>
          </p14:sldIdLst>
        </p14:section>
        <p14:section name="Comprendre" id="{41207c7e-47c5-ff54-7a03-90037302fde0}">
          <p14:sldIdLst>
            <p14:sldId id="260"/>
            <p14:sldId id="261"/>
            <p14:sldId id="262"/>
            <p14:sldId id="263"/>
            <p14:sldId id="264"/>
            <p14:sldId id="265"/>
            <p14:sldId id="266"/>
            <p14:sldId id="267"/>
            <p14:sldId id="268"/>
            <p14:sldId id="269"/>
          </p14:sldIdLst>
        </p14:section>
        <p14:section name="JIJ NU ! — Oefeningen" id="{a1ca1134-c877-3abb-2ab8-742c65ed013a}">
          <p14:sldIdLst>
            <p14:sldId id="270"/>
            <p14:sldId id="271"/>
            <p14:sldId id="272"/>
            <p14:sldId id="273"/>
            <p14:sldId id="274"/>
            <p14:sldId id="275"/>
            <p14:sldId id="276"/>
            <p14:sldId id="277"/>
            <p14:sldId id="278"/>
            <p14:sldId id="279"/>
            <p14:sldId id="280"/>
          </p14:sldIdLst>
        </p14:section>
        <p14:section name="Clôture" id="{14c9003c-50e2-c514-bd43-f9b2d35e721c}">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2026-10-04T12:06:10Z</dcterms:created>
  <dcterms:modified xsi:type="dcterms:W3CDTF">2026-10-04T12:06:10Z</dcterms:modified>
</cp:coreProperties>
</file>
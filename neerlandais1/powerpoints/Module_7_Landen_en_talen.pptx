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c9f0009-e428-54f8-9ce6-088a83fc37df}">
          <p14:sldIdLst>
            <p14:sldId id="256"/>
          </p14:sldIdLst>
        </p14:section>
        <p14:section name="Découvrir" id="{e88df502-3bf7-724e-138e-8d30612ae979}">
          <p14:sldIdLst>
            <p14:sldId id="257"/>
            <p14:sldId id="258"/>
            <p14:sldId id="259"/>
          </p14:sldIdLst>
        </p14:section>
        <p14:section name="Comprendre" id="{49c6a0e9-97e6-eb8b-90ea-be34c568ca0b}">
          <p14:sldIdLst>
            <p14:sldId id="260"/>
            <p14:sldId id="261"/>
            <p14:sldId id="262"/>
            <p14:sldId id="263"/>
            <p14:sldId id="264"/>
            <p14:sldId id="265"/>
            <p14:sldId id="266"/>
            <p14:sldId id="267"/>
            <p14:sldId id="268"/>
            <p14:sldId id="269"/>
          </p14:sldIdLst>
        </p14:section>
        <p14:section name="JIJ NU ! — Oefeningen" id="{1ce3500b-f42d-204c-758f-a01708a6a747}">
          <p14:sldIdLst>
            <p14:sldId id="270"/>
            <p14:sldId id="271"/>
            <p14:sldId id="272"/>
            <p14:sldId id="273"/>
            <p14:sldId id="274"/>
            <p14:sldId id="275"/>
            <p14:sldId id="276"/>
            <p14:sldId id="277"/>
            <p14:sldId id="278"/>
            <p14:sldId id="279"/>
            <p14:sldId id="280"/>
          </p14:sldIdLst>
        </p14:section>
        <p14:section name="Clôture" id="{7f755588-da39-75e3-1aef-dc4ad9e221bd}">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2026-10-05T19:06:48Z</dcterms:created>
  <dcterms:modified xsi:type="dcterms:W3CDTF">2026-10-05T19:06:48Z</dcterms:modified>
</cp:coreProperties>
</file>
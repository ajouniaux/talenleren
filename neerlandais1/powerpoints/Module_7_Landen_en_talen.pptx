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580015a-986d-f70d-0713-81ba6bb1a220}">
          <p14:sldIdLst>
            <p14:sldId id="256"/>
          </p14:sldIdLst>
        </p14:section>
        <p14:section name="Découvrir" id="{5adc7cc2-3118-4531-8ac2-89c45b273c31}">
          <p14:sldIdLst>
            <p14:sldId id="257"/>
            <p14:sldId id="258"/>
            <p14:sldId id="259"/>
          </p14:sldIdLst>
        </p14:section>
        <p14:section name="Comprendre" id="{46b9be43-0399-4f6c-f550-b2f2939e8e04}">
          <p14:sldIdLst>
            <p14:sldId id="260"/>
            <p14:sldId id="261"/>
            <p14:sldId id="262"/>
            <p14:sldId id="263"/>
            <p14:sldId id="264"/>
            <p14:sldId id="265"/>
            <p14:sldId id="266"/>
            <p14:sldId id="267"/>
            <p14:sldId id="268"/>
            <p14:sldId id="269"/>
          </p14:sldIdLst>
        </p14:section>
        <p14:section name="JIJ NU ! — Oefeningen" id="{a7b0e052-5a7b-750e-5fb6-7075ee05c1dc}">
          <p14:sldIdLst>
            <p14:sldId id="270"/>
            <p14:sldId id="271"/>
            <p14:sldId id="272"/>
            <p14:sldId id="273"/>
            <p14:sldId id="274"/>
            <p14:sldId id="275"/>
            <p14:sldId id="276"/>
            <p14:sldId id="277"/>
            <p14:sldId id="278"/>
            <p14:sldId id="279"/>
            <p14:sldId id="280"/>
          </p14:sldIdLst>
        </p14:section>
        <p14:section name="Clôture" id="{f62464a5-e234-b8a7-a9fb-aaa8f6ea75af}">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10</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2026-10-04T07:55:11Z</dcterms:created>
  <dcterms:modified xsi:type="dcterms:W3CDTF">2026-10-04T07:55:11Z</dcterms:modified>
</cp:coreProperties>
</file>
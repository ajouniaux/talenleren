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ac5ec9b-6ec0-bbc8-0976-48940ffb6a89}">
          <p14:sldIdLst>
            <p14:sldId id="256"/>
          </p14:sldIdLst>
        </p14:section>
        <p14:section name="Découvrir" id="{16927928-04a7-6a2a-86dc-77990a4b5675}">
          <p14:sldIdLst>
            <p14:sldId id="257"/>
            <p14:sldId id="258"/>
            <p14:sldId id="259"/>
          </p14:sldIdLst>
        </p14:section>
        <p14:section name="Comprendre" id="{775d961a-6196-07d5-afbb-7f1461992c55}">
          <p14:sldIdLst>
            <p14:sldId id="260"/>
            <p14:sldId id="261"/>
            <p14:sldId id="262"/>
            <p14:sldId id="263"/>
            <p14:sldId id="264"/>
            <p14:sldId id="265"/>
            <p14:sldId id="266"/>
            <p14:sldId id="267"/>
            <p14:sldId id="268"/>
            <p14:sldId id="269"/>
          </p14:sldIdLst>
        </p14:section>
        <p14:section name="JIJ NU ! — Oefeningen" id="{349d4229-a926-b323-c484-baa3a973f68f}">
          <p14:sldIdLst>
            <p14:sldId id="270"/>
            <p14:sldId id="271"/>
            <p14:sldId id="272"/>
            <p14:sldId id="273"/>
            <p14:sldId id="274"/>
            <p14:sldId id="275"/>
            <p14:sldId id="276"/>
            <p14:sldId id="277"/>
            <p14:sldId id="278"/>
            <p14:sldId id="279"/>
            <p14:sldId id="280"/>
          </p14:sldIdLst>
        </p14:section>
        <p14:section name="Clôture" id="{cbc0fb94-4691-3e35-21c0-090674f36025}">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2026-10-04T18:33:13Z</dcterms:created>
  <dcterms:modified xsi:type="dcterms:W3CDTF">2026-10-04T18:33:13Z</dcterms:modified>
</cp:coreProperties>
</file>
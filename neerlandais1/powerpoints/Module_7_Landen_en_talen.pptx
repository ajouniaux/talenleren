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9651540-0653-c1a5-f875-ce523fd37722}">
          <p14:sldIdLst>
            <p14:sldId id="256"/>
          </p14:sldIdLst>
        </p14:section>
        <p14:section name="Découvrir" id="{b05cec25-25d2-f2df-4b10-4214d7357dc1}">
          <p14:sldIdLst>
            <p14:sldId id="257"/>
            <p14:sldId id="258"/>
            <p14:sldId id="259"/>
          </p14:sldIdLst>
        </p14:section>
        <p14:section name="Comprendre" id="{bd485374-8a36-d787-d1ac-6e5c40bd47be}">
          <p14:sldIdLst>
            <p14:sldId id="260"/>
            <p14:sldId id="261"/>
            <p14:sldId id="262"/>
            <p14:sldId id="263"/>
            <p14:sldId id="264"/>
            <p14:sldId id="265"/>
            <p14:sldId id="266"/>
            <p14:sldId id="267"/>
            <p14:sldId id="268"/>
            <p14:sldId id="269"/>
          </p14:sldIdLst>
        </p14:section>
        <p14:section name="JIJ NU ! — Oefeningen" id="{44d5812c-1e12-8481-8a3c-17ae2aece9a5}">
          <p14:sldIdLst>
            <p14:sldId id="270"/>
            <p14:sldId id="271"/>
            <p14:sldId id="272"/>
            <p14:sldId id="273"/>
            <p14:sldId id="274"/>
            <p14:sldId id="275"/>
            <p14:sldId id="276"/>
            <p14:sldId id="277"/>
            <p14:sldId id="278"/>
            <p14:sldId id="279"/>
            <p14:sldId id="280"/>
          </p14:sldIdLst>
        </p14:section>
        <p14:section name="Clôture" id="{01e52e35-d987-a795-dd5d-727ea23fe1b0}">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2026-10-05T10:51:16Z</dcterms:created>
  <dcterms:modified xsi:type="dcterms:W3CDTF">2026-10-05T10:51:16Z</dcterms:modified>
</cp:coreProperties>
</file>
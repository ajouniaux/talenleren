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a57bcc0-175e-d3e0-c4de-fe06306c7d5d}">
          <p14:sldIdLst>
            <p14:sldId id="256"/>
          </p14:sldIdLst>
        </p14:section>
        <p14:section name="Découvrir" id="{a2239b18-8bd0-72d7-00a3-6f01fbd6db6a}">
          <p14:sldIdLst>
            <p14:sldId id="257"/>
            <p14:sldId id="258"/>
            <p14:sldId id="259"/>
          </p14:sldIdLst>
        </p14:section>
        <p14:section name="Comprendre" id="{f44a2919-8671-ed3e-20db-c2d2c48be4db}">
          <p14:sldIdLst>
            <p14:sldId id="260"/>
            <p14:sldId id="261"/>
            <p14:sldId id="262"/>
            <p14:sldId id="263"/>
            <p14:sldId id="264"/>
            <p14:sldId id="265"/>
            <p14:sldId id="266"/>
            <p14:sldId id="267"/>
            <p14:sldId id="268"/>
            <p14:sldId id="269"/>
          </p14:sldIdLst>
        </p14:section>
        <p14:section name="JIJ NU ! — Oefeningen" id="{7581e7b6-74cb-a3f7-3796-0da1e381f4c5}">
          <p14:sldIdLst>
            <p14:sldId id="270"/>
            <p14:sldId id="271"/>
            <p14:sldId id="272"/>
            <p14:sldId id="273"/>
            <p14:sldId id="274"/>
            <p14:sldId id="275"/>
            <p14:sldId id="276"/>
            <p14:sldId id="277"/>
            <p14:sldId id="278"/>
            <p14:sldId id="279"/>
            <p14:sldId id="280"/>
          </p14:sldIdLst>
        </p14:section>
        <p14:section name="Clôture" id="{1b0b1167-1220-88f7-7210-5315cbbec7bd}">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2026-10-05T11:25:53Z</dcterms:created>
  <dcterms:modified xsi:type="dcterms:W3CDTF">2026-10-05T11:25:53Z</dcterms:modified>
</cp:coreProperties>
</file>
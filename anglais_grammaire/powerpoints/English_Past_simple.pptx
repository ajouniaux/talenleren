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c254bc-42e7-3fc8-e53f-d15e570264af}">
          <p14:sldIdLst>
            <p14:sldId id="256"/>
          </p14:sldIdLst>
        </p14:section>
        <p14:section name="Discover" id="{ca476204-e165-40d2-fbe8-bb3d3af64d1f}">
          <p14:sldIdLst>
            <p14:sldId id="257"/>
            <p14:sldId id="258"/>
            <p14:sldId id="259"/>
            <p14:sldId id="260"/>
            <p14:sldId id="261"/>
            <p14:sldId id="262"/>
          </p14:sldIdLst>
        </p14:section>
        <p14:section name="Irregular verbs" id="{726818c6-4376-ec58-acbf-bc7ccc8be907}">
          <p14:sldIdLst>
            <p14:sldId id="263"/>
            <p14:sldId id="264"/>
            <p14:sldId id="265"/>
          </p14:sldIdLst>
        </p14:section>
        <p14:section name="Negative and questions" id="{4be5d5c6-fe1e-bcbf-2484-e10e7b565a56}">
          <p14:sldIdLst>
            <p14:sldId id="266"/>
            <p14:sldId id="267"/>
            <p14:sldId id="268"/>
          </p14:sldIdLst>
        </p14:section>
        <p14:section name="Telling stories" id="{1768bd77-da89-3b32-1c0f-7d8aa2c62e50}">
          <p14:sldIdLst>
            <p14:sldId id="269"/>
            <p14:sldId id="270"/>
            <p14:sldId id="271"/>
            <p14:sldId id="272"/>
          </p14:sldIdLst>
        </p14:section>
        <p14:section name="YOUR TURN! — Exercises" id="{d978a4eb-ffc2-3289-17bd-47d7dfaa18ab}">
          <p14:sldIdLst>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osing" id="{8cf4c73c-6766-856c-60ed-b5b0fe2d7b20}">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raconter ce qui est fini.
Demandez en français : « Comment dit-on j'ai visité Londres l'année dernière ? » Notez les propositions (I have visited… est fréquent) : la réponse arrive diapo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Lisez les objectifs ; vérifiez la compréhension de build, use,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le vocabulaire et faire produire spontanément des formes du passé.
Par deux, 3 minutes : chacun·e dit ce qu'il ou elle a fait (ou pas). Notez au tableau les formes entendues, correctes ou non : elles serviront de corpus pour les diapos 5 à 9. Formes attendues : watched, played, cooked, went, read (/red/), slept, visited, cleaned.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l'emploi : action terminée dans un temps terminé (schéma « la boîte du temps fini »).
Reprenez la question de la diapo 1 : last year est dans la boîte fermée → I visited London last year. Le test « When? » sera repris dans le deck Present perfect pour choisir entre les deux temps.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structure de la phrase affirmative.
Faites remarquer la facilité : une seule forme pour toutes les personnes, alors qu'au présent on a he works. L'imparfait français se traduit souvent aussi par le past simple (Je travaillais à Paris en 2019 → I worked in Paris in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règles d'orthographe du -ed et connaître les exceptions.
prefer → preferred : on double car l'accent est sur la dernière syllabe (prefer). open → opened, happen → happened : pas de doublement (accent au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Prononcer correctement la terminaison -ed.
Faites répéter en chœur, mains sur la gorge. Erreur francophone typique : prononcer -ed comme une syllabe partout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irréguliers par familles.
Les familles aident à mémoriser ; le participe (3e forme) est montré en gris pour préparer le present perfect. Défi : trouver d'autres verbes de chaque famille (let, hit · bring, catch · sing, ring · write,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les 20 irréguliers les plus fréquents.
Prononciation : said /sed/, read (passé) /red/, bought, thought /ɔː/. Jeu rapide : l'enseignant·e dit la base, la classe répond le passé (puis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be au passé, sans did.
was / were sert aussi pour décrire (It was cold, The hotel was nice). Lien avec there was / there were (il y avait) si la classe est à l'aise.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négation avec didn't + base.
La flèche montre que la marque du passé « déménage » dans did : le verbe revient à la base. C'est la même logique qu'au présent (He works → He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les questions fermées et les questions avec mot interrogatif.
Faites taper dans les mains sur les 4 éléments de QUASI. Réponses courtes : ✗ Yes, I visited (on répond avec l'auxiliaire).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la question sujet (sans did) de la question complément (B1).
Test : remplacez who par someone : si someone est sujet (Someone called you), pas de did. Même chose avec What happened? · Who won the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marqueurs de temps du passé et les prépositions in / on / at.
Erreurs fréquentes : ✗ since two days pour « il y a deux jours » → two days ago (« depuis deux jours » = for two days + present perfect, voir l'autre deck), ✗ the last week (= les 7 derniers 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des actions au past simple avec des connecteurs.
Par deux : chacun·e dessine 4 petites cases (bonhommes bâtons) et raconte. Variante : un·e apprenant·e mime, la classe raconte au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typiques.
Le piège n° 1 est le plus important : le passé composé français se traduit souvent par le past simple, surtout avec une date. Le deck Present perfect explique quand l'anglais utilise have + participe.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 1 à 4 en séance 1, ex. 5 à 10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règles d'orthographe du -ed.
Faites nommer la règle (①–④) pour chaque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règles d'orthographe du -ed.
Faites nommer la règle (①–④) pour chaque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les verbes selon la prononciation de -ed.
Faites lire chaque mot à voix haute avant de le classer. Les verbes sont nouveaux (pas ceux de la diapo 7) : il faut appliquer la règle. listened : le t ne se prononce pas (/ˈlɪsnd/).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les verbes selon la prononciation de -ed.
Faites lire chaque mot à voix haute avant de le classer. Les verbes sont nouveaux (pas ceux de la diapo 7) : il faut appliquer la règle. listened : le t ne se prononce pas (/ˈlɪsnd/).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irréguliers de façon ludique.
Version jeu : imprimez les 16 cartes, face cachée ; par deux, retournez deux cartes : si c'est une paire, dites une phrase (Yesterday I went…) pour la 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irréguliers de façon ludique.
Version jeu : imprimez les 16 cartes, face cachée ; par deux, retournez deux cartes : si c'est une paire, dites une phrase (Yesterday I went…) pour la 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past simple dans un texte (régulier et irrégulier).
Prolongement : chacun·e réécrit le texte avec son propre samedi.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past simple dans un texte (régulier et irrégulier).
Prolongement : chacun·e réécrit le texte avec son propre samedi.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en négation et en question.
Faites lire les phrases avec l'intonation montante des questions fermées.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phrase en négation et en question.
Faites lire les phrases avec l'intonation montante des questions fermées.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questions dans le bon ordre.
Les couleurs aident : vert (Q), bleu nuit (A), blanc (S), rouge clair (I). Version manipulable : imprimez les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questions dans le bon ordre.
Les couleurs aident : vert (Q), bleu nuit (A), blanc (S), rouge clair (I). Version manipulable : imprimez les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Retrouver la question à partir de la réponse.
Par deux : A lit la réponse, B pose la question, puis on échange.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Retrouver la question à partir de la réponse.
Par deux : A lit la réponse, B pose la question, puis on échange.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dans un texte authentique (carte postale).
Faites nommer la règle pour chaque erreur (diapos 4, 9, 9, 12,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dans un texte authentique (carte postale).
Faites nommer la règle pour chaque erreur (diapos 4, 9, 9, 12,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et des questions au past simple, de façon ludique.
L'enseignant·e commence avec ses trois phrases (les exemples). En groupes de 4. Vérifiez la forme des questions (QUASI) avant d'accorder 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parler de son week-end avec un·e collègue.
Formes attendues : went, swam, ate, visited, baked (made), watched. Au 2e tour, B raconte son vrai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went · studied · stopped
2. She didn't see the film.
3. When did they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English · A2–B1 · The past simple</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English · A2–B1 · The past simple</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English · A2–B1 · Grammar in pictures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3.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image" Target="../media/image-23-17.png"/><Relationship Id="rId18" Type="http://schemas.openxmlformats.org/officeDocument/2006/relationships/slideLayout" Target="../slideLayouts/slideLayout2.xml"/><Relationship Id="rId1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2.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36372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ENGLISH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The past simple</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Raconter ce qui est fini : yesterday, last week, in 2019…</a:t>
            </a:r>
            <a:endParaRPr lang="en-US" sz="2000" dirty="0"/>
          </a:p>
          <a:p>
            <a:pPr algn="l" indent="0" marL="0">
              <a:buNone/>
            </a:pPr>
            <a:r>
              <a:rPr lang="en-US" sz="2000" b="1" dirty="0">
                <a:solidFill>
                  <a:srgbClr val="FFFFFF"/>
                </a:solidFill>
              </a:rPr>
              <a:t>regular · irregular · did · didn’t</a:t>
            </a:r>
            <a:endParaRPr lang="en-US" sz="2000" dirty="0"/>
          </a:p>
        </p:txBody>
      </p:sp>
      <p:sp>
        <p:nvSpPr>
          <p:cNvPr id="5" name="Shape 3"/>
          <p:cNvSpPr/>
          <p:nvPr/>
        </p:nvSpPr>
        <p:spPr>
          <a:xfrm>
            <a:off x="5989320" y="1097280"/>
            <a:ext cx="5943600" cy="3840480"/>
          </a:xfrm>
          <a:prstGeom prst="roundRect">
            <a:avLst>
              <a:gd name="adj" fmla="val 3810"/>
            </a:avLst>
          </a:prstGeom>
          <a:solidFill>
            <a:srgbClr val="FFFFFF"/>
          </a:solidFill>
          <a:ln w="12700">
            <a:solidFill>
              <a:srgbClr val="FFFFFF">
                <a:alpha val="0"/>
              </a:srgbClr>
            </a:solidFill>
            <a:prstDash val="solid"/>
          </a:ln>
        </p:spPr>
      </p:sp>
      <p:sp>
        <p:nvSpPr>
          <p:cNvPr id="6" name="Shape 4"/>
          <p:cNvSpPr/>
          <p:nvPr/>
        </p:nvSpPr>
        <p:spPr>
          <a:xfrm>
            <a:off x="6217920" y="1325880"/>
            <a:ext cx="3749040" cy="1691640"/>
          </a:xfrm>
          <a:prstGeom prst="roundRect">
            <a:avLst>
              <a:gd name="adj" fmla="val 5405"/>
            </a:avLst>
          </a:prstGeom>
          <a:solidFill>
            <a:srgbClr val="FBEAF2"/>
          </a:solidFill>
          <a:ln w="19050">
            <a:solidFill>
              <a:srgbClr val="B4236A"/>
            </a:solidFill>
            <a:prstDash val="dash"/>
          </a:ln>
        </p:spPr>
      </p:sp>
      <p:sp>
        <p:nvSpPr>
          <p:cNvPr id="7" name="Text 5"/>
          <p:cNvSpPr txBox="1"/>
          <p:nvPr/>
        </p:nvSpPr>
        <p:spPr>
          <a:xfrm>
            <a:off x="6355080" y="1371600"/>
            <a:ext cx="2743200" cy="320040"/>
          </a:xfrm>
          <a:prstGeom prst="rect">
            <a:avLst/>
          </a:prstGeom>
          <a:noFill/>
          <a:ln/>
        </p:spPr>
        <p:txBody>
          <a:bodyPr wrap="square" lIns="0" tIns="0" rIns="0" bIns="0" rtlCol="0" anchor="t"/>
          <a:lstStyle/>
          <a:p>
            <a:pPr algn="l" indent="0" marL="0">
              <a:buNone/>
            </a:pPr>
            <a:r>
              <a:rPr lang="en-US" sz="1100" b="1" spc="100" kern="0" dirty="0">
                <a:solidFill>
                  <a:schemeClr val="accent4"/>
                </a:solidFill>
              </a:rPr>
              <a:t>FINISHED TIME</a:t>
            </a:r>
            <a:endParaRPr lang="en-US" sz="1100" dirty="0"/>
          </a:p>
        </p:txBody>
      </p:sp>
      <p:pic>
        <p:nvPicPr>
          <p:cNvPr id="8" name="Image 0" descr="locked">    </p:cNvPr>
          <p:cNvPicPr>
            <a:picLocks noChangeAspect="1"/>
          </p:cNvPicPr>
          <p:nvPr/>
        </p:nvPicPr>
        <p:blipFill>
          <a:blip r:embed="rId1"/>
          <a:stretch>
            <a:fillRect/>
          </a:stretch>
        </p:blipFill>
        <p:spPr>
          <a:xfrm>
            <a:off x="9464040" y="1389888"/>
            <a:ext cx="411480" cy="411480"/>
          </a:xfrm>
          <a:prstGeom prst="rect">
            <a:avLst/>
          </a:prstGeom>
        </p:spPr>
      </p:pic>
      <p:sp>
        <p:nvSpPr>
          <p:cNvPr id="9" name="Shape 6"/>
          <p:cNvSpPr/>
          <p:nvPr/>
        </p:nvSpPr>
        <p:spPr>
          <a:xfrm>
            <a:off x="6172200" y="2697480"/>
            <a:ext cx="5577840" cy="914"/>
          </a:xfrm>
          <a:prstGeom prst="line">
            <a:avLst/>
          </a:prstGeom>
          <a:noFill/>
          <a:ln w="31750">
            <a:solidFill>
              <a:srgbClr val="17375E"/>
            </a:solidFill>
            <a:prstDash val="solid"/>
            <a:tailEnd type="triangle"/>
          </a:ln>
        </p:spPr>
      </p:sp>
      <p:sp>
        <p:nvSpPr>
          <p:cNvPr id="10" name="Shape 7"/>
          <p:cNvSpPr/>
          <p:nvPr/>
        </p:nvSpPr>
        <p:spPr>
          <a:xfrm>
            <a:off x="10744200" y="2386584"/>
            <a:ext cx="91440" cy="621792"/>
          </a:xfrm>
          <a:prstGeom prst="rect">
            <a:avLst/>
          </a:prstGeom>
          <a:solidFill>
            <a:schemeClr val="accent6"/>
          </a:solidFill>
          <a:ln w="12700">
            <a:solidFill>
              <a:srgbClr val="FFFFFF">
                <a:alpha val="0"/>
              </a:srgbClr>
            </a:solidFill>
            <a:prstDash val="solid"/>
          </a:ln>
        </p:spPr>
      </p:sp>
      <p:sp>
        <p:nvSpPr>
          <p:cNvPr id="11" name="Text 8"/>
          <p:cNvSpPr txBox="1"/>
          <p:nvPr/>
        </p:nvSpPr>
        <p:spPr>
          <a:xfrm>
            <a:off x="10332720" y="2103120"/>
            <a:ext cx="914400" cy="320040"/>
          </a:xfrm>
          <a:prstGeom prst="rect">
            <a:avLst/>
          </a:prstGeom>
          <a:noFill/>
          <a:ln/>
        </p:spPr>
        <p:txBody>
          <a:bodyPr wrap="square" lIns="0" tIns="0" rIns="0" bIns="0" rtlCol="0" anchor="t"/>
          <a:lstStyle/>
          <a:p>
            <a:pPr algn="ctr" indent="0" marL="0">
              <a:buNone/>
            </a:pPr>
            <a:r>
              <a:rPr lang="en-US" sz="1300" b="1" dirty="0">
                <a:solidFill>
                  <a:schemeClr val="accent6"/>
                </a:solidFill>
              </a:rPr>
              <a:t>NOW</a:t>
            </a:r>
            <a:endParaRPr lang="en-US" sz="1300" dirty="0"/>
          </a:p>
        </p:txBody>
      </p:sp>
      <p:sp>
        <p:nvSpPr>
          <p:cNvPr id="12" name="Shape 9"/>
          <p:cNvSpPr/>
          <p:nvPr/>
        </p:nvSpPr>
        <p:spPr>
          <a:xfrm>
            <a:off x="6858000" y="2606040"/>
            <a:ext cx="182880" cy="182880"/>
          </a:xfrm>
          <a:prstGeom prst="ellipse">
            <a:avLst/>
          </a:prstGeom>
          <a:solidFill>
            <a:schemeClr val="accent4"/>
          </a:solidFill>
          <a:ln w="12700">
            <a:solidFill>
              <a:srgbClr val="FFFFFF">
                <a:alpha val="0"/>
              </a:srgbClr>
            </a:solidFill>
            <a:prstDash val="solid"/>
          </a:ln>
        </p:spPr>
      </p:sp>
      <p:sp>
        <p:nvSpPr>
          <p:cNvPr id="13" name="Shape 10"/>
          <p:cNvSpPr/>
          <p:nvPr/>
        </p:nvSpPr>
        <p:spPr>
          <a:xfrm>
            <a:off x="6441458" y="1965960"/>
            <a:ext cx="1015964" cy="329184"/>
          </a:xfrm>
          <a:prstGeom prst="roundRect">
            <a:avLst>
              <a:gd name="adj" fmla="val 33333"/>
            </a:avLst>
          </a:prstGeom>
          <a:solidFill>
            <a:schemeClr val="accent1"/>
          </a:solidFill>
          <a:ln w="12700">
            <a:solidFill>
              <a:srgbClr val="FFFFFF">
                <a:alpha val="0"/>
              </a:srgbClr>
            </a:solidFill>
            <a:prstDash val="solid"/>
          </a:ln>
        </p:spPr>
      </p:sp>
      <p:sp>
        <p:nvSpPr>
          <p:cNvPr id="14" name="Text 11"/>
          <p:cNvSpPr txBox="1"/>
          <p:nvPr/>
        </p:nvSpPr>
        <p:spPr>
          <a:xfrm>
            <a:off x="6441458" y="1965960"/>
            <a:ext cx="1015964" cy="329184"/>
          </a:xfrm>
          <a:prstGeom prst="rect">
            <a:avLst/>
          </a:prstGeom>
          <a:noFill/>
          <a:ln/>
        </p:spPr>
        <p:txBody>
          <a:bodyPr wrap="square" lIns="0" tIns="0" rIns="0" bIns="0" rtlCol="0" anchor="ctr"/>
          <a:lstStyle/>
          <a:p>
            <a:pPr algn="ctr" indent="0" marL="0">
              <a:buNone/>
            </a:pPr>
            <a:r>
              <a:rPr lang="en-US" sz="1100" b="1" i="1" dirty="0">
                <a:solidFill>
                  <a:schemeClr val="bg1"/>
                </a:solidFill>
              </a:rPr>
              <a:t>in 2019</a:t>
            </a:r>
            <a:endParaRPr lang="en-US" sz="1100" dirty="0"/>
          </a:p>
        </p:txBody>
      </p:sp>
      <p:sp>
        <p:nvSpPr>
          <p:cNvPr id="15" name="Shape 12"/>
          <p:cNvSpPr/>
          <p:nvPr/>
        </p:nvSpPr>
        <p:spPr>
          <a:xfrm>
            <a:off x="8001000" y="2606040"/>
            <a:ext cx="182880" cy="182880"/>
          </a:xfrm>
          <a:prstGeom prst="ellipse">
            <a:avLst/>
          </a:prstGeom>
          <a:solidFill>
            <a:schemeClr val="accent4"/>
          </a:solidFill>
          <a:ln w="12700">
            <a:solidFill>
              <a:srgbClr val="FFFFFF">
                <a:alpha val="0"/>
              </a:srgbClr>
            </a:solidFill>
            <a:prstDash val="solid"/>
          </a:ln>
        </p:spPr>
      </p:sp>
      <p:sp>
        <p:nvSpPr>
          <p:cNvPr id="16" name="Shape 13"/>
          <p:cNvSpPr/>
          <p:nvPr/>
        </p:nvSpPr>
        <p:spPr>
          <a:xfrm>
            <a:off x="7496588" y="1965960"/>
            <a:ext cx="1191705" cy="329184"/>
          </a:xfrm>
          <a:prstGeom prst="roundRect">
            <a:avLst>
              <a:gd name="adj" fmla="val 33333"/>
            </a:avLst>
          </a:prstGeom>
          <a:solidFill>
            <a:schemeClr val="accent1"/>
          </a:solidFill>
          <a:ln w="12700">
            <a:solidFill>
              <a:srgbClr val="FFFFFF">
                <a:alpha val="0"/>
              </a:srgbClr>
            </a:solidFill>
            <a:prstDash val="solid"/>
          </a:ln>
        </p:spPr>
      </p:sp>
      <p:sp>
        <p:nvSpPr>
          <p:cNvPr id="17" name="Text 14"/>
          <p:cNvSpPr txBox="1"/>
          <p:nvPr/>
        </p:nvSpPr>
        <p:spPr>
          <a:xfrm>
            <a:off x="7496588" y="1965960"/>
            <a:ext cx="1191705" cy="329184"/>
          </a:xfrm>
          <a:prstGeom prst="rect">
            <a:avLst/>
          </a:prstGeom>
          <a:noFill/>
          <a:ln/>
        </p:spPr>
        <p:txBody>
          <a:bodyPr wrap="square" lIns="0" tIns="0" rIns="0" bIns="0" rtlCol="0" anchor="ctr"/>
          <a:lstStyle/>
          <a:p>
            <a:pPr algn="ctr" indent="0" marL="0">
              <a:buNone/>
            </a:pPr>
            <a:r>
              <a:rPr lang="en-US" sz="1100" b="1" i="1" dirty="0">
                <a:solidFill>
                  <a:schemeClr val="bg1"/>
                </a:solidFill>
              </a:rPr>
              <a:t>last week</a:t>
            </a:r>
            <a:endParaRPr lang="en-US" sz="1100" dirty="0"/>
          </a:p>
        </p:txBody>
      </p:sp>
      <p:sp>
        <p:nvSpPr>
          <p:cNvPr id="18" name="Shape 15"/>
          <p:cNvSpPr/>
          <p:nvPr/>
        </p:nvSpPr>
        <p:spPr>
          <a:xfrm>
            <a:off x="9144000" y="2606040"/>
            <a:ext cx="182880" cy="182880"/>
          </a:xfrm>
          <a:prstGeom prst="ellipse">
            <a:avLst/>
          </a:prstGeom>
          <a:solidFill>
            <a:schemeClr val="accent4"/>
          </a:solidFill>
          <a:ln w="12700">
            <a:solidFill>
              <a:srgbClr val="FFFFFF">
                <a:alpha val="0"/>
              </a:srgbClr>
            </a:solidFill>
            <a:prstDash val="solid"/>
          </a:ln>
        </p:spPr>
      </p:sp>
      <p:sp>
        <p:nvSpPr>
          <p:cNvPr id="19" name="Shape 16"/>
          <p:cNvSpPr/>
          <p:nvPr/>
        </p:nvSpPr>
        <p:spPr>
          <a:xfrm>
            <a:off x="8639588" y="1965960"/>
            <a:ext cx="1191705" cy="329184"/>
          </a:xfrm>
          <a:prstGeom prst="roundRect">
            <a:avLst>
              <a:gd name="adj" fmla="val 33333"/>
            </a:avLst>
          </a:prstGeom>
          <a:solidFill>
            <a:schemeClr val="accent1"/>
          </a:solidFill>
          <a:ln w="12700">
            <a:solidFill>
              <a:srgbClr val="FFFFFF">
                <a:alpha val="0"/>
              </a:srgbClr>
            </a:solidFill>
            <a:prstDash val="solid"/>
          </a:ln>
        </p:spPr>
      </p:sp>
      <p:sp>
        <p:nvSpPr>
          <p:cNvPr id="20" name="Text 17"/>
          <p:cNvSpPr txBox="1"/>
          <p:nvPr/>
        </p:nvSpPr>
        <p:spPr>
          <a:xfrm>
            <a:off x="8639588" y="1965960"/>
            <a:ext cx="1191705" cy="329184"/>
          </a:xfrm>
          <a:prstGeom prst="rect">
            <a:avLst/>
          </a:prstGeom>
          <a:noFill/>
          <a:ln/>
        </p:spPr>
        <p:txBody>
          <a:bodyPr wrap="square" lIns="0" tIns="0" rIns="0" bIns="0" rtlCol="0" anchor="ctr"/>
          <a:lstStyle/>
          <a:p>
            <a:pPr algn="ctr" indent="0" marL="0">
              <a:buNone/>
            </a:pPr>
            <a:r>
              <a:rPr lang="en-US" sz="1100" b="1" i="1" dirty="0">
                <a:solidFill>
                  <a:schemeClr val="bg1"/>
                </a:solidFill>
              </a:rPr>
              <a:t>yesterday</a:t>
            </a:r>
            <a:endParaRPr lang="en-US" sz="1100" dirty="0"/>
          </a:p>
        </p:txBody>
      </p:sp>
      <p:sp>
        <p:nvSpPr>
          <p:cNvPr id="21" name="Shape 18"/>
          <p:cNvSpPr/>
          <p:nvPr/>
        </p:nvSpPr>
        <p:spPr>
          <a:xfrm>
            <a:off x="6263640" y="3429000"/>
            <a:ext cx="406725" cy="512064"/>
          </a:xfrm>
          <a:prstGeom prst="roundRect">
            <a:avLst>
              <a:gd name="adj" fmla="val 22482"/>
            </a:avLst>
          </a:prstGeom>
          <a:solidFill>
            <a:srgbClr val="FFFFFF"/>
          </a:solidFill>
          <a:ln w="15875">
            <a:solidFill>
              <a:srgbClr val="D5DCE6"/>
            </a:solidFill>
            <a:prstDash val="solid"/>
          </a:ln>
        </p:spPr>
      </p:sp>
      <p:sp>
        <p:nvSpPr>
          <p:cNvPr id="22" name="Text 19"/>
          <p:cNvSpPr txBox="1"/>
          <p:nvPr/>
        </p:nvSpPr>
        <p:spPr>
          <a:xfrm>
            <a:off x="6263640" y="3429000"/>
            <a:ext cx="406725" cy="512064"/>
          </a:xfrm>
          <a:prstGeom prst="rect">
            <a:avLst/>
          </a:prstGeom>
          <a:noFill/>
          <a:ln/>
        </p:spPr>
        <p:txBody>
          <a:bodyPr wrap="square" lIns="0" tIns="0" rIns="0" bIns="0" rtlCol="0" anchor="ctr"/>
          <a:lstStyle/>
          <a:p>
            <a:pPr algn="ctr" indent="0" marL="0">
              <a:buNone/>
            </a:pPr>
            <a:r>
              <a:rPr lang="en-US" sz="1600" i="1" dirty="0">
                <a:solidFill>
                  <a:schemeClr val="tx1"/>
                </a:solidFill>
              </a:rPr>
              <a:t>I</a:t>
            </a:r>
            <a:endParaRPr lang="en-US" sz="1600" dirty="0"/>
          </a:p>
        </p:txBody>
      </p:sp>
      <p:sp>
        <p:nvSpPr>
          <p:cNvPr id="23" name="Text 20"/>
          <p:cNvSpPr txBox="1"/>
          <p:nvPr/>
        </p:nvSpPr>
        <p:spPr>
          <a:xfrm>
            <a:off x="5943600" y="3977640"/>
            <a:ext cx="1046805" cy="274320"/>
          </a:xfrm>
          <a:prstGeom prst="rect">
            <a:avLst/>
          </a:prstGeom>
          <a:noFill/>
          <a:ln/>
        </p:spPr>
        <p:txBody>
          <a:bodyPr wrap="square" lIns="0" tIns="0" rIns="0" bIns="0" rtlCol="0" anchor="t"/>
          <a:lstStyle/>
          <a:p>
            <a:pPr algn="ctr" indent="0" marL="0">
              <a:buNone/>
            </a:pPr>
            <a:r>
              <a:rPr lang="en-US" sz="900" b="1" dirty="0">
                <a:solidFill>
                  <a:schemeClr val="accent5"/>
                </a:solidFill>
              </a:rPr>
              <a:t>SUBJECT</a:t>
            </a:r>
            <a:endParaRPr lang="en-US" sz="900" dirty="0"/>
          </a:p>
        </p:txBody>
      </p:sp>
      <p:sp>
        <p:nvSpPr>
          <p:cNvPr id="24" name="Shape 21"/>
          <p:cNvSpPr/>
          <p:nvPr/>
        </p:nvSpPr>
        <p:spPr>
          <a:xfrm>
            <a:off x="6743517" y="3429000"/>
            <a:ext cx="1039929" cy="512064"/>
          </a:xfrm>
          <a:prstGeom prst="roundRect">
            <a:avLst>
              <a:gd name="adj" fmla="val 17857"/>
            </a:avLst>
          </a:prstGeom>
          <a:solidFill>
            <a:srgbClr val="FBEDEB"/>
          </a:solidFill>
          <a:ln w="22225">
            <a:solidFill>
              <a:srgbClr val="B83227"/>
            </a:solidFill>
            <a:prstDash val="solid"/>
          </a:ln>
        </p:spPr>
      </p:sp>
      <p:sp>
        <p:nvSpPr>
          <p:cNvPr id="25" name="Text 22"/>
          <p:cNvSpPr txBox="1"/>
          <p:nvPr/>
        </p:nvSpPr>
        <p:spPr>
          <a:xfrm>
            <a:off x="6743517" y="3429000"/>
            <a:ext cx="1039929" cy="512064"/>
          </a:xfrm>
          <a:prstGeom prst="rect">
            <a:avLst/>
          </a:prstGeom>
          <a:noFill/>
          <a:ln/>
        </p:spPr>
        <p:txBody>
          <a:bodyPr wrap="square" lIns="0" tIns="0" rIns="0" bIns="0" rtlCol="0" anchor="ctr"/>
          <a:lstStyle/>
          <a:p>
            <a:pPr algn="ctr" indent="0" marL="0">
              <a:buNone/>
            </a:pPr>
            <a:r>
              <a:rPr lang="en-US" sz="1600" b="1" i="1" dirty="0">
                <a:solidFill>
                  <a:schemeClr val="accent6"/>
                </a:solidFill>
              </a:rPr>
              <a:t>visit</a:t>
            </a:r>
            <a:endParaRPr lang="en-US" sz="1600" dirty="0"/>
          </a:p>
        </p:txBody>
      </p:sp>
      <p:sp>
        <p:nvSpPr>
          <p:cNvPr id="26" name="Shape 23"/>
          <p:cNvSpPr/>
          <p:nvPr/>
        </p:nvSpPr>
        <p:spPr>
          <a:xfrm>
            <a:off x="7801734" y="3429000"/>
            <a:ext cx="546767" cy="512064"/>
          </a:xfrm>
          <a:prstGeom prst="roundRect">
            <a:avLst>
              <a:gd name="adj" fmla="val 17857"/>
            </a:avLst>
          </a:prstGeom>
          <a:solidFill>
            <a:schemeClr val="accent1"/>
          </a:solidFill>
          <a:ln w="12700">
            <a:solidFill>
              <a:srgbClr val="FFFFFF">
                <a:alpha val="0"/>
              </a:srgbClr>
            </a:solidFill>
            <a:prstDash val="solid"/>
          </a:ln>
        </p:spPr>
      </p:sp>
      <p:sp>
        <p:nvSpPr>
          <p:cNvPr id="27" name="Text 24"/>
          <p:cNvSpPr txBox="1"/>
          <p:nvPr/>
        </p:nvSpPr>
        <p:spPr>
          <a:xfrm>
            <a:off x="7801734" y="3429000"/>
            <a:ext cx="546767" cy="512064"/>
          </a:xfrm>
          <a:prstGeom prst="rect">
            <a:avLst/>
          </a:prstGeom>
          <a:noFill/>
          <a:ln/>
        </p:spPr>
        <p:txBody>
          <a:bodyPr wrap="square" lIns="0" tIns="0" rIns="0" bIns="0" rtlCol="0" anchor="ctr"/>
          <a:lstStyle/>
          <a:p>
            <a:pPr algn="ctr" indent="0" marL="0">
              <a:buNone/>
            </a:pPr>
            <a:r>
              <a:rPr lang="en-US" sz="1600" b="1" i="1" dirty="0">
                <a:solidFill>
                  <a:schemeClr val="bg1"/>
                </a:solidFill>
              </a:rPr>
              <a:t>ed</a:t>
            </a:r>
            <a:endParaRPr lang="en-US" sz="1600" dirty="0"/>
          </a:p>
        </p:txBody>
      </p:sp>
      <p:sp>
        <p:nvSpPr>
          <p:cNvPr id="28" name="Text 25"/>
          <p:cNvSpPr txBox="1"/>
          <p:nvPr/>
        </p:nvSpPr>
        <p:spPr>
          <a:xfrm>
            <a:off x="7481694" y="3977640"/>
            <a:ext cx="1186847" cy="274320"/>
          </a:xfrm>
          <a:prstGeom prst="rect">
            <a:avLst/>
          </a:prstGeom>
          <a:noFill/>
          <a:ln/>
        </p:spPr>
        <p:txBody>
          <a:bodyPr wrap="square" lIns="0" tIns="0" rIns="0" bIns="0" rtlCol="0" anchor="t"/>
          <a:lstStyle/>
          <a:p>
            <a:pPr algn="ctr" indent="0" marL="0">
              <a:buNone/>
            </a:pPr>
            <a:r>
              <a:rPr lang="en-US" sz="900" b="1" dirty="0">
                <a:solidFill>
                  <a:schemeClr val="accent1"/>
                </a:solidFill>
              </a:rPr>
              <a:t>VERB + -ED</a:t>
            </a:r>
            <a:endParaRPr lang="en-US" sz="900" dirty="0"/>
          </a:p>
        </p:txBody>
      </p:sp>
      <p:sp>
        <p:nvSpPr>
          <p:cNvPr id="29" name="Shape 26"/>
          <p:cNvSpPr/>
          <p:nvPr/>
        </p:nvSpPr>
        <p:spPr>
          <a:xfrm>
            <a:off x="8421653" y="3429000"/>
            <a:ext cx="977311" cy="512064"/>
          </a:xfrm>
          <a:prstGeom prst="roundRect">
            <a:avLst>
              <a:gd name="adj" fmla="val 17857"/>
            </a:avLst>
          </a:prstGeom>
          <a:solidFill>
            <a:srgbClr val="FFFFFF"/>
          </a:solidFill>
          <a:ln w="15875">
            <a:solidFill>
              <a:srgbClr val="D5DCE6"/>
            </a:solidFill>
            <a:prstDash val="solid"/>
          </a:ln>
        </p:spPr>
      </p:sp>
      <p:sp>
        <p:nvSpPr>
          <p:cNvPr id="30" name="Text 27"/>
          <p:cNvSpPr txBox="1"/>
          <p:nvPr/>
        </p:nvSpPr>
        <p:spPr>
          <a:xfrm>
            <a:off x="8421653" y="3429000"/>
            <a:ext cx="977311" cy="512064"/>
          </a:xfrm>
          <a:prstGeom prst="rect">
            <a:avLst/>
          </a:prstGeom>
          <a:noFill/>
          <a:ln/>
        </p:spPr>
        <p:txBody>
          <a:bodyPr wrap="square" lIns="0" tIns="0" rIns="0" bIns="0" rtlCol="0" anchor="ctr"/>
          <a:lstStyle/>
          <a:p>
            <a:pPr algn="ctr" indent="0" marL="0">
              <a:buNone/>
            </a:pPr>
            <a:r>
              <a:rPr lang="en-US" sz="1600" i="1" dirty="0">
                <a:solidFill>
                  <a:schemeClr val="tx1"/>
                </a:solidFill>
              </a:rPr>
              <a:t>London</a:t>
            </a:r>
            <a:endParaRPr lang="en-US" sz="1600" dirty="0"/>
          </a:p>
        </p:txBody>
      </p:sp>
      <p:sp>
        <p:nvSpPr>
          <p:cNvPr id="31" name="Shape 28"/>
          <p:cNvSpPr/>
          <p:nvPr/>
        </p:nvSpPr>
        <p:spPr>
          <a:xfrm>
            <a:off x="9472116" y="3429000"/>
            <a:ext cx="1678985" cy="512064"/>
          </a:xfrm>
          <a:prstGeom prst="roundRect">
            <a:avLst>
              <a:gd name="adj" fmla="val 17857"/>
            </a:avLst>
          </a:prstGeom>
          <a:solidFill>
            <a:srgbClr val="FDF1E6"/>
          </a:solidFill>
          <a:ln w="19050">
            <a:solidFill>
              <a:srgbClr val="D9700F"/>
            </a:solidFill>
            <a:prstDash val="solid"/>
          </a:ln>
        </p:spPr>
      </p:sp>
      <p:sp>
        <p:nvSpPr>
          <p:cNvPr id="32" name="Text 29"/>
          <p:cNvSpPr txBox="1"/>
          <p:nvPr/>
        </p:nvSpPr>
        <p:spPr>
          <a:xfrm>
            <a:off x="9472116" y="3429000"/>
            <a:ext cx="1678985" cy="512064"/>
          </a:xfrm>
          <a:prstGeom prst="rect">
            <a:avLst/>
          </a:prstGeom>
          <a:noFill/>
          <a:ln/>
        </p:spPr>
        <p:txBody>
          <a:bodyPr wrap="square" lIns="0" tIns="0" rIns="0" bIns="0" rtlCol="0" anchor="ctr"/>
          <a:lstStyle/>
          <a:p>
            <a:pPr algn="ctr" indent="0" marL="0">
              <a:buNone/>
            </a:pPr>
            <a:r>
              <a:rPr lang="en-US" sz="1600" b="1" i="1" dirty="0">
                <a:solidFill>
                  <a:schemeClr val="accent1"/>
                </a:solidFill>
              </a:rPr>
              <a:t>last year.</a:t>
            </a:r>
            <a:endParaRPr lang="en-US" sz="1600" dirty="0"/>
          </a:p>
        </p:txBody>
      </p:sp>
      <p:sp>
        <p:nvSpPr>
          <p:cNvPr id="33" name="Text 30"/>
          <p:cNvSpPr txBox="1"/>
          <p:nvPr/>
        </p:nvSpPr>
        <p:spPr>
          <a:xfrm>
            <a:off x="9152076" y="3977640"/>
            <a:ext cx="2319065" cy="274320"/>
          </a:xfrm>
          <a:prstGeom prst="rect">
            <a:avLst/>
          </a:prstGeom>
          <a:noFill/>
          <a:ln/>
        </p:spPr>
        <p:txBody>
          <a:bodyPr wrap="square" lIns="0" tIns="0" rIns="0" bIns="0" rtlCol="0" anchor="t"/>
          <a:lstStyle/>
          <a:p>
            <a:pPr algn="ctr" indent="0" marL="0">
              <a:buNone/>
            </a:pPr>
            <a:r>
              <a:rPr lang="en-US" sz="900" b="1" dirty="0">
                <a:solidFill>
                  <a:schemeClr val="accent1"/>
                </a:solidFill>
              </a:rPr>
              <a:t>WHEN</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Today’s mission</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MISSION</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Build</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build the past simple: regular, irregular, negative, question.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Use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talk about finished actions, often with a date.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Tell</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tell a short story: my weekend, my holiday.</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One past form for everybody — and </a:t>
            </a:r>
            <a:r>
              <a:rPr lang="en-US" sz="1700" i="1" dirty="0">
                <a:solidFill>
                  <a:schemeClr val="tx1"/>
                </a:solidFill>
              </a:rPr>
              <a:t>did</a:t>
            </a:r>
            <a:r>
              <a:rPr lang="en-US" sz="1700" dirty="0">
                <a:solidFill>
                  <a:schemeClr val="tx1"/>
                </a:solidFill>
              </a:rPr>
              <a:t> for questions and negatives.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What did you do last weekend?</a:t>
            </a:r>
            <a:endParaRPr lang="en-US" sz="3000" dirty="0"/>
          </a:p>
        </p:txBody>
      </p:sp>
      <p:sp>
        <p:nvSpPr>
          <p:cNvPr id="3" name="tag"/>
          <p:cNvSpPr/>
          <p:nvPr/>
        </p:nvSpPr>
        <p:spPr>
          <a:xfrm>
            <a:off x="548640" y="237744"/>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WARM-UP</a:t>
            </a:r>
            <a:endParaRPr lang="en-US" sz="1200" dirty="0"/>
          </a:p>
        </p:txBody>
      </p:sp>
      <p:sp>
        <p:nvSpPr>
          <p:cNvPr id="5" name="Shape 2"/>
          <p:cNvSpPr/>
          <p:nvPr/>
        </p:nvSpPr>
        <p:spPr>
          <a:xfrm>
            <a:off x="548640" y="146304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clapper board">    </p:cNvPr>
          <p:cNvPicPr>
            <a:picLocks noChangeAspect="1"/>
          </p:cNvPicPr>
          <p:nvPr/>
        </p:nvPicPr>
        <p:blipFill>
          <a:blip r:embed="rId1"/>
          <a:stretch>
            <a:fillRect/>
          </a:stretch>
        </p:blipFill>
        <p:spPr>
          <a:xfrm>
            <a:off x="1409319" y="1600200"/>
            <a:ext cx="914400" cy="914400"/>
          </a:xfrm>
          <a:prstGeom prst="rect">
            <a:avLst/>
          </a:prstGeom>
        </p:spPr>
      </p:pic>
      <p:sp>
        <p:nvSpPr>
          <p:cNvPr id="7" name="Text 3"/>
          <p:cNvSpPr txBox="1"/>
          <p:nvPr/>
        </p:nvSpPr>
        <p:spPr>
          <a:xfrm>
            <a:off x="640080" y="256032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watch a film</a:t>
            </a:r>
            <a:endParaRPr lang="en-US" sz="1700" dirty="0"/>
          </a:p>
        </p:txBody>
      </p:sp>
      <p:sp>
        <p:nvSpPr>
          <p:cNvPr id="8" name="Shape 4"/>
          <p:cNvSpPr/>
          <p:nvPr/>
        </p:nvSpPr>
        <p:spPr>
          <a:xfrm>
            <a:off x="3367278" y="146304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occer ball">    </p:cNvPr>
          <p:cNvPicPr>
            <a:picLocks noChangeAspect="1"/>
          </p:cNvPicPr>
          <p:nvPr/>
        </p:nvPicPr>
        <p:blipFill>
          <a:blip r:embed="rId2"/>
          <a:stretch>
            <a:fillRect/>
          </a:stretch>
        </p:blipFill>
        <p:spPr>
          <a:xfrm>
            <a:off x="4227957" y="1600200"/>
            <a:ext cx="914400" cy="914400"/>
          </a:xfrm>
          <a:prstGeom prst="rect">
            <a:avLst/>
          </a:prstGeom>
        </p:spPr>
      </p:pic>
      <p:sp>
        <p:nvSpPr>
          <p:cNvPr id="10" name="Text 5"/>
          <p:cNvSpPr txBox="1"/>
          <p:nvPr/>
        </p:nvSpPr>
        <p:spPr>
          <a:xfrm>
            <a:off x="3458718" y="256032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play football</a:t>
            </a:r>
            <a:endParaRPr lang="en-US" sz="1700" dirty="0"/>
          </a:p>
        </p:txBody>
      </p:sp>
      <p:sp>
        <p:nvSpPr>
          <p:cNvPr id="11" name="Shape 6"/>
          <p:cNvSpPr/>
          <p:nvPr/>
        </p:nvSpPr>
        <p:spPr>
          <a:xfrm>
            <a:off x="6185916" y="146304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oking">    </p:cNvPr>
          <p:cNvPicPr>
            <a:picLocks noChangeAspect="1"/>
          </p:cNvPicPr>
          <p:nvPr/>
        </p:nvPicPr>
        <p:blipFill>
          <a:blip r:embed="rId3"/>
          <a:stretch>
            <a:fillRect/>
          </a:stretch>
        </p:blipFill>
        <p:spPr>
          <a:xfrm>
            <a:off x="7046595" y="1600200"/>
            <a:ext cx="914400" cy="914400"/>
          </a:xfrm>
          <a:prstGeom prst="rect">
            <a:avLst/>
          </a:prstGeom>
        </p:spPr>
      </p:pic>
      <p:sp>
        <p:nvSpPr>
          <p:cNvPr id="13" name="Text 7"/>
          <p:cNvSpPr txBox="1"/>
          <p:nvPr/>
        </p:nvSpPr>
        <p:spPr>
          <a:xfrm>
            <a:off x="6277356" y="256032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cook dinner</a:t>
            </a:r>
            <a:endParaRPr lang="en-US" sz="1700" dirty="0"/>
          </a:p>
        </p:txBody>
      </p:sp>
      <p:sp>
        <p:nvSpPr>
          <p:cNvPr id="14" name="Shape 8"/>
          <p:cNvSpPr/>
          <p:nvPr/>
        </p:nvSpPr>
        <p:spPr>
          <a:xfrm>
            <a:off x="9004554" y="146304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shopping cart">    </p:cNvPr>
          <p:cNvPicPr>
            <a:picLocks noChangeAspect="1"/>
          </p:cNvPicPr>
          <p:nvPr/>
        </p:nvPicPr>
        <p:blipFill>
          <a:blip r:embed="rId4"/>
          <a:stretch>
            <a:fillRect/>
          </a:stretch>
        </p:blipFill>
        <p:spPr>
          <a:xfrm>
            <a:off x="9865233" y="1600200"/>
            <a:ext cx="914400" cy="914400"/>
          </a:xfrm>
          <a:prstGeom prst="rect">
            <a:avLst/>
          </a:prstGeom>
        </p:spPr>
      </p:pic>
      <p:sp>
        <p:nvSpPr>
          <p:cNvPr id="16" name="Text 9"/>
          <p:cNvSpPr txBox="1"/>
          <p:nvPr/>
        </p:nvSpPr>
        <p:spPr>
          <a:xfrm>
            <a:off x="9095994" y="256032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go shopping</a:t>
            </a:r>
            <a:endParaRPr lang="en-US" sz="1700" dirty="0"/>
          </a:p>
        </p:txBody>
      </p:sp>
      <p:sp>
        <p:nvSpPr>
          <p:cNvPr id="17" name="Shape 10"/>
          <p:cNvSpPr/>
          <p:nvPr/>
        </p:nvSpPr>
        <p:spPr>
          <a:xfrm>
            <a:off x="548640" y="333756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open book">    </p:cNvPr>
          <p:cNvPicPr>
            <a:picLocks noChangeAspect="1"/>
          </p:cNvPicPr>
          <p:nvPr/>
        </p:nvPicPr>
        <p:blipFill>
          <a:blip r:embed="rId5"/>
          <a:stretch>
            <a:fillRect/>
          </a:stretch>
        </p:blipFill>
        <p:spPr>
          <a:xfrm>
            <a:off x="1409319" y="3474720"/>
            <a:ext cx="914400" cy="914400"/>
          </a:xfrm>
          <a:prstGeom prst="rect">
            <a:avLst/>
          </a:prstGeom>
        </p:spPr>
      </p:pic>
      <p:sp>
        <p:nvSpPr>
          <p:cNvPr id="19" name="Text 11"/>
          <p:cNvSpPr txBox="1"/>
          <p:nvPr/>
        </p:nvSpPr>
        <p:spPr>
          <a:xfrm>
            <a:off x="640080" y="443484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read a book</a:t>
            </a:r>
            <a:endParaRPr lang="en-US" sz="1700" dirty="0"/>
          </a:p>
        </p:txBody>
      </p:sp>
      <p:sp>
        <p:nvSpPr>
          <p:cNvPr id="20" name="Shape 12"/>
          <p:cNvSpPr/>
          <p:nvPr/>
        </p:nvSpPr>
        <p:spPr>
          <a:xfrm>
            <a:off x="3367278" y="333756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5" descr="sleeping face">    </p:cNvPr>
          <p:cNvPicPr>
            <a:picLocks noChangeAspect="1"/>
          </p:cNvPicPr>
          <p:nvPr/>
        </p:nvPicPr>
        <p:blipFill>
          <a:blip r:embed="rId6"/>
          <a:stretch>
            <a:fillRect/>
          </a:stretch>
        </p:blipFill>
        <p:spPr>
          <a:xfrm>
            <a:off x="4227957" y="3474720"/>
            <a:ext cx="914400" cy="914400"/>
          </a:xfrm>
          <a:prstGeom prst="rect">
            <a:avLst/>
          </a:prstGeom>
        </p:spPr>
      </p:pic>
      <p:sp>
        <p:nvSpPr>
          <p:cNvPr id="22" name="Text 13"/>
          <p:cNvSpPr txBox="1"/>
          <p:nvPr/>
        </p:nvSpPr>
        <p:spPr>
          <a:xfrm>
            <a:off x="3458718" y="443484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sleep a lot</a:t>
            </a:r>
            <a:endParaRPr lang="en-US" sz="1700" dirty="0"/>
          </a:p>
        </p:txBody>
      </p:sp>
      <p:sp>
        <p:nvSpPr>
          <p:cNvPr id="23" name="Shape 14"/>
          <p:cNvSpPr/>
          <p:nvPr/>
        </p:nvSpPr>
        <p:spPr>
          <a:xfrm>
            <a:off x="6185916" y="333756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7046595" y="3474720"/>
            <a:ext cx="914400" cy="914400"/>
          </a:xfrm>
          <a:prstGeom prst="rect">
            <a:avLst/>
          </a:prstGeom>
        </p:spPr>
      </p:pic>
      <p:sp>
        <p:nvSpPr>
          <p:cNvPr id="25" name="Text 15"/>
          <p:cNvSpPr txBox="1"/>
          <p:nvPr/>
        </p:nvSpPr>
        <p:spPr>
          <a:xfrm>
            <a:off x="6277356" y="443484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visit friends</a:t>
            </a:r>
            <a:endParaRPr lang="en-US" sz="1700" dirty="0"/>
          </a:p>
        </p:txBody>
      </p:sp>
      <p:sp>
        <p:nvSpPr>
          <p:cNvPr id="26" name="Shape 16"/>
          <p:cNvSpPr/>
          <p:nvPr/>
        </p:nvSpPr>
        <p:spPr>
          <a:xfrm>
            <a:off x="9004554" y="3337560"/>
            <a:ext cx="2635758"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7" descr="house">    </p:cNvPr>
          <p:cNvPicPr>
            <a:picLocks noChangeAspect="1"/>
          </p:cNvPicPr>
          <p:nvPr/>
        </p:nvPicPr>
        <p:blipFill>
          <a:blip r:embed="rId8"/>
          <a:stretch>
            <a:fillRect/>
          </a:stretch>
        </p:blipFill>
        <p:spPr>
          <a:xfrm>
            <a:off x="9865233" y="3474720"/>
            <a:ext cx="914400" cy="914400"/>
          </a:xfrm>
          <a:prstGeom prst="rect">
            <a:avLst/>
          </a:prstGeom>
        </p:spPr>
      </p:pic>
      <p:sp>
        <p:nvSpPr>
          <p:cNvPr id="28" name="Text 17"/>
          <p:cNvSpPr txBox="1"/>
          <p:nvPr/>
        </p:nvSpPr>
        <p:spPr>
          <a:xfrm>
            <a:off x="9095994" y="4434840"/>
            <a:ext cx="2452878" cy="502920"/>
          </a:xfrm>
          <a:prstGeom prst="rect">
            <a:avLst/>
          </a:prstGeom>
          <a:noFill/>
          <a:ln/>
        </p:spPr>
        <p:txBody>
          <a:bodyPr wrap="square" lIns="0" tIns="0" rIns="0" bIns="0" rtlCol="0" anchor="ctr"/>
          <a:lstStyle/>
          <a:p>
            <a:pPr algn="ctr" indent="0" marL="0">
              <a:buNone/>
            </a:pPr>
            <a:r>
              <a:rPr lang="en-US" sz="1700" b="1" i="1" dirty="0">
                <a:solidFill>
                  <a:schemeClr val="tx2"/>
                </a:solidFill>
              </a:rPr>
              <a:t>clean the house</a:t>
            </a:r>
            <a:endParaRPr lang="en-US" sz="1700" dirty="0"/>
          </a:p>
        </p:txBody>
      </p:sp>
      <p:sp>
        <p:nvSpPr>
          <p:cNvPr id="29" name="Shape 18"/>
          <p:cNvSpPr/>
          <p:nvPr/>
        </p:nvSpPr>
        <p:spPr>
          <a:xfrm>
            <a:off x="548640" y="5303520"/>
            <a:ext cx="11091672" cy="868680"/>
          </a:xfrm>
          <a:prstGeom prst="roundRect">
            <a:avLst>
              <a:gd name="adj" fmla="val 12632"/>
            </a:avLst>
          </a:prstGeom>
          <a:solidFill>
            <a:srgbClr val="FBEAF2"/>
          </a:solidFill>
          <a:ln w="19050">
            <a:solidFill>
              <a:srgbClr val="B4236A"/>
            </a:solidFill>
            <a:prstDash val="solid"/>
          </a:ln>
        </p:spPr>
      </p:sp>
      <p:sp>
        <p:nvSpPr>
          <p:cNvPr id="30" name="Text 19"/>
          <p:cNvSpPr txBox="1"/>
          <p:nvPr/>
        </p:nvSpPr>
        <p:spPr>
          <a:xfrm>
            <a:off x="822960" y="5303520"/>
            <a:ext cx="10607040" cy="868680"/>
          </a:xfrm>
          <a:prstGeom prst="rect">
            <a:avLst/>
          </a:prstGeom>
          <a:noFill/>
          <a:ln/>
        </p:spPr>
        <p:txBody>
          <a:bodyPr wrap="square" lIns="0" tIns="0" rIns="0" bIns="0" rtlCol="0" anchor="ctr"/>
          <a:lstStyle/>
          <a:p>
            <a:pPr algn="l" indent="0" marL="0">
              <a:buNone/>
            </a:pPr>
            <a:r>
              <a:rPr lang="en-US" sz="2000" i="1" dirty="0">
                <a:solidFill>
                  <a:schemeClr val="tx1"/>
                </a:solidFill>
              </a:rPr>
              <a:t>Last weekend, I </a:t>
            </a:r>
            <a:r>
              <a:rPr lang="en-US" sz="2000" b="1" i="1" dirty="0">
                <a:solidFill>
                  <a:srgbClr val="B4236A"/>
                </a:solidFill>
              </a:rPr>
              <a:t>watched</a:t>
            </a:r>
            <a:r>
              <a:rPr lang="en-US" sz="2000" i="1" dirty="0">
                <a:solidFill>
                  <a:schemeClr val="tx1"/>
                </a:solidFill>
              </a:rPr>
              <a:t> a film and I </a:t>
            </a:r>
            <a:r>
              <a:rPr lang="en-US" sz="2000" b="1" i="1" dirty="0">
                <a:solidFill>
                  <a:srgbClr val="B4236A"/>
                </a:solidFill>
              </a:rPr>
              <a:t>went</a:t>
            </a:r>
            <a:r>
              <a:rPr lang="en-US" sz="2000" i="1" dirty="0">
                <a:solidFill>
                  <a:schemeClr val="tx1"/>
                </a:solidFill>
              </a:rPr>
              <a:t> shopping. And you?</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When? In a finished time</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777240" y="1463040"/>
            <a:ext cx="8229600" cy="2240280"/>
          </a:xfrm>
          <a:prstGeom prst="roundRect">
            <a:avLst>
              <a:gd name="adj" fmla="val 4898"/>
            </a:avLst>
          </a:prstGeom>
          <a:solidFill>
            <a:srgbClr val="FBEAF2"/>
          </a:solidFill>
          <a:ln w="22225">
            <a:solidFill>
              <a:srgbClr val="B4236A"/>
            </a:solidFill>
            <a:prstDash val="dash"/>
          </a:ln>
        </p:spPr>
      </p:sp>
      <p:sp>
        <p:nvSpPr>
          <p:cNvPr id="6" name="Text 3"/>
          <p:cNvSpPr txBox="1"/>
          <p:nvPr/>
        </p:nvSpPr>
        <p:spPr>
          <a:xfrm>
            <a:off x="960120" y="1517904"/>
            <a:ext cx="6400800" cy="384048"/>
          </a:xfrm>
          <a:prstGeom prst="rect">
            <a:avLst/>
          </a:prstGeom>
          <a:noFill/>
          <a:ln/>
        </p:spPr>
        <p:txBody>
          <a:bodyPr wrap="square" lIns="0" tIns="0" rIns="0" bIns="0" rtlCol="0" anchor="ctr"/>
          <a:lstStyle/>
          <a:p>
            <a:pPr algn="l" indent="0" marL="0">
              <a:buNone/>
            </a:pPr>
            <a:r>
              <a:rPr lang="en-US" sz="1500" b="1" dirty="0">
                <a:solidFill>
                  <a:schemeClr val="accent4"/>
                </a:solidFill>
              </a:rPr>
              <a:t>FINISHED TIME</a:t>
            </a:r>
            <a:r>
              <a:rPr lang="en-US" sz="1500" dirty="0">
                <a:solidFill>
                  <a:schemeClr val="accent4"/>
                </a:solidFill>
              </a:rPr>
              <a:t> · le temps est fini, fermé</a:t>
            </a:r>
            <a:endParaRPr lang="en-US" sz="1500" dirty="0"/>
          </a:p>
        </p:txBody>
      </p:sp>
      <p:pic>
        <p:nvPicPr>
          <p:cNvPr id="7" name="Image 0" descr="locked">    </p:cNvPr>
          <p:cNvPicPr>
            <a:picLocks noChangeAspect="1"/>
          </p:cNvPicPr>
          <p:nvPr/>
        </p:nvPicPr>
        <p:blipFill>
          <a:blip r:embed="rId1"/>
          <a:stretch>
            <a:fillRect/>
          </a:stretch>
        </p:blipFill>
        <p:spPr>
          <a:xfrm>
            <a:off x="8366760" y="1536192"/>
            <a:ext cx="502920" cy="502920"/>
          </a:xfrm>
          <a:prstGeom prst="rect">
            <a:avLst/>
          </a:prstGeom>
        </p:spPr>
      </p:pic>
      <p:sp>
        <p:nvSpPr>
          <p:cNvPr id="8" name="Shape 4"/>
          <p:cNvSpPr/>
          <p:nvPr/>
        </p:nvSpPr>
        <p:spPr>
          <a:xfrm>
            <a:off x="640080" y="3063240"/>
            <a:ext cx="11018520" cy="914"/>
          </a:xfrm>
          <a:prstGeom prst="line">
            <a:avLst/>
          </a:prstGeom>
          <a:noFill/>
          <a:ln w="31750">
            <a:solidFill>
              <a:srgbClr val="17375E"/>
            </a:solidFill>
            <a:prstDash val="solid"/>
            <a:tailEnd type="triangle"/>
          </a:ln>
        </p:spPr>
      </p:sp>
      <p:sp>
        <p:nvSpPr>
          <p:cNvPr id="9" name="Shape 5"/>
          <p:cNvSpPr/>
          <p:nvPr/>
        </p:nvSpPr>
        <p:spPr>
          <a:xfrm>
            <a:off x="10012680" y="2752344"/>
            <a:ext cx="91440" cy="621792"/>
          </a:xfrm>
          <a:prstGeom prst="rect">
            <a:avLst/>
          </a:prstGeom>
          <a:solidFill>
            <a:schemeClr val="accent6"/>
          </a:solidFill>
          <a:ln w="12700">
            <a:solidFill>
              <a:srgbClr val="FFFFFF">
                <a:alpha val="0"/>
              </a:srgbClr>
            </a:solidFill>
            <a:prstDash val="solid"/>
          </a:ln>
        </p:spPr>
      </p:sp>
      <p:sp>
        <p:nvSpPr>
          <p:cNvPr id="10" name="Text 6"/>
          <p:cNvSpPr txBox="1"/>
          <p:nvPr/>
        </p:nvSpPr>
        <p:spPr>
          <a:xfrm>
            <a:off x="9509760" y="2368296"/>
            <a:ext cx="1097280" cy="347472"/>
          </a:xfrm>
          <a:prstGeom prst="rect">
            <a:avLst/>
          </a:prstGeom>
          <a:noFill/>
          <a:ln/>
        </p:spPr>
        <p:txBody>
          <a:bodyPr wrap="square" lIns="0" tIns="0" rIns="0" bIns="0" rtlCol="0" anchor="ctr"/>
          <a:lstStyle/>
          <a:p>
            <a:pPr algn="ctr" indent="0" marL="0">
              <a:buNone/>
            </a:pPr>
            <a:r>
              <a:rPr lang="en-US" sz="1500" b="1" dirty="0">
                <a:solidFill>
                  <a:schemeClr val="accent6"/>
                </a:solidFill>
              </a:rPr>
              <a:t>NOW</a:t>
            </a:r>
            <a:endParaRPr lang="en-US" sz="1500" dirty="0"/>
          </a:p>
        </p:txBody>
      </p:sp>
      <p:sp>
        <p:nvSpPr>
          <p:cNvPr id="11" name="Shape 7"/>
          <p:cNvSpPr/>
          <p:nvPr/>
        </p:nvSpPr>
        <p:spPr>
          <a:xfrm>
            <a:off x="1618488" y="2944368"/>
            <a:ext cx="237744" cy="237744"/>
          </a:xfrm>
          <a:prstGeom prst="ellipse">
            <a:avLst/>
          </a:prstGeom>
          <a:solidFill>
            <a:schemeClr val="accent4"/>
          </a:solidFill>
          <a:ln w="12700">
            <a:solidFill>
              <a:srgbClr val="FFFFFF"/>
            </a:solidFill>
            <a:prstDash val="solid"/>
          </a:ln>
        </p:spPr>
      </p:sp>
      <p:sp>
        <p:nvSpPr>
          <p:cNvPr id="12" name="Shape 8"/>
          <p:cNvSpPr/>
          <p:nvPr/>
        </p:nvSpPr>
        <p:spPr>
          <a:xfrm flipV="1">
            <a:off x="1737360" y="2395728"/>
            <a:ext cx="914" cy="502920"/>
          </a:xfrm>
          <a:prstGeom prst="line">
            <a:avLst/>
          </a:prstGeom>
          <a:noFill/>
          <a:ln w="12700">
            <a:solidFill>
              <a:srgbClr val="D9700F"/>
            </a:solidFill>
            <a:prstDash val="solid"/>
          </a:ln>
        </p:spPr>
      </p:sp>
      <p:sp>
        <p:nvSpPr>
          <p:cNvPr id="13" name="Shape 9"/>
          <p:cNvSpPr/>
          <p:nvPr/>
        </p:nvSpPr>
        <p:spPr>
          <a:xfrm>
            <a:off x="1117543" y="1965960"/>
            <a:ext cx="1239634" cy="420624"/>
          </a:xfrm>
          <a:prstGeom prst="roundRect">
            <a:avLst>
              <a:gd name="adj" fmla="val 26087"/>
            </a:avLst>
          </a:prstGeom>
          <a:solidFill>
            <a:schemeClr val="accent1"/>
          </a:solidFill>
          <a:ln w="12700">
            <a:solidFill>
              <a:srgbClr val="FFFFFF">
                <a:alpha val="0"/>
              </a:srgbClr>
            </a:solidFill>
            <a:prstDash val="solid"/>
          </a:ln>
        </p:spPr>
      </p:sp>
      <p:sp>
        <p:nvSpPr>
          <p:cNvPr id="14" name="Text 10"/>
          <p:cNvSpPr txBox="1"/>
          <p:nvPr/>
        </p:nvSpPr>
        <p:spPr>
          <a:xfrm>
            <a:off x="1117543" y="1965960"/>
            <a:ext cx="1239634" cy="420624"/>
          </a:xfrm>
          <a:prstGeom prst="rect">
            <a:avLst/>
          </a:prstGeom>
          <a:noFill/>
          <a:ln/>
        </p:spPr>
        <p:txBody>
          <a:bodyPr wrap="square" lIns="0" tIns="0" rIns="0" bIns="0" rtlCol="0" anchor="ctr"/>
          <a:lstStyle/>
          <a:p>
            <a:pPr algn="ctr" indent="0" marL="0">
              <a:buNone/>
            </a:pPr>
            <a:r>
              <a:rPr lang="en-US" sz="1500" b="1" i="1" dirty="0">
                <a:solidFill>
                  <a:schemeClr val="bg1"/>
                </a:solidFill>
              </a:rPr>
              <a:t>in 2019</a:t>
            </a:r>
            <a:endParaRPr lang="en-US" sz="1500" dirty="0"/>
          </a:p>
        </p:txBody>
      </p:sp>
      <p:sp>
        <p:nvSpPr>
          <p:cNvPr id="15" name="Shape 11"/>
          <p:cNvSpPr/>
          <p:nvPr/>
        </p:nvSpPr>
        <p:spPr>
          <a:xfrm>
            <a:off x="3721608" y="2944368"/>
            <a:ext cx="237744" cy="237744"/>
          </a:xfrm>
          <a:prstGeom prst="ellipse">
            <a:avLst/>
          </a:prstGeom>
          <a:solidFill>
            <a:schemeClr val="accent4"/>
          </a:solidFill>
          <a:ln w="12700">
            <a:solidFill>
              <a:srgbClr val="FFFFFF"/>
            </a:solidFill>
            <a:prstDash val="solid"/>
          </a:ln>
        </p:spPr>
      </p:sp>
      <p:sp>
        <p:nvSpPr>
          <p:cNvPr id="16" name="Shape 12"/>
          <p:cNvSpPr/>
          <p:nvPr/>
        </p:nvSpPr>
        <p:spPr>
          <a:xfrm flipV="1">
            <a:off x="3840480" y="2395728"/>
            <a:ext cx="914" cy="502920"/>
          </a:xfrm>
          <a:prstGeom prst="line">
            <a:avLst/>
          </a:prstGeom>
          <a:noFill/>
          <a:ln w="12700">
            <a:solidFill>
              <a:srgbClr val="D9700F"/>
            </a:solidFill>
            <a:prstDash val="solid"/>
          </a:ln>
        </p:spPr>
      </p:sp>
      <p:sp>
        <p:nvSpPr>
          <p:cNvPr id="17" name="Shape 13"/>
          <p:cNvSpPr/>
          <p:nvPr/>
        </p:nvSpPr>
        <p:spPr>
          <a:xfrm>
            <a:off x="3100840" y="1965960"/>
            <a:ext cx="1479280" cy="420624"/>
          </a:xfrm>
          <a:prstGeom prst="roundRect">
            <a:avLst>
              <a:gd name="adj" fmla="val 26087"/>
            </a:avLst>
          </a:prstGeom>
          <a:solidFill>
            <a:schemeClr val="accent1"/>
          </a:solidFill>
          <a:ln w="12700">
            <a:solidFill>
              <a:srgbClr val="FFFFFF">
                <a:alpha val="0"/>
              </a:srgbClr>
            </a:solidFill>
            <a:prstDash val="solid"/>
          </a:ln>
        </p:spPr>
      </p:sp>
      <p:sp>
        <p:nvSpPr>
          <p:cNvPr id="18" name="Text 14"/>
          <p:cNvSpPr txBox="1"/>
          <p:nvPr/>
        </p:nvSpPr>
        <p:spPr>
          <a:xfrm>
            <a:off x="3100840" y="1965960"/>
            <a:ext cx="1479280" cy="420624"/>
          </a:xfrm>
          <a:prstGeom prst="rect">
            <a:avLst/>
          </a:prstGeom>
          <a:noFill/>
          <a:ln/>
        </p:spPr>
        <p:txBody>
          <a:bodyPr wrap="square" lIns="0" tIns="0" rIns="0" bIns="0" rtlCol="0" anchor="ctr"/>
          <a:lstStyle/>
          <a:p>
            <a:pPr algn="ctr" indent="0" marL="0">
              <a:buNone/>
            </a:pPr>
            <a:r>
              <a:rPr lang="en-US" sz="1500" b="1" i="1" dirty="0">
                <a:solidFill>
                  <a:schemeClr val="bg1"/>
                </a:solidFill>
              </a:rPr>
              <a:t>last week</a:t>
            </a:r>
            <a:endParaRPr lang="en-US" sz="1500" dirty="0"/>
          </a:p>
        </p:txBody>
      </p:sp>
      <p:sp>
        <p:nvSpPr>
          <p:cNvPr id="19" name="Shape 15"/>
          <p:cNvSpPr/>
          <p:nvPr/>
        </p:nvSpPr>
        <p:spPr>
          <a:xfrm>
            <a:off x="5733288" y="2944368"/>
            <a:ext cx="237744" cy="237744"/>
          </a:xfrm>
          <a:prstGeom prst="ellipse">
            <a:avLst/>
          </a:prstGeom>
          <a:solidFill>
            <a:schemeClr val="accent4"/>
          </a:solidFill>
          <a:ln w="12700">
            <a:solidFill>
              <a:srgbClr val="FFFFFF"/>
            </a:solidFill>
            <a:prstDash val="solid"/>
          </a:ln>
        </p:spPr>
      </p:sp>
      <p:sp>
        <p:nvSpPr>
          <p:cNvPr id="20" name="Shape 16"/>
          <p:cNvSpPr/>
          <p:nvPr/>
        </p:nvSpPr>
        <p:spPr>
          <a:xfrm flipV="1">
            <a:off x="5852160" y="2395728"/>
            <a:ext cx="914" cy="502920"/>
          </a:xfrm>
          <a:prstGeom prst="line">
            <a:avLst/>
          </a:prstGeom>
          <a:noFill/>
          <a:ln w="12700">
            <a:solidFill>
              <a:srgbClr val="D9700F"/>
            </a:solidFill>
            <a:prstDash val="solid"/>
          </a:ln>
        </p:spPr>
      </p:sp>
      <p:sp>
        <p:nvSpPr>
          <p:cNvPr id="21" name="Shape 17"/>
          <p:cNvSpPr/>
          <p:nvPr/>
        </p:nvSpPr>
        <p:spPr>
          <a:xfrm>
            <a:off x="4932786" y="1965960"/>
            <a:ext cx="1838749" cy="420624"/>
          </a:xfrm>
          <a:prstGeom prst="roundRect">
            <a:avLst>
              <a:gd name="adj" fmla="val 26087"/>
            </a:avLst>
          </a:prstGeom>
          <a:solidFill>
            <a:schemeClr val="accent1"/>
          </a:solidFill>
          <a:ln w="12700">
            <a:solidFill>
              <a:srgbClr val="FFFFFF">
                <a:alpha val="0"/>
              </a:srgbClr>
            </a:solidFill>
            <a:prstDash val="solid"/>
          </a:ln>
        </p:spPr>
      </p:sp>
      <p:sp>
        <p:nvSpPr>
          <p:cNvPr id="22" name="Text 18"/>
          <p:cNvSpPr txBox="1"/>
          <p:nvPr/>
        </p:nvSpPr>
        <p:spPr>
          <a:xfrm>
            <a:off x="4932786" y="1965960"/>
            <a:ext cx="1838749" cy="420624"/>
          </a:xfrm>
          <a:prstGeom prst="rect">
            <a:avLst/>
          </a:prstGeom>
          <a:noFill/>
          <a:ln/>
        </p:spPr>
        <p:txBody>
          <a:bodyPr wrap="square" lIns="0" tIns="0" rIns="0" bIns="0" rtlCol="0" anchor="ctr"/>
          <a:lstStyle/>
          <a:p>
            <a:pPr algn="ctr" indent="0" marL="0">
              <a:buNone/>
            </a:pPr>
            <a:r>
              <a:rPr lang="en-US" sz="1500" b="1" i="1" dirty="0">
                <a:solidFill>
                  <a:schemeClr val="bg1"/>
                </a:solidFill>
              </a:rPr>
              <a:t>two days ago</a:t>
            </a:r>
            <a:endParaRPr lang="en-US" sz="1500" dirty="0"/>
          </a:p>
        </p:txBody>
      </p:sp>
      <p:sp>
        <p:nvSpPr>
          <p:cNvPr id="23" name="Shape 19"/>
          <p:cNvSpPr/>
          <p:nvPr/>
        </p:nvSpPr>
        <p:spPr>
          <a:xfrm>
            <a:off x="7744968" y="2944368"/>
            <a:ext cx="237744" cy="237744"/>
          </a:xfrm>
          <a:prstGeom prst="ellipse">
            <a:avLst/>
          </a:prstGeom>
          <a:solidFill>
            <a:schemeClr val="accent4"/>
          </a:solidFill>
          <a:ln w="12700">
            <a:solidFill>
              <a:srgbClr val="FFFFFF"/>
            </a:solidFill>
            <a:prstDash val="solid"/>
          </a:ln>
        </p:spPr>
      </p:sp>
      <p:sp>
        <p:nvSpPr>
          <p:cNvPr id="24" name="Shape 20"/>
          <p:cNvSpPr/>
          <p:nvPr/>
        </p:nvSpPr>
        <p:spPr>
          <a:xfrm flipV="1">
            <a:off x="7863840" y="2395728"/>
            <a:ext cx="914" cy="502920"/>
          </a:xfrm>
          <a:prstGeom prst="line">
            <a:avLst/>
          </a:prstGeom>
          <a:noFill/>
          <a:ln w="12700">
            <a:solidFill>
              <a:srgbClr val="D9700F"/>
            </a:solidFill>
            <a:prstDash val="solid"/>
          </a:ln>
        </p:spPr>
      </p:sp>
      <p:sp>
        <p:nvSpPr>
          <p:cNvPr id="25" name="Shape 21"/>
          <p:cNvSpPr/>
          <p:nvPr/>
        </p:nvSpPr>
        <p:spPr>
          <a:xfrm>
            <a:off x="7124200" y="1965960"/>
            <a:ext cx="1479280" cy="420624"/>
          </a:xfrm>
          <a:prstGeom prst="roundRect">
            <a:avLst>
              <a:gd name="adj" fmla="val 26087"/>
            </a:avLst>
          </a:prstGeom>
          <a:solidFill>
            <a:schemeClr val="accent1"/>
          </a:solidFill>
          <a:ln w="12700">
            <a:solidFill>
              <a:srgbClr val="FFFFFF">
                <a:alpha val="0"/>
              </a:srgbClr>
            </a:solidFill>
            <a:prstDash val="solid"/>
          </a:ln>
        </p:spPr>
      </p:sp>
      <p:sp>
        <p:nvSpPr>
          <p:cNvPr id="26" name="Text 22"/>
          <p:cNvSpPr txBox="1"/>
          <p:nvPr/>
        </p:nvSpPr>
        <p:spPr>
          <a:xfrm>
            <a:off x="7124200" y="1965960"/>
            <a:ext cx="1479280" cy="420624"/>
          </a:xfrm>
          <a:prstGeom prst="rect">
            <a:avLst/>
          </a:prstGeom>
          <a:noFill/>
          <a:ln/>
        </p:spPr>
        <p:txBody>
          <a:bodyPr wrap="square" lIns="0" tIns="0" rIns="0" bIns="0" rtlCol="0" anchor="ctr"/>
          <a:lstStyle/>
          <a:p>
            <a:pPr algn="ctr" indent="0" marL="0">
              <a:buNone/>
            </a:pPr>
            <a:r>
              <a:rPr lang="en-US" sz="1500" b="1" i="1" dirty="0">
                <a:solidFill>
                  <a:schemeClr val="bg1"/>
                </a:solidFill>
              </a:rPr>
              <a:t>yesterday</a:t>
            </a:r>
            <a:endParaRPr lang="en-US" sz="1500" dirty="0"/>
          </a:p>
        </p:txBody>
      </p:sp>
      <p:sp>
        <p:nvSpPr>
          <p:cNvPr id="27" name="Shape 23"/>
          <p:cNvSpPr/>
          <p:nvPr/>
        </p:nvSpPr>
        <p:spPr>
          <a:xfrm>
            <a:off x="548640" y="3931920"/>
            <a:ext cx="6949440" cy="475488"/>
          </a:xfrm>
          <a:prstGeom prst="roundRect">
            <a:avLst>
              <a:gd name="adj" fmla="val 15385"/>
            </a:avLst>
          </a:prstGeom>
          <a:solidFill>
            <a:schemeClr val="bg2"/>
          </a:solidFill>
          <a:ln w="12700">
            <a:solidFill>
              <a:srgbClr val="FFFFFF">
                <a:alpha val="0"/>
              </a:srgbClr>
            </a:solidFill>
            <a:prstDash val="solid"/>
          </a:ln>
        </p:spPr>
      </p:sp>
      <p:sp>
        <p:nvSpPr>
          <p:cNvPr id="28" name="Text 24"/>
          <p:cNvSpPr txBox="1"/>
          <p:nvPr/>
        </p:nvSpPr>
        <p:spPr>
          <a:xfrm>
            <a:off x="731520" y="3931920"/>
            <a:ext cx="6675120" cy="475488"/>
          </a:xfrm>
          <a:prstGeom prst="rect">
            <a:avLst/>
          </a:prstGeom>
          <a:noFill/>
          <a:ln/>
        </p:spPr>
        <p:txBody>
          <a:bodyPr wrap="square" lIns="0" tIns="0" rIns="0" bIns="0" rtlCol="0" anchor="ctr"/>
          <a:lstStyle/>
          <a:p>
            <a:pPr algn="l" indent="0" marL="0">
              <a:buNone/>
            </a:pPr>
            <a:r>
              <a:rPr lang="en-US" sz="1800" i="1" dirty="0">
                <a:solidFill>
                  <a:schemeClr val="tx1"/>
                </a:solidFill>
              </a:rPr>
              <a:t>I </a:t>
            </a:r>
            <a:r>
              <a:rPr lang="en-US" sz="1800" b="1" i="1" dirty="0">
                <a:solidFill>
                  <a:srgbClr val="B4236A"/>
                </a:solidFill>
              </a:rPr>
              <a:t>visited</a:t>
            </a:r>
            <a:r>
              <a:rPr lang="en-US" sz="1800" i="1" dirty="0">
                <a:solidFill>
                  <a:schemeClr val="tx1"/>
                </a:solidFill>
              </a:rPr>
              <a:t> London </a:t>
            </a:r>
            <a:r>
              <a:rPr lang="en-US" sz="1800" b="1" i="1" dirty="0">
                <a:solidFill>
                  <a:srgbClr val="D9700F"/>
                </a:solidFill>
              </a:rPr>
              <a:t>in 2019</a:t>
            </a:r>
            <a:r>
              <a:rPr lang="en-US" sz="1800" i="1" dirty="0">
                <a:solidFill>
                  <a:schemeClr val="tx1"/>
                </a:solidFill>
              </a:rPr>
              <a:t>.</a:t>
            </a:r>
            <a:endParaRPr lang="en-US" sz="1800" dirty="0"/>
          </a:p>
        </p:txBody>
      </p:sp>
      <p:sp>
        <p:nvSpPr>
          <p:cNvPr id="29" name="Shape 25"/>
          <p:cNvSpPr/>
          <p:nvPr/>
        </p:nvSpPr>
        <p:spPr>
          <a:xfrm>
            <a:off x="548640" y="4480560"/>
            <a:ext cx="6949440" cy="475488"/>
          </a:xfrm>
          <a:prstGeom prst="roundRect">
            <a:avLst>
              <a:gd name="adj" fmla="val 15385"/>
            </a:avLst>
          </a:prstGeom>
          <a:solidFill>
            <a:srgbClr val="FFFFFF"/>
          </a:solidFill>
          <a:ln w="12700">
            <a:solidFill>
              <a:srgbClr val="FFFFFF">
                <a:alpha val="0"/>
              </a:srgbClr>
            </a:solidFill>
            <a:prstDash val="solid"/>
          </a:ln>
        </p:spPr>
      </p:sp>
      <p:sp>
        <p:nvSpPr>
          <p:cNvPr id="30" name="Text 26"/>
          <p:cNvSpPr txBox="1"/>
          <p:nvPr/>
        </p:nvSpPr>
        <p:spPr>
          <a:xfrm>
            <a:off x="731520" y="4480560"/>
            <a:ext cx="6675120" cy="475488"/>
          </a:xfrm>
          <a:prstGeom prst="rect">
            <a:avLst/>
          </a:prstGeom>
          <a:noFill/>
          <a:ln/>
        </p:spPr>
        <p:txBody>
          <a:bodyPr wrap="square" lIns="0" tIns="0" rIns="0" bIns="0" rtlCol="0" anchor="ctr"/>
          <a:lstStyle/>
          <a:p>
            <a:pPr algn="l" indent="0" marL="0">
              <a:buNone/>
            </a:pPr>
            <a:r>
              <a:rPr lang="en-US" sz="1800" i="1" dirty="0">
                <a:solidFill>
                  <a:schemeClr val="tx1"/>
                </a:solidFill>
              </a:rPr>
              <a:t>She </a:t>
            </a:r>
            <a:r>
              <a:rPr lang="en-US" sz="1800" b="1" i="1" dirty="0">
                <a:solidFill>
                  <a:srgbClr val="B4236A"/>
                </a:solidFill>
              </a:rPr>
              <a:t>called</a:t>
            </a:r>
            <a:r>
              <a:rPr lang="en-US" sz="1800" i="1" dirty="0">
                <a:solidFill>
                  <a:schemeClr val="tx1"/>
                </a:solidFill>
              </a:rPr>
              <a:t> me </a:t>
            </a:r>
            <a:r>
              <a:rPr lang="en-US" sz="1800" b="1" i="1" dirty="0">
                <a:solidFill>
                  <a:srgbClr val="D9700F"/>
                </a:solidFill>
              </a:rPr>
              <a:t>yesterday</a:t>
            </a:r>
            <a:r>
              <a:rPr lang="en-US" sz="1800" i="1" dirty="0">
                <a:solidFill>
                  <a:schemeClr val="tx1"/>
                </a:solidFill>
              </a:rPr>
              <a:t>.</a:t>
            </a:r>
            <a:endParaRPr lang="en-US" sz="1800" dirty="0"/>
          </a:p>
        </p:txBody>
      </p:sp>
      <p:sp>
        <p:nvSpPr>
          <p:cNvPr id="31" name="Shape 27"/>
          <p:cNvSpPr/>
          <p:nvPr/>
        </p:nvSpPr>
        <p:spPr>
          <a:xfrm>
            <a:off x="548640" y="5029200"/>
            <a:ext cx="6949440" cy="475488"/>
          </a:xfrm>
          <a:prstGeom prst="roundRect">
            <a:avLst>
              <a:gd name="adj" fmla="val 15385"/>
            </a:avLst>
          </a:prstGeom>
          <a:solidFill>
            <a:schemeClr val="bg2"/>
          </a:solidFill>
          <a:ln w="12700">
            <a:solidFill>
              <a:srgbClr val="FFFFFF">
                <a:alpha val="0"/>
              </a:srgbClr>
            </a:solidFill>
            <a:prstDash val="solid"/>
          </a:ln>
        </p:spPr>
      </p:sp>
      <p:sp>
        <p:nvSpPr>
          <p:cNvPr id="32" name="Text 28"/>
          <p:cNvSpPr txBox="1"/>
          <p:nvPr/>
        </p:nvSpPr>
        <p:spPr>
          <a:xfrm>
            <a:off x="731520" y="5029200"/>
            <a:ext cx="6675120" cy="475488"/>
          </a:xfrm>
          <a:prstGeom prst="rect">
            <a:avLst/>
          </a:prstGeom>
          <a:noFill/>
          <a:ln/>
        </p:spPr>
        <p:txBody>
          <a:bodyPr wrap="square" lIns="0" tIns="0" rIns="0" bIns="0" rtlCol="0" anchor="ctr"/>
          <a:lstStyle/>
          <a:p>
            <a:pPr algn="l" indent="0" marL="0">
              <a:buNone/>
            </a:pPr>
            <a:r>
              <a:rPr lang="en-US" sz="1800" i="1" dirty="0">
                <a:solidFill>
                  <a:schemeClr val="tx1"/>
                </a:solidFill>
              </a:rPr>
              <a:t>We </a:t>
            </a:r>
            <a:r>
              <a:rPr lang="en-US" sz="1800" b="1" i="1" dirty="0">
                <a:solidFill>
                  <a:srgbClr val="B4236A"/>
                </a:solidFill>
              </a:rPr>
              <a:t>went</a:t>
            </a:r>
            <a:r>
              <a:rPr lang="en-US" sz="1800" i="1" dirty="0">
                <a:solidFill>
                  <a:schemeClr val="tx1"/>
                </a:solidFill>
              </a:rPr>
              <a:t> to Spain </a:t>
            </a:r>
            <a:r>
              <a:rPr lang="en-US" sz="1800" b="1" i="1" dirty="0">
                <a:solidFill>
                  <a:srgbClr val="D9700F"/>
                </a:solidFill>
              </a:rPr>
              <a:t>two years ago</a:t>
            </a:r>
            <a:r>
              <a:rPr lang="en-US" sz="1800" i="1" dirty="0">
                <a:solidFill>
                  <a:schemeClr val="tx1"/>
                </a:solidFill>
              </a:rPr>
              <a:t>.</a:t>
            </a:r>
            <a:endParaRPr lang="en-US" sz="1800" dirty="0"/>
          </a:p>
        </p:txBody>
      </p:sp>
      <p:sp>
        <p:nvSpPr>
          <p:cNvPr id="33" name="Shape 29"/>
          <p:cNvSpPr/>
          <p:nvPr/>
        </p:nvSpPr>
        <p:spPr>
          <a:xfrm>
            <a:off x="7726680" y="3886200"/>
            <a:ext cx="3913632" cy="1600200"/>
          </a:xfrm>
          <a:prstGeom prst="roundRect">
            <a:avLst>
              <a:gd name="adj" fmla="val 6857"/>
            </a:avLst>
          </a:prstGeom>
          <a:solidFill>
            <a:srgbClr val="FBEAF2"/>
          </a:solidFill>
          <a:ln w="19050">
            <a:solidFill>
              <a:srgbClr val="B4236A"/>
            </a:solidFill>
            <a:prstDash val="solid"/>
          </a:ln>
        </p:spPr>
      </p:sp>
      <p:sp>
        <p:nvSpPr>
          <p:cNvPr id="34" name="Text 30"/>
          <p:cNvSpPr txBox="1"/>
          <p:nvPr/>
        </p:nvSpPr>
        <p:spPr>
          <a:xfrm>
            <a:off x="7909560" y="3959352"/>
            <a:ext cx="3547872" cy="384048"/>
          </a:xfrm>
          <a:prstGeom prst="rect">
            <a:avLst/>
          </a:prstGeom>
          <a:noFill/>
          <a:ln/>
        </p:spPr>
        <p:txBody>
          <a:bodyPr wrap="square" lIns="0" tIns="0" rIns="0" bIns="0" rtlCol="0" anchor="ctr"/>
          <a:lstStyle/>
          <a:p>
            <a:pPr algn="l" indent="0" marL="0">
              <a:buNone/>
            </a:pPr>
            <a:r>
              <a:rPr lang="en-US" sz="1500" b="1" dirty="0">
                <a:solidFill>
                  <a:schemeClr val="accent4"/>
                </a:solidFill>
              </a:rPr>
              <a:t>The rule</a:t>
            </a:r>
            <a:endParaRPr lang="en-US" sz="1500" dirty="0"/>
          </a:p>
        </p:txBody>
      </p:sp>
      <p:sp>
        <p:nvSpPr>
          <p:cNvPr id="35" name="Text 31"/>
          <p:cNvSpPr txBox="1"/>
          <p:nvPr/>
        </p:nvSpPr>
        <p:spPr>
          <a:xfrm>
            <a:off x="7909560" y="4361688"/>
            <a:ext cx="3547872" cy="10515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a </a:t>
            </a:r>
            <a:r>
              <a:rPr lang="en-US" sz="1500" b="1" dirty="0">
                <a:solidFill>
                  <a:schemeClr val="tx1"/>
                </a:solidFill>
              </a:rPr>
              <a:t>finished</a:t>
            </a:r>
            <a:r>
              <a:rPr lang="en-US" sz="1500" dirty="0">
                <a:solidFill>
                  <a:schemeClr val="tx1"/>
                </a:solidFill>
              </a:rPr>
              <a:t> action</a:t>
            </a:r>
            <a:endParaRPr lang="en-US" sz="1500" dirty="0"/>
          </a:p>
          <a:p>
            <a:pPr algn="l" indent="0" marL="0">
              <a:spcAft>
                <a:spcPts val="400"/>
              </a:spcAft>
              <a:buNone/>
            </a:pPr>
            <a:r>
              <a:rPr lang="en-US" sz="1500" dirty="0">
                <a:solidFill>
                  <a:schemeClr val="tx1"/>
                </a:solidFill>
              </a:rPr>
              <a:t>in a </a:t>
            </a:r>
            <a:r>
              <a:rPr lang="en-US" sz="1500" b="1" dirty="0">
                <a:solidFill>
                  <a:schemeClr val="tx1"/>
                </a:solidFill>
              </a:rPr>
              <a:t>finished</a:t>
            </a:r>
            <a:r>
              <a:rPr lang="en-US" sz="1500" dirty="0">
                <a:solidFill>
                  <a:schemeClr val="tx1"/>
                </a:solidFill>
              </a:rPr>
              <a:t> time</a:t>
            </a:r>
            <a:endParaRPr lang="en-US" sz="1500" dirty="0"/>
          </a:p>
          <a:p>
            <a:pPr algn="l" indent="0" marL="0">
              <a:spcAft>
                <a:spcPts val="400"/>
              </a:spcAft>
              <a:buNone/>
            </a:pPr>
            <a:r>
              <a:rPr lang="en-US" sz="1500" dirty="0">
                <a:solidFill>
                  <a:schemeClr val="tx1"/>
                </a:solidFill>
              </a:rPr>
              <a:t>often with a </a:t>
            </a:r>
            <a:r>
              <a:rPr lang="en-US" sz="1500" b="1" dirty="0">
                <a:solidFill>
                  <a:schemeClr val="tx1"/>
                </a:solidFill>
              </a:rPr>
              <a:t>date</a:t>
            </a:r>
            <a:r>
              <a:rPr lang="en-US" sz="1500" dirty="0">
                <a:solidFill>
                  <a:schemeClr val="tx1"/>
                </a:solidFill>
              </a:rPr>
              <a:t> or a time marker</a:t>
            </a:r>
            <a:endParaRPr lang="en-US" sz="1500" dirty="0"/>
          </a:p>
        </p:txBody>
      </p:sp>
      <p:sp>
        <p:nvSpPr>
          <p:cNvPr id="36" name="Shape 32"/>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37" name="Text 33"/>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Past simple = une action </a:t>
            </a:r>
            <a:r>
              <a:rPr lang="en-US" sz="1600" b="1" dirty="0">
                <a:solidFill>
                  <a:schemeClr val="bg1"/>
                </a:solidFill>
              </a:rPr>
              <a:t>terminée</a:t>
            </a:r>
            <a:r>
              <a:rPr lang="en-US" sz="1600" dirty="0">
                <a:solidFill>
                  <a:schemeClr val="bg1"/>
                </a:solidFill>
              </a:rPr>
              <a:t>, dans un temps </a:t>
            </a:r>
            <a:r>
              <a:rPr lang="en-US" sz="1600" b="1" dirty="0">
                <a:solidFill>
                  <a:schemeClr val="bg1"/>
                </a:solidFill>
              </a:rPr>
              <a:t>terminé</a:t>
            </a:r>
            <a:r>
              <a:rPr lang="en-US" sz="1600" dirty="0">
                <a:solidFill>
                  <a:schemeClr val="bg1"/>
                </a:solidFill>
              </a:rPr>
              <a:t> : on peut répondre à « </a:t>
            </a:r>
            <a:r>
              <a:rPr lang="en-US" sz="1600" i="1" dirty="0">
                <a:solidFill>
                  <a:schemeClr val="bg1"/>
                </a:solidFill>
              </a:rPr>
              <a:t>When?</a:t>
            </a:r>
            <a:r>
              <a:rPr lang="en-US" sz="1600" dirty="0">
                <a:solidFill>
                  <a:schemeClr val="bg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sentence in boxes: base + -ed</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822960" y="1600200"/>
            <a:ext cx="891723" cy="777240"/>
          </a:xfrm>
          <a:prstGeom prst="roundRect">
            <a:avLst>
              <a:gd name="adj" fmla="val 11765"/>
            </a:avLst>
          </a:prstGeom>
          <a:solidFill>
            <a:srgbClr val="FFFFFF"/>
          </a:solidFill>
          <a:ln w="15875">
            <a:solidFill>
              <a:srgbClr val="D5DCE6"/>
            </a:solidFill>
            <a:prstDash val="solid"/>
          </a:ln>
        </p:spPr>
      </p:sp>
      <p:sp>
        <p:nvSpPr>
          <p:cNvPr id="6" name="Text 3"/>
          <p:cNvSpPr txBox="1"/>
          <p:nvPr/>
        </p:nvSpPr>
        <p:spPr>
          <a:xfrm>
            <a:off x="822960" y="1600200"/>
            <a:ext cx="891723" cy="777240"/>
          </a:xfrm>
          <a:prstGeom prst="rect">
            <a:avLst/>
          </a:prstGeom>
          <a:noFill/>
          <a:ln/>
        </p:spPr>
        <p:txBody>
          <a:bodyPr wrap="square" lIns="0" tIns="0" rIns="0" bIns="0" rtlCol="0" anchor="ctr"/>
          <a:lstStyle/>
          <a:p>
            <a:pPr algn="ctr" indent="0" marL="0">
              <a:buNone/>
            </a:pPr>
            <a:r>
              <a:rPr lang="en-US" sz="2800" i="1" dirty="0">
                <a:solidFill>
                  <a:schemeClr val="tx1"/>
                </a:solidFill>
              </a:rPr>
              <a:t>She</a:t>
            </a:r>
            <a:endParaRPr lang="en-US" sz="2800" dirty="0"/>
          </a:p>
        </p:txBody>
      </p:sp>
      <p:sp>
        <p:nvSpPr>
          <p:cNvPr id="7" name="Text 4"/>
          <p:cNvSpPr txBox="1"/>
          <p:nvPr/>
        </p:nvSpPr>
        <p:spPr>
          <a:xfrm>
            <a:off x="502920" y="2414016"/>
            <a:ext cx="1531803" cy="274320"/>
          </a:xfrm>
          <a:prstGeom prst="rect">
            <a:avLst/>
          </a:prstGeom>
          <a:noFill/>
          <a:ln/>
        </p:spPr>
        <p:txBody>
          <a:bodyPr wrap="square" lIns="0" tIns="0" rIns="0" bIns="0" rtlCol="0" anchor="t"/>
          <a:lstStyle/>
          <a:p>
            <a:pPr algn="ctr" indent="0" marL="0">
              <a:buNone/>
            </a:pPr>
            <a:r>
              <a:rPr lang="en-US" sz="1200" b="1" dirty="0">
                <a:solidFill>
                  <a:schemeClr val="accent5"/>
                </a:solidFill>
              </a:rPr>
              <a:t>SUBJECT</a:t>
            </a:r>
            <a:endParaRPr lang="en-US" sz="1200" dirty="0"/>
          </a:p>
        </p:txBody>
      </p:sp>
      <p:sp>
        <p:nvSpPr>
          <p:cNvPr id="8" name="Shape 5"/>
          <p:cNvSpPr/>
          <p:nvPr/>
        </p:nvSpPr>
        <p:spPr>
          <a:xfrm>
            <a:off x="1787835" y="1600200"/>
            <a:ext cx="1519221" cy="777240"/>
          </a:xfrm>
          <a:prstGeom prst="roundRect">
            <a:avLst>
              <a:gd name="adj" fmla="val 11765"/>
            </a:avLst>
          </a:prstGeom>
          <a:solidFill>
            <a:srgbClr val="FBEDEB"/>
          </a:solidFill>
          <a:ln w="22225">
            <a:solidFill>
              <a:srgbClr val="B83227"/>
            </a:solidFill>
            <a:prstDash val="solid"/>
          </a:ln>
        </p:spPr>
      </p:sp>
      <p:sp>
        <p:nvSpPr>
          <p:cNvPr id="9" name="Text 6"/>
          <p:cNvSpPr txBox="1"/>
          <p:nvPr/>
        </p:nvSpPr>
        <p:spPr>
          <a:xfrm>
            <a:off x="1787835" y="1600200"/>
            <a:ext cx="1519221" cy="777240"/>
          </a:xfrm>
          <a:prstGeom prst="rect">
            <a:avLst/>
          </a:prstGeom>
          <a:noFill/>
          <a:ln/>
        </p:spPr>
        <p:txBody>
          <a:bodyPr wrap="square" lIns="0" tIns="0" rIns="0" bIns="0" rtlCol="0" anchor="ctr"/>
          <a:lstStyle/>
          <a:p>
            <a:pPr algn="ctr" indent="0" marL="0">
              <a:buNone/>
            </a:pPr>
            <a:r>
              <a:rPr lang="en-US" sz="2800" b="1" i="1" dirty="0">
                <a:solidFill>
                  <a:schemeClr val="accent6"/>
                </a:solidFill>
              </a:rPr>
              <a:t>visit</a:t>
            </a:r>
            <a:endParaRPr lang="en-US" sz="2800" dirty="0"/>
          </a:p>
        </p:txBody>
      </p:sp>
      <p:sp>
        <p:nvSpPr>
          <p:cNvPr id="10" name="Shape 7"/>
          <p:cNvSpPr/>
          <p:nvPr/>
        </p:nvSpPr>
        <p:spPr>
          <a:xfrm>
            <a:off x="3325344" y="1600200"/>
            <a:ext cx="738484" cy="777240"/>
          </a:xfrm>
          <a:prstGeom prst="roundRect">
            <a:avLst>
              <a:gd name="adj" fmla="val 12382"/>
            </a:avLst>
          </a:prstGeom>
          <a:solidFill>
            <a:schemeClr val="accent1"/>
          </a:solidFill>
          <a:ln w="12700">
            <a:solidFill>
              <a:srgbClr val="FFFFFF">
                <a:alpha val="0"/>
              </a:srgbClr>
            </a:solidFill>
            <a:prstDash val="solid"/>
          </a:ln>
        </p:spPr>
      </p:sp>
      <p:sp>
        <p:nvSpPr>
          <p:cNvPr id="11" name="Text 8"/>
          <p:cNvSpPr txBox="1"/>
          <p:nvPr/>
        </p:nvSpPr>
        <p:spPr>
          <a:xfrm>
            <a:off x="3325344" y="1600200"/>
            <a:ext cx="738484" cy="777240"/>
          </a:xfrm>
          <a:prstGeom prst="rect">
            <a:avLst/>
          </a:prstGeom>
          <a:noFill/>
          <a:ln/>
        </p:spPr>
        <p:txBody>
          <a:bodyPr wrap="square" lIns="0" tIns="0" rIns="0" bIns="0" rtlCol="0" anchor="ctr"/>
          <a:lstStyle/>
          <a:p>
            <a:pPr algn="ctr" indent="0" marL="0">
              <a:buNone/>
            </a:pPr>
            <a:r>
              <a:rPr lang="en-US" sz="2800" b="1" i="1" dirty="0">
                <a:solidFill>
                  <a:schemeClr val="bg1"/>
                </a:solidFill>
              </a:rPr>
              <a:t>ed</a:t>
            </a:r>
            <a:endParaRPr lang="en-US" sz="2800" dirty="0"/>
          </a:p>
        </p:txBody>
      </p:sp>
      <p:sp>
        <p:nvSpPr>
          <p:cNvPr id="12" name="Text 9"/>
          <p:cNvSpPr txBox="1"/>
          <p:nvPr/>
        </p:nvSpPr>
        <p:spPr>
          <a:xfrm>
            <a:off x="3005304" y="2414016"/>
            <a:ext cx="1378564" cy="274320"/>
          </a:xfrm>
          <a:prstGeom prst="rect">
            <a:avLst/>
          </a:prstGeom>
          <a:noFill/>
          <a:ln/>
        </p:spPr>
        <p:txBody>
          <a:bodyPr wrap="square" lIns="0" tIns="0" rIns="0" bIns="0" rtlCol="0" anchor="t"/>
          <a:lstStyle/>
          <a:p>
            <a:pPr algn="ctr" indent="0" marL="0">
              <a:buNone/>
            </a:pPr>
            <a:r>
              <a:rPr lang="en-US" sz="1200" b="1" dirty="0">
                <a:solidFill>
                  <a:schemeClr val="accent1"/>
                </a:solidFill>
              </a:rPr>
              <a:t>VERB + -ED</a:t>
            </a:r>
            <a:endParaRPr lang="en-US" sz="1200" dirty="0"/>
          </a:p>
        </p:txBody>
      </p:sp>
      <p:sp>
        <p:nvSpPr>
          <p:cNvPr id="13" name="Shape 10"/>
          <p:cNvSpPr/>
          <p:nvPr/>
        </p:nvSpPr>
        <p:spPr>
          <a:xfrm>
            <a:off x="4136980" y="1600200"/>
            <a:ext cx="3288182" cy="777240"/>
          </a:xfrm>
          <a:prstGeom prst="roundRect">
            <a:avLst>
              <a:gd name="adj" fmla="val 11765"/>
            </a:avLst>
          </a:prstGeom>
          <a:solidFill>
            <a:srgbClr val="FFFFFF"/>
          </a:solidFill>
          <a:ln w="15875">
            <a:solidFill>
              <a:srgbClr val="D5DCE6"/>
            </a:solidFill>
            <a:prstDash val="solid"/>
          </a:ln>
        </p:spPr>
      </p:sp>
      <p:sp>
        <p:nvSpPr>
          <p:cNvPr id="14" name="Text 11"/>
          <p:cNvSpPr txBox="1"/>
          <p:nvPr/>
        </p:nvSpPr>
        <p:spPr>
          <a:xfrm>
            <a:off x="4136980" y="1600200"/>
            <a:ext cx="3288182" cy="777240"/>
          </a:xfrm>
          <a:prstGeom prst="rect">
            <a:avLst/>
          </a:prstGeom>
          <a:noFill/>
          <a:ln/>
        </p:spPr>
        <p:txBody>
          <a:bodyPr wrap="square" lIns="0" tIns="0" rIns="0" bIns="0" rtlCol="0" anchor="ctr"/>
          <a:lstStyle/>
          <a:p>
            <a:pPr algn="ctr" indent="0" marL="0">
              <a:buNone/>
            </a:pPr>
            <a:r>
              <a:rPr lang="en-US" sz="2800" i="1" dirty="0">
                <a:solidFill>
                  <a:schemeClr val="tx1"/>
                </a:solidFill>
              </a:rPr>
              <a:t>her grandmother</a:t>
            </a:r>
            <a:endParaRPr lang="en-US" sz="2800" dirty="0"/>
          </a:p>
        </p:txBody>
      </p:sp>
      <p:sp>
        <p:nvSpPr>
          <p:cNvPr id="15" name="Text 12"/>
          <p:cNvSpPr txBox="1"/>
          <p:nvPr/>
        </p:nvSpPr>
        <p:spPr>
          <a:xfrm>
            <a:off x="3816940" y="2414016"/>
            <a:ext cx="3928262" cy="274320"/>
          </a:xfrm>
          <a:prstGeom prst="rect">
            <a:avLst/>
          </a:prstGeom>
          <a:noFill/>
          <a:ln/>
        </p:spPr>
        <p:txBody>
          <a:bodyPr wrap="square" lIns="0" tIns="0" rIns="0" bIns="0" rtlCol="0" anchor="t"/>
          <a:lstStyle/>
          <a:p>
            <a:pPr algn="ctr" indent="0" marL="0">
              <a:buNone/>
            </a:pPr>
            <a:r>
              <a:rPr lang="en-US" sz="1200" b="1" dirty="0">
                <a:solidFill>
                  <a:schemeClr val="accent5"/>
                </a:solidFill>
              </a:rPr>
              <a:t>OBJECT</a:t>
            </a:r>
            <a:endParaRPr lang="en-US" sz="1200" dirty="0"/>
          </a:p>
        </p:txBody>
      </p:sp>
      <p:sp>
        <p:nvSpPr>
          <p:cNvPr id="16" name="Shape 13"/>
          <p:cNvSpPr/>
          <p:nvPr/>
        </p:nvSpPr>
        <p:spPr>
          <a:xfrm>
            <a:off x="7498314" y="1600200"/>
            <a:ext cx="3084908" cy="777240"/>
          </a:xfrm>
          <a:prstGeom prst="roundRect">
            <a:avLst>
              <a:gd name="adj" fmla="val 11765"/>
            </a:avLst>
          </a:prstGeom>
          <a:solidFill>
            <a:srgbClr val="FDF1E6"/>
          </a:solidFill>
          <a:ln w="19050">
            <a:solidFill>
              <a:srgbClr val="D9700F"/>
            </a:solidFill>
            <a:prstDash val="solid"/>
          </a:ln>
        </p:spPr>
      </p:sp>
      <p:sp>
        <p:nvSpPr>
          <p:cNvPr id="17" name="Text 14"/>
          <p:cNvSpPr txBox="1"/>
          <p:nvPr/>
        </p:nvSpPr>
        <p:spPr>
          <a:xfrm>
            <a:off x="7498314" y="1600200"/>
            <a:ext cx="3084908" cy="777240"/>
          </a:xfrm>
          <a:prstGeom prst="rect">
            <a:avLst/>
          </a:prstGeom>
          <a:noFill/>
          <a:ln/>
        </p:spPr>
        <p:txBody>
          <a:bodyPr wrap="square" lIns="0" tIns="0" rIns="0" bIns="0" rtlCol="0" anchor="ctr"/>
          <a:lstStyle/>
          <a:p>
            <a:pPr algn="ctr" indent="0" marL="0">
              <a:buNone/>
            </a:pPr>
            <a:r>
              <a:rPr lang="en-US" sz="2800" b="1" i="1" dirty="0">
                <a:solidFill>
                  <a:schemeClr val="accent1"/>
                </a:solidFill>
              </a:rPr>
              <a:t>last Sunday.</a:t>
            </a:r>
            <a:endParaRPr lang="en-US" sz="2800" dirty="0"/>
          </a:p>
        </p:txBody>
      </p:sp>
      <p:sp>
        <p:nvSpPr>
          <p:cNvPr id="18" name="Text 15"/>
          <p:cNvSpPr txBox="1"/>
          <p:nvPr/>
        </p:nvSpPr>
        <p:spPr>
          <a:xfrm>
            <a:off x="7178274" y="2414016"/>
            <a:ext cx="3724988" cy="274320"/>
          </a:xfrm>
          <a:prstGeom prst="rect">
            <a:avLst/>
          </a:prstGeom>
          <a:noFill/>
          <a:ln/>
        </p:spPr>
        <p:txBody>
          <a:bodyPr wrap="square" lIns="0" tIns="0" rIns="0" bIns="0" rtlCol="0" anchor="t"/>
          <a:lstStyle/>
          <a:p>
            <a:pPr algn="ctr" indent="0" marL="0">
              <a:buNone/>
            </a:pPr>
            <a:r>
              <a:rPr lang="en-US" sz="1200" b="1" dirty="0">
                <a:solidFill>
                  <a:schemeClr val="accent1"/>
                </a:solidFill>
              </a:rPr>
              <a:t>WHEN</a:t>
            </a:r>
            <a:endParaRPr lang="en-US" sz="1200" dirty="0"/>
          </a:p>
        </p:txBody>
      </p:sp>
      <p:sp>
        <p:nvSpPr>
          <p:cNvPr id="19" name="Shape 16"/>
          <p:cNvSpPr/>
          <p:nvPr/>
        </p:nvSpPr>
        <p:spPr>
          <a:xfrm>
            <a:off x="548640" y="2971800"/>
            <a:ext cx="5486400" cy="2514600"/>
          </a:xfrm>
          <a:prstGeom prst="roundRect">
            <a:avLst>
              <a:gd name="adj" fmla="val 43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731520" y="3044952"/>
            <a:ext cx="5120640" cy="411480"/>
          </a:xfrm>
          <a:prstGeom prst="rect">
            <a:avLst/>
          </a:prstGeom>
          <a:noFill/>
          <a:ln/>
        </p:spPr>
        <p:txBody>
          <a:bodyPr wrap="square" lIns="0" tIns="0" rIns="0" bIns="0" rtlCol="0" anchor="ctr"/>
          <a:lstStyle/>
          <a:p>
            <a:pPr algn="l" indent="0" marL="0">
              <a:buNone/>
            </a:pPr>
            <a:r>
              <a:rPr lang="en-US" sz="1600" b="1" dirty="0">
                <a:solidFill>
                  <a:schemeClr val="accent4"/>
                </a:solidFill>
              </a:rPr>
              <a:t>Same form for everybody!</a:t>
            </a:r>
            <a:endParaRPr lang="en-US" sz="1600" dirty="0"/>
          </a:p>
        </p:txBody>
      </p:sp>
      <p:sp>
        <p:nvSpPr>
          <p:cNvPr id="21" name="Shape 18"/>
          <p:cNvSpPr/>
          <p:nvPr/>
        </p:nvSpPr>
        <p:spPr>
          <a:xfrm>
            <a:off x="777240" y="3611880"/>
            <a:ext cx="914400" cy="420624"/>
          </a:xfrm>
          <a:prstGeom prst="roundRect">
            <a:avLst>
              <a:gd name="adj" fmla="val 17391"/>
            </a:avLst>
          </a:prstGeom>
          <a:solidFill>
            <a:schemeClr val="bg2"/>
          </a:solidFill>
          <a:ln w="12700">
            <a:solidFill>
              <a:srgbClr val="D5DCE6"/>
            </a:solidFill>
            <a:prstDash val="solid"/>
          </a:ln>
        </p:spPr>
      </p:sp>
      <p:sp>
        <p:nvSpPr>
          <p:cNvPr id="22" name="Text 19"/>
          <p:cNvSpPr txBox="1"/>
          <p:nvPr/>
        </p:nvSpPr>
        <p:spPr>
          <a:xfrm>
            <a:off x="777240" y="361188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I</a:t>
            </a:r>
            <a:endParaRPr lang="en-US" sz="1600" dirty="0"/>
          </a:p>
        </p:txBody>
      </p:sp>
      <p:sp>
        <p:nvSpPr>
          <p:cNvPr id="23" name="Shape 20"/>
          <p:cNvSpPr/>
          <p:nvPr/>
        </p:nvSpPr>
        <p:spPr>
          <a:xfrm>
            <a:off x="1828800" y="3611880"/>
            <a:ext cx="914400" cy="420624"/>
          </a:xfrm>
          <a:prstGeom prst="roundRect">
            <a:avLst>
              <a:gd name="adj" fmla="val 17391"/>
            </a:avLst>
          </a:prstGeom>
          <a:solidFill>
            <a:schemeClr val="bg2"/>
          </a:solidFill>
          <a:ln w="12700">
            <a:solidFill>
              <a:srgbClr val="D5DCE6"/>
            </a:solidFill>
            <a:prstDash val="solid"/>
          </a:ln>
        </p:spPr>
      </p:sp>
      <p:sp>
        <p:nvSpPr>
          <p:cNvPr id="24" name="Text 21"/>
          <p:cNvSpPr txBox="1"/>
          <p:nvPr/>
        </p:nvSpPr>
        <p:spPr>
          <a:xfrm>
            <a:off x="1828800" y="361188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You</a:t>
            </a:r>
            <a:endParaRPr lang="en-US" sz="1600" dirty="0"/>
          </a:p>
        </p:txBody>
      </p:sp>
      <p:sp>
        <p:nvSpPr>
          <p:cNvPr id="25" name="Shape 22"/>
          <p:cNvSpPr/>
          <p:nvPr/>
        </p:nvSpPr>
        <p:spPr>
          <a:xfrm>
            <a:off x="2880360" y="3611880"/>
            <a:ext cx="914400" cy="420624"/>
          </a:xfrm>
          <a:prstGeom prst="roundRect">
            <a:avLst>
              <a:gd name="adj" fmla="val 17391"/>
            </a:avLst>
          </a:prstGeom>
          <a:solidFill>
            <a:schemeClr val="bg2"/>
          </a:solidFill>
          <a:ln w="12700">
            <a:solidFill>
              <a:srgbClr val="D5DCE6"/>
            </a:solidFill>
            <a:prstDash val="solid"/>
          </a:ln>
        </p:spPr>
      </p:sp>
      <p:sp>
        <p:nvSpPr>
          <p:cNvPr id="26" name="Text 23"/>
          <p:cNvSpPr txBox="1"/>
          <p:nvPr/>
        </p:nvSpPr>
        <p:spPr>
          <a:xfrm>
            <a:off x="2880360" y="361188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He</a:t>
            </a:r>
            <a:endParaRPr lang="en-US" sz="1600" dirty="0"/>
          </a:p>
        </p:txBody>
      </p:sp>
      <p:sp>
        <p:nvSpPr>
          <p:cNvPr id="27" name="Shape 24"/>
          <p:cNvSpPr/>
          <p:nvPr/>
        </p:nvSpPr>
        <p:spPr>
          <a:xfrm>
            <a:off x="3931920" y="3611880"/>
            <a:ext cx="914400" cy="420624"/>
          </a:xfrm>
          <a:prstGeom prst="roundRect">
            <a:avLst>
              <a:gd name="adj" fmla="val 17391"/>
            </a:avLst>
          </a:prstGeom>
          <a:solidFill>
            <a:schemeClr val="bg2"/>
          </a:solidFill>
          <a:ln w="12700">
            <a:solidFill>
              <a:srgbClr val="D5DCE6"/>
            </a:solidFill>
            <a:prstDash val="solid"/>
          </a:ln>
        </p:spPr>
      </p:sp>
      <p:sp>
        <p:nvSpPr>
          <p:cNvPr id="28" name="Text 25"/>
          <p:cNvSpPr txBox="1"/>
          <p:nvPr/>
        </p:nvSpPr>
        <p:spPr>
          <a:xfrm>
            <a:off x="3931920" y="361188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She</a:t>
            </a:r>
            <a:endParaRPr lang="en-US" sz="1600" dirty="0"/>
          </a:p>
        </p:txBody>
      </p:sp>
      <p:sp>
        <p:nvSpPr>
          <p:cNvPr id="29" name="Shape 26"/>
          <p:cNvSpPr/>
          <p:nvPr/>
        </p:nvSpPr>
        <p:spPr>
          <a:xfrm>
            <a:off x="777240" y="4160520"/>
            <a:ext cx="914400" cy="420624"/>
          </a:xfrm>
          <a:prstGeom prst="roundRect">
            <a:avLst>
              <a:gd name="adj" fmla="val 17391"/>
            </a:avLst>
          </a:prstGeom>
          <a:solidFill>
            <a:schemeClr val="bg2"/>
          </a:solidFill>
          <a:ln w="12700">
            <a:solidFill>
              <a:srgbClr val="D5DCE6"/>
            </a:solidFill>
            <a:prstDash val="solid"/>
          </a:ln>
        </p:spPr>
      </p:sp>
      <p:sp>
        <p:nvSpPr>
          <p:cNvPr id="30" name="Text 27"/>
          <p:cNvSpPr txBox="1"/>
          <p:nvPr/>
        </p:nvSpPr>
        <p:spPr>
          <a:xfrm>
            <a:off x="777240" y="416052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It</a:t>
            </a:r>
            <a:endParaRPr lang="en-US" sz="1600" dirty="0"/>
          </a:p>
        </p:txBody>
      </p:sp>
      <p:sp>
        <p:nvSpPr>
          <p:cNvPr id="31" name="Shape 28"/>
          <p:cNvSpPr/>
          <p:nvPr/>
        </p:nvSpPr>
        <p:spPr>
          <a:xfrm>
            <a:off x="1828800" y="4160520"/>
            <a:ext cx="914400" cy="420624"/>
          </a:xfrm>
          <a:prstGeom prst="roundRect">
            <a:avLst>
              <a:gd name="adj" fmla="val 17391"/>
            </a:avLst>
          </a:prstGeom>
          <a:solidFill>
            <a:schemeClr val="bg2"/>
          </a:solidFill>
          <a:ln w="12700">
            <a:solidFill>
              <a:srgbClr val="D5DCE6"/>
            </a:solidFill>
            <a:prstDash val="solid"/>
          </a:ln>
        </p:spPr>
      </p:sp>
      <p:sp>
        <p:nvSpPr>
          <p:cNvPr id="32" name="Text 29"/>
          <p:cNvSpPr txBox="1"/>
          <p:nvPr/>
        </p:nvSpPr>
        <p:spPr>
          <a:xfrm>
            <a:off x="1828800" y="416052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We</a:t>
            </a:r>
            <a:endParaRPr lang="en-US" sz="1600" dirty="0"/>
          </a:p>
        </p:txBody>
      </p:sp>
      <p:sp>
        <p:nvSpPr>
          <p:cNvPr id="33" name="Shape 30"/>
          <p:cNvSpPr/>
          <p:nvPr/>
        </p:nvSpPr>
        <p:spPr>
          <a:xfrm>
            <a:off x="2880360" y="4160520"/>
            <a:ext cx="914400" cy="420624"/>
          </a:xfrm>
          <a:prstGeom prst="roundRect">
            <a:avLst>
              <a:gd name="adj" fmla="val 17391"/>
            </a:avLst>
          </a:prstGeom>
          <a:solidFill>
            <a:schemeClr val="bg2"/>
          </a:solidFill>
          <a:ln w="12700">
            <a:solidFill>
              <a:srgbClr val="D5DCE6"/>
            </a:solidFill>
            <a:prstDash val="solid"/>
          </a:ln>
        </p:spPr>
      </p:sp>
      <p:sp>
        <p:nvSpPr>
          <p:cNvPr id="34" name="Text 31"/>
          <p:cNvSpPr txBox="1"/>
          <p:nvPr/>
        </p:nvSpPr>
        <p:spPr>
          <a:xfrm>
            <a:off x="2880360" y="4160520"/>
            <a:ext cx="914400" cy="420624"/>
          </a:xfrm>
          <a:prstGeom prst="rect">
            <a:avLst/>
          </a:prstGeom>
          <a:noFill/>
          <a:ln/>
        </p:spPr>
        <p:txBody>
          <a:bodyPr wrap="square" lIns="0" tIns="0" rIns="0" bIns="0" rtlCol="0" anchor="ctr"/>
          <a:lstStyle/>
          <a:p>
            <a:pPr algn="ctr" indent="0" marL="0">
              <a:buNone/>
            </a:pPr>
            <a:r>
              <a:rPr lang="en-US" sz="1600" i="1" dirty="0">
                <a:solidFill>
                  <a:schemeClr val="tx1"/>
                </a:solidFill>
              </a:rPr>
              <a:t>They</a:t>
            </a:r>
            <a:endParaRPr lang="en-US" sz="1600" dirty="0"/>
          </a:p>
        </p:txBody>
      </p:sp>
      <p:sp>
        <p:nvSpPr>
          <p:cNvPr id="35" name="Text 32"/>
          <p:cNvSpPr txBox="1"/>
          <p:nvPr/>
        </p:nvSpPr>
        <p:spPr>
          <a:xfrm>
            <a:off x="4069080" y="4114800"/>
            <a:ext cx="457200" cy="45720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36" name="Shape 33"/>
          <p:cNvSpPr/>
          <p:nvPr/>
        </p:nvSpPr>
        <p:spPr>
          <a:xfrm>
            <a:off x="4572000" y="4160520"/>
            <a:ext cx="1263598" cy="475488"/>
          </a:xfrm>
          <a:prstGeom prst="roundRect">
            <a:avLst>
              <a:gd name="adj" fmla="val 23077"/>
            </a:avLst>
          </a:prstGeom>
          <a:solidFill>
            <a:schemeClr val="accent4"/>
          </a:solidFill>
          <a:ln w="12700">
            <a:solidFill>
              <a:srgbClr val="FFFFFF">
                <a:alpha val="0"/>
              </a:srgbClr>
            </a:solidFill>
            <a:prstDash val="solid"/>
          </a:ln>
        </p:spPr>
      </p:sp>
      <p:sp>
        <p:nvSpPr>
          <p:cNvPr id="37" name="Text 34"/>
          <p:cNvSpPr txBox="1"/>
          <p:nvPr/>
        </p:nvSpPr>
        <p:spPr>
          <a:xfrm>
            <a:off x="4572000" y="4160520"/>
            <a:ext cx="1263598" cy="475488"/>
          </a:xfrm>
          <a:prstGeom prst="rect">
            <a:avLst/>
          </a:prstGeom>
          <a:noFill/>
          <a:ln/>
        </p:spPr>
        <p:txBody>
          <a:bodyPr wrap="square" lIns="0" tIns="0" rIns="0" bIns="0" rtlCol="0" anchor="ctr"/>
          <a:lstStyle/>
          <a:p>
            <a:pPr algn="ctr" indent="0" marL="0">
              <a:buNone/>
            </a:pPr>
            <a:r>
              <a:rPr lang="en-US" sz="1800" b="1" i="1" dirty="0">
                <a:solidFill>
                  <a:schemeClr val="bg1"/>
                </a:solidFill>
              </a:rPr>
              <a:t>worked</a:t>
            </a:r>
            <a:endParaRPr lang="en-US" sz="1800" dirty="0"/>
          </a:p>
        </p:txBody>
      </p:sp>
      <p:sp>
        <p:nvSpPr>
          <p:cNvPr id="38" name="Text 35"/>
          <p:cNvSpPr txBox="1"/>
          <p:nvPr/>
        </p:nvSpPr>
        <p:spPr>
          <a:xfrm>
            <a:off x="731520" y="4892040"/>
            <a:ext cx="5120640" cy="457200"/>
          </a:xfrm>
          <a:prstGeom prst="rect">
            <a:avLst/>
          </a:prstGeom>
          <a:noFill/>
          <a:ln/>
        </p:spPr>
        <p:txBody>
          <a:bodyPr wrap="square" lIns="0" tIns="0" rIns="0" bIns="0" rtlCol="0" anchor="ctr"/>
          <a:lstStyle/>
          <a:p>
            <a:pPr algn="l" indent="0" marL="0">
              <a:buNone/>
            </a:pPr>
            <a:r>
              <a:rPr lang="en-US" sz="1400" dirty="0">
                <a:solidFill>
                  <a:schemeClr val="tx2"/>
                </a:solidFill>
              </a:rPr>
              <a:t>pas de </a:t>
            </a:r>
            <a:r>
              <a:rPr lang="en-US" sz="1400" i="1" dirty="0">
                <a:solidFill>
                  <a:schemeClr val="tx2"/>
                </a:solidFill>
              </a:rPr>
              <a:t>-s</a:t>
            </a:r>
            <a:r>
              <a:rPr lang="en-US" sz="1400" dirty="0">
                <a:solidFill>
                  <a:schemeClr val="tx2"/>
                </a:solidFill>
              </a:rPr>
              <a:t> : </a:t>
            </a:r>
            <a:r>
              <a:rPr lang="en-US" sz="1400" i="1" dirty="0">
                <a:solidFill>
                  <a:schemeClr val="tx2"/>
                </a:solidFill>
              </a:rPr>
              <a:t>he </a:t>
            </a:r>
            <a:r>
              <a:rPr lang="en-US" sz="1400" b="1" i="1" dirty="0">
                <a:solidFill>
                  <a:schemeClr val="tx2"/>
                </a:solidFill>
              </a:rPr>
              <a:t>worked</a:t>
            </a:r>
            <a:r>
              <a:rPr lang="en-US" sz="1400" dirty="0">
                <a:solidFill>
                  <a:schemeClr val="tx2"/>
                </a:solidFill>
              </a:rPr>
              <a:t> ✓ · </a:t>
            </a:r>
            <a:r>
              <a:rPr lang="en-US" sz="1400" i="1" dirty="0">
                <a:solidFill>
                  <a:schemeClr val="tx2"/>
                </a:solidFill>
              </a:rPr>
              <a:t>he workeds</a:t>
            </a:r>
            <a:r>
              <a:rPr lang="en-US" sz="1400" dirty="0">
                <a:solidFill>
                  <a:schemeClr val="tx2"/>
                </a:solidFill>
              </a:rPr>
              <a:t> ✗</a:t>
            </a:r>
            <a:endParaRPr lang="en-US" sz="1400" dirty="0"/>
          </a:p>
        </p:txBody>
      </p:sp>
      <p:sp>
        <p:nvSpPr>
          <p:cNvPr id="39" name="Shape 36"/>
          <p:cNvSpPr/>
          <p:nvPr/>
        </p:nvSpPr>
        <p:spPr>
          <a:xfrm>
            <a:off x="6263640" y="2971800"/>
            <a:ext cx="5376672" cy="2514600"/>
          </a:xfrm>
          <a:prstGeom prst="roundRect">
            <a:avLst>
              <a:gd name="adj" fmla="val 4364"/>
            </a:avLst>
          </a:prstGeom>
          <a:solidFill>
            <a:srgbClr val="FBEDEB"/>
          </a:solidFill>
          <a:ln w="19050">
            <a:solidFill>
              <a:srgbClr val="B83227"/>
            </a:solidFill>
            <a:prstDash val="solid"/>
          </a:ln>
        </p:spPr>
      </p:sp>
      <p:sp>
        <p:nvSpPr>
          <p:cNvPr id="40" name="Shape 37"/>
          <p:cNvSpPr/>
          <p:nvPr/>
        </p:nvSpPr>
        <p:spPr>
          <a:xfrm>
            <a:off x="6446520" y="3118104"/>
            <a:ext cx="128016" cy="253472"/>
          </a:xfrm>
          <a:prstGeom prst="rect">
            <a:avLst/>
          </a:prstGeom>
          <a:solidFill>
            <a:srgbClr val="1F4FA3"/>
          </a:solidFill>
          <a:ln w="12700">
            <a:solidFill>
              <a:srgbClr val="FFFFFF">
                <a:alpha val="0"/>
              </a:srgbClr>
            </a:solidFill>
            <a:prstDash val="solid"/>
          </a:ln>
        </p:spPr>
      </p:sp>
      <p:sp>
        <p:nvSpPr>
          <p:cNvPr id="41" name="Shape 38"/>
          <p:cNvSpPr/>
          <p:nvPr/>
        </p:nvSpPr>
        <p:spPr>
          <a:xfrm>
            <a:off x="6574536" y="3118104"/>
            <a:ext cx="128016" cy="253472"/>
          </a:xfrm>
          <a:prstGeom prst="rect">
            <a:avLst/>
          </a:prstGeom>
          <a:solidFill>
            <a:srgbClr val="FFFFFF"/>
          </a:solidFill>
          <a:ln w="12700">
            <a:solidFill>
              <a:srgbClr val="FFFFFF">
                <a:alpha val="0"/>
              </a:srgbClr>
            </a:solidFill>
            <a:prstDash val="solid"/>
          </a:ln>
        </p:spPr>
      </p:sp>
      <p:sp>
        <p:nvSpPr>
          <p:cNvPr id="42" name="Shape 39"/>
          <p:cNvSpPr/>
          <p:nvPr/>
        </p:nvSpPr>
        <p:spPr>
          <a:xfrm>
            <a:off x="6702552" y="3118104"/>
            <a:ext cx="128016" cy="253472"/>
          </a:xfrm>
          <a:prstGeom prst="rect">
            <a:avLst/>
          </a:prstGeom>
          <a:solidFill>
            <a:srgbClr val="E2232A"/>
          </a:solidFill>
          <a:ln w="12700">
            <a:solidFill>
              <a:srgbClr val="FFFFFF">
                <a:alpha val="0"/>
              </a:srgbClr>
            </a:solidFill>
            <a:prstDash val="solid"/>
          </a:ln>
        </p:spPr>
      </p:sp>
      <p:sp>
        <p:nvSpPr>
          <p:cNvPr id="43" name="Shape 40"/>
          <p:cNvSpPr/>
          <p:nvPr/>
        </p:nvSpPr>
        <p:spPr>
          <a:xfrm>
            <a:off x="6446520" y="3118104"/>
            <a:ext cx="384048" cy="253472"/>
          </a:xfrm>
          <a:prstGeom prst="rect">
            <a:avLst/>
          </a:prstGeom>
          <a:noFill/>
          <a:ln w="9525">
            <a:solidFill>
              <a:srgbClr val="B8C2CF"/>
            </a:solidFill>
            <a:prstDash val="solid"/>
          </a:ln>
        </p:spPr>
      </p:sp>
      <p:sp>
        <p:nvSpPr>
          <p:cNvPr id="44" name="Text 41"/>
          <p:cNvSpPr txBox="1"/>
          <p:nvPr/>
        </p:nvSpPr>
        <p:spPr>
          <a:xfrm>
            <a:off x="6867144" y="304495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45" name="Shape 42"/>
          <p:cNvSpPr/>
          <p:nvPr/>
        </p:nvSpPr>
        <p:spPr>
          <a:xfrm>
            <a:off x="7159752" y="3118104"/>
            <a:ext cx="384048" cy="253472"/>
          </a:xfrm>
          <a:prstGeom prst="rect">
            <a:avLst/>
          </a:prstGeom>
          <a:solidFill>
            <a:srgbClr val="1F3B87"/>
          </a:solidFill>
          <a:ln w="12700">
            <a:solidFill>
              <a:srgbClr val="FFFFFF">
                <a:alpha val="0"/>
              </a:srgbClr>
            </a:solidFill>
            <a:prstDash val="solid"/>
          </a:ln>
        </p:spPr>
      </p:sp>
      <p:sp>
        <p:nvSpPr>
          <p:cNvPr id="46" name="Shape 43"/>
          <p:cNvSpPr/>
          <p:nvPr/>
        </p:nvSpPr>
        <p:spPr>
          <a:xfrm>
            <a:off x="7159752" y="311810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47" name="Shape 44"/>
          <p:cNvSpPr/>
          <p:nvPr/>
        </p:nvSpPr>
        <p:spPr>
          <a:xfrm>
            <a:off x="7159752" y="311810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48" name="Shape 45"/>
          <p:cNvSpPr/>
          <p:nvPr/>
        </p:nvSpPr>
        <p:spPr>
          <a:xfrm>
            <a:off x="7309193" y="3118104"/>
            <a:ext cx="85166" cy="253472"/>
          </a:xfrm>
          <a:prstGeom prst="rect">
            <a:avLst/>
          </a:prstGeom>
          <a:solidFill>
            <a:srgbClr val="FFFFFF"/>
          </a:solidFill>
          <a:ln w="12700">
            <a:solidFill>
              <a:srgbClr val="FFFFFF">
                <a:alpha val="0"/>
              </a:srgbClr>
            </a:solidFill>
            <a:prstDash val="solid"/>
          </a:ln>
        </p:spPr>
      </p:sp>
      <p:sp>
        <p:nvSpPr>
          <p:cNvPr id="49" name="Shape 46"/>
          <p:cNvSpPr/>
          <p:nvPr/>
        </p:nvSpPr>
        <p:spPr>
          <a:xfrm>
            <a:off x="7159752" y="3202257"/>
            <a:ext cx="384048" cy="85166"/>
          </a:xfrm>
          <a:prstGeom prst="rect">
            <a:avLst/>
          </a:prstGeom>
          <a:solidFill>
            <a:srgbClr val="FFFFFF"/>
          </a:solidFill>
          <a:ln w="12700">
            <a:solidFill>
              <a:srgbClr val="FFFFFF">
                <a:alpha val="0"/>
              </a:srgbClr>
            </a:solidFill>
            <a:prstDash val="solid"/>
          </a:ln>
        </p:spPr>
      </p:sp>
      <p:sp>
        <p:nvSpPr>
          <p:cNvPr id="50" name="Shape 47"/>
          <p:cNvSpPr/>
          <p:nvPr/>
        </p:nvSpPr>
        <p:spPr>
          <a:xfrm>
            <a:off x="7327443" y="3118104"/>
            <a:ext cx="48667" cy="253472"/>
          </a:xfrm>
          <a:prstGeom prst="rect">
            <a:avLst/>
          </a:prstGeom>
          <a:solidFill>
            <a:srgbClr val="C8102E"/>
          </a:solidFill>
          <a:ln w="12700">
            <a:solidFill>
              <a:srgbClr val="FFFFFF">
                <a:alpha val="0"/>
              </a:srgbClr>
            </a:solidFill>
            <a:prstDash val="solid"/>
          </a:ln>
        </p:spPr>
      </p:sp>
      <p:sp>
        <p:nvSpPr>
          <p:cNvPr id="51" name="Shape 48"/>
          <p:cNvSpPr/>
          <p:nvPr/>
        </p:nvSpPr>
        <p:spPr>
          <a:xfrm>
            <a:off x="7159752" y="3220507"/>
            <a:ext cx="384048" cy="48667"/>
          </a:xfrm>
          <a:prstGeom prst="rect">
            <a:avLst/>
          </a:prstGeom>
          <a:solidFill>
            <a:srgbClr val="C8102E"/>
          </a:solidFill>
          <a:ln w="12700">
            <a:solidFill>
              <a:srgbClr val="FFFFFF">
                <a:alpha val="0"/>
              </a:srgbClr>
            </a:solidFill>
            <a:prstDash val="solid"/>
          </a:ln>
        </p:spPr>
      </p:sp>
      <p:sp>
        <p:nvSpPr>
          <p:cNvPr id="52" name="Shape 49"/>
          <p:cNvSpPr/>
          <p:nvPr/>
        </p:nvSpPr>
        <p:spPr>
          <a:xfrm>
            <a:off x="7159752" y="3118104"/>
            <a:ext cx="384048" cy="253472"/>
          </a:xfrm>
          <a:prstGeom prst="rect">
            <a:avLst/>
          </a:prstGeom>
          <a:noFill/>
          <a:ln w="9525">
            <a:solidFill>
              <a:srgbClr val="B8C2CF"/>
            </a:solidFill>
            <a:prstDash val="solid"/>
          </a:ln>
        </p:spPr>
      </p:sp>
      <p:sp>
        <p:nvSpPr>
          <p:cNvPr id="53" name="Text 50"/>
          <p:cNvSpPr txBox="1"/>
          <p:nvPr/>
        </p:nvSpPr>
        <p:spPr>
          <a:xfrm>
            <a:off x="7680960" y="3044952"/>
            <a:ext cx="3822192" cy="384048"/>
          </a:xfrm>
          <a:prstGeom prst="rect">
            <a:avLst/>
          </a:prstGeom>
          <a:noFill/>
          <a:ln/>
        </p:spPr>
        <p:txBody>
          <a:bodyPr wrap="square" lIns="0" tIns="0" rIns="0" bIns="0" rtlCol="0" anchor="ctr"/>
          <a:lstStyle/>
          <a:p>
            <a:pPr algn="l" indent="0" marL="0">
              <a:buNone/>
            </a:pPr>
            <a:r>
              <a:rPr lang="en-US" sz="1500" b="1" dirty="0">
                <a:solidFill>
                  <a:schemeClr val="accent6"/>
                </a:solidFill>
              </a:rPr>
              <a:t>Piège pour francophones</a:t>
            </a:r>
            <a:endParaRPr lang="en-US" sz="1500" dirty="0"/>
          </a:p>
        </p:txBody>
      </p:sp>
      <p:sp>
        <p:nvSpPr>
          <p:cNvPr id="54" name="Text 51"/>
          <p:cNvSpPr txBox="1"/>
          <p:nvPr/>
        </p:nvSpPr>
        <p:spPr>
          <a:xfrm>
            <a:off x="6446520" y="3474720"/>
            <a:ext cx="5010912" cy="1947672"/>
          </a:xfrm>
          <a:prstGeom prst="rect">
            <a:avLst/>
          </a:prstGeom>
          <a:noFill/>
          <a:ln/>
        </p:spPr>
        <p:txBody>
          <a:bodyPr wrap="square" lIns="0" tIns="0" rIns="0" bIns="0" rtlCol="0" anchor="t"/>
          <a:lstStyle/>
          <a:p>
            <a:pPr algn="l" indent="0" marL="0">
              <a:spcAft>
                <a:spcPts val="400"/>
              </a:spcAft>
              <a:buNone/>
            </a:pPr>
            <a:r>
              <a:rPr lang="en-US" sz="1450" dirty="0">
                <a:solidFill>
                  <a:schemeClr val="tx1"/>
                </a:solidFill>
              </a:rPr>
              <a:t>« j’</a:t>
            </a:r>
            <a:r>
              <a:rPr lang="en-US" sz="1450" b="1" dirty="0">
                <a:solidFill>
                  <a:schemeClr val="tx1"/>
                </a:solidFill>
              </a:rPr>
              <a:t>ai travaillé</a:t>
            </a:r>
            <a:r>
              <a:rPr lang="en-US" sz="1450" dirty="0">
                <a:solidFill>
                  <a:schemeClr val="tx1"/>
                </a:solidFill>
              </a:rPr>
              <a:t> » · « je </a:t>
            </a:r>
            <a:r>
              <a:rPr lang="en-US" sz="1450" b="1" dirty="0">
                <a:solidFill>
                  <a:schemeClr val="tx1"/>
                </a:solidFill>
              </a:rPr>
              <a:t>travaillai</a:t>
            </a:r>
            <a:r>
              <a:rPr lang="en-US" sz="1450" dirty="0">
                <a:solidFill>
                  <a:schemeClr val="tx1"/>
                </a:solidFill>
              </a:rPr>
              <a:t> »</a:t>
            </a:r>
            <a:endParaRPr lang="en-US" sz="1450" dirty="0"/>
          </a:p>
          <a:p>
            <a:pPr algn="l" indent="0" marL="0">
              <a:spcAft>
                <a:spcPts val="400"/>
              </a:spcAft>
              <a:buNone/>
            </a:pPr>
            <a:r>
              <a:rPr lang="en-US" sz="1450" dirty="0">
                <a:solidFill>
                  <a:schemeClr val="tx1"/>
                </a:solidFill>
              </a:rPr>
              <a:t>→ </a:t>
            </a:r>
            <a:r>
              <a:rPr lang="en-US" sz="1450" i="1" dirty="0">
                <a:solidFill>
                  <a:schemeClr val="tx1"/>
                </a:solidFill>
              </a:rPr>
              <a:t>I </a:t>
            </a:r>
            <a:r>
              <a:rPr lang="en-US" sz="1450" b="1" i="1" dirty="0">
                <a:solidFill>
                  <a:schemeClr val="tx1"/>
                </a:solidFill>
              </a:rPr>
              <a:t>worked</a:t>
            </a:r>
            <a:r>
              <a:rPr lang="en-US" sz="1450" dirty="0">
                <a:solidFill>
                  <a:schemeClr val="tx1"/>
                </a:solidFill>
              </a:rPr>
              <a:t> : un seul mot !</a:t>
            </a:r>
            <a:endParaRPr lang="en-US" sz="1450" dirty="0"/>
          </a:p>
          <a:p>
            <a:pPr algn="l" indent="0" marL="0">
              <a:spcAft>
                <a:spcPts val="400"/>
              </a:spcAft>
              <a:buNone/>
            </a:pPr>
            <a:r>
              <a:rPr lang="en-US" sz="1450" dirty="0">
                <a:solidFill>
                  <a:schemeClr val="tx1"/>
                </a:solidFill>
              </a:rPr>
              <a:t>L’anglais n’a </a:t>
            </a:r>
            <a:r>
              <a:rPr lang="en-US" sz="1450" b="1" dirty="0">
                <a:solidFill>
                  <a:schemeClr val="tx1"/>
                </a:solidFill>
              </a:rPr>
              <a:t>pas d’auxiliaire</a:t>
            </a:r>
            <a:r>
              <a:rPr lang="en-US" sz="1450" dirty="0">
                <a:solidFill>
                  <a:schemeClr val="tx1"/>
                </a:solidFill>
              </a:rPr>
              <a:t> à la forme affirmative du past simple.</a:t>
            </a:r>
            <a:endParaRPr lang="en-US" sz="1450" dirty="0"/>
          </a:p>
        </p:txBody>
      </p:sp>
      <p:sp>
        <p:nvSpPr>
          <p:cNvPr id="55" name="Shape 52"/>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6" name="Text 53"/>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Régulier : </a:t>
            </a:r>
            <a:r>
              <a:rPr lang="en-US" sz="1600" b="1" dirty="0">
                <a:solidFill>
                  <a:schemeClr val="bg1"/>
                </a:solidFill>
              </a:rPr>
              <a:t>base + -ed</a:t>
            </a:r>
            <a:r>
              <a:rPr lang="en-US" sz="1600" dirty="0">
                <a:solidFill>
                  <a:schemeClr val="bg1"/>
                </a:solidFill>
              </a:rPr>
              <a:t>. Une seule forme, pour toutes les personnes.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Spelling: four rules for -ed</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SPELLING</a:t>
            </a:r>
            <a:endParaRPr lang="en-US" sz="1200" dirty="0"/>
          </a:p>
        </p:txBody>
      </p:sp>
      <p:sp>
        <p:nvSpPr>
          <p:cNvPr id="5" name="Shape 2"/>
          <p:cNvSpPr/>
          <p:nvPr/>
        </p:nvSpPr>
        <p:spPr>
          <a:xfrm>
            <a:off x="548640" y="1463040"/>
            <a:ext cx="2971800" cy="777240"/>
          </a:xfrm>
          <a:prstGeom prst="roundRect">
            <a:avLst>
              <a:gd name="adj" fmla="val 14118"/>
            </a:avLst>
          </a:prstGeom>
          <a:solidFill>
            <a:srgbClr val="FDF1E6"/>
          </a:solidFill>
          <a:ln w="15875">
            <a:solidFill>
              <a:srgbClr val="D9700F"/>
            </a:solidFill>
            <a:prstDash val="solid"/>
          </a:ln>
        </p:spPr>
      </p:sp>
      <p:sp>
        <p:nvSpPr>
          <p:cNvPr id="6" name="Text 3"/>
          <p:cNvSpPr txBox="1"/>
          <p:nvPr/>
        </p:nvSpPr>
        <p:spPr>
          <a:xfrm>
            <a:off x="685800" y="1463040"/>
            <a:ext cx="2743200" cy="777240"/>
          </a:xfrm>
          <a:prstGeom prst="rect">
            <a:avLst/>
          </a:prstGeom>
          <a:noFill/>
          <a:ln/>
        </p:spPr>
        <p:txBody>
          <a:bodyPr wrap="square" lIns="0" tIns="0" rIns="0" bIns="0" rtlCol="0" anchor="ctr"/>
          <a:lstStyle/>
          <a:p>
            <a:pPr algn="l" indent="0" marL="0">
              <a:buNone/>
            </a:pPr>
            <a:r>
              <a:rPr lang="en-US" sz="1400" b="1" dirty="0">
                <a:solidFill>
                  <a:schemeClr val="tx2"/>
                </a:solidFill>
              </a:rPr>
              <a:t>① most verbs</a:t>
            </a:r>
            <a:endParaRPr lang="en-US" sz="1400" dirty="0"/>
          </a:p>
          <a:p>
            <a:pPr algn="l" indent="0" marL="0">
              <a:buNone/>
            </a:pPr>
            <a:r>
              <a:rPr lang="en-US" sz="1400" b="1" i="1" dirty="0">
                <a:solidFill>
                  <a:schemeClr val="tx2"/>
                </a:solidFill>
              </a:rPr>
              <a:t>+ ed</a:t>
            </a:r>
            <a:endParaRPr lang="en-US" sz="1400" dirty="0"/>
          </a:p>
        </p:txBody>
      </p:sp>
      <p:sp>
        <p:nvSpPr>
          <p:cNvPr id="7" name="Shape 4"/>
          <p:cNvSpPr/>
          <p:nvPr/>
        </p:nvSpPr>
        <p:spPr>
          <a:xfrm>
            <a:off x="3657600" y="146304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8" name="Text 5"/>
          <p:cNvSpPr txBox="1"/>
          <p:nvPr/>
        </p:nvSpPr>
        <p:spPr>
          <a:xfrm>
            <a:off x="3703320" y="149961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work</a:t>
            </a:r>
            <a:r>
              <a:rPr lang="en-US" sz="1300" dirty="0">
                <a:solidFill>
                  <a:schemeClr val="tx2"/>
                </a:solidFill>
              </a:rPr>
              <a:t> ↓</a:t>
            </a:r>
            <a:endParaRPr lang="en-US" sz="1300" dirty="0"/>
          </a:p>
        </p:txBody>
      </p:sp>
      <p:sp>
        <p:nvSpPr>
          <p:cNvPr id="9" name="Shape 6"/>
          <p:cNvSpPr/>
          <p:nvPr/>
        </p:nvSpPr>
        <p:spPr>
          <a:xfrm>
            <a:off x="3749040" y="1820570"/>
            <a:ext cx="2386584" cy="341986"/>
          </a:xfrm>
          <a:prstGeom prst="roundRect">
            <a:avLst>
              <a:gd name="adj" fmla="val 32086"/>
            </a:avLst>
          </a:prstGeom>
          <a:solidFill>
            <a:schemeClr val="accent4"/>
          </a:solidFill>
          <a:ln w="12700">
            <a:solidFill>
              <a:srgbClr val="FFFFFF">
                <a:alpha val="0"/>
              </a:srgbClr>
            </a:solidFill>
            <a:prstDash val="solid"/>
          </a:ln>
        </p:spPr>
      </p:sp>
      <p:sp>
        <p:nvSpPr>
          <p:cNvPr id="10" name="Text 7"/>
          <p:cNvSpPr txBox="1"/>
          <p:nvPr/>
        </p:nvSpPr>
        <p:spPr>
          <a:xfrm>
            <a:off x="3749040" y="182057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worked</a:t>
            </a:r>
            <a:endParaRPr lang="en-US" sz="1500" dirty="0"/>
          </a:p>
        </p:txBody>
      </p:sp>
      <p:sp>
        <p:nvSpPr>
          <p:cNvPr id="11" name="Shape 8"/>
          <p:cNvSpPr/>
          <p:nvPr/>
        </p:nvSpPr>
        <p:spPr>
          <a:xfrm>
            <a:off x="6364224" y="146304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6409944" y="149961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play</a:t>
            </a:r>
            <a:r>
              <a:rPr lang="en-US" sz="1300" dirty="0">
                <a:solidFill>
                  <a:schemeClr val="tx2"/>
                </a:solidFill>
              </a:rPr>
              <a:t> ↓</a:t>
            </a:r>
            <a:endParaRPr lang="en-US" sz="1300" dirty="0"/>
          </a:p>
        </p:txBody>
      </p:sp>
      <p:sp>
        <p:nvSpPr>
          <p:cNvPr id="13" name="Shape 10"/>
          <p:cNvSpPr/>
          <p:nvPr/>
        </p:nvSpPr>
        <p:spPr>
          <a:xfrm>
            <a:off x="6455664" y="1820570"/>
            <a:ext cx="2386584" cy="341986"/>
          </a:xfrm>
          <a:prstGeom prst="roundRect">
            <a:avLst>
              <a:gd name="adj" fmla="val 32086"/>
            </a:avLst>
          </a:prstGeom>
          <a:solidFill>
            <a:schemeClr val="accent4"/>
          </a:solidFill>
          <a:ln w="12700">
            <a:solidFill>
              <a:srgbClr val="FFFFFF">
                <a:alpha val="0"/>
              </a:srgbClr>
            </a:solidFill>
            <a:prstDash val="solid"/>
          </a:ln>
        </p:spPr>
      </p:sp>
      <p:sp>
        <p:nvSpPr>
          <p:cNvPr id="14" name="Text 11"/>
          <p:cNvSpPr txBox="1"/>
          <p:nvPr/>
        </p:nvSpPr>
        <p:spPr>
          <a:xfrm>
            <a:off x="6455664" y="182057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played</a:t>
            </a:r>
            <a:endParaRPr lang="en-US" sz="1500" dirty="0"/>
          </a:p>
        </p:txBody>
      </p:sp>
      <p:sp>
        <p:nvSpPr>
          <p:cNvPr id="15" name="Shape 12"/>
          <p:cNvSpPr/>
          <p:nvPr/>
        </p:nvSpPr>
        <p:spPr>
          <a:xfrm>
            <a:off x="9070848" y="146304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9116568" y="149961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watch</a:t>
            </a:r>
            <a:r>
              <a:rPr lang="en-US" sz="1300" dirty="0">
                <a:solidFill>
                  <a:schemeClr val="tx2"/>
                </a:solidFill>
              </a:rPr>
              <a:t> ↓</a:t>
            </a:r>
            <a:endParaRPr lang="en-US" sz="1300" dirty="0"/>
          </a:p>
        </p:txBody>
      </p:sp>
      <p:sp>
        <p:nvSpPr>
          <p:cNvPr id="17" name="Shape 14"/>
          <p:cNvSpPr/>
          <p:nvPr/>
        </p:nvSpPr>
        <p:spPr>
          <a:xfrm>
            <a:off x="9162288" y="1820570"/>
            <a:ext cx="2386584" cy="341986"/>
          </a:xfrm>
          <a:prstGeom prst="roundRect">
            <a:avLst>
              <a:gd name="adj" fmla="val 32086"/>
            </a:avLst>
          </a:prstGeom>
          <a:solidFill>
            <a:schemeClr val="accent4"/>
          </a:solidFill>
          <a:ln w="12700">
            <a:solidFill>
              <a:srgbClr val="FFFFFF">
                <a:alpha val="0"/>
              </a:srgbClr>
            </a:solidFill>
            <a:prstDash val="solid"/>
          </a:ln>
        </p:spPr>
      </p:sp>
      <p:sp>
        <p:nvSpPr>
          <p:cNvPr id="18" name="Text 15"/>
          <p:cNvSpPr txBox="1"/>
          <p:nvPr/>
        </p:nvSpPr>
        <p:spPr>
          <a:xfrm>
            <a:off x="9162288" y="182057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watched</a:t>
            </a:r>
            <a:endParaRPr lang="en-US" sz="1500" dirty="0"/>
          </a:p>
        </p:txBody>
      </p:sp>
      <p:sp>
        <p:nvSpPr>
          <p:cNvPr id="19" name="Shape 16"/>
          <p:cNvSpPr/>
          <p:nvPr/>
        </p:nvSpPr>
        <p:spPr>
          <a:xfrm>
            <a:off x="548640" y="2331720"/>
            <a:ext cx="2971800" cy="777240"/>
          </a:xfrm>
          <a:prstGeom prst="roundRect">
            <a:avLst>
              <a:gd name="adj" fmla="val 14118"/>
            </a:avLst>
          </a:prstGeom>
          <a:solidFill>
            <a:srgbClr val="FDF1E6"/>
          </a:solidFill>
          <a:ln w="15875">
            <a:solidFill>
              <a:srgbClr val="D9700F"/>
            </a:solidFill>
            <a:prstDash val="solid"/>
          </a:ln>
        </p:spPr>
      </p:sp>
      <p:sp>
        <p:nvSpPr>
          <p:cNvPr id="20" name="Text 17"/>
          <p:cNvSpPr txBox="1"/>
          <p:nvPr/>
        </p:nvSpPr>
        <p:spPr>
          <a:xfrm>
            <a:off x="685800" y="2331720"/>
            <a:ext cx="2743200" cy="777240"/>
          </a:xfrm>
          <a:prstGeom prst="rect">
            <a:avLst/>
          </a:prstGeom>
          <a:noFill/>
          <a:ln/>
        </p:spPr>
        <p:txBody>
          <a:bodyPr wrap="square" lIns="0" tIns="0" rIns="0" bIns="0" rtlCol="0" anchor="ctr"/>
          <a:lstStyle/>
          <a:p>
            <a:pPr algn="l" indent="0" marL="0">
              <a:buNone/>
            </a:pPr>
            <a:r>
              <a:rPr lang="en-US" sz="1400" b="1" dirty="0">
                <a:solidFill>
                  <a:schemeClr val="tx2"/>
                </a:solidFill>
              </a:rPr>
              <a:t>② ends in -e</a:t>
            </a:r>
            <a:endParaRPr lang="en-US" sz="1400" dirty="0"/>
          </a:p>
          <a:p>
            <a:pPr algn="l" indent="0" marL="0">
              <a:buNone/>
            </a:pPr>
            <a:r>
              <a:rPr lang="en-US" sz="1400" b="1" i="1" dirty="0">
                <a:solidFill>
                  <a:schemeClr val="tx2"/>
                </a:solidFill>
              </a:rPr>
              <a:t>+ d</a:t>
            </a:r>
            <a:endParaRPr lang="en-US" sz="1400" dirty="0"/>
          </a:p>
        </p:txBody>
      </p:sp>
      <p:sp>
        <p:nvSpPr>
          <p:cNvPr id="21" name="Shape 18"/>
          <p:cNvSpPr/>
          <p:nvPr/>
        </p:nvSpPr>
        <p:spPr>
          <a:xfrm>
            <a:off x="3657600" y="233172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3703320" y="236829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live</a:t>
            </a:r>
            <a:r>
              <a:rPr lang="en-US" sz="1300" dirty="0">
                <a:solidFill>
                  <a:schemeClr val="tx2"/>
                </a:solidFill>
              </a:rPr>
              <a:t> ↓</a:t>
            </a:r>
            <a:endParaRPr lang="en-US" sz="1300" dirty="0"/>
          </a:p>
        </p:txBody>
      </p:sp>
      <p:sp>
        <p:nvSpPr>
          <p:cNvPr id="23" name="Shape 20"/>
          <p:cNvSpPr/>
          <p:nvPr/>
        </p:nvSpPr>
        <p:spPr>
          <a:xfrm>
            <a:off x="3749040" y="2689250"/>
            <a:ext cx="2386584" cy="341986"/>
          </a:xfrm>
          <a:prstGeom prst="roundRect">
            <a:avLst>
              <a:gd name="adj" fmla="val 32086"/>
            </a:avLst>
          </a:prstGeom>
          <a:solidFill>
            <a:schemeClr val="accent4"/>
          </a:solidFill>
          <a:ln w="12700">
            <a:solidFill>
              <a:srgbClr val="FFFFFF">
                <a:alpha val="0"/>
              </a:srgbClr>
            </a:solidFill>
            <a:prstDash val="solid"/>
          </a:ln>
        </p:spPr>
      </p:sp>
      <p:sp>
        <p:nvSpPr>
          <p:cNvPr id="24" name="Text 21"/>
          <p:cNvSpPr txBox="1"/>
          <p:nvPr/>
        </p:nvSpPr>
        <p:spPr>
          <a:xfrm>
            <a:off x="3749040" y="268925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lived</a:t>
            </a:r>
            <a:endParaRPr lang="en-US" sz="1500" dirty="0"/>
          </a:p>
        </p:txBody>
      </p:sp>
      <p:sp>
        <p:nvSpPr>
          <p:cNvPr id="25" name="Shape 22"/>
          <p:cNvSpPr/>
          <p:nvPr/>
        </p:nvSpPr>
        <p:spPr>
          <a:xfrm>
            <a:off x="6364224" y="233172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6409944" y="236829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like</a:t>
            </a:r>
            <a:r>
              <a:rPr lang="en-US" sz="1300" dirty="0">
                <a:solidFill>
                  <a:schemeClr val="tx2"/>
                </a:solidFill>
              </a:rPr>
              <a:t> ↓</a:t>
            </a:r>
            <a:endParaRPr lang="en-US" sz="1300" dirty="0"/>
          </a:p>
        </p:txBody>
      </p:sp>
      <p:sp>
        <p:nvSpPr>
          <p:cNvPr id="27" name="Shape 24"/>
          <p:cNvSpPr/>
          <p:nvPr/>
        </p:nvSpPr>
        <p:spPr>
          <a:xfrm>
            <a:off x="6455664" y="2689250"/>
            <a:ext cx="2386584" cy="341986"/>
          </a:xfrm>
          <a:prstGeom prst="roundRect">
            <a:avLst>
              <a:gd name="adj" fmla="val 32086"/>
            </a:avLst>
          </a:prstGeom>
          <a:solidFill>
            <a:schemeClr val="accent4"/>
          </a:solidFill>
          <a:ln w="12700">
            <a:solidFill>
              <a:srgbClr val="FFFFFF">
                <a:alpha val="0"/>
              </a:srgbClr>
            </a:solidFill>
            <a:prstDash val="solid"/>
          </a:ln>
        </p:spPr>
      </p:sp>
      <p:sp>
        <p:nvSpPr>
          <p:cNvPr id="28" name="Text 25"/>
          <p:cNvSpPr txBox="1"/>
          <p:nvPr/>
        </p:nvSpPr>
        <p:spPr>
          <a:xfrm>
            <a:off x="6455664" y="268925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liked</a:t>
            </a:r>
            <a:endParaRPr lang="en-US" sz="1500" dirty="0"/>
          </a:p>
        </p:txBody>
      </p:sp>
      <p:sp>
        <p:nvSpPr>
          <p:cNvPr id="29" name="Shape 26"/>
          <p:cNvSpPr/>
          <p:nvPr/>
        </p:nvSpPr>
        <p:spPr>
          <a:xfrm>
            <a:off x="9070848" y="233172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116568" y="236829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arrive</a:t>
            </a:r>
            <a:r>
              <a:rPr lang="en-US" sz="1300" dirty="0">
                <a:solidFill>
                  <a:schemeClr val="tx2"/>
                </a:solidFill>
              </a:rPr>
              <a:t> ↓</a:t>
            </a:r>
            <a:endParaRPr lang="en-US" sz="1300" dirty="0"/>
          </a:p>
        </p:txBody>
      </p:sp>
      <p:sp>
        <p:nvSpPr>
          <p:cNvPr id="31" name="Shape 28"/>
          <p:cNvSpPr/>
          <p:nvPr/>
        </p:nvSpPr>
        <p:spPr>
          <a:xfrm>
            <a:off x="9162288" y="2689250"/>
            <a:ext cx="2386584" cy="341986"/>
          </a:xfrm>
          <a:prstGeom prst="roundRect">
            <a:avLst>
              <a:gd name="adj" fmla="val 32086"/>
            </a:avLst>
          </a:prstGeom>
          <a:solidFill>
            <a:schemeClr val="accent4"/>
          </a:solidFill>
          <a:ln w="12700">
            <a:solidFill>
              <a:srgbClr val="FFFFFF">
                <a:alpha val="0"/>
              </a:srgbClr>
            </a:solidFill>
            <a:prstDash val="solid"/>
          </a:ln>
        </p:spPr>
      </p:sp>
      <p:sp>
        <p:nvSpPr>
          <p:cNvPr id="32" name="Text 29"/>
          <p:cNvSpPr txBox="1"/>
          <p:nvPr/>
        </p:nvSpPr>
        <p:spPr>
          <a:xfrm>
            <a:off x="9162288" y="268925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arrived</a:t>
            </a:r>
            <a:endParaRPr lang="en-US" sz="1500" dirty="0"/>
          </a:p>
        </p:txBody>
      </p:sp>
      <p:sp>
        <p:nvSpPr>
          <p:cNvPr id="33" name="Shape 30"/>
          <p:cNvSpPr/>
          <p:nvPr/>
        </p:nvSpPr>
        <p:spPr>
          <a:xfrm>
            <a:off x="548640" y="3200400"/>
            <a:ext cx="2971800" cy="777240"/>
          </a:xfrm>
          <a:prstGeom prst="roundRect">
            <a:avLst>
              <a:gd name="adj" fmla="val 14118"/>
            </a:avLst>
          </a:prstGeom>
          <a:solidFill>
            <a:srgbClr val="FDF1E6"/>
          </a:solidFill>
          <a:ln w="15875">
            <a:solidFill>
              <a:srgbClr val="D9700F"/>
            </a:solidFill>
            <a:prstDash val="solid"/>
          </a:ln>
        </p:spPr>
      </p:sp>
      <p:sp>
        <p:nvSpPr>
          <p:cNvPr id="34" name="Text 31"/>
          <p:cNvSpPr txBox="1"/>
          <p:nvPr/>
        </p:nvSpPr>
        <p:spPr>
          <a:xfrm>
            <a:off x="685800" y="3200400"/>
            <a:ext cx="2743200" cy="777240"/>
          </a:xfrm>
          <a:prstGeom prst="rect">
            <a:avLst/>
          </a:prstGeom>
          <a:noFill/>
          <a:ln/>
        </p:spPr>
        <p:txBody>
          <a:bodyPr wrap="square" lIns="0" tIns="0" rIns="0" bIns="0" rtlCol="0" anchor="ctr"/>
          <a:lstStyle/>
          <a:p>
            <a:pPr algn="l" indent="0" marL="0">
              <a:buNone/>
            </a:pPr>
            <a:r>
              <a:rPr lang="en-US" sz="1400" b="1" dirty="0">
                <a:solidFill>
                  <a:schemeClr val="tx2"/>
                </a:solidFill>
              </a:rPr>
              <a:t>③ consonant + y</a:t>
            </a:r>
            <a:endParaRPr lang="en-US" sz="1400" dirty="0"/>
          </a:p>
          <a:p>
            <a:pPr algn="l" indent="0" marL="0">
              <a:buNone/>
            </a:pPr>
            <a:r>
              <a:rPr lang="en-US" sz="1400" b="1" i="1" dirty="0">
                <a:solidFill>
                  <a:schemeClr val="tx2"/>
                </a:solidFill>
              </a:rPr>
              <a:t>y → ied</a:t>
            </a:r>
            <a:endParaRPr lang="en-US" sz="1400" dirty="0"/>
          </a:p>
        </p:txBody>
      </p:sp>
      <p:sp>
        <p:nvSpPr>
          <p:cNvPr id="35" name="Shape 32"/>
          <p:cNvSpPr/>
          <p:nvPr/>
        </p:nvSpPr>
        <p:spPr>
          <a:xfrm>
            <a:off x="3657600" y="320040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3"/>
          <p:cNvSpPr txBox="1"/>
          <p:nvPr/>
        </p:nvSpPr>
        <p:spPr>
          <a:xfrm>
            <a:off x="3703320" y="323697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study</a:t>
            </a:r>
            <a:r>
              <a:rPr lang="en-US" sz="1300" dirty="0">
                <a:solidFill>
                  <a:schemeClr val="tx2"/>
                </a:solidFill>
              </a:rPr>
              <a:t> ↓</a:t>
            </a:r>
            <a:endParaRPr lang="en-US" sz="1300" dirty="0"/>
          </a:p>
        </p:txBody>
      </p:sp>
      <p:sp>
        <p:nvSpPr>
          <p:cNvPr id="37" name="Shape 34"/>
          <p:cNvSpPr/>
          <p:nvPr/>
        </p:nvSpPr>
        <p:spPr>
          <a:xfrm>
            <a:off x="3749040" y="3557930"/>
            <a:ext cx="2386584" cy="341986"/>
          </a:xfrm>
          <a:prstGeom prst="roundRect">
            <a:avLst>
              <a:gd name="adj" fmla="val 32086"/>
            </a:avLst>
          </a:prstGeom>
          <a:solidFill>
            <a:schemeClr val="accent4"/>
          </a:solidFill>
          <a:ln w="12700">
            <a:solidFill>
              <a:srgbClr val="FFFFFF">
                <a:alpha val="0"/>
              </a:srgbClr>
            </a:solidFill>
            <a:prstDash val="solid"/>
          </a:ln>
        </p:spPr>
      </p:sp>
      <p:sp>
        <p:nvSpPr>
          <p:cNvPr id="38" name="Text 35"/>
          <p:cNvSpPr txBox="1"/>
          <p:nvPr/>
        </p:nvSpPr>
        <p:spPr>
          <a:xfrm>
            <a:off x="3749040" y="355793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studied</a:t>
            </a:r>
            <a:endParaRPr lang="en-US" sz="1500" dirty="0"/>
          </a:p>
        </p:txBody>
      </p:sp>
      <p:sp>
        <p:nvSpPr>
          <p:cNvPr id="39" name="Shape 36"/>
          <p:cNvSpPr/>
          <p:nvPr/>
        </p:nvSpPr>
        <p:spPr>
          <a:xfrm>
            <a:off x="6364224" y="320040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37"/>
          <p:cNvSpPr txBox="1"/>
          <p:nvPr/>
        </p:nvSpPr>
        <p:spPr>
          <a:xfrm>
            <a:off x="6409944" y="323697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try</a:t>
            </a:r>
            <a:r>
              <a:rPr lang="en-US" sz="1300" dirty="0">
                <a:solidFill>
                  <a:schemeClr val="tx2"/>
                </a:solidFill>
              </a:rPr>
              <a:t> ↓</a:t>
            </a:r>
            <a:endParaRPr lang="en-US" sz="1300" dirty="0"/>
          </a:p>
        </p:txBody>
      </p:sp>
      <p:sp>
        <p:nvSpPr>
          <p:cNvPr id="41" name="Shape 38"/>
          <p:cNvSpPr/>
          <p:nvPr/>
        </p:nvSpPr>
        <p:spPr>
          <a:xfrm>
            <a:off x="6455664" y="3557930"/>
            <a:ext cx="2386584" cy="341986"/>
          </a:xfrm>
          <a:prstGeom prst="roundRect">
            <a:avLst>
              <a:gd name="adj" fmla="val 32086"/>
            </a:avLst>
          </a:prstGeom>
          <a:solidFill>
            <a:schemeClr val="accent4"/>
          </a:solidFill>
          <a:ln w="12700">
            <a:solidFill>
              <a:srgbClr val="FFFFFF">
                <a:alpha val="0"/>
              </a:srgbClr>
            </a:solidFill>
            <a:prstDash val="solid"/>
          </a:ln>
        </p:spPr>
      </p:sp>
      <p:sp>
        <p:nvSpPr>
          <p:cNvPr id="42" name="Text 39"/>
          <p:cNvSpPr txBox="1"/>
          <p:nvPr/>
        </p:nvSpPr>
        <p:spPr>
          <a:xfrm>
            <a:off x="6455664" y="355793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tried</a:t>
            </a:r>
            <a:endParaRPr lang="en-US" sz="1500" dirty="0"/>
          </a:p>
        </p:txBody>
      </p:sp>
      <p:sp>
        <p:nvSpPr>
          <p:cNvPr id="43" name="Shape 40"/>
          <p:cNvSpPr/>
          <p:nvPr/>
        </p:nvSpPr>
        <p:spPr>
          <a:xfrm>
            <a:off x="9070848" y="320040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Text 41"/>
          <p:cNvSpPr txBox="1"/>
          <p:nvPr/>
        </p:nvSpPr>
        <p:spPr>
          <a:xfrm>
            <a:off x="9116568" y="323697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cry</a:t>
            </a:r>
            <a:r>
              <a:rPr lang="en-US" sz="1300" dirty="0">
                <a:solidFill>
                  <a:schemeClr val="tx2"/>
                </a:solidFill>
              </a:rPr>
              <a:t> ↓</a:t>
            </a:r>
            <a:endParaRPr lang="en-US" sz="1300" dirty="0"/>
          </a:p>
        </p:txBody>
      </p:sp>
      <p:sp>
        <p:nvSpPr>
          <p:cNvPr id="45" name="Shape 42"/>
          <p:cNvSpPr/>
          <p:nvPr/>
        </p:nvSpPr>
        <p:spPr>
          <a:xfrm>
            <a:off x="9162288" y="3557930"/>
            <a:ext cx="2386584" cy="341986"/>
          </a:xfrm>
          <a:prstGeom prst="roundRect">
            <a:avLst>
              <a:gd name="adj" fmla="val 32086"/>
            </a:avLst>
          </a:prstGeom>
          <a:solidFill>
            <a:schemeClr val="accent4"/>
          </a:solidFill>
          <a:ln w="12700">
            <a:solidFill>
              <a:srgbClr val="FFFFFF">
                <a:alpha val="0"/>
              </a:srgbClr>
            </a:solidFill>
            <a:prstDash val="solid"/>
          </a:ln>
        </p:spPr>
      </p:sp>
      <p:sp>
        <p:nvSpPr>
          <p:cNvPr id="46" name="Text 43"/>
          <p:cNvSpPr txBox="1"/>
          <p:nvPr/>
        </p:nvSpPr>
        <p:spPr>
          <a:xfrm>
            <a:off x="9162288" y="355793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cried</a:t>
            </a:r>
            <a:endParaRPr lang="en-US" sz="1500" dirty="0"/>
          </a:p>
        </p:txBody>
      </p:sp>
      <p:sp>
        <p:nvSpPr>
          <p:cNvPr id="47" name="Shape 44"/>
          <p:cNvSpPr/>
          <p:nvPr/>
        </p:nvSpPr>
        <p:spPr>
          <a:xfrm>
            <a:off x="548640" y="4069080"/>
            <a:ext cx="2971800" cy="777240"/>
          </a:xfrm>
          <a:prstGeom prst="roundRect">
            <a:avLst>
              <a:gd name="adj" fmla="val 14118"/>
            </a:avLst>
          </a:prstGeom>
          <a:solidFill>
            <a:srgbClr val="FDF1E6"/>
          </a:solidFill>
          <a:ln w="15875">
            <a:solidFill>
              <a:srgbClr val="D9700F"/>
            </a:solidFill>
            <a:prstDash val="solid"/>
          </a:ln>
        </p:spPr>
      </p:sp>
      <p:sp>
        <p:nvSpPr>
          <p:cNvPr id="48" name="Text 45"/>
          <p:cNvSpPr txBox="1"/>
          <p:nvPr/>
        </p:nvSpPr>
        <p:spPr>
          <a:xfrm>
            <a:off x="685800" y="4069080"/>
            <a:ext cx="2743200" cy="777240"/>
          </a:xfrm>
          <a:prstGeom prst="rect">
            <a:avLst/>
          </a:prstGeom>
          <a:noFill/>
          <a:ln/>
        </p:spPr>
        <p:txBody>
          <a:bodyPr wrap="square" lIns="0" tIns="0" rIns="0" bIns="0" rtlCol="0" anchor="ctr"/>
          <a:lstStyle/>
          <a:p>
            <a:pPr algn="l" indent="0" marL="0">
              <a:buNone/>
            </a:pPr>
            <a:r>
              <a:rPr lang="en-US" sz="1400" b="1" dirty="0">
                <a:solidFill>
                  <a:schemeClr val="tx2"/>
                </a:solidFill>
              </a:rPr>
              <a:t>④ stressed: 1 vowel + 1 consonant</a:t>
            </a:r>
            <a:endParaRPr lang="en-US" sz="1400" dirty="0"/>
          </a:p>
          <a:p>
            <a:pPr algn="l" indent="0" marL="0">
              <a:buNone/>
            </a:pPr>
            <a:r>
              <a:rPr lang="en-US" sz="1400" b="1" i="1" dirty="0">
                <a:solidFill>
                  <a:schemeClr val="tx2"/>
                </a:solidFill>
              </a:rPr>
              <a:t>double + ed</a:t>
            </a:r>
            <a:endParaRPr lang="en-US" sz="1400" dirty="0"/>
          </a:p>
        </p:txBody>
      </p:sp>
      <p:sp>
        <p:nvSpPr>
          <p:cNvPr id="49" name="Shape 46"/>
          <p:cNvSpPr/>
          <p:nvPr/>
        </p:nvSpPr>
        <p:spPr>
          <a:xfrm>
            <a:off x="3657600" y="406908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Text 47"/>
          <p:cNvSpPr txBox="1"/>
          <p:nvPr/>
        </p:nvSpPr>
        <p:spPr>
          <a:xfrm>
            <a:off x="3703320" y="410565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stop</a:t>
            </a:r>
            <a:r>
              <a:rPr lang="en-US" sz="1300" dirty="0">
                <a:solidFill>
                  <a:schemeClr val="tx2"/>
                </a:solidFill>
              </a:rPr>
              <a:t> ↓</a:t>
            </a:r>
            <a:endParaRPr lang="en-US" sz="1300" dirty="0"/>
          </a:p>
        </p:txBody>
      </p:sp>
      <p:sp>
        <p:nvSpPr>
          <p:cNvPr id="51" name="Shape 48"/>
          <p:cNvSpPr/>
          <p:nvPr/>
        </p:nvSpPr>
        <p:spPr>
          <a:xfrm>
            <a:off x="3749040" y="4426610"/>
            <a:ext cx="2386584" cy="341986"/>
          </a:xfrm>
          <a:prstGeom prst="roundRect">
            <a:avLst>
              <a:gd name="adj" fmla="val 32086"/>
            </a:avLst>
          </a:prstGeom>
          <a:solidFill>
            <a:schemeClr val="accent4"/>
          </a:solidFill>
          <a:ln w="12700">
            <a:solidFill>
              <a:srgbClr val="FFFFFF">
                <a:alpha val="0"/>
              </a:srgbClr>
            </a:solidFill>
            <a:prstDash val="solid"/>
          </a:ln>
        </p:spPr>
      </p:sp>
      <p:sp>
        <p:nvSpPr>
          <p:cNvPr id="52" name="Text 49"/>
          <p:cNvSpPr txBox="1"/>
          <p:nvPr/>
        </p:nvSpPr>
        <p:spPr>
          <a:xfrm>
            <a:off x="3749040" y="442661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stopped</a:t>
            </a:r>
            <a:endParaRPr lang="en-US" sz="1500" dirty="0"/>
          </a:p>
        </p:txBody>
      </p:sp>
      <p:sp>
        <p:nvSpPr>
          <p:cNvPr id="53" name="Shape 50"/>
          <p:cNvSpPr/>
          <p:nvPr/>
        </p:nvSpPr>
        <p:spPr>
          <a:xfrm>
            <a:off x="6364224" y="406908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Text 51"/>
          <p:cNvSpPr txBox="1"/>
          <p:nvPr/>
        </p:nvSpPr>
        <p:spPr>
          <a:xfrm>
            <a:off x="6409944" y="410565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plan</a:t>
            </a:r>
            <a:r>
              <a:rPr lang="en-US" sz="1300" dirty="0">
                <a:solidFill>
                  <a:schemeClr val="tx2"/>
                </a:solidFill>
              </a:rPr>
              <a:t> ↓</a:t>
            </a:r>
            <a:endParaRPr lang="en-US" sz="1300" dirty="0"/>
          </a:p>
        </p:txBody>
      </p:sp>
      <p:sp>
        <p:nvSpPr>
          <p:cNvPr id="55" name="Shape 52"/>
          <p:cNvSpPr/>
          <p:nvPr/>
        </p:nvSpPr>
        <p:spPr>
          <a:xfrm>
            <a:off x="6455664" y="4426610"/>
            <a:ext cx="2386584" cy="341986"/>
          </a:xfrm>
          <a:prstGeom prst="roundRect">
            <a:avLst>
              <a:gd name="adj" fmla="val 32086"/>
            </a:avLst>
          </a:prstGeom>
          <a:solidFill>
            <a:schemeClr val="accent4"/>
          </a:solidFill>
          <a:ln w="12700">
            <a:solidFill>
              <a:srgbClr val="FFFFFF">
                <a:alpha val="0"/>
              </a:srgbClr>
            </a:solidFill>
            <a:prstDash val="solid"/>
          </a:ln>
        </p:spPr>
      </p:sp>
      <p:sp>
        <p:nvSpPr>
          <p:cNvPr id="56" name="Text 53"/>
          <p:cNvSpPr txBox="1"/>
          <p:nvPr/>
        </p:nvSpPr>
        <p:spPr>
          <a:xfrm>
            <a:off x="6455664" y="442661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planned</a:t>
            </a:r>
            <a:endParaRPr lang="en-US" sz="1500" dirty="0"/>
          </a:p>
        </p:txBody>
      </p:sp>
      <p:sp>
        <p:nvSpPr>
          <p:cNvPr id="57" name="Shape 54"/>
          <p:cNvSpPr/>
          <p:nvPr/>
        </p:nvSpPr>
        <p:spPr>
          <a:xfrm>
            <a:off x="9070848" y="4069080"/>
            <a:ext cx="2569464" cy="777240"/>
          </a:xfrm>
          <a:prstGeom prst="roundRect">
            <a:avLst>
              <a:gd name="adj" fmla="val 1176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Text 55"/>
          <p:cNvSpPr txBox="1"/>
          <p:nvPr/>
        </p:nvSpPr>
        <p:spPr>
          <a:xfrm>
            <a:off x="9116568" y="4105656"/>
            <a:ext cx="2478024" cy="310896"/>
          </a:xfrm>
          <a:prstGeom prst="rect">
            <a:avLst/>
          </a:prstGeom>
          <a:noFill/>
          <a:ln/>
        </p:spPr>
        <p:txBody>
          <a:bodyPr wrap="square" lIns="0" tIns="0" rIns="0" bIns="0" rtlCol="0" anchor="ctr"/>
          <a:lstStyle/>
          <a:p>
            <a:pPr algn="ctr" indent="0" marL="0">
              <a:buNone/>
            </a:pPr>
            <a:r>
              <a:rPr lang="en-US" sz="1300" b="1" i="1" dirty="0">
                <a:solidFill>
                  <a:schemeClr val="tx2"/>
                </a:solidFill>
              </a:rPr>
              <a:t>prefer</a:t>
            </a:r>
            <a:r>
              <a:rPr lang="en-US" sz="1300" dirty="0">
                <a:solidFill>
                  <a:schemeClr val="tx2"/>
                </a:solidFill>
              </a:rPr>
              <a:t> ↓</a:t>
            </a:r>
            <a:endParaRPr lang="en-US" sz="1300" dirty="0"/>
          </a:p>
        </p:txBody>
      </p:sp>
      <p:sp>
        <p:nvSpPr>
          <p:cNvPr id="59" name="Shape 56"/>
          <p:cNvSpPr/>
          <p:nvPr/>
        </p:nvSpPr>
        <p:spPr>
          <a:xfrm>
            <a:off x="9162288" y="4426610"/>
            <a:ext cx="2386584" cy="341986"/>
          </a:xfrm>
          <a:prstGeom prst="roundRect">
            <a:avLst>
              <a:gd name="adj" fmla="val 32086"/>
            </a:avLst>
          </a:prstGeom>
          <a:solidFill>
            <a:schemeClr val="accent4"/>
          </a:solidFill>
          <a:ln w="12700">
            <a:solidFill>
              <a:srgbClr val="FFFFFF">
                <a:alpha val="0"/>
              </a:srgbClr>
            </a:solidFill>
            <a:prstDash val="solid"/>
          </a:ln>
        </p:spPr>
      </p:sp>
      <p:sp>
        <p:nvSpPr>
          <p:cNvPr id="60" name="Text 57"/>
          <p:cNvSpPr txBox="1"/>
          <p:nvPr/>
        </p:nvSpPr>
        <p:spPr>
          <a:xfrm>
            <a:off x="9162288" y="4426610"/>
            <a:ext cx="2386584" cy="341986"/>
          </a:xfrm>
          <a:prstGeom prst="rect">
            <a:avLst/>
          </a:prstGeom>
          <a:noFill/>
          <a:ln/>
        </p:spPr>
        <p:txBody>
          <a:bodyPr wrap="square" lIns="0" tIns="0" rIns="0" bIns="0" rtlCol="0" anchor="ctr"/>
          <a:lstStyle/>
          <a:p>
            <a:pPr algn="ctr" indent="0" marL="0">
              <a:buNone/>
            </a:pPr>
            <a:r>
              <a:rPr lang="en-US" sz="1500" b="1" i="1" dirty="0">
                <a:solidFill>
                  <a:schemeClr val="bg1"/>
                </a:solidFill>
              </a:rPr>
              <a:t>preferred</a:t>
            </a:r>
            <a:endParaRPr lang="en-US" sz="1500" dirty="0"/>
          </a:p>
        </p:txBody>
      </p:sp>
      <p:sp>
        <p:nvSpPr>
          <p:cNvPr id="61" name="Shape 58"/>
          <p:cNvSpPr/>
          <p:nvPr/>
        </p:nvSpPr>
        <p:spPr>
          <a:xfrm>
            <a:off x="548640" y="5029200"/>
            <a:ext cx="5486400" cy="1234440"/>
          </a:xfrm>
          <a:prstGeom prst="roundRect">
            <a:avLst>
              <a:gd name="adj" fmla="val 8889"/>
            </a:avLst>
          </a:prstGeom>
          <a:solidFill>
            <a:srgbClr val="FBEDEB"/>
          </a:solidFill>
          <a:ln w="19050">
            <a:solidFill>
              <a:srgbClr val="B83227"/>
            </a:solidFill>
            <a:prstDash val="solid"/>
          </a:ln>
        </p:spPr>
      </p:sp>
      <p:sp>
        <p:nvSpPr>
          <p:cNvPr id="62" name="Text 59"/>
          <p:cNvSpPr txBox="1"/>
          <p:nvPr/>
        </p:nvSpPr>
        <p:spPr>
          <a:xfrm>
            <a:off x="731520" y="5102352"/>
            <a:ext cx="5120640" cy="384048"/>
          </a:xfrm>
          <a:prstGeom prst="rect">
            <a:avLst/>
          </a:prstGeom>
          <a:noFill/>
          <a:ln/>
        </p:spPr>
        <p:txBody>
          <a:bodyPr wrap="square" lIns="0" tIns="0" rIns="0" bIns="0" rtlCol="0" anchor="ctr"/>
          <a:lstStyle/>
          <a:p>
            <a:pPr algn="l" indent="0" marL="0">
              <a:buNone/>
            </a:pPr>
            <a:r>
              <a:rPr lang="en-US" sz="1500" b="1" dirty="0">
                <a:solidFill>
                  <a:schemeClr val="accent6"/>
                </a:solidFill>
              </a:rPr>
              <a:t>⚠ But: vowel + y = + ed</a:t>
            </a:r>
            <a:endParaRPr lang="en-US" sz="1500" dirty="0"/>
          </a:p>
        </p:txBody>
      </p:sp>
      <p:sp>
        <p:nvSpPr>
          <p:cNvPr id="63" name="Text 60"/>
          <p:cNvSpPr txBox="1"/>
          <p:nvPr/>
        </p:nvSpPr>
        <p:spPr>
          <a:xfrm>
            <a:off x="731520" y="5504688"/>
            <a:ext cx="5120640" cy="685800"/>
          </a:xfrm>
          <a:prstGeom prst="rect">
            <a:avLst/>
          </a:prstGeom>
          <a:noFill/>
          <a:ln/>
        </p:spPr>
        <p:txBody>
          <a:bodyPr wrap="square" lIns="0" tIns="0" rIns="0" bIns="0" rtlCol="0" anchor="t"/>
          <a:lstStyle/>
          <a:p>
            <a:pPr algn="l" indent="0" marL="0">
              <a:spcAft>
                <a:spcPts val="400"/>
              </a:spcAft>
              <a:buNone/>
            </a:pPr>
            <a:r>
              <a:rPr lang="en-US" sz="1500" i="1" dirty="0">
                <a:solidFill>
                  <a:schemeClr val="tx1"/>
                </a:solidFill>
              </a:rPr>
              <a:t>play → played · enjoy → enjoyed · stay → stayed</a:t>
            </a:r>
            <a:endParaRPr lang="en-US" sz="1500" dirty="0"/>
          </a:p>
        </p:txBody>
      </p:sp>
      <p:sp>
        <p:nvSpPr>
          <p:cNvPr id="64" name="Shape 61"/>
          <p:cNvSpPr/>
          <p:nvPr/>
        </p:nvSpPr>
        <p:spPr>
          <a:xfrm>
            <a:off x="6263640" y="5029200"/>
            <a:ext cx="5376672" cy="1234440"/>
          </a:xfrm>
          <a:prstGeom prst="roundRect">
            <a:avLst>
              <a:gd name="adj" fmla="val 8889"/>
            </a:avLst>
          </a:prstGeom>
          <a:solidFill>
            <a:srgbClr val="FBEDEB"/>
          </a:solidFill>
          <a:ln w="19050">
            <a:solidFill>
              <a:srgbClr val="B83227"/>
            </a:solidFill>
            <a:prstDash val="solid"/>
          </a:ln>
        </p:spPr>
      </p:sp>
      <p:sp>
        <p:nvSpPr>
          <p:cNvPr id="65" name="Text 62"/>
          <p:cNvSpPr txBox="1"/>
          <p:nvPr/>
        </p:nvSpPr>
        <p:spPr>
          <a:xfrm>
            <a:off x="6446520" y="5102352"/>
            <a:ext cx="5010912" cy="384048"/>
          </a:xfrm>
          <a:prstGeom prst="rect">
            <a:avLst/>
          </a:prstGeom>
          <a:noFill/>
          <a:ln/>
        </p:spPr>
        <p:txBody>
          <a:bodyPr wrap="square" lIns="0" tIns="0" rIns="0" bIns="0" rtlCol="0" anchor="ctr"/>
          <a:lstStyle/>
          <a:p>
            <a:pPr algn="l" indent="0" marL="0">
              <a:buNone/>
            </a:pPr>
            <a:r>
              <a:rPr lang="en-US" sz="1500" b="1" dirty="0">
                <a:solidFill>
                  <a:schemeClr val="accent6"/>
                </a:solidFill>
              </a:rPr>
              <a:t>⚠ No doubling if…</a:t>
            </a:r>
            <a:endParaRPr lang="en-US" sz="1500" dirty="0"/>
          </a:p>
        </p:txBody>
      </p:sp>
      <p:sp>
        <p:nvSpPr>
          <p:cNvPr id="66" name="Text 63"/>
          <p:cNvSpPr txBox="1"/>
          <p:nvPr/>
        </p:nvSpPr>
        <p:spPr>
          <a:xfrm>
            <a:off x="6446520" y="5504688"/>
            <a:ext cx="5010912" cy="685800"/>
          </a:xfrm>
          <a:prstGeom prst="rect">
            <a:avLst/>
          </a:prstGeom>
          <a:noFill/>
          <a:ln/>
        </p:spPr>
        <p:txBody>
          <a:bodyPr wrap="square" lIns="0" tIns="0" rIns="0" bIns="0" rtlCol="0" anchor="t"/>
          <a:lstStyle/>
          <a:p>
            <a:pPr algn="l" indent="0" marL="0">
              <a:spcAft>
                <a:spcPts val="400"/>
              </a:spcAft>
              <a:buNone/>
            </a:pPr>
            <a:r>
              <a:rPr lang="en-US" sz="1350" dirty="0">
                <a:solidFill>
                  <a:schemeClr val="tx1"/>
                </a:solidFill>
              </a:rPr>
              <a:t>the stress is not at the end: </a:t>
            </a:r>
            <a:r>
              <a:rPr lang="en-US" sz="1350" b="1" i="1" dirty="0">
                <a:solidFill>
                  <a:schemeClr val="tx1"/>
                </a:solidFill>
              </a:rPr>
              <a:t>vi</a:t>
            </a:r>
            <a:r>
              <a:rPr lang="en-US" sz="1350" i="1" dirty="0">
                <a:solidFill>
                  <a:schemeClr val="tx1"/>
                </a:solidFill>
              </a:rPr>
              <a:t>sit → visited</a:t>
            </a:r>
            <a:endParaRPr lang="en-US" sz="1350" dirty="0"/>
          </a:p>
          <a:p>
            <a:pPr algn="l" indent="0" marL="0">
              <a:spcAft>
                <a:spcPts val="400"/>
              </a:spcAft>
              <a:buNone/>
            </a:pPr>
            <a:r>
              <a:rPr lang="en-US" sz="1350" dirty="0">
                <a:solidFill>
                  <a:schemeClr val="tx1"/>
                </a:solidFill>
              </a:rPr>
              <a:t>it ends in </a:t>
            </a:r>
            <a:r>
              <a:rPr lang="en-US" sz="1350" i="1" dirty="0">
                <a:solidFill>
                  <a:schemeClr val="tx1"/>
                </a:solidFill>
              </a:rPr>
              <a:t>w, x</a:t>
            </a:r>
            <a:r>
              <a:rPr lang="en-US" sz="1350" dirty="0">
                <a:solidFill>
                  <a:schemeClr val="tx1"/>
                </a:solidFill>
              </a:rPr>
              <a:t> or </a:t>
            </a:r>
            <a:r>
              <a:rPr lang="en-US" sz="1350" i="1" dirty="0">
                <a:solidFill>
                  <a:schemeClr val="tx1"/>
                </a:solidFill>
              </a:rPr>
              <a:t>y</a:t>
            </a:r>
            <a:r>
              <a:rPr lang="en-US" sz="1350" dirty="0">
                <a:solidFill>
                  <a:schemeClr val="tx1"/>
                </a:solidFill>
              </a:rPr>
              <a:t>: </a:t>
            </a:r>
            <a:r>
              <a:rPr lang="en-US" sz="1350" i="1" dirty="0">
                <a:solidFill>
                  <a:schemeClr val="tx1"/>
                </a:solidFill>
              </a:rPr>
              <a:t>fix → fixed · show → showed</a:t>
            </a:r>
            <a:endParaRPr lang="en-US" sz="1350" dirty="0"/>
          </a:p>
          <a:p>
            <a:pPr algn="l" indent="0" marL="0">
              <a:spcAft>
                <a:spcPts val="400"/>
              </a:spcAft>
              <a:buNone/>
            </a:pPr>
            <a:r>
              <a:rPr lang="en-US" sz="1350" dirty="0">
                <a:solidFill>
                  <a:schemeClr val="tx1"/>
                </a:solidFill>
              </a:rPr>
              <a:t>UK: final </a:t>
            </a:r>
            <a:r>
              <a:rPr lang="en-US" sz="1350" i="1" dirty="0">
                <a:solidFill>
                  <a:schemeClr val="tx1"/>
                </a:solidFill>
              </a:rPr>
              <a:t>-l</a:t>
            </a:r>
            <a:r>
              <a:rPr lang="en-US" sz="1350" dirty="0">
                <a:solidFill>
                  <a:schemeClr val="tx1"/>
                </a:solidFill>
              </a:rPr>
              <a:t> doubles: </a:t>
            </a:r>
            <a:r>
              <a:rPr lang="en-US" sz="1350" i="1" dirty="0">
                <a:solidFill>
                  <a:schemeClr val="tx1"/>
                </a:solidFill>
              </a:rPr>
              <a:t>travel → travelled</a:t>
            </a:r>
            <a:r>
              <a:rPr lang="en-US" sz="1350" dirty="0">
                <a:solidFill>
                  <a:schemeClr val="tx1"/>
                </a:solidFill>
              </a:rPr>
              <a:t> (US </a:t>
            </a:r>
            <a:r>
              <a:rPr lang="en-US" sz="1350" i="1" dirty="0">
                <a:solidFill>
                  <a:schemeClr val="tx1"/>
                </a:solidFill>
              </a:rPr>
              <a:t>traveled</a:t>
            </a:r>
            <a:r>
              <a:rPr lang="en-US" sz="1350" dirty="0">
                <a:solidFill>
                  <a:schemeClr val="tx1"/>
                </a:solidFill>
              </a:rPr>
              <a:t>)</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Say it: /t/, /d/ or /ɪd/?</a:t>
            </a:r>
            <a:endParaRPr lang="en-US" sz="3000" dirty="0"/>
          </a:p>
        </p:txBody>
      </p:sp>
      <p:sp>
        <p:nvSpPr>
          <p:cNvPr id="3" name="tag"/>
          <p:cNvSpPr/>
          <p:nvPr/>
        </p:nvSpPr>
        <p:spPr>
          <a:xfrm>
            <a:off x="548640" y="237744"/>
            <a:ext cx="176845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PRONUNCIATION</a:t>
            </a:r>
            <a:endParaRPr lang="en-US" sz="1200" dirty="0"/>
          </a:p>
        </p:txBody>
      </p:sp>
      <p:sp>
        <p:nvSpPr>
          <p:cNvPr id="5" name="Shape 2"/>
          <p:cNvSpPr/>
          <p:nvPr/>
        </p:nvSpPr>
        <p:spPr>
          <a:xfrm>
            <a:off x="548640" y="1463040"/>
            <a:ext cx="3575304" cy="4023360"/>
          </a:xfrm>
          <a:prstGeom prst="roundRect">
            <a:avLst>
              <a:gd name="adj" fmla="val 3069"/>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3575304" cy="914400"/>
          </a:xfrm>
          <a:prstGeom prst="roundRect">
            <a:avLst>
              <a:gd name="adj" fmla="val 12000"/>
            </a:avLst>
          </a:prstGeom>
          <a:solidFill>
            <a:schemeClr val="accent2"/>
          </a:solidFill>
          <a:ln w="12700">
            <a:solidFill>
              <a:srgbClr val="FFFFFF">
                <a:alpha val="0"/>
              </a:srgbClr>
            </a:solidFill>
            <a:prstDash val="solid"/>
          </a:ln>
        </p:spPr>
      </p:sp>
      <p:sp>
        <p:nvSpPr>
          <p:cNvPr id="7" name="Text 4"/>
          <p:cNvSpPr txBox="1"/>
          <p:nvPr/>
        </p:nvSpPr>
        <p:spPr>
          <a:xfrm>
            <a:off x="548640" y="1463040"/>
            <a:ext cx="3575304" cy="914400"/>
          </a:xfrm>
          <a:prstGeom prst="rect">
            <a:avLst/>
          </a:prstGeom>
          <a:noFill/>
          <a:ln/>
        </p:spPr>
        <p:txBody>
          <a:bodyPr wrap="square" lIns="0" tIns="0" rIns="0" bIns="0" rtlCol="0" anchor="ctr"/>
          <a:lstStyle/>
          <a:p>
            <a:pPr algn="ctr" indent="0" marL="0">
              <a:buNone/>
            </a:pPr>
            <a:r>
              <a:rPr lang="en-US" sz="3600" b="1" dirty="0">
                <a:solidFill>
                  <a:schemeClr val="bg1"/>
                </a:solidFill>
              </a:rPr>
              <a:t>/t/</a:t>
            </a:r>
            <a:endParaRPr lang="en-US" sz="3600" dirty="0"/>
          </a:p>
        </p:txBody>
      </p:sp>
      <p:sp>
        <p:nvSpPr>
          <p:cNvPr id="8" name="Text 5"/>
          <p:cNvSpPr txBox="1"/>
          <p:nvPr/>
        </p:nvSpPr>
        <p:spPr>
          <a:xfrm>
            <a:off x="685800" y="2468880"/>
            <a:ext cx="3300984" cy="731520"/>
          </a:xfrm>
          <a:prstGeom prst="rect">
            <a:avLst/>
          </a:prstGeom>
          <a:noFill/>
          <a:ln/>
        </p:spPr>
        <p:txBody>
          <a:bodyPr wrap="square" lIns="0" tIns="0" rIns="0" bIns="0" rtlCol="0" anchor="ctr"/>
          <a:lstStyle/>
          <a:p>
            <a:pPr algn="ctr" indent="0" marL="0">
              <a:buNone/>
            </a:pPr>
            <a:r>
              <a:rPr lang="en-US" sz="1500" b="1" dirty="0">
                <a:solidFill>
                  <a:schemeClr val="accent2"/>
                </a:solidFill>
              </a:rPr>
              <a:t>after voiceless sounds</a:t>
            </a:r>
            <a:endParaRPr lang="en-US" sz="1500" dirty="0"/>
          </a:p>
          <a:p>
            <a:pPr algn="ctr" indent="0" marL="0">
              <a:buNone/>
            </a:pPr>
            <a:r>
              <a:rPr lang="en-US" sz="1500" i="1" dirty="0">
                <a:solidFill>
                  <a:schemeClr val="accent2"/>
                </a:solidFill>
              </a:rPr>
              <a:t>p, k, f, s, sh, ch</a:t>
            </a:r>
            <a:endParaRPr lang="en-US" sz="1500" dirty="0"/>
          </a:p>
        </p:txBody>
      </p:sp>
      <p:sp>
        <p:nvSpPr>
          <p:cNvPr id="9" name="Text 6"/>
          <p:cNvSpPr txBox="1"/>
          <p:nvPr/>
        </p:nvSpPr>
        <p:spPr>
          <a:xfrm>
            <a:off x="731520" y="3291840"/>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work</a:t>
            </a:r>
            <a:r>
              <a:rPr lang="en-US" sz="2200" b="1" i="1" dirty="0">
                <a:solidFill>
                  <a:srgbClr val="2A6FB0"/>
                </a:solidFill>
              </a:rPr>
              <a:t>ed</a:t>
            </a:r>
            <a:endParaRPr lang="en-US" sz="1800" dirty="0"/>
          </a:p>
        </p:txBody>
      </p:sp>
      <p:sp>
        <p:nvSpPr>
          <p:cNvPr id="10" name="Text 7"/>
          <p:cNvSpPr txBox="1"/>
          <p:nvPr/>
        </p:nvSpPr>
        <p:spPr>
          <a:xfrm>
            <a:off x="731520" y="3822192"/>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stopp</a:t>
            </a:r>
            <a:r>
              <a:rPr lang="en-US" sz="2200" b="1" i="1" dirty="0">
                <a:solidFill>
                  <a:srgbClr val="2A6FB0"/>
                </a:solidFill>
              </a:rPr>
              <a:t>ed</a:t>
            </a:r>
            <a:endParaRPr lang="en-US" sz="1800" dirty="0"/>
          </a:p>
        </p:txBody>
      </p:sp>
      <p:sp>
        <p:nvSpPr>
          <p:cNvPr id="11" name="Text 8"/>
          <p:cNvSpPr txBox="1"/>
          <p:nvPr/>
        </p:nvSpPr>
        <p:spPr>
          <a:xfrm>
            <a:off x="731520" y="4352544"/>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watch</a:t>
            </a:r>
            <a:r>
              <a:rPr lang="en-US" sz="2200" b="1" i="1" dirty="0">
                <a:solidFill>
                  <a:srgbClr val="2A6FB0"/>
                </a:solidFill>
              </a:rPr>
              <a:t>ed</a:t>
            </a:r>
            <a:endParaRPr lang="en-US" sz="1800" dirty="0"/>
          </a:p>
        </p:txBody>
      </p:sp>
      <p:sp>
        <p:nvSpPr>
          <p:cNvPr id="12" name="Text 9"/>
          <p:cNvSpPr txBox="1"/>
          <p:nvPr/>
        </p:nvSpPr>
        <p:spPr>
          <a:xfrm>
            <a:off x="731520" y="4882896"/>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laugh</a:t>
            </a:r>
            <a:r>
              <a:rPr lang="en-US" sz="2200" b="1" i="1" dirty="0">
                <a:solidFill>
                  <a:srgbClr val="2A6FB0"/>
                </a:solidFill>
              </a:rPr>
              <a:t>ed</a:t>
            </a:r>
            <a:endParaRPr lang="en-US" sz="1800" dirty="0"/>
          </a:p>
        </p:txBody>
      </p:sp>
      <p:sp>
        <p:nvSpPr>
          <p:cNvPr id="13" name="Shape 10"/>
          <p:cNvSpPr/>
          <p:nvPr/>
        </p:nvSpPr>
        <p:spPr>
          <a:xfrm>
            <a:off x="4306824" y="1463040"/>
            <a:ext cx="3575304" cy="4023360"/>
          </a:xfrm>
          <a:prstGeom prst="roundRect">
            <a:avLst>
              <a:gd name="adj" fmla="val 3069"/>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306824" y="1463040"/>
            <a:ext cx="3575304" cy="914400"/>
          </a:xfrm>
          <a:prstGeom prst="roundRect">
            <a:avLst>
              <a:gd name="adj" fmla="val 12000"/>
            </a:avLst>
          </a:prstGeom>
          <a:solidFill>
            <a:schemeClr val="accent3"/>
          </a:solidFill>
          <a:ln w="12700">
            <a:solidFill>
              <a:srgbClr val="FFFFFF">
                <a:alpha val="0"/>
              </a:srgbClr>
            </a:solidFill>
            <a:prstDash val="solid"/>
          </a:ln>
        </p:spPr>
      </p:sp>
      <p:sp>
        <p:nvSpPr>
          <p:cNvPr id="15" name="Text 12"/>
          <p:cNvSpPr txBox="1"/>
          <p:nvPr/>
        </p:nvSpPr>
        <p:spPr>
          <a:xfrm>
            <a:off x="4306824" y="1463040"/>
            <a:ext cx="3575304" cy="914400"/>
          </a:xfrm>
          <a:prstGeom prst="rect">
            <a:avLst/>
          </a:prstGeom>
          <a:noFill/>
          <a:ln/>
        </p:spPr>
        <p:txBody>
          <a:bodyPr wrap="square" lIns="0" tIns="0" rIns="0" bIns="0" rtlCol="0" anchor="ctr"/>
          <a:lstStyle/>
          <a:p>
            <a:pPr algn="ctr" indent="0" marL="0">
              <a:buNone/>
            </a:pPr>
            <a:r>
              <a:rPr lang="en-US" sz="3600" b="1" dirty="0">
                <a:solidFill>
                  <a:schemeClr val="bg1"/>
                </a:solidFill>
              </a:rPr>
              <a:t>/d/</a:t>
            </a:r>
            <a:endParaRPr lang="en-US" sz="3600" dirty="0"/>
          </a:p>
        </p:txBody>
      </p:sp>
      <p:sp>
        <p:nvSpPr>
          <p:cNvPr id="16" name="Text 13"/>
          <p:cNvSpPr txBox="1"/>
          <p:nvPr/>
        </p:nvSpPr>
        <p:spPr>
          <a:xfrm>
            <a:off x="4443984" y="2468880"/>
            <a:ext cx="3300984" cy="731520"/>
          </a:xfrm>
          <a:prstGeom prst="rect">
            <a:avLst/>
          </a:prstGeom>
          <a:noFill/>
          <a:ln/>
        </p:spPr>
        <p:txBody>
          <a:bodyPr wrap="square" lIns="0" tIns="0" rIns="0" bIns="0" rtlCol="0" anchor="ctr"/>
          <a:lstStyle/>
          <a:p>
            <a:pPr algn="ctr" indent="0" marL="0">
              <a:buNone/>
            </a:pPr>
            <a:r>
              <a:rPr lang="en-US" sz="1500" b="1" dirty="0">
                <a:solidFill>
                  <a:schemeClr val="accent3"/>
                </a:solidFill>
              </a:rPr>
              <a:t>after voiced sounds</a:t>
            </a:r>
            <a:endParaRPr lang="en-US" sz="1500" dirty="0"/>
          </a:p>
          <a:p>
            <a:pPr algn="ctr" indent="0" marL="0">
              <a:buNone/>
            </a:pPr>
            <a:r>
              <a:rPr lang="en-US" sz="1500" i="1" dirty="0">
                <a:solidFill>
                  <a:schemeClr val="accent3"/>
                </a:solidFill>
              </a:rPr>
              <a:t>vowels, b, g, l, m, n, v…</a:t>
            </a:r>
            <a:endParaRPr lang="en-US" sz="1500" dirty="0"/>
          </a:p>
        </p:txBody>
      </p:sp>
      <p:sp>
        <p:nvSpPr>
          <p:cNvPr id="17" name="Text 14"/>
          <p:cNvSpPr txBox="1"/>
          <p:nvPr/>
        </p:nvSpPr>
        <p:spPr>
          <a:xfrm>
            <a:off x="4489704" y="3291840"/>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play</a:t>
            </a:r>
            <a:r>
              <a:rPr lang="en-US" sz="2200" b="1" i="1" dirty="0">
                <a:solidFill>
                  <a:srgbClr val="2E7D4F"/>
                </a:solidFill>
              </a:rPr>
              <a:t>ed</a:t>
            </a:r>
            <a:endParaRPr lang="en-US" sz="1800" dirty="0"/>
          </a:p>
        </p:txBody>
      </p:sp>
      <p:sp>
        <p:nvSpPr>
          <p:cNvPr id="18" name="Text 15"/>
          <p:cNvSpPr txBox="1"/>
          <p:nvPr/>
        </p:nvSpPr>
        <p:spPr>
          <a:xfrm>
            <a:off x="4489704" y="3822192"/>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liv</a:t>
            </a:r>
            <a:r>
              <a:rPr lang="en-US" sz="2200" b="1" i="1" dirty="0">
                <a:solidFill>
                  <a:srgbClr val="2E7D4F"/>
                </a:solidFill>
              </a:rPr>
              <a:t>ed</a:t>
            </a:r>
            <a:endParaRPr lang="en-US" sz="1800" dirty="0"/>
          </a:p>
        </p:txBody>
      </p:sp>
      <p:sp>
        <p:nvSpPr>
          <p:cNvPr id="19" name="Text 16"/>
          <p:cNvSpPr txBox="1"/>
          <p:nvPr/>
        </p:nvSpPr>
        <p:spPr>
          <a:xfrm>
            <a:off x="4489704" y="4352544"/>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clean</a:t>
            </a:r>
            <a:r>
              <a:rPr lang="en-US" sz="2200" b="1" i="1" dirty="0">
                <a:solidFill>
                  <a:srgbClr val="2E7D4F"/>
                </a:solidFill>
              </a:rPr>
              <a:t>ed</a:t>
            </a:r>
            <a:endParaRPr lang="en-US" sz="1800" dirty="0"/>
          </a:p>
        </p:txBody>
      </p:sp>
      <p:sp>
        <p:nvSpPr>
          <p:cNvPr id="20" name="Text 17"/>
          <p:cNvSpPr txBox="1"/>
          <p:nvPr/>
        </p:nvSpPr>
        <p:spPr>
          <a:xfrm>
            <a:off x="4489704" y="4882896"/>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open</a:t>
            </a:r>
            <a:r>
              <a:rPr lang="en-US" sz="2200" b="1" i="1" dirty="0">
                <a:solidFill>
                  <a:srgbClr val="2E7D4F"/>
                </a:solidFill>
              </a:rPr>
              <a:t>ed</a:t>
            </a:r>
            <a:endParaRPr lang="en-US" sz="1800" dirty="0"/>
          </a:p>
        </p:txBody>
      </p:sp>
      <p:sp>
        <p:nvSpPr>
          <p:cNvPr id="21" name="Shape 18"/>
          <p:cNvSpPr/>
          <p:nvPr/>
        </p:nvSpPr>
        <p:spPr>
          <a:xfrm>
            <a:off x="8065008" y="1463040"/>
            <a:ext cx="3575304" cy="4023360"/>
          </a:xfrm>
          <a:prstGeom prst="roundRect">
            <a:avLst>
              <a:gd name="adj" fmla="val 306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8065008" y="1463040"/>
            <a:ext cx="3575304" cy="9144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8065008" y="1463040"/>
            <a:ext cx="3575304" cy="914400"/>
          </a:xfrm>
          <a:prstGeom prst="rect">
            <a:avLst/>
          </a:prstGeom>
          <a:noFill/>
          <a:ln/>
        </p:spPr>
        <p:txBody>
          <a:bodyPr wrap="square" lIns="0" tIns="0" rIns="0" bIns="0" rtlCol="0" anchor="ctr"/>
          <a:lstStyle/>
          <a:p>
            <a:pPr algn="ctr" indent="0" marL="0">
              <a:buNone/>
            </a:pPr>
            <a:r>
              <a:rPr lang="en-US" sz="3600" b="1" dirty="0">
                <a:solidFill>
                  <a:schemeClr val="bg1"/>
                </a:solidFill>
              </a:rPr>
              <a:t>/ɪd/</a:t>
            </a:r>
            <a:endParaRPr lang="en-US" sz="3600" dirty="0"/>
          </a:p>
        </p:txBody>
      </p:sp>
      <p:sp>
        <p:nvSpPr>
          <p:cNvPr id="24" name="Text 21"/>
          <p:cNvSpPr txBox="1"/>
          <p:nvPr/>
        </p:nvSpPr>
        <p:spPr>
          <a:xfrm>
            <a:off x="8202168" y="2468880"/>
            <a:ext cx="3300984" cy="731520"/>
          </a:xfrm>
          <a:prstGeom prst="rect">
            <a:avLst/>
          </a:prstGeom>
          <a:noFill/>
          <a:ln/>
        </p:spPr>
        <p:txBody>
          <a:bodyPr wrap="square" lIns="0" tIns="0" rIns="0" bIns="0" rtlCol="0" anchor="ctr"/>
          <a:lstStyle/>
          <a:p>
            <a:pPr algn="ctr" indent="0" marL="0">
              <a:buNone/>
            </a:pPr>
            <a:r>
              <a:rPr lang="en-US" sz="1500" b="1" dirty="0">
                <a:solidFill>
                  <a:schemeClr val="accent1"/>
                </a:solidFill>
              </a:rPr>
              <a:t>only after t or d</a:t>
            </a:r>
            <a:endParaRPr lang="en-US" sz="1500" dirty="0"/>
          </a:p>
          <a:p>
            <a:pPr algn="ctr" indent="0" marL="0">
              <a:buNone/>
            </a:pPr>
            <a:r>
              <a:rPr lang="en-US" sz="1500" i="1" dirty="0">
                <a:solidFill>
                  <a:schemeClr val="accent1"/>
                </a:solidFill>
              </a:rPr>
              <a:t>one extra syllable!</a:t>
            </a:r>
            <a:endParaRPr lang="en-US" sz="1500" dirty="0"/>
          </a:p>
        </p:txBody>
      </p:sp>
      <p:sp>
        <p:nvSpPr>
          <p:cNvPr id="25" name="Text 22"/>
          <p:cNvSpPr txBox="1"/>
          <p:nvPr/>
        </p:nvSpPr>
        <p:spPr>
          <a:xfrm>
            <a:off x="8247888" y="3291840"/>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want</a:t>
            </a:r>
            <a:r>
              <a:rPr lang="en-US" sz="2200" b="1" i="1" dirty="0">
                <a:solidFill>
                  <a:srgbClr val="D9700F"/>
                </a:solidFill>
              </a:rPr>
              <a:t>ed</a:t>
            </a:r>
            <a:endParaRPr lang="en-US" sz="1800" dirty="0"/>
          </a:p>
        </p:txBody>
      </p:sp>
      <p:sp>
        <p:nvSpPr>
          <p:cNvPr id="26" name="Text 23"/>
          <p:cNvSpPr txBox="1"/>
          <p:nvPr/>
        </p:nvSpPr>
        <p:spPr>
          <a:xfrm>
            <a:off x="8247888" y="3822192"/>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need</a:t>
            </a:r>
            <a:r>
              <a:rPr lang="en-US" sz="2200" b="1" i="1" dirty="0">
                <a:solidFill>
                  <a:srgbClr val="D9700F"/>
                </a:solidFill>
              </a:rPr>
              <a:t>ed</a:t>
            </a:r>
            <a:endParaRPr lang="en-US" sz="1800" dirty="0"/>
          </a:p>
        </p:txBody>
      </p:sp>
      <p:sp>
        <p:nvSpPr>
          <p:cNvPr id="27" name="Text 24"/>
          <p:cNvSpPr txBox="1"/>
          <p:nvPr/>
        </p:nvSpPr>
        <p:spPr>
          <a:xfrm>
            <a:off x="8247888" y="4352544"/>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visit</a:t>
            </a:r>
            <a:r>
              <a:rPr lang="en-US" sz="2200" b="1" i="1" dirty="0">
                <a:solidFill>
                  <a:srgbClr val="D9700F"/>
                </a:solidFill>
              </a:rPr>
              <a:t>ed</a:t>
            </a:r>
            <a:endParaRPr lang="en-US" sz="1800" dirty="0"/>
          </a:p>
        </p:txBody>
      </p:sp>
      <p:sp>
        <p:nvSpPr>
          <p:cNvPr id="28" name="Text 25"/>
          <p:cNvSpPr txBox="1"/>
          <p:nvPr/>
        </p:nvSpPr>
        <p:spPr>
          <a:xfrm>
            <a:off x="8247888" y="4882896"/>
            <a:ext cx="3209544" cy="502920"/>
          </a:xfrm>
          <a:prstGeom prst="rect">
            <a:avLst/>
          </a:prstGeom>
          <a:noFill/>
          <a:ln/>
        </p:spPr>
        <p:txBody>
          <a:bodyPr wrap="square" lIns="0" tIns="0" rIns="0" bIns="0" rtlCol="0" anchor="ctr"/>
          <a:lstStyle/>
          <a:p>
            <a:pPr algn="ctr" indent="0" marL="0">
              <a:buNone/>
            </a:pPr>
            <a:r>
              <a:rPr lang="en-US" sz="2200" i="1" dirty="0">
                <a:solidFill>
                  <a:schemeClr val="tx1"/>
                </a:solidFill>
              </a:rPr>
              <a:t>decid</a:t>
            </a:r>
            <a:r>
              <a:rPr lang="en-US" sz="2200" b="1" i="1" dirty="0">
                <a:solidFill>
                  <a:srgbClr val="D9700F"/>
                </a:solidFill>
              </a:rPr>
              <a:t>ed</a:t>
            </a:r>
            <a:endParaRPr lang="en-US" sz="1800" dirty="0"/>
          </a:p>
        </p:txBody>
      </p:sp>
      <p:pic>
        <p:nvPicPr>
          <p:cNvPr id="29" name="Image 0" descr="speaking head">    </p:cNvPr>
          <p:cNvPicPr>
            <a:picLocks noChangeAspect="1"/>
          </p:cNvPicPr>
          <p:nvPr/>
        </p:nvPicPr>
        <p:blipFill>
          <a:blip r:embed="rId1"/>
          <a:stretch>
            <a:fillRect/>
          </a:stretch>
        </p:blipFill>
        <p:spPr>
          <a:xfrm>
            <a:off x="548640" y="5577840"/>
            <a:ext cx="640080" cy="640080"/>
          </a:xfrm>
          <a:prstGeom prst="rect">
            <a:avLst/>
          </a:prstGeom>
        </p:spPr>
      </p:pic>
      <p:sp>
        <p:nvSpPr>
          <p:cNvPr id="30" name="Text 26"/>
          <p:cNvSpPr txBox="1"/>
          <p:nvPr/>
        </p:nvSpPr>
        <p:spPr>
          <a:xfrm>
            <a:off x="1325880" y="5577840"/>
            <a:ext cx="10332720" cy="640080"/>
          </a:xfrm>
          <a:prstGeom prst="rect">
            <a:avLst/>
          </a:prstGeom>
          <a:noFill/>
          <a:ln/>
        </p:spPr>
        <p:txBody>
          <a:bodyPr wrap="square" lIns="0" tIns="0" rIns="0" bIns="0" rtlCol="0" anchor="ctr"/>
          <a:lstStyle/>
          <a:p>
            <a:pPr algn="l" indent="0" marL="0">
              <a:buNone/>
            </a:pPr>
            <a:r>
              <a:rPr lang="en-US" sz="1500" dirty="0">
                <a:solidFill>
                  <a:schemeClr val="tx2"/>
                </a:solidFill>
              </a:rPr>
              <a:t>Main sur la gorge : ça vibre → /d/ · ça ne vibre pas → /t/. ⚠ </a:t>
            </a:r>
            <a:r>
              <a:rPr lang="en-US" sz="1500" i="1" dirty="0">
                <a:solidFill>
                  <a:schemeClr val="tx2"/>
                </a:solidFill>
              </a:rPr>
              <a:t>work-ed</a:t>
            </a:r>
            <a:r>
              <a:rPr lang="en-US" sz="1500" dirty="0">
                <a:solidFill>
                  <a:schemeClr val="tx2"/>
                </a:solidFill>
              </a:rPr>
              <a:t> ✗ : une syllabe en plus </a:t>
            </a:r>
            <a:r>
              <a:rPr lang="en-US" sz="1500" b="1" dirty="0">
                <a:solidFill>
                  <a:schemeClr val="tx2"/>
                </a:solidFill>
              </a:rPr>
              <a:t>seulement</a:t>
            </a:r>
            <a:r>
              <a:rPr lang="en-US" sz="1500" dirty="0">
                <a:solidFill>
                  <a:schemeClr val="tx2"/>
                </a:solidFill>
              </a:rPr>
              <a:t> après </a:t>
            </a:r>
            <a:r>
              <a:rPr lang="en-US" sz="1500" i="1" dirty="0">
                <a:solidFill>
                  <a:schemeClr val="tx2"/>
                </a:solidFill>
              </a:rPr>
              <a:t>t</a:t>
            </a:r>
            <a:r>
              <a:rPr lang="en-US" sz="1500" dirty="0">
                <a:solidFill>
                  <a:schemeClr val="tx2"/>
                </a:solidFill>
              </a:rPr>
              <a:t> ou </a:t>
            </a:r>
            <a:r>
              <a:rPr lang="en-US" sz="1500" i="1" dirty="0">
                <a:solidFill>
                  <a:schemeClr val="tx2"/>
                </a:solidFill>
              </a:rPr>
              <a:t>d</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Irregular verbs: no rule, but families</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463040"/>
            <a:ext cx="2670048" cy="3977640"/>
          </a:xfrm>
          <a:prstGeom prst="roundRect">
            <a:avLst>
              <a:gd name="adj" fmla="val 4110"/>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2670048" cy="868680"/>
          </a:xfrm>
          <a:prstGeom prst="roundRect">
            <a:avLst>
              <a:gd name="adj" fmla="val 12632"/>
            </a:avLst>
          </a:prstGeom>
          <a:solidFill>
            <a:schemeClr val="accent3"/>
          </a:solidFill>
          <a:ln w="12700">
            <a:solidFill>
              <a:srgbClr val="FFFFFF">
                <a:alpha val="0"/>
              </a:srgbClr>
            </a:solidFill>
            <a:prstDash val="solid"/>
          </a:ln>
        </p:spPr>
      </p:sp>
      <p:sp>
        <p:nvSpPr>
          <p:cNvPr id="7" name="Text 4"/>
          <p:cNvSpPr txBox="1"/>
          <p:nvPr/>
        </p:nvSpPr>
        <p:spPr>
          <a:xfrm>
            <a:off x="548640" y="1463040"/>
            <a:ext cx="2670048" cy="868680"/>
          </a:xfrm>
          <a:prstGeom prst="rect">
            <a:avLst/>
          </a:prstGeom>
          <a:noFill/>
          <a:ln/>
        </p:spPr>
        <p:txBody>
          <a:bodyPr wrap="square" lIns="0" tIns="0" rIns="0" bIns="0" rtlCol="0" anchor="ctr"/>
          <a:lstStyle/>
          <a:p>
            <a:pPr algn="ctr" indent="0" marL="0">
              <a:buNone/>
            </a:pPr>
            <a:r>
              <a:rPr lang="en-US" sz="1600" b="1" dirty="0">
                <a:solidFill>
                  <a:schemeClr val="bg1"/>
                </a:solidFill>
              </a:rPr>
              <a:t>A – A – A</a:t>
            </a:r>
            <a:endParaRPr lang="en-US" sz="1600" dirty="0"/>
          </a:p>
          <a:p>
            <a:pPr algn="ctr" indent="0" marL="0">
              <a:buNone/>
            </a:pPr>
            <a:r>
              <a:rPr lang="en-US" sz="1600" i="1" dirty="0">
                <a:solidFill>
                  <a:schemeClr val="bg1"/>
                </a:solidFill>
              </a:rPr>
              <a:t>the same 3 times</a:t>
            </a:r>
            <a:endParaRPr lang="en-US" sz="1600" dirty="0"/>
          </a:p>
        </p:txBody>
      </p:sp>
      <p:sp>
        <p:nvSpPr>
          <p:cNvPr id="8" name="Text 5"/>
          <p:cNvSpPr txBox="1"/>
          <p:nvPr/>
        </p:nvSpPr>
        <p:spPr>
          <a:xfrm>
            <a:off x="640080" y="251460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cut</a:t>
            </a:r>
            <a:endParaRPr lang="en-US" sz="1500" dirty="0"/>
          </a:p>
        </p:txBody>
      </p:sp>
      <p:sp>
        <p:nvSpPr>
          <p:cNvPr id="9" name="Shape 6"/>
          <p:cNvSpPr/>
          <p:nvPr/>
        </p:nvSpPr>
        <p:spPr>
          <a:xfrm>
            <a:off x="1479528" y="2862072"/>
            <a:ext cx="808271" cy="402336"/>
          </a:xfrm>
          <a:prstGeom prst="roundRect">
            <a:avLst>
              <a:gd name="adj" fmla="val 27273"/>
            </a:avLst>
          </a:prstGeom>
          <a:solidFill>
            <a:schemeClr val="accent4"/>
          </a:solidFill>
          <a:ln w="12700">
            <a:solidFill>
              <a:srgbClr val="FFFFFF">
                <a:alpha val="0"/>
              </a:srgbClr>
            </a:solidFill>
            <a:prstDash val="solid"/>
          </a:ln>
        </p:spPr>
      </p:sp>
      <p:sp>
        <p:nvSpPr>
          <p:cNvPr id="10" name="Text 7"/>
          <p:cNvSpPr txBox="1"/>
          <p:nvPr/>
        </p:nvSpPr>
        <p:spPr>
          <a:xfrm>
            <a:off x="1479528" y="2862072"/>
            <a:ext cx="808271" cy="402336"/>
          </a:xfrm>
          <a:prstGeom prst="rect">
            <a:avLst/>
          </a:prstGeom>
          <a:noFill/>
          <a:ln/>
        </p:spPr>
        <p:txBody>
          <a:bodyPr wrap="square" lIns="0" tIns="0" rIns="0" bIns="0" rtlCol="0" anchor="ctr"/>
          <a:lstStyle/>
          <a:p>
            <a:pPr algn="ctr" indent="0" marL="0">
              <a:buNone/>
            </a:pPr>
            <a:r>
              <a:rPr lang="en-US" sz="1700" b="1" i="1" dirty="0">
                <a:solidFill>
                  <a:schemeClr val="bg1"/>
                </a:solidFill>
              </a:rPr>
              <a:t>cut</a:t>
            </a:r>
            <a:endParaRPr lang="en-US" sz="1700" dirty="0"/>
          </a:p>
        </p:txBody>
      </p:sp>
      <p:sp>
        <p:nvSpPr>
          <p:cNvPr id="11" name="Text 8"/>
          <p:cNvSpPr txBox="1"/>
          <p:nvPr/>
        </p:nvSpPr>
        <p:spPr>
          <a:xfrm>
            <a:off x="640080" y="326440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(cut)</a:t>
            </a:r>
            <a:endParaRPr lang="en-US" sz="1000" dirty="0"/>
          </a:p>
        </p:txBody>
      </p:sp>
      <p:sp>
        <p:nvSpPr>
          <p:cNvPr id="12" name="Text 9"/>
          <p:cNvSpPr txBox="1"/>
          <p:nvPr/>
        </p:nvSpPr>
        <p:spPr>
          <a:xfrm>
            <a:off x="640080" y="347472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put</a:t>
            </a:r>
            <a:endParaRPr lang="en-US" sz="1500" dirty="0"/>
          </a:p>
        </p:txBody>
      </p:sp>
      <p:sp>
        <p:nvSpPr>
          <p:cNvPr id="13" name="Shape 10"/>
          <p:cNvSpPr/>
          <p:nvPr/>
        </p:nvSpPr>
        <p:spPr>
          <a:xfrm>
            <a:off x="1479528" y="3822192"/>
            <a:ext cx="808271" cy="402336"/>
          </a:xfrm>
          <a:prstGeom prst="roundRect">
            <a:avLst>
              <a:gd name="adj" fmla="val 27273"/>
            </a:avLst>
          </a:prstGeom>
          <a:solidFill>
            <a:schemeClr val="accent4"/>
          </a:solidFill>
          <a:ln w="12700">
            <a:solidFill>
              <a:srgbClr val="FFFFFF">
                <a:alpha val="0"/>
              </a:srgbClr>
            </a:solidFill>
            <a:prstDash val="solid"/>
          </a:ln>
        </p:spPr>
      </p:sp>
      <p:sp>
        <p:nvSpPr>
          <p:cNvPr id="14" name="Text 11"/>
          <p:cNvSpPr txBox="1"/>
          <p:nvPr/>
        </p:nvSpPr>
        <p:spPr>
          <a:xfrm>
            <a:off x="1479528" y="3822192"/>
            <a:ext cx="808271" cy="402336"/>
          </a:xfrm>
          <a:prstGeom prst="rect">
            <a:avLst/>
          </a:prstGeom>
          <a:noFill/>
          <a:ln/>
        </p:spPr>
        <p:txBody>
          <a:bodyPr wrap="square" lIns="0" tIns="0" rIns="0" bIns="0" rtlCol="0" anchor="ctr"/>
          <a:lstStyle/>
          <a:p>
            <a:pPr algn="ctr" indent="0" marL="0">
              <a:buNone/>
            </a:pPr>
            <a:r>
              <a:rPr lang="en-US" sz="1700" b="1" i="1" dirty="0">
                <a:solidFill>
                  <a:schemeClr val="bg1"/>
                </a:solidFill>
              </a:rPr>
              <a:t>put</a:t>
            </a:r>
            <a:endParaRPr lang="en-US" sz="1700" dirty="0"/>
          </a:p>
        </p:txBody>
      </p:sp>
      <p:sp>
        <p:nvSpPr>
          <p:cNvPr id="15" name="Text 12"/>
          <p:cNvSpPr txBox="1"/>
          <p:nvPr/>
        </p:nvSpPr>
        <p:spPr>
          <a:xfrm>
            <a:off x="640080" y="422452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(put)</a:t>
            </a:r>
            <a:endParaRPr lang="en-US" sz="1000" dirty="0"/>
          </a:p>
        </p:txBody>
      </p:sp>
      <p:sp>
        <p:nvSpPr>
          <p:cNvPr id="16" name="Text 13"/>
          <p:cNvSpPr txBox="1"/>
          <p:nvPr/>
        </p:nvSpPr>
        <p:spPr>
          <a:xfrm>
            <a:off x="640080" y="443484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cost</a:t>
            </a:r>
            <a:endParaRPr lang="en-US" sz="1500" dirty="0"/>
          </a:p>
        </p:txBody>
      </p:sp>
      <p:sp>
        <p:nvSpPr>
          <p:cNvPr id="17" name="Shape 14"/>
          <p:cNvSpPr/>
          <p:nvPr/>
        </p:nvSpPr>
        <p:spPr>
          <a:xfrm>
            <a:off x="1411629" y="4782312"/>
            <a:ext cx="944070" cy="402336"/>
          </a:xfrm>
          <a:prstGeom prst="roundRect">
            <a:avLst>
              <a:gd name="adj" fmla="val 27273"/>
            </a:avLst>
          </a:prstGeom>
          <a:solidFill>
            <a:schemeClr val="accent4"/>
          </a:solidFill>
          <a:ln w="12700">
            <a:solidFill>
              <a:srgbClr val="FFFFFF">
                <a:alpha val="0"/>
              </a:srgbClr>
            </a:solidFill>
            <a:prstDash val="solid"/>
          </a:ln>
        </p:spPr>
      </p:sp>
      <p:sp>
        <p:nvSpPr>
          <p:cNvPr id="18" name="Text 15"/>
          <p:cNvSpPr txBox="1"/>
          <p:nvPr/>
        </p:nvSpPr>
        <p:spPr>
          <a:xfrm>
            <a:off x="1411629" y="4782312"/>
            <a:ext cx="944070" cy="402336"/>
          </a:xfrm>
          <a:prstGeom prst="rect">
            <a:avLst/>
          </a:prstGeom>
          <a:noFill/>
          <a:ln/>
        </p:spPr>
        <p:txBody>
          <a:bodyPr wrap="square" lIns="0" tIns="0" rIns="0" bIns="0" rtlCol="0" anchor="ctr"/>
          <a:lstStyle/>
          <a:p>
            <a:pPr algn="ctr" indent="0" marL="0">
              <a:buNone/>
            </a:pPr>
            <a:r>
              <a:rPr lang="en-US" sz="1700" b="1" i="1" dirty="0">
                <a:solidFill>
                  <a:schemeClr val="bg1"/>
                </a:solidFill>
              </a:rPr>
              <a:t>cost</a:t>
            </a:r>
            <a:endParaRPr lang="en-US" sz="1700" dirty="0"/>
          </a:p>
        </p:txBody>
      </p:sp>
      <p:sp>
        <p:nvSpPr>
          <p:cNvPr id="19" name="Text 16"/>
          <p:cNvSpPr txBox="1"/>
          <p:nvPr/>
        </p:nvSpPr>
        <p:spPr>
          <a:xfrm>
            <a:off x="640080" y="518464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(cost)</a:t>
            </a:r>
            <a:endParaRPr lang="en-US" sz="1000" dirty="0"/>
          </a:p>
        </p:txBody>
      </p:sp>
      <p:sp>
        <p:nvSpPr>
          <p:cNvPr id="20" name="Shape 17"/>
          <p:cNvSpPr/>
          <p:nvPr/>
        </p:nvSpPr>
        <p:spPr>
          <a:xfrm>
            <a:off x="3355848" y="1463040"/>
            <a:ext cx="2670048" cy="3977640"/>
          </a:xfrm>
          <a:prstGeom prst="roundRect">
            <a:avLst>
              <a:gd name="adj" fmla="val 4110"/>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3355848" y="1463040"/>
            <a:ext cx="2670048" cy="868680"/>
          </a:xfrm>
          <a:prstGeom prst="roundRect">
            <a:avLst>
              <a:gd name="adj" fmla="val 12632"/>
            </a:avLst>
          </a:prstGeom>
          <a:solidFill>
            <a:schemeClr val="accent2"/>
          </a:solidFill>
          <a:ln w="12700">
            <a:solidFill>
              <a:srgbClr val="FFFFFF">
                <a:alpha val="0"/>
              </a:srgbClr>
            </a:solidFill>
            <a:prstDash val="solid"/>
          </a:ln>
        </p:spPr>
      </p:sp>
      <p:sp>
        <p:nvSpPr>
          <p:cNvPr id="22" name="Text 19"/>
          <p:cNvSpPr txBox="1"/>
          <p:nvPr/>
        </p:nvSpPr>
        <p:spPr>
          <a:xfrm>
            <a:off x="3355848" y="1463040"/>
            <a:ext cx="2670048" cy="868680"/>
          </a:xfrm>
          <a:prstGeom prst="rect">
            <a:avLst/>
          </a:prstGeom>
          <a:noFill/>
          <a:ln/>
        </p:spPr>
        <p:txBody>
          <a:bodyPr wrap="square" lIns="0" tIns="0" rIns="0" bIns="0" rtlCol="0" anchor="ctr"/>
          <a:lstStyle/>
          <a:p>
            <a:pPr algn="ctr" indent="0" marL="0">
              <a:buNone/>
            </a:pPr>
            <a:r>
              <a:rPr lang="en-US" sz="1600" b="1" dirty="0">
                <a:solidFill>
                  <a:schemeClr val="bg1"/>
                </a:solidFill>
              </a:rPr>
              <a:t>A – B – B</a:t>
            </a:r>
            <a:endParaRPr lang="en-US" sz="1600" dirty="0"/>
          </a:p>
          <a:p>
            <a:pPr algn="ctr" indent="0" marL="0">
              <a:buNone/>
            </a:pPr>
            <a:r>
              <a:rPr lang="en-US" sz="1600" i="1" dirty="0">
                <a:solidFill>
                  <a:schemeClr val="bg1"/>
                </a:solidFill>
              </a:rPr>
              <a:t>-ought / -aught…</a:t>
            </a:r>
            <a:endParaRPr lang="en-US" sz="1600" dirty="0"/>
          </a:p>
        </p:txBody>
      </p:sp>
      <p:sp>
        <p:nvSpPr>
          <p:cNvPr id="23" name="Text 20"/>
          <p:cNvSpPr txBox="1"/>
          <p:nvPr/>
        </p:nvSpPr>
        <p:spPr>
          <a:xfrm>
            <a:off x="3447288" y="251460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buy</a:t>
            </a:r>
            <a:endParaRPr lang="en-US" sz="1500" dirty="0"/>
          </a:p>
        </p:txBody>
      </p:sp>
      <p:sp>
        <p:nvSpPr>
          <p:cNvPr id="24" name="Shape 21"/>
          <p:cNvSpPr/>
          <p:nvPr/>
        </p:nvSpPr>
        <p:spPr>
          <a:xfrm>
            <a:off x="4083037" y="2862072"/>
            <a:ext cx="1215669" cy="402336"/>
          </a:xfrm>
          <a:prstGeom prst="roundRect">
            <a:avLst>
              <a:gd name="adj" fmla="val 27273"/>
            </a:avLst>
          </a:prstGeom>
          <a:solidFill>
            <a:schemeClr val="accent4"/>
          </a:solidFill>
          <a:ln w="12700">
            <a:solidFill>
              <a:srgbClr val="FFFFFF">
                <a:alpha val="0"/>
              </a:srgbClr>
            </a:solidFill>
            <a:prstDash val="solid"/>
          </a:ln>
        </p:spPr>
      </p:sp>
      <p:sp>
        <p:nvSpPr>
          <p:cNvPr id="25" name="Text 22"/>
          <p:cNvSpPr txBox="1"/>
          <p:nvPr/>
        </p:nvSpPr>
        <p:spPr>
          <a:xfrm>
            <a:off x="4083037" y="2862072"/>
            <a:ext cx="1215669" cy="402336"/>
          </a:xfrm>
          <a:prstGeom prst="rect">
            <a:avLst/>
          </a:prstGeom>
          <a:noFill/>
          <a:ln/>
        </p:spPr>
        <p:txBody>
          <a:bodyPr wrap="square" lIns="0" tIns="0" rIns="0" bIns="0" rtlCol="0" anchor="ctr"/>
          <a:lstStyle/>
          <a:p>
            <a:pPr algn="ctr" indent="0" marL="0">
              <a:buNone/>
            </a:pPr>
            <a:r>
              <a:rPr lang="en-US" sz="1700" b="1" i="1" dirty="0">
                <a:solidFill>
                  <a:schemeClr val="bg1"/>
                </a:solidFill>
              </a:rPr>
              <a:t>bought</a:t>
            </a:r>
            <a:endParaRPr lang="en-US" sz="1700" dirty="0"/>
          </a:p>
        </p:txBody>
      </p:sp>
      <p:sp>
        <p:nvSpPr>
          <p:cNvPr id="26" name="Text 23"/>
          <p:cNvSpPr txBox="1"/>
          <p:nvPr/>
        </p:nvSpPr>
        <p:spPr>
          <a:xfrm>
            <a:off x="3447288" y="326440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(bought)</a:t>
            </a:r>
            <a:endParaRPr lang="en-US" sz="1000" dirty="0"/>
          </a:p>
        </p:txBody>
      </p:sp>
      <p:sp>
        <p:nvSpPr>
          <p:cNvPr id="27" name="Text 24"/>
          <p:cNvSpPr txBox="1"/>
          <p:nvPr/>
        </p:nvSpPr>
        <p:spPr>
          <a:xfrm>
            <a:off x="3447288" y="347472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think</a:t>
            </a:r>
            <a:endParaRPr lang="en-US" sz="1500" dirty="0"/>
          </a:p>
        </p:txBody>
      </p:sp>
      <p:sp>
        <p:nvSpPr>
          <p:cNvPr id="28" name="Shape 25"/>
          <p:cNvSpPr/>
          <p:nvPr/>
        </p:nvSpPr>
        <p:spPr>
          <a:xfrm>
            <a:off x="4015138" y="3822192"/>
            <a:ext cx="1351469" cy="402336"/>
          </a:xfrm>
          <a:prstGeom prst="roundRect">
            <a:avLst>
              <a:gd name="adj" fmla="val 27273"/>
            </a:avLst>
          </a:prstGeom>
          <a:solidFill>
            <a:schemeClr val="accent4"/>
          </a:solidFill>
          <a:ln w="12700">
            <a:solidFill>
              <a:srgbClr val="FFFFFF">
                <a:alpha val="0"/>
              </a:srgbClr>
            </a:solidFill>
            <a:prstDash val="solid"/>
          </a:ln>
        </p:spPr>
      </p:sp>
      <p:sp>
        <p:nvSpPr>
          <p:cNvPr id="29" name="Text 26"/>
          <p:cNvSpPr txBox="1"/>
          <p:nvPr/>
        </p:nvSpPr>
        <p:spPr>
          <a:xfrm>
            <a:off x="4015138" y="3822192"/>
            <a:ext cx="1351469" cy="402336"/>
          </a:xfrm>
          <a:prstGeom prst="rect">
            <a:avLst/>
          </a:prstGeom>
          <a:noFill/>
          <a:ln/>
        </p:spPr>
        <p:txBody>
          <a:bodyPr wrap="square" lIns="0" tIns="0" rIns="0" bIns="0" rtlCol="0" anchor="ctr"/>
          <a:lstStyle/>
          <a:p>
            <a:pPr algn="ctr" indent="0" marL="0">
              <a:buNone/>
            </a:pPr>
            <a:r>
              <a:rPr lang="en-US" sz="1700" b="1" i="1" dirty="0">
                <a:solidFill>
                  <a:schemeClr val="bg1"/>
                </a:solidFill>
              </a:rPr>
              <a:t>thought</a:t>
            </a:r>
            <a:endParaRPr lang="en-US" sz="1700" dirty="0"/>
          </a:p>
        </p:txBody>
      </p:sp>
      <p:sp>
        <p:nvSpPr>
          <p:cNvPr id="30" name="Text 27"/>
          <p:cNvSpPr txBox="1"/>
          <p:nvPr/>
        </p:nvSpPr>
        <p:spPr>
          <a:xfrm>
            <a:off x="3447288" y="422452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(thought)</a:t>
            </a:r>
            <a:endParaRPr lang="en-US" sz="1000" dirty="0"/>
          </a:p>
        </p:txBody>
      </p:sp>
      <p:sp>
        <p:nvSpPr>
          <p:cNvPr id="31" name="Text 28"/>
          <p:cNvSpPr txBox="1"/>
          <p:nvPr/>
        </p:nvSpPr>
        <p:spPr>
          <a:xfrm>
            <a:off x="3447288" y="443484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teach</a:t>
            </a:r>
            <a:endParaRPr lang="en-US" sz="1500" dirty="0"/>
          </a:p>
        </p:txBody>
      </p:sp>
      <p:sp>
        <p:nvSpPr>
          <p:cNvPr id="32" name="Shape 29"/>
          <p:cNvSpPr/>
          <p:nvPr/>
        </p:nvSpPr>
        <p:spPr>
          <a:xfrm>
            <a:off x="4083037" y="4782312"/>
            <a:ext cx="1215669" cy="402336"/>
          </a:xfrm>
          <a:prstGeom prst="roundRect">
            <a:avLst>
              <a:gd name="adj" fmla="val 27273"/>
            </a:avLst>
          </a:prstGeom>
          <a:solidFill>
            <a:schemeClr val="accent4"/>
          </a:solidFill>
          <a:ln w="12700">
            <a:solidFill>
              <a:srgbClr val="FFFFFF">
                <a:alpha val="0"/>
              </a:srgbClr>
            </a:solidFill>
            <a:prstDash val="solid"/>
          </a:ln>
        </p:spPr>
      </p:sp>
      <p:sp>
        <p:nvSpPr>
          <p:cNvPr id="33" name="Text 30"/>
          <p:cNvSpPr txBox="1"/>
          <p:nvPr/>
        </p:nvSpPr>
        <p:spPr>
          <a:xfrm>
            <a:off x="4083037" y="4782312"/>
            <a:ext cx="1215669" cy="402336"/>
          </a:xfrm>
          <a:prstGeom prst="rect">
            <a:avLst/>
          </a:prstGeom>
          <a:noFill/>
          <a:ln/>
        </p:spPr>
        <p:txBody>
          <a:bodyPr wrap="square" lIns="0" tIns="0" rIns="0" bIns="0" rtlCol="0" anchor="ctr"/>
          <a:lstStyle/>
          <a:p>
            <a:pPr algn="ctr" indent="0" marL="0">
              <a:buNone/>
            </a:pPr>
            <a:r>
              <a:rPr lang="en-US" sz="1700" b="1" i="1" dirty="0">
                <a:solidFill>
                  <a:schemeClr val="bg1"/>
                </a:solidFill>
              </a:rPr>
              <a:t>taught</a:t>
            </a:r>
            <a:endParaRPr lang="en-US" sz="1700" dirty="0"/>
          </a:p>
        </p:txBody>
      </p:sp>
      <p:sp>
        <p:nvSpPr>
          <p:cNvPr id="34" name="Text 31"/>
          <p:cNvSpPr txBox="1"/>
          <p:nvPr/>
        </p:nvSpPr>
        <p:spPr>
          <a:xfrm>
            <a:off x="3447288" y="518464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(taught)</a:t>
            </a:r>
            <a:endParaRPr lang="en-US" sz="1000" dirty="0"/>
          </a:p>
        </p:txBody>
      </p:sp>
      <p:sp>
        <p:nvSpPr>
          <p:cNvPr id="35" name="Shape 32"/>
          <p:cNvSpPr/>
          <p:nvPr/>
        </p:nvSpPr>
        <p:spPr>
          <a:xfrm>
            <a:off x="6163056" y="1463040"/>
            <a:ext cx="2670048" cy="3977640"/>
          </a:xfrm>
          <a:prstGeom prst="roundRect">
            <a:avLst>
              <a:gd name="adj" fmla="val 4110"/>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63056" y="1463040"/>
            <a:ext cx="2670048" cy="868680"/>
          </a:xfrm>
          <a:prstGeom prst="roundRect">
            <a:avLst>
              <a:gd name="adj" fmla="val 12632"/>
            </a:avLst>
          </a:prstGeom>
          <a:solidFill>
            <a:srgbClr val="6E4A9E"/>
          </a:solidFill>
          <a:ln w="12700">
            <a:solidFill>
              <a:srgbClr val="FFFFFF">
                <a:alpha val="0"/>
              </a:srgbClr>
            </a:solidFill>
            <a:prstDash val="solid"/>
          </a:ln>
        </p:spPr>
      </p:sp>
      <p:sp>
        <p:nvSpPr>
          <p:cNvPr id="37" name="Text 34"/>
          <p:cNvSpPr txBox="1"/>
          <p:nvPr/>
        </p:nvSpPr>
        <p:spPr>
          <a:xfrm>
            <a:off x="6163056" y="1463040"/>
            <a:ext cx="2670048" cy="868680"/>
          </a:xfrm>
          <a:prstGeom prst="rect">
            <a:avLst/>
          </a:prstGeom>
          <a:noFill/>
          <a:ln/>
        </p:spPr>
        <p:txBody>
          <a:bodyPr wrap="square" lIns="0" tIns="0" rIns="0" bIns="0" rtlCol="0" anchor="ctr"/>
          <a:lstStyle/>
          <a:p>
            <a:pPr algn="ctr" indent="0" marL="0">
              <a:buNone/>
            </a:pPr>
            <a:r>
              <a:rPr lang="en-US" sz="1600" b="1" dirty="0">
                <a:solidFill>
                  <a:schemeClr val="bg1"/>
                </a:solidFill>
              </a:rPr>
              <a:t>i – a – u</a:t>
            </a:r>
            <a:endParaRPr lang="en-US" sz="1600" dirty="0"/>
          </a:p>
          <a:p>
            <a:pPr algn="ctr" indent="0" marL="0">
              <a:buNone/>
            </a:pPr>
            <a:r>
              <a:rPr lang="en-US" sz="1600" i="1" dirty="0">
                <a:solidFill>
                  <a:schemeClr val="bg1"/>
                </a:solidFill>
              </a:rPr>
              <a:t>the vowel changes</a:t>
            </a:r>
            <a:endParaRPr lang="en-US" sz="1600" dirty="0"/>
          </a:p>
        </p:txBody>
      </p:sp>
      <p:sp>
        <p:nvSpPr>
          <p:cNvPr id="38" name="Text 35"/>
          <p:cNvSpPr txBox="1"/>
          <p:nvPr/>
        </p:nvSpPr>
        <p:spPr>
          <a:xfrm>
            <a:off x="6254496" y="251460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drink</a:t>
            </a:r>
            <a:endParaRPr lang="en-US" sz="1500" dirty="0"/>
          </a:p>
        </p:txBody>
      </p:sp>
      <p:sp>
        <p:nvSpPr>
          <p:cNvPr id="39" name="Shape 36"/>
          <p:cNvSpPr/>
          <p:nvPr/>
        </p:nvSpPr>
        <p:spPr>
          <a:xfrm>
            <a:off x="6958145" y="2862072"/>
            <a:ext cx="1079870" cy="402336"/>
          </a:xfrm>
          <a:prstGeom prst="roundRect">
            <a:avLst>
              <a:gd name="adj" fmla="val 27273"/>
            </a:avLst>
          </a:prstGeom>
          <a:solidFill>
            <a:schemeClr val="accent4"/>
          </a:solidFill>
          <a:ln w="12700">
            <a:solidFill>
              <a:srgbClr val="FFFFFF">
                <a:alpha val="0"/>
              </a:srgbClr>
            </a:solidFill>
            <a:prstDash val="solid"/>
          </a:ln>
        </p:spPr>
      </p:sp>
      <p:sp>
        <p:nvSpPr>
          <p:cNvPr id="40" name="Text 37"/>
          <p:cNvSpPr txBox="1"/>
          <p:nvPr/>
        </p:nvSpPr>
        <p:spPr>
          <a:xfrm>
            <a:off x="6958145" y="2862072"/>
            <a:ext cx="1079870" cy="402336"/>
          </a:xfrm>
          <a:prstGeom prst="rect">
            <a:avLst/>
          </a:prstGeom>
          <a:noFill/>
          <a:ln/>
        </p:spPr>
        <p:txBody>
          <a:bodyPr wrap="square" lIns="0" tIns="0" rIns="0" bIns="0" rtlCol="0" anchor="ctr"/>
          <a:lstStyle/>
          <a:p>
            <a:pPr algn="ctr" indent="0" marL="0">
              <a:buNone/>
            </a:pPr>
            <a:r>
              <a:rPr lang="en-US" sz="1700" b="1" i="1" dirty="0">
                <a:solidFill>
                  <a:schemeClr val="bg1"/>
                </a:solidFill>
              </a:rPr>
              <a:t>drank</a:t>
            </a:r>
            <a:endParaRPr lang="en-US" sz="1700" dirty="0"/>
          </a:p>
        </p:txBody>
      </p:sp>
      <p:sp>
        <p:nvSpPr>
          <p:cNvPr id="41" name="Text 38"/>
          <p:cNvSpPr txBox="1"/>
          <p:nvPr/>
        </p:nvSpPr>
        <p:spPr>
          <a:xfrm>
            <a:off x="6254496" y="326440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(drunk)</a:t>
            </a:r>
            <a:endParaRPr lang="en-US" sz="1000" dirty="0"/>
          </a:p>
        </p:txBody>
      </p:sp>
      <p:sp>
        <p:nvSpPr>
          <p:cNvPr id="42" name="Text 39"/>
          <p:cNvSpPr txBox="1"/>
          <p:nvPr/>
        </p:nvSpPr>
        <p:spPr>
          <a:xfrm>
            <a:off x="6254496" y="347472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swim</a:t>
            </a:r>
            <a:endParaRPr lang="en-US" sz="1500" dirty="0"/>
          </a:p>
        </p:txBody>
      </p:sp>
      <p:sp>
        <p:nvSpPr>
          <p:cNvPr id="43" name="Shape 40"/>
          <p:cNvSpPr/>
          <p:nvPr/>
        </p:nvSpPr>
        <p:spPr>
          <a:xfrm>
            <a:off x="7026045" y="3822192"/>
            <a:ext cx="944070" cy="402336"/>
          </a:xfrm>
          <a:prstGeom prst="roundRect">
            <a:avLst>
              <a:gd name="adj" fmla="val 27273"/>
            </a:avLst>
          </a:prstGeom>
          <a:solidFill>
            <a:schemeClr val="accent4"/>
          </a:solidFill>
          <a:ln w="12700">
            <a:solidFill>
              <a:srgbClr val="FFFFFF">
                <a:alpha val="0"/>
              </a:srgbClr>
            </a:solidFill>
            <a:prstDash val="solid"/>
          </a:ln>
        </p:spPr>
      </p:sp>
      <p:sp>
        <p:nvSpPr>
          <p:cNvPr id="44" name="Text 41"/>
          <p:cNvSpPr txBox="1"/>
          <p:nvPr/>
        </p:nvSpPr>
        <p:spPr>
          <a:xfrm>
            <a:off x="7026045" y="3822192"/>
            <a:ext cx="944070" cy="402336"/>
          </a:xfrm>
          <a:prstGeom prst="rect">
            <a:avLst/>
          </a:prstGeom>
          <a:noFill/>
          <a:ln/>
        </p:spPr>
        <p:txBody>
          <a:bodyPr wrap="square" lIns="0" tIns="0" rIns="0" bIns="0" rtlCol="0" anchor="ctr"/>
          <a:lstStyle/>
          <a:p>
            <a:pPr algn="ctr" indent="0" marL="0">
              <a:buNone/>
            </a:pPr>
            <a:r>
              <a:rPr lang="en-US" sz="1700" b="1" i="1" dirty="0">
                <a:solidFill>
                  <a:schemeClr val="bg1"/>
                </a:solidFill>
              </a:rPr>
              <a:t>swam</a:t>
            </a:r>
            <a:endParaRPr lang="en-US" sz="1700" dirty="0"/>
          </a:p>
        </p:txBody>
      </p:sp>
      <p:sp>
        <p:nvSpPr>
          <p:cNvPr id="45" name="Text 42"/>
          <p:cNvSpPr txBox="1"/>
          <p:nvPr/>
        </p:nvSpPr>
        <p:spPr>
          <a:xfrm>
            <a:off x="6254496" y="422452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(swum)</a:t>
            </a:r>
            <a:endParaRPr lang="en-US" sz="1000" dirty="0"/>
          </a:p>
        </p:txBody>
      </p:sp>
      <p:sp>
        <p:nvSpPr>
          <p:cNvPr id="46" name="Text 43"/>
          <p:cNvSpPr txBox="1"/>
          <p:nvPr/>
        </p:nvSpPr>
        <p:spPr>
          <a:xfrm>
            <a:off x="6254496" y="443484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begin</a:t>
            </a:r>
            <a:endParaRPr lang="en-US" sz="1500" dirty="0"/>
          </a:p>
        </p:txBody>
      </p:sp>
      <p:sp>
        <p:nvSpPr>
          <p:cNvPr id="47" name="Shape 44"/>
          <p:cNvSpPr/>
          <p:nvPr/>
        </p:nvSpPr>
        <p:spPr>
          <a:xfrm>
            <a:off x="6958145" y="4782312"/>
            <a:ext cx="1079870" cy="402336"/>
          </a:xfrm>
          <a:prstGeom prst="roundRect">
            <a:avLst>
              <a:gd name="adj" fmla="val 27273"/>
            </a:avLst>
          </a:prstGeom>
          <a:solidFill>
            <a:schemeClr val="accent4"/>
          </a:solidFill>
          <a:ln w="12700">
            <a:solidFill>
              <a:srgbClr val="FFFFFF">
                <a:alpha val="0"/>
              </a:srgbClr>
            </a:solidFill>
            <a:prstDash val="solid"/>
          </a:ln>
        </p:spPr>
      </p:sp>
      <p:sp>
        <p:nvSpPr>
          <p:cNvPr id="48" name="Text 45"/>
          <p:cNvSpPr txBox="1"/>
          <p:nvPr/>
        </p:nvSpPr>
        <p:spPr>
          <a:xfrm>
            <a:off x="6958145" y="4782312"/>
            <a:ext cx="1079870" cy="402336"/>
          </a:xfrm>
          <a:prstGeom prst="rect">
            <a:avLst/>
          </a:prstGeom>
          <a:noFill/>
          <a:ln/>
        </p:spPr>
        <p:txBody>
          <a:bodyPr wrap="square" lIns="0" tIns="0" rIns="0" bIns="0" rtlCol="0" anchor="ctr"/>
          <a:lstStyle/>
          <a:p>
            <a:pPr algn="ctr" indent="0" marL="0">
              <a:buNone/>
            </a:pPr>
            <a:r>
              <a:rPr lang="en-US" sz="1700" b="1" i="1" dirty="0">
                <a:solidFill>
                  <a:schemeClr val="bg1"/>
                </a:solidFill>
              </a:rPr>
              <a:t>began</a:t>
            </a:r>
            <a:endParaRPr lang="en-US" sz="1700" dirty="0"/>
          </a:p>
        </p:txBody>
      </p:sp>
      <p:sp>
        <p:nvSpPr>
          <p:cNvPr id="49" name="Text 46"/>
          <p:cNvSpPr txBox="1"/>
          <p:nvPr/>
        </p:nvSpPr>
        <p:spPr>
          <a:xfrm>
            <a:off x="6254496" y="518464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(begun)</a:t>
            </a:r>
            <a:endParaRPr lang="en-US" sz="1000" dirty="0"/>
          </a:p>
        </p:txBody>
      </p:sp>
      <p:sp>
        <p:nvSpPr>
          <p:cNvPr id="50" name="Shape 47"/>
          <p:cNvSpPr/>
          <p:nvPr/>
        </p:nvSpPr>
        <p:spPr>
          <a:xfrm>
            <a:off x="8970264" y="1463040"/>
            <a:ext cx="2670048" cy="3977640"/>
          </a:xfrm>
          <a:prstGeom prst="roundRect">
            <a:avLst>
              <a:gd name="adj" fmla="val 4110"/>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8970264" y="1463040"/>
            <a:ext cx="2670048" cy="868680"/>
          </a:xfrm>
          <a:prstGeom prst="roundRect">
            <a:avLst>
              <a:gd name="adj" fmla="val 12632"/>
            </a:avLst>
          </a:prstGeom>
          <a:solidFill>
            <a:schemeClr val="accent6"/>
          </a:solidFill>
          <a:ln w="12700">
            <a:solidFill>
              <a:srgbClr val="FFFFFF">
                <a:alpha val="0"/>
              </a:srgbClr>
            </a:solidFill>
            <a:prstDash val="solid"/>
          </a:ln>
        </p:spPr>
      </p:sp>
      <p:sp>
        <p:nvSpPr>
          <p:cNvPr id="52" name="Text 49"/>
          <p:cNvSpPr txBox="1"/>
          <p:nvPr/>
        </p:nvSpPr>
        <p:spPr>
          <a:xfrm>
            <a:off x="8970264" y="1463040"/>
            <a:ext cx="2670048" cy="868680"/>
          </a:xfrm>
          <a:prstGeom prst="rect">
            <a:avLst/>
          </a:prstGeom>
          <a:noFill/>
          <a:ln/>
        </p:spPr>
        <p:txBody>
          <a:bodyPr wrap="square" lIns="0" tIns="0" rIns="0" bIns="0" rtlCol="0" anchor="ctr"/>
          <a:lstStyle/>
          <a:p>
            <a:pPr algn="ctr" indent="0" marL="0">
              <a:buNone/>
            </a:pPr>
            <a:r>
              <a:rPr lang="en-US" sz="1600" b="1" dirty="0">
                <a:solidFill>
                  <a:schemeClr val="bg1"/>
                </a:solidFill>
              </a:rPr>
              <a:t>A – B – C</a:t>
            </a:r>
            <a:endParaRPr lang="en-US" sz="1600" dirty="0"/>
          </a:p>
          <a:p>
            <a:pPr algn="ctr" indent="0" marL="0">
              <a:buNone/>
            </a:pPr>
            <a:r>
              <a:rPr lang="en-US" sz="1600" i="1" dirty="0">
                <a:solidFill>
                  <a:schemeClr val="bg1"/>
                </a:solidFill>
              </a:rPr>
              <a:t>all different</a:t>
            </a:r>
            <a:endParaRPr lang="en-US" sz="1600" dirty="0"/>
          </a:p>
        </p:txBody>
      </p:sp>
      <p:sp>
        <p:nvSpPr>
          <p:cNvPr id="53" name="Text 50"/>
          <p:cNvSpPr txBox="1"/>
          <p:nvPr/>
        </p:nvSpPr>
        <p:spPr>
          <a:xfrm>
            <a:off x="9061704" y="251460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go</a:t>
            </a:r>
            <a:endParaRPr lang="en-US" sz="1500" dirty="0"/>
          </a:p>
        </p:txBody>
      </p:sp>
      <p:sp>
        <p:nvSpPr>
          <p:cNvPr id="54" name="Shape 51"/>
          <p:cNvSpPr/>
          <p:nvPr/>
        </p:nvSpPr>
        <p:spPr>
          <a:xfrm>
            <a:off x="9833253" y="2862072"/>
            <a:ext cx="944070" cy="402336"/>
          </a:xfrm>
          <a:prstGeom prst="roundRect">
            <a:avLst>
              <a:gd name="adj" fmla="val 27273"/>
            </a:avLst>
          </a:prstGeom>
          <a:solidFill>
            <a:schemeClr val="accent4"/>
          </a:solidFill>
          <a:ln w="12700">
            <a:solidFill>
              <a:srgbClr val="FFFFFF">
                <a:alpha val="0"/>
              </a:srgbClr>
            </a:solidFill>
            <a:prstDash val="solid"/>
          </a:ln>
        </p:spPr>
      </p:sp>
      <p:sp>
        <p:nvSpPr>
          <p:cNvPr id="55" name="Text 52"/>
          <p:cNvSpPr txBox="1"/>
          <p:nvPr/>
        </p:nvSpPr>
        <p:spPr>
          <a:xfrm>
            <a:off x="9833253" y="2862072"/>
            <a:ext cx="944070" cy="402336"/>
          </a:xfrm>
          <a:prstGeom prst="rect">
            <a:avLst/>
          </a:prstGeom>
          <a:noFill/>
          <a:ln/>
        </p:spPr>
        <p:txBody>
          <a:bodyPr wrap="square" lIns="0" tIns="0" rIns="0" bIns="0" rtlCol="0" anchor="ctr"/>
          <a:lstStyle/>
          <a:p>
            <a:pPr algn="ctr" indent="0" marL="0">
              <a:buNone/>
            </a:pPr>
            <a:r>
              <a:rPr lang="en-US" sz="1700" b="1" i="1" dirty="0">
                <a:solidFill>
                  <a:schemeClr val="bg1"/>
                </a:solidFill>
              </a:rPr>
              <a:t>went</a:t>
            </a:r>
            <a:endParaRPr lang="en-US" sz="1700" dirty="0"/>
          </a:p>
        </p:txBody>
      </p:sp>
      <p:sp>
        <p:nvSpPr>
          <p:cNvPr id="56" name="Text 53"/>
          <p:cNvSpPr txBox="1"/>
          <p:nvPr/>
        </p:nvSpPr>
        <p:spPr>
          <a:xfrm>
            <a:off x="9061704" y="326440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(gone)</a:t>
            </a:r>
            <a:endParaRPr lang="en-US" sz="1000" dirty="0"/>
          </a:p>
        </p:txBody>
      </p:sp>
      <p:sp>
        <p:nvSpPr>
          <p:cNvPr id="57" name="Text 54"/>
          <p:cNvSpPr txBox="1"/>
          <p:nvPr/>
        </p:nvSpPr>
        <p:spPr>
          <a:xfrm>
            <a:off x="9061704" y="347472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see</a:t>
            </a:r>
            <a:endParaRPr lang="en-US" sz="1500" dirty="0"/>
          </a:p>
        </p:txBody>
      </p:sp>
      <p:sp>
        <p:nvSpPr>
          <p:cNvPr id="58" name="Shape 55"/>
          <p:cNvSpPr/>
          <p:nvPr/>
        </p:nvSpPr>
        <p:spPr>
          <a:xfrm>
            <a:off x="9901152" y="3822192"/>
            <a:ext cx="808271" cy="402336"/>
          </a:xfrm>
          <a:prstGeom prst="roundRect">
            <a:avLst>
              <a:gd name="adj" fmla="val 27273"/>
            </a:avLst>
          </a:prstGeom>
          <a:solidFill>
            <a:schemeClr val="accent4"/>
          </a:solidFill>
          <a:ln w="12700">
            <a:solidFill>
              <a:srgbClr val="FFFFFF">
                <a:alpha val="0"/>
              </a:srgbClr>
            </a:solidFill>
            <a:prstDash val="solid"/>
          </a:ln>
        </p:spPr>
      </p:sp>
      <p:sp>
        <p:nvSpPr>
          <p:cNvPr id="59" name="Text 56"/>
          <p:cNvSpPr txBox="1"/>
          <p:nvPr/>
        </p:nvSpPr>
        <p:spPr>
          <a:xfrm>
            <a:off x="9901152" y="3822192"/>
            <a:ext cx="808271" cy="402336"/>
          </a:xfrm>
          <a:prstGeom prst="rect">
            <a:avLst/>
          </a:prstGeom>
          <a:noFill/>
          <a:ln/>
        </p:spPr>
        <p:txBody>
          <a:bodyPr wrap="square" lIns="0" tIns="0" rIns="0" bIns="0" rtlCol="0" anchor="ctr"/>
          <a:lstStyle/>
          <a:p>
            <a:pPr algn="ctr" indent="0" marL="0">
              <a:buNone/>
            </a:pPr>
            <a:r>
              <a:rPr lang="en-US" sz="1700" b="1" i="1" dirty="0">
                <a:solidFill>
                  <a:schemeClr val="bg1"/>
                </a:solidFill>
              </a:rPr>
              <a:t>saw</a:t>
            </a:r>
            <a:endParaRPr lang="en-US" sz="1700" dirty="0"/>
          </a:p>
        </p:txBody>
      </p:sp>
      <p:sp>
        <p:nvSpPr>
          <p:cNvPr id="60" name="Text 57"/>
          <p:cNvSpPr txBox="1"/>
          <p:nvPr/>
        </p:nvSpPr>
        <p:spPr>
          <a:xfrm>
            <a:off x="9061704" y="422452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(seen)</a:t>
            </a:r>
            <a:endParaRPr lang="en-US" sz="1000" dirty="0"/>
          </a:p>
        </p:txBody>
      </p:sp>
      <p:sp>
        <p:nvSpPr>
          <p:cNvPr id="61" name="Text 58"/>
          <p:cNvSpPr txBox="1"/>
          <p:nvPr/>
        </p:nvSpPr>
        <p:spPr>
          <a:xfrm>
            <a:off x="9061704" y="4434840"/>
            <a:ext cx="2487168" cy="329184"/>
          </a:xfrm>
          <a:prstGeom prst="rect">
            <a:avLst/>
          </a:prstGeom>
          <a:noFill/>
          <a:ln/>
        </p:spPr>
        <p:txBody>
          <a:bodyPr wrap="square" lIns="0" tIns="0" rIns="0" bIns="0" rtlCol="0" anchor="ctr"/>
          <a:lstStyle/>
          <a:p>
            <a:pPr algn="ctr" indent="0" marL="0">
              <a:buNone/>
            </a:pPr>
            <a:r>
              <a:rPr lang="en-US" sz="1500" i="1" dirty="0">
                <a:solidFill>
                  <a:schemeClr val="tx2"/>
                </a:solidFill>
              </a:rPr>
              <a:t>eat</a:t>
            </a:r>
            <a:endParaRPr lang="en-US" sz="1500" dirty="0"/>
          </a:p>
        </p:txBody>
      </p:sp>
      <p:sp>
        <p:nvSpPr>
          <p:cNvPr id="62" name="Shape 59"/>
          <p:cNvSpPr/>
          <p:nvPr/>
        </p:nvSpPr>
        <p:spPr>
          <a:xfrm>
            <a:off x="9901152" y="4782312"/>
            <a:ext cx="808271" cy="402336"/>
          </a:xfrm>
          <a:prstGeom prst="roundRect">
            <a:avLst>
              <a:gd name="adj" fmla="val 27273"/>
            </a:avLst>
          </a:prstGeom>
          <a:solidFill>
            <a:schemeClr val="accent4"/>
          </a:solidFill>
          <a:ln w="12700">
            <a:solidFill>
              <a:srgbClr val="FFFFFF">
                <a:alpha val="0"/>
              </a:srgbClr>
            </a:solidFill>
            <a:prstDash val="solid"/>
          </a:ln>
        </p:spPr>
      </p:sp>
      <p:sp>
        <p:nvSpPr>
          <p:cNvPr id="63" name="Text 60"/>
          <p:cNvSpPr txBox="1"/>
          <p:nvPr/>
        </p:nvSpPr>
        <p:spPr>
          <a:xfrm>
            <a:off x="9901152" y="4782312"/>
            <a:ext cx="808271" cy="402336"/>
          </a:xfrm>
          <a:prstGeom prst="rect">
            <a:avLst/>
          </a:prstGeom>
          <a:noFill/>
          <a:ln/>
        </p:spPr>
        <p:txBody>
          <a:bodyPr wrap="square" lIns="0" tIns="0" rIns="0" bIns="0" rtlCol="0" anchor="ctr"/>
          <a:lstStyle/>
          <a:p>
            <a:pPr algn="ctr" indent="0" marL="0">
              <a:buNone/>
            </a:pPr>
            <a:r>
              <a:rPr lang="en-US" sz="1700" b="1" i="1" dirty="0">
                <a:solidFill>
                  <a:schemeClr val="bg1"/>
                </a:solidFill>
              </a:rPr>
              <a:t>ate</a:t>
            </a:r>
            <a:endParaRPr lang="en-US" sz="1700" dirty="0"/>
          </a:p>
        </p:txBody>
      </p:sp>
      <p:sp>
        <p:nvSpPr>
          <p:cNvPr id="64" name="Text 61"/>
          <p:cNvSpPr txBox="1"/>
          <p:nvPr/>
        </p:nvSpPr>
        <p:spPr>
          <a:xfrm>
            <a:off x="9061704" y="5184648"/>
            <a:ext cx="2487168" cy="182880"/>
          </a:xfrm>
          <a:prstGeom prst="rect">
            <a:avLst/>
          </a:prstGeom>
          <a:noFill/>
          <a:ln/>
        </p:spPr>
        <p:txBody>
          <a:bodyPr wrap="square" lIns="0" tIns="0" rIns="0" bIns="0" rtlCol="0" anchor="ctr"/>
          <a:lstStyle/>
          <a:p>
            <a:pPr algn="ctr" indent="0" marL="0">
              <a:buNone/>
            </a:pPr>
            <a:r>
              <a:rPr lang="en-US" sz="1000" i="1" dirty="0">
                <a:solidFill>
                  <a:schemeClr val="accent5"/>
                </a:solidFill>
              </a:rPr>
              <a:t>(eaten)</a:t>
            </a:r>
            <a:endParaRPr lang="en-US" sz="1000" dirty="0"/>
          </a:p>
        </p:txBody>
      </p:sp>
      <p:sp>
        <p:nvSpPr>
          <p:cNvPr id="65" name="Shape 62"/>
          <p:cNvSpPr/>
          <p:nvPr/>
        </p:nvSpPr>
        <p:spPr>
          <a:xfrm>
            <a:off x="548640" y="5623560"/>
            <a:ext cx="11091672" cy="548640"/>
          </a:xfrm>
          <a:prstGeom prst="roundRect">
            <a:avLst>
              <a:gd name="adj" fmla="val 13333"/>
            </a:avLst>
          </a:prstGeom>
          <a:solidFill>
            <a:schemeClr val="tx2"/>
          </a:solidFill>
          <a:ln w="12700">
            <a:solidFill>
              <a:srgbClr val="FFFFFF">
                <a:alpha val="0"/>
              </a:srgbClr>
            </a:solidFill>
            <a:prstDash val="solid"/>
          </a:ln>
        </p:spPr>
      </p:sp>
      <p:sp>
        <p:nvSpPr>
          <p:cNvPr id="66" name="Text 63"/>
          <p:cNvSpPr txBox="1"/>
          <p:nvPr/>
        </p:nvSpPr>
        <p:spPr>
          <a:xfrm>
            <a:off x="822960" y="562356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Base → </a:t>
            </a:r>
            <a:r>
              <a:rPr lang="en-US" sz="1600" b="1" dirty="0">
                <a:solidFill>
                  <a:schemeClr val="bg1"/>
                </a:solidFill>
              </a:rPr>
              <a:t>past simple</a:t>
            </a:r>
            <a:r>
              <a:rPr lang="en-US" sz="1600" dirty="0">
                <a:solidFill>
                  <a:schemeClr val="bg1"/>
                </a:solidFill>
              </a:rPr>
              <a:t> (framboise) · (participe passé, en gris : pour le present perfect)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20 irregular verbs you need most</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94360"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be</a:t>
            </a:r>
            <a:r>
              <a:rPr lang="en-US" sz="1500" dirty="0">
                <a:solidFill>
                  <a:schemeClr val="tx2"/>
                </a:solidFill>
              </a:rPr>
              <a:t> ↓</a:t>
            </a:r>
            <a:endParaRPr lang="en-US" sz="1500" dirty="0"/>
          </a:p>
        </p:txBody>
      </p:sp>
      <p:sp>
        <p:nvSpPr>
          <p:cNvPr id="7" name="Shape 4"/>
          <p:cNvSpPr/>
          <p:nvPr/>
        </p:nvSpPr>
        <p:spPr>
          <a:xfrm>
            <a:off x="640080" y="1875252"/>
            <a:ext cx="1925726" cy="394289"/>
          </a:xfrm>
          <a:prstGeom prst="roundRect">
            <a:avLst>
              <a:gd name="adj" fmla="val 27829"/>
            </a:avLst>
          </a:prstGeom>
          <a:solidFill>
            <a:schemeClr val="accent4"/>
          </a:solidFill>
          <a:ln w="12700">
            <a:solidFill>
              <a:srgbClr val="FFFFFF">
                <a:alpha val="0"/>
              </a:srgbClr>
            </a:solidFill>
            <a:prstDash val="solid"/>
          </a:ln>
        </p:spPr>
      </p:sp>
      <p:sp>
        <p:nvSpPr>
          <p:cNvPr id="8" name="Text 5"/>
          <p:cNvSpPr txBox="1"/>
          <p:nvPr/>
        </p:nvSpPr>
        <p:spPr>
          <a:xfrm>
            <a:off x="640080"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was / were</a:t>
            </a:r>
            <a:endParaRPr lang="en-US" sz="1700" dirty="0"/>
          </a:p>
        </p:txBody>
      </p:sp>
      <p:sp>
        <p:nvSpPr>
          <p:cNvPr id="9" name="Shape 6"/>
          <p:cNvSpPr/>
          <p:nvPr/>
        </p:nvSpPr>
        <p:spPr>
          <a:xfrm>
            <a:off x="2794406"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2840126"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have</a:t>
            </a:r>
            <a:r>
              <a:rPr lang="en-US" sz="1500" dirty="0">
                <a:solidFill>
                  <a:schemeClr val="tx2"/>
                </a:solidFill>
              </a:rPr>
              <a:t> ↓</a:t>
            </a:r>
            <a:endParaRPr lang="en-US" sz="1500" dirty="0"/>
          </a:p>
        </p:txBody>
      </p:sp>
      <p:sp>
        <p:nvSpPr>
          <p:cNvPr id="11" name="Shape 8"/>
          <p:cNvSpPr/>
          <p:nvPr/>
        </p:nvSpPr>
        <p:spPr>
          <a:xfrm>
            <a:off x="2885846" y="1875252"/>
            <a:ext cx="1925726" cy="394289"/>
          </a:xfrm>
          <a:prstGeom prst="roundRect">
            <a:avLst>
              <a:gd name="adj" fmla="val 27829"/>
            </a:avLst>
          </a:prstGeom>
          <a:solidFill>
            <a:schemeClr val="accent4"/>
          </a:solidFill>
          <a:ln w="12700">
            <a:solidFill>
              <a:srgbClr val="FFFFFF">
                <a:alpha val="0"/>
              </a:srgbClr>
            </a:solidFill>
            <a:prstDash val="solid"/>
          </a:ln>
        </p:spPr>
      </p:sp>
      <p:sp>
        <p:nvSpPr>
          <p:cNvPr id="12" name="Text 9"/>
          <p:cNvSpPr txBox="1"/>
          <p:nvPr/>
        </p:nvSpPr>
        <p:spPr>
          <a:xfrm>
            <a:off x="2885846"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had</a:t>
            </a:r>
            <a:endParaRPr lang="en-US" sz="1700" dirty="0"/>
          </a:p>
        </p:txBody>
      </p:sp>
      <p:sp>
        <p:nvSpPr>
          <p:cNvPr id="13" name="Shape 10"/>
          <p:cNvSpPr/>
          <p:nvPr/>
        </p:nvSpPr>
        <p:spPr>
          <a:xfrm>
            <a:off x="5040173"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5085893"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do</a:t>
            </a:r>
            <a:r>
              <a:rPr lang="en-US" sz="1500" dirty="0">
                <a:solidFill>
                  <a:schemeClr val="tx2"/>
                </a:solidFill>
              </a:rPr>
              <a:t> ↓</a:t>
            </a:r>
            <a:endParaRPr lang="en-US" sz="1500" dirty="0"/>
          </a:p>
        </p:txBody>
      </p:sp>
      <p:sp>
        <p:nvSpPr>
          <p:cNvPr id="15" name="Shape 12"/>
          <p:cNvSpPr/>
          <p:nvPr/>
        </p:nvSpPr>
        <p:spPr>
          <a:xfrm>
            <a:off x="5131613" y="1875252"/>
            <a:ext cx="1925726" cy="394289"/>
          </a:xfrm>
          <a:prstGeom prst="roundRect">
            <a:avLst>
              <a:gd name="adj" fmla="val 27829"/>
            </a:avLst>
          </a:prstGeom>
          <a:solidFill>
            <a:schemeClr val="accent4"/>
          </a:solidFill>
          <a:ln w="12700">
            <a:solidFill>
              <a:srgbClr val="FFFFFF">
                <a:alpha val="0"/>
              </a:srgbClr>
            </a:solidFill>
            <a:prstDash val="solid"/>
          </a:ln>
        </p:spPr>
      </p:sp>
      <p:sp>
        <p:nvSpPr>
          <p:cNvPr id="16" name="Text 13"/>
          <p:cNvSpPr txBox="1"/>
          <p:nvPr/>
        </p:nvSpPr>
        <p:spPr>
          <a:xfrm>
            <a:off x="5131613"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did</a:t>
            </a:r>
            <a:endParaRPr lang="en-US" sz="1700" dirty="0"/>
          </a:p>
        </p:txBody>
      </p:sp>
      <p:sp>
        <p:nvSpPr>
          <p:cNvPr id="17" name="Shape 14"/>
          <p:cNvSpPr/>
          <p:nvPr/>
        </p:nvSpPr>
        <p:spPr>
          <a:xfrm>
            <a:off x="7285939"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7331659"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go</a:t>
            </a:r>
            <a:r>
              <a:rPr lang="en-US" sz="1500" dirty="0">
                <a:solidFill>
                  <a:schemeClr val="tx2"/>
                </a:solidFill>
              </a:rPr>
              <a:t> ↓</a:t>
            </a:r>
            <a:endParaRPr lang="en-US" sz="1500" dirty="0"/>
          </a:p>
        </p:txBody>
      </p:sp>
      <p:sp>
        <p:nvSpPr>
          <p:cNvPr id="19" name="Shape 16"/>
          <p:cNvSpPr/>
          <p:nvPr/>
        </p:nvSpPr>
        <p:spPr>
          <a:xfrm>
            <a:off x="7377379" y="1875252"/>
            <a:ext cx="1925726" cy="394289"/>
          </a:xfrm>
          <a:prstGeom prst="roundRect">
            <a:avLst>
              <a:gd name="adj" fmla="val 27829"/>
            </a:avLst>
          </a:prstGeom>
          <a:solidFill>
            <a:schemeClr val="accent4"/>
          </a:solidFill>
          <a:ln w="12700">
            <a:solidFill>
              <a:srgbClr val="FFFFFF">
                <a:alpha val="0"/>
              </a:srgbClr>
            </a:solidFill>
            <a:prstDash val="solid"/>
          </a:ln>
        </p:spPr>
      </p:sp>
      <p:sp>
        <p:nvSpPr>
          <p:cNvPr id="20" name="Text 17"/>
          <p:cNvSpPr txBox="1"/>
          <p:nvPr/>
        </p:nvSpPr>
        <p:spPr>
          <a:xfrm>
            <a:off x="7377379"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went</a:t>
            </a:r>
            <a:endParaRPr lang="en-US" sz="1700" dirty="0"/>
          </a:p>
        </p:txBody>
      </p:sp>
      <p:sp>
        <p:nvSpPr>
          <p:cNvPr id="21" name="Shape 18"/>
          <p:cNvSpPr/>
          <p:nvPr/>
        </p:nvSpPr>
        <p:spPr>
          <a:xfrm>
            <a:off x="9531706"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9577426"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get</a:t>
            </a:r>
            <a:r>
              <a:rPr lang="en-US" sz="1500" dirty="0">
                <a:solidFill>
                  <a:schemeClr val="tx2"/>
                </a:solidFill>
              </a:rPr>
              <a:t> ↓</a:t>
            </a:r>
            <a:endParaRPr lang="en-US" sz="1500" dirty="0"/>
          </a:p>
        </p:txBody>
      </p:sp>
      <p:sp>
        <p:nvSpPr>
          <p:cNvPr id="23" name="Shape 20"/>
          <p:cNvSpPr/>
          <p:nvPr/>
        </p:nvSpPr>
        <p:spPr>
          <a:xfrm>
            <a:off x="9623146" y="1875252"/>
            <a:ext cx="1925726" cy="394289"/>
          </a:xfrm>
          <a:prstGeom prst="roundRect">
            <a:avLst>
              <a:gd name="adj" fmla="val 27829"/>
            </a:avLst>
          </a:prstGeom>
          <a:solidFill>
            <a:schemeClr val="accent4"/>
          </a:solidFill>
          <a:ln w="12700">
            <a:solidFill>
              <a:srgbClr val="FFFFFF">
                <a:alpha val="0"/>
              </a:srgbClr>
            </a:solidFill>
            <a:prstDash val="solid"/>
          </a:ln>
        </p:spPr>
      </p:sp>
      <p:sp>
        <p:nvSpPr>
          <p:cNvPr id="24" name="Text 21"/>
          <p:cNvSpPr txBox="1"/>
          <p:nvPr/>
        </p:nvSpPr>
        <p:spPr>
          <a:xfrm>
            <a:off x="9623146"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got</a:t>
            </a:r>
            <a:endParaRPr lang="en-US" sz="1700" dirty="0"/>
          </a:p>
        </p:txBody>
      </p:sp>
      <p:sp>
        <p:nvSpPr>
          <p:cNvPr id="25" name="Shape 22"/>
          <p:cNvSpPr/>
          <p:nvPr/>
        </p:nvSpPr>
        <p:spPr>
          <a:xfrm>
            <a:off x="548640"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594360"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make</a:t>
            </a:r>
            <a:r>
              <a:rPr lang="en-US" sz="1500" dirty="0">
                <a:solidFill>
                  <a:schemeClr val="tx2"/>
                </a:solidFill>
              </a:rPr>
              <a:t> ↓</a:t>
            </a:r>
            <a:endParaRPr lang="en-US" sz="1500" dirty="0"/>
          </a:p>
        </p:txBody>
      </p:sp>
      <p:sp>
        <p:nvSpPr>
          <p:cNvPr id="27" name="Shape 24"/>
          <p:cNvSpPr/>
          <p:nvPr/>
        </p:nvSpPr>
        <p:spPr>
          <a:xfrm>
            <a:off x="640080" y="2881092"/>
            <a:ext cx="1925726" cy="394289"/>
          </a:xfrm>
          <a:prstGeom prst="roundRect">
            <a:avLst>
              <a:gd name="adj" fmla="val 27829"/>
            </a:avLst>
          </a:prstGeom>
          <a:solidFill>
            <a:schemeClr val="accent4"/>
          </a:solidFill>
          <a:ln w="12700">
            <a:solidFill>
              <a:srgbClr val="FFFFFF">
                <a:alpha val="0"/>
              </a:srgbClr>
            </a:solidFill>
            <a:prstDash val="solid"/>
          </a:ln>
        </p:spPr>
      </p:sp>
      <p:sp>
        <p:nvSpPr>
          <p:cNvPr id="28" name="Text 25"/>
          <p:cNvSpPr txBox="1"/>
          <p:nvPr/>
        </p:nvSpPr>
        <p:spPr>
          <a:xfrm>
            <a:off x="640080"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made</a:t>
            </a:r>
            <a:endParaRPr lang="en-US" sz="1700" dirty="0"/>
          </a:p>
        </p:txBody>
      </p:sp>
      <p:sp>
        <p:nvSpPr>
          <p:cNvPr id="29" name="Shape 26"/>
          <p:cNvSpPr/>
          <p:nvPr/>
        </p:nvSpPr>
        <p:spPr>
          <a:xfrm>
            <a:off x="2794406"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2840126"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say</a:t>
            </a:r>
            <a:r>
              <a:rPr lang="en-US" sz="1500" dirty="0">
                <a:solidFill>
                  <a:schemeClr val="tx2"/>
                </a:solidFill>
              </a:rPr>
              <a:t> ↓</a:t>
            </a:r>
            <a:endParaRPr lang="en-US" sz="1500" dirty="0"/>
          </a:p>
        </p:txBody>
      </p:sp>
      <p:sp>
        <p:nvSpPr>
          <p:cNvPr id="31" name="Shape 28"/>
          <p:cNvSpPr/>
          <p:nvPr/>
        </p:nvSpPr>
        <p:spPr>
          <a:xfrm>
            <a:off x="2885846" y="2881092"/>
            <a:ext cx="1925726" cy="394289"/>
          </a:xfrm>
          <a:prstGeom prst="roundRect">
            <a:avLst>
              <a:gd name="adj" fmla="val 27829"/>
            </a:avLst>
          </a:prstGeom>
          <a:solidFill>
            <a:schemeClr val="accent4"/>
          </a:solidFill>
          <a:ln w="12700">
            <a:solidFill>
              <a:srgbClr val="FFFFFF">
                <a:alpha val="0"/>
              </a:srgbClr>
            </a:solidFill>
            <a:prstDash val="solid"/>
          </a:ln>
        </p:spPr>
      </p:sp>
      <p:sp>
        <p:nvSpPr>
          <p:cNvPr id="32" name="Text 29"/>
          <p:cNvSpPr txBox="1"/>
          <p:nvPr/>
        </p:nvSpPr>
        <p:spPr>
          <a:xfrm>
            <a:off x="2885846"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said</a:t>
            </a:r>
            <a:endParaRPr lang="en-US" sz="1700" dirty="0"/>
          </a:p>
        </p:txBody>
      </p:sp>
      <p:sp>
        <p:nvSpPr>
          <p:cNvPr id="33" name="Shape 30"/>
          <p:cNvSpPr/>
          <p:nvPr/>
        </p:nvSpPr>
        <p:spPr>
          <a:xfrm>
            <a:off x="5040173"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31"/>
          <p:cNvSpPr txBox="1"/>
          <p:nvPr/>
        </p:nvSpPr>
        <p:spPr>
          <a:xfrm>
            <a:off x="5085893"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see</a:t>
            </a:r>
            <a:r>
              <a:rPr lang="en-US" sz="1500" dirty="0">
                <a:solidFill>
                  <a:schemeClr val="tx2"/>
                </a:solidFill>
              </a:rPr>
              <a:t> ↓</a:t>
            </a:r>
            <a:endParaRPr lang="en-US" sz="1500" dirty="0"/>
          </a:p>
        </p:txBody>
      </p:sp>
      <p:sp>
        <p:nvSpPr>
          <p:cNvPr id="35" name="Shape 32"/>
          <p:cNvSpPr/>
          <p:nvPr/>
        </p:nvSpPr>
        <p:spPr>
          <a:xfrm>
            <a:off x="5131613" y="2881092"/>
            <a:ext cx="1925726" cy="394289"/>
          </a:xfrm>
          <a:prstGeom prst="roundRect">
            <a:avLst>
              <a:gd name="adj" fmla="val 27829"/>
            </a:avLst>
          </a:prstGeom>
          <a:solidFill>
            <a:schemeClr val="accent4"/>
          </a:solidFill>
          <a:ln w="12700">
            <a:solidFill>
              <a:srgbClr val="FFFFFF">
                <a:alpha val="0"/>
              </a:srgbClr>
            </a:solidFill>
            <a:prstDash val="solid"/>
          </a:ln>
        </p:spPr>
      </p:sp>
      <p:sp>
        <p:nvSpPr>
          <p:cNvPr id="36" name="Text 33"/>
          <p:cNvSpPr txBox="1"/>
          <p:nvPr/>
        </p:nvSpPr>
        <p:spPr>
          <a:xfrm>
            <a:off x="5131613"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saw</a:t>
            </a:r>
            <a:endParaRPr lang="en-US" sz="1700" dirty="0"/>
          </a:p>
        </p:txBody>
      </p:sp>
      <p:sp>
        <p:nvSpPr>
          <p:cNvPr id="37" name="Shape 34"/>
          <p:cNvSpPr/>
          <p:nvPr/>
        </p:nvSpPr>
        <p:spPr>
          <a:xfrm>
            <a:off x="7285939"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8" name="Text 35"/>
          <p:cNvSpPr txBox="1"/>
          <p:nvPr/>
        </p:nvSpPr>
        <p:spPr>
          <a:xfrm>
            <a:off x="7331659"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take</a:t>
            </a:r>
            <a:r>
              <a:rPr lang="en-US" sz="1500" dirty="0">
                <a:solidFill>
                  <a:schemeClr val="tx2"/>
                </a:solidFill>
              </a:rPr>
              <a:t> ↓</a:t>
            </a:r>
            <a:endParaRPr lang="en-US" sz="1500" dirty="0"/>
          </a:p>
        </p:txBody>
      </p:sp>
      <p:sp>
        <p:nvSpPr>
          <p:cNvPr id="39" name="Shape 36"/>
          <p:cNvSpPr/>
          <p:nvPr/>
        </p:nvSpPr>
        <p:spPr>
          <a:xfrm>
            <a:off x="7377379" y="2881092"/>
            <a:ext cx="1925726" cy="394289"/>
          </a:xfrm>
          <a:prstGeom prst="roundRect">
            <a:avLst>
              <a:gd name="adj" fmla="val 27829"/>
            </a:avLst>
          </a:prstGeom>
          <a:solidFill>
            <a:schemeClr val="accent4"/>
          </a:solidFill>
          <a:ln w="12700">
            <a:solidFill>
              <a:srgbClr val="FFFFFF">
                <a:alpha val="0"/>
              </a:srgbClr>
            </a:solidFill>
            <a:prstDash val="solid"/>
          </a:ln>
        </p:spPr>
      </p:sp>
      <p:sp>
        <p:nvSpPr>
          <p:cNvPr id="40" name="Text 37"/>
          <p:cNvSpPr txBox="1"/>
          <p:nvPr/>
        </p:nvSpPr>
        <p:spPr>
          <a:xfrm>
            <a:off x="7377379"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took</a:t>
            </a:r>
            <a:endParaRPr lang="en-US" sz="1700" dirty="0"/>
          </a:p>
        </p:txBody>
      </p:sp>
      <p:sp>
        <p:nvSpPr>
          <p:cNvPr id="41" name="Shape 38"/>
          <p:cNvSpPr/>
          <p:nvPr/>
        </p:nvSpPr>
        <p:spPr>
          <a:xfrm>
            <a:off x="9531706"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Text 39"/>
          <p:cNvSpPr txBox="1"/>
          <p:nvPr/>
        </p:nvSpPr>
        <p:spPr>
          <a:xfrm>
            <a:off x="9577426"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come</a:t>
            </a:r>
            <a:r>
              <a:rPr lang="en-US" sz="1500" dirty="0">
                <a:solidFill>
                  <a:schemeClr val="tx2"/>
                </a:solidFill>
              </a:rPr>
              <a:t> ↓</a:t>
            </a:r>
            <a:endParaRPr lang="en-US" sz="1500" dirty="0"/>
          </a:p>
        </p:txBody>
      </p:sp>
      <p:sp>
        <p:nvSpPr>
          <p:cNvPr id="43" name="Shape 40"/>
          <p:cNvSpPr/>
          <p:nvPr/>
        </p:nvSpPr>
        <p:spPr>
          <a:xfrm>
            <a:off x="9623146" y="2881092"/>
            <a:ext cx="1925726" cy="394289"/>
          </a:xfrm>
          <a:prstGeom prst="roundRect">
            <a:avLst>
              <a:gd name="adj" fmla="val 27829"/>
            </a:avLst>
          </a:prstGeom>
          <a:solidFill>
            <a:schemeClr val="accent4"/>
          </a:solidFill>
          <a:ln w="12700">
            <a:solidFill>
              <a:srgbClr val="FFFFFF">
                <a:alpha val="0"/>
              </a:srgbClr>
            </a:solidFill>
            <a:prstDash val="solid"/>
          </a:ln>
        </p:spPr>
      </p:sp>
      <p:sp>
        <p:nvSpPr>
          <p:cNvPr id="44" name="Text 41"/>
          <p:cNvSpPr txBox="1"/>
          <p:nvPr/>
        </p:nvSpPr>
        <p:spPr>
          <a:xfrm>
            <a:off x="9623146"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came</a:t>
            </a:r>
            <a:endParaRPr lang="en-US" sz="1700" dirty="0"/>
          </a:p>
        </p:txBody>
      </p:sp>
      <p:sp>
        <p:nvSpPr>
          <p:cNvPr id="45" name="Shape 42"/>
          <p:cNvSpPr/>
          <p:nvPr/>
        </p:nvSpPr>
        <p:spPr>
          <a:xfrm>
            <a:off x="548640"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43"/>
          <p:cNvSpPr txBox="1"/>
          <p:nvPr/>
        </p:nvSpPr>
        <p:spPr>
          <a:xfrm>
            <a:off x="594360"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know</a:t>
            </a:r>
            <a:r>
              <a:rPr lang="en-US" sz="1500" dirty="0">
                <a:solidFill>
                  <a:schemeClr val="tx2"/>
                </a:solidFill>
              </a:rPr>
              <a:t> ↓</a:t>
            </a:r>
            <a:endParaRPr lang="en-US" sz="1500" dirty="0"/>
          </a:p>
        </p:txBody>
      </p:sp>
      <p:sp>
        <p:nvSpPr>
          <p:cNvPr id="47" name="Shape 44"/>
          <p:cNvSpPr/>
          <p:nvPr/>
        </p:nvSpPr>
        <p:spPr>
          <a:xfrm>
            <a:off x="640080" y="3886932"/>
            <a:ext cx="1925726" cy="394289"/>
          </a:xfrm>
          <a:prstGeom prst="roundRect">
            <a:avLst>
              <a:gd name="adj" fmla="val 27829"/>
            </a:avLst>
          </a:prstGeom>
          <a:solidFill>
            <a:schemeClr val="accent4"/>
          </a:solidFill>
          <a:ln w="12700">
            <a:solidFill>
              <a:srgbClr val="FFFFFF">
                <a:alpha val="0"/>
              </a:srgbClr>
            </a:solidFill>
            <a:prstDash val="solid"/>
          </a:ln>
        </p:spPr>
      </p:sp>
      <p:sp>
        <p:nvSpPr>
          <p:cNvPr id="48" name="Text 45"/>
          <p:cNvSpPr txBox="1"/>
          <p:nvPr/>
        </p:nvSpPr>
        <p:spPr>
          <a:xfrm>
            <a:off x="640080"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knew</a:t>
            </a:r>
            <a:endParaRPr lang="en-US" sz="1700" dirty="0"/>
          </a:p>
        </p:txBody>
      </p:sp>
      <p:sp>
        <p:nvSpPr>
          <p:cNvPr id="49" name="Shape 46"/>
          <p:cNvSpPr/>
          <p:nvPr/>
        </p:nvSpPr>
        <p:spPr>
          <a:xfrm>
            <a:off x="2794406"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Text 47"/>
          <p:cNvSpPr txBox="1"/>
          <p:nvPr/>
        </p:nvSpPr>
        <p:spPr>
          <a:xfrm>
            <a:off x="2840126"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think</a:t>
            </a:r>
            <a:r>
              <a:rPr lang="en-US" sz="1500" dirty="0">
                <a:solidFill>
                  <a:schemeClr val="tx2"/>
                </a:solidFill>
              </a:rPr>
              <a:t> ↓</a:t>
            </a:r>
            <a:endParaRPr lang="en-US" sz="1500" dirty="0"/>
          </a:p>
        </p:txBody>
      </p:sp>
      <p:sp>
        <p:nvSpPr>
          <p:cNvPr id="51" name="Shape 48"/>
          <p:cNvSpPr/>
          <p:nvPr/>
        </p:nvSpPr>
        <p:spPr>
          <a:xfrm>
            <a:off x="2885846" y="3886932"/>
            <a:ext cx="1925726" cy="394289"/>
          </a:xfrm>
          <a:prstGeom prst="roundRect">
            <a:avLst>
              <a:gd name="adj" fmla="val 27829"/>
            </a:avLst>
          </a:prstGeom>
          <a:solidFill>
            <a:schemeClr val="accent4"/>
          </a:solidFill>
          <a:ln w="12700">
            <a:solidFill>
              <a:srgbClr val="FFFFFF">
                <a:alpha val="0"/>
              </a:srgbClr>
            </a:solidFill>
            <a:prstDash val="solid"/>
          </a:ln>
        </p:spPr>
      </p:sp>
      <p:sp>
        <p:nvSpPr>
          <p:cNvPr id="52" name="Text 49"/>
          <p:cNvSpPr txBox="1"/>
          <p:nvPr/>
        </p:nvSpPr>
        <p:spPr>
          <a:xfrm>
            <a:off x="2885846"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thought</a:t>
            </a:r>
            <a:endParaRPr lang="en-US" sz="1700" dirty="0"/>
          </a:p>
        </p:txBody>
      </p:sp>
      <p:sp>
        <p:nvSpPr>
          <p:cNvPr id="53" name="Shape 50"/>
          <p:cNvSpPr/>
          <p:nvPr/>
        </p:nvSpPr>
        <p:spPr>
          <a:xfrm>
            <a:off x="5040173"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Text 51"/>
          <p:cNvSpPr txBox="1"/>
          <p:nvPr/>
        </p:nvSpPr>
        <p:spPr>
          <a:xfrm>
            <a:off x="5085893"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give</a:t>
            </a:r>
            <a:r>
              <a:rPr lang="en-US" sz="1500" dirty="0">
                <a:solidFill>
                  <a:schemeClr val="tx2"/>
                </a:solidFill>
              </a:rPr>
              <a:t> ↓</a:t>
            </a:r>
            <a:endParaRPr lang="en-US" sz="1500" dirty="0"/>
          </a:p>
        </p:txBody>
      </p:sp>
      <p:sp>
        <p:nvSpPr>
          <p:cNvPr id="55" name="Shape 52"/>
          <p:cNvSpPr/>
          <p:nvPr/>
        </p:nvSpPr>
        <p:spPr>
          <a:xfrm>
            <a:off x="5131613" y="3886932"/>
            <a:ext cx="1925726" cy="394289"/>
          </a:xfrm>
          <a:prstGeom prst="roundRect">
            <a:avLst>
              <a:gd name="adj" fmla="val 27829"/>
            </a:avLst>
          </a:prstGeom>
          <a:solidFill>
            <a:schemeClr val="accent4"/>
          </a:solidFill>
          <a:ln w="12700">
            <a:solidFill>
              <a:srgbClr val="FFFFFF">
                <a:alpha val="0"/>
              </a:srgbClr>
            </a:solidFill>
            <a:prstDash val="solid"/>
          </a:ln>
        </p:spPr>
      </p:sp>
      <p:sp>
        <p:nvSpPr>
          <p:cNvPr id="56" name="Text 53"/>
          <p:cNvSpPr txBox="1"/>
          <p:nvPr/>
        </p:nvSpPr>
        <p:spPr>
          <a:xfrm>
            <a:off x="5131613"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gave</a:t>
            </a:r>
            <a:endParaRPr lang="en-US" sz="1700" dirty="0"/>
          </a:p>
        </p:txBody>
      </p:sp>
      <p:sp>
        <p:nvSpPr>
          <p:cNvPr id="57" name="Shape 54"/>
          <p:cNvSpPr/>
          <p:nvPr/>
        </p:nvSpPr>
        <p:spPr>
          <a:xfrm>
            <a:off x="7285939"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Text 55"/>
          <p:cNvSpPr txBox="1"/>
          <p:nvPr/>
        </p:nvSpPr>
        <p:spPr>
          <a:xfrm>
            <a:off x="7331659"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find</a:t>
            </a:r>
            <a:r>
              <a:rPr lang="en-US" sz="1500" dirty="0">
                <a:solidFill>
                  <a:schemeClr val="tx2"/>
                </a:solidFill>
              </a:rPr>
              <a:t> ↓</a:t>
            </a:r>
            <a:endParaRPr lang="en-US" sz="1500" dirty="0"/>
          </a:p>
        </p:txBody>
      </p:sp>
      <p:sp>
        <p:nvSpPr>
          <p:cNvPr id="59" name="Shape 56"/>
          <p:cNvSpPr/>
          <p:nvPr/>
        </p:nvSpPr>
        <p:spPr>
          <a:xfrm>
            <a:off x="7377379" y="3886932"/>
            <a:ext cx="1925726" cy="394289"/>
          </a:xfrm>
          <a:prstGeom prst="roundRect">
            <a:avLst>
              <a:gd name="adj" fmla="val 27829"/>
            </a:avLst>
          </a:prstGeom>
          <a:solidFill>
            <a:schemeClr val="accent4"/>
          </a:solidFill>
          <a:ln w="12700">
            <a:solidFill>
              <a:srgbClr val="FFFFFF">
                <a:alpha val="0"/>
              </a:srgbClr>
            </a:solidFill>
            <a:prstDash val="solid"/>
          </a:ln>
        </p:spPr>
      </p:sp>
      <p:sp>
        <p:nvSpPr>
          <p:cNvPr id="60" name="Text 57"/>
          <p:cNvSpPr txBox="1"/>
          <p:nvPr/>
        </p:nvSpPr>
        <p:spPr>
          <a:xfrm>
            <a:off x="7377379"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found</a:t>
            </a:r>
            <a:endParaRPr lang="en-US" sz="1700" dirty="0"/>
          </a:p>
        </p:txBody>
      </p:sp>
      <p:sp>
        <p:nvSpPr>
          <p:cNvPr id="61" name="Shape 58"/>
          <p:cNvSpPr/>
          <p:nvPr/>
        </p:nvSpPr>
        <p:spPr>
          <a:xfrm>
            <a:off x="9531706"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2" name="Text 59"/>
          <p:cNvSpPr txBox="1"/>
          <p:nvPr/>
        </p:nvSpPr>
        <p:spPr>
          <a:xfrm>
            <a:off x="9577426"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tell</a:t>
            </a:r>
            <a:r>
              <a:rPr lang="en-US" sz="1500" dirty="0">
                <a:solidFill>
                  <a:schemeClr val="tx2"/>
                </a:solidFill>
              </a:rPr>
              <a:t> ↓</a:t>
            </a:r>
            <a:endParaRPr lang="en-US" sz="1500" dirty="0"/>
          </a:p>
        </p:txBody>
      </p:sp>
      <p:sp>
        <p:nvSpPr>
          <p:cNvPr id="63" name="Shape 60"/>
          <p:cNvSpPr/>
          <p:nvPr/>
        </p:nvSpPr>
        <p:spPr>
          <a:xfrm>
            <a:off x="9623146" y="3886932"/>
            <a:ext cx="1925726" cy="394289"/>
          </a:xfrm>
          <a:prstGeom prst="roundRect">
            <a:avLst>
              <a:gd name="adj" fmla="val 27829"/>
            </a:avLst>
          </a:prstGeom>
          <a:solidFill>
            <a:schemeClr val="accent4"/>
          </a:solidFill>
          <a:ln w="12700">
            <a:solidFill>
              <a:srgbClr val="FFFFFF">
                <a:alpha val="0"/>
              </a:srgbClr>
            </a:solidFill>
            <a:prstDash val="solid"/>
          </a:ln>
        </p:spPr>
      </p:sp>
      <p:sp>
        <p:nvSpPr>
          <p:cNvPr id="64" name="Text 61"/>
          <p:cNvSpPr txBox="1"/>
          <p:nvPr/>
        </p:nvSpPr>
        <p:spPr>
          <a:xfrm>
            <a:off x="9623146"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told</a:t>
            </a:r>
            <a:endParaRPr lang="en-US" sz="1700" dirty="0"/>
          </a:p>
        </p:txBody>
      </p:sp>
      <p:sp>
        <p:nvSpPr>
          <p:cNvPr id="65" name="Shape 62"/>
          <p:cNvSpPr/>
          <p:nvPr/>
        </p:nvSpPr>
        <p:spPr>
          <a:xfrm>
            <a:off x="548640"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6" name="Text 63"/>
          <p:cNvSpPr txBox="1"/>
          <p:nvPr/>
        </p:nvSpPr>
        <p:spPr>
          <a:xfrm>
            <a:off x="594360"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leave</a:t>
            </a:r>
            <a:r>
              <a:rPr lang="en-US" sz="1500" dirty="0">
                <a:solidFill>
                  <a:schemeClr val="tx2"/>
                </a:solidFill>
              </a:rPr>
              <a:t> ↓</a:t>
            </a:r>
            <a:endParaRPr lang="en-US" sz="1500" dirty="0"/>
          </a:p>
        </p:txBody>
      </p:sp>
      <p:sp>
        <p:nvSpPr>
          <p:cNvPr id="67" name="Shape 64"/>
          <p:cNvSpPr/>
          <p:nvPr/>
        </p:nvSpPr>
        <p:spPr>
          <a:xfrm>
            <a:off x="640080" y="4892772"/>
            <a:ext cx="1925726" cy="394289"/>
          </a:xfrm>
          <a:prstGeom prst="roundRect">
            <a:avLst>
              <a:gd name="adj" fmla="val 27829"/>
            </a:avLst>
          </a:prstGeom>
          <a:solidFill>
            <a:schemeClr val="accent4"/>
          </a:solidFill>
          <a:ln w="12700">
            <a:solidFill>
              <a:srgbClr val="FFFFFF">
                <a:alpha val="0"/>
              </a:srgbClr>
            </a:solidFill>
            <a:prstDash val="solid"/>
          </a:ln>
        </p:spPr>
      </p:sp>
      <p:sp>
        <p:nvSpPr>
          <p:cNvPr id="68" name="Text 65"/>
          <p:cNvSpPr txBox="1"/>
          <p:nvPr/>
        </p:nvSpPr>
        <p:spPr>
          <a:xfrm>
            <a:off x="640080"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left</a:t>
            </a:r>
            <a:endParaRPr lang="en-US" sz="1700" dirty="0"/>
          </a:p>
        </p:txBody>
      </p:sp>
      <p:sp>
        <p:nvSpPr>
          <p:cNvPr id="69" name="Shape 66"/>
          <p:cNvSpPr/>
          <p:nvPr/>
        </p:nvSpPr>
        <p:spPr>
          <a:xfrm>
            <a:off x="2794406"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Text 67"/>
          <p:cNvSpPr txBox="1"/>
          <p:nvPr/>
        </p:nvSpPr>
        <p:spPr>
          <a:xfrm>
            <a:off x="2840126"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feel</a:t>
            </a:r>
            <a:r>
              <a:rPr lang="en-US" sz="1500" dirty="0">
                <a:solidFill>
                  <a:schemeClr val="tx2"/>
                </a:solidFill>
              </a:rPr>
              <a:t> ↓</a:t>
            </a:r>
            <a:endParaRPr lang="en-US" sz="1500" dirty="0"/>
          </a:p>
        </p:txBody>
      </p:sp>
      <p:sp>
        <p:nvSpPr>
          <p:cNvPr id="71" name="Shape 68"/>
          <p:cNvSpPr/>
          <p:nvPr/>
        </p:nvSpPr>
        <p:spPr>
          <a:xfrm>
            <a:off x="2885846" y="4892772"/>
            <a:ext cx="1925726" cy="394289"/>
          </a:xfrm>
          <a:prstGeom prst="roundRect">
            <a:avLst>
              <a:gd name="adj" fmla="val 27829"/>
            </a:avLst>
          </a:prstGeom>
          <a:solidFill>
            <a:schemeClr val="accent4"/>
          </a:solidFill>
          <a:ln w="12700">
            <a:solidFill>
              <a:srgbClr val="FFFFFF">
                <a:alpha val="0"/>
              </a:srgbClr>
            </a:solidFill>
            <a:prstDash val="solid"/>
          </a:ln>
        </p:spPr>
      </p:sp>
      <p:sp>
        <p:nvSpPr>
          <p:cNvPr id="72" name="Text 69"/>
          <p:cNvSpPr txBox="1"/>
          <p:nvPr/>
        </p:nvSpPr>
        <p:spPr>
          <a:xfrm>
            <a:off x="2885846"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felt</a:t>
            </a:r>
            <a:endParaRPr lang="en-US" sz="1700" dirty="0"/>
          </a:p>
        </p:txBody>
      </p:sp>
      <p:sp>
        <p:nvSpPr>
          <p:cNvPr id="73" name="Shape 70"/>
          <p:cNvSpPr/>
          <p:nvPr/>
        </p:nvSpPr>
        <p:spPr>
          <a:xfrm>
            <a:off x="5040173"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4" name="Text 71"/>
          <p:cNvSpPr txBox="1"/>
          <p:nvPr/>
        </p:nvSpPr>
        <p:spPr>
          <a:xfrm>
            <a:off x="5085893"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buy</a:t>
            </a:r>
            <a:r>
              <a:rPr lang="en-US" sz="1500" dirty="0">
                <a:solidFill>
                  <a:schemeClr val="tx2"/>
                </a:solidFill>
              </a:rPr>
              <a:t> ↓</a:t>
            </a:r>
            <a:endParaRPr lang="en-US" sz="1500" dirty="0"/>
          </a:p>
        </p:txBody>
      </p:sp>
      <p:sp>
        <p:nvSpPr>
          <p:cNvPr id="75" name="Shape 72"/>
          <p:cNvSpPr/>
          <p:nvPr/>
        </p:nvSpPr>
        <p:spPr>
          <a:xfrm>
            <a:off x="5131613" y="4892772"/>
            <a:ext cx="1925726" cy="394289"/>
          </a:xfrm>
          <a:prstGeom prst="roundRect">
            <a:avLst>
              <a:gd name="adj" fmla="val 27829"/>
            </a:avLst>
          </a:prstGeom>
          <a:solidFill>
            <a:schemeClr val="accent4"/>
          </a:solidFill>
          <a:ln w="12700">
            <a:solidFill>
              <a:srgbClr val="FFFFFF">
                <a:alpha val="0"/>
              </a:srgbClr>
            </a:solidFill>
            <a:prstDash val="solid"/>
          </a:ln>
        </p:spPr>
      </p:sp>
      <p:sp>
        <p:nvSpPr>
          <p:cNvPr id="76" name="Text 73"/>
          <p:cNvSpPr txBox="1"/>
          <p:nvPr/>
        </p:nvSpPr>
        <p:spPr>
          <a:xfrm>
            <a:off x="5131613"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bought</a:t>
            </a:r>
            <a:endParaRPr lang="en-US" sz="1700" dirty="0"/>
          </a:p>
        </p:txBody>
      </p:sp>
      <p:sp>
        <p:nvSpPr>
          <p:cNvPr id="77" name="Shape 74"/>
          <p:cNvSpPr/>
          <p:nvPr/>
        </p:nvSpPr>
        <p:spPr>
          <a:xfrm>
            <a:off x="7285939"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8" name="Text 75"/>
          <p:cNvSpPr txBox="1"/>
          <p:nvPr/>
        </p:nvSpPr>
        <p:spPr>
          <a:xfrm>
            <a:off x="7331659"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eat</a:t>
            </a:r>
            <a:r>
              <a:rPr lang="en-US" sz="1500" dirty="0">
                <a:solidFill>
                  <a:schemeClr val="tx2"/>
                </a:solidFill>
              </a:rPr>
              <a:t> ↓</a:t>
            </a:r>
            <a:endParaRPr lang="en-US" sz="1500" dirty="0"/>
          </a:p>
        </p:txBody>
      </p:sp>
      <p:sp>
        <p:nvSpPr>
          <p:cNvPr id="79" name="Shape 76"/>
          <p:cNvSpPr/>
          <p:nvPr/>
        </p:nvSpPr>
        <p:spPr>
          <a:xfrm>
            <a:off x="7377379" y="4892772"/>
            <a:ext cx="1925726" cy="394289"/>
          </a:xfrm>
          <a:prstGeom prst="roundRect">
            <a:avLst>
              <a:gd name="adj" fmla="val 27829"/>
            </a:avLst>
          </a:prstGeom>
          <a:solidFill>
            <a:schemeClr val="accent4"/>
          </a:solidFill>
          <a:ln w="12700">
            <a:solidFill>
              <a:srgbClr val="FFFFFF">
                <a:alpha val="0"/>
              </a:srgbClr>
            </a:solidFill>
            <a:prstDash val="solid"/>
          </a:ln>
        </p:spPr>
      </p:sp>
      <p:sp>
        <p:nvSpPr>
          <p:cNvPr id="80" name="Text 77"/>
          <p:cNvSpPr txBox="1"/>
          <p:nvPr/>
        </p:nvSpPr>
        <p:spPr>
          <a:xfrm>
            <a:off x="7377379"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ate</a:t>
            </a:r>
            <a:endParaRPr lang="en-US" sz="1700" dirty="0"/>
          </a:p>
        </p:txBody>
      </p:sp>
      <p:sp>
        <p:nvSpPr>
          <p:cNvPr id="81" name="Shape 78"/>
          <p:cNvSpPr/>
          <p:nvPr/>
        </p:nvSpPr>
        <p:spPr>
          <a:xfrm>
            <a:off x="9531706"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82" name="Text 79"/>
          <p:cNvSpPr txBox="1"/>
          <p:nvPr/>
        </p:nvSpPr>
        <p:spPr>
          <a:xfrm>
            <a:off x="9577426"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meet</a:t>
            </a:r>
            <a:r>
              <a:rPr lang="en-US" sz="1500" dirty="0">
                <a:solidFill>
                  <a:schemeClr val="tx2"/>
                </a:solidFill>
              </a:rPr>
              <a:t> ↓</a:t>
            </a:r>
            <a:endParaRPr lang="en-US" sz="1500" dirty="0"/>
          </a:p>
        </p:txBody>
      </p:sp>
      <p:sp>
        <p:nvSpPr>
          <p:cNvPr id="83" name="Shape 80"/>
          <p:cNvSpPr/>
          <p:nvPr/>
        </p:nvSpPr>
        <p:spPr>
          <a:xfrm>
            <a:off x="9623146" y="4892772"/>
            <a:ext cx="1925726" cy="394289"/>
          </a:xfrm>
          <a:prstGeom prst="roundRect">
            <a:avLst>
              <a:gd name="adj" fmla="val 27829"/>
            </a:avLst>
          </a:prstGeom>
          <a:solidFill>
            <a:schemeClr val="accent4"/>
          </a:solidFill>
          <a:ln w="12700">
            <a:solidFill>
              <a:srgbClr val="FFFFFF">
                <a:alpha val="0"/>
              </a:srgbClr>
            </a:solidFill>
            <a:prstDash val="solid"/>
          </a:ln>
        </p:spPr>
      </p:sp>
      <p:sp>
        <p:nvSpPr>
          <p:cNvPr id="84" name="Text 81"/>
          <p:cNvSpPr txBox="1"/>
          <p:nvPr/>
        </p:nvSpPr>
        <p:spPr>
          <a:xfrm>
            <a:off x="9623146"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met</a:t>
            </a:r>
            <a:endParaRPr lang="en-US" sz="1700" dirty="0"/>
          </a:p>
        </p:txBody>
      </p:sp>
      <p:sp>
        <p:nvSpPr>
          <p:cNvPr id="85" name="Shape 82"/>
          <p:cNvSpPr/>
          <p:nvPr/>
        </p:nvSpPr>
        <p:spPr>
          <a:xfrm>
            <a:off x="548640" y="5623560"/>
            <a:ext cx="11091672" cy="548640"/>
          </a:xfrm>
          <a:prstGeom prst="roundRect">
            <a:avLst>
              <a:gd name="adj" fmla="val 13333"/>
            </a:avLst>
          </a:prstGeom>
          <a:solidFill>
            <a:schemeClr val="tx2"/>
          </a:solidFill>
          <a:ln w="12700">
            <a:solidFill>
              <a:srgbClr val="FFFFFF">
                <a:alpha val="0"/>
              </a:srgbClr>
            </a:solidFill>
            <a:prstDash val="solid"/>
          </a:ln>
        </p:spPr>
      </p:sp>
      <p:sp>
        <p:nvSpPr>
          <p:cNvPr id="86" name="Text 83"/>
          <p:cNvSpPr txBox="1"/>
          <p:nvPr/>
        </p:nvSpPr>
        <p:spPr>
          <a:xfrm>
            <a:off x="822960" y="562356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Apprenez-les </a:t>
            </a:r>
            <a:r>
              <a:rPr lang="en-US" sz="1600" b="1" dirty="0">
                <a:solidFill>
                  <a:schemeClr val="bg1"/>
                </a:solidFill>
              </a:rPr>
              <a:t>par cœur</a:t>
            </a:r>
            <a:r>
              <a:rPr lang="en-US" sz="1600" dirty="0">
                <a:solidFill>
                  <a:schemeClr val="bg1"/>
                </a:solidFill>
              </a:rPr>
              <a:t>, en phrases : </a:t>
            </a:r>
            <a:r>
              <a:rPr lang="en-US" sz="1600" i="1" dirty="0">
                <a:solidFill>
                  <a:schemeClr val="bg1"/>
                </a:solidFill>
              </a:rPr>
              <a:t>I </a:t>
            </a:r>
            <a:r>
              <a:rPr lang="en-US" sz="1600" b="1" i="1" dirty="0">
                <a:solidFill>
                  <a:schemeClr val="bg1"/>
                </a:solidFill>
              </a:rPr>
              <a:t>went</a:t>
            </a:r>
            <a:r>
              <a:rPr lang="en-US" sz="1600" i="1" dirty="0">
                <a:solidFill>
                  <a:schemeClr val="bg1"/>
                </a:solidFill>
              </a:rPr>
              <a:t> home. I </a:t>
            </a:r>
            <a:r>
              <a:rPr lang="en-US" sz="1600" b="1" i="1" dirty="0">
                <a:solidFill>
                  <a:schemeClr val="bg1"/>
                </a:solidFill>
              </a:rPr>
              <a:t>saw</a:t>
            </a:r>
            <a:r>
              <a:rPr lang="en-US" sz="1600" i="1" dirty="0">
                <a:solidFill>
                  <a:schemeClr val="bg1"/>
                </a:solidFill>
              </a:rPr>
              <a:t> Sam. I </a:t>
            </a:r>
            <a:r>
              <a:rPr lang="en-US" sz="1600" b="1" i="1" dirty="0">
                <a:solidFill>
                  <a:schemeClr val="bg1"/>
                </a:solidFill>
              </a:rPr>
              <a:t>bought</a:t>
            </a:r>
            <a:r>
              <a:rPr lang="en-US" sz="1600" i="1" dirty="0">
                <a:solidFill>
                  <a:schemeClr val="bg1"/>
                </a:solidFill>
              </a:rPr>
              <a:t> bread.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special one: was / were</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463040"/>
            <a:ext cx="2926080" cy="2743200"/>
          </a:xfrm>
          <a:prstGeom prst="roundRect">
            <a:avLst>
              <a:gd name="adj" fmla="val 400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2926080" cy="640080"/>
          </a:xfrm>
          <a:prstGeom prst="roundRect">
            <a:avLst>
              <a:gd name="adj" fmla="val 17143"/>
            </a:avLst>
          </a:prstGeom>
          <a:solidFill>
            <a:schemeClr val="accent4"/>
          </a:solidFill>
          <a:ln w="12700">
            <a:solidFill>
              <a:srgbClr val="FFFFFF">
                <a:alpha val="0"/>
              </a:srgbClr>
            </a:solidFill>
            <a:prstDash val="solid"/>
          </a:ln>
        </p:spPr>
      </p:sp>
      <p:sp>
        <p:nvSpPr>
          <p:cNvPr id="7" name="Text 4"/>
          <p:cNvSpPr txBox="1"/>
          <p:nvPr/>
        </p:nvSpPr>
        <p:spPr>
          <a:xfrm>
            <a:off x="548640" y="1463040"/>
            <a:ext cx="2926080" cy="640080"/>
          </a:xfrm>
          <a:prstGeom prst="rect">
            <a:avLst/>
          </a:prstGeom>
          <a:noFill/>
          <a:ln/>
        </p:spPr>
        <p:txBody>
          <a:bodyPr wrap="square" lIns="0" tIns="0" rIns="0" bIns="0" rtlCol="0" anchor="ctr"/>
          <a:lstStyle/>
          <a:p>
            <a:pPr algn="ctr" indent="0" marL="0">
              <a:buNone/>
            </a:pPr>
            <a:r>
              <a:rPr lang="en-US" sz="2400" b="1" dirty="0">
                <a:solidFill>
                  <a:schemeClr val="bg1"/>
                </a:solidFill>
              </a:rPr>
              <a:t>WAS</a:t>
            </a:r>
            <a:endParaRPr lang="en-US" sz="2400" dirty="0"/>
          </a:p>
        </p:txBody>
      </p:sp>
      <p:sp>
        <p:nvSpPr>
          <p:cNvPr id="8" name="Text 5"/>
          <p:cNvSpPr txBox="1"/>
          <p:nvPr/>
        </p:nvSpPr>
        <p:spPr>
          <a:xfrm>
            <a:off x="640080" y="2148840"/>
            <a:ext cx="2743200" cy="457200"/>
          </a:xfrm>
          <a:prstGeom prst="rect">
            <a:avLst/>
          </a:prstGeom>
          <a:noFill/>
          <a:ln/>
        </p:spPr>
        <p:txBody>
          <a:bodyPr wrap="square" lIns="0" tIns="0" rIns="0" bIns="0" rtlCol="0" anchor="ctr"/>
          <a:lstStyle/>
          <a:p>
            <a:pPr algn="ctr" indent="0" marL="0">
              <a:buNone/>
            </a:pPr>
            <a:r>
              <a:rPr lang="en-US" sz="1600" b="1" i="1" dirty="0">
                <a:solidFill>
                  <a:schemeClr val="accent4"/>
                </a:solidFill>
              </a:rPr>
              <a:t>I · he · she · it</a:t>
            </a:r>
            <a:endParaRPr lang="en-US" sz="1600" dirty="0"/>
          </a:p>
        </p:txBody>
      </p:sp>
      <p:sp>
        <p:nvSpPr>
          <p:cNvPr id="9" name="Text 6"/>
          <p:cNvSpPr txBox="1"/>
          <p:nvPr/>
        </p:nvSpPr>
        <p:spPr>
          <a:xfrm>
            <a:off x="777240" y="2743200"/>
            <a:ext cx="2560320" cy="502920"/>
          </a:xfrm>
          <a:prstGeom prst="rect">
            <a:avLst/>
          </a:prstGeom>
          <a:noFill/>
          <a:ln/>
        </p:spPr>
        <p:txBody>
          <a:bodyPr wrap="square" lIns="0" tIns="0" rIns="0" bIns="0" rtlCol="0" anchor="ctr"/>
          <a:lstStyle/>
          <a:p>
            <a:pPr algn="ctr" indent="0" marL="0">
              <a:buNone/>
            </a:pPr>
            <a:r>
              <a:rPr lang="en-US" sz="1800" i="1" dirty="0">
                <a:solidFill>
                  <a:schemeClr val="tx1"/>
                </a:solidFill>
              </a:rPr>
              <a:t>I </a:t>
            </a:r>
            <a:r>
              <a:rPr lang="en-US" sz="1800" b="1" i="1" dirty="0">
                <a:solidFill>
                  <a:srgbClr val="B4236A"/>
                </a:solidFill>
              </a:rPr>
              <a:t>was</a:t>
            </a:r>
            <a:r>
              <a:rPr lang="en-US" sz="1800" i="1" dirty="0">
                <a:solidFill>
                  <a:schemeClr val="tx1"/>
                </a:solidFill>
              </a:rPr>
              <a:t> tired.</a:t>
            </a:r>
            <a:endParaRPr lang="en-US" sz="1800" dirty="0"/>
          </a:p>
        </p:txBody>
      </p:sp>
      <p:sp>
        <p:nvSpPr>
          <p:cNvPr id="10" name="Text 7"/>
          <p:cNvSpPr txBox="1"/>
          <p:nvPr/>
        </p:nvSpPr>
        <p:spPr>
          <a:xfrm>
            <a:off x="777240" y="3337560"/>
            <a:ext cx="2560320" cy="502920"/>
          </a:xfrm>
          <a:prstGeom prst="rect">
            <a:avLst/>
          </a:prstGeom>
          <a:noFill/>
          <a:ln/>
        </p:spPr>
        <p:txBody>
          <a:bodyPr wrap="square" lIns="0" tIns="0" rIns="0" bIns="0" rtlCol="0" anchor="ctr"/>
          <a:lstStyle/>
          <a:p>
            <a:pPr algn="ctr" indent="0" marL="0">
              <a:buNone/>
            </a:pPr>
            <a:r>
              <a:rPr lang="en-US" sz="1800" i="1" dirty="0">
                <a:solidFill>
                  <a:schemeClr val="tx1"/>
                </a:solidFill>
              </a:rPr>
              <a:t>It </a:t>
            </a:r>
            <a:r>
              <a:rPr lang="en-US" sz="1800" b="1" i="1" dirty="0">
                <a:solidFill>
                  <a:srgbClr val="B4236A"/>
                </a:solidFill>
              </a:rPr>
              <a:t>was</a:t>
            </a:r>
            <a:r>
              <a:rPr lang="en-US" sz="1800" i="1" dirty="0">
                <a:solidFill>
                  <a:schemeClr val="tx1"/>
                </a:solidFill>
              </a:rPr>
              <a:t> great!</a:t>
            </a:r>
            <a:endParaRPr lang="en-US" sz="1800" dirty="0"/>
          </a:p>
        </p:txBody>
      </p:sp>
      <p:sp>
        <p:nvSpPr>
          <p:cNvPr id="11" name="Shape 8"/>
          <p:cNvSpPr/>
          <p:nvPr/>
        </p:nvSpPr>
        <p:spPr>
          <a:xfrm>
            <a:off x="3611880" y="1463040"/>
            <a:ext cx="2926080" cy="2743200"/>
          </a:xfrm>
          <a:prstGeom prst="roundRect">
            <a:avLst>
              <a:gd name="adj" fmla="val 4000"/>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611880" y="1463040"/>
            <a:ext cx="2926080" cy="640080"/>
          </a:xfrm>
          <a:prstGeom prst="roundRect">
            <a:avLst>
              <a:gd name="adj" fmla="val 17143"/>
            </a:avLst>
          </a:prstGeom>
          <a:solidFill>
            <a:srgbClr val="6E4A9E"/>
          </a:solidFill>
          <a:ln w="12700">
            <a:solidFill>
              <a:srgbClr val="FFFFFF">
                <a:alpha val="0"/>
              </a:srgbClr>
            </a:solidFill>
            <a:prstDash val="solid"/>
          </a:ln>
        </p:spPr>
      </p:sp>
      <p:sp>
        <p:nvSpPr>
          <p:cNvPr id="13" name="Text 10"/>
          <p:cNvSpPr txBox="1"/>
          <p:nvPr/>
        </p:nvSpPr>
        <p:spPr>
          <a:xfrm>
            <a:off x="3611880" y="1463040"/>
            <a:ext cx="2926080" cy="640080"/>
          </a:xfrm>
          <a:prstGeom prst="rect">
            <a:avLst/>
          </a:prstGeom>
          <a:noFill/>
          <a:ln/>
        </p:spPr>
        <p:txBody>
          <a:bodyPr wrap="square" lIns="0" tIns="0" rIns="0" bIns="0" rtlCol="0" anchor="ctr"/>
          <a:lstStyle/>
          <a:p>
            <a:pPr algn="ctr" indent="0" marL="0">
              <a:buNone/>
            </a:pPr>
            <a:r>
              <a:rPr lang="en-US" sz="2400" b="1" dirty="0">
                <a:solidFill>
                  <a:schemeClr val="bg1"/>
                </a:solidFill>
              </a:rPr>
              <a:t>WERE</a:t>
            </a:r>
            <a:endParaRPr lang="en-US" sz="2400" dirty="0"/>
          </a:p>
        </p:txBody>
      </p:sp>
      <p:sp>
        <p:nvSpPr>
          <p:cNvPr id="14" name="Text 11"/>
          <p:cNvSpPr txBox="1"/>
          <p:nvPr/>
        </p:nvSpPr>
        <p:spPr>
          <a:xfrm>
            <a:off x="3703320" y="2148840"/>
            <a:ext cx="2743200" cy="457200"/>
          </a:xfrm>
          <a:prstGeom prst="rect">
            <a:avLst/>
          </a:prstGeom>
          <a:noFill/>
          <a:ln/>
        </p:spPr>
        <p:txBody>
          <a:bodyPr wrap="square" lIns="0" tIns="0" rIns="0" bIns="0" rtlCol="0" anchor="ctr"/>
          <a:lstStyle/>
          <a:p>
            <a:pPr algn="ctr" indent="0" marL="0">
              <a:buNone/>
            </a:pPr>
            <a:r>
              <a:rPr lang="en-US" sz="1600" b="1" i="1" dirty="0">
                <a:solidFill>
                  <a:srgbClr val="6E4A9E"/>
                </a:solidFill>
              </a:rPr>
              <a:t>you · we · they</a:t>
            </a:r>
            <a:endParaRPr lang="en-US" sz="1600" dirty="0"/>
          </a:p>
        </p:txBody>
      </p:sp>
      <p:sp>
        <p:nvSpPr>
          <p:cNvPr id="15" name="Text 12"/>
          <p:cNvSpPr txBox="1"/>
          <p:nvPr/>
        </p:nvSpPr>
        <p:spPr>
          <a:xfrm>
            <a:off x="3840480" y="2743200"/>
            <a:ext cx="2560320" cy="502920"/>
          </a:xfrm>
          <a:prstGeom prst="rect">
            <a:avLst/>
          </a:prstGeom>
          <a:noFill/>
          <a:ln/>
        </p:spPr>
        <p:txBody>
          <a:bodyPr wrap="square" lIns="0" tIns="0" rIns="0" bIns="0" rtlCol="0" anchor="ctr"/>
          <a:lstStyle/>
          <a:p>
            <a:pPr algn="ctr" indent="0" marL="0">
              <a:buNone/>
            </a:pPr>
            <a:r>
              <a:rPr lang="en-US" sz="1800" i="1" dirty="0">
                <a:solidFill>
                  <a:schemeClr val="tx1"/>
                </a:solidFill>
              </a:rPr>
              <a:t>We </a:t>
            </a:r>
            <a:r>
              <a:rPr lang="en-US" sz="1800" b="1" i="1" dirty="0">
                <a:solidFill>
                  <a:srgbClr val="6E4A9E"/>
                </a:solidFill>
              </a:rPr>
              <a:t>were</a:t>
            </a:r>
            <a:r>
              <a:rPr lang="en-US" sz="1800" i="1" dirty="0">
                <a:solidFill>
                  <a:schemeClr val="tx1"/>
                </a:solidFill>
              </a:rPr>
              <a:t> at home.</a:t>
            </a:r>
            <a:endParaRPr lang="en-US" sz="1800" dirty="0"/>
          </a:p>
        </p:txBody>
      </p:sp>
      <p:sp>
        <p:nvSpPr>
          <p:cNvPr id="16" name="Text 13"/>
          <p:cNvSpPr txBox="1"/>
          <p:nvPr/>
        </p:nvSpPr>
        <p:spPr>
          <a:xfrm>
            <a:off x="3840480" y="3337560"/>
            <a:ext cx="2560320" cy="502920"/>
          </a:xfrm>
          <a:prstGeom prst="rect">
            <a:avLst/>
          </a:prstGeom>
          <a:noFill/>
          <a:ln/>
        </p:spPr>
        <p:txBody>
          <a:bodyPr wrap="square" lIns="0" tIns="0" rIns="0" bIns="0" rtlCol="0" anchor="ctr"/>
          <a:lstStyle/>
          <a:p>
            <a:pPr algn="ctr" indent="0" marL="0">
              <a:buNone/>
            </a:pPr>
            <a:r>
              <a:rPr lang="en-US" sz="1800" i="1" dirty="0">
                <a:solidFill>
                  <a:schemeClr val="tx1"/>
                </a:solidFill>
              </a:rPr>
              <a:t>They </a:t>
            </a:r>
            <a:r>
              <a:rPr lang="en-US" sz="1800" b="1" i="1" dirty="0">
                <a:solidFill>
                  <a:srgbClr val="6E4A9E"/>
                </a:solidFill>
              </a:rPr>
              <a:t>were</a:t>
            </a:r>
            <a:r>
              <a:rPr lang="en-US" sz="1800" i="1" dirty="0">
                <a:solidFill>
                  <a:schemeClr val="tx1"/>
                </a:solidFill>
              </a:rPr>
              <a:t> late.</a:t>
            </a:r>
            <a:endParaRPr lang="en-US" sz="1800" dirty="0"/>
          </a:p>
        </p:txBody>
      </p:sp>
      <p:sp>
        <p:nvSpPr>
          <p:cNvPr id="17" name="Shape 14"/>
          <p:cNvSpPr/>
          <p:nvPr/>
        </p:nvSpPr>
        <p:spPr>
          <a:xfrm>
            <a:off x="6766560" y="1463040"/>
            <a:ext cx="4873752" cy="1325880"/>
          </a:xfrm>
          <a:prstGeom prst="roundRect">
            <a:avLst>
              <a:gd name="adj" fmla="val 8276"/>
            </a:avLst>
          </a:prstGeom>
          <a:solidFill>
            <a:srgbClr val="FBEDEB"/>
          </a:solidFill>
          <a:ln w="19050">
            <a:solidFill>
              <a:srgbClr val="B83227"/>
            </a:solidFill>
            <a:prstDash val="solid"/>
          </a:ln>
        </p:spPr>
      </p:sp>
      <p:sp>
        <p:nvSpPr>
          <p:cNvPr id="18" name="Text 15"/>
          <p:cNvSpPr txBox="1"/>
          <p:nvPr/>
        </p:nvSpPr>
        <p:spPr>
          <a:xfrm>
            <a:off x="6949440" y="1536192"/>
            <a:ext cx="4507992" cy="384048"/>
          </a:xfrm>
          <a:prstGeom prst="rect">
            <a:avLst/>
          </a:prstGeom>
          <a:noFill/>
          <a:ln/>
        </p:spPr>
        <p:txBody>
          <a:bodyPr wrap="square" lIns="0" tIns="0" rIns="0" bIns="0" rtlCol="0" anchor="ctr"/>
          <a:lstStyle/>
          <a:p>
            <a:pPr algn="l" indent="0" marL="0">
              <a:buNone/>
            </a:pPr>
            <a:r>
              <a:rPr lang="en-US" sz="1500" b="1" dirty="0">
                <a:solidFill>
                  <a:schemeClr val="accent6"/>
                </a:solidFill>
              </a:rPr>
              <a:t>− Negative</a:t>
            </a:r>
            <a:endParaRPr lang="en-US" sz="1500" dirty="0"/>
          </a:p>
        </p:txBody>
      </p:sp>
      <p:sp>
        <p:nvSpPr>
          <p:cNvPr id="19" name="Text 16"/>
          <p:cNvSpPr txBox="1"/>
          <p:nvPr/>
        </p:nvSpPr>
        <p:spPr>
          <a:xfrm>
            <a:off x="6949440" y="1938528"/>
            <a:ext cx="4507992" cy="777240"/>
          </a:xfrm>
          <a:prstGeom prst="rect">
            <a:avLst/>
          </a:prstGeom>
          <a:noFill/>
          <a:ln/>
        </p:spPr>
        <p:txBody>
          <a:bodyPr wrap="square" lIns="0" tIns="0" rIns="0" bIns="0" rtlCol="0" anchor="t"/>
          <a:lstStyle/>
          <a:p>
            <a:pPr algn="l" indent="0" marL="0">
              <a:spcAft>
                <a:spcPts val="400"/>
              </a:spcAft>
              <a:buNone/>
            </a:pPr>
            <a:r>
              <a:rPr lang="en-US" sz="1600" i="1" dirty="0">
                <a:solidFill>
                  <a:schemeClr val="tx1"/>
                </a:solidFill>
              </a:rPr>
              <a:t>I </a:t>
            </a:r>
            <a:r>
              <a:rPr lang="en-US" sz="1600" b="1" i="1" dirty="0">
                <a:solidFill>
                  <a:schemeClr val="tx1"/>
                </a:solidFill>
              </a:rPr>
              <a:t>wasn’t</a:t>
            </a:r>
            <a:r>
              <a:rPr lang="en-US" sz="1600" i="1" dirty="0">
                <a:solidFill>
                  <a:schemeClr val="tx1"/>
                </a:solidFill>
              </a:rPr>
              <a:t> tired. · They </a:t>
            </a:r>
            <a:r>
              <a:rPr lang="en-US" sz="1600" b="1" i="1" dirty="0">
                <a:solidFill>
                  <a:schemeClr val="tx1"/>
                </a:solidFill>
              </a:rPr>
              <a:t>weren’t</a:t>
            </a:r>
            <a:r>
              <a:rPr lang="en-US" sz="1600" i="1" dirty="0">
                <a:solidFill>
                  <a:schemeClr val="tx1"/>
                </a:solidFill>
              </a:rPr>
              <a:t> late.</a:t>
            </a:r>
            <a:endParaRPr lang="en-US" sz="1600" dirty="0"/>
          </a:p>
        </p:txBody>
      </p:sp>
      <p:sp>
        <p:nvSpPr>
          <p:cNvPr id="20" name="Shape 17"/>
          <p:cNvSpPr/>
          <p:nvPr/>
        </p:nvSpPr>
        <p:spPr>
          <a:xfrm>
            <a:off x="6766560" y="2880360"/>
            <a:ext cx="4873752" cy="1325880"/>
          </a:xfrm>
          <a:prstGeom prst="roundRect">
            <a:avLst>
              <a:gd name="adj" fmla="val 8276"/>
            </a:avLst>
          </a:prstGeom>
          <a:solidFill>
            <a:srgbClr val="E8F4EC"/>
          </a:solidFill>
          <a:ln w="19050">
            <a:solidFill>
              <a:srgbClr val="2E7D4F"/>
            </a:solidFill>
            <a:prstDash val="solid"/>
          </a:ln>
        </p:spPr>
      </p:sp>
      <p:sp>
        <p:nvSpPr>
          <p:cNvPr id="21" name="Text 18"/>
          <p:cNvSpPr txBox="1"/>
          <p:nvPr/>
        </p:nvSpPr>
        <p:spPr>
          <a:xfrm>
            <a:off x="6949440" y="2953512"/>
            <a:ext cx="4507992" cy="384048"/>
          </a:xfrm>
          <a:prstGeom prst="rect">
            <a:avLst/>
          </a:prstGeom>
          <a:noFill/>
          <a:ln/>
        </p:spPr>
        <p:txBody>
          <a:bodyPr wrap="square" lIns="0" tIns="0" rIns="0" bIns="0" rtlCol="0" anchor="ctr"/>
          <a:lstStyle/>
          <a:p>
            <a:pPr algn="l" indent="0" marL="0">
              <a:buNone/>
            </a:pPr>
            <a:r>
              <a:rPr lang="en-US" sz="1500" b="1" dirty="0">
                <a:solidFill>
                  <a:schemeClr val="accent3"/>
                </a:solidFill>
              </a:rPr>
              <a:t>? Question</a:t>
            </a:r>
            <a:endParaRPr lang="en-US" sz="1500" dirty="0"/>
          </a:p>
        </p:txBody>
      </p:sp>
      <p:sp>
        <p:nvSpPr>
          <p:cNvPr id="22" name="Text 19"/>
          <p:cNvSpPr txBox="1"/>
          <p:nvPr/>
        </p:nvSpPr>
        <p:spPr>
          <a:xfrm>
            <a:off x="6949440" y="3355848"/>
            <a:ext cx="4507992" cy="777240"/>
          </a:xfrm>
          <a:prstGeom prst="rect">
            <a:avLst/>
          </a:prstGeom>
          <a:noFill/>
          <a:ln/>
        </p:spPr>
        <p:txBody>
          <a:bodyPr wrap="square" lIns="0" tIns="0" rIns="0" bIns="0" rtlCol="0" anchor="t"/>
          <a:lstStyle/>
          <a:p>
            <a:pPr algn="l" indent="0" marL="0">
              <a:spcAft>
                <a:spcPts val="400"/>
              </a:spcAft>
              <a:buNone/>
            </a:pPr>
            <a:r>
              <a:rPr lang="en-US" sz="1600" b="1" i="1" dirty="0">
                <a:solidFill>
                  <a:schemeClr val="tx1"/>
                </a:solidFill>
              </a:rPr>
              <a:t>Was</a:t>
            </a:r>
            <a:r>
              <a:rPr lang="en-US" sz="1600" i="1" dirty="0">
                <a:solidFill>
                  <a:schemeClr val="tx1"/>
                </a:solidFill>
              </a:rPr>
              <a:t> it good? · </a:t>
            </a:r>
            <a:r>
              <a:rPr lang="en-US" sz="1600" b="1" i="1" dirty="0">
                <a:solidFill>
                  <a:schemeClr val="tx1"/>
                </a:solidFill>
              </a:rPr>
              <a:t>Were</a:t>
            </a:r>
            <a:r>
              <a:rPr lang="en-US" sz="1600" i="1" dirty="0">
                <a:solidFill>
                  <a:schemeClr val="tx1"/>
                </a:solidFill>
              </a:rPr>
              <a:t> you at home?</a:t>
            </a:r>
            <a:endParaRPr lang="en-US" sz="1600" dirty="0"/>
          </a:p>
        </p:txBody>
      </p:sp>
      <p:sp>
        <p:nvSpPr>
          <p:cNvPr id="23" name="Shape 20"/>
          <p:cNvSpPr/>
          <p:nvPr/>
        </p:nvSpPr>
        <p:spPr>
          <a:xfrm>
            <a:off x="548640" y="4389120"/>
            <a:ext cx="11091672" cy="1188720"/>
          </a:xfrm>
          <a:prstGeom prst="roundRect">
            <a:avLst>
              <a:gd name="adj" fmla="val 9231"/>
            </a:avLst>
          </a:prstGeom>
          <a:solidFill>
            <a:srgbClr val="FBEDEB"/>
          </a:solidFill>
          <a:ln w="19050">
            <a:solidFill>
              <a:srgbClr val="B83227"/>
            </a:solidFill>
            <a:prstDash val="solid"/>
          </a:ln>
        </p:spPr>
      </p:sp>
      <p:sp>
        <p:nvSpPr>
          <p:cNvPr id="24" name="Shape 21"/>
          <p:cNvSpPr/>
          <p:nvPr/>
        </p:nvSpPr>
        <p:spPr>
          <a:xfrm>
            <a:off x="731520" y="4535424"/>
            <a:ext cx="128016" cy="253472"/>
          </a:xfrm>
          <a:prstGeom prst="rect">
            <a:avLst/>
          </a:prstGeom>
          <a:solidFill>
            <a:srgbClr val="1F4FA3"/>
          </a:solidFill>
          <a:ln w="12700">
            <a:solidFill>
              <a:srgbClr val="FFFFFF">
                <a:alpha val="0"/>
              </a:srgbClr>
            </a:solidFill>
            <a:prstDash val="solid"/>
          </a:ln>
        </p:spPr>
      </p:sp>
      <p:sp>
        <p:nvSpPr>
          <p:cNvPr id="25" name="Shape 22"/>
          <p:cNvSpPr/>
          <p:nvPr/>
        </p:nvSpPr>
        <p:spPr>
          <a:xfrm>
            <a:off x="859536" y="4535424"/>
            <a:ext cx="128016" cy="253472"/>
          </a:xfrm>
          <a:prstGeom prst="rect">
            <a:avLst/>
          </a:prstGeom>
          <a:solidFill>
            <a:srgbClr val="FFFFFF"/>
          </a:solidFill>
          <a:ln w="12700">
            <a:solidFill>
              <a:srgbClr val="FFFFFF">
                <a:alpha val="0"/>
              </a:srgbClr>
            </a:solidFill>
            <a:prstDash val="solid"/>
          </a:ln>
        </p:spPr>
      </p:sp>
      <p:sp>
        <p:nvSpPr>
          <p:cNvPr id="26" name="Shape 23"/>
          <p:cNvSpPr/>
          <p:nvPr/>
        </p:nvSpPr>
        <p:spPr>
          <a:xfrm>
            <a:off x="987552" y="4535424"/>
            <a:ext cx="128016" cy="253472"/>
          </a:xfrm>
          <a:prstGeom prst="rect">
            <a:avLst/>
          </a:prstGeom>
          <a:solidFill>
            <a:srgbClr val="E2232A"/>
          </a:solidFill>
          <a:ln w="12700">
            <a:solidFill>
              <a:srgbClr val="FFFFFF">
                <a:alpha val="0"/>
              </a:srgbClr>
            </a:solidFill>
            <a:prstDash val="solid"/>
          </a:ln>
        </p:spPr>
      </p:sp>
      <p:sp>
        <p:nvSpPr>
          <p:cNvPr id="27" name="Shape 24"/>
          <p:cNvSpPr/>
          <p:nvPr/>
        </p:nvSpPr>
        <p:spPr>
          <a:xfrm>
            <a:off x="731520" y="4535424"/>
            <a:ext cx="384048" cy="253472"/>
          </a:xfrm>
          <a:prstGeom prst="rect">
            <a:avLst/>
          </a:prstGeom>
          <a:noFill/>
          <a:ln w="9525">
            <a:solidFill>
              <a:srgbClr val="B8C2CF"/>
            </a:solidFill>
            <a:prstDash val="solid"/>
          </a:ln>
        </p:spPr>
      </p:sp>
      <p:sp>
        <p:nvSpPr>
          <p:cNvPr id="28" name="Text 25"/>
          <p:cNvSpPr txBox="1"/>
          <p:nvPr/>
        </p:nvSpPr>
        <p:spPr>
          <a:xfrm>
            <a:off x="1152144" y="446227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29" name="Shape 26"/>
          <p:cNvSpPr/>
          <p:nvPr/>
        </p:nvSpPr>
        <p:spPr>
          <a:xfrm>
            <a:off x="1444752" y="4535424"/>
            <a:ext cx="384048" cy="253472"/>
          </a:xfrm>
          <a:prstGeom prst="rect">
            <a:avLst/>
          </a:prstGeom>
          <a:solidFill>
            <a:srgbClr val="1F3B87"/>
          </a:solidFill>
          <a:ln w="12700">
            <a:solidFill>
              <a:srgbClr val="FFFFFF">
                <a:alpha val="0"/>
              </a:srgbClr>
            </a:solidFill>
            <a:prstDash val="solid"/>
          </a:ln>
        </p:spPr>
      </p:sp>
      <p:sp>
        <p:nvSpPr>
          <p:cNvPr id="30" name="Shape 27"/>
          <p:cNvSpPr/>
          <p:nvPr/>
        </p:nvSpPr>
        <p:spPr>
          <a:xfrm>
            <a:off x="1444752" y="453542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31" name="Shape 28"/>
          <p:cNvSpPr/>
          <p:nvPr/>
        </p:nvSpPr>
        <p:spPr>
          <a:xfrm>
            <a:off x="1444752" y="453542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32" name="Shape 29"/>
          <p:cNvSpPr/>
          <p:nvPr/>
        </p:nvSpPr>
        <p:spPr>
          <a:xfrm>
            <a:off x="1594193" y="4535424"/>
            <a:ext cx="85166" cy="253472"/>
          </a:xfrm>
          <a:prstGeom prst="rect">
            <a:avLst/>
          </a:prstGeom>
          <a:solidFill>
            <a:srgbClr val="FFFFFF"/>
          </a:solidFill>
          <a:ln w="12700">
            <a:solidFill>
              <a:srgbClr val="FFFFFF">
                <a:alpha val="0"/>
              </a:srgbClr>
            </a:solidFill>
            <a:prstDash val="solid"/>
          </a:ln>
        </p:spPr>
      </p:sp>
      <p:sp>
        <p:nvSpPr>
          <p:cNvPr id="33" name="Shape 30"/>
          <p:cNvSpPr/>
          <p:nvPr/>
        </p:nvSpPr>
        <p:spPr>
          <a:xfrm>
            <a:off x="1444752" y="4619577"/>
            <a:ext cx="384048" cy="85166"/>
          </a:xfrm>
          <a:prstGeom prst="rect">
            <a:avLst/>
          </a:prstGeom>
          <a:solidFill>
            <a:srgbClr val="FFFFFF"/>
          </a:solidFill>
          <a:ln w="12700">
            <a:solidFill>
              <a:srgbClr val="FFFFFF">
                <a:alpha val="0"/>
              </a:srgbClr>
            </a:solidFill>
            <a:prstDash val="solid"/>
          </a:ln>
        </p:spPr>
      </p:sp>
      <p:sp>
        <p:nvSpPr>
          <p:cNvPr id="34" name="Shape 31"/>
          <p:cNvSpPr/>
          <p:nvPr/>
        </p:nvSpPr>
        <p:spPr>
          <a:xfrm>
            <a:off x="1612443" y="4535424"/>
            <a:ext cx="48667" cy="253472"/>
          </a:xfrm>
          <a:prstGeom prst="rect">
            <a:avLst/>
          </a:prstGeom>
          <a:solidFill>
            <a:srgbClr val="C8102E"/>
          </a:solidFill>
          <a:ln w="12700">
            <a:solidFill>
              <a:srgbClr val="FFFFFF">
                <a:alpha val="0"/>
              </a:srgbClr>
            </a:solidFill>
            <a:prstDash val="solid"/>
          </a:ln>
        </p:spPr>
      </p:sp>
      <p:sp>
        <p:nvSpPr>
          <p:cNvPr id="35" name="Shape 32"/>
          <p:cNvSpPr/>
          <p:nvPr/>
        </p:nvSpPr>
        <p:spPr>
          <a:xfrm>
            <a:off x="1444752" y="4637827"/>
            <a:ext cx="384048" cy="48667"/>
          </a:xfrm>
          <a:prstGeom prst="rect">
            <a:avLst/>
          </a:prstGeom>
          <a:solidFill>
            <a:srgbClr val="C8102E"/>
          </a:solidFill>
          <a:ln w="12700">
            <a:solidFill>
              <a:srgbClr val="FFFFFF">
                <a:alpha val="0"/>
              </a:srgbClr>
            </a:solidFill>
            <a:prstDash val="solid"/>
          </a:ln>
        </p:spPr>
      </p:sp>
      <p:sp>
        <p:nvSpPr>
          <p:cNvPr id="36" name="Shape 33"/>
          <p:cNvSpPr/>
          <p:nvPr/>
        </p:nvSpPr>
        <p:spPr>
          <a:xfrm>
            <a:off x="1444752" y="4535424"/>
            <a:ext cx="384048" cy="253472"/>
          </a:xfrm>
          <a:prstGeom prst="rect">
            <a:avLst/>
          </a:prstGeom>
          <a:noFill/>
          <a:ln w="9525">
            <a:solidFill>
              <a:srgbClr val="B8C2CF"/>
            </a:solidFill>
            <a:prstDash val="solid"/>
          </a:ln>
        </p:spPr>
      </p:sp>
      <p:sp>
        <p:nvSpPr>
          <p:cNvPr id="37" name="Text 34"/>
          <p:cNvSpPr txBox="1"/>
          <p:nvPr/>
        </p:nvSpPr>
        <p:spPr>
          <a:xfrm>
            <a:off x="1965960" y="4462272"/>
            <a:ext cx="9537192" cy="384048"/>
          </a:xfrm>
          <a:prstGeom prst="rect">
            <a:avLst/>
          </a:prstGeom>
          <a:noFill/>
          <a:ln/>
        </p:spPr>
        <p:txBody>
          <a:bodyPr wrap="square" lIns="0" tIns="0" rIns="0" bIns="0" rtlCol="0" anchor="ctr"/>
          <a:lstStyle/>
          <a:p>
            <a:pPr algn="l" indent="0" marL="0">
              <a:buNone/>
            </a:pPr>
            <a:r>
              <a:rPr lang="en-US" sz="1500" b="1" dirty="0">
                <a:solidFill>
                  <a:schemeClr val="accent6"/>
                </a:solidFill>
              </a:rPr>
              <a:t>Piège pour francophones</a:t>
            </a:r>
            <a:endParaRPr lang="en-US" sz="1500" dirty="0"/>
          </a:p>
        </p:txBody>
      </p:sp>
      <p:sp>
        <p:nvSpPr>
          <p:cNvPr id="38" name="Text 35"/>
          <p:cNvSpPr txBox="1"/>
          <p:nvPr/>
        </p:nvSpPr>
        <p:spPr>
          <a:xfrm>
            <a:off x="731520" y="4892040"/>
            <a:ext cx="10725912" cy="621792"/>
          </a:xfrm>
          <a:prstGeom prst="rect">
            <a:avLst/>
          </a:prstGeom>
          <a:noFill/>
          <a:ln/>
        </p:spPr>
        <p:txBody>
          <a:bodyPr wrap="square" lIns="0" tIns="0" rIns="0" bIns="0" rtlCol="0" anchor="t"/>
          <a:lstStyle/>
          <a:p>
            <a:pPr algn="l" indent="0" marL="0">
              <a:spcAft>
                <a:spcPts val="400"/>
              </a:spcAft>
              <a:buNone/>
            </a:pPr>
            <a:r>
              <a:rPr lang="en-US" sz="1600" dirty="0">
                <a:solidFill>
                  <a:schemeClr val="tx1"/>
                </a:solidFill>
              </a:rPr>
              <a:t>Pas de </a:t>
            </a:r>
            <a:r>
              <a:rPr lang="en-US" sz="1600" i="1" dirty="0">
                <a:solidFill>
                  <a:schemeClr val="tx1"/>
                </a:solidFill>
              </a:rPr>
              <a:t>did</a:t>
            </a:r>
            <a:r>
              <a:rPr lang="en-US" sz="1600" dirty="0">
                <a:solidFill>
                  <a:schemeClr val="tx1"/>
                </a:solidFill>
              </a:rPr>
              <a:t> avec </a:t>
            </a:r>
            <a:r>
              <a:rPr lang="en-US" sz="1600" i="1" dirty="0">
                <a:solidFill>
                  <a:schemeClr val="tx1"/>
                </a:solidFill>
              </a:rPr>
              <a:t>be</a:t>
            </a:r>
            <a:r>
              <a:rPr lang="en-US" sz="1600" dirty="0">
                <a:solidFill>
                  <a:schemeClr val="tx1"/>
                </a:solidFill>
              </a:rPr>
              <a:t> ! ✗ </a:t>
            </a:r>
            <a:r>
              <a:rPr lang="en-US" sz="1600" i="1" dirty="0">
                <a:solidFill>
                  <a:schemeClr val="tx1"/>
                </a:solidFill>
              </a:rPr>
              <a:t>Did you were tired?</a:t>
            </a:r>
            <a:r>
              <a:rPr lang="en-US" sz="1600" dirty="0">
                <a:solidFill>
                  <a:schemeClr val="tx1"/>
                </a:solidFill>
              </a:rPr>
              <a:t> → ✓ </a:t>
            </a:r>
            <a:r>
              <a:rPr lang="en-US" sz="1600" b="1" i="1" dirty="0">
                <a:solidFill>
                  <a:schemeClr val="tx1"/>
                </a:solidFill>
              </a:rPr>
              <a:t>Were</a:t>
            </a:r>
            <a:r>
              <a:rPr lang="en-US" sz="1600" i="1" dirty="0">
                <a:solidFill>
                  <a:schemeClr val="tx1"/>
                </a:solidFill>
              </a:rPr>
              <a:t> you tired?</a:t>
            </a:r>
            <a:r>
              <a:rPr lang="en-US" sz="1600" dirty="0">
                <a:solidFill>
                  <a:schemeClr val="tx1"/>
                </a:solidFill>
              </a:rPr>
              <a:t> · ✗ </a:t>
            </a:r>
            <a:r>
              <a:rPr lang="en-US" sz="1600" i="1" dirty="0">
                <a:solidFill>
                  <a:schemeClr val="tx1"/>
                </a:solidFill>
              </a:rPr>
              <a:t>I didn’t be</a:t>
            </a:r>
            <a:r>
              <a:rPr lang="en-US" sz="1600" dirty="0">
                <a:solidFill>
                  <a:schemeClr val="tx1"/>
                </a:solidFill>
              </a:rPr>
              <a:t> → ✓ </a:t>
            </a:r>
            <a:r>
              <a:rPr lang="en-US" sz="1600" i="1" dirty="0">
                <a:solidFill>
                  <a:schemeClr val="tx1"/>
                </a:solidFill>
              </a:rPr>
              <a:t>I </a:t>
            </a:r>
            <a:r>
              <a:rPr lang="en-US" sz="1600" b="1" i="1" dirty="0">
                <a:solidFill>
                  <a:schemeClr val="tx1"/>
                </a:solidFill>
              </a:rPr>
              <a:t>wasn’t</a:t>
            </a:r>
            <a:endParaRPr lang="en-US" sz="1600" dirty="0"/>
          </a:p>
        </p:txBody>
      </p:sp>
      <p:sp>
        <p:nvSpPr>
          <p:cNvPr id="39" name="Shape 36"/>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i="1" dirty="0">
                <a:solidFill>
                  <a:schemeClr val="bg1"/>
                </a:solidFill>
              </a:rPr>
              <a:t>be</a:t>
            </a:r>
            <a:r>
              <a:rPr lang="en-US" sz="1600" dirty="0">
                <a:solidFill>
                  <a:schemeClr val="bg1"/>
                </a:solidFill>
              </a:rPr>
              <a:t> est le seul verbe à </a:t>
            </a:r>
            <a:r>
              <a:rPr lang="en-US" sz="1600" b="1" dirty="0">
                <a:solidFill>
                  <a:schemeClr val="bg1"/>
                </a:solidFill>
              </a:rPr>
              <a:t>deux formes</a:t>
            </a:r>
            <a:r>
              <a:rPr lang="en-US" sz="1600" dirty="0">
                <a:solidFill>
                  <a:schemeClr val="bg1"/>
                </a:solidFill>
              </a:rPr>
              <a:t> au past simple.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Negative: didn’t + base form</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914400" y="1554480"/>
            <a:ext cx="763341" cy="640080"/>
          </a:xfrm>
          <a:prstGeom prst="roundRect">
            <a:avLst>
              <a:gd name="adj" fmla="val 14286"/>
            </a:avLst>
          </a:prstGeom>
          <a:solidFill>
            <a:srgbClr val="FFFFFF"/>
          </a:solidFill>
          <a:ln w="15875">
            <a:solidFill>
              <a:srgbClr val="D5DCE6"/>
            </a:solidFill>
            <a:prstDash val="solid"/>
          </a:ln>
        </p:spPr>
      </p:sp>
      <p:sp>
        <p:nvSpPr>
          <p:cNvPr id="6" name="Text 3"/>
          <p:cNvSpPr txBox="1"/>
          <p:nvPr/>
        </p:nvSpPr>
        <p:spPr>
          <a:xfrm>
            <a:off x="914400" y="1554480"/>
            <a:ext cx="763341" cy="640080"/>
          </a:xfrm>
          <a:prstGeom prst="rect">
            <a:avLst/>
          </a:prstGeom>
          <a:noFill/>
          <a:ln/>
        </p:spPr>
        <p:txBody>
          <a:bodyPr wrap="square" lIns="0" tIns="0" rIns="0" bIns="0" rtlCol="0" anchor="ctr"/>
          <a:lstStyle/>
          <a:p>
            <a:pPr algn="ctr" indent="0" marL="0">
              <a:buNone/>
            </a:pPr>
            <a:r>
              <a:rPr lang="en-US" sz="2200" i="1" dirty="0">
                <a:solidFill>
                  <a:schemeClr val="tx1"/>
                </a:solidFill>
              </a:rPr>
              <a:t>She</a:t>
            </a:r>
            <a:endParaRPr lang="en-US" sz="2200" dirty="0"/>
          </a:p>
        </p:txBody>
      </p:sp>
      <p:sp>
        <p:nvSpPr>
          <p:cNvPr id="7" name="Shape 4"/>
          <p:cNvSpPr/>
          <p:nvPr/>
        </p:nvSpPr>
        <p:spPr>
          <a:xfrm>
            <a:off x="1750893" y="1554480"/>
            <a:ext cx="1279575" cy="640080"/>
          </a:xfrm>
          <a:prstGeom prst="roundRect">
            <a:avLst>
              <a:gd name="adj" fmla="val 14286"/>
            </a:avLst>
          </a:prstGeom>
          <a:solidFill>
            <a:srgbClr val="FBEDEB"/>
          </a:solidFill>
          <a:ln w="22225">
            <a:solidFill>
              <a:srgbClr val="B83227"/>
            </a:solidFill>
            <a:prstDash val="solid"/>
          </a:ln>
        </p:spPr>
      </p:sp>
      <p:sp>
        <p:nvSpPr>
          <p:cNvPr id="8" name="Text 5"/>
          <p:cNvSpPr txBox="1"/>
          <p:nvPr/>
        </p:nvSpPr>
        <p:spPr>
          <a:xfrm>
            <a:off x="1750893" y="1554480"/>
            <a:ext cx="1279575" cy="640080"/>
          </a:xfrm>
          <a:prstGeom prst="rect">
            <a:avLst/>
          </a:prstGeom>
          <a:noFill/>
          <a:ln/>
        </p:spPr>
        <p:txBody>
          <a:bodyPr wrap="square" lIns="0" tIns="0" rIns="0" bIns="0" rtlCol="0" anchor="ctr"/>
          <a:lstStyle/>
          <a:p>
            <a:pPr algn="ctr" indent="0" marL="0">
              <a:buNone/>
            </a:pPr>
            <a:r>
              <a:rPr lang="en-US" sz="2200" b="1" i="1" dirty="0">
                <a:solidFill>
                  <a:schemeClr val="accent6"/>
                </a:solidFill>
              </a:rPr>
              <a:t>visit</a:t>
            </a:r>
            <a:endParaRPr lang="en-US" sz="2200" dirty="0"/>
          </a:p>
        </p:txBody>
      </p:sp>
      <p:sp>
        <p:nvSpPr>
          <p:cNvPr id="9" name="Shape 6"/>
          <p:cNvSpPr/>
          <p:nvPr/>
        </p:nvSpPr>
        <p:spPr>
          <a:xfrm>
            <a:off x="3048756" y="1554480"/>
            <a:ext cx="642626" cy="640080"/>
          </a:xfrm>
          <a:prstGeom prst="roundRect">
            <a:avLst>
              <a:gd name="adj" fmla="val 14286"/>
            </a:avLst>
          </a:prstGeom>
          <a:solidFill>
            <a:schemeClr val="accent1"/>
          </a:solidFill>
          <a:ln w="12700">
            <a:solidFill>
              <a:srgbClr val="FFFFFF">
                <a:alpha val="0"/>
              </a:srgbClr>
            </a:solidFill>
            <a:prstDash val="solid"/>
          </a:ln>
        </p:spPr>
      </p:sp>
      <p:sp>
        <p:nvSpPr>
          <p:cNvPr id="10" name="Text 7"/>
          <p:cNvSpPr txBox="1"/>
          <p:nvPr/>
        </p:nvSpPr>
        <p:spPr>
          <a:xfrm>
            <a:off x="3048756" y="1554480"/>
            <a:ext cx="642626" cy="640080"/>
          </a:xfrm>
          <a:prstGeom prst="rect">
            <a:avLst/>
          </a:prstGeom>
          <a:noFill/>
          <a:ln/>
        </p:spPr>
        <p:txBody>
          <a:bodyPr wrap="square" lIns="0" tIns="0" rIns="0" bIns="0" rtlCol="0" anchor="ctr"/>
          <a:lstStyle/>
          <a:p>
            <a:pPr algn="ctr" indent="0" marL="0">
              <a:buNone/>
            </a:pPr>
            <a:r>
              <a:rPr lang="en-US" sz="2200" b="1" i="1" dirty="0">
                <a:solidFill>
                  <a:schemeClr val="bg1"/>
                </a:solidFill>
              </a:rPr>
              <a:t>ed</a:t>
            </a:r>
            <a:endParaRPr lang="en-US" sz="2200" dirty="0"/>
          </a:p>
        </p:txBody>
      </p:sp>
      <p:sp>
        <p:nvSpPr>
          <p:cNvPr id="11" name="Shape 8"/>
          <p:cNvSpPr/>
          <p:nvPr/>
        </p:nvSpPr>
        <p:spPr>
          <a:xfrm>
            <a:off x="3764534" y="1554480"/>
            <a:ext cx="2803185" cy="640080"/>
          </a:xfrm>
          <a:prstGeom prst="roundRect">
            <a:avLst>
              <a:gd name="adj" fmla="val 14286"/>
            </a:avLst>
          </a:prstGeom>
          <a:solidFill>
            <a:srgbClr val="FFFFFF"/>
          </a:solidFill>
          <a:ln w="15875">
            <a:solidFill>
              <a:srgbClr val="D5DCE6"/>
            </a:solidFill>
            <a:prstDash val="solid"/>
          </a:ln>
        </p:spPr>
      </p:sp>
      <p:sp>
        <p:nvSpPr>
          <p:cNvPr id="12" name="Text 9"/>
          <p:cNvSpPr txBox="1"/>
          <p:nvPr/>
        </p:nvSpPr>
        <p:spPr>
          <a:xfrm>
            <a:off x="3764534" y="1554480"/>
            <a:ext cx="2803185" cy="640080"/>
          </a:xfrm>
          <a:prstGeom prst="rect">
            <a:avLst/>
          </a:prstGeom>
          <a:noFill/>
          <a:ln/>
        </p:spPr>
        <p:txBody>
          <a:bodyPr wrap="square" lIns="0" tIns="0" rIns="0" bIns="0" rtlCol="0" anchor="ctr"/>
          <a:lstStyle/>
          <a:p>
            <a:pPr algn="ctr" indent="0" marL="0">
              <a:buNone/>
            </a:pPr>
            <a:r>
              <a:rPr lang="en-US" sz="2200" i="1" dirty="0">
                <a:solidFill>
                  <a:schemeClr val="tx1"/>
                </a:solidFill>
              </a:rPr>
              <a:t>her grandmother.</a:t>
            </a:r>
            <a:endParaRPr lang="en-US" sz="2200" dirty="0"/>
          </a:p>
        </p:txBody>
      </p:sp>
      <p:sp>
        <p:nvSpPr>
          <p:cNvPr id="13" name="Shape 10"/>
          <p:cNvSpPr/>
          <p:nvPr/>
        </p:nvSpPr>
        <p:spPr>
          <a:xfrm>
            <a:off x="914400" y="2971800"/>
            <a:ext cx="763341" cy="640080"/>
          </a:xfrm>
          <a:prstGeom prst="roundRect">
            <a:avLst>
              <a:gd name="adj" fmla="val 14286"/>
            </a:avLst>
          </a:prstGeom>
          <a:solidFill>
            <a:srgbClr val="FFFFFF"/>
          </a:solidFill>
          <a:ln w="15875">
            <a:solidFill>
              <a:srgbClr val="D5DCE6"/>
            </a:solidFill>
            <a:prstDash val="solid"/>
          </a:ln>
        </p:spPr>
      </p:sp>
      <p:sp>
        <p:nvSpPr>
          <p:cNvPr id="14" name="Text 11"/>
          <p:cNvSpPr txBox="1"/>
          <p:nvPr/>
        </p:nvSpPr>
        <p:spPr>
          <a:xfrm>
            <a:off x="914400" y="2971800"/>
            <a:ext cx="763341" cy="640080"/>
          </a:xfrm>
          <a:prstGeom prst="rect">
            <a:avLst/>
          </a:prstGeom>
          <a:noFill/>
          <a:ln/>
        </p:spPr>
        <p:txBody>
          <a:bodyPr wrap="square" lIns="0" tIns="0" rIns="0" bIns="0" rtlCol="0" anchor="ctr"/>
          <a:lstStyle/>
          <a:p>
            <a:pPr algn="ctr" indent="0" marL="0">
              <a:buNone/>
            </a:pPr>
            <a:r>
              <a:rPr lang="en-US" sz="2200" i="1" dirty="0">
                <a:solidFill>
                  <a:schemeClr val="tx1"/>
                </a:solidFill>
              </a:rPr>
              <a:t>She</a:t>
            </a:r>
            <a:endParaRPr lang="en-US" sz="2200" dirty="0"/>
          </a:p>
        </p:txBody>
      </p:sp>
      <p:sp>
        <p:nvSpPr>
          <p:cNvPr id="15" name="Text 12"/>
          <p:cNvSpPr txBox="1"/>
          <p:nvPr/>
        </p:nvSpPr>
        <p:spPr>
          <a:xfrm>
            <a:off x="594360" y="3648456"/>
            <a:ext cx="1403421"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16" name="Shape 13"/>
          <p:cNvSpPr/>
          <p:nvPr/>
        </p:nvSpPr>
        <p:spPr>
          <a:xfrm>
            <a:off x="1750893" y="2971800"/>
            <a:ext cx="928094" cy="640080"/>
          </a:xfrm>
          <a:prstGeom prst="roundRect">
            <a:avLst>
              <a:gd name="adj" fmla="val 14286"/>
            </a:avLst>
          </a:prstGeom>
          <a:solidFill>
            <a:schemeClr val="tx2"/>
          </a:solidFill>
          <a:ln w="12700">
            <a:solidFill>
              <a:srgbClr val="FFFFFF">
                <a:alpha val="0"/>
              </a:srgbClr>
            </a:solidFill>
            <a:prstDash val="solid"/>
          </a:ln>
        </p:spPr>
      </p:sp>
      <p:sp>
        <p:nvSpPr>
          <p:cNvPr id="17" name="Text 14"/>
          <p:cNvSpPr txBox="1"/>
          <p:nvPr/>
        </p:nvSpPr>
        <p:spPr>
          <a:xfrm>
            <a:off x="1750893" y="2971800"/>
            <a:ext cx="928094" cy="640080"/>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18" name="Text 15"/>
          <p:cNvSpPr txBox="1"/>
          <p:nvPr/>
        </p:nvSpPr>
        <p:spPr>
          <a:xfrm>
            <a:off x="1430853" y="3648456"/>
            <a:ext cx="1568174" cy="274320"/>
          </a:xfrm>
          <a:prstGeom prst="rect">
            <a:avLst/>
          </a:prstGeom>
          <a:noFill/>
          <a:ln/>
        </p:spPr>
        <p:txBody>
          <a:bodyPr wrap="square" lIns="0" tIns="0" rIns="0" bIns="0" rtlCol="0" anchor="t"/>
          <a:lstStyle/>
          <a:p>
            <a:pPr algn="ctr" indent="0" marL="0">
              <a:buNone/>
            </a:pPr>
            <a:r>
              <a:rPr lang="en-US" sz="1100" b="1" dirty="0">
                <a:solidFill>
                  <a:schemeClr val="tx2"/>
                </a:solidFill>
              </a:rPr>
              <a:t>AUX</a:t>
            </a:r>
            <a:endParaRPr lang="en-US" sz="1100" dirty="0"/>
          </a:p>
        </p:txBody>
      </p:sp>
      <p:sp>
        <p:nvSpPr>
          <p:cNvPr id="19" name="Shape 16"/>
          <p:cNvSpPr/>
          <p:nvPr/>
        </p:nvSpPr>
        <p:spPr>
          <a:xfrm>
            <a:off x="2752139" y="2971800"/>
            <a:ext cx="928094" cy="640080"/>
          </a:xfrm>
          <a:prstGeom prst="roundRect">
            <a:avLst>
              <a:gd name="adj" fmla="val 14286"/>
            </a:avLst>
          </a:prstGeom>
          <a:solidFill>
            <a:schemeClr val="accent6"/>
          </a:solidFill>
          <a:ln w="12700">
            <a:solidFill>
              <a:srgbClr val="FFFFFF">
                <a:alpha val="0"/>
              </a:srgbClr>
            </a:solidFill>
            <a:prstDash val="solid"/>
          </a:ln>
        </p:spPr>
      </p:sp>
      <p:sp>
        <p:nvSpPr>
          <p:cNvPr id="20" name="Text 17"/>
          <p:cNvSpPr txBox="1"/>
          <p:nvPr/>
        </p:nvSpPr>
        <p:spPr>
          <a:xfrm>
            <a:off x="2752139" y="2971800"/>
            <a:ext cx="928094" cy="640080"/>
          </a:xfrm>
          <a:prstGeom prst="rect">
            <a:avLst/>
          </a:prstGeom>
          <a:noFill/>
          <a:ln/>
        </p:spPr>
        <p:txBody>
          <a:bodyPr wrap="square" lIns="0" tIns="0" rIns="0" bIns="0" rtlCol="0" anchor="ctr"/>
          <a:lstStyle/>
          <a:p>
            <a:pPr algn="ctr" indent="0" marL="0">
              <a:buNone/>
            </a:pPr>
            <a:r>
              <a:rPr lang="en-US" sz="2200" b="1" i="1" dirty="0">
                <a:solidFill>
                  <a:schemeClr val="bg1"/>
                </a:solidFill>
              </a:rPr>
              <a:t>n’t</a:t>
            </a:r>
            <a:endParaRPr lang="en-US" sz="2200" dirty="0"/>
          </a:p>
        </p:txBody>
      </p:sp>
      <p:sp>
        <p:nvSpPr>
          <p:cNvPr id="21" name="Text 18"/>
          <p:cNvSpPr txBox="1"/>
          <p:nvPr/>
        </p:nvSpPr>
        <p:spPr>
          <a:xfrm>
            <a:off x="2432099" y="3648456"/>
            <a:ext cx="1568174" cy="274320"/>
          </a:xfrm>
          <a:prstGeom prst="rect">
            <a:avLst/>
          </a:prstGeom>
          <a:noFill/>
          <a:ln/>
        </p:spPr>
        <p:txBody>
          <a:bodyPr wrap="square" lIns="0" tIns="0" rIns="0" bIns="0" rtlCol="0" anchor="t"/>
          <a:lstStyle/>
          <a:p>
            <a:pPr algn="ctr" indent="0" marL="0">
              <a:buNone/>
            </a:pPr>
            <a:r>
              <a:rPr lang="en-US" sz="1100" b="1" dirty="0">
                <a:solidFill>
                  <a:schemeClr val="accent6"/>
                </a:solidFill>
              </a:rPr>
              <a:t>NOT</a:t>
            </a:r>
            <a:endParaRPr lang="en-US" sz="1100" dirty="0"/>
          </a:p>
        </p:txBody>
      </p:sp>
      <p:sp>
        <p:nvSpPr>
          <p:cNvPr id="22" name="Shape 19"/>
          <p:cNvSpPr/>
          <p:nvPr/>
        </p:nvSpPr>
        <p:spPr>
          <a:xfrm>
            <a:off x="3753385" y="2971800"/>
            <a:ext cx="1279575" cy="640080"/>
          </a:xfrm>
          <a:prstGeom prst="roundRect">
            <a:avLst>
              <a:gd name="adj" fmla="val 14286"/>
            </a:avLst>
          </a:prstGeom>
          <a:solidFill>
            <a:srgbClr val="FBEDEB"/>
          </a:solidFill>
          <a:ln w="22225">
            <a:solidFill>
              <a:srgbClr val="B83227"/>
            </a:solidFill>
            <a:prstDash val="solid"/>
          </a:ln>
        </p:spPr>
      </p:sp>
      <p:sp>
        <p:nvSpPr>
          <p:cNvPr id="23" name="Text 20"/>
          <p:cNvSpPr txBox="1"/>
          <p:nvPr/>
        </p:nvSpPr>
        <p:spPr>
          <a:xfrm>
            <a:off x="3753385" y="2971800"/>
            <a:ext cx="1279575" cy="640080"/>
          </a:xfrm>
          <a:prstGeom prst="rect">
            <a:avLst/>
          </a:prstGeom>
          <a:noFill/>
          <a:ln/>
        </p:spPr>
        <p:txBody>
          <a:bodyPr wrap="square" lIns="0" tIns="0" rIns="0" bIns="0" rtlCol="0" anchor="ctr"/>
          <a:lstStyle/>
          <a:p>
            <a:pPr algn="ctr" indent="0" marL="0">
              <a:buNone/>
            </a:pPr>
            <a:r>
              <a:rPr lang="en-US" sz="2200" b="1" i="1" dirty="0">
                <a:solidFill>
                  <a:schemeClr val="accent6"/>
                </a:solidFill>
              </a:rPr>
              <a:t>visit</a:t>
            </a:r>
            <a:endParaRPr lang="en-US" sz="2200" dirty="0"/>
          </a:p>
        </p:txBody>
      </p:sp>
      <p:sp>
        <p:nvSpPr>
          <p:cNvPr id="24" name="Text 21"/>
          <p:cNvSpPr txBox="1"/>
          <p:nvPr/>
        </p:nvSpPr>
        <p:spPr>
          <a:xfrm>
            <a:off x="3433345" y="3648456"/>
            <a:ext cx="1919655" cy="274320"/>
          </a:xfrm>
          <a:prstGeom prst="rect">
            <a:avLst/>
          </a:prstGeom>
          <a:noFill/>
          <a:ln/>
        </p:spPr>
        <p:txBody>
          <a:bodyPr wrap="square" lIns="0" tIns="0" rIns="0" bIns="0" rtlCol="0" anchor="t"/>
          <a:lstStyle/>
          <a:p>
            <a:pPr algn="ctr" indent="0" marL="0">
              <a:buNone/>
            </a:pPr>
            <a:r>
              <a:rPr lang="en-US" sz="1100" b="1" dirty="0">
                <a:solidFill>
                  <a:schemeClr val="accent6"/>
                </a:solidFill>
              </a:rPr>
              <a:t>BASE</a:t>
            </a:r>
            <a:endParaRPr lang="en-US" sz="1100" dirty="0"/>
          </a:p>
        </p:txBody>
      </p:sp>
      <p:sp>
        <p:nvSpPr>
          <p:cNvPr id="25" name="Shape 22"/>
          <p:cNvSpPr/>
          <p:nvPr/>
        </p:nvSpPr>
        <p:spPr>
          <a:xfrm>
            <a:off x="5106112" y="2971800"/>
            <a:ext cx="2803185" cy="640080"/>
          </a:xfrm>
          <a:prstGeom prst="roundRect">
            <a:avLst>
              <a:gd name="adj" fmla="val 14286"/>
            </a:avLst>
          </a:prstGeom>
          <a:solidFill>
            <a:srgbClr val="FFFFFF"/>
          </a:solidFill>
          <a:ln w="15875">
            <a:solidFill>
              <a:srgbClr val="D5DCE6"/>
            </a:solidFill>
            <a:prstDash val="solid"/>
          </a:ln>
        </p:spPr>
      </p:sp>
      <p:sp>
        <p:nvSpPr>
          <p:cNvPr id="26" name="Text 23"/>
          <p:cNvSpPr txBox="1"/>
          <p:nvPr/>
        </p:nvSpPr>
        <p:spPr>
          <a:xfrm>
            <a:off x="5106112" y="2971800"/>
            <a:ext cx="2803185" cy="640080"/>
          </a:xfrm>
          <a:prstGeom prst="rect">
            <a:avLst/>
          </a:prstGeom>
          <a:noFill/>
          <a:ln/>
        </p:spPr>
        <p:txBody>
          <a:bodyPr wrap="square" lIns="0" tIns="0" rIns="0" bIns="0" rtlCol="0" anchor="ctr"/>
          <a:lstStyle/>
          <a:p>
            <a:pPr algn="ctr" indent="0" marL="0">
              <a:buNone/>
            </a:pPr>
            <a:r>
              <a:rPr lang="en-US" sz="2200" i="1" dirty="0">
                <a:solidFill>
                  <a:schemeClr val="tx1"/>
                </a:solidFill>
              </a:rPr>
              <a:t>her grandmother.</a:t>
            </a:r>
            <a:endParaRPr lang="en-US" sz="2200" dirty="0"/>
          </a:p>
        </p:txBody>
      </p:sp>
      <p:sp>
        <p:nvSpPr>
          <p:cNvPr id="27" name="Shape 24"/>
          <p:cNvSpPr/>
          <p:nvPr/>
        </p:nvSpPr>
        <p:spPr>
          <a:xfrm flipH="1">
            <a:off x="2214940" y="2240280"/>
            <a:ext cx="1155129" cy="685800"/>
          </a:xfrm>
          <a:prstGeom prst="line">
            <a:avLst/>
          </a:prstGeom>
          <a:noFill/>
          <a:ln w="31750">
            <a:solidFill>
              <a:srgbClr val="D9700F"/>
            </a:solidFill>
            <a:prstDash val="solid"/>
            <a:tailEnd type="triangle"/>
          </a:ln>
        </p:spPr>
      </p:sp>
      <p:sp>
        <p:nvSpPr>
          <p:cNvPr id="28" name="Text 25"/>
          <p:cNvSpPr txBox="1"/>
          <p:nvPr/>
        </p:nvSpPr>
        <p:spPr>
          <a:xfrm>
            <a:off x="3505956" y="2331720"/>
            <a:ext cx="2926080" cy="365760"/>
          </a:xfrm>
          <a:prstGeom prst="rect">
            <a:avLst/>
          </a:prstGeom>
          <a:noFill/>
          <a:ln/>
        </p:spPr>
        <p:txBody>
          <a:bodyPr wrap="square" lIns="0" tIns="0" rIns="0" bIns="0" rtlCol="0" anchor="t"/>
          <a:lstStyle/>
          <a:p>
            <a:pPr algn="l" indent="0" marL="0">
              <a:buNone/>
            </a:pPr>
            <a:r>
              <a:rPr lang="en-US" sz="1400" b="1" i="1" dirty="0">
                <a:solidFill>
                  <a:schemeClr val="accent1"/>
                </a:solidFill>
              </a:rPr>
              <a:t>-ed moves to did</a:t>
            </a:r>
            <a:endParaRPr lang="en-US" sz="1400" dirty="0"/>
          </a:p>
        </p:txBody>
      </p:sp>
      <p:sp>
        <p:nvSpPr>
          <p:cNvPr id="29" name="Shape 26"/>
          <p:cNvSpPr/>
          <p:nvPr/>
        </p:nvSpPr>
        <p:spPr>
          <a:xfrm>
            <a:off x="8412480" y="1554480"/>
            <a:ext cx="606430" cy="640080"/>
          </a:xfrm>
          <a:prstGeom prst="roundRect">
            <a:avLst>
              <a:gd name="adj" fmla="val 15078"/>
            </a:avLst>
          </a:prstGeom>
          <a:solidFill>
            <a:srgbClr val="FFFFFF"/>
          </a:solidFill>
          <a:ln w="15875">
            <a:solidFill>
              <a:srgbClr val="D5DCE6"/>
            </a:solidFill>
            <a:prstDash val="solid"/>
          </a:ln>
        </p:spPr>
      </p:sp>
      <p:sp>
        <p:nvSpPr>
          <p:cNvPr id="30" name="Text 27"/>
          <p:cNvSpPr txBox="1"/>
          <p:nvPr/>
        </p:nvSpPr>
        <p:spPr>
          <a:xfrm>
            <a:off x="8412480" y="1554480"/>
            <a:ext cx="606430" cy="640080"/>
          </a:xfrm>
          <a:prstGeom prst="rect">
            <a:avLst/>
          </a:prstGeom>
          <a:noFill/>
          <a:ln/>
        </p:spPr>
        <p:txBody>
          <a:bodyPr wrap="square" lIns="0" tIns="0" rIns="0" bIns="0" rtlCol="0" anchor="ctr"/>
          <a:lstStyle/>
          <a:p>
            <a:pPr algn="ctr" indent="0" marL="0">
              <a:buNone/>
            </a:pPr>
            <a:r>
              <a:rPr lang="en-US" sz="2200" i="1" dirty="0">
                <a:solidFill>
                  <a:schemeClr val="tx1"/>
                </a:solidFill>
              </a:rPr>
              <a:t>He</a:t>
            </a:r>
            <a:endParaRPr lang="en-US" sz="2200" dirty="0"/>
          </a:p>
        </p:txBody>
      </p:sp>
      <p:sp>
        <p:nvSpPr>
          <p:cNvPr id="31" name="Shape 28"/>
          <p:cNvSpPr/>
          <p:nvPr/>
        </p:nvSpPr>
        <p:spPr>
          <a:xfrm>
            <a:off x="9092062" y="1554480"/>
            <a:ext cx="1103834" cy="640080"/>
          </a:xfrm>
          <a:prstGeom prst="roundRect">
            <a:avLst>
              <a:gd name="adj" fmla="val 14286"/>
            </a:avLst>
          </a:prstGeom>
          <a:solidFill>
            <a:schemeClr val="accent4"/>
          </a:solidFill>
          <a:ln w="12700">
            <a:solidFill>
              <a:srgbClr val="FFFFFF">
                <a:alpha val="0"/>
              </a:srgbClr>
            </a:solidFill>
            <a:prstDash val="solid"/>
          </a:ln>
        </p:spPr>
      </p:sp>
      <p:sp>
        <p:nvSpPr>
          <p:cNvPr id="32" name="Text 29"/>
          <p:cNvSpPr txBox="1"/>
          <p:nvPr/>
        </p:nvSpPr>
        <p:spPr>
          <a:xfrm>
            <a:off x="9092062" y="1554480"/>
            <a:ext cx="1103834" cy="640080"/>
          </a:xfrm>
          <a:prstGeom prst="rect">
            <a:avLst/>
          </a:prstGeom>
          <a:noFill/>
          <a:ln/>
        </p:spPr>
        <p:txBody>
          <a:bodyPr wrap="square" lIns="0" tIns="0" rIns="0" bIns="0" rtlCol="0" anchor="ctr"/>
          <a:lstStyle/>
          <a:p>
            <a:pPr algn="ctr" indent="0" marL="0">
              <a:buNone/>
            </a:pPr>
            <a:r>
              <a:rPr lang="en-US" sz="2200" b="1" i="1" dirty="0">
                <a:solidFill>
                  <a:schemeClr val="bg1"/>
                </a:solidFill>
              </a:rPr>
              <a:t>went</a:t>
            </a:r>
            <a:endParaRPr lang="en-US" sz="2200" dirty="0"/>
          </a:p>
        </p:txBody>
      </p:sp>
      <p:sp>
        <p:nvSpPr>
          <p:cNvPr id="33" name="Text 30"/>
          <p:cNvSpPr txBox="1"/>
          <p:nvPr/>
        </p:nvSpPr>
        <p:spPr>
          <a:xfrm>
            <a:off x="9052560" y="2286000"/>
            <a:ext cx="548640" cy="54864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34" name="Shape 31"/>
          <p:cNvSpPr/>
          <p:nvPr/>
        </p:nvSpPr>
        <p:spPr>
          <a:xfrm>
            <a:off x="8412480" y="2971800"/>
            <a:ext cx="606430" cy="640080"/>
          </a:xfrm>
          <a:prstGeom prst="roundRect">
            <a:avLst>
              <a:gd name="adj" fmla="val 15078"/>
            </a:avLst>
          </a:prstGeom>
          <a:solidFill>
            <a:srgbClr val="FFFFFF"/>
          </a:solidFill>
          <a:ln w="15875">
            <a:solidFill>
              <a:srgbClr val="D5DCE6"/>
            </a:solidFill>
            <a:prstDash val="solid"/>
          </a:ln>
        </p:spPr>
      </p:sp>
      <p:sp>
        <p:nvSpPr>
          <p:cNvPr id="35" name="Text 32"/>
          <p:cNvSpPr txBox="1"/>
          <p:nvPr/>
        </p:nvSpPr>
        <p:spPr>
          <a:xfrm>
            <a:off x="8412480" y="2971800"/>
            <a:ext cx="606430" cy="640080"/>
          </a:xfrm>
          <a:prstGeom prst="rect">
            <a:avLst/>
          </a:prstGeom>
          <a:noFill/>
          <a:ln/>
        </p:spPr>
        <p:txBody>
          <a:bodyPr wrap="square" lIns="0" tIns="0" rIns="0" bIns="0" rtlCol="0" anchor="ctr"/>
          <a:lstStyle/>
          <a:p>
            <a:pPr algn="ctr" indent="0" marL="0">
              <a:buNone/>
            </a:pPr>
            <a:r>
              <a:rPr lang="en-US" sz="2200" i="1" dirty="0">
                <a:solidFill>
                  <a:schemeClr val="tx1"/>
                </a:solidFill>
              </a:rPr>
              <a:t>He</a:t>
            </a:r>
            <a:endParaRPr lang="en-US" sz="2200" dirty="0"/>
          </a:p>
        </p:txBody>
      </p:sp>
      <p:sp>
        <p:nvSpPr>
          <p:cNvPr id="36" name="Shape 33"/>
          <p:cNvSpPr/>
          <p:nvPr/>
        </p:nvSpPr>
        <p:spPr>
          <a:xfrm>
            <a:off x="9092062" y="2971800"/>
            <a:ext cx="1455315" cy="640080"/>
          </a:xfrm>
          <a:prstGeom prst="roundRect">
            <a:avLst>
              <a:gd name="adj" fmla="val 14286"/>
            </a:avLst>
          </a:prstGeom>
          <a:solidFill>
            <a:schemeClr val="tx2"/>
          </a:solidFill>
          <a:ln w="12700">
            <a:solidFill>
              <a:srgbClr val="FFFFFF">
                <a:alpha val="0"/>
              </a:srgbClr>
            </a:solidFill>
            <a:prstDash val="solid"/>
          </a:ln>
        </p:spPr>
      </p:sp>
      <p:sp>
        <p:nvSpPr>
          <p:cNvPr id="37" name="Text 34"/>
          <p:cNvSpPr txBox="1"/>
          <p:nvPr/>
        </p:nvSpPr>
        <p:spPr>
          <a:xfrm>
            <a:off x="9092062" y="2971800"/>
            <a:ext cx="1455315" cy="640080"/>
          </a:xfrm>
          <a:prstGeom prst="rect">
            <a:avLst/>
          </a:prstGeom>
          <a:noFill/>
          <a:ln/>
        </p:spPr>
        <p:txBody>
          <a:bodyPr wrap="square" lIns="0" tIns="0" rIns="0" bIns="0" rtlCol="0" anchor="ctr"/>
          <a:lstStyle/>
          <a:p>
            <a:pPr algn="ctr" indent="0" marL="0">
              <a:buNone/>
            </a:pPr>
            <a:r>
              <a:rPr lang="en-US" sz="2200" b="1" i="1" dirty="0">
                <a:solidFill>
                  <a:schemeClr val="bg1"/>
                </a:solidFill>
              </a:rPr>
              <a:t>didn’t</a:t>
            </a:r>
            <a:endParaRPr lang="en-US" sz="2200" dirty="0"/>
          </a:p>
        </p:txBody>
      </p:sp>
      <p:sp>
        <p:nvSpPr>
          <p:cNvPr id="38" name="Shape 35"/>
          <p:cNvSpPr/>
          <p:nvPr/>
        </p:nvSpPr>
        <p:spPr>
          <a:xfrm>
            <a:off x="10620529" y="2971800"/>
            <a:ext cx="752354"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a:off x="10620529" y="2971800"/>
            <a:ext cx="752354" cy="640080"/>
          </a:xfrm>
          <a:prstGeom prst="rect">
            <a:avLst/>
          </a:prstGeom>
          <a:noFill/>
          <a:ln/>
        </p:spPr>
        <p:txBody>
          <a:bodyPr wrap="square" lIns="0" tIns="0" rIns="0" bIns="0" rtlCol="0" anchor="ctr"/>
          <a:lstStyle/>
          <a:p>
            <a:pPr algn="ctr" indent="0" marL="0">
              <a:buNone/>
            </a:pPr>
            <a:r>
              <a:rPr lang="en-US" sz="2200" b="1" i="1" dirty="0">
                <a:solidFill>
                  <a:schemeClr val="accent6"/>
                </a:solidFill>
              </a:rPr>
              <a:t>go</a:t>
            </a:r>
            <a:endParaRPr lang="en-US" sz="2200" dirty="0"/>
          </a:p>
        </p:txBody>
      </p:sp>
      <p:sp>
        <p:nvSpPr>
          <p:cNvPr id="40" name="Shape 37"/>
          <p:cNvSpPr/>
          <p:nvPr/>
        </p:nvSpPr>
        <p:spPr>
          <a:xfrm>
            <a:off x="548640" y="4206240"/>
            <a:ext cx="5486400" cy="1325880"/>
          </a:xfrm>
          <a:prstGeom prst="roundRect">
            <a:avLst>
              <a:gd name="adj" fmla="val 8276"/>
            </a:avLst>
          </a:prstGeom>
          <a:solidFill>
            <a:srgbClr val="E8F4EC"/>
          </a:solidFill>
          <a:ln w="19050">
            <a:solidFill>
              <a:srgbClr val="2E7D4F"/>
            </a:solidFill>
            <a:prstDash val="solid"/>
          </a:ln>
        </p:spPr>
      </p:sp>
      <p:sp>
        <p:nvSpPr>
          <p:cNvPr id="41" name="Text 38"/>
          <p:cNvSpPr txBox="1"/>
          <p:nvPr/>
        </p:nvSpPr>
        <p:spPr>
          <a:xfrm>
            <a:off x="731520" y="4279392"/>
            <a:ext cx="5120640" cy="384048"/>
          </a:xfrm>
          <a:prstGeom prst="rect">
            <a:avLst/>
          </a:prstGeom>
          <a:noFill/>
          <a:ln/>
        </p:spPr>
        <p:txBody>
          <a:bodyPr wrap="square" lIns="0" tIns="0" rIns="0" bIns="0" rtlCol="0" anchor="ctr"/>
          <a:lstStyle/>
          <a:p>
            <a:pPr algn="l" indent="0" marL="0">
              <a:buNone/>
            </a:pPr>
            <a:r>
              <a:rPr lang="en-US" sz="1500" b="1" dirty="0">
                <a:solidFill>
                  <a:schemeClr val="accent3"/>
                </a:solidFill>
              </a:rPr>
              <a:t>✓ The rule</a:t>
            </a:r>
            <a:endParaRPr lang="en-US" sz="1500" dirty="0"/>
          </a:p>
        </p:txBody>
      </p:sp>
      <p:sp>
        <p:nvSpPr>
          <p:cNvPr id="42" name="Text 39"/>
          <p:cNvSpPr txBox="1"/>
          <p:nvPr/>
        </p:nvSpPr>
        <p:spPr>
          <a:xfrm>
            <a:off x="731520" y="4681728"/>
            <a:ext cx="5120640" cy="777240"/>
          </a:xfrm>
          <a:prstGeom prst="rect">
            <a:avLst/>
          </a:prstGeom>
          <a:noFill/>
          <a:ln/>
        </p:spPr>
        <p:txBody>
          <a:bodyPr wrap="square" lIns="0" tIns="0" rIns="0" bIns="0" rtlCol="0" anchor="t"/>
          <a:lstStyle/>
          <a:p>
            <a:pPr algn="l" indent="0" marL="0">
              <a:spcAft>
                <a:spcPts val="400"/>
              </a:spcAft>
              <a:buNone/>
            </a:pPr>
            <a:r>
              <a:rPr lang="en-US" sz="1500" i="1" dirty="0">
                <a:solidFill>
                  <a:schemeClr val="tx1"/>
                </a:solidFill>
              </a:rPr>
              <a:t>didn’t</a:t>
            </a:r>
            <a:r>
              <a:rPr lang="en-US" sz="1500" dirty="0">
                <a:solidFill>
                  <a:schemeClr val="tx1"/>
                </a:solidFill>
              </a:rPr>
              <a:t> (= did not) + </a:t>
            </a:r>
            <a:r>
              <a:rPr lang="en-US" sz="1500" b="1" dirty="0">
                <a:solidFill>
                  <a:schemeClr val="tx1"/>
                </a:solidFill>
              </a:rPr>
              <a:t>base form</a:t>
            </a:r>
            <a:endParaRPr lang="en-US" sz="1500" dirty="0"/>
          </a:p>
          <a:p>
            <a:pPr algn="l" indent="0" marL="0">
              <a:spcAft>
                <a:spcPts val="400"/>
              </a:spcAft>
              <a:buNone/>
            </a:pPr>
            <a:r>
              <a:rPr lang="en-US" sz="1500" dirty="0">
                <a:solidFill>
                  <a:schemeClr val="tx1"/>
                </a:solidFill>
              </a:rPr>
              <a:t>the same for everybody: </a:t>
            </a:r>
            <a:r>
              <a:rPr lang="en-US" sz="1500" i="1" dirty="0">
                <a:solidFill>
                  <a:schemeClr val="tx1"/>
                </a:solidFill>
              </a:rPr>
              <a:t>I, you, he, we… didn’t go</a:t>
            </a:r>
            <a:endParaRPr lang="en-US" sz="1500" dirty="0"/>
          </a:p>
        </p:txBody>
      </p:sp>
      <p:sp>
        <p:nvSpPr>
          <p:cNvPr id="43" name="Shape 40"/>
          <p:cNvSpPr/>
          <p:nvPr/>
        </p:nvSpPr>
        <p:spPr>
          <a:xfrm>
            <a:off x="6263640" y="4206240"/>
            <a:ext cx="5376672" cy="1325880"/>
          </a:xfrm>
          <a:prstGeom prst="roundRect">
            <a:avLst>
              <a:gd name="adj" fmla="val 8276"/>
            </a:avLst>
          </a:prstGeom>
          <a:solidFill>
            <a:srgbClr val="FBEDEB"/>
          </a:solidFill>
          <a:ln w="19050">
            <a:solidFill>
              <a:srgbClr val="B83227"/>
            </a:solidFill>
            <a:prstDash val="solid"/>
          </a:ln>
        </p:spPr>
      </p:sp>
      <p:sp>
        <p:nvSpPr>
          <p:cNvPr id="44" name="Shape 41"/>
          <p:cNvSpPr/>
          <p:nvPr/>
        </p:nvSpPr>
        <p:spPr>
          <a:xfrm>
            <a:off x="6446520" y="4352544"/>
            <a:ext cx="128016" cy="253472"/>
          </a:xfrm>
          <a:prstGeom prst="rect">
            <a:avLst/>
          </a:prstGeom>
          <a:solidFill>
            <a:srgbClr val="1F4FA3"/>
          </a:solidFill>
          <a:ln w="12700">
            <a:solidFill>
              <a:srgbClr val="FFFFFF">
                <a:alpha val="0"/>
              </a:srgbClr>
            </a:solidFill>
            <a:prstDash val="solid"/>
          </a:ln>
        </p:spPr>
      </p:sp>
      <p:sp>
        <p:nvSpPr>
          <p:cNvPr id="45" name="Shape 42"/>
          <p:cNvSpPr/>
          <p:nvPr/>
        </p:nvSpPr>
        <p:spPr>
          <a:xfrm>
            <a:off x="6574536" y="4352544"/>
            <a:ext cx="128016" cy="253472"/>
          </a:xfrm>
          <a:prstGeom prst="rect">
            <a:avLst/>
          </a:prstGeom>
          <a:solidFill>
            <a:srgbClr val="FFFFFF"/>
          </a:solidFill>
          <a:ln w="12700">
            <a:solidFill>
              <a:srgbClr val="FFFFFF">
                <a:alpha val="0"/>
              </a:srgbClr>
            </a:solidFill>
            <a:prstDash val="solid"/>
          </a:ln>
        </p:spPr>
      </p:sp>
      <p:sp>
        <p:nvSpPr>
          <p:cNvPr id="46" name="Shape 43"/>
          <p:cNvSpPr/>
          <p:nvPr/>
        </p:nvSpPr>
        <p:spPr>
          <a:xfrm>
            <a:off x="6702552" y="4352544"/>
            <a:ext cx="128016" cy="253472"/>
          </a:xfrm>
          <a:prstGeom prst="rect">
            <a:avLst/>
          </a:prstGeom>
          <a:solidFill>
            <a:srgbClr val="E2232A"/>
          </a:solidFill>
          <a:ln w="12700">
            <a:solidFill>
              <a:srgbClr val="FFFFFF">
                <a:alpha val="0"/>
              </a:srgbClr>
            </a:solidFill>
            <a:prstDash val="solid"/>
          </a:ln>
        </p:spPr>
      </p:sp>
      <p:sp>
        <p:nvSpPr>
          <p:cNvPr id="47" name="Shape 44"/>
          <p:cNvSpPr/>
          <p:nvPr/>
        </p:nvSpPr>
        <p:spPr>
          <a:xfrm>
            <a:off x="6446520" y="4352544"/>
            <a:ext cx="384048" cy="253472"/>
          </a:xfrm>
          <a:prstGeom prst="rect">
            <a:avLst/>
          </a:prstGeom>
          <a:noFill/>
          <a:ln w="9525">
            <a:solidFill>
              <a:srgbClr val="B8C2CF"/>
            </a:solidFill>
            <a:prstDash val="solid"/>
          </a:ln>
        </p:spPr>
      </p:sp>
      <p:sp>
        <p:nvSpPr>
          <p:cNvPr id="48" name="Text 45"/>
          <p:cNvSpPr txBox="1"/>
          <p:nvPr/>
        </p:nvSpPr>
        <p:spPr>
          <a:xfrm>
            <a:off x="6867144" y="427939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49" name="Shape 46"/>
          <p:cNvSpPr/>
          <p:nvPr/>
        </p:nvSpPr>
        <p:spPr>
          <a:xfrm>
            <a:off x="7159752" y="4352544"/>
            <a:ext cx="384048" cy="253472"/>
          </a:xfrm>
          <a:prstGeom prst="rect">
            <a:avLst/>
          </a:prstGeom>
          <a:solidFill>
            <a:srgbClr val="1F3B87"/>
          </a:solidFill>
          <a:ln w="12700">
            <a:solidFill>
              <a:srgbClr val="FFFFFF">
                <a:alpha val="0"/>
              </a:srgbClr>
            </a:solidFill>
            <a:prstDash val="solid"/>
          </a:ln>
        </p:spPr>
      </p:sp>
      <p:sp>
        <p:nvSpPr>
          <p:cNvPr id="50" name="Shape 47"/>
          <p:cNvSpPr/>
          <p:nvPr/>
        </p:nvSpPr>
        <p:spPr>
          <a:xfrm>
            <a:off x="7159752" y="435254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51" name="Shape 48"/>
          <p:cNvSpPr/>
          <p:nvPr/>
        </p:nvSpPr>
        <p:spPr>
          <a:xfrm>
            <a:off x="7159752" y="435254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52" name="Shape 49"/>
          <p:cNvSpPr/>
          <p:nvPr/>
        </p:nvSpPr>
        <p:spPr>
          <a:xfrm>
            <a:off x="7309193" y="4352544"/>
            <a:ext cx="85166" cy="253472"/>
          </a:xfrm>
          <a:prstGeom prst="rect">
            <a:avLst/>
          </a:prstGeom>
          <a:solidFill>
            <a:srgbClr val="FFFFFF"/>
          </a:solidFill>
          <a:ln w="12700">
            <a:solidFill>
              <a:srgbClr val="FFFFFF">
                <a:alpha val="0"/>
              </a:srgbClr>
            </a:solidFill>
            <a:prstDash val="solid"/>
          </a:ln>
        </p:spPr>
      </p:sp>
      <p:sp>
        <p:nvSpPr>
          <p:cNvPr id="53" name="Shape 50"/>
          <p:cNvSpPr/>
          <p:nvPr/>
        </p:nvSpPr>
        <p:spPr>
          <a:xfrm>
            <a:off x="7159752" y="4436697"/>
            <a:ext cx="384048" cy="85166"/>
          </a:xfrm>
          <a:prstGeom prst="rect">
            <a:avLst/>
          </a:prstGeom>
          <a:solidFill>
            <a:srgbClr val="FFFFFF"/>
          </a:solidFill>
          <a:ln w="12700">
            <a:solidFill>
              <a:srgbClr val="FFFFFF">
                <a:alpha val="0"/>
              </a:srgbClr>
            </a:solidFill>
            <a:prstDash val="solid"/>
          </a:ln>
        </p:spPr>
      </p:sp>
      <p:sp>
        <p:nvSpPr>
          <p:cNvPr id="54" name="Shape 51"/>
          <p:cNvSpPr/>
          <p:nvPr/>
        </p:nvSpPr>
        <p:spPr>
          <a:xfrm>
            <a:off x="7327443" y="4352544"/>
            <a:ext cx="48667" cy="253472"/>
          </a:xfrm>
          <a:prstGeom prst="rect">
            <a:avLst/>
          </a:prstGeom>
          <a:solidFill>
            <a:srgbClr val="C8102E"/>
          </a:solidFill>
          <a:ln w="12700">
            <a:solidFill>
              <a:srgbClr val="FFFFFF">
                <a:alpha val="0"/>
              </a:srgbClr>
            </a:solidFill>
            <a:prstDash val="solid"/>
          </a:ln>
        </p:spPr>
      </p:sp>
      <p:sp>
        <p:nvSpPr>
          <p:cNvPr id="55" name="Shape 52"/>
          <p:cNvSpPr/>
          <p:nvPr/>
        </p:nvSpPr>
        <p:spPr>
          <a:xfrm>
            <a:off x="7159752" y="4454947"/>
            <a:ext cx="384048" cy="48667"/>
          </a:xfrm>
          <a:prstGeom prst="rect">
            <a:avLst/>
          </a:prstGeom>
          <a:solidFill>
            <a:srgbClr val="C8102E"/>
          </a:solidFill>
          <a:ln w="12700">
            <a:solidFill>
              <a:srgbClr val="FFFFFF">
                <a:alpha val="0"/>
              </a:srgbClr>
            </a:solidFill>
            <a:prstDash val="solid"/>
          </a:ln>
        </p:spPr>
      </p:sp>
      <p:sp>
        <p:nvSpPr>
          <p:cNvPr id="56" name="Shape 53"/>
          <p:cNvSpPr/>
          <p:nvPr/>
        </p:nvSpPr>
        <p:spPr>
          <a:xfrm>
            <a:off x="7159752" y="4352544"/>
            <a:ext cx="384048" cy="253472"/>
          </a:xfrm>
          <a:prstGeom prst="rect">
            <a:avLst/>
          </a:prstGeom>
          <a:noFill/>
          <a:ln w="9525">
            <a:solidFill>
              <a:srgbClr val="B8C2CF"/>
            </a:solidFill>
            <a:prstDash val="solid"/>
          </a:ln>
        </p:spPr>
      </p:sp>
      <p:sp>
        <p:nvSpPr>
          <p:cNvPr id="57" name="Text 54"/>
          <p:cNvSpPr txBox="1"/>
          <p:nvPr/>
        </p:nvSpPr>
        <p:spPr>
          <a:xfrm>
            <a:off x="7680960" y="4279392"/>
            <a:ext cx="3822192" cy="384048"/>
          </a:xfrm>
          <a:prstGeom prst="rect">
            <a:avLst/>
          </a:prstGeom>
          <a:noFill/>
          <a:ln/>
        </p:spPr>
        <p:txBody>
          <a:bodyPr wrap="square" lIns="0" tIns="0" rIns="0" bIns="0" rtlCol="0" anchor="ctr"/>
          <a:lstStyle/>
          <a:p>
            <a:pPr algn="l" indent="0" marL="0">
              <a:buNone/>
            </a:pPr>
            <a:r>
              <a:rPr lang="en-US" sz="1500" b="1" dirty="0">
                <a:solidFill>
                  <a:schemeClr val="accent6"/>
                </a:solidFill>
              </a:rPr>
              <a:t>Une seule marque du passé !</a:t>
            </a:r>
            <a:endParaRPr lang="en-US" sz="1500" dirty="0"/>
          </a:p>
        </p:txBody>
      </p:sp>
      <p:sp>
        <p:nvSpPr>
          <p:cNvPr id="58" name="Text 55"/>
          <p:cNvSpPr txBox="1"/>
          <p:nvPr/>
        </p:nvSpPr>
        <p:spPr>
          <a:xfrm>
            <a:off x="6446520" y="4709160"/>
            <a:ext cx="5010912" cy="758952"/>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Le passé est </a:t>
            </a:r>
            <a:r>
              <a:rPr lang="en-US" sz="1500" b="1" dirty="0">
                <a:solidFill>
                  <a:schemeClr val="tx1"/>
                </a:solidFill>
              </a:rPr>
              <a:t>déjà</a:t>
            </a:r>
            <a:r>
              <a:rPr lang="en-US" sz="1500" dirty="0">
                <a:solidFill>
                  <a:schemeClr val="tx1"/>
                </a:solidFill>
              </a:rPr>
              <a:t> dans </a:t>
            </a:r>
            <a:r>
              <a:rPr lang="en-US" sz="1500" i="1" dirty="0">
                <a:solidFill>
                  <a:schemeClr val="tx1"/>
                </a:solidFill>
              </a:rPr>
              <a:t>did</a:t>
            </a:r>
            <a:r>
              <a:rPr lang="en-US" sz="1500" dirty="0">
                <a:solidFill>
                  <a:schemeClr val="tx1"/>
                </a:solidFill>
              </a:rPr>
              <a:t> : ✗ </a:t>
            </a:r>
            <a:r>
              <a:rPr lang="en-US" sz="1500" i="1" dirty="0">
                <a:solidFill>
                  <a:schemeClr val="tx1"/>
                </a:solidFill>
              </a:rPr>
              <a:t>didn’t visited</a:t>
            </a:r>
            <a:r>
              <a:rPr lang="en-US" sz="1500" dirty="0">
                <a:solidFill>
                  <a:schemeClr val="tx1"/>
                </a:solidFill>
              </a:rPr>
              <a:t> · ✗ </a:t>
            </a:r>
            <a:r>
              <a:rPr lang="en-US" sz="1500" i="1" dirty="0">
                <a:solidFill>
                  <a:schemeClr val="tx1"/>
                </a:solidFill>
              </a:rPr>
              <a:t>didn’t went</a:t>
            </a:r>
            <a:endParaRPr lang="en-US" sz="1500" dirty="0"/>
          </a:p>
        </p:txBody>
      </p:sp>
      <p:sp>
        <p:nvSpPr>
          <p:cNvPr id="59" name="Shape 56"/>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60" name="Text 57"/>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À l’écrit soigné : </a:t>
            </a:r>
            <a:r>
              <a:rPr lang="en-US" sz="1600" i="1" dirty="0">
                <a:solidFill>
                  <a:schemeClr val="bg1"/>
                </a:solidFill>
              </a:rPr>
              <a:t>did not</a:t>
            </a:r>
            <a:r>
              <a:rPr lang="en-US" sz="1600" dirty="0">
                <a:solidFill>
                  <a:schemeClr val="bg1"/>
                </a:solidFill>
              </a:rPr>
              <a:t>. À l’oral : </a:t>
            </a:r>
            <a:r>
              <a:rPr lang="en-US" sz="1600" i="1" dirty="0">
                <a:solidFill>
                  <a:schemeClr val="bg1"/>
                </a:solidFill>
              </a:rPr>
              <a:t>didn’t</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Did…? and QUASI</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822960" y="1554480"/>
            <a:ext cx="976023" cy="658368"/>
          </a:xfrm>
          <a:prstGeom prst="roundRect">
            <a:avLst>
              <a:gd name="adj" fmla="val 13889"/>
            </a:avLst>
          </a:prstGeom>
          <a:solidFill>
            <a:schemeClr val="tx2"/>
          </a:solidFill>
          <a:ln w="12700">
            <a:solidFill>
              <a:srgbClr val="FFFFFF">
                <a:alpha val="0"/>
              </a:srgbClr>
            </a:solidFill>
            <a:prstDash val="solid"/>
          </a:ln>
        </p:spPr>
      </p:sp>
      <p:sp>
        <p:nvSpPr>
          <p:cNvPr id="6" name="Text 3"/>
          <p:cNvSpPr txBox="1"/>
          <p:nvPr/>
        </p:nvSpPr>
        <p:spPr>
          <a:xfrm>
            <a:off x="822960" y="1554480"/>
            <a:ext cx="976023" cy="658368"/>
          </a:xfrm>
          <a:prstGeom prst="rect">
            <a:avLst/>
          </a:prstGeom>
          <a:noFill/>
          <a:ln/>
        </p:spPr>
        <p:txBody>
          <a:bodyPr wrap="square" lIns="0" tIns="0" rIns="0" bIns="0" rtlCol="0" anchor="ctr"/>
          <a:lstStyle/>
          <a:p>
            <a:pPr algn="ctr" indent="0" marL="0">
              <a:buNone/>
            </a:pPr>
            <a:r>
              <a:rPr lang="en-US" sz="2400" b="1" i="1" dirty="0">
                <a:solidFill>
                  <a:schemeClr val="bg1"/>
                </a:solidFill>
              </a:rPr>
              <a:t>Did</a:t>
            </a:r>
            <a:endParaRPr lang="en-US" sz="2400" dirty="0"/>
          </a:p>
        </p:txBody>
      </p:sp>
      <p:sp>
        <p:nvSpPr>
          <p:cNvPr id="7" name="Text 4"/>
          <p:cNvSpPr txBox="1"/>
          <p:nvPr/>
        </p:nvSpPr>
        <p:spPr>
          <a:xfrm>
            <a:off x="502920" y="2249424"/>
            <a:ext cx="1616103" cy="274320"/>
          </a:xfrm>
          <a:prstGeom prst="rect">
            <a:avLst/>
          </a:prstGeom>
          <a:noFill/>
          <a:ln/>
        </p:spPr>
        <p:txBody>
          <a:bodyPr wrap="square" lIns="0" tIns="0" rIns="0" bIns="0" rtlCol="0" anchor="t"/>
          <a:lstStyle/>
          <a:p>
            <a:pPr algn="ctr" indent="0" marL="0">
              <a:buNone/>
            </a:pPr>
            <a:r>
              <a:rPr lang="en-US" sz="1100" b="1" dirty="0">
                <a:solidFill>
                  <a:schemeClr val="tx2"/>
                </a:solidFill>
              </a:rPr>
              <a:t>AUX</a:t>
            </a:r>
            <a:endParaRPr lang="en-US" sz="1100" dirty="0"/>
          </a:p>
        </p:txBody>
      </p:sp>
      <p:sp>
        <p:nvSpPr>
          <p:cNvPr id="8" name="Shape 5"/>
          <p:cNvSpPr/>
          <p:nvPr/>
        </p:nvSpPr>
        <p:spPr>
          <a:xfrm>
            <a:off x="1872135" y="1554480"/>
            <a:ext cx="806135" cy="658368"/>
          </a:xfrm>
          <a:prstGeom prst="roundRect">
            <a:avLst>
              <a:gd name="adj" fmla="val 13889"/>
            </a:avLst>
          </a:prstGeom>
          <a:solidFill>
            <a:srgbClr val="FFFFFF"/>
          </a:solidFill>
          <a:ln w="15875">
            <a:solidFill>
              <a:srgbClr val="D5DCE6"/>
            </a:solidFill>
            <a:prstDash val="solid"/>
          </a:ln>
        </p:spPr>
      </p:sp>
      <p:sp>
        <p:nvSpPr>
          <p:cNvPr id="9" name="Text 6"/>
          <p:cNvSpPr txBox="1"/>
          <p:nvPr/>
        </p:nvSpPr>
        <p:spPr>
          <a:xfrm>
            <a:off x="1872135" y="1554480"/>
            <a:ext cx="806135" cy="658368"/>
          </a:xfrm>
          <a:prstGeom prst="rect">
            <a:avLst/>
          </a:prstGeom>
          <a:noFill/>
          <a:ln/>
        </p:spPr>
        <p:txBody>
          <a:bodyPr wrap="square" lIns="0" tIns="0" rIns="0" bIns="0" rtlCol="0" anchor="ctr"/>
          <a:lstStyle/>
          <a:p>
            <a:pPr algn="ctr" indent="0" marL="0">
              <a:buNone/>
            </a:pPr>
            <a:r>
              <a:rPr lang="en-US" sz="2400" i="1" dirty="0">
                <a:solidFill>
                  <a:schemeClr val="tx1"/>
                </a:solidFill>
              </a:rPr>
              <a:t>she</a:t>
            </a:r>
            <a:endParaRPr lang="en-US" sz="2400" dirty="0"/>
          </a:p>
        </p:txBody>
      </p:sp>
      <p:sp>
        <p:nvSpPr>
          <p:cNvPr id="10" name="Text 7"/>
          <p:cNvSpPr txBox="1"/>
          <p:nvPr/>
        </p:nvSpPr>
        <p:spPr>
          <a:xfrm>
            <a:off x="1552095" y="2249424"/>
            <a:ext cx="1446215"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11" name="Shape 8"/>
          <p:cNvSpPr/>
          <p:nvPr/>
        </p:nvSpPr>
        <p:spPr>
          <a:xfrm>
            <a:off x="2751422" y="1554480"/>
            <a:ext cx="1359457" cy="658368"/>
          </a:xfrm>
          <a:prstGeom prst="roundRect">
            <a:avLst>
              <a:gd name="adj" fmla="val 13889"/>
            </a:avLst>
          </a:prstGeom>
          <a:solidFill>
            <a:srgbClr val="FBEDEB"/>
          </a:solidFill>
          <a:ln w="22225">
            <a:solidFill>
              <a:srgbClr val="B83227"/>
            </a:solidFill>
            <a:prstDash val="solid"/>
          </a:ln>
        </p:spPr>
      </p:sp>
      <p:sp>
        <p:nvSpPr>
          <p:cNvPr id="12" name="Text 9"/>
          <p:cNvSpPr txBox="1"/>
          <p:nvPr/>
        </p:nvSpPr>
        <p:spPr>
          <a:xfrm>
            <a:off x="2751422" y="1554480"/>
            <a:ext cx="1359457" cy="658368"/>
          </a:xfrm>
          <a:prstGeom prst="rect">
            <a:avLst/>
          </a:prstGeom>
          <a:noFill/>
          <a:ln/>
        </p:spPr>
        <p:txBody>
          <a:bodyPr wrap="square" lIns="0" tIns="0" rIns="0" bIns="0" rtlCol="0" anchor="ctr"/>
          <a:lstStyle/>
          <a:p>
            <a:pPr algn="ctr" indent="0" marL="0">
              <a:buNone/>
            </a:pPr>
            <a:r>
              <a:rPr lang="en-US" sz="2400" b="1" i="1" dirty="0">
                <a:solidFill>
                  <a:schemeClr val="accent6"/>
                </a:solidFill>
              </a:rPr>
              <a:t>visit</a:t>
            </a:r>
            <a:endParaRPr lang="en-US" sz="2400" dirty="0"/>
          </a:p>
        </p:txBody>
      </p:sp>
      <p:sp>
        <p:nvSpPr>
          <p:cNvPr id="13" name="Text 10"/>
          <p:cNvSpPr txBox="1"/>
          <p:nvPr/>
        </p:nvSpPr>
        <p:spPr>
          <a:xfrm>
            <a:off x="2431382" y="2249424"/>
            <a:ext cx="1999537" cy="274320"/>
          </a:xfrm>
          <a:prstGeom prst="rect">
            <a:avLst/>
          </a:prstGeom>
          <a:noFill/>
          <a:ln/>
        </p:spPr>
        <p:txBody>
          <a:bodyPr wrap="square" lIns="0" tIns="0" rIns="0" bIns="0" rtlCol="0" anchor="t"/>
          <a:lstStyle/>
          <a:p>
            <a:pPr algn="ctr" indent="0" marL="0">
              <a:buNone/>
            </a:pPr>
            <a:r>
              <a:rPr lang="en-US" sz="1100" b="1" dirty="0">
                <a:solidFill>
                  <a:schemeClr val="accent6"/>
                </a:solidFill>
              </a:rPr>
              <a:t>BASE</a:t>
            </a:r>
            <a:endParaRPr lang="en-US" sz="1100" dirty="0"/>
          </a:p>
        </p:txBody>
      </p:sp>
      <p:sp>
        <p:nvSpPr>
          <p:cNvPr id="14" name="Shape 11"/>
          <p:cNvSpPr/>
          <p:nvPr/>
        </p:nvSpPr>
        <p:spPr>
          <a:xfrm>
            <a:off x="4184031" y="1554480"/>
            <a:ext cx="3031419" cy="658368"/>
          </a:xfrm>
          <a:prstGeom prst="roundRect">
            <a:avLst>
              <a:gd name="adj" fmla="val 13889"/>
            </a:avLst>
          </a:prstGeom>
          <a:solidFill>
            <a:srgbClr val="FFFFFF"/>
          </a:solidFill>
          <a:ln w="15875">
            <a:solidFill>
              <a:srgbClr val="D5DCE6"/>
            </a:solidFill>
            <a:prstDash val="solid"/>
          </a:ln>
        </p:spPr>
      </p:sp>
      <p:sp>
        <p:nvSpPr>
          <p:cNvPr id="15" name="Text 12"/>
          <p:cNvSpPr txBox="1"/>
          <p:nvPr/>
        </p:nvSpPr>
        <p:spPr>
          <a:xfrm>
            <a:off x="4184031" y="1554480"/>
            <a:ext cx="3031419" cy="658368"/>
          </a:xfrm>
          <a:prstGeom prst="rect">
            <a:avLst/>
          </a:prstGeom>
          <a:noFill/>
          <a:ln/>
        </p:spPr>
        <p:txBody>
          <a:bodyPr wrap="square" lIns="0" tIns="0" rIns="0" bIns="0" rtlCol="0" anchor="ctr"/>
          <a:lstStyle/>
          <a:p>
            <a:pPr algn="ctr" indent="0" marL="0">
              <a:buNone/>
            </a:pPr>
            <a:r>
              <a:rPr lang="en-US" sz="2400" i="1" dirty="0">
                <a:solidFill>
                  <a:schemeClr val="tx1"/>
                </a:solidFill>
              </a:rPr>
              <a:t>her grandmother?</a:t>
            </a:r>
            <a:endParaRPr lang="en-US" sz="2400" dirty="0"/>
          </a:p>
        </p:txBody>
      </p:sp>
      <p:sp>
        <p:nvSpPr>
          <p:cNvPr id="16" name="Shape 13"/>
          <p:cNvSpPr/>
          <p:nvPr/>
        </p:nvSpPr>
        <p:spPr>
          <a:xfrm>
            <a:off x="1310972" y="1216152"/>
            <a:ext cx="964231" cy="640080"/>
          </a:xfrm>
          <a:prstGeom prst="arc">
            <a:avLst>
              <a:gd name="adj1" fmla="val 10800000"/>
              <a:gd name="adj2" fmla="val 21600000"/>
            </a:avLst>
          </a:prstGeom>
          <a:solidFill>
            <a:srgbClr val="FFFFFF">
              <a:alpha val="0"/>
            </a:srgbClr>
          </a:solidFill>
          <a:ln w="25400">
            <a:solidFill>
              <a:srgbClr val="17375E"/>
            </a:solidFill>
            <a:prstDash val="solid"/>
            <a:headEnd type="triangle"/>
          </a:ln>
        </p:spPr>
      </p:sp>
      <p:sp>
        <p:nvSpPr>
          <p:cNvPr id="17" name="Text 14"/>
          <p:cNvSpPr txBox="1"/>
          <p:nvPr/>
        </p:nvSpPr>
        <p:spPr>
          <a:xfrm>
            <a:off x="7398330" y="1554480"/>
            <a:ext cx="2377440" cy="658368"/>
          </a:xfrm>
          <a:prstGeom prst="rect">
            <a:avLst/>
          </a:prstGeom>
          <a:noFill/>
          <a:ln/>
        </p:spPr>
        <p:txBody>
          <a:bodyPr wrap="square" lIns="0" tIns="0" rIns="0" bIns="0" rtlCol="0" anchor="ctr"/>
          <a:lstStyle/>
          <a:p>
            <a:pPr algn="l" indent="0" marL="0">
              <a:buNone/>
            </a:pPr>
            <a:r>
              <a:rPr lang="en-US" sz="1400" b="1" i="1" dirty="0">
                <a:solidFill>
                  <a:schemeClr val="tx2"/>
                </a:solidFill>
              </a:rPr>
              <a:t>did</a:t>
            </a:r>
            <a:r>
              <a:rPr lang="en-US" sz="1400" i="1" dirty="0">
                <a:solidFill>
                  <a:schemeClr val="tx2"/>
                </a:solidFill>
              </a:rPr>
              <a:t> comes first</a:t>
            </a:r>
            <a:endParaRPr lang="en-US" sz="1400" dirty="0"/>
          </a:p>
        </p:txBody>
      </p:sp>
      <p:sp>
        <p:nvSpPr>
          <p:cNvPr id="18" name="Shape 15"/>
          <p:cNvSpPr/>
          <p:nvPr/>
        </p:nvSpPr>
        <p:spPr>
          <a:xfrm>
            <a:off x="822960" y="2651760"/>
            <a:ext cx="2166265" cy="457200"/>
          </a:xfrm>
          <a:prstGeom prst="roundRect">
            <a:avLst>
              <a:gd name="adj" fmla="val 24000"/>
            </a:avLst>
          </a:prstGeom>
          <a:solidFill>
            <a:schemeClr val="accent3"/>
          </a:solidFill>
          <a:ln w="12700">
            <a:solidFill>
              <a:srgbClr val="FFFFFF">
                <a:alpha val="0"/>
              </a:srgbClr>
            </a:solidFill>
            <a:prstDash val="solid"/>
          </a:ln>
        </p:spPr>
      </p:sp>
      <p:sp>
        <p:nvSpPr>
          <p:cNvPr id="19" name="Text 16"/>
          <p:cNvSpPr txBox="1"/>
          <p:nvPr/>
        </p:nvSpPr>
        <p:spPr>
          <a:xfrm>
            <a:off x="822960" y="2651760"/>
            <a:ext cx="2166265" cy="457200"/>
          </a:xfrm>
          <a:prstGeom prst="rect">
            <a:avLst/>
          </a:prstGeom>
          <a:noFill/>
          <a:ln/>
        </p:spPr>
        <p:txBody>
          <a:bodyPr wrap="square" lIns="0" tIns="0" rIns="0" bIns="0" rtlCol="0" anchor="ctr"/>
          <a:lstStyle/>
          <a:p>
            <a:pPr algn="ctr" indent="0" marL="0">
              <a:buNone/>
            </a:pPr>
            <a:r>
              <a:rPr lang="en-US" sz="1700" b="1" i="1" dirty="0">
                <a:solidFill>
                  <a:schemeClr val="bg1"/>
                </a:solidFill>
              </a:rPr>
              <a:t>Yes, she did.</a:t>
            </a:r>
            <a:endParaRPr lang="en-US" sz="1700" dirty="0"/>
          </a:p>
        </p:txBody>
      </p:sp>
      <p:sp>
        <p:nvSpPr>
          <p:cNvPr id="20" name="Shape 17"/>
          <p:cNvSpPr/>
          <p:nvPr/>
        </p:nvSpPr>
        <p:spPr>
          <a:xfrm>
            <a:off x="3217825" y="2651760"/>
            <a:ext cx="2437864" cy="457200"/>
          </a:xfrm>
          <a:prstGeom prst="roundRect">
            <a:avLst>
              <a:gd name="adj" fmla="val 24000"/>
            </a:avLst>
          </a:prstGeom>
          <a:solidFill>
            <a:schemeClr val="accent6"/>
          </a:solidFill>
          <a:ln w="12700">
            <a:solidFill>
              <a:srgbClr val="FFFFFF">
                <a:alpha val="0"/>
              </a:srgbClr>
            </a:solidFill>
            <a:prstDash val="solid"/>
          </a:ln>
        </p:spPr>
      </p:sp>
      <p:sp>
        <p:nvSpPr>
          <p:cNvPr id="21" name="Text 18"/>
          <p:cNvSpPr txBox="1"/>
          <p:nvPr/>
        </p:nvSpPr>
        <p:spPr>
          <a:xfrm>
            <a:off x="3217825" y="2651760"/>
            <a:ext cx="2437864" cy="457200"/>
          </a:xfrm>
          <a:prstGeom prst="rect">
            <a:avLst/>
          </a:prstGeom>
          <a:noFill/>
          <a:ln/>
        </p:spPr>
        <p:txBody>
          <a:bodyPr wrap="square" lIns="0" tIns="0" rIns="0" bIns="0" rtlCol="0" anchor="ctr"/>
          <a:lstStyle/>
          <a:p>
            <a:pPr algn="ctr" indent="0" marL="0">
              <a:buNone/>
            </a:pPr>
            <a:r>
              <a:rPr lang="en-US" sz="1700" b="1" i="1" dirty="0">
                <a:solidFill>
                  <a:schemeClr val="bg1"/>
                </a:solidFill>
              </a:rPr>
              <a:t>No, she didn’t.</a:t>
            </a:r>
            <a:endParaRPr lang="en-US" sz="1700" dirty="0"/>
          </a:p>
        </p:txBody>
      </p:sp>
      <p:sp>
        <p:nvSpPr>
          <p:cNvPr id="22" name="Text 19"/>
          <p:cNvSpPr txBox="1"/>
          <p:nvPr/>
        </p:nvSpPr>
        <p:spPr>
          <a:xfrm>
            <a:off x="5930008" y="2651760"/>
            <a:ext cx="4572000" cy="457200"/>
          </a:xfrm>
          <a:prstGeom prst="rect">
            <a:avLst/>
          </a:prstGeom>
          <a:noFill/>
          <a:ln/>
        </p:spPr>
        <p:txBody>
          <a:bodyPr wrap="square" lIns="0" tIns="0" rIns="0" bIns="0" rtlCol="0" anchor="ctr"/>
          <a:lstStyle/>
          <a:p>
            <a:pPr algn="l" indent="0" marL="0">
              <a:buNone/>
            </a:pPr>
            <a:r>
              <a:rPr lang="en-US" sz="1400" i="1" dirty="0">
                <a:solidFill>
                  <a:schemeClr val="accent5"/>
                </a:solidFill>
              </a:rPr>
              <a:t>short answers</a:t>
            </a:r>
            <a:r>
              <a:rPr lang="en-US" sz="1400" i="1" dirty="0">
                <a:solidFill>
                  <a:schemeClr val="accent5"/>
                </a:solidFill>
              </a:rPr>
              <a:t> : pas de verbe principal</a:t>
            </a:r>
            <a:endParaRPr lang="en-US" sz="1400" dirty="0"/>
          </a:p>
        </p:txBody>
      </p:sp>
      <p:sp>
        <p:nvSpPr>
          <p:cNvPr id="23" name="Shape 20"/>
          <p:cNvSpPr/>
          <p:nvPr/>
        </p:nvSpPr>
        <p:spPr>
          <a:xfrm>
            <a:off x="548640" y="3429000"/>
            <a:ext cx="11091672" cy="2148840"/>
          </a:xfrm>
          <a:prstGeom prst="roundRect">
            <a:avLst>
              <a:gd name="adj" fmla="val 5106"/>
            </a:avLst>
          </a:prstGeom>
          <a:solidFill>
            <a:srgbClr val="E8F4EC"/>
          </a:solidFill>
          <a:ln w="19050">
            <a:solidFill>
              <a:srgbClr val="2E7D4F"/>
            </a:solidFill>
            <a:prstDash val="solid"/>
          </a:ln>
        </p:spPr>
      </p:sp>
      <p:sp>
        <p:nvSpPr>
          <p:cNvPr id="24" name="Text 21"/>
          <p:cNvSpPr txBox="1"/>
          <p:nvPr/>
        </p:nvSpPr>
        <p:spPr>
          <a:xfrm>
            <a:off x="777240" y="3493008"/>
            <a:ext cx="4572000" cy="384048"/>
          </a:xfrm>
          <a:prstGeom prst="rect">
            <a:avLst/>
          </a:prstGeom>
          <a:noFill/>
          <a:ln/>
        </p:spPr>
        <p:txBody>
          <a:bodyPr wrap="square" lIns="0" tIns="0" rIns="0" bIns="0" rtlCol="0" anchor="ctr"/>
          <a:lstStyle/>
          <a:p>
            <a:pPr algn="l" indent="0" marL="0">
              <a:buNone/>
            </a:pPr>
            <a:r>
              <a:rPr lang="en-US" sz="1600" b="1" dirty="0">
                <a:solidFill>
                  <a:schemeClr val="accent3"/>
                </a:solidFill>
              </a:rPr>
              <a:t>Wh- questions: QUASI</a:t>
            </a:r>
            <a:endParaRPr lang="en-US" sz="1600" dirty="0"/>
          </a:p>
        </p:txBody>
      </p:sp>
      <p:sp>
        <p:nvSpPr>
          <p:cNvPr id="25" name="Shape 22"/>
          <p:cNvSpPr/>
          <p:nvPr/>
        </p:nvSpPr>
        <p:spPr>
          <a:xfrm>
            <a:off x="822960" y="3977640"/>
            <a:ext cx="1359457" cy="658368"/>
          </a:xfrm>
          <a:prstGeom prst="roundRect">
            <a:avLst>
              <a:gd name="adj" fmla="val 13889"/>
            </a:avLst>
          </a:prstGeom>
          <a:solidFill>
            <a:schemeClr val="accent3"/>
          </a:solidFill>
          <a:ln w="12700">
            <a:solidFill>
              <a:srgbClr val="FFFFFF">
                <a:alpha val="0"/>
              </a:srgbClr>
            </a:solidFill>
            <a:prstDash val="solid"/>
          </a:ln>
        </p:spPr>
      </p:sp>
      <p:sp>
        <p:nvSpPr>
          <p:cNvPr id="26" name="Text 23"/>
          <p:cNvSpPr txBox="1"/>
          <p:nvPr/>
        </p:nvSpPr>
        <p:spPr>
          <a:xfrm>
            <a:off x="822960" y="3977640"/>
            <a:ext cx="1359457" cy="658368"/>
          </a:xfrm>
          <a:prstGeom prst="rect">
            <a:avLst/>
          </a:prstGeom>
          <a:noFill/>
          <a:ln/>
        </p:spPr>
        <p:txBody>
          <a:bodyPr wrap="square" lIns="0" tIns="0" rIns="0" bIns="0" rtlCol="0" anchor="ctr"/>
          <a:lstStyle/>
          <a:p>
            <a:pPr algn="ctr" indent="0" marL="0">
              <a:buNone/>
            </a:pPr>
            <a:r>
              <a:rPr lang="en-US" sz="2400" b="1" i="1" dirty="0">
                <a:solidFill>
                  <a:schemeClr val="bg1"/>
                </a:solidFill>
              </a:rPr>
              <a:t>Where</a:t>
            </a:r>
            <a:endParaRPr lang="en-US" sz="2400" dirty="0"/>
          </a:p>
        </p:txBody>
      </p:sp>
      <p:sp>
        <p:nvSpPr>
          <p:cNvPr id="27" name="Text 24"/>
          <p:cNvSpPr txBox="1"/>
          <p:nvPr/>
        </p:nvSpPr>
        <p:spPr>
          <a:xfrm>
            <a:off x="502920" y="4672584"/>
            <a:ext cx="1999537" cy="274320"/>
          </a:xfrm>
          <a:prstGeom prst="rect">
            <a:avLst/>
          </a:prstGeom>
          <a:noFill/>
          <a:ln/>
        </p:spPr>
        <p:txBody>
          <a:bodyPr wrap="square" lIns="0" tIns="0" rIns="0" bIns="0" rtlCol="0" anchor="t"/>
          <a:lstStyle/>
          <a:p>
            <a:pPr algn="ctr" indent="0" marL="0">
              <a:buNone/>
            </a:pPr>
            <a:r>
              <a:rPr lang="en-US" sz="1600" b="1" dirty="0">
                <a:solidFill>
                  <a:schemeClr val="accent3"/>
                </a:solidFill>
              </a:rPr>
              <a:t>Q</a:t>
            </a:r>
            <a:endParaRPr lang="en-US" sz="1600" dirty="0"/>
          </a:p>
        </p:txBody>
      </p:sp>
      <p:sp>
        <p:nvSpPr>
          <p:cNvPr id="28" name="Shape 25"/>
          <p:cNvSpPr/>
          <p:nvPr/>
        </p:nvSpPr>
        <p:spPr>
          <a:xfrm>
            <a:off x="2255569" y="3977640"/>
            <a:ext cx="976023" cy="658368"/>
          </a:xfrm>
          <a:prstGeom prst="roundRect">
            <a:avLst>
              <a:gd name="adj" fmla="val 13889"/>
            </a:avLst>
          </a:prstGeom>
          <a:solidFill>
            <a:schemeClr val="tx2"/>
          </a:solidFill>
          <a:ln w="12700">
            <a:solidFill>
              <a:srgbClr val="FFFFFF">
                <a:alpha val="0"/>
              </a:srgbClr>
            </a:solidFill>
            <a:prstDash val="solid"/>
          </a:ln>
        </p:spPr>
      </p:sp>
      <p:sp>
        <p:nvSpPr>
          <p:cNvPr id="29" name="Text 26"/>
          <p:cNvSpPr txBox="1"/>
          <p:nvPr/>
        </p:nvSpPr>
        <p:spPr>
          <a:xfrm>
            <a:off x="2255569" y="3977640"/>
            <a:ext cx="976023" cy="658368"/>
          </a:xfrm>
          <a:prstGeom prst="rect">
            <a:avLst/>
          </a:prstGeom>
          <a:noFill/>
          <a:ln/>
        </p:spPr>
        <p:txBody>
          <a:bodyPr wrap="square" lIns="0" tIns="0" rIns="0" bIns="0" rtlCol="0" anchor="ctr"/>
          <a:lstStyle/>
          <a:p>
            <a:pPr algn="ctr" indent="0" marL="0">
              <a:buNone/>
            </a:pPr>
            <a:r>
              <a:rPr lang="en-US" sz="2400" b="1" i="1" dirty="0">
                <a:solidFill>
                  <a:schemeClr val="bg1"/>
                </a:solidFill>
              </a:rPr>
              <a:t>did</a:t>
            </a:r>
            <a:endParaRPr lang="en-US" sz="2400" dirty="0"/>
          </a:p>
        </p:txBody>
      </p:sp>
      <p:sp>
        <p:nvSpPr>
          <p:cNvPr id="30" name="Text 27"/>
          <p:cNvSpPr txBox="1"/>
          <p:nvPr/>
        </p:nvSpPr>
        <p:spPr>
          <a:xfrm>
            <a:off x="1935529" y="4672584"/>
            <a:ext cx="1616103" cy="274320"/>
          </a:xfrm>
          <a:prstGeom prst="rect">
            <a:avLst/>
          </a:prstGeom>
          <a:noFill/>
          <a:ln/>
        </p:spPr>
        <p:txBody>
          <a:bodyPr wrap="square" lIns="0" tIns="0" rIns="0" bIns="0" rtlCol="0" anchor="t"/>
          <a:lstStyle/>
          <a:p>
            <a:pPr algn="ctr" indent="0" marL="0">
              <a:buNone/>
            </a:pPr>
            <a:r>
              <a:rPr lang="en-US" sz="1600" b="1" dirty="0">
                <a:solidFill>
                  <a:schemeClr val="tx2"/>
                </a:solidFill>
              </a:rPr>
              <a:t>A</a:t>
            </a:r>
            <a:endParaRPr lang="en-US" sz="1600" dirty="0"/>
          </a:p>
        </p:txBody>
      </p:sp>
      <p:sp>
        <p:nvSpPr>
          <p:cNvPr id="31" name="Shape 28"/>
          <p:cNvSpPr/>
          <p:nvPr/>
        </p:nvSpPr>
        <p:spPr>
          <a:xfrm>
            <a:off x="3304744" y="3977640"/>
            <a:ext cx="806135" cy="658368"/>
          </a:xfrm>
          <a:prstGeom prst="roundRect">
            <a:avLst>
              <a:gd name="adj" fmla="val 13889"/>
            </a:avLst>
          </a:prstGeom>
          <a:solidFill>
            <a:srgbClr val="FFFFFF"/>
          </a:solidFill>
          <a:ln w="15875">
            <a:solidFill>
              <a:srgbClr val="D5DCE6"/>
            </a:solidFill>
            <a:prstDash val="solid"/>
          </a:ln>
        </p:spPr>
      </p:sp>
      <p:sp>
        <p:nvSpPr>
          <p:cNvPr id="32" name="Text 29"/>
          <p:cNvSpPr txBox="1"/>
          <p:nvPr/>
        </p:nvSpPr>
        <p:spPr>
          <a:xfrm>
            <a:off x="3304744" y="3977640"/>
            <a:ext cx="806135" cy="658368"/>
          </a:xfrm>
          <a:prstGeom prst="rect">
            <a:avLst/>
          </a:prstGeom>
          <a:noFill/>
          <a:ln/>
        </p:spPr>
        <p:txBody>
          <a:bodyPr wrap="square" lIns="0" tIns="0" rIns="0" bIns="0" rtlCol="0" anchor="ctr"/>
          <a:lstStyle/>
          <a:p>
            <a:pPr algn="ctr" indent="0" marL="0">
              <a:buNone/>
            </a:pPr>
            <a:r>
              <a:rPr lang="en-US" sz="2400" i="1" dirty="0">
                <a:solidFill>
                  <a:schemeClr val="tx1"/>
                </a:solidFill>
              </a:rPr>
              <a:t>you</a:t>
            </a:r>
            <a:endParaRPr lang="en-US" sz="2400" dirty="0"/>
          </a:p>
        </p:txBody>
      </p:sp>
      <p:sp>
        <p:nvSpPr>
          <p:cNvPr id="33" name="Text 30"/>
          <p:cNvSpPr txBox="1"/>
          <p:nvPr/>
        </p:nvSpPr>
        <p:spPr>
          <a:xfrm>
            <a:off x="2984704" y="4672584"/>
            <a:ext cx="1446215" cy="274320"/>
          </a:xfrm>
          <a:prstGeom prst="rect">
            <a:avLst/>
          </a:prstGeom>
          <a:noFill/>
          <a:ln/>
        </p:spPr>
        <p:txBody>
          <a:bodyPr wrap="square" lIns="0" tIns="0" rIns="0" bIns="0" rtlCol="0" anchor="t"/>
          <a:lstStyle/>
          <a:p>
            <a:pPr algn="ctr" indent="0" marL="0">
              <a:buNone/>
            </a:pPr>
            <a:r>
              <a:rPr lang="en-US" sz="1600" b="1" dirty="0">
                <a:solidFill>
                  <a:schemeClr val="accent5"/>
                </a:solidFill>
              </a:rPr>
              <a:t>S</a:t>
            </a:r>
            <a:endParaRPr lang="en-US" sz="1600" dirty="0"/>
          </a:p>
        </p:txBody>
      </p:sp>
      <p:sp>
        <p:nvSpPr>
          <p:cNvPr id="34" name="Shape 31"/>
          <p:cNvSpPr/>
          <p:nvPr/>
        </p:nvSpPr>
        <p:spPr>
          <a:xfrm>
            <a:off x="4184031" y="3977640"/>
            <a:ext cx="784306" cy="658368"/>
          </a:xfrm>
          <a:prstGeom prst="roundRect">
            <a:avLst>
              <a:gd name="adj" fmla="val 13889"/>
            </a:avLst>
          </a:prstGeom>
          <a:solidFill>
            <a:srgbClr val="FBEDEB"/>
          </a:solidFill>
          <a:ln w="22225">
            <a:solidFill>
              <a:srgbClr val="B83227"/>
            </a:solidFill>
            <a:prstDash val="solid"/>
          </a:ln>
        </p:spPr>
      </p:sp>
      <p:sp>
        <p:nvSpPr>
          <p:cNvPr id="35" name="Text 32"/>
          <p:cNvSpPr txBox="1"/>
          <p:nvPr/>
        </p:nvSpPr>
        <p:spPr>
          <a:xfrm>
            <a:off x="4184031" y="3977640"/>
            <a:ext cx="784306" cy="658368"/>
          </a:xfrm>
          <a:prstGeom prst="rect">
            <a:avLst/>
          </a:prstGeom>
          <a:noFill/>
          <a:ln/>
        </p:spPr>
        <p:txBody>
          <a:bodyPr wrap="square" lIns="0" tIns="0" rIns="0" bIns="0" rtlCol="0" anchor="ctr"/>
          <a:lstStyle/>
          <a:p>
            <a:pPr algn="ctr" indent="0" marL="0">
              <a:buNone/>
            </a:pPr>
            <a:r>
              <a:rPr lang="en-US" sz="2400" b="1" i="1" dirty="0">
                <a:solidFill>
                  <a:schemeClr val="accent6"/>
                </a:solidFill>
              </a:rPr>
              <a:t>go</a:t>
            </a:r>
            <a:endParaRPr lang="en-US" sz="2400" dirty="0"/>
          </a:p>
        </p:txBody>
      </p:sp>
      <p:sp>
        <p:nvSpPr>
          <p:cNvPr id="36" name="Text 33"/>
          <p:cNvSpPr txBox="1"/>
          <p:nvPr/>
        </p:nvSpPr>
        <p:spPr>
          <a:xfrm>
            <a:off x="3863991" y="4672584"/>
            <a:ext cx="1424386" cy="274320"/>
          </a:xfrm>
          <a:prstGeom prst="rect">
            <a:avLst/>
          </a:prstGeom>
          <a:noFill/>
          <a:ln/>
        </p:spPr>
        <p:txBody>
          <a:bodyPr wrap="square" lIns="0" tIns="0" rIns="0" bIns="0" rtlCol="0" anchor="t"/>
          <a:lstStyle/>
          <a:p>
            <a:pPr algn="ctr" indent="0" marL="0">
              <a:buNone/>
            </a:pPr>
            <a:r>
              <a:rPr lang="en-US" sz="1600" b="1" dirty="0">
                <a:solidFill>
                  <a:schemeClr val="accent6"/>
                </a:solidFill>
              </a:rPr>
              <a:t>I</a:t>
            </a:r>
            <a:endParaRPr lang="en-US" sz="1600" dirty="0"/>
          </a:p>
        </p:txBody>
      </p:sp>
      <p:sp>
        <p:nvSpPr>
          <p:cNvPr id="37" name="Shape 34"/>
          <p:cNvSpPr/>
          <p:nvPr/>
        </p:nvSpPr>
        <p:spPr>
          <a:xfrm>
            <a:off x="5041490" y="3977640"/>
            <a:ext cx="2701474" cy="658368"/>
          </a:xfrm>
          <a:prstGeom prst="roundRect">
            <a:avLst>
              <a:gd name="adj" fmla="val 13889"/>
            </a:avLst>
          </a:prstGeom>
          <a:solidFill>
            <a:srgbClr val="FDF1E6"/>
          </a:solidFill>
          <a:ln w="19050">
            <a:solidFill>
              <a:srgbClr val="D9700F"/>
            </a:solidFill>
            <a:prstDash val="solid"/>
          </a:ln>
        </p:spPr>
      </p:sp>
      <p:sp>
        <p:nvSpPr>
          <p:cNvPr id="38" name="Text 35"/>
          <p:cNvSpPr txBox="1"/>
          <p:nvPr/>
        </p:nvSpPr>
        <p:spPr>
          <a:xfrm>
            <a:off x="5041490" y="3977640"/>
            <a:ext cx="2701474" cy="658368"/>
          </a:xfrm>
          <a:prstGeom prst="rect">
            <a:avLst/>
          </a:prstGeom>
          <a:noFill/>
          <a:ln/>
        </p:spPr>
        <p:txBody>
          <a:bodyPr wrap="square" lIns="0" tIns="0" rIns="0" bIns="0" rtlCol="0" anchor="ctr"/>
          <a:lstStyle/>
          <a:p>
            <a:pPr algn="ctr" indent="0" marL="0">
              <a:buNone/>
            </a:pPr>
            <a:r>
              <a:rPr lang="en-US" sz="2400" b="1" i="1" dirty="0">
                <a:solidFill>
                  <a:schemeClr val="accent1"/>
                </a:solidFill>
              </a:rPr>
              <a:t>last summer?</a:t>
            </a:r>
            <a:endParaRPr lang="en-US" sz="2400" dirty="0"/>
          </a:p>
        </p:txBody>
      </p:sp>
      <p:sp>
        <p:nvSpPr>
          <p:cNvPr id="39" name="Text 36"/>
          <p:cNvSpPr txBox="1"/>
          <p:nvPr/>
        </p:nvSpPr>
        <p:spPr>
          <a:xfrm>
            <a:off x="8778240" y="3886200"/>
            <a:ext cx="2743200" cy="1600200"/>
          </a:xfrm>
          <a:prstGeom prst="rect">
            <a:avLst/>
          </a:prstGeom>
          <a:noFill/>
          <a:ln/>
        </p:spPr>
        <p:txBody>
          <a:bodyPr wrap="square" lIns="0" tIns="0" rIns="0" bIns="0" rtlCol="0" anchor="ctr"/>
          <a:lstStyle/>
          <a:p>
            <a:pPr algn="l" indent="0" marL="0">
              <a:spcAft>
                <a:spcPts val="400"/>
              </a:spcAft>
              <a:buNone/>
            </a:pPr>
            <a:r>
              <a:rPr lang="en-US" sz="1600" b="1" i="1" dirty="0">
                <a:solidFill>
                  <a:schemeClr val="tx1"/>
                </a:solidFill>
              </a:rPr>
              <a:t>What</a:t>
            </a:r>
            <a:r>
              <a:rPr lang="en-US" sz="1600" i="1" dirty="0">
                <a:solidFill>
                  <a:schemeClr val="tx1"/>
                </a:solidFill>
              </a:rPr>
              <a:t> did you eat?</a:t>
            </a:r>
            <a:endParaRPr lang="en-US" sz="1600" dirty="0"/>
          </a:p>
          <a:p>
            <a:pPr algn="l" indent="0" marL="0">
              <a:spcAft>
                <a:spcPts val="400"/>
              </a:spcAft>
              <a:buNone/>
            </a:pPr>
            <a:r>
              <a:rPr lang="en-US" sz="1600" b="1" i="1" dirty="0">
                <a:solidFill>
                  <a:schemeClr val="tx1"/>
                </a:solidFill>
              </a:rPr>
              <a:t>When</a:t>
            </a:r>
            <a:r>
              <a:rPr lang="en-US" sz="1600" i="1" dirty="0">
                <a:solidFill>
                  <a:schemeClr val="tx1"/>
                </a:solidFill>
              </a:rPr>
              <a:t> did she arrive?</a:t>
            </a:r>
            <a:endParaRPr lang="en-US" sz="1600" dirty="0"/>
          </a:p>
          <a:p>
            <a:pPr algn="l" indent="0" marL="0">
              <a:spcAft>
                <a:spcPts val="400"/>
              </a:spcAft>
              <a:buNone/>
            </a:pPr>
            <a:r>
              <a:rPr lang="en-US" sz="1600" b="1" i="1" dirty="0">
                <a:solidFill>
                  <a:schemeClr val="tx1"/>
                </a:solidFill>
              </a:rPr>
              <a:t>Who</a:t>
            </a:r>
            <a:r>
              <a:rPr lang="en-US" sz="1600" i="1" dirty="0">
                <a:solidFill>
                  <a:schemeClr val="tx1"/>
                </a:solidFill>
              </a:rPr>
              <a:t> did you meet?</a:t>
            </a:r>
            <a:endParaRPr lang="en-US" sz="1600" dirty="0"/>
          </a:p>
        </p:txBody>
      </p:sp>
      <p:sp>
        <p:nvSpPr>
          <p:cNvPr id="40" name="Shape 37"/>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41" name="Text 38"/>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QUASI : </a:t>
            </a:r>
            <a:r>
              <a:rPr lang="en-US" sz="1600" b="1" dirty="0">
                <a:solidFill>
                  <a:schemeClr val="bg1"/>
                </a:solidFill>
              </a:rPr>
              <a:t>Q</a:t>
            </a:r>
            <a:r>
              <a:rPr lang="en-US" sz="1600" dirty="0">
                <a:solidFill>
                  <a:schemeClr val="bg1"/>
                </a:solidFill>
              </a:rPr>
              <a:t>uestion word · </a:t>
            </a:r>
            <a:r>
              <a:rPr lang="en-US" sz="1600" b="1" dirty="0">
                <a:solidFill>
                  <a:schemeClr val="bg1"/>
                </a:solidFill>
              </a:rPr>
              <a:t>A</a:t>
            </a:r>
            <a:r>
              <a:rPr lang="en-US" sz="1600" dirty="0">
                <a:solidFill>
                  <a:schemeClr val="bg1"/>
                </a:solidFill>
              </a:rPr>
              <a:t>uxiliary · </a:t>
            </a:r>
            <a:r>
              <a:rPr lang="en-US" sz="1600" b="1" dirty="0">
                <a:solidFill>
                  <a:schemeClr val="bg1"/>
                </a:solidFill>
              </a:rPr>
              <a:t>S</a:t>
            </a:r>
            <a:r>
              <a:rPr lang="en-US" sz="1600" dirty="0">
                <a:solidFill>
                  <a:schemeClr val="bg1"/>
                </a:solidFill>
              </a:rPr>
              <a:t>ubject · </a:t>
            </a:r>
            <a:r>
              <a:rPr lang="en-US" sz="1600" b="1" dirty="0">
                <a:solidFill>
                  <a:schemeClr val="bg1"/>
                </a:solidFill>
              </a:rPr>
              <a:t>I</a:t>
            </a:r>
            <a:r>
              <a:rPr lang="en-US" sz="1600" dirty="0">
                <a:solidFill>
                  <a:schemeClr val="bg1"/>
                </a:solidFill>
              </a:rPr>
              <a:t>nfinitive (la base).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Who called you? No did when who is the subject</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554480"/>
            <a:ext cx="11091672" cy="1691640"/>
          </a:xfrm>
          <a:prstGeom prst="roundRect">
            <a:avLst>
              <a:gd name="adj" fmla="val 6486"/>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6" name="Image 0" descr="telephone receiver">    </p:cNvPr>
          <p:cNvPicPr>
            <a:picLocks noChangeAspect="1"/>
          </p:cNvPicPr>
          <p:nvPr/>
        </p:nvPicPr>
        <p:blipFill>
          <a:blip r:embed="rId1"/>
          <a:stretch>
            <a:fillRect/>
          </a:stretch>
        </p:blipFill>
        <p:spPr>
          <a:xfrm>
            <a:off x="731520" y="1920240"/>
            <a:ext cx="914400" cy="914400"/>
          </a:xfrm>
          <a:prstGeom prst="rect">
            <a:avLst/>
          </a:prstGeom>
        </p:spPr>
      </p:pic>
      <p:sp>
        <p:nvSpPr>
          <p:cNvPr id="7" name="Shape 3"/>
          <p:cNvSpPr/>
          <p:nvPr/>
        </p:nvSpPr>
        <p:spPr>
          <a:xfrm>
            <a:off x="1920240" y="1828800"/>
            <a:ext cx="1023952" cy="713232"/>
          </a:xfrm>
          <a:prstGeom prst="roundRect">
            <a:avLst>
              <a:gd name="adj" fmla="val 12821"/>
            </a:avLst>
          </a:prstGeom>
          <a:solidFill>
            <a:schemeClr val="accent3"/>
          </a:solidFill>
          <a:ln w="12700">
            <a:solidFill>
              <a:srgbClr val="FFFFFF">
                <a:alpha val="0"/>
              </a:srgbClr>
            </a:solidFill>
            <a:prstDash val="solid"/>
          </a:ln>
        </p:spPr>
      </p:sp>
      <p:sp>
        <p:nvSpPr>
          <p:cNvPr id="8" name="Text 4"/>
          <p:cNvSpPr txBox="1"/>
          <p:nvPr/>
        </p:nvSpPr>
        <p:spPr>
          <a:xfrm>
            <a:off x="1920240" y="1828800"/>
            <a:ext cx="1023952" cy="713232"/>
          </a:xfrm>
          <a:prstGeom prst="rect">
            <a:avLst/>
          </a:prstGeom>
          <a:noFill/>
          <a:ln/>
        </p:spPr>
        <p:txBody>
          <a:bodyPr wrap="square" lIns="0" tIns="0" rIns="0" bIns="0" rtlCol="0" anchor="ctr"/>
          <a:lstStyle/>
          <a:p>
            <a:pPr algn="ctr" indent="0" marL="0">
              <a:buNone/>
            </a:pPr>
            <a:r>
              <a:rPr lang="en-US" sz="2600" b="1" i="1" dirty="0">
                <a:solidFill>
                  <a:schemeClr val="bg1"/>
                </a:solidFill>
              </a:rPr>
              <a:t>Who</a:t>
            </a:r>
            <a:endParaRPr lang="en-US" sz="2600" dirty="0"/>
          </a:p>
        </p:txBody>
      </p:sp>
      <p:sp>
        <p:nvSpPr>
          <p:cNvPr id="9" name="Text 5"/>
          <p:cNvSpPr txBox="1"/>
          <p:nvPr/>
        </p:nvSpPr>
        <p:spPr>
          <a:xfrm>
            <a:off x="1600200" y="2578608"/>
            <a:ext cx="1664032" cy="274320"/>
          </a:xfrm>
          <a:prstGeom prst="rect">
            <a:avLst/>
          </a:prstGeom>
          <a:noFill/>
          <a:ln/>
        </p:spPr>
        <p:txBody>
          <a:bodyPr wrap="square" lIns="0" tIns="0" rIns="0" bIns="0" rtlCol="0" anchor="t"/>
          <a:lstStyle/>
          <a:p>
            <a:pPr algn="ctr" indent="0" marL="0">
              <a:buNone/>
            </a:pPr>
            <a:r>
              <a:rPr lang="en-US" sz="1100" b="1" dirty="0">
                <a:solidFill>
                  <a:schemeClr val="accent3"/>
                </a:solidFill>
              </a:rPr>
              <a:t>SUBJECT</a:t>
            </a:r>
            <a:endParaRPr lang="en-US" sz="1100" dirty="0"/>
          </a:p>
        </p:txBody>
      </p:sp>
      <p:sp>
        <p:nvSpPr>
          <p:cNvPr id="10" name="Shape 6"/>
          <p:cNvSpPr/>
          <p:nvPr/>
        </p:nvSpPr>
        <p:spPr>
          <a:xfrm>
            <a:off x="3017344" y="1828800"/>
            <a:ext cx="1647032" cy="713232"/>
          </a:xfrm>
          <a:prstGeom prst="roundRect">
            <a:avLst>
              <a:gd name="adj" fmla="val 12821"/>
            </a:avLst>
          </a:prstGeom>
          <a:solidFill>
            <a:schemeClr val="accent4"/>
          </a:solidFill>
          <a:ln w="12700">
            <a:solidFill>
              <a:srgbClr val="FFFFFF">
                <a:alpha val="0"/>
              </a:srgbClr>
            </a:solidFill>
            <a:prstDash val="solid"/>
          </a:ln>
        </p:spPr>
      </p:sp>
      <p:sp>
        <p:nvSpPr>
          <p:cNvPr id="11" name="Text 7"/>
          <p:cNvSpPr txBox="1"/>
          <p:nvPr/>
        </p:nvSpPr>
        <p:spPr>
          <a:xfrm>
            <a:off x="3017344" y="1828800"/>
            <a:ext cx="1647032" cy="713232"/>
          </a:xfrm>
          <a:prstGeom prst="rect">
            <a:avLst/>
          </a:prstGeom>
          <a:noFill/>
          <a:ln/>
        </p:spPr>
        <p:txBody>
          <a:bodyPr wrap="square" lIns="0" tIns="0" rIns="0" bIns="0" rtlCol="0" anchor="ctr"/>
          <a:lstStyle/>
          <a:p>
            <a:pPr algn="ctr" indent="0" marL="0">
              <a:buNone/>
            </a:pPr>
            <a:r>
              <a:rPr lang="en-US" sz="2600" b="1" i="1" dirty="0">
                <a:solidFill>
                  <a:schemeClr val="bg1"/>
                </a:solidFill>
              </a:rPr>
              <a:t>called</a:t>
            </a:r>
            <a:endParaRPr lang="en-US" sz="2600" dirty="0"/>
          </a:p>
        </p:txBody>
      </p:sp>
      <p:sp>
        <p:nvSpPr>
          <p:cNvPr id="12" name="Text 8"/>
          <p:cNvSpPr txBox="1"/>
          <p:nvPr/>
        </p:nvSpPr>
        <p:spPr>
          <a:xfrm>
            <a:off x="2697304" y="2578608"/>
            <a:ext cx="2287112" cy="274320"/>
          </a:xfrm>
          <a:prstGeom prst="rect">
            <a:avLst/>
          </a:prstGeom>
          <a:noFill/>
          <a:ln/>
        </p:spPr>
        <p:txBody>
          <a:bodyPr wrap="square" lIns="0" tIns="0" rIns="0" bIns="0" rtlCol="0" anchor="t"/>
          <a:lstStyle/>
          <a:p>
            <a:pPr algn="ctr" indent="0" marL="0">
              <a:buNone/>
            </a:pPr>
            <a:r>
              <a:rPr lang="en-US" sz="1100" b="1" dirty="0">
                <a:solidFill>
                  <a:schemeClr val="accent4"/>
                </a:solidFill>
              </a:rPr>
              <a:t>PAST</a:t>
            </a:r>
            <a:endParaRPr lang="en-US" sz="1100" dirty="0"/>
          </a:p>
        </p:txBody>
      </p:sp>
      <p:sp>
        <p:nvSpPr>
          <p:cNvPr id="13" name="Shape 9"/>
          <p:cNvSpPr/>
          <p:nvPr/>
        </p:nvSpPr>
        <p:spPr>
          <a:xfrm>
            <a:off x="4737528" y="1828800"/>
            <a:ext cx="1034369" cy="713232"/>
          </a:xfrm>
          <a:prstGeom prst="roundRect">
            <a:avLst>
              <a:gd name="adj" fmla="val 12821"/>
            </a:avLst>
          </a:prstGeom>
          <a:solidFill>
            <a:srgbClr val="FFFFFF"/>
          </a:solidFill>
          <a:ln w="15875">
            <a:solidFill>
              <a:srgbClr val="D5DCE6"/>
            </a:solidFill>
            <a:prstDash val="solid"/>
          </a:ln>
        </p:spPr>
      </p:sp>
      <p:sp>
        <p:nvSpPr>
          <p:cNvPr id="14" name="Text 10"/>
          <p:cNvSpPr txBox="1"/>
          <p:nvPr/>
        </p:nvSpPr>
        <p:spPr>
          <a:xfrm>
            <a:off x="4737528" y="1828800"/>
            <a:ext cx="1034369" cy="713232"/>
          </a:xfrm>
          <a:prstGeom prst="rect">
            <a:avLst/>
          </a:prstGeom>
          <a:noFill/>
          <a:ln/>
        </p:spPr>
        <p:txBody>
          <a:bodyPr wrap="square" lIns="0" tIns="0" rIns="0" bIns="0" rtlCol="0" anchor="ctr"/>
          <a:lstStyle/>
          <a:p>
            <a:pPr algn="ctr" indent="0" marL="0">
              <a:buNone/>
            </a:pPr>
            <a:r>
              <a:rPr lang="en-US" sz="2600" i="1" dirty="0">
                <a:solidFill>
                  <a:schemeClr val="tx1"/>
                </a:solidFill>
              </a:rPr>
              <a:t>you?</a:t>
            </a:r>
            <a:endParaRPr lang="en-US" sz="2600" dirty="0"/>
          </a:p>
        </p:txBody>
      </p:sp>
      <p:sp>
        <p:nvSpPr>
          <p:cNvPr id="15" name="Text 11"/>
          <p:cNvSpPr txBox="1"/>
          <p:nvPr/>
        </p:nvSpPr>
        <p:spPr>
          <a:xfrm>
            <a:off x="6766560" y="1783080"/>
            <a:ext cx="4754880" cy="822960"/>
          </a:xfrm>
          <a:prstGeom prst="rect">
            <a:avLst/>
          </a:prstGeom>
          <a:noFill/>
          <a:ln/>
        </p:spPr>
        <p:txBody>
          <a:bodyPr wrap="square" lIns="0" tIns="0" rIns="0" bIns="0" rtlCol="0" anchor="ctr"/>
          <a:lstStyle/>
          <a:p>
            <a:pPr algn="l" indent="0" marL="0">
              <a:buNone/>
            </a:pPr>
            <a:r>
              <a:rPr lang="en-US" sz="1500" i="1" dirty="0">
                <a:solidFill>
                  <a:schemeClr val="tx2"/>
                </a:solidFill>
              </a:rPr>
              <a:t>Someone called you. Who? = le sujet</a:t>
            </a:r>
            <a:endParaRPr lang="en-US" sz="1500" dirty="0"/>
          </a:p>
        </p:txBody>
      </p:sp>
      <p:sp>
        <p:nvSpPr>
          <p:cNvPr id="16" name="Shape 12"/>
          <p:cNvSpPr/>
          <p:nvPr/>
        </p:nvSpPr>
        <p:spPr>
          <a:xfrm>
            <a:off x="6766560" y="2606040"/>
            <a:ext cx="1295551" cy="420624"/>
          </a:xfrm>
          <a:prstGeom prst="roundRect">
            <a:avLst>
              <a:gd name="adj" fmla="val 26087"/>
            </a:avLst>
          </a:prstGeom>
          <a:solidFill>
            <a:schemeClr val="accent6"/>
          </a:solidFill>
          <a:ln w="12700">
            <a:solidFill>
              <a:srgbClr val="FFFFFF">
                <a:alpha val="0"/>
              </a:srgbClr>
            </a:solidFill>
            <a:prstDash val="solid"/>
          </a:ln>
        </p:spPr>
      </p:sp>
      <p:sp>
        <p:nvSpPr>
          <p:cNvPr id="17" name="Text 13"/>
          <p:cNvSpPr txBox="1"/>
          <p:nvPr/>
        </p:nvSpPr>
        <p:spPr>
          <a:xfrm>
            <a:off x="6766560" y="2606040"/>
            <a:ext cx="1295551" cy="420624"/>
          </a:xfrm>
          <a:prstGeom prst="rect">
            <a:avLst/>
          </a:prstGeom>
          <a:noFill/>
          <a:ln/>
        </p:spPr>
        <p:txBody>
          <a:bodyPr wrap="square" lIns="0" tIns="0" rIns="0" bIns="0" rtlCol="0" anchor="ctr"/>
          <a:lstStyle/>
          <a:p>
            <a:pPr algn="ctr" indent="0" marL="0">
              <a:buNone/>
            </a:pPr>
            <a:r>
              <a:rPr lang="en-US" sz="1600" b="1" dirty="0">
                <a:solidFill>
                  <a:schemeClr val="bg1"/>
                </a:solidFill>
              </a:rPr>
              <a:t>No did!</a:t>
            </a:r>
            <a:endParaRPr lang="en-US" sz="1600" dirty="0"/>
          </a:p>
        </p:txBody>
      </p:sp>
      <p:sp>
        <p:nvSpPr>
          <p:cNvPr id="18" name="Shape 14"/>
          <p:cNvSpPr/>
          <p:nvPr/>
        </p:nvSpPr>
        <p:spPr>
          <a:xfrm>
            <a:off x="548640" y="3429000"/>
            <a:ext cx="11091672" cy="1691640"/>
          </a:xfrm>
          <a:prstGeom prst="roundRect">
            <a:avLst>
              <a:gd name="adj" fmla="val 6486"/>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9" name="Image 1" descr="mobile phone">    </p:cNvPr>
          <p:cNvPicPr>
            <a:picLocks noChangeAspect="1"/>
          </p:cNvPicPr>
          <p:nvPr/>
        </p:nvPicPr>
        <p:blipFill>
          <a:blip r:embed="rId2"/>
          <a:stretch>
            <a:fillRect/>
          </a:stretch>
        </p:blipFill>
        <p:spPr>
          <a:xfrm>
            <a:off x="731520" y="3794760"/>
            <a:ext cx="914400" cy="914400"/>
          </a:xfrm>
          <a:prstGeom prst="rect">
            <a:avLst/>
          </a:prstGeom>
        </p:spPr>
      </p:pic>
      <p:sp>
        <p:nvSpPr>
          <p:cNvPr id="20" name="Shape 15"/>
          <p:cNvSpPr/>
          <p:nvPr/>
        </p:nvSpPr>
        <p:spPr>
          <a:xfrm>
            <a:off x="1920240" y="3703320"/>
            <a:ext cx="1023952" cy="713232"/>
          </a:xfrm>
          <a:prstGeom prst="roundRect">
            <a:avLst>
              <a:gd name="adj" fmla="val 12821"/>
            </a:avLst>
          </a:prstGeom>
          <a:solidFill>
            <a:schemeClr val="accent3"/>
          </a:solidFill>
          <a:ln w="12700">
            <a:solidFill>
              <a:srgbClr val="FFFFFF">
                <a:alpha val="0"/>
              </a:srgbClr>
            </a:solidFill>
            <a:prstDash val="solid"/>
          </a:ln>
        </p:spPr>
      </p:sp>
      <p:sp>
        <p:nvSpPr>
          <p:cNvPr id="21" name="Text 16"/>
          <p:cNvSpPr txBox="1"/>
          <p:nvPr/>
        </p:nvSpPr>
        <p:spPr>
          <a:xfrm>
            <a:off x="1920240" y="3703320"/>
            <a:ext cx="1023952" cy="713232"/>
          </a:xfrm>
          <a:prstGeom prst="rect">
            <a:avLst/>
          </a:prstGeom>
          <a:noFill/>
          <a:ln/>
        </p:spPr>
        <p:txBody>
          <a:bodyPr wrap="square" lIns="0" tIns="0" rIns="0" bIns="0" rtlCol="0" anchor="ctr"/>
          <a:lstStyle/>
          <a:p>
            <a:pPr algn="ctr" indent="0" marL="0">
              <a:buNone/>
            </a:pPr>
            <a:r>
              <a:rPr lang="en-US" sz="2600" b="1" i="1" dirty="0">
                <a:solidFill>
                  <a:schemeClr val="bg1"/>
                </a:solidFill>
              </a:rPr>
              <a:t>Who</a:t>
            </a:r>
            <a:endParaRPr lang="en-US" sz="2600" dirty="0"/>
          </a:p>
        </p:txBody>
      </p:sp>
      <p:sp>
        <p:nvSpPr>
          <p:cNvPr id="22" name="Text 17"/>
          <p:cNvSpPr txBox="1"/>
          <p:nvPr/>
        </p:nvSpPr>
        <p:spPr>
          <a:xfrm>
            <a:off x="1600200" y="4453128"/>
            <a:ext cx="1664032" cy="274320"/>
          </a:xfrm>
          <a:prstGeom prst="rect">
            <a:avLst/>
          </a:prstGeom>
          <a:noFill/>
          <a:ln/>
        </p:spPr>
        <p:txBody>
          <a:bodyPr wrap="square" lIns="0" tIns="0" rIns="0" bIns="0" rtlCol="0" anchor="t"/>
          <a:lstStyle/>
          <a:p>
            <a:pPr algn="ctr" indent="0" marL="0">
              <a:buNone/>
            </a:pPr>
            <a:r>
              <a:rPr lang="en-US" sz="1100" b="1" dirty="0">
                <a:solidFill>
                  <a:schemeClr val="accent3"/>
                </a:solidFill>
              </a:rPr>
              <a:t>OBJECT</a:t>
            </a:r>
            <a:endParaRPr lang="en-US" sz="1100" dirty="0"/>
          </a:p>
        </p:txBody>
      </p:sp>
      <p:sp>
        <p:nvSpPr>
          <p:cNvPr id="23" name="Shape 18"/>
          <p:cNvSpPr/>
          <p:nvPr/>
        </p:nvSpPr>
        <p:spPr>
          <a:xfrm>
            <a:off x="3017344" y="3703320"/>
            <a:ext cx="1023952" cy="713232"/>
          </a:xfrm>
          <a:prstGeom prst="roundRect">
            <a:avLst>
              <a:gd name="adj" fmla="val 12821"/>
            </a:avLst>
          </a:prstGeom>
          <a:solidFill>
            <a:schemeClr val="tx2"/>
          </a:solidFill>
          <a:ln w="12700">
            <a:solidFill>
              <a:srgbClr val="FFFFFF">
                <a:alpha val="0"/>
              </a:srgbClr>
            </a:solidFill>
            <a:prstDash val="solid"/>
          </a:ln>
        </p:spPr>
      </p:sp>
      <p:sp>
        <p:nvSpPr>
          <p:cNvPr id="24" name="Text 19"/>
          <p:cNvSpPr txBox="1"/>
          <p:nvPr/>
        </p:nvSpPr>
        <p:spPr>
          <a:xfrm>
            <a:off x="3017344" y="3703320"/>
            <a:ext cx="1023952" cy="713232"/>
          </a:xfrm>
          <a:prstGeom prst="rect">
            <a:avLst/>
          </a:prstGeom>
          <a:noFill/>
          <a:ln/>
        </p:spPr>
        <p:txBody>
          <a:bodyPr wrap="square" lIns="0" tIns="0" rIns="0" bIns="0" rtlCol="0" anchor="ctr"/>
          <a:lstStyle/>
          <a:p>
            <a:pPr algn="ctr" indent="0" marL="0">
              <a:buNone/>
            </a:pPr>
            <a:r>
              <a:rPr lang="en-US" sz="2600" b="1" i="1" dirty="0">
                <a:solidFill>
                  <a:schemeClr val="bg1"/>
                </a:solidFill>
              </a:rPr>
              <a:t>did</a:t>
            </a:r>
            <a:endParaRPr lang="en-US" sz="2600" dirty="0"/>
          </a:p>
        </p:txBody>
      </p:sp>
      <p:sp>
        <p:nvSpPr>
          <p:cNvPr id="25" name="Text 20"/>
          <p:cNvSpPr txBox="1"/>
          <p:nvPr/>
        </p:nvSpPr>
        <p:spPr>
          <a:xfrm>
            <a:off x="2697304" y="4453128"/>
            <a:ext cx="1664032" cy="274320"/>
          </a:xfrm>
          <a:prstGeom prst="rect">
            <a:avLst/>
          </a:prstGeom>
          <a:noFill/>
          <a:ln/>
        </p:spPr>
        <p:txBody>
          <a:bodyPr wrap="square" lIns="0" tIns="0" rIns="0" bIns="0" rtlCol="0" anchor="t"/>
          <a:lstStyle/>
          <a:p>
            <a:pPr algn="ctr" indent="0" marL="0">
              <a:buNone/>
            </a:pPr>
            <a:r>
              <a:rPr lang="en-US" sz="1100" b="1" dirty="0">
                <a:solidFill>
                  <a:schemeClr val="tx2"/>
                </a:solidFill>
              </a:rPr>
              <a:t>AUX</a:t>
            </a:r>
            <a:endParaRPr lang="en-US" sz="1100" dirty="0"/>
          </a:p>
        </p:txBody>
      </p:sp>
      <p:sp>
        <p:nvSpPr>
          <p:cNvPr id="26" name="Shape 21"/>
          <p:cNvSpPr/>
          <p:nvPr/>
        </p:nvSpPr>
        <p:spPr>
          <a:xfrm>
            <a:off x="4114449" y="3703320"/>
            <a:ext cx="848929" cy="713232"/>
          </a:xfrm>
          <a:prstGeom prst="roundRect">
            <a:avLst>
              <a:gd name="adj" fmla="val 12821"/>
            </a:avLst>
          </a:prstGeom>
          <a:solidFill>
            <a:srgbClr val="FFFFFF"/>
          </a:solidFill>
          <a:ln w="15875">
            <a:solidFill>
              <a:srgbClr val="D5DCE6"/>
            </a:solidFill>
            <a:prstDash val="solid"/>
          </a:ln>
        </p:spPr>
      </p:sp>
      <p:sp>
        <p:nvSpPr>
          <p:cNvPr id="27" name="Text 22"/>
          <p:cNvSpPr txBox="1"/>
          <p:nvPr/>
        </p:nvSpPr>
        <p:spPr>
          <a:xfrm>
            <a:off x="4114449" y="3703320"/>
            <a:ext cx="848929" cy="713232"/>
          </a:xfrm>
          <a:prstGeom prst="rect">
            <a:avLst/>
          </a:prstGeom>
          <a:noFill/>
          <a:ln/>
        </p:spPr>
        <p:txBody>
          <a:bodyPr wrap="square" lIns="0" tIns="0" rIns="0" bIns="0" rtlCol="0" anchor="ctr"/>
          <a:lstStyle/>
          <a:p>
            <a:pPr algn="ctr" indent="0" marL="0">
              <a:buNone/>
            </a:pPr>
            <a:r>
              <a:rPr lang="en-US" sz="2600" i="1" dirty="0">
                <a:solidFill>
                  <a:schemeClr val="tx1"/>
                </a:solidFill>
              </a:rPr>
              <a:t>you</a:t>
            </a:r>
            <a:endParaRPr lang="en-US" sz="2600" dirty="0"/>
          </a:p>
        </p:txBody>
      </p:sp>
      <p:sp>
        <p:nvSpPr>
          <p:cNvPr id="28" name="Text 23"/>
          <p:cNvSpPr txBox="1"/>
          <p:nvPr/>
        </p:nvSpPr>
        <p:spPr>
          <a:xfrm>
            <a:off x="3794409" y="4453128"/>
            <a:ext cx="1489009"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29" name="Shape 24"/>
          <p:cNvSpPr/>
          <p:nvPr/>
        </p:nvSpPr>
        <p:spPr>
          <a:xfrm>
            <a:off x="5036530" y="3703320"/>
            <a:ext cx="1439339" cy="713232"/>
          </a:xfrm>
          <a:prstGeom prst="roundRect">
            <a:avLst>
              <a:gd name="adj" fmla="val 12821"/>
            </a:avLst>
          </a:prstGeom>
          <a:solidFill>
            <a:srgbClr val="FBEDEB"/>
          </a:solidFill>
          <a:ln w="22225">
            <a:solidFill>
              <a:srgbClr val="B83227"/>
            </a:solidFill>
            <a:prstDash val="solid"/>
          </a:ln>
        </p:spPr>
      </p:sp>
      <p:sp>
        <p:nvSpPr>
          <p:cNvPr id="30" name="Text 25"/>
          <p:cNvSpPr txBox="1"/>
          <p:nvPr/>
        </p:nvSpPr>
        <p:spPr>
          <a:xfrm>
            <a:off x="5036530" y="3703320"/>
            <a:ext cx="1439339" cy="713232"/>
          </a:xfrm>
          <a:prstGeom prst="rect">
            <a:avLst/>
          </a:prstGeom>
          <a:noFill/>
          <a:ln/>
        </p:spPr>
        <p:txBody>
          <a:bodyPr wrap="square" lIns="0" tIns="0" rIns="0" bIns="0" rtlCol="0" anchor="ctr"/>
          <a:lstStyle/>
          <a:p>
            <a:pPr algn="ctr" indent="0" marL="0">
              <a:buNone/>
            </a:pPr>
            <a:r>
              <a:rPr lang="en-US" sz="2600" b="1" i="1" dirty="0">
                <a:solidFill>
                  <a:schemeClr val="accent6"/>
                </a:solidFill>
              </a:rPr>
              <a:t>call?</a:t>
            </a:r>
            <a:endParaRPr lang="en-US" sz="2600" dirty="0"/>
          </a:p>
        </p:txBody>
      </p:sp>
      <p:sp>
        <p:nvSpPr>
          <p:cNvPr id="31" name="Text 26"/>
          <p:cNvSpPr txBox="1"/>
          <p:nvPr/>
        </p:nvSpPr>
        <p:spPr>
          <a:xfrm>
            <a:off x="4716490" y="4453128"/>
            <a:ext cx="2079419" cy="274320"/>
          </a:xfrm>
          <a:prstGeom prst="rect">
            <a:avLst/>
          </a:prstGeom>
          <a:noFill/>
          <a:ln/>
        </p:spPr>
        <p:txBody>
          <a:bodyPr wrap="square" lIns="0" tIns="0" rIns="0" bIns="0" rtlCol="0" anchor="t"/>
          <a:lstStyle/>
          <a:p>
            <a:pPr algn="ctr" indent="0" marL="0">
              <a:buNone/>
            </a:pPr>
            <a:r>
              <a:rPr lang="en-US" sz="1100" b="1" dirty="0">
                <a:solidFill>
                  <a:schemeClr val="accent6"/>
                </a:solidFill>
              </a:rPr>
              <a:t>BASE</a:t>
            </a:r>
            <a:endParaRPr lang="en-US" sz="1100" dirty="0"/>
          </a:p>
        </p:txBody>
      </p:sp>
      <p:sp>
        <p:nvSpPr>
          <p:cNvPr id="32" name="Text 27"/>
          <p:cNvSpPr txBox="1"/>
          <p:nvPr/>
        </p:nvSpPr>
        <p:spPr>
          <a:xfrm>
            <a:off x="6766560" y="3657600"/>
            <a:ext cx="4754880" cy="822960"/>
          </a:xfrm>
          <a:prstGeom prst="rect">
            <a:avLst/>
          </a:prstGeom>
          <a:noFill/>
          <a:ln/>
        </p:spPr>
        <p:txBody>
          <a:bodyPr wrap="square" lIns="0" tIns="0" rIns="0" bIns="0" rtlCol="0" anchor="ctr"/>
          <a:lstStyle/>
          <a:p>
            <a:pPr algn="l" indent="0" marL="0">
              <a:buNone/>
            </a:pPr>
            <a:r>
              <a:rPr lang="en-US" sz="1500" i="1" dirty="0">
                <a:solidFill>
                  <a:schemeClr val="tx2"/>
                </a:solidFill>
              </a:rPr>
              <a:t>You called someone. Who? = le complément</a:t>
            </a:r>
            <a:endParaRPr lang="en-US" sz="1500" dirty="0"/>
          </a:p>
        </p:txBody>
      </p:sp>
      <p:sp>
        <p:nvSpPr>
          <p:cNvPr id="33" name="Shape 28"/>
          <p:cNvSpPr/>
          <p:nvPr/>
        </p:nvSpPr>
        <p:spPr>
          <a:xfrm>
            <a:off x="6766560" y="4480560"/>
            <a:ext cx="1678985" cy="420624"/>
          </a:xfrm>
          <a:prstGeom prst="roundRect">
            <a:avLst>
              <a:gd name="adj" fmla="val 26087"/>
            </a:avLst>
          </a:prstGeom>
          <a:solidFill>
            <a:schemeClr val="accent3"/>
          </a:solidFill>
          <a:ln w="12700">
            <a:solidFill>
              <a:srgbClr val="FFFFFF">
                <a:alpha val="0"/>
              </a:srgbClr>
            </a:solidFill>
            <a:prstDash val="solid"/>
          </a:ln>
        </p:spPr>
      </p:sp>
      <p:sp>
        <p:nvSpPr>
          <p:cNvPr id="34" name="Text 29"/>
          <p:cNvSpPr txBox="1"/>
          <p:nvPr/>
        </p:nvSpPr>
        <p:spPr>
          <a:xfrm>
            <a:off x="6766560" y="4480560"/>
            <a:ext cx="1678985" cy="420624"/>
          </a:xfrm>
          <a:prstGeom prst="rect">
            <a:avLst/>
          </a:prstGeom>
          <a:noFill/>
          <a:ln/>
        </p:spPr>
        <p:txBody>
          <a:bodyPr wrap="square" lIns="0" tIns="0" rIns="0" bIns="0" rtlCol="0" anchor="ctr"/>
          <a:lstStyle/>
          <a:p>
            <a:pPr algn="ctr" indent="0" marL="0">
              <a:buNone/>
            </a:pPr>
            <a:r>
              <a:rPr lang="en-US" sz="1600" b="1" dirty="0">
                <a:solidFill>
                  <a:schemeClr val="bg1"/>
                </a:solidFill>
              </a:rPr>
              <a:t>did + base</a:t>
            </a:r>
            <a:endParaRPr lang="en-US" sz="1600" dirty="0"/>
          </a:p>
        </p:txBody>
      </p:sp>
      <p:sp>
        <p:nvSpPr>
          <p:cNvPr id="35" name="Shape 30"/>
          <p:cNvSpPr/>
          <p:nvPr/>
        </p:nvSpPr>
        <p:spPr>
          <a:xfrm>
            <a:off x="548640" y="5486400"/>
            <a:ext cx="11091672" cy="640080"/>
          </a:xfrm>
          <a:prstGeom prst="roundRect">
            <a:avLst>
              <a:gd name="adj" fmla="val 11429"/>
            </a:avLst>
          </a:prstGeom>
          <a:solidFill>
            <a:schemeClr val="tx2"/>
          </a:solidFill>
          <a:ln w="12700">
            <a:solidFill>
              <a:srgbClr val="FFFFFF">
                <a:alpha val="0"/>
              </a:srgbClr>
            </a:solidFill>
            <a:prstDash val="solid"/>
          </a:ln>
        </p:spPr>
      </p:sp>
      <p:sp>
        <p:nvSpPr>
          <p:cNvPr id="36" name="Text 31"/>
          <p:cNvSpPr txBox="1"/>
          <p:nvPr/>
        </p:nvSpPr>
        <p:spPr>
          <a:xfrm>
            <a:off x="822960" y="5486400"/>
            <a:ext cx="10607040" cy="640080"/>
          </a:xfrm>
          <a:prstGeom prst="rect">
            <a:avLst/>
          </a:prstGeom>
          <a:noFill/>
          <a:ln/>
        </p:spPr>
        <p:txBody>
          <a:bodyPr wrap="square" lIns="0" tIns="0" rIns="0" bIns="0" rtlCol="0" anchor="ctr"/>
          <a:lstStyle/>
          <a:p>
            <a:pPr algn="l" indent="0" marL="0">
              <a:buNone/>
            </a:pPr>
            <a:r>
              <a:rPr lang="en-US" sz="1600" dirty="0">
                <a:solidFill>
                  <a:schemeClr val="bg1"/>
                </a:solidFill>
              </a:rPr>
              <a:t>Aussi : </a:t>
            </a:r>
            <a:r>
              <a:rPr lang="en-US" sz="1600" b="1" i="1" dirty="0">
                <a:solidFill>
                  <a:schemeClr val="bg1"/>
                </a:solidFill>
              </a:rPr>
              <a:t>What happened?</a:t>
            </a:r>
            <a:r>
              <a:rPr lang="en-US" sz="1600" dirty="0">
                <a:solidFill>
                  <a:schemeClr val="bg1"/>
                </a:solidFill>
              </a:rPr>
              <a:t> (✗ </a:t>
            </a:r>
            <a:r>
              <a:rPr lang="en-US" sz="1600" i="1" dirty="0">
                <a:solidFill>
                  <a:schemeClr val="bg1"/>
                </a:solidFill>
              </a:rPr>
              <a:t>What did happen?</a:t>
            </a:r>
            <a:r>
              <a:rPr lang="en-US" sz="1600" dirty="0">
                <a:solidFill>
                  <a:schemeClr val="bg1"/>
                </a:solidFill>
              </a:rPr>
              <a:t>) — une question très fréquente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Time markers: yesterday, last…, …ago</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VOCABULARY</a:t>
            </a:r>
            <a:endParaRPr lang="en-US" sz="1200" dirty="0"/>
          </a:p>
        </p:txBody>
      </p:sp>
      <p:sp>
        <p:nvSpPr>
          <p:cNvPr id="5" name="Shape 2"/>
          <p:cNvSpPr/>
          <p:nvPr/>
        </p:nvSpPr>
        <p:spPr>
          <a:xfrm>
            <a:off x="640080" y="2651760"/>
            <a:ext cx="11018520" cy="914"/>
          </a:xfrm>
          <a:prstGeom prst="line">
            <a:avLst/>
          </a:prstGeom>
          <a:noFill/>
          <a:ln w="31750">
            <a:solidFill>
              <a:srgbClr val="17375E"/>
            </a:solidFill>
            <a:prstDash val="solid"/>
            <a:tailEnd type="triangle"/>
          </a:ln>
        </p:spPr>
      </p:sp>
      <p:sp>
        <p:nvSpPr>
          <p:cNvPr id="6" name="Shape 3"/>
          <p:cNvSpPr/>
          <p:nvPr/>
        </p:nvSpPr>
        <p:spPr>
          <a:xfrm>
            <a:off x="10561320" y="2340864"/>
            <a:ext cx="91440" cy="621792"/>
          </a:xfrm>
          <a:prstGeom prst="rect">
            <a:avLst/>
          </a:prstGeom>
          <a:solidFill>
            <a:schemeClr val="accent6"/>
          </a:solidFill>
          <a:ln w="12700">
            <a:solidFill>
              <a:srgbClr val="FFFFFF">
                <a:alpha val="0"/>
              </a:srgbClr>
            </a:solidFill>
            <a:prstDash val="solid"/>
          </a:ln>
        </p:spPr>
      </p:sp>
      <p:sp>
        <p:nvSpPr>
          <p:cNvPr id="7" name="Text 4"/>
          <p:cNvSpPr txBox="1"/>
          <p:nvPr/>
        </p:nvSpPr>
        <p:spPr>
          <a:xfrm>
            <a:off x="10058400" y="1956816"/>
            <a:ext cx="1097280" cy="347472"/>
          </a:xfrm>
          <a:prstGeom prst="rect">
            <a:avLst/>
          </a:prstGeom>
          <a:noFill/>
          <a:ln/>
        </p:spPr>
        <p:txBody>
          <a:bodyPr wrap="square" lIns="0" tIns="0" rIns="0" bIns="0" rtlCol="0" anchor="ctr"/>
          <a:lstStyle/>
          <a:p>
            <a:pPr algn="ctr" indent="0" marL="0">
              <a:buNone/>
            </a:pPr>
            <a:r>
              <a:rPr lang="en-US" sz="1500" b="1" dirty="0">
                <a:solidFill>
                  <a:schemeClr val="accent6"/>
                </a:solidFill>
              </a:rPr>
              <a:t>NOW</a:t>
            </a:r>
            <a:endParaRPr lang="en-US" sz="1500" dirty="0"/>
          </a:p>
        </p:txBody>
      </p:sp>
      <p:sp>
        <p:nvSpPr>
          <p:cNvPr id="8" name="Shape 5"/>
          <p:cNvSpPr/>
          <p:nvPr/>
        </p:nvSpPr>
        <p:spPr>
          <a:xfrm>
            <a:off x="1636776" y="2551176"/>
            <a:ext cx="201168" cy="201168"/>
          </a:xfrm>
          <a:prstGeom prst="ellipse">
            <a:avLst/>
          </a:prstGeom>
          <a:solidFill>
            <a:schemeClr val="accent4"/>
          </a:solidFill>
          <a:ln w="12700">
            <a:solidFill>
              <a:srgbClr val="FFFFFF">
                <a:alpha val="0"/>
              </a:srgbClr>
            </a:solidFill>
            <a:prstDash val="solid"/>
          </a:ln>
        </p:spPr>
      </p:sp>
      <p:sp>
        <p:nvSpPr>
          <p:cNvPr id="9" name="Shape 6"/>
          <p:cNvSpPr/>
          <p:nvPr/>
        </p:nvSpPr>
        <p:spPr>
          <a:xfrm flipV="1">
            <a:off x="1737360" y="2203704"/>
            <a:ext cx="914" cy="356616"/>
          </a:xfrm>
          <a:prstGeom prst="line">
            <a:avLst/>
          </a:prstGeom>
          <a:noFill/>
          <a:ln w="12700">
            <a:solidFill>
              <a:srgbClr val="D9700F"/>
            </a:solidFill>
            <a:prstDash val="solid"/>
          </a:ln>
        </p:spPr>
      </p:sp>
      <p:sp>
        <p:nvSpPr>
          <p:cNvPr id="10" name="Shape 7"/>
          <p:cNvSpPr/>
          <p:nvPr/>
        </p:nvSpPr>
        <p:spPr>
          <a:xfrm>
            <a:off x="530411" y="1783080"/>
            <a:ext cx="2413899" cy="420624"/>
          </a:xfrm>
          <a:prstGeom prst="roundRect">
            <a:avLst>
              <a:gd name="adj" fmla="val 26087"/>
            </a:avLst>
          </a:prstGeom>
          <a:solidFill>
            <a:schemeClr val="accent1"/>
          </a:solidFill>
          <a:ln w="12700">
            <a:solidFill>
              <a:srgbClr val="FFFFFF">
                <a:alpha val="0"/>
              </a:srgbClr>
            </a:solidFill>
            <a:prstDash val="solid"/>
          </a:ln>
        </p:spPr>
      </p:sp>
      <p:sp>
        <p:nvSpPr>
          <p:cNvPr id="11" name="Text 8"/>
          <p:cNvSpPr txBox="1"/>
          <p:nvPr/>
        </p:nvSpPr>
        <p:spPr>
          <a:xfrm>
            <a:off x="530411" y="1783080"/>
            <a:ext cx="2413899" cy="420624"/>
          </a:xfrm>
          <a:prstGeom prst="rect">
            <a:avLst/>
          </a:prstGeom>
          <a:noFill/>
          <a:ln/>
        </p:spPr>
        <p:txBody>
          <a:bodyPr wrap="square" lIns="0" tIns="0" rIns="0" bIns="0" rtlCol="0" anchor="ctr"/>
          <a:lstStyle/>
          <a:p>
            <a:pPr algn="ctr" indent="0" marL="0">
              <a:buNone/>
            </a:pPr>
            <a:r>
              <a:rPr lang="en-US" sz="1400" b="1" i="1" dirty="0">
                <a:solidFill>
                  <a:schemeClr val="bg1"/>
                </a:solidFill>
              </a:rPr>
              <a:t>when I was a child</a:t>
            </a:r>
            <a:endParaRPr lang="en-US" sz="1400" dirty="0"/>
          </a:p>
        </p:txBody>
      </p:sp>
      <p:sp>
        <p:nvSpPr>
          <p:cNvPr id="12" name="Shape 9"/>
          <p:cNvSpPr/>
          <p:nvPr/>
        </p:nvSpPr>
        <p:spPr>
          <a:xfrm>
            <a:off x="3465576" y="2551176"/>
            <a:ext cx="201168" cy="201168"/>
          </a:xfrm>
          <a:prstGeom prst="ellipse">
            <a:avLst/>
          </a:prstGeom>
          <a:solidFill>
            <a:schemeClr val="accent4"/>
          </a:solidFill>
          <a:ln w="12700">
            <a:solidFill>
              <a:srgbClr val="FFFFFF">
                <a:alpha val="0"/>
              </a:srgbClr>
            </a:solidFill>
            <a:prstDash val="solid"/>
          </a:ln>
        </p:spPr>
      </p:sp>
      <p:sp>
        <p:nvSpPr>
          <p:cNvPr id="13" name="Shape 10"/>
          <p:cNvSpPr/>
          <p:nvPr/>
        </p:nvSpPr>
        <p:spPr>
          <a:xfrm>
            <a:off x="3566160" y="2743200"/>
            <a:ext cx="914" cy="274320"/>
          </a:xfrm>
          <a:prstGeom prst="line">
            <a:avLst/>
          </a:prstGeom>
          <a:noFill/>
          <a:ln w="12700">
            <a:solidFill>
              <a:srgbClr val="D9700F"/>
            </a:solidFill>
            <a:prstDash val="solid"/>
          </a:ln>
        </p:spPr>
      </p:sp>
      <p:sp>
        <p:nvSpPr>
          <p:cNvPr id="14" name="Shape 11"/>
          <p:cNvSpPr/>
          <p:nvPr/>
        </p:nvSpPr>
        <p:spPr>
          <a:xfrm>
            <a:off x="2974302" y="3017520"/>
            <a:ext cx="1183716" cy="420624"/>
          </a:xfrm>
          <a:prstGeom prst="roundRect">
            <a:avLst>
              <a:gd name="adj" fmla="val 26087"/>
            </a:avLst>
          </a:prstGeom>
          <a:solidFill>
            <a:schemeClr val="accent1"/>
          </a:solidFill>
          <a:ln w="12700">
            <a:solidFill>
              <a:srgbClr val="FFFFFF">
                <a:alpha val="0"/>
              </a:srgbClr>
            </a:solidFill>
            <a:prstDash val="solid"/>
          </a:ln>
        </p:spPr>
      </p:sp>
      <p:sp>
        <p:nvSpPr>
          <p:cNvPr id="15" name="Text 12"/>
          <p:cNvSpPr txBox="1"/>
          <p:nvPr/>
        </p:nvSpPr>
        <p:spPr>
          <a:xfrm>
            <a:off x="2974302" y="3017520"/>
            <a:ext cx="1183716" cy="420624"/>
          </a:xfrm>
          <a:prstGeom prst="rect">
            <a:avLst/>
          </a:prstGeom>
          <a:noFill/>
          <a:ln/>
        </p:spPr>
        <p:txBody>
          <a:bodyPr wrap="square" lIns="0" tIns="0" rIns="0" bIns="0" rtlCol="0" anchor="ctr"/>
          <a:lstStyle/>
          <a:p>
            <a:pPr algn="ctr" indent="0" marL="0">
              <a:buNone/>
            </a:pPr>
            <a:r>
              <a:rPr lang="en-US" sz="1400" b="1" i="1" dirty="0">
                <a:solidFill>
                  <a:schemeClr val="bg1"/>
                </a:solidFill>
              </a:rPr>
              <a:t>in 2019</a:t>
            </a:r>
            <a:endParaRPr lang="en-US" sz="1400" dirty="0"/>
          </a:p>
        </p:txBody>
      </p:sp>
      <p:sp>
        <p:nvSpPr>
          <p:cNvPr id="16" name="Shape 13"/>
          <p:cNvSpPr/>
          <p:nvPr/>
        </p:nvSpPr>
        <p:spPr>
          <a:xfrm>
            <a:off x="4837176" y="2551176"/>
            <a:ext cx="201168" cy="201168"/>
          </a:xfrm>
          <a:prstGeom prst="ellipse">
            <a:avLst/>
          </a:prstGeom>
          <a:solidFill>
            <a:schemeClr val="accent4"/>
          </a:solidFill>
          <a:ln w="12700">
            <a:solidFill>
              <a:srgbClr val="FFFFFF">
                <a:alpha val="0"/>
              </a:srgbClr>
            </a:solidFill>
            <a:prstDash val="solid"/>
          </a:ln>
        </p:spPr>
      </p:sp>
      <p:sp>
        <p:nvSpPr>
          <p:cNvPr id="17" name="Shape 14"/>
          <p:cNvSpPr/>
          <p:nvPr/>
        </p:nvSpPr>
        <p:spPr>
          <a:xfrm flipV="1">
            <a:off x="4937760" y="2203704"/>
            <a:ext cx="914" cy="356616"/>
          </a:xfrm>
          <a:prstGeom prst="line">
            <a:avLst/>
          </a:prstGeom>
          <a:noFill/>
          <a:ln w="12700">
            <a:solidFill>
              <a:srgbClr val="D9700F"/>
            </a:solidFill>
            <a:prstDash val="solid"/>
          </a:ln>
        </p:spPr>
      </p:sp>
      <p:sp>
        <p:nvSpPr>
          <p:cNvPr id="18" name="Shape 15"/>
          <p:cNvSpPr/>
          <p:nvPr/>
        </p:nvSpPr>
        <p:spPr>
          <a:xfrm>
            <a:off x="4122232" y="1783080"/>
            <a:ext cx="1631056" cy="420624"/>
          </a:xfrm>
          <a:prstGeom prst="roundRect">
            <a:avLst>
              <a:gd name="adj" fmla="val 26087"/>
            </a:avLst>
          </a:prstGeom>
          <a:solidFill>
            <a:schemeClr val="accent1"/>
          </a:solidFill>
          <a:ln w="12700">
            <a:solidFill>
              <a:srgbClr val="FFFFFF">
                <a:alpha val="0"/>
              </a:srgbClr>
            </a:solidFill>
            <a:prstDash val="solid"/>
          </a:ln>
        </p:spPr>
      </p:sp>
      <p:sp>
        <p:nvSpPr>
          <p:cNvPr id="19" name="Text 16"/>
          <p:cNvSpPr txBox="1"/>
          <p:nvPr/>
        </p:nvSpPr>
        <p:spPr>
          <a:xfrm>
            <a:off x="4122232" y="1783080"/>
            <a:ext cx="1631056" cy="420624"/>
          </a:xfrm>
          <a:prstGeom prst="rect">
            <a:avLst/>
          </a:prstGeom>
          <a:noFill/>
          <a:ln/>
        </p:spPr>
        <p:txBody>
          <a:bodyPr wrap="square" lIns="0" tIns="0" rIns="0" bIns="0" rtlCol="0" anchor="ctr"/>
          <a:lstStyle/>
          <a:p>
            <a:pPr algn="ctr" indent="0" marL="0">
              <a:buNone/>
            </a:pPr>
            <a:r>
              <a:rPr lang="en-US" sz="1400" b="1" i="1" dirty="0">
                <a:solidFill>
                  <a:schemeClr val="bg1"/>
                </a:solidFill>
              </a:rPr>
              <a:t>last summer</a:t>
            </a:r>
            <a:endParaRPr lang="en-US" sz="1400" dirty="0"/>
          </a:p>
        </p:txBody>
      </p:sp>
      <p:sp>
        <p:nvSpPr>
          <p:cNvPr id="20" name="Shape 17"/>
          <p:cNvSpPr/>
          <p:nvPr/>
        </p:nvSpPr>
        <p:spPr>
          <a:xfrm>
            <a:off x="6208776" y="2551176"/>
            <a:ext cx="201168" cy="201168"/>
          </a:xfrm>
          <a:prstGeom prst="ellipse">
            <a:avLst/>
          </a:prstGeom>
          <a:solidFill>
            <a:schemeClr val="accent4"/>
          </a:solidFill>
          <a:ln w="12700">
            <a:solidFill>
              <a:srgbClr val="FFFFFF">
                <a:alpha val="0"/>
              </a:srgbClr>
            </a:solidFill>
            <a:prstDash val="solid"/>
          </a:ln>
        </p:spPr>
      </p:sp>
      <p:sp>
        <p:nvSpPr>
          <p:cNvPr id="21" name="Shape 18"/>
          <p:cNvSpPr/>
          <p:nvPr/>
        </p:nvSpPr>
        <p:spPr>
          <a:xfrm>
            <a:off x="6309360" y="2743200"/>
            <a:ext cx="914" cy="274320"/>
          </a:xfrm>
          <a:prstGeom prst="line">
            <a:avLst/>
          </a:prstGeom>
          <a:noFill/>
          <a:ln w="12700">
            <a:solidFill>
              <a:srgbClr val="D9700F"/>
            </a:solidFill>
            <a:prstDash val="solid"/>
          </a:ln>
        </p:spPr>
      </p:sp>
      <p:sp>
        <p:nvSpPr>
          <p:cNvPr id="22" name="Shape 19"/>
          <p:cNvSpPr/>
          <p:nvPr/>
        </p:nvSpPr>
        <p:spPr>
          <a:xfrm>
            <a:off x="5605667" y="3017520"/>
            <a:ext cx="1407386" cy="420624"/>
          </a:xfrm>
          <a:prstGeom prst="roundRect">
            <a:avLst>
              <a:gd name="adj" fmla="val 26087"/>
            </a:avLst>
          </a:prstGeom>
          <a:solidFill>
            <a:schemeClr val="accent1"/>
          </a:solidFill>
          <a:ln w="12700">
            <a:solidFill>
              <a:srgbClr val="FFFFFF">
                <a:alpha val="0"/>
              </a:srgbClr>
            </a:solidFill>
            <a:prstDash val="solid"/>
          </a:ln>
        </p:spPr>
      </p:sp>
      <p:sp>
        <p:nvSpPr>
          <p:cNvPr id="23" name="Text 20"/>
          <p:cNvSpPr txBox="1"/>
          <p:nvPr/>
        </p:nvSpPr>
        <p:spPr>
          <a:xfrm>
            <a:off x="5605667" y="3017520"/>
            <a:ext cx="1407386" cy="420624"/>
          </a:xfrm>
          <a:prstGeom prst="rect">
            <a:avLst/>
          </a:prstGeom>
          <a:noFill/>
          <a:ln/>
        </p:spPr>
        <p:txBody>
          <a:bodyPr wrap="square" lIns="0" tIns="0" rIns="0" bIns="0" rtlCol="0" anchor="ctr"/>
          <a:lstStyle/>
          <a:p>
            <a:pPr algn="ctr" indent="0" marL="0">
              <a:buNone/>
            </a:pPr>
            <a:r>
              <a:rPr lang="en-US" sz="1400" b="1" i="1" dirty="0">
                <a:solidFill>
                  <a:schemeClr val="bg1"/>
                </a:solidFill>
              </a:rPr>
              <a:t>on Monday</a:t>
            </a:r>
            <a:endParaRPr lang="en-US" sz="1400" dirty="0"/>
          </a:p>
        </p:txBody>
      </p:sp>
      <p:sp>
        <p:nvSpPr>
          <p:cNvPr id="24" name="Shape 21"/>
          <p:cNvSpPr/>
          <p:nvPr/>
        </p:nvSpPr>
        <p:spPr>
          <a:xfrm>
            <a:off x="7488936" y="2551176"/>
            <a:ext cx="201168" cy="201168"/>
          </a:xfrm>
          <a:prstGeom prst="ellipse">
            <a:avLst/>
          </a:prstGeom>
          <a:solidFill>
            <a:schemeClr val="accent4"/>
          </a:solidFill>
          <a:ln w="12700">
            <a:solidFill>
              <a:srgbClr val="FFFFFF">
                <a:alpha val="0"/>
              </a:srgbClr>
            </a:solidFill>
            <a:prstDash val="solid"/>
          </a:ln>
        </p:spPr>
      </p:sp>
      <p:sp>
        <p:nvSpPr>
          <p:cNvPr id="25" name="Shape 22"/>
          <p:cNvSpPr/>
          <p:nvPr/>
        </p:nvSpPr>
        <p:spPr>
          <a:xfrm flipV="1">
            <a:off x="7589520" y="2203704"/>
            <a:ext cx="914" cy="356616"/>
          </a:xfrm>
          <a:prstGeom prst="line">
            <a:avLst/>
          </a:prstGeom>
          <a:noFill/>
          <a:ln w="12700">
            <a:solidFill>
              <a:srgbClr val="D9700F"/>
            </a:solidFill>
            <a:prstDash val="solid"/>
          </a:ln>
        </p:spPr>
      </p:sp>
      <p:sp>
        <p:nvSpPr>
          <p:cNvPr id="26" name="Shape 23"/>
          <p:cNvSpPr/>
          <p:nvPr/>
        </p:nvSpPr>
        <p:spPr>
          <a:xfrm>
            <a:off x="6718075" y="1783080"/>
            <a:ext cx="1742890" cy="420624"/>
          </a:xfrm>
          <a:prstGeom prst="roundRect">
            <a:avLst>
              <a:gd name="adj" fmla="val 26087"/>
            </a:avLst>
          </a:prstGeom>
          <a:solidFill>
            <a:schemeClr val="accent1"/>
          </a:solidFill>
          <a:ln w="12700">
            <a:solidFill>
              <a:srgbClr val="FFFFFF">
                <a:alpha val="0"/>
              </a:srgbClr>
            </a:solidFill>
            <a:prstDash val="solid"/>
          </a:ln>
        </p:spPr>
      </p:sp>
      <p:sp>
        <p:nvSpPr>
          <p:cNvPr id="27" name="Text 24"/>
          <p:cNvSpPr txBox="1"/>
          <p:nvPr/>
        </p:nvSpPr>
        <p:spPr>
          <a:xfrm>
            <a:off x="6718075" y="1783080"/>
            <a:ext cx="1742890" cy="420624"/>
          </a:xfrm>
          <a:prstGeom prst="rect">
            <a:avLst/>
          </a:prstGeom>
          <a:noFill/>
          <a:ln/>
        </p:spPr>
        <p:txBody>
          <a:bodyPr wrap="square" lIns="0" tIns="0" rIns="0" bIns="0" rtlCol="0" anchor="ctr"/>
          <a:lstStyle/>
          <a:p>
            <a:pPr algn="ctr" indent="0" marL="0">
              <a:buNone/>
            </a:pPr>
            <a:r>
              <a:rPr lang="en-US" sz="1400" b="1" i="1" dirty="0">
                <a:solidFill>
                  <a:schemeClr val="bg1"/>
                </a:solidFill>
              </a:rPr>
              <a:t>two days ago</a:t>
            </a:r>
            <a:endParaRPr lang="en-US" sz="1400" dirty="0"/>
          </a:p>
        </p:txBody>
      </p:sp>
      <p:sp>
        <p:nvSpPr>
          <p:cNvPr id="28" name="Shape 25"/>
          <p:cNvSpPr/>
          <p:nvPr/>
        </p:nvSpPr>
        <p:spPr>
          <a:xfrm>
            <a:off x="8951976" y="2551176"/>
            <a:ext cx="201168" cy="201168"/>
          </a:xfrm>
          <a:prstGeom prst="ellipse">
            <a:avLst/>
          </a:prstGeom>
          <a:solidFill>
            <a:schemeClr val="accent4"/>
          </a:solidFill>
          <a:ln w="12700">
            <a:solidFill>
              <a:srgbClr val="FFFFFF">
                <a:alpha val="0"/>
              </a:srgbClr>
            </a:solidFill>
            <a:prstDash val="solid"/>
          </a:ln>
        </p:spPr>
      </p:sp>
      <p:sp>
        <p:nvSpPr>
          <p:cNvPr id="29" name="Shape 26"/>
          <p:cNvSpPr/>
          <p:nvPr/>
        </p:nvSpPr>
        <p:spPr>
          <a:xfrm>
            <a:off x="9052560" y="2743200"/>
            <a:ext cx="914" cy="274320"/>
          </a:xfrm>
          <a:prstGeom prst="line">
            <a:avLst/>
          </a:prstGeom>
          <a:noFill/>
          <a:ln w="12700">
            <a:solidFill>
              <a:srgbClr val="D9700F"/>
            </a:solidFill>
            <a:prstDash val="solid"/>
          </a:ln>
        </p:spPr>
      </p:sp>
      <p:sp>
        <p:nvSpPr>
          <p:cNvPr id="30" name="Shape 27"/>
          <p:cNvSpPr/>
          <p:nvPr/>
        </p:nvSpPr>
        <p:spPr>
          <a:xfrm>
            <a:off x="8348867" y="3017520"/>
            <a:ext cx="1407386" cy="420624"/>
          </a:xfrm>
          <a:prstGeom prst="roundRect">
            <a:avLst>
              <a:gd name="adj" fmla="val 26087"/>
            </a:avLst>
          </a:prstGeom>
          <a:solidFill>
            <a:schemeClr val="accent1"/>
          </a:solidFill>
          <a:ln w="12700">
            <a:solidFill>
              <a:srgbClr val="FFFFFF">
                <a:alpha val="0"/>
              </a:srgbClr>
            </a:solidFill>
            <a:prstDash val="solid"/>
          </a:ln>
        </p:spPr>
      </p:sp>
      <p:sp>
        <p:nvSpPr>
          <p:cNvPr id="31" name="Text 28"/>
          <p:cNvSpPr txBox="1"/>
          <p:nvPr/>
        </p:nvSpPr>
        <p:spPr>
          <a:xfrm>
            <a:off x="8348867" y="3017520"/>
            <a:ext cx="1407386" cy="420624"/>
          </a:xfrm>
          <a:prstGeom prst="rect">
            <a:avLst/>
          </a:prstGeom>
          <a:noFill/>
          <a:ln/>
        </p:spPr>
        <p:txBody>
          <a:bodyPr wrap="square" lIns="0" tIns="0" rIns="0" bIns="0" rtlCol="0" anchor="ctr"/>
          <a:lstStyle/>
          <a:p>
            <a:pPr algn="ctr" indent="0" marL="0">
              <a:buNone/>
            </a:pPr>
            <a:r>
              <a:rPr lang="en-US" sz="1400" b="1" i="1" dirty="0">
                <a:solidFill>
                  <a:schemeClr val="bg1"/>
                </a:solidFill>
              </a:rPr>
              <a:t>yesterday</a:t>
            </a:r>
            <a:endParaRPr lang="en-US" sz="1400" dirty="0"/>
          </a:p>
        </p:txBody>
      </p:sp>
      <p:sp>
        <p:nvSpPr>
          <p:cNvPr id="32" name="Shape 29"/>
          <p:cNvSpPr/>
          <p:nvPr/>
        </p:nvSpPr>
        <p:spPr>
          <a:xfrm>
            <a:off x="548640" y="3794760"/>
            <a:ext cx="3593592" cy="1234440"/>
          </a:xfrm>
          <a:prstGeom prst="roundRect">
            <a:avLst>
              <a:gd name="adj" fmla="val 888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731520" y="3913632"/>
            <a:ext cx="688448" cy="457200"/>
          </a:xfrm>
          <a:prstGeom prst="roundRect">
            <a:avLst>
              <a:gd name="adj" fmla="val 24000"/>
            </a:avLst>
          </a:prstGeom>
          <a:solidFill>
            <a:schemeClr val="tx2"/>
          </a:solidFill>
          <a:ln w="12700">
            <a:solidFill>
              <a:srgbClr val="FFFFFF">
                <a:alpha val="0"/>
              </a:srgbClr>
            </a:solidFill>
            <a:prstDash val="solid"/>
          </a:ln>
        </p:spPr>
      </p:sp>
      <p:sp>
        <p:nvSpPr>
          <p:cNvPr id="34" name="Text 31"/>
          <p:cNvSpPr txBox="1"/>
          <p:nvPr/>
        </p:nvSpPr>
        <p:spPr>
          <a:xfrm>
            <a:off x="731520" y="3913632"/>
            <a:ext cx="688448" cy="457200"/>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35" name="Text 32"/>
          <p:cNvSpPr txBox="1"/>
          <p:nvPr/>
        </p:nvSpPr>
        <p:spPr>
          <a:xfrm>
            <a:off x="1463040" y="3913632"/>
            <a:ext cx="2560320" cy="457200"/>
          </a:xfrm>
          <a:prstGeom prst="rect">
            <a:avLst/>
          </a:prstGeom>
          <a:noFill/>
          <a:ln/>
        </p:spPr>
        <p:txBody>
          <a:bodyPr wrap="square" lIns="0" tIns="0" rIns="0" bIns="0" rtlCol="0" anchor="ctr"/>
          <a:lstStyle/>
          <a:p>
            <a:pPr algn="l" indent="0" marL="0">
              <a:buNone/>
            </a:pPr>
            <a:r>
              <a:rPr lang="en-US" sz="1300" i="1" dirty="0">
                <a:solidFill>
                  <a:schemeClr val="accent5"/>
                </a:solidFill>
              </a:rPr>
              <a:t>+ année, mois, saison</a:t>
            </a:r>
            <a:endParaRPr lang="en-US" sz="1300" dirty="0"/>
          </a:p>
        </p:txBody>
      </p:sp>
      <p:sp>
        <p:nvSpPr>
          <p:cNvPr id="36" name="Text 33"/>
          <p:cNvSpPr txBox="1"/>
          <p:nvPr/>
        </p:nvSpPr>
        <p:spPr>
          <a:xfrm>
            <a:off x="731520" y="4434840"/>
            <a:ext cx="3291840" cy="502920"/>
          </a:xfrm>
          <a:prstGeom prst="rect">
            <a:avLst/>
          </a:prstGeom>
          <a:noFill/>
          <a:ln/>
        </p:spPr>
        <p:txBody>
          <a:bodyPr wrap="square" lIns="0" tIns="0" rIns="0" bIns="0" rtlCol="0" anchor="ctr"/>
          <a:lstStyle/>
          <a:p>
            <a:pPr algn="l" indent="0" marL="0">
              <a:buNone/>
            </a:pPr>
            <a:r>
              <a:rPr lang="en-US" sz="1500" i="1" dirty="0">
                <a:solidFill>
                  <a:schemeClr val="tx1"/>
                </a:solidFill>
              </a:rPr>
              <a:t>in 2019 · in May · in the summer</a:t>
            </a:r>
            <a:endParaRPr lang="en-US" sz="1500" dirty="0"/>
          </a:p>
        </p:txBody>
      </p:sp>
      <p:sp>
        <p:nvSpPr>
          <p:cNvPr id="37" name="Shape 34"/>
          <p:cNvSpPr/>
          <p:nvPr/>
        </p:nvSpPr>
        <p:spPr>
          <a:xfrm>
            <a:off x="4297680" y="3794760"/>
            <a:ext cx="3593592" cy="1234440"/>
          </a:xfrm>
          <a:prstGeom prst="roundRect">
            <a:avLst>
              <a:gd name="adj" fmla="val 888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480560" y="3913632"/>
            <a:ext cx="688448" cy="457200"/>
          </a:xfrm>
          <a:prstGeom prst="roundRect">
            <a:avLst>
              <a:gd name="adj" fmla="val 24000"/>
            </a:avLst>
          </a:prstGeom>
          <a:solidFill>
            <a:schemeClr val="tx2"/>
          </a:solidFill>
          <a:ln w="12700">
            <a:solidFill>
              <a:srgbClr val="FFFFFF">
                <a:alpha val="0"/>
              </a:srgbClr>
            </a:solidFill>
            <a:prstDash val="solid"/>
          </a:ln>
        </p:spPr>
      </p:sp>
      <p:sp>
        <p:nvSpPr>
          <p:cNvPr id="39" name="Text 36"/>
          <p:cNvSpPr txBox="1"/>
          <p:nvPr/>
        </p:nvSpPr>
        <p:spPr>
          <a:xfrm>
            <a:off x="4480560" y="3913632"/>
            <a:ext cx="688448" cy="457200"/>
          </a:xfrm>
          <a:prstGeom prst="rect">
            <a:avLst/>
          </a:prstGeom>
          <a:noFill/>
          <a:ln/>
        </p:spPr>
        <p:txBody>
          <a:bodyPr wrap="square" lIns="0" tIns="0" rIns="0" bIns="0" rtlCol="0" anchor="ctr"/>
          <a:lstStyle/>
          <a:p>
            <a:pPr algn="ctr" indent="0" marL="0">
              <a:buNone/>
            </a:pPr>
            <a:r>
              <a:rPr lang="en-US" sz="1800" b="1" dirty="0">
                <a:solidFill>
                  <a:schemeClr val="bg1"/>
                </a:solidFill>
              </a:rPr>
              <a:t>on</a:t>
            </a:r>
            <a:endParaRPr lang="en-US" sz="1800" dirty="0"/>
          </a:p>
        </p:txBody>
      </p:sp>
      <p:sp>
        <p:nvSpPr>
          <p:cNvPr id="40" name="Text 37"/>
          <p:cNvSpPr txBox="1"/>
          <p:nvPr/>
        </p:nvSpPr>
        <p:spPr>
          <a:xfrm>
            <a:off x="5212080" y="3913632"/>
            <a:ext cx="2560320" cy="457200"/>
          </a:xfrm>
          <a:prstGeom prst="rect">
            <a:avLst/>
          </a:prstGeom>
          <a:noFill/>
          <a:ln/>
        </p:spPr>
        <p:txBody>
          <a:bodyPr wrap="square" lIns="0" tIns="0" rIns="0" bIns="0" rtlCol="0" anchor="ctr"/>
          <a:lstStyle/>
          <a:p>
            <a:pPr algn="l" indent="0" marL="0">
              <a:buNone/>
            </a:pPr>
            <a:r>
              <a:rPr lang="en-US" sz="1300" i="1" dirty="0">
                <a:solidFill>
                  <a:schemeClr val="accent5"/>
                </a:solidFill>
              </a:rPr>
              <a:t>+ jour, date</a:t>
            </a:r>
            <a:endParaRPr lang="en-US" sz="1300" dirty="0"/>
          </a:p>
        </p:txBody>
      </p:sp>
      <p:sp>
        <p:nvSpPr>
          <p:cNvPr id="41" name="Text 38"/>
          <p:cNvSpPr txBox="1"/>
          <p:nvPr/>
        </p:nvSpPr>
        <p:spPr>
          <a:xfrm>
            <a:off x="4480560" y="4434840"/>
            <a:ext cx="3291840" cy="502920"/>
          </a:xfrm>
          <a:prstGeom prst="rect">
            <a:avLst/>
          </a:prstGeom>
          <a:noFill/>
          <a:ln/>
        </p:spPr>
        <p:txBody>
          <a:bodyPr wrap="square" lIns="0" tIns="0" rIns="0" bIns="0" rtlCol="0" anchor="ctr"/>
          <a:lstStyle/>
          <a:p>
            <a:pPr algn="l" indent="0" marL="0">
              <a:buNone/>
            </a:pPr>
            <a:r>
              <a:rPr lang="en-US" sz="1500" i="1" dirty="0">
                <a:solidFill>
                  <a:schemeClr val="tx1"/>
                </a:solidFill>
              </a:rPr>
              <a:t>on Monday · on 3 May</a:t>
            </a:r>
            <a:endParaRPr lang="en-US" sz="1500" dirty="0"/>
          </a:p>
        </p:txBody>
      </p:sp>
      <p:sp>
        <p:nvSpPr>
          <p:cNvPr id="42" name="Shape 39"/>
          <p:cNvSpPr/>
          <p:nvPr/>
        </p:nvSpPr>
        <p:spPr>
          <a:xfrm>
            <a:off x="8046720" y="3794760"/>
            <a:ext cx="3593592" cy="1234440"/>
          </a:xfrm>
          <a:prstGeom prst="roundRect">
            <a:avLst>
              <a:gd name="adj" fmla="val 888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Shape 40"/>
          <p:cNvSpPr/>
          <p:nvPr/>
        </p:nvSpPr>
        <p:spPr>
          <a:xfrm>
            <a:off x="8229600" y="3913632"/>
            <a:ext cx="688448" cy="457200"/>
          </a:xfrm>
          <a:prstGeom prst="roundRect">
            <a:avLst>
              <a:gd name="adj" fmla="val 24000"/>
            </a:avLst>
          </a:prstGeom>
          <a:solidFill>
            <a:schemeClr val="tx2"/>
          </a:solidFill>
          <a:ln w="12700">
            <a:solidFill>
              <a:srgbClr val="FFFFFF">
                <a:alpha val="0"/>
              </a:srgbClr>
            </a:solidFill>
            <a:prstDash val="solid"/>
          </a:ln>
        </p:spPr>
      </p:sp>
      <p:sp>
        <p:nvSpPr>
          <p:cNvPr id="44" name="Text 41"/>
          <p:cNvSpPr txBox="1"/>
          <p:nvPr/>
        </p:nvSpPr>
        <p:spPr>
          <a:xfrm>
            <a:off x="8229600" y="3913632"/>
            <a:ext cx="688448" cy="457200"/>
          </a:xfrm>
          <a:prstGeom prst="rect">
            <a:avLst/>
          </a:prstGeom>
          <a:noFill/>
          <a:ln/>
        </p:spPr>
        <p:txBody>
          <a:bodyPr wrap="square" lIns="0" tIns="0" rIns="0" bIns="0" rtlCol="0" anchor="ctr"/>
          <a:lstStyle/>
          <a:p>
            <a:pPr algn="ctr" indent="0" marL="0">
              <a:buNone/>
            </a:pPr>
            <a:r>
              <a:rPr lang="en-US" sz="1800" b="1" dirty="0">
                <a:solidFill>
                  <a:schemeClr val="bg1"/>
                </a:solidFill>
              </a:rPr>
              <a:t>at</a:t>
            </a:r>
            <a:endParaRPr lang="en-US" sz="1800" dirty="0"/>
          </a:p>
        </p:txBody>
      </p:sp>
      <p:sp>
        <p:nvSpPr>
          <p:cNvPr id="45" name="Text 42"/>
          <p:cNvSpPr txBox="1"/>
          <p:nvPr/>
        </p:nvSpPr>
        <p:spPr>
          <a:xfrm>
            <a:off x="8961120" y="3913632"/>
            <a:ext cx="2560320" cy="457200"/>
          </a:xfrm>
          <a:prstGeom prst="rect">
            <a:avLst/>
          </a:prstGeom>
          <a:noFill/>
          <a:ln/>
        </p:spPr>
        <p:txBody>
          <a:bodyPr wrap="square" lIns="0" tIns="0" rIns="0" bIns="0" rtlCol="0" anchor="ctr"/>
          <a:lstStyle/>
          <a:p>
            <a:pPr algn="l" indent="0" marL="0">
              <a:buNone/>
            </a:pPr>
            <a:r>
              <a:rPr lang="en-US" sz="1300" i="1" dirty="0">
                <a:solidFill>
                  <a:schemeClr val="accent5"/>
                </a:solidFill>
              </a:rPr>
              <a:t>+ heure (et </a:t>
            </a:r>
            <a:r>
              <a:rPr lang="en-US" sz="1300" i="1" dirty="0">
                <a:solidFill>
                  <a:schemeClr val="accent5"/>
                </a:solidFill>
              </a:rPr>
              <a:t>at night</a:t>
            </a:r>
            <a:r>
              <a:rPr lang="en-US" sz="1300" i="1" dirty="0">
                <a:solidFill>
                  <a:schemeClr val="accent5"/>
                </a:solidFill>
              </a:rPr>
              <a:t>)</a:t>
            </a:r>
            <a:endParaRPr lang="en-US" sz="1300" dirty="0"/>
          </a:p>
        </p:txBody>
      </p:sp>
      <p:sp>
        <p:nvSpPr>
          <p:cNvPr id="46" name="Text 43"/>
          <p:cNvSpPr txBox="1"/>
          <p:nvPr/>
        </p:nvSpPr>
        <p:spPr>
          <a:xfrm>
            <a:off x="8229600" y="4434840"/>
            <a:ext cx="3291840" cy="502920"/>
          </a:xfrm>
          <a:prstGeom prst="rect">
            <a:avLst/>
          </a:prstGeom>
          <a:noFill/>
          <a:ln/>
        </p:spPr>
        <p:txBody>
          <a:bodyPr wrap="square" lIns="0" tIns="0" rIns="0" bIns="0" rtlCol="0" anchor="ctr"/>
          <a:lstStyle/>
          <a:p>
            <a:pPr algn="l" indent="0" marL="0">
              <a:buNone/>
            </a:pPr>
            <a:r>
              <a:rPr lang="en-US" sz="1500" i="1" dirty="0">
                <a:solidFill>
                  <a:schemeClr val="tx1"/>
                </a:solidFill>
              </a:rPr>
              <a:t>at 9 o’clock · at night</a:t>
            </a:r>
            <a:endParaRPr lang="en-US" sz="1500" dirty="0"/>
          </a:p>
        </p:txBody>
      </p:sp>
      <p:sp>
        <p:nvSpPr>
          <p:cNvPr id="47" name="Shape 44"/>
          <p:cNvSpPr/>
          <p:nvPr/>
        </p:nvSpPr>
        <p:spPr>
          <a:xfrm>
            <a:off x="548640" y="5166360"/>
            <a:ext cx="11091672" cy="1051560"/>
          </a:xfrm>
          <a:prstGeom prst="roundRect">
            <a:avLst>
              <a:gd name="adj" fmla="val 10435"/>
            </a:avLst>
          </a:prstGeom>
          <a:solidFill>
            <a:srgbClr val="FBEDEB"/>
          </a:solidFill>
          <a:ln w="19050">
            <a:solidFill>
              <a:srgbClr val="B83227"/>
            </a:solidFill>
            <a:prstDash val="solid"/>
          </a:ln>
        </p:spPr>
      </p:sp>
      <p:sp>
        <p:nvSpPr>
          <p:cNvPr id="48" name="Shape 45"/>
          <p:cNvSpPr/>
          <p:nvPr/>
        </p:nvSpPr>
        <p:spPr>
          <a:xfrm>
            <a:off x="731520" y="5312664"/>
            <a:ext cx="128016" cy="253472"/>
          </a:xfrm>
          <a:prstGeom prst="rect">
            <a:avLst/>
          </a:prstGeom>
          <a:solidFill>
            <a:srgbClr val="1F4FA3"/>
          </a:solidFill>
          <a:ln w="12700">
            <a:solidFill>
              <a:srgbClr val="FFFFFF">
                <a:alpha val="0"/>
              </a:srgbClr>
            </a:solidFill>
            <a:prstDash val="solid"/>
          </a:ln>
        </p:spPr>
      </p:sp>
      <p:sp>
        <p:nvSpPr>
          <p:cNvPr id="49" name="Shape 46"/>
          <p:cNvSpPr/>
          <p:nvPr/>
        </p:nvSpPr>
        <p:spPr>
          <a:xfrm>
            <a:off x="859536" y="5312664"/>
            <a:ext cx="128016" cy="253472"/>
          </a:xfrm>
          <a:prstGeom prst="rect">
            <a:avLst/>
          </a:prstGeom>
          <a:solidFill>
            <a:srgbClr val="FFFFFF"/>
          </a:solidFill>
          <a:ln w="12700">
            <a:solidFill>
              <a:srgbClr val="FFFFFF">
                <a:alpha val="0"/>
              </a:srgbClr>
            </a:solidFill>
            <a:prstDash val="solid"/>
          </a:ln>
        </p:spPr>
      </p:sp>
      <p:sp>
        <p:nvSpPr>
          <p:cNvPr id="50" name="Shape 47"/>
          <p:cNvSpPr/>
          <p:nvPr/>
        </p:nvSpPr>
        <p:spPr>
          <a:xfrm>
            <a:off x="987552" y="5312664"/>
            <a:ext cx="128016" cy="253472"/>
          </a:xfrm>
          <a:prstGeom prst="rect">
            <a:avLst/>
          </a:prstGeom>
          <a:solidFill>
            <a:srgbClr val="E2232A"/>
          </a:solidFill>
          <a:ln w="12700">
            <a:solidFill>
              <a:srgbClr val="FFFFFF">
                <a:alpha val="0"/>
              </a:srgbClr>
            </a:solidFill>
            <a:prstDash val="solid"/>
          </a:ln>
        </p:spPr>
      </p:sp>
      <p:sp>
        <p:nvSpPr>
          <p:cNvPr id="51" name="Shape 48"/>
          <p:cNvSpPr/>
          <p:nvPr/>
        </p:nvSpPr>
        <p:spPr>
          <a:xfrm>
            <a:off x="731520" y="5312664"/>
            <a:ext cx="384048" cy="253472"/>
          </a:xfrm>
          <a:prstGeom prst="rect">
            <a:avLst/>
          </a:prstGeom>
          <a:noFill/>
          <a:ln w="9525">
            <a:solidFill>
              <a:srgbClr val="B8C2CF"/>
            </a:solidFill>
            <a:prstDash val="solid"/>
          </a:ln>
        </p:spPr>
      </p:sp>
      <p:sp>
        <p:nvSpPr>
          <p:cNvPr id="52" name="Text 49"/>
          <p:cNvSpPr txBox="1"/>
          <p:nvPr/>
        </p:nvSpPr>
        <p:spPr>
          <a:xfrm>
            <a:off x="1152144" y="523951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53" name="Shape 50"/>
          <p:cNvSpPr/>
          <p:nvPr/>
        </p:nvSpPr>
        <p:spPr>
          <a:xfrm>
            <a:off x="1444752" y="5312664"/>
            <a:ext cx="384048" cy="253472"/>
          </a:xfrm>
          <a:prstGeom prst="rect">
            <a:avLst/>
          </a:prstGeom>
          <a:solidFill>
            <a:srgbClr val="1F3B87"/>
          </a:solidFill>
          <a:ln w="12700">
            <a:solidFill>
              <a:srgbClr val="FFFFFF">
                <a:alpha val="0"/>
              </a:srgbClr>
            </a:solidFill>
            <a:prstDash val="solid"/>
          </a:ln>
        </p:spPr>
      </p:sp>
      <p:sp>
        <p:nvSpPr>
          <p:cNvPr id="54" name="Shape 51"/>
          <p:cNvSpPr/>
          <p:nvPr/>
        </p:nvSpPr>
        <p:spPr>
          <a:xfrm>
            <a:off x="1444752" y="531266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55" name="Shape 52"/>
          <p:cNvSpPr/>
          <p:nvPr/>
        </p:nvSpPr>
        <p:spPr>
          <a:xfrm>
            <a:off x="1444752" y="531266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56" name="Shape 53"/>
          <p:cNvSpPr/>
          <p:nvPr/>
        </p:nvSpPr>
        <p:spPr>
          <a:xfrm>
            <a:off x="1594193" y="5312664"/>
            <a:ext cx="85166" cy="253472"/>
          </a:xfrm>
          <a:prstGeom prst="rect">
            <a:avLst/>
          </a:prstGeom>
          <a:solidFill>
            <a:srgbClr val="FFFFFF"/>
          </a:solidFill>
          <a:ln w="12700">
            <a:solidFill>
              <a:srgbClr val="FFFFFF">
                <a:alpha val="0"/>
              </a:srgbClr>
            </a:solidFill>
            <a:prstDash val="solid"/>
          </a:ln>
        </p:spPr>
      </p:sp>
      <p:sp>
        <p:nvSpPr>
          <p:cNvPr id="57" name="Shape 54"/>
          <p:cNvSpPr/>
          <p:nvPr/>
        </p:nvSpPr>
        <p:spPr>
          <a:xfrm>
            <a:off x="1444752" y="5396817"/>
            <a:ext cx="384048" cy="85166"/>
          </a:xfrm>
          <a:prstGeom prst="rect">
            <a:avLst/>
          </a:prstGeom>
          <a:solidFill>
            <a:srgbClr val="FFFFFF"/>
          </a:solidFill>
          <a:ln w="12700">
            <a:solidFill>
              <a:srgbClr val="FFFFFF">
                <a:alpha val="0"/>
              </a:srgbClr>
            </a:solidFill>
            <a:prstDash val="solid"/>
          </a:ln>
        </p:spPr>
      </p:sp>
      <p:sp>
        <p:nvSpPr>
          <p:cNvPr id="58" name="Shape 55"/>
          <p:cNvSpPr/>
          <p:nvPr/>
        </p:nvSpPr>
        <p:spPr>
          <a:xfrm>
            <a:off x="1612443" y="5312664"/>
            <a:ext cx="48667" cy="253472"/>
          </a:xfrm>
          <a:prstGeom prst="rect">
            <a:avLst/>
          </a:prstGeom>
          <a:solidFill>
            <a:srgbClr val="C8102E"/>
          </a:solidFill>
          <a:ln w="12700">
            <a:solidFill>
              <a:srgbClr val="FFFFFF">
                <a:alpha val="0"/>
              </a:srgbClr>
            </a:solidFill>
            <a:prstDash val="solid"/>
          </a:ln>
        </p:spPr>
      </p:sp>
      <p:sp>
        <p:nvSpPr>
          <p:cNvPr id="59" name="Shape 56"/>
          <p:cNvSpPr/>
          <p:nvPr/>
        </p:nvSpPr>
        <p:spPr>
          <a:xfrm>
            <a:off x="1444752" y="5415067"/>
            <a:ext cx="384048" cy="48667"/>
          </a:xfrm>
          <a:prstGeom prst="rect">
            <a:avLst/>
          </a:prstGeom>
          <a:solidFill>
            <a:srgbClr val="C8102E"/>
          </a:solidFill>
          <a:ln w="12700">
            <a:solidFill>
              <a:srgbClr val="FFFFFF">
                <a:alpha val="0"/>
              </a:srgbClr>
            </a:solidFill>
            <a:prstDash val="solid"/>
          </a:ln>
        </p:spPr>
      </p:sp>
      <p:sp>
        <p:nvSpPr>
          <p:cNvPr id="60" name="Shape 57"/>
          <p:cNvSpPr/>
          <p:nvPr/>
        </p:nvSpPr>
        <p:spPr>
          <a:xfrm>
            <a:off x="1444752" y="5312664"/>
            <a:ext cx="384048" cy="253472"/>
          </a:xfrm>
          <a:prstGeom prst="rect">
            <a:avLst/>
          </a:prstGeom>
          <a:noFill/>
          <a:ln w="9525">
            <a:solidFill>
              <a:srgbClr val="B8C2CF"/>
            </a:solidFill>
            <a:prstDash val="solid"/>
          </a:ln>
        </p:spPr>
      </p:sp>
      <p:sp>
        <p:nvSpPr>
          <p:cNvPr id="61" name="Text 58"/>
          <p:cNvSpPr txBox="1"/>
          <p:nvPr/>
        </p:nvSpPr>
        <p:spPr>
          <a:xfrm>
            <a:off x="1965960" y="5239512"/>
            <a:ext cx="9537192" cy="384048"/>
          </a:xfrm>
          <a:prstGeom prst="rect">
            <a:avLst/>
          </a:prstGeom>
          <a:noFill/>
          <a:ln/>
        </p:spPr>
        <p:txBody>
          <a:bodyPr wrap="square" lIns="0" tIns="0" rIns="0" bIns="0" rtlCol="0" anchor="ctr"/>
          <a:lstStyle/>
          <a:p>
            <a:pPr algn="l" indent="0" marL="0">
              <a:buNone/>
            </a:pPr>
            <a:r>
              <a:rPr lang="en-US" sz="1500" b="1" dirty="0">
                <a:solidFill>
                  <a:schemeClr val="accent6"/>
                </a:solidFill>
              </a:rPr>
              <a:t>Piège pour francophones</a:t>
            </a:r>
            <a:endParaRPr lang="en-US" sz="1500" dirty="0"/>
          </a:p>
        </p:txBody>
      </p:sp>
      <p:sp>
        <p:nvSpPr>
          <p:cNvPr id="62" name="Text 59"/>
          <p:cNvSpPr txBox="1"/>
          <p:nvPr/>
        </p:nvSpPr>
        <p:spPr>
          <a:xfrm>
            <a:off x="731520" y="5669280"/>
            <a:ext cx="10725912" cy="484632"/>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il y a deux jours » → </a:t>
            </a:r>
            <a:r>
              <a:rPr lang="en-US" sz="1500" i="1" dirty="0">
                <a:solidFill>
                  <a:schemeClr val="tx1"/>
                </a:solidFill>
              </a:rPr>
              <a:t>two days </a:t>
            </a:r>
            <a:r>
              <a:rPr lang="en-US" sz="1500" b="1" i="1" dirty="0">
                <a:solidFill>
                  <a:schemeClr val="tx1"/>
                </a:solidFill>
              </a:rPr>
              <a:t>ago</a:t>
            </a:r>
            <a:r>
              <a:rPr lang="en-US" sz="1500" dirty="0">
                <a:solidFill>
                  <a:schemeClr val="tx1"/>
                </a:solidFill>
              </a:rPr>
              <a:t> : </a:t>
            </a:r>
            <a:r>
              <a:rPr lang="en-US" sz="1500" i="1" dirty="0">
                <a:solidFill>
                  <a:schemeClr val="tx1"/>
                </a:solidFill>
              </a:rPr>
              <a:t>ago</a:t>
            </a:r>
            <a:r>
              <a:rPr lang="en-US" sz="1500" dirty="0">
                <a:solidFill>
                  <a:schemeClr val="tx1"/>
                </a:solidFill>
              </a:rPr>
              <a:t> se place </a:t>
            </a:r>
            <a:r>
              <a:rPr lang="en-US" sz="1500" b="1" dirty="0">
                <a:solidFill>
                  <a:schemeClr val="tx1"/>
                </a:solidFill>
              </a:rPr>
              <a:t>après</a:t>
            </a:r>
            <a:r>
              <a:rPr lang="en-US" sz="1500" dirty="0">
                <a:solidFill>
                  <a:schemeClr val="tx1"/>
                </a:solidFill>
              </a:rPr>
              <a:t> ! · « la semaine dernière » → </a:t>
            </a:r>
            <a:r>
              <a:rPr lang="en-US" sz="1500" b="1" i="1" dirty="0">
                <a:solidFill>
                  <a:schemeClr val="tx1"/>
                </a:solidFill>
              </a:rPr>
              <a:t>last</a:t>
            </a:r>
            <a:r>
              <a:rPr lang="en-US" sz="1500" i="1" dirty="0">
                <a:solidFill>
                  <a:schemeClr val="tx1"/>
                </a:solidFill>
              </a:rPr>
              <a:t> week</a:t>
            </a:r>
            <a:r>
              <a:rPr lang="en-US" sz="1500" dirty="0">
                <a:solidFill>
                  <a:schemeClr val="tx1"/>
                </a:solidFill>
              </a:rPr>
              <a:t> (sans </a:t>
            </a:r>
            <a:r>
              <a:rPr lang="en-US" sz="1500" i="1" dirty="0">
                <a:solidFill>
                  <a:schemeClr val="tx1"/>
                </a:solidFill>
              </a:rPr>
              <a:t>the</a:t>
            </a:r>
            <a:r>
              <a:rPr lang="en-US" sz="1500"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Tell a story: first, then, after that, finally</a:t>
            </a:r>
            <a:endParaRPr lang="en-US" sz="3000" dirty="0"/>
          </a:p>
        </p:txBody>
      </p:sp>
      <p:sp>
        <p:nvSpPr>
          <p:cNvPr id="3" name="tag"/>
          <p:cNvSpPr/>
          <p:nvPr/>
        </p:nvSpPr>
        <p:spPr>
          <a:xfrm>
            <a:off x="548640" y="237744"/>
            <a:ext cx="905256"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STORY</a:t>
            </a:r>
            <a:endParaRPr lang="en-US" sz="1200" dirty="0"/>
          </a:p>
        </p:txBody>
      </p:sp>
      <p:sp>
        <p:nvSpPr>
          <p:cNvPr id="5" name="Shape 2"/>
          <p:cNvSpPr/>
          <p:nvPr/>
        </p:nvSpPr>
        <p:spPr>
          <a:xfrm>
            <a:off x="548640" y="1463040"/>
            <a:ext cx="2601468" cy="3566160"/>
          </a:xfrm>
          <a:prstGeom prst="roundRect">
            <a:avLst>
              <a:gd name="adj" fmla="val 351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572768"/>
            <a:ext cx="411480" cy="411480"/>
          </a:xfrm>
          <a:prstGeom prst="ellipse">
            <a:avLst/>
          </a:prstGeom>
          <a:solidFill>
            <a:schemeClr val="accent2"/>
          </a:solidFill>
          <a:ln w="12700">
            <a:solidFill>
              <a:srgbClr val="FFFFFF">
                <a:alpha val="0"/>
              </a:srgbClr>
            </a:solidFill>
            <a:prstDash val="solid"/>
          </a:ln>
        </p:spPr>
      </p:sp>
      <p:sp>
        <p:nvSpPr>
          <p:cNvPr id="7" name="Text 4"/>
          <p:cNvSpPr txBox="1"/>
          <p:nvPr/>
        </p:nvSpPr>
        <p:spPr>
          <a:xfrm>
            <a:off x="685800" y="157276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8" name="Image 0" descr="alarm clock">    </p:cNvPr>
          <p:cNvPicPr>
            <a:picLocks noChangeAspect="1"/>
          </p:cNvPicPr>
          <p:nvPr/>
        </p:nvPicPr>
        <p:blipFill>
          <a:blip r:embed="rId1"/>
          <a:stretch>
            <a:fillRect/>
          </a:stretch>
        </p:blipFill>
        <p:spPr>
          <a:xfrm>
            <a:off x="1072134" y="1828800"/>
            <a:ext cx="1554480" cy="1554480"/>
          </a:xfrm>
          <a:prstGeom prst="rect">
            <a:avLst/>
          </a:prstGeom>
        </p:spPr>
      </p:pic>
      <p:sp>
        <p:nvSpPr>
          <p:cNvPr id="9" name="Text 5"/>
          <p:cNvSpPr txBox="1"/>
          <p:nvPr/>
        </p:nvSpPr>
        <p:spPr>
          <a:xfrm>
            <a:off x="640080" y="3520440"/>
            <a:ext cx="2418588" cy="411480"/>
          </a:xfrm>
          <a:prstGeom prst="rect">
            <a:avLst/>
          </a:prstGeom>
          <a:noFill/>
          <a:ln/>
        </p:spPr>
        <p:txBody>
          <a:bodyPr wrap="square" lIns="0" tIns="0" rIns="0" bIns="0" rtlCol="0" anchor="ctr"/>
          <a:lstStyle/>
          <a:p>
            <a:pPr algn="ctr" indent="0" marL="0">
              <a:buNone/>
            </a:pPr>
            <a:r>
              <a:rPr lang="en-US" sz="1800" b="1" dirty="0">
                <a:solidFill>
                  <a:schemeClr val="accent2"/>
                </a:solidFill>
              </a:rPr>
              <a:t>First,</a:t>
            </a:r>
            <a:endParaRPr lang="en-US" sz="1800" dirty="0"/>
          </a:p>
        </p:txBody>
      </p:sp>
      <p:sp>
        <p:nvSpPr>
          <p:cNvPr id="10" name="Text 6"/>
          <p:cNvSpPr txBox="1"/>
          <p:nvPr/>
        </p:nvSpPr>
        <p:spPr>
          <a:xfrm>
            <a:off x="685800" y="3931920"/>
            <a:ext cx="2327148" cy="914400"/>
          </a:xfrm>
          <a:prstGeom prst="rect">
            <a:avLst/>
          </a:prstGeom>
          <a:noFill/>
          <a:ln/>
        </p:spPr>
        <p:txBody>
          <a:bodyPr wrap="square" lIns="0" tIns="0" rIns="0" bIns="0" rtlCol="0" anchor="ctr"/>
          <a:lstStyle/>
          <a:p>
            <a:pPr algn="ctr" indent="0" marL="0">
              <a:buNone/>
            </a:pPr>
            <a:r>
              <a:rPr lang="en-US" sz="1800" i="1" dirty="0">
                <a:solidFill>
                  <a:schemeClr val="tx1"/>
                </a:solidFill>
              </a:rPr>
              <a:t>I </a:t>
            </a:r>
            <a:r>
              <a:rPr lang="en-US" sz="1800" b="1" i="1" dirty="0">
                <a:solidFill>
                  <a:srgbClr val="B4236A"/>
                </a:solidFill>
              </a:rPr>
              <a:t>got</a:t>
            </a:r>
            <a:r>
              <a:rPr lang="en-US" sz="1800" i="1" dirty="0">
                <a:solidFill>
                  <a:schemeClr val="tx1"/>
                </a:solidFill>
              </a:rPr>
              <a:t> up late.</a:t>
            </a:r>
            <a:endParaRPr lang="en-US" sz="1800" dirty="0"/>
          </a:p>
        </p:txBody>
      </p:sp>
      <p:sp>
        <p:nvSpPr>
          <p:cNvPr id="11" name="Text 7"/>
          <p:cNvSpPr txBox="1"/>
          <p:nvPr/>
        </p:nvSpPr>
        <p:spPr>
          <a:xfrm>
            <a:off x="3104388" y="2926080"/>
            <a:ext cx="320040" cy="45720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12" name="Shape 8"/>
          <p:cNvSpPr/>
          <p:nvPr/>
        </p:nvSpPr>
        <p:spPr>
          <a:xfrm>
            <a:off x="3378708" y="1463040"/>
            <a:ext cx="2601468" cy="3566160"/>
          </a:xfrm>
          <a:prstGeom prst="roundRect">
            <a:avLst>
              <a:gd name="adj" fmla="val 351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572768"/>
            <a:ext cx="411480" cy="411480"/>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3515868" y="157276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oncoming bus">    </p:cNvPr>
          <p:cNvPicPr>
            <a:picLocks noChangeAspect="1"/>
          </p:cNvPicPr>
          <p:nvPr/>
        </p:nvPicPr>
        <p:blipFill>
          <a:blip r:embed="rId2"/>
          <a:stretch>
            <a:fillRect/>
          </a:stretch>
        </p:blipFill>
        <p:spPr>
          <a:xfrm>
            <a:off x="3902202" y="1828800"/>
            <a:ext cx="1554480" cy="1554480"/>
          </a:xfrm>
          <a:prstGeom prst="rect">
            <a:avLst/>
          </a:prstGeom>
        </p:spPr>
      </p:pic>
      <p:sp>
        <p:nvSpPr>
          <p:cNvPr id="16" name="Text 11"/>
          <p:cNvSpPr txBox="1"/>
          <p:nvPr/>
        </p:nvSpPr>
        <p:spPr>
          <a:xfrm>
            <a:off x="3470148" y="3520440"/>
            <a:ext cx="2418588" cy="411480"/>
          </a:xfrm>
          <a:prstGeom prst="rect">
            <a:avLst/>
          </a:prstGeom>
          <a:noFill/>
          <a:ln/>
        </p:spPr>
        <p:txBody>
          <a:bodyPr wrap="square" lIns="0" tIns="0" rIns="0" bIns="0" rtlCol="0" anchor="ctr"/>
          <a:lstStyle/>
          <a:p>
            <a:pPr algn="ctr" indent="0" marL="0">
              <a:buNone/>
            </a:pPr>
            <a:r>
              <a:rPr lang="en-US" sz="1800" b="1" dirty="0">
                <a:solidFill>
                  <a:schemeClr val="accent2"/>
                </a:solidFill>
              </a:rPr>
              <a:t>Then,</a:t>
            </a:r>
            <a:endParaRPr lang="en-US" sz="1800" dirty="0"/>
          </a:p>
        </p:txBody>
      </p:sp>
      <p:sp>
        <p:nvSpPr>
          <p:cNvPr id="17" name="Text 12"/>
          <p:cNvSpPr txBox="1"/>
          <p:nvPr/>
        </p:nvSpPr>
        <p:spPr>
          <a:xfrm>
            <a:off x="3515868" y="3931920"/>
            <a:ext cx="2327148" cy="914400"/>
          </a:xfrm>
          <a:prstGeom prst="rect">
            <a:avLst/>
          </a:prstGeom>
          <a:noFill/>
          <a:ln/>
        </p:spPr>
        <p:txBody>
          <a:bodyPr wrap="square" lIns="0" tIns="0" rIns="0" bIns="0" rtlCol="0" anchor="ctr"/>
          <a:lstStyle/>
          <a:p>
            <a:pPr algn="ctr" indent="0" marL="0">
              <a:buNone/>
            </a:pPr>
            <a:r>
              <a:rPr lang="en-US" sz="1800" i="1" dirty="0">
                <a:solidFill>
                  <a:schemeClr val="tx1"/>
                </a:solidFill>
              </a:rPr>
              <a:t>I </a:t>
            </a:r>
            <a:r>
              <a:rPr lang="en-US" sz="1800" b="1" i="1" dirty="0">
                <a:solidFill>
                  <a:srgbClr val="B4236A"/>
                </a:solidFill>
              </a:rPr>
              <a:t>missed</a:t>
            </a:r>
            <a:r>
              <a:rPr lang="en-US" sz="1800" i="1" dirty="0">
                <a:solidFill>
                  <a:schemeClr val="tx1"/>
                </a:solidFill>
              </a:rPr>
              <a:t> the bus.</a:t>
            </a:r>
            <a:endParaRPr lang="en-US" sz="1800" dirty="0"/>
          </a:p>
        </p:txBody>
      </p:sp>
      <p:sp>
        <p:nvSpPr>
          <p:cNvPr id="18" name="Text 13"/>
          <p:cNvSpPr txBox="1"/>
          <p:nvPr/>
        </p:nvSpPr>
        <p:spPr>
          <a:xfrm>
            <a:off x="5934456" y="2926080"/>
            <a:ext cx="320040" cy="45720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19" name="Shape 14"/>
          <p:cNvSpPr/>
          <p:nvPr/>
        </p:nvSpPr>
        <p:spPr>
          <a:xfrm>
            <a:off x="6208776" y="1463040"/>
            <a:ext cx="2601468" cy="3566160"/>
          </a:xfrm>
          <a:prstGeom prst="roundRect">
            <a:avLst>
              <a:gd name="adj" fmla="val 351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5"/>
          <p:cNvSpPr/>
          <p:nvPr/>
        </p:nvSpPr>
        <p:spPr>
          <a:xfrm>
            <a:off x="6345936" y="1572768"/>
            <a:ext cx="411480" cy="411480"/>
          </a:xfrm>
          <a:prstGeom prst="ellipse">
            <a:avLst/>
          </a:prstGeom>
          <a:solidFill>
            <a:schemeClr val="accent2"/>
          </a:solidFill>
          <a:ln w="12700">
            <a:solidFill>
              <a:srgbClr val="FFFFFF">
                <a:alpha val="0"/>
              </a:srgbClr>
            </a:solidFill>
            <a:prstDash val="solid"/>
          </a:ln>
        </p:spPr>
      </p:sp>
      <p:sp>
        <p:nvSpPr>
          <p:cNvPr id="21" name="Text 16"/>
          <p:cNvSpPr txBox="1"/>
          <p:nvPr/>
        </p:nvSpPr>
        <p:spPr>
          <a:xfrm>
            <a:off x="6345936" y="157276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2" name="Image 2" descr="person running">    </p:cNvPr>
          <p:cNvPicPr>
            <a:picLocks noChangeAspect="1"/>
          </p:cNvPicPr>
          <p:nvPr/>
        </p:nvPicPr>
        <p:blipFill>
          <a:blip r:embed="rId3"/>
          <a:stretch>
            <a:fillRect/>
          </a:stretch>
        </p:blipFill>
        <p:spPr>
          <a:xfrm>
            <a:off x="6732270" y="1828800"/>
            <a:ext cx="1554480" cy="1554480"/>
          </a:xfrm>
          <a:prstGeom prst="rect">
            <a:avLst/>
          </a:prstGeom>
        </p:spPr>
      </p:pic>
      <p:sp>
        <p:nvSpPr>
          <p:cNvPr id="23" name="Text 17"/>
          <p:cNvSpPr txBox="1"/>
          <p:nvPr/>
        </p:nvSpPr>
        <p:spPr>
          <a:xfrm>
            <a:off x="6300216" y="3520440"/>
            <a:ext cx="2418588" cy="411480"/>
          </a:xfrm>
          <a:prstGeom prst="rect">
            <a:avLst/>
          </a:prstGeom>
          <a:noFill/>
          <a:ln/>
        </p:spPr>
        <p:txBody>
          <a:bodyPr wrap="square" lIns="0" tIns="0" rIns="0" bIns="0" rtlCol="0" anchor="ctr"/>
          <a:lstStyle/>
          <a:p>
            <a:pPr algn="ctr" indent="0" marL="0">
              <a:buNone/>
            </a:pPr>
            <a:r>
              <a:rPr lang="en-US" sz="1800" b="1" dirty="0">
                <a:solidFill>
                  <a:schemeClr val="accent2"/>
                </a:solidFill>
              </a:rPr>
              <a:t>After that,</a:t>
            </a:r>
            <a:endParaRPr lang="en-US" sz="1800" dirty="0"/>
          </a:p>
        </p:txBody>
      </p:sp>
      <p:sp>
        <p:nvSpPr>
          <p:cNvPr id="24" name="Text 18"/>
          <p:cNvSpPr txBox="1"/>
          <p:nvPr/>
        </p:nvSpPr>
        <p:spPr>
          <a:xfrm>
            <a:off x="6345936" y="3931920"/>
            <a:ext cx="2327148" cy="914400"/>
          </a:xfrm>
          <a:prstGeom prst="rect">
            <a:avLst/>
          </a:prstGeom>
          <a:noFill/>
          <a:ln/>
        </p:spPr>
        <p:txBody>
          <a:bodyPr wrap="square" lIns="0" tIns="0" rIns="0" bIns="0" rtlCol="0" anchor="ctr"/>
          <a:lstStyle/>
          <a:p>
            <a:pPr algn="ctr" indent="0" marL="0">
              <a:buNone/>
            </a:pPr>
            <a:r>
              <a:rPr lang="en-US" sz="1800" i="1" dirty="0">
                <a:solidFill>
                  <a:schemeClr val="tx1"/>
                </a:solidFill>
              </a:rPr>
              <a:t>I </a:t>
            </a:r>
            <a:r>
              <a:rPr lang="en-US" sz="1800" b="1" i="1" dirty="0">
                <a:solidFill>
                  <a:srgbClr val="B4236A"/>
                </a:solidFill>
              </a:rPr>
              <a:t>ran</a:t>
            </a:r>
            <a:r>
              <a:rPr lang="en-US" sz="1800" i="1" dirty="0">
                <a:solidFill>
                  <a:schemeClr val="tx1"/>
                </a:solidFill>
              </a:rPr>
              <a:t> to work.</a:t>
            </a:r>
            <a:endParaRPr lang="en-US" sz="1800" dirty="0"/>
          </a:p>
        </p:txBody>
      </p:sp>
      <p:sp>
        <p:nvSpPr>
          <p:cNvPr id="25" name="Text 19"/>
          <p:cNvSpPr txBox="1"/>
          <p:nvPr/>
        </p:nvSpPr>
        <p:spPr>
          <a:xfrm>
            <a:off x="8764524" y="2926080"/>
            <a:ext cx="320040" cy="457200"/>
          </a:xfrm>
          <a:prstGeom prst="rect">
            <a:avLst/>
          </a:prstGeom>
          <a:noFill/>
          <a:ln/>
        </p:spPr>
        <p:txBody>
          <a:bodyPr wrap="square" lIns="0" tIns="0" rIns="0" bIns="0" rtlCol="0" anchor="ctr"/>
          <a:lstStyle/>
          <a:p>
            <a:pPr algn="ctr" indent="0" marL="0">
              <a:buNone/>
            </a:pPr>
            <a:r>
              <a:rPr lang="en-US" sz="2000" b="1" dirty="0">
                <a:solidFill>
                  <a:schemeClr val="accent2"/>
                </a:solidFill>
              </a:rPr>
              <a:t>➜</a:t>
            </a:r>
            <a:endParaRPr lang="en-US" sz="2000" dirty="0"/>
          </a:p>
        </p:txBody>
      </p:sp>
      <p:sp>
        <p:nvSpPr>
          <p:cNvPr id="26" name="Shape 20"/>
          <p:cNvSpPr/>
          <p:nvPr/>
        </p:nvSpPr>
        <p:spPr>
          <a:xfrm>
            <a:off x="9038844" y="1463040"/>
            <a:ext cx="2601468" cy="3566160"/>
          </a:xfrm>
          <a:prstGeom prst="roundRect">
            <a:avLst>
              <a:gd name="adj" fmla="val 351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76004" y="1572768"/>
            <a:ext cx="411480" cy="411480"/>
          </a:xfrm>
          <a:prstGeom prst="ellipse">
            <a:avLst/>
          </a:prstGeom>
          <a:solidFill>
            <a:schemeClr val="accent2"/>
          </a:solidFill>
          <a:ln w="12700">
            <a:solidFill>
              <a:srgbClr val="FFFFFF">
                <a:alpha val="0"/>
              </a:srgbClr>
            </a:solidFill>
            <a:prstDash val="solid"/>
          </a:ln>
        </p:spPr>
      </p:sp>
      <p:sp>
        <p:nvSpPr>
          <p:cNvPr id="28" name="Text 22"/>
          <p:cNvSpPr txBox="1"/>
          <p:nvPr/>
        </p:nvSpPr>
        <p:spPr>
          <a:xfrm>
            <a:off x="9176004" y="157276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9" name="Image 3" descr="office building">    </p:cNvPr>
          <p:cNvPicPr>
            <a:picLocks noChangeAspect="1"/>
          </p:cNvPicPr>
          <p:nvPr/>
        </p:nvPicPr>
        <p:blipFill>
          <a:blip r:embed="rId4"/>
          <a:stretch>
            <a:fillRect/>
          </a:stretch>
        </p:blipFill>
        <p:spPr>
          <a:xfrm>
            <a:off x="9562338" y="1828800"/>
            <a:ext cx="1554480" cy="1554480"/>
          </a:xfrm>
          <a:prstGeom prst="rect">
            <a:avLst/>
          </a:prstGeom>
        </p:spPr>
      </p:pic>
      <p:sp>
        <p:nvSpPr>
          <p:cNvPr id="30" name="Text 23"/>
          <p:cNvSpPr txBox="1"/>
          <p:nvPr/>
        </p:nvSpPr>
        <p:spPr>
          <a:xfrm>
            <a:off x="9130284" y="3520440"/>
            <a:ext cx="2418588" cy="411480"/>
          </a:xfrm>
          <a:prstGeom prst="rect">
            <a:avLst/>
          </a:prstGeom>
          <a:noFill/>
          <a:ln/>
        </p:spPr>
        <p:txBody>
          <a:bodyPr wrap="square" lIns="0" tIns="0" rIns="0" bIns="0" rtlCol="0" anchor="ctr"/>
          <a:lstStyle/>
          <a:p>
            <a:pPr algn="ctr" indent="0" marL="0">
              <a:buNone/>
            </a:pPr>
            <a:r>
              <a:rPr lang="en-US" sz="1800" b="1" dirty="0">
                <a:solidFill>
                  <a:schemeClr val="accent2"/>
                </a:solidFill>
              </a:rPr>
              <a:t>Finally,</a:t>
            </a:r>
            <a:endParaRPr lang="en-US" sz="1800" dirty="0"/>
          </a:p>
        </p:txBody>
      </p:sp>
      <p:sp>
        <p:nvSpPr>
          <p:cNvPr id="31" name="Text 24"/>
          <p:cNvSpPr txBox="1"/>
          <p:nvPr/>
        </p:nvSpPr>
        <p:spPr>
          <a:xfrm>
            <a:off x="9176004" y="3931920"/>
            <a:ext cx="2327148" cy="914400"/>
          </a:xfrm>
          <a:prstGeom prst="rect">
            <a:avLst/>
          </a:prstGeom>
          <a:noFill/>
          <a:ln/>
        </p:spPr>
        <p:txBody>
          <a:bodyPr wrap="square" lIns="0" tIns="0" rIns="0" bIns="0" rtlCol="0" anchor="ctr"/>
          <a:lstStyle/>
          <a:p>
            <a:pPr algn="ctr" indent="0" marL="0">
              <a:buNone/>
            </a:pPr>
            <a:r>
              <a:rPr lang="en-US" sz="1800" i="1" dirty="0">
                <a:solidFill>
                  <a:schemeClr val="tx1"/>
                </a:solidFill>
              </a:rPr>
              <a:t>I </a:t>
            </a:r>
            <a:r>
              <a:rPr lang="en-US" sz="1800" b="1" i="1" dirty="0">
                <a:solidFill>
                  <a:srgbClr val="B4236A"/>
                </a:solidFill>
              </a:rPr>
              <a:t>arrived</a:t>
            </a:r>
            <a:r>
              <a:rPr lang="en-US" sz="1800" i="1" dirty="0">
                <a:solidFill>
                  <a:schemeClr val="tx1"/>
                </a:solidFill>
              </a:rPr>
              <a:t> at 9.30!</a:t>
            </a:r>
            <a:endParaRPr lang="en-US" sz="1800" dirty="0"/>
          </a:p>
        </p:txBody>
      </p:sp>
      <p:sp>
        <p:nvSpPr>
          <p:cNvPr id="32" name="Shape 25"/>
          <p:cNvSpPr/>
          <p:nvPr/>
        </p:nvSpPr>
        <p:spPr>
          <a:xfrm>
            <a:off x="548640" y="5257800"/>
            <a:ext cx="11091672" cy="731520"/>
          </a:xfrm>
          <a:prstGeom prst="roundRect">
            <a:avLst>
              <a:gd name="adj" fmla="val 10000"/>
            </a:avLst>
          </a:prstGeom>
          <a:solidFill>
            <a:schemeClr val="tx2"/>
          </a:solidFill>
          <a:ln w="12700">
            <a:solidFill>
              <a:srgbClr val="FFFFFF">
                <a:alpha val="0"/>
              </a:srgbClr>
            </a:solidFill>
            <a:prstDash val="solid"/>
          </a:ln>
        </p:spPr>
      </p:sp>
      <p:sp>
        <p:nvSpPr>
          <p:cNvPr id="33" name="Text 26"/>
          <p:cNvSpPr txBox="1"/>
          <p:nvPr/>
        </p:nvSpPr>
        <p:spPr>
          <a:xfrm>
            <a:off x="822960" y="5257800"/>
            <a:ext cx="10607040" cy="731520"/>
          </a:xfrm>
          <a:prstGeom prst="rect">
            <a:avLst/>
          </a:prstGeom>
          <a:noFill/>
          <a:ln/>
        </p:spPr>
        <p:txBody>
          <a:bodyPr wrap="square" lIns="0" tIns="0" rIns="0" bIns="0" rtlCol="0" anchor="ctr"/>
          <a:lstStyle/>
          <a:p>
            <a:pPr algn="l" indent="0" marL="0">
              <a:buNone/>
            </a:pPr>
            <a:r>
              <a:rPr lang="en-US" sz="1600" dirty="0">
                <a:solidFill>
                  <a:schemeClr val="bg1"/>
                </a:solidFill>
              </a:rPr>
              <a:t>À vous : racontez votre matinée d’hier en 4 images : </a:t>
            </a:r>
            <a:r>
              <a:rPr lang="en-US" sz="1600" i="1" dirty="0">
                <a:solidFill>
                  <a:schemeClr val="bg1"/>
                </a:solidFill>
              </a:rPr>
              <a:t>First, I… Then, I… After that, I… Finally, I…</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Six traps for French speakers</a:t>
            </a:r>
            <a:endParaRPr lang="en-US" sz="3000" dirty="0"/>
          </a:p>
        </p:txBody>
      </p:sp>
      <p:sp>
        <p:nvSpPr>
          <p:cNvPr id="3" name="tag"/>
          <p:cNvSpPr/>
          <p:nvPr/>
        </p:nvSpPr>
        <p:spPr>
          <a:xfrm>
            <a:off x="548640" y="237744"/>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FR ≠ EN</a:t>
            </a:r>
            <a:endParaRPr lang="en-US" sz="1200" dirty="0"/>
          </a:p>
        </p:txBody>
      </p:sp>
      <p:sp>
        <p:nvSpPr>
          <p:cNvPr id="5" name="Shape 2"/>
          <p:cNvSpPr/>
          <p:nvPr/>
        </p:nvSpPr>
        <p:spPr>
          <a:xfrm>
            <a:off x="548640" y="146304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685800" y="153619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1. passé composé + date</a:t>
            </a:r>
            <a:endParaRPr lang="en-US" sz="1400" dirty="0"/>
          </a:p>
        </p:txBody>
      </p:sp>
      <p:sp>
        <p:nvSpPr>
          <p:cNvPr id="7" name="Text 4"/>
          <p:cNvSpPr txBox="1"/>
          <p:nvPr/>
        </p:nvSpPr>
        <p:spPr>
          <a:xfrm>
            <a:off x="685800" y="205740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I have seen him yesterday.</a:t>
            </a:r>
            <a:endParaRPr lang="en-US" sz="1600" dirty="0"/>
          </a:p>
        </p:txBody>
      </p:sp>
      <p:sp>
        <p:nvSpPr>
          <p:cNvPr id="8" name="Text 5"/>
          <p:cNvSpPr txBox="1"/>
          <p:nvPr/>
        </p:nvSpPr>
        <p:spPr>
          <a:xfrm>
            <a:off x="685800" y="265176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I saw him yesterday.</a:t>
            </a:r>
            <a:endParaRPr lang="en-US" sz="1600" dirty="0"/>
          </a:p>
        </p:txBody>
      </p:sp>
      <p:sp>
        <p:nvSpPr>
          <p:cNvPr id="9" name="Shape 6"/>
          <p:cNvSpPr/>
          <p:nvPr/>
        </p:nvSpPr>
        <p:spPr>
          <a:xfrm>
            <a:off x="4306824" y="146304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4443984" y="153619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2. did + past</a:t>
            </a:r>
            <a:endParaRPr lang="en-US" sz="1400" dirty="0"/>
          </a:p>
        </p:txBody>
      </p:sp>
      <p:sp>
        <p:nvSpPr>
          <p:cNvPr id="11" name="Text 8"/>
          <p:cNvSpPr txBox="1"/>
          <p:nvPr/>
        </p:nvSpPr>
        <p:spPr>
          <a:xfrm>
            <a:off x="4443984" y="205740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Did you went?</a:t>
            </a:r>
            <a:endParaRPr lang="en-US" sz="1600" dirty="0"/>
          </a:p>
        </p:txBody>
      </p:sp>
      <p:sp>
        <p:nvSpPr>
          <p:cNvPr id="12" name="Text 9"/>
          <p:cNvSpPr txBox="1"/>
          <p:nvPr/>
        </p:nvSpPr>
        <p:spPr>
          <a:xfrm>
            <a:off x="4443984" y="265176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Did you go?</a:t>
            </a:r>
            <a:endParaRPr lang="en-US" sz="1600" dirty="0"/>
          </a:p>
        </p:txBody>
      </p:sp>
      <p:sp>
        <p:nvSpPr>
          <p:cNvPr id="13" name="Shape 10"/>
          <p:cNvSpPr/>
          <p:nvPr/>
        </p:nvSpPr>
        <p:spPr>
          <a:xfrm>
            <a:off x="8065008" y="146304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8202168" y="153619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3. didn’t + past</a:t>
            </a:r>
            <a:endParaRPr lang="en-US" sz="1400" dirty="0"/>
          </a:p>
        </p:txBody>
      </p:sp>
      <p:sp>
        <p:nvSpPr>
          <p:cNvPr id="15" name="Text 12"/>
          <p:cNvSpPr txBox="1"/>
          <p:nvPr/>
        </p:nvSpPr>
        <p:spPr>
          <a:xfrm>
            <a:off x="8202168" y="205740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He didn’t bought it.</a:t>
            </a:r>
            <a:endParaRPr lang="en-US" sz="1600" dirty="0"/>
          </a:p>
        </p:txBody>
      </p:sp>
      <p:sp>
        <p:nvSpPr>
          <p:cNvPr id="16" name="Text 13"/>
          <p:cNvSpPr txBox="1"/>
          <p:nvPr/>
        </p:nvSpPr>
        <p:spPr>
          <a:xfrm>
            <a:off x="8202168" y="265176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He didn’t buy it.</a:t>
            </a:r>
            <a:endParaRPr lang="en-US" sz="1600" dirty="0"/>
          </a:p>
        </p:txBody>
      </p:sp>
      <p:sp>
        <p:nvSpPr>
          <p:cNvPr id="17" name="Shape 14"/>
          <p:cNvSpPr/>
          <p:nvPr/>
        </p:nvSpPr>
        <p:spPr>
          <a:xfrm>
            <a:off x="548640" y="356616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85800" y="363931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4. the irregular</a:t>
            </a:r>
            <a:endParaRPr lang="en-US" sz="1400" dirty="0"/>
          </a:p>
        </p:txBody>
      </p:sp>
      <p:sp>
        <p:nvSpPr>
          <p:cNvPr id="19" name="Text 16"/>
          <p:cNvSpPr txBox="1"/>
          <p:nvPr/>
        </p:nvSpPr>
        <p:spPr>
          <a:xfrm>
            <a:off x="685800" y="416052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I goed to Paris.</a:t>
            </a:r>
            <a:endParaRPr lang="en-US" sz="1600" dirty="0"/>
          </a:p>
        </p:txBody>
      </p:sp>
      <p:sp>
        <p:nvSpPr>
          <p:cNvPr id="20" name="Text 17"/>
          <p:cNvSpPr txBox="1"/>
          <p:nvPr/>
        </p:nvSpPr>
        <p:spPr>
          <a:xfrm>
            <a:off x="685800" y="475488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I went to Paris.</a:t>
            </a:r>
            <a:endParaRPr lang="en-US" sz="1600" dirty="0"/>
          </a:p>
        </p:txBody>
      </p:sp>
      <p:sp>
        <p:nvSpPr>
          <p:cNvPr id="21" name="Shape 18"/>
          <p:cNvSpPr/>
          <p:nvPr/>
        </p:nvSpPr>
        <p:spPr>
          <a:xfrm>
            <a:off x="4306824" y="356616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4443984" y="363931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5. the spelling</a:t>
            </a:r>
            <a:endParaRPr lang="en-US" sz="1400" dirty="0"/>
          </a:p>
        </p:txBody>
      </p:sp>
      <p:sp>
        <p:nvSpPr>
          <p:cNvPr id="23" name="Text 20"/>
          <p:cNvSpPr txBox="1"/>
          <p:nvPr/>
        </p:nvSpPr>
        <p:spPr>
          <a:xfrm>
            <a:off x="4443984" y="416052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She studyed.</a:t>
            </a:r>
            <a:endParaRPr lang="en-US" sz="1600" dirty="0"/>
          </a:p>
        </p:txBody>
      </p:sp>
      <p:sp>
        <p:nvSpPr>
          <p:cNvPr id="24" name="Text 21"/>
          <p:cNvSpPr txBox="1"/>
          <p:nvPr/>
        </p:nvSpPr>
        <p:spPr>
          <a:xfrm>
            <a:off x="4443984" y="475488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She studied.</a:t>
            </a:r>
            <a:endParaRPr lang="en-US" sz="1600" dirty="0"/>
          </a:p>
        </p:txBody>
      </p:sp>
      <p:sp>
        <p:nvSpPr>
          <p:cNvPr id="25" name="Shape 22"/>
          <p:cNvSpPr/>
          <p:nvPr/>
        </p:nvSpPr>
        <p:spPr>
          <a:xfrm>
            <a:off x="8065008" y="3566160"/>
            <a:ext cx="3575304" cy="1965960"/>
          </a:xfrm>
          <a:prstGeom prst="roundRect">
            <a:avLst>
              <a:gd name="adj" fmla="val 5581"/>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8202168" y="3639312"/>
            <a:ext cx="3300984" cy="457200"/>
          </a:xfrm>
          <a:prstGeom prst="rect">
            <a:avLst/>
          </a:prstGeom>
          <a:noFill/>
          <a:ln/>
        </p:spPr>
        <p:txBody>
          <a:bodyPr wrap="square" lIns="0" tIns="0" rIns="0" bIns="0" rtlCol="0" anchor="ctr"/>
          <a:lstStyle/>
          <a:p>
            <a:pPr algn="l" indent="0" marL="0">
              <a:buNone/>
            </a:pPr>
            <a:r>
              <a:rPr lang="en-US" sz="1400" b="1" dirty="0">
                <a:solidFill>
                  <a:schemeClr val="tx2"/>
                </a:solidFill>
              </a:rPr>
              <a:t>6. « il y a »</a:t>
            </a:r>
            <a:endParaRPr lang="en-US" sz="1400" dirty="0"/>
          </a:p>
        </p:txBody>
      </p:sp>
      <p:sp>
        <p:nvSpPr>
          <p:cNvPr id="27" name="Text 24"/>
          <p:cNvSpPr txBox="1"/>
          <p:nvPr/>
        </p:nvSpPr>
        <p:spPr>
          <a:xfrm>
            <a:off x="8202168" y="4160520"/>
            <a:ext cx="3300984" cy="594360"/>
          </a:xfrm>
          <a:prstGeom prst="rect">
            <a:avLst/>
          </a:prstGeom>
          <a:noFill/>
          <a:ln/>
        </p:spPr>
        <p:txBody>
          <a:bodyPr wrap="square" lIns="0" tIns="0" rIns="0" bIns="0" rtlCol="0" anchor="ctr"/>
          <a:lstStyle/>
          <a:p>
            <a:pPr algn="l" indent="0" marL="0">
              <a:buNone/>
            </a:pPr>
            <a:r>
              <a:rPr lang="en-US" sz="1600" dirty="0">
                <a:solidFill>
                  <a:schemeClr val="accent6"/>
                </a:solidFill>
              </a:rPr>
              <a:t>✗  </a:t>
            </a:r>
            <a:r>
              <a:rPr lang="en-US" sz="1600" strike="sngStrike" dirty="0">
                <a:solidFill>
                  <a:schemeClr val="accent6"/>
                </a:solidFill>
              </a:rPr>
              <a:t>I arrived there are two days.</a:t>
            </a:r>
            <a:endParaRPr lang="en-US" sz="1600" dirty="0"/>
          </a:p>
        </p:txBody>
      </p:sp>
      <p:sp>
        <p:nvSpPr>
          <p:cNvPr id="28" name="Text 25"/>
          <p:cNvSpPr txBox="1"/>
          <p:nvPr/>
        </p:nvSpPr>
        <p:spPr>
          <a:xfrm>
            <a:off x="8202168" y="4754880"/>
            <a:ext cx="3300984" cy="685800"/>
          </a:xfrm>
          <a:prstGeom prst="rect">
            <a:avLst/>
          </a:prstGeom>
          <a:noFill/>
          <a:ln/>
        </p:spPr>
        <p:txBody>
          <a:bodyPr wrap="square" lIns="0" tIns="0" rIns="0" bIns="0" rtlCol="0" anchor="ctr"/>
          <a:lstStyle/>
          <a:p>
            <a:pPr algn="l" indent="0" marL="0">
              <a:buNone/>
            </a:pPr>
            <a:r>
              <a:rPr lang="en-US" sz="1600" dirty="0">
                <a:solidFill>
                  <a:schemeClr val="accent3"/>
                </a:solidFill>
              </a:rPr>
              <a:t>✓  </a:t>
            </a:r>
            <a:r>
              <a:rPr lang="en-US" sz="1600" b="1" i="1" dirty="0">
                <a:solidFill>
                  <a:schemeClr val="accent3"/>
                </a:solidFill>
              </a:rPr>
              <a:t>I arrived two days ago.</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Remember: the past simple</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REMEMBER</a:t>
            </a:r>
            <a:endParaRPr lang="en-US" sz="1200" dirty="0"/>
          </a:p>
        </p:txBody>
      </p:sp>
      <p:sp>
        <p:nvSpPr>
          <p:cNvPr id="5" name="Shape 2"/>
          <p:cNvSpPr/>
          <p:nvPr/>
        </p:nvSpPr>
        <p:spPr>
          <a:xfrm>
            <a:off x="548640" y="1463040"/>
            <a:ext cx="2670048" cy="3017520"/>
          </a:xfrm>
          <a:prstGeom prst="roundRect">
            <a:avLst>
              <a:gd name="adj" fmla="val 411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2670048" cy="822960"/>
          </a:xfrm>
          <a:prstGeom prst="roundRect">
            <a:avLst>
              <a:gd name="adj" fmla="val 13333"/>
            </a:avLst>
          </a:prstGeom>
          <a:solidFill>
            <a:schemeClr val="accent4"/>
          </a:solidFill>
          <a:ln w="12700">
            <a:solidFill>
              <a:srgbClr val="FFFFFF">
                <a:alpha val="0"/>
              </a:srgbClr>
            </a:solidFill>
            <a:prstDash val="solid"/>
          </a:ln>
        </p:spPr>
      </p:sp>
      <p:sp>
        <p:nvSpPr>
          <p:cNvPr id="7" name="Text 4"/>
          <p:cNvSpPr txBox="1"/>
          <p:nvPr/>
        </p:nvSpPr>
        <p:spPr>
          <a:xfrm>
            <a:off x="548640" y="1463040"/>
            <a:ext cx="2670048" cy="8229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a:p>
            <a:pPr algn="ctr" indent="0" marL="0">
              <a:buNone/>
            </a:pPr>
            <a:r>
              <a:rPr lang="en-US" sz="1500" b="1" dirty="0">
                <a:solidFill>
                  <a:schemeClr val="bg1"/>
                </a:solidFill>
              </a:rPr>
              <a:t>AFFIRMATIVE</a:t>
            </a:r>
            <a:endParaRPr lang="en-US" sz="1500" dirty="0"/>
          </a:p>
        </p:txBody>
      </p:sp>
      <p:sp>
        <p:nvSpPr>
          <p:cNvPr id="8" name="Text 5"/>
          <p:cNvSpPr txBox="1"/>
          <p:nvPr/>
        </p:nvSpPr>
        <p:spPr>
          <a:xfrm>
            <a:off x="685800" y="2377440"/>
            <a:ext cx="2395728" cy="822960"/>
          </a:xfrm>
          <a:prstGeom prst="rect">
            <a:avLst/>
          </a:prstGeom>
          <a:noFill/>
          <a:ln/>
        </p:spPr>
        <p:txBody>
          <a:bodyPr wrap="square" lIns="0" tIns="0" rIns="0" bIns="0" rtlCol="0" anchor="ctr"/>
          <a:lstStyle/>
          <a:p>
            <a:pPr algn="ctr" indent="0" marL="0">
              <a:buNone/>
            </a:pPr>
            <a:r>
              <a:rPr lang="en-US" sz="1500" b="1" dirty="0">
                <a:solidFill>
                  <a:schemeClr val="accent4"/>
                </a:solidFill>
              </a:rPr>
              <a:t>base + -ed · irregular</a:t>
            </a:r>
            <a:endParaRPr lang="en-US" sz="1500" dirty="0"/>
          </a:p>
        </p:txBody>
      </p:sp>
      <p:sp>
        <p:nvSpPr>
          <p:cNvPr id="9" name="Text 6"/>
          <p:cNvSpPr txBox="1"/>
          <p:nvPr/>
        </p:nvSpPr>
        <p:spPr>
          <a:xfrm>
            <a:off x="685800" y="3246120"/>
            <a:ext cx="2395728" cy="1097280"/>
          </a:xfrm>
          <a:prstGeom prst="rect">
            <a:avLst/>
          </a:prstGeom>
          <a:noFill/>
          <a:ln/>
        </p:spPr>
        <p:txBody>
          <a:bodyPr wrap="square" lIns="0" tIns="0" rIns="0" bIns="0" rtlCol="0" anchor="ctr"/>
          <a:lstStyle/>
          <a:p>
            <a:pPr algn="ctr" indent="0" marL="0">
              <a:buNone/>
            </a:pPr>
            <a:r>
              <a:rPr lang="en-US" sz="1500" i="1" dirty="0">
                <a:solidFill>
                  <a:schemeClr val="tx1"/>
                </a:solidFill>
              </a:rPr>
              <a:t>I worked. · I went.</a:t>
            </a:r>
            <a:endParaRPr lang="en-US" sz="1500" dirty="0"/>
          </a:p>
        </p:txBody>
      </p:sp>
      <p:sp>
        <p:nvSpPr>
          <p:cNvPr id="10" name="Shape 7"/>
          <p:cNvSpPr/>
          <p:nvPr/>
        </p:nvSpPr>
        <p:spPr>
          <a:xfrm>
            <a:off x="3355848" y="1463040"/>
            <a:ext cx="2670048" cy="3017520"/>
          </a:xfrm>
          <a:prstGeom prst="roundRect">
            <a:avLst>
              <a:gd name="adj" fmla="val 4110"/>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3355848" y="1463040"/>
            <a:ext cx="2670048" cy="822960"/>
          </a:xfrm>
          <a:prstGeom prst="roundRect">
            <a:avLst>
              <a:gd name="adj" fmla="val 13333"/>
            </a:avLst>
          </a:prstGeom>
          <a:solidFill>
            <a:schemeClr val="accent6"/>
          </a:solidFill>
          <a:ln w="12700">
            <a:solidFill>
              <a:srgbClr val="FFFFFF">
                <a:alpha val="0"/>
              </a:srgbClr>
            </a:solidFill>
            <a:prstDash val="solid"/>
          </a:ln>
        </p:spPr>
      </p:sp>
      <p:sp>
        <p:nvSpPr>
          <p:cNvPr id="12" name="Text 9"/>
          <p:cNvSpPr txBox="1"/>
          <p:nvPr/>
        </p:nvSpPr>
        <p:spPr>
          <a:xfrm>
            <a:off x="3355848" y="1463040"/>
            <a:ext cx="2670048" cy="8229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a:p>
            <a:pPr algn="ctr" indent="0" marL="0">
              <a:buNone/>
            </a:pPr>
            <a:r>
              <a:rPr lang="en-US" sz="1500" b="1" dirty="0">
                <a:solidFill>
                  <a:schemeClr val="bg1"/>
                </a:solidFill>
              </a:rPr>
              <a:t>NEGATIVE</a:t>
            </a:r>
            <a:endParaRPr lang="en-US" sz="1500" dirty="0"/>
          </a:p>
        </p:txBody>
      </p:sp>
      <p:sp>
        <p:nvSpPr>
          <p:cNvPr id="13" name="Text 10"/>
          <p:cNvSpPr txBox="1"/>
          <p:nvPr/>
        </p:nvSpPr>
        <p:spPr>
          <a:xfrm>
            <a:off x="3493008" y="2377440"/>
            <a:ext cx="2395728" cy="822960"/>
          </a:xfrm>
          <a:prstGeom prst="rect">
            <a:avLst/>
          </a:prstGeom>
          <a:noFill/>
          <a:ln/>
        </p:spPr>
        <p:txBody>
          <a:bodyPr wrap="square" lIns="0" tIns="0" rIns="0" bIns="0" rtlCol="0" anchor="ctr"/>
          <a:lstStyle/>
          <a:p>
            <a:pPr algn="ctr" indent="0" marL="0">
              <a:buNone/>
            </a:pPr>
            <a:r>
              <a:rPr lang="en-US" sz="1500" b="1" dirty="0">
                <a:solidFill>
                  <a:schemeClr val="accent6"/>
                </a:solidFill>
              </a:rPr>
              <a:t>didn’t + base</a:t>
            </a:r>
            <a:endParaRPr lang="en-US" sz="1500" dirty="0"/>
          </a:p>
        </p:txBody>
      </p:sp>
      <p:sp>
        <p:nvSpPr>
          <p:cNvPr id="14" name="Text 11"/>
          <p:cNvSpPr txBox="1"/>
          <p:nvPr/>
        </p:nvSpPr>
        <p:spPr>
          <a:xfrm>
            <a:off x="3493008" y="3246120"/>
            <a:ext cx="2395728" cy="1097280"/>
          </a:xfrm>
          <a:prstGeom prst="rect">
            <a:avLst/>
          </a:prstGeom>
          <a:noFill/>
          <a:ln/>
        </p:spPr>
        <p:txBody>
          <a:bodyPr wrap="square" lIns="0" tIns="0" rIns="0" bIns="0" rtlCol="0" anchor="ctr"/>
          <a:lstStyle/>
          <a:p>
            <a:pPr algn="ctr" indent="0" marL="0">
              <a:buNone/>
            </a:pPr>
            <a:r>
              <a:rPr lang="en-US" sz="1500" i="1" dirty="0">
                <a:solidFill>
                  <a:schemeClr val="tx1"/>
                </a:solidFill>
              </a:rPr>
              <a:t>I didn’t work. · I didn’t go.</a:t>
            </a:r>
            <a:endParaRPr lang="en-US" sz="1500" dirty="0"/>
          </a:p>
        </p:txBody>
      </p:sp>
      <p:sp>
        <p:nvSpPr>
          <p:cNvPr id="15" name="Shape 12"/>
          <p:cNvSpPr/>
          <p:nvPr/>
        </p:nvSpPr>
        <p:spPr>
          <a:xfrm>
            <a:off x="6163056" y="1463040"/>
            <a:ext cx="2670048" cy="3017520"/>
          </a:xfrm>
          <a:prstGeom prst="roundRect">
            <a:avLst>
              <a:gd name="adj" fmla="val 4110"/>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6163056" y="1463040"/>
            <a:ext cx="2670048" cy="822960"/>
          </a:xfrm>
          <a:prstGeom prst="roundRect">
            <a:avLst>
              <a:gd name="adj" fmla="val 13333"/>
            </a:avLst>
          </a:prstGeom>
          <a:solidFill>
            <a:schemeClr val="accent3"/>
          </a:solidFill>
          <a:ln w="12700">
            <a:solidFill>
              <a:srgbClr val="FFFFFF">
                <a:alpha val="0"/>
              </a:srgbClr>
            </a:solidFill>
            <a:prstDash val="solid"/>
          </a:ln>
        </p:spPr>
      </p:sp>
      <p:sp>
        <p:nvSpPr>
          <p:cNvPr id="17" name="Text 14"/>
          <p:cNvSpPr txBox="1"/>
          <p:nvPr/>
        </p:nvSpPr>
        <p:spPr>
          <a:xfrm>
            <a:off x="6163056" y="1463040"/>
            <a:ext cx="2670048" cy="8229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a:p>
            <a:pPr algn="ctr" indent="0" marL="0">
              <a:buNone/>
            </a:pPr>
            <a:r>
              <a:rPr lang="en-US" sz="1500" b="1" dirty="0">
                <a:solidFill>
                  <a:schemeClr val="bg1"/>
                </a:solidFill>
              </a:rPr>
              <a:t>QUESTION</a:t>
            </a:r>
            <a:endParaRPr lang="en-US" sz="1500" dirty="0"/>
          </a:p>
        </p:txBody>
      </p:sp>
      <p:sp>
        <p:nvSpPr>
          <p:cNvPr id="18" name="Text 15"/>
          <p:cNvSpPr txBox="1"/>
          <p:nvPr/>
        </p:nvSpPr>
        <p:spPr>
          <a:xfrm>
            <a:off x="6300216" y="2377440"/>
            <a:ext cx="2395728" cy="822960"/>
          </a:xfrm>
          <a:prstGeom prst="rect">
            <a:avLst/>
          </a:prstGeom>
          <a:noFill/>
          <a:ln/>
        </p:spPr>
        <p:txBody>
          <a:bodyPr wrap="square" lIns="0" tIns="0" rIns="0" bIns="0" rtlCol="0" anchor="ctr"/>
          <a:lstStyle/>
          <a:p>
            <a:pPr algn="ctr" indent="0" marL="0">
              <a:buNone/>
            </a:pPr>
            <a:r>
              <a:rPr lang="en-US" sz="1500" b="1" dirty="0">
                <a:solidFill>
                  <a:schemeClr val="accent3"/>
                </a:solidFill>
              </a:rPr>
              <a:t>(Q) + did + subject + base</a:t>
            </a:r>
            <a:endParaRPr lang="en-US" sz="1500" dirty="0"/>
          </a:p>
        </p:txBody>
      </p:sp>
      <p:sp>
        <p:nvSpPr>
          <p:cNvPr id="19" name="Text 16"/>
          <p:cNvSpPr txBox="1"/>
          <p:nvPr/>
        </p:nvSpPr>
        <p:spPr>
          <a:xfrm>
            <a:off x="6300216" y="3246120"/>
            <a:ext cx="2395728" cy="1097280"/>
          </a:xfrm>
          <a:prstGeom prst="rect">
            <a:avLst/>
          </a:prstGeom>
          <a:noFill/>
          <a:ln/>
        </p:spPr>
        <p:txBody>
          <a:bodyPr wrap="square" lIns="0" tIns="0" rIns="0" bIns="0" rtlCol="0" anchor="ctr"/>
          <a:lstStyle/>
          <a:p>
            <a:pPr algn="ctr" indent="0" marL="0">
              <a:buNone/>
            </a:pPr>
            <a:r>
              <a:rPr lang="en-US" sz="1500" i="1" dirty="0">
                <a:solidFill>
                  <a:schemeClr val="tx1"/>
                </a:solidFill>
              </a:rPr>
              <a:t>Did you work? · Where did you go?</a:t>
            </a:r>
            <a:endParaRPr lang="en-US" sz="1500" dirty="0"/>
          </a:p>
        </p:txBody>
      </p:sp>
      <p:sp>
        <p:nvSpPr>
          <p:cNvPr id="20" name="Shape 17"/>
          <p:cNvSpPr/>
          <p:nvPr/>
        </p:nvSpPr>
        <p:spPr>
          <a:xfrm>
            <a:off x="8970264" y="1463040"/>
            <a:ext cx="2670048" cy="3017520"/>
          </a:xfrm>
          <a:prstGeom prst="roundRect">
            <a:avLst>
              <a:gd name="adj" fmla="val 4110"/>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8970264" y="1463040"/>
            <a:ext cx="2670048" cy="822960"/>
          </a:xfrm>
          <a:prstGeom prst="roundRect">
            <a:avLst>
              <a:gd name="adj" fmla="val 13333"/>
            </a:avLst>
          </a:prstGeom>
          <a:solidFill>
            <a:schemeClr val="accent1"/>
          </a:solidFill>
          <a:ln w="12700">
            <a:solidFill>
              <a:srgbClr val="FFFFFF">
                <a:alpha val="0"/>
              </a:srgbClr>
            </a:solidFill>
            <a:prstDash val="solid"/>
          </a:ln>
        </p:spPr>
      </p:sp>
      <p:sp>
        <p:nvSpPr>
          <p:cNvPr id="22" name="Text 19"/>
          <p:cNvSpPr txBox="1"/>
          <p:nvPr/>
        </p:nvSpPr>
        <p:spPr>
          <a:xfrm>
            <a:off x="8970264" y="1463040"/>
            <a:ext cx="2670048" cy="8229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a:p>
            <a:pPr algn="ctr" indent="0" marL="0">
              <a:buNone/>
            </a:pPr>
            <a:r>
              <a:rPr lang="en-US" sz="1500" b="1" dirty="0">
                <a:solidFill>
                  <a:schemeClr val="bg1"/>
                </a:solidFill>
              </a:rPr>
              <a:t>USE</a:t>
            </a:r>
            <a:endParaRPr lang="en-US" sz="1500" dirty="0"/>
          </a:p>
        </p:txBody>
      </p:sp>
      <p:sp>
        <p:nvSpPr>
          <p:cNvPr id="23" name="Text 20"/>
          <p:cNvSpPr txBox="1"/>
          <p:nvPr/>
        </p:nvSpPr>
        <p:spPr>
          <a:xfrm>
            <a:off x="9107424" y="2377440"/>
            <a:ext cx="2395728" cy="822960"/>
          </a:xfrm>
          <a:prstGeom prst="rect">
            <a:avLst/>
          </a:prstGeom>
          <a:noFill/>
          <a:ln/>
        </p:spPr>
        <p:txBody>
          <a:bodyPr wrap="square" lIns="0" tIns="0" rIns="0" bIns="0" rtlCol="0" anchor="ctr"/>
          <a:lstStyle/>
          <a:p>
            <a:pPr algn="ctr" indent="0" marL="0">
              <a:buNone/>
            </a:pPr>
            <a:r>
              <a:rPr lang="en-US" sz="1500" b="1" dirty="0">
                <a:solidFill>
                  <a:schemeClr val="accent1"/>
                </a:solidFill>
              </a:rPr>
              <a:t>finished action, finished time</a:t>
            </a:r>
            <a:endParaRPr lang="en-US" sz="1500" dirty="0"/>
          </a:p>
        </p:txBody>
      </p:sp>
      <p:sp>
        <p:nvSpPr>
          <p:cNvPr id="24" name="Text 21"/>
          <p:cNvSpPr txBox="1"/>
          <p:nvPr/>
        </p:nvSpPr>
        <p:spPr>
          <a:xfrm>
            <a:off x="9107424" y="3246120"/>
            <a:ext cx="2395728" cy="1097280"/>
          </a:xfrm>
          <a:prstGeom prst="rect">
            <a:avLst/>
          </a:prstGeom>
          <a:noFill/>
          <a:ln/>
        </p:spPr>
        <p:txBody>
          <a:bodyPr wrap="square" lIns="0" tIns="0" rIns="0" bIns="0" rtlCol="0" anchor="ctr"/>
          <a:lstStyle/>
          <a:p>
            <a:pPr algn="ctr" indent="0" marL="0">
              <a:buNone/>
            </a:pPr>
            <a:r>
              <a:rPr lang="en-US" sz="1500" i="1" dirty="0">
                <a:solidFill>
                  <a:schemeClr val="tx1"/>
                </a:solidFill>
              </a:rPr>
              <a:t>yesterday · last… · …ago · in 2019</a:t>
            </a:r>
            <a:endParaRPr lang="en-US" sz="1500" dirty="0"/>
          </a:p>
        </p:txBody>
      </p:sp>
      <p:sp>
        <p:nvSpPr>
          <p:cNvPr id="25" name="Shape 22"/>
          <p:cNvSpPr/>
          <p:nvPr/>
        </p:nvSpPr>
        <p:spPr>
          <a:xfrm>
            <a:off x="548640" y="4663440"/>
            <a:ext cx="11091672" cy="1508760"/>
          </a:xfrm>
          <a:prstGeom prst="roundRect">
            <a:avLst>
              <a:gd name="adj" fmla="val 7273"/>
            </a:avLst>
          </a:prstGeom>
          <a:solidFill>
            <a:schemeClr val="bg2"/>
          </a:solidFill>
          <a:ln w="12700">
            <a:solidFill>
              <a:srgbClr val="D5DCE6"/>
            </a:solidFill>
            <a:prstDash val="solid"/>
          </a:ln>
        </p:spPr>
      </p:sp>
      <p:sp>
        <p:nvSpPr>
          <p:cNvPr id="26" name="Text 23"/>
          <p:cNvSpPr txBox="1"/>
          <p:nvPr/>
        </p:nvSpPr>
        <p:spPr>
          <a:xfrm>
            <a:off x="777240" y="4663440"/>
            <a:ext cx="10698480" cy="1508760"/>
          </a:xfrm>
          <a:prstGeom prst="rect">
            <a:avLst/>
          </a:prstGeom>
          <a:noFill/>
          <a:ln/>
        </p:spPr>
        <p:txBody>
          <a:bodyPr wrap="square" lIns="0" tIns="0" rIns="0" bIns="0" rtlCol="0" anchor="ctr"/>
          <a:lstStyle/>
          <a:p>
            <a:pPr algn="l" indent="0" marL="0">
              <a:spcAft>
                <a:spcPts val="600"/>
              </a:spcAft>
              <a:buNone/>
            </a:pPr>
            <a:r>
              <a:rPr lang="en-US" sz="1500" b="1" dirty="0">
                <a:solidFill>
                  <a:schemeClr val="tx1"/>
                </a:solidFill>
              </a:rPr>
              <a:t>Spelling</a:t>
            </a:r>
            <a:r>
              <a:rPr lang="en-US" sz="1500" dirty="0">
                <a:solidFill>
                  <a:schemeClr val="tx1"/>
                </a:solidFill>
              </a:rPr>
              <a:t>: </a:t>
            </a:r>
            <a:r>
              <a:rPr lang="en-US" sz="1500" i="1" dirty="0">
                <a:solidFill>
                  <a:schemeClr val="tx1"/>
                </a:solidFill>
              </a:rPr>
              <a:t>lived · studied · stopped · played</a:t>
            </a:r>
            <a:r>
              <a:rPr lang="en-US" sz="1500" dirty="0">
                <a:solidFill>
                  <a:schemeClr val="tx1"/>
                </a:solidFill>
              </a:rPr>
              <a:t> — </a:t>
            </a:r>
            <a:r>
              <a:rPr lang="en-US" sz="1500" b="1" dirty="0">
                <a:solidFill>
                  <a:schemeClr val="tx1"/>
                </a:solidFill>
              </a:rPr>
              <a:t>Sounds</a:t>
            </a:r>
            <a:r>
              <a:rPr lang="en-US" sz="1500" dirty="0">
                <a:solidFill>
                  <a:schemeClr val="tx1"/>
                </a:solidFill>
              </a:rPr>
              <a:t>: /t/ </a:t>
            </a:r>
            <a:r>
              <a:rPr lang="en-US" sz="1500" i="1" dirty="0">
                <a:solidFill>
                  <a:schemeClr val="tx1"/>
                </a:solidFill>
              </a:rPr>
              <a:t>worked</a:t>
            </a:r>
            <a:r>
              <a:rPr lang="en-US" sz="1500" dirty="0">
                <a:solidFill>
                  <a:schemeClr val="tx1"/>
                </a:solidFill>
              </a:rPr>
              <a:t> · /d/ </a:t>
            </a:r>
            <a:r>
              <a:rPr lang="en-US" sz="1500" i="1" dirty="0">
                <a:solidFill>
                  <a:schemeClr val="tx1"/>
                </a:solidFill>
              </a:rPr>
              <a:t>played</a:t>
            </a:r>
            <a:r>
              <a:rPr lang="en-US" sz="1500" dirty="0">
                <a:solidFill>
                  <a:schemeClr val="tx1"/>
                </a:solidFill>
              </a:rPr>
              <a:t> · /ɪd/ </a:t>
            </a:r>
            <a:r>
              <a:rPr lang="en-US" sz="1500" i="1" dirty="0">
                <a:solidFill>
                  <a:schemeClr val="tx1"/>
                </a:solidFill>
              </a:rPr>
              <a:t>wanted</a:t>
            </a:r>
            <a:endParaRPr lang="en-US" sz="1500" dirty="0"/>
          </a:p>
          <a:p>
            <a:pPr algn="l" indent="0" marL="0">
              <a:spcAft>
                <a:spcPts val="600"/>
              </a:spcAft>
              <a:buNone/>
            </a:pPr>
            <a:r>
              <a:rPr lang="en-US" sz="1500" b="1" dirty="0">
                <a:solidFill>
                  <a:schemeClr val="tx1"/>
                </a:solidFill>
              </a:rPr>
              <a:t>Exceptions</a:t>
            </a:r>
            <a:r>
              <a:rPr lang="en-US" sz="1500" dirty="0">
                <a:solidFill>
                  <a:schemeClr val="tx1"/>
                </a:solidFill>
              </a:rPr>
              <a:t>: irregular verbs (learn them!) · </a:t>
            </a:r>
            <a:r>
              <a:rPr lang="en-US" sz="1500" i="1" dirty="0">
                <a:solidFill>
                  <a:schemeClr val="tx1"/>
                </a:solidFill>
              </a:rPr>
              <a:t>was / were</a:t>
            </a:r>
            <a:r>
              <a:rPr lang="en-US" sz="1500" dirty="0">
                <a:solidFill>
                  <a:schemeClr val="tx1"/>
                </a:solidFill>
              </a:rPr>
              <a:t> (no </a:t>
            </a:r>
            <a:r>
              <a:rPr lang="en-US" sz="1500" i="1" dirty="0">
                <a:solidFill>
                  <a:schemeClr val="tx1"/>
                </a:solidFill>
              </a:rPr>
              <a:t>did</a:t>
            </a:r>
            <a:r>
              <a:rPr lang="en-US" sz="1500" dirty="0">
                <a:solidFill>
                  <a:schemeClr val="tx1"/>
                </a:solidFill>
              </a:rPr>
              <a:t>) · </a:t>
            </a:r>
            <a:r>
              <a:rPr lang="en-US" sz="1500" i="1" dirty="0">
                <a:solidFill>
                  <a:schemeClr val="tx1"/>
                </a:solidFill>
              </a:rPr>
              <a:t>Who called?</a:t>
            </a:r>
            <a:r>
              <a:rPr lang="en-US" sz="1500" dirty="0">
                <a:solidFill>
                  <a:schemeClr val="tx1"/>
                </a:solidFill>
              </a:rPr>
              <a:t> (no </a:t>
            </a:r>
            <a:r>
              <a:rPr lang="en-US" sz="1500" i="1" dirty="0">
                <a:solidFill>
                  <a:schemeClr val="tx1"/>
                </a:solidFill>
              </a:rPr>
              <a:t>did</a:t>
            </a:r>
            <a:r>
              <a:rPr lang="en-US" sz="1500" dirty="0">
                <a:solidFill>
                  <a:schemeClr val="tx1"/>
                </a:solidFill>
              </a:rPr>
              <a:t>)</a:t>
            </a:r>
            <a:endParaRPr lang="en-US" sz="1500" dirty="0"/>
          </a:p>
        </p:txBody>
      </p:sp>
      <p:pic>
        <p:nvPicPr>
          <p:cNvPr id="27"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Exercises</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YOUR TURN!</a:t>
            </a:r>
            <a:endParaRPr lang="en-US" sz="5400" dirty="0"/>
          </a:p>
        </p:txBody>
      </p:sp>
      <p:sp>
        <p:nvSpPr>
          <p:cNvPr id="6" name="Shape 3"/>
          <p:cNvSpPr/>
          <p:nvPr/>
        </p:nvSpPr>
        <p:spPr>
          <a:xfrm>
            <a:off x="548640"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1700784" y="2770632"/>
            <a:ext cx="384048" cy="384048"/>
          </a:xfrm>
          <a:prstGeom prst="rect">
            <a:avLst/>
          </a:prstGeom>
        </p:spPr>
      </p:pic>
      <p:sp>
        <p:nvSpPr>
          <p:cNvPr id="10" name="Text 6"/>
          <p:cNvSpPr txBox="1"/>
          <p:nvPr/>
        </p:nvSpPr>
        <p:spPr>
          <a:xfrm>
            <a:off x="685800"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The -ed machine</a:t>
            </a:r>
            <a:endParaRPr lang="en-US" sz="1600" dirty="0"/>
          </a:p>
        </p:txBody>
      </p:sp>
      <p:sp>
        <p:nvSpPr>
          <p:cNvPr id="11" name="Text 7"/>
          <p:cNvSpPr txBox="1"/>
          <p:nvPr/>
        </p:nvSpPr>
        <p:spPr>
          <a:xfrm>
            <a:off x="685800"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478024"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2615184"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2615184"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olumeUp">    </p:cNvPr>
          <p:cNvPicPr>
            <a:picLocks noChangeAspect="1"/>
          </p:cNvPicPr>
          <p:nvPr/>
        </p:nvPicPr>
        <p:blipFill>
          <a:blip r:embed="rId2"/>
          <a:stretch>
            <a:fillRect/>
          </a:stretch>
        </p:blipFill>
        <p:spPr>
          <a:xfrm>
            <a:off x="3630168" y="2770632"/>
            <a:ext cx="384048" cy="384048"/>
          </a:xfrm>
          <a:prstGeom prst="rect">
            <a:avLst/>
          </a:prstGeom>
        </p:spPr>
      </p:pic>
      <p:sp>
        <p:nvSpPr>
          <p:cNvPr id="16" name="Text 11"/>
          <p:cNvSpPr txBox="1"/>
          <p:nvPr/>
        </p:nvSpPr>
        <p:spPr>
          <a:xfrm>
            <a:off x="2615184"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/t/ /d/ /ɪd/</a:t>
            </a:r>
            <a:endParaRPr lang="en-US" sz="1600" dirty="0"/>
          </a:p>
        </p:txBody>
      </p:sp>
      <p:sp>
        <p:nvSpPr>
          <p:cNvPr id="17" name="Text 12"/>
          <p:cNvSpPr txBox="1"/>
          <p:nvPr/>
        </p:nvSpPr>
        <p:spPr>
          <a:xfrm>
            <a:off x="2615184"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4407408"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4544568"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4544568"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lone">    </p:cNvPr>
          <p:cNvPicPr>
            <a:picLocks noChangeAspect="1"/>
          </p:cNvPicPr>
          <p:nvPr/>
        </p:nvPicPr>
        <p:blipFill>
          <a:blip r:embed="rId3"/>
          <a:stretch>
            <a:fillRect/>
          </a:stretch>
        </p:blipFill>
        <p:spPr>
          <a:xfrm>
            <a:off x="5559552" y="2770632"/>
            <a:ext cx="384048" cy="384048"/>
          </a:xfrm>
          <a:prstGeom prst="rect">
            <a:avLst/>
          </a:prstGeom>
        </p:spPr>
      </p:pic>
      <p:sp>
        <p:nvSpPr>
          <p:cNvPr id="22" name="Text 16"/>
          <p:cNvSpPr txBox="1"/>
          <p:nvPr/>
        </p:nvSpPr>
        <p:spPr>
          <a:xfrm>
            <a:off x="4544568"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Memory</a:t>
            </a:r>
            <a:endParaRPr lang="en-US" sz="1600" dirty="0"/>
          </a:p>
        </p:txBody>
      </p:sp>
      <p:sp>
        <p:nvSpPr>
          <p:cNvPr id="23" name="Text 17"/>
          <p:cNvSpPr txBox="1"/>
          <p:nvPr/>
        </p:nvSpPr>
        <p:spPr>
          <a:xfrm>
            <a:off x="4544568"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6336792"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473952"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473952"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alendarAlt">    </p:cNvPr>
          <p:cNvPicPr>
            <a:picLocks noChangeAspect="1"/>
          </p:cNvPicPr>
          <p:nvPr/>
        </p:nvPicPr>
        <p:blipFill>
          <a:blip r:embed="rId4"/>
          <a:stretch>
            <a:fillRect/>
          </a:stretch>
        </p:blipFill>
        <p:spPr>
          <a:xfrm>
            <a:off x="7488936" y="2770632"/>
            <a:ext cx="384048" cy="384048"/>
          </a:xfrm>
          <a:prstGeom prst="rect">
            <a:avLst/>
          </a:prstGeom>
        </p:spPr>
      </p:pic>
      <p:sp>
        <p:nvSpPr>
          <p:cNvPr id="28" name="Text 21"/>
          <p:cNvSpPr txBox="1"/>
          <p:nvPr/>
        </p:nvSpPr>
        <p:spPr>
          <a:xfrm>
            <a:off x="6473952"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My Saturday</a:t>
            </a:r>
            <a:endParaRPr lang="en-US" sz="1600" dirty="0"/>
          </a:p>
        </p:txBody>
      </p:sp>
      <p:sp>
        <p:nvSpPr>
          <p:cNvPr id="29" name="Text 22"/>
          <p:cNvSpPr txBox="1"/>
          <p:nvPr/>
        </p:nvSpPr>
        <p:spPr>
          <a:xfrm>
            <a:off x="6473952"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8266176"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8403336" y="27432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8403336"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9418320" y="2770632"/>
            <a:ext cx="384048" cy="384048"/>
          </a:xfrm>
          <a:prstGeom prst="rect">
            <a:avLst/>
          </a:prstGeom>
        </p:spPr>
      </p:pic>
      <p:sp>
        <p:nvSpPr>
          <p:cNvPr id="34" name="Text 26"/>
          <p:cNvSpPr txBox="1"/>
          <p:nvPr/>
        </p:nvSpPr>
        <p:spPr>
          <a:xfrm>
            <a:off x="8403336"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No? Yes?</a:t>
            </a:r>
            <a:endParaRPr lang="en-US" sz="1600" dirty="0"/>
          </a:p>
        </p:txBody>
      </p:sp>
      <p:sp>
        <p:nvSpPr>
          <p:cNvPr id="35" name="Text 27"/>
          <p:cNvSpPr txBox="1"/>
          <p:nvPr/>
        </p:nvSpPr>
        <p:spPr>
          <a:xfrm>
            <a:off x="8403336"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548640"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uzzlePiece">    </p:cNvPr>
          <p:cNvPicPr>
            <a:picLocks noChangeAspect="1"/>
          </p:cNvPicPr>
          <p:nvPr/>
        </p:nvPicPr>
        <p:blipFill>
          <a:blip r:embed="rId6"/>
          <a:stretch>
            <a:fillRect/>
          </a:stretch>
        </p:blipFill>
        <p:spPr>
          <a:xfrm>
            <a:off x="1700784" y="4599432"/>
            <a:ext cx="384048" cy="384048"/>
          </a:xfrm>
          <a:prstGeom prst="rect">
            <a:avLst/>
          </a:prstGeom>
        </p:spPr>
      </p:pic>
      <p:sp>
        <p:nvSpPr>
          <p:cNvPr id="40" name="Text 31"/>
          <p:cNvSpPr txBox="1"/>
          <p:nvPr/>
        </p:nvSpPr>
        <p:spPr>
          <a:xfrm>
            <a:off x="685800"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Word order</a:t>
            </a:r>
            <a:endParaRPr lang="en-US" sz="1600" dirty="0"/>
          </a:p>
        </p:txBody>
      </p:sp>
      <p:sp>
        <p:nvSpPr>
          <p:cNvPr id="41" name="Text 32"/>
          <p:cNvSpPr txBox="1"/>
          <p:nvPr/>
        </p:nvSpPr>
        <p:spPr>
          <a:xfrm>
            <a:off x="685800"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2478024"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2615184"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2615184"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Question">    </p:cNvPr>
          <p:cNvPicPr>
            <a:picLocks noChangeAspect="1"/>
          </p:cNvPicPr>
          <p:nvPr/>
        </p:nvPicPr>
        <p:blipFill>
          <a:blip r:embed="rId7"/>
          <a:stretch>
            <a:fillRect/>
          </a:stretch>
        </p:blipFill>
        <p:spPr>
          <a:xfrm>
            <a:off x="3630168" y="4599432"/>
            <a:ext cx="384048" cy="384048"/>
          </a:xfrm>
          <a:prstGeom prst="rect">
            <a:avLst/>
          </a:prstGeom>
        </p:spPr>
      </p:pic>
      <p:sp>
        <p:nvSpPr>
          <p:cNvPr id="46" name="Text 36"/>
          <p:cNvSpPr txBox="1"/>
          <p:nvPr/>
        </p:nvSpPr>
        <p:spPr>
          <a:xfrm>
            <a:off x="2615184"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Find the question</a:t>
            </a:r>
            <a:endParaRPr lang="en-US" sz="1600" dirty="0"/>
          </a:p>
        </p:txBody>
      </p:sp>
      <p:sp>
        <p:nvSpPr>
          <p:cNvPr id="47" name="Text 37"/>
          <p:cNvSpPr txBox="1"/>
          <p:nvPr/>
        </p:nvSpPr>
        <p:spPr>
          <a:xfrm>
            <a:off x="2615184"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4407408"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4544568"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4544568"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Search">    </p:cNvPr>
          <p:cNvPicPr>
            <a:picLocks noChangeAspect="1"/>
          </p:cNvPicPr>
          <p:nvPr/>
        </p:nvPicPr>
        <p:blipFill>
          <a:blip r:embed="rId8"/>
          <a:stretch>
            <a:fillRect/>
          </a:stretch>
        </p:blipFill>
        <p:spPr>
          <a:xfrm>
            <a:off x="5559552" y="4599432"/>
            <a:ext cx="384048" cy="384048"/>
          </a:xfrm>
          <a:prstGeom prst="rect">
            <a:avLst/>
          </a:prstGeom>
        </p:spPr>
      </p:pic>
      <p:sp>
        <p:nvSpPr>
          <p:cNvPr id="52" name="Text 41"/>
          <p:cNvSpPr txBox="1"/>
          <p:nvPr/>
        </p:nvSpPr>
        <p:spPr>
          <a:xfrm>
            <a:off x="4544568"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Detective</a:t>
            </a:r>
            <a:endParaRPr lang="en-US" sz="1600" dirty="0"/>
          </a:p>
        </p:txBody>
      </p:sp>
      <p:sp>
        <p:nvSpPr>
          <p:cNvPr id="53" name="Text 42"/>
          <p:cNvSpPr txBox="1"/>
          <p:nvPr/>
        </p:nvSpPr>
        <p:spPr>
          <a:xfrm>
            <a:off x="4544568"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54" name="Shape 43"/>
          <p:cNvSpPr/>
          <p:nvPr/>
        </p:nvSpPr>
        <p:spPr>
          <a:xfrm>
            <a:off x="6336792"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55" name="Shape 44"/>
          <p:cNvSpPr/>
          <p:nvPr/>
        </p:nvSpPr>
        <p:spPr>
          <a:xfrm>
            <a:off x="6473952" y="4572000"/>
            <a:ext cx="438912" cy="438912"/>
          </a:xfrm>
          <a:prstGeom prst="ellipse">
            <a:avLst/>
          </a:prstGeom>
          <a:solidFill>
            <a:schemeClr val="accent1"/>
          </a:solidFill>
          <a:ln w="12700">
            <a:solidFill>
              <a:srgbClr val="FFFFFF">
                <a:alpha val="0"/>
              </a:srgbClr>
            </a:solidFill>
            <a:prstDash val="solid"/>
          </a:ln>
        </p:spPr>
      </p:sp>
      <p:sp>
        <p:nvSpPr>
          <p:cNvPr id="56" name="Text 45"/>
          <p:cNvSpPr txBox="1"/>
          <p:nvPr/>
        </p:nvSpPr>
        <p:spPr>
          <a:xfrm>
            <a:off x="6473952"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pic>
        <p:nvPicPr>
          <p:cNvPr id="57" name="Image 8" descr="TheaterMasks">    </p:cNvPr>
          <p:cNvPicPr>
            <a:picLocks noChangeAspect="1"/>
          </p:cNvPicPr>
          <p:nvPr/>
        </p:nvPicPr>
        <p:blipFill>
          <a:blip r:embed="rId9"/>
          <a:stretch>
            <a:fillRect/>
          </a:stretch>
        </p:blipFill>
        <p:spPr>
          <a:xfrm>
            <a:off x="7488936" y="4599432"/>
            <a:ext cx="384048" cy="384048"/>
          </a:xfrm>
          <a:prstGeom prst="rect">
            <a:avLst/>
          </a:prstGeom>
        </p:spPr>
      </p:pic>
      <p:sp>
        <p:nvSpPr>
          <p:cNvPr id="58" name="Text 46"/>
          <p:cNvSpPr txBox="1"/>
          <p:nvPr/>
        </p:nvSpPr>
        <p:spPr>
          <a:xfrm>
            <a:off x="6473952"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Two truths, one lie</a:t>
            </a:r>
            <a:endParaRPr lang="en-US" sz="1600" dirty="0"/>
          </a:p>
        </p:txBody>
      </p:sp>
      <p:sp>
        <p:nvSpPr>
          <p:cNvPr id="59" name="Text 47"/>
          <p:cNvSpPr txBox="1"/>
          <p:nvPr/>
        </p:nvSpPr>
        <p:spPr>
          <a:xfrm>
            <a:off x="6473952"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0" name="Shape 48"/>
          <p:cNvSpPr/>
          <p:nvPr/>
        </p:nvSpPr>
        <p:spPr>
          <a:xfrm>
            <a:off x="8266176"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61" name="Shape 49"/>
          <p:cNvSpPr/>
          <p:nvPr/>
        </p:nvSpPr>
        <p:spPr>
          <a:xfrm>
            <a:off x="8403336" y="4572000"/>
            <a:ext cx="438912" cy="438912"/>
          </a:xfrm>
          <a:prstGeom prst="ellipse">
            <a:avLst/>
          </a:prstGeom>
          <a:solidFill>
            <a:schemeClr val="accent1"/>
          </a:solidFill>
          <a:ln w="12700">
            <a:solidFill>
              <a:srgbClr val="FFFFFF">
                <a:alpha val="0"/>
              </a:srgbClr>
            </a:solidFill>
            <a:prstDash val="solid"/>
          </a:ln>
        </p:spPr>
      </p:sp>
      <p:sp>
        <p:nvSpPr>
          <p:cNvPr id="62" name="Text 50"/>
          <p:cNvSpPr txBox="1"/>
          <p:nvPr/>
        </p:nvSpPr>
        <p:spPr>
          <a:xfrm>
            <a:off x="8403336"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pic>
        <p:nvPicPr>
          <p:cNvPr id="63" name="Image 9" descr="Users">    </p:cNvPr>
          <p:cNvPicPr>
            <a:picLocks noChangeAspect="1"/>
          </p:cNvPicPr>
          <p:nvPr/>
        </p:nvPicPr>
        <p:blipFill>
          <a:blip r:embed="rId10"/>
          <a:stretch>
            <a:fillRect/>
          </a:stretch>
        </p:blipFill>
        <p:spPr>
          <a:xfrm>
            <a:off x="9418320" y="4599432"/>
            <a:ext cx="384048" cy="384048"/>
          </a:xfrm>
          <a:prstGeom prst="rect">
            <a:avLst/>
          </a:prstGeom>
        </p:spPr>
      </p:pic>
      <p:sp>
        <p:nvSpPr>
          <p:cNvPr id="64" name="Text 51"/>
          <p:cNvSpPr txBox="1"/>
          <p:nvPr/>
        </p:nvSpPr>
        <p:spPr>
          <a:xfrm>
            <a:off x="8403336"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Monday morning</a:t>
            </a:r>
            <a:endParaRPr lang="en-US" sz="1600" dirty="0"/>
          </a:p>
        </p:txBody>
      </p:sp>
      <p:sp>
        <p:nvSpPr>
          <p:cNvPr id="65" name="Text 52"/>
          <p:cNvSpPr txBox="1"/>
          <p:nvPr/>
        </p:nvSpPr>
        <p:spPr>
          <a:xfrm>
            <a:off x="8403336"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66" name="Image 10" descr="man teacher">    </p:cNvPr>
          <p:cNvPicPr>
            <a:picLocks noChangeAspect="1"/>
          </p:cNvPicPr>
          <p:nvPr/>
        </p:nvPicPr>
        <p:blipFill>
          <a:blip r:embed="rId11"/>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 — The -ed machine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Write the past simple. Which spelling rule?</a:t>
            </a:r>
            <a:endParaRPr lang="en-US" sz="1700" dirty="0"/>
          </a:p>
        </p:txBody>
      </p:sp>
      <p:sp>
        <p:nvSpPr>
          <p:cNvPr id="8" name="Shape 4"/>
          <p:cNvSpPr/>
          <p:nvPr/>
        </p:nvSpPr>
        <p:spPr>
          <a:xfrm>
            <a:off x="548640" y="1969008"/>
            <a:ext cx="5454396" cy="756514"/>
          </a:xfrm>
          <a:prstGeom prst="roundRect">
            <a:avLst>
              <a:gd name="adj" fmla="val 12087"/>
            </a:avLst>
          </a:prstGeom>
          <a:solidFill>
            <a:schemeClr val="bg2"/>
          </a:solidFill>
          <a:ln w="9525">
            <a:solidFill>
              <a:srgbClr val="D5DCE6"/>
            </a:solidFill>
            <a:prstDash val="solid"/>
          </a:ln>
        </p:spPr>
      </p:sp>
      <p:sp>
        <p:nvSpPr>
          <p:cNvPr id="9" name="Text 5"/>
          <p:cNvSpPr txBox="1"/>
          <p:nvPr/>
        </p:nvSpPr>
        <p:spPr>
          <a:xfrm>
            <a:off x="640080" y="1969008"/>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0" name="Shape 6"/>
          <p:cNvSpPr/>
          <p:nvPr/>
        </p:nvSpPr>
        <p:spPr>
          <a:xfrm>
            <a:off x="1051560" y="2100377"/>
            <a:ext cx="1371600" cy="402336"/>
          </a:xfrm>
          <a:prstGeom prst="roundRect">
            <a:avLst>
              <a:gd name="adj" fmla="val 27273"/>
            </a:avLst>
          </a:prstGeom>
          <a:solidFill>
            <a:srgbClr val="FBEDEB"/>
          </a:solidFill>
          <a:ln w="19050">
            <a:solidFill>
              <a:srgbClr val="B83227"/>
            </a:solidFill>
            <a:prstDash val="solid"/>
          </a:ln>
        </p:spPr>
      </p:sp>
      <p:sp>
        <p:nvSpPr>
          <p:cNvPr id="11" name="Text 7"/>
          <p:cNvSpPr txBox="1"/>
          <p:nvPr/>
        </p:nvSpPr>
        <p:spPr>
          <a:xfrm>
            <a:off x="1051560" y="2100377"/>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play</a:t>
            </a:r>
            <a:endParaRPr lang="en-US" sz="1600" dirty="0"/>
          </a:p>
        </p:txBody>
      </p:sp>
      <p:sp>
        <p:nvSpPr>
          <p:cNvPr id="12" name="Text 8"/>
          <p:cNvSpPr txBox="1"/>
          <p:nvPr/>
        </p:nvSpPr>
        <p:spPr>
          <a:xfrm>
            <a:off x="2514600" y="1969008"/>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3" name="Text 9"/>
          <p:cNvSpPr txBox="1"/>
          <p:nvPr/>
        </p:nvSpPr>
        <p:spPr>
          <a:xfrm>
            <a:off x="3063240" y="1969008"/>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14" name="Shape 10"/>
          <p:cNvSpPr/>
          <p:nvPr/>
        </p:nvSpPr>
        <p:spPr>
          <a:xfrm>
            <a:off x="548640" y="2816962"/>
            <a:ext cx="5454396" cy="756514"/>
          </a:xfrm>
          <a:prstGeom prst="roundRect">
            <a:avLst>
              <a:gd name="adj" fmla="val 12087"/>
            </a:avLst>
          </a:prstGeom>
          <a:solidFill>
            <a:srgbClr val="FFFFFF"/>
          </a:solidFill>
          <a:ln w="9525">
            <a:solidFill>
              <a:srgbClr val="D5DCE6"/>
            </a:solidFill>
            <a:prstDash val="solid"/>
          </a:ln>
        </p:spPr>
      </p:sp>
      <p:sp>
        <p:nvSpPr>
          <p:cNvPr id="15" name="Text 11"/>
          <p:cNvSpPr txBox="1"/>
          <p:nvPr/>
        </p:nvSpPr>
        <p:spPr>
          <a:xfrm>
            <a:off x="640080" y="2816962"/>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6" name="Shape 12"/>
          <p:cNvSpPr/>
          <p:nvPr/>
        </p:nvSpPr>
        <p:spPr>
          <a:xfrm>
            <a:off x="1051560" y="2948330"/>
            <a:ext cx="1371600" cy="402336"/>
          </a:xfrm>
          <a:prstGeom prst="roundRect">
            <a:avLst>
              <a:gd name="adj" fmla="val 27273"/>
            </a:avLst>
          </a:prstGeom>
          <a:solidFill>
            <a:srgbClr val="FBEDEB"/>
          </a:solidFill>
          <a:ln w="19050">
            <a:solidFill>
              <a:srgbClr val="B83227"/>
            </a:solidFill>
            <a:prstDash val="solid"/>
          </a:ln>
        </p:spPr>
      </p:sp>
      <p:sp>
        <p:nvSpPr>
          <p:cNvPr id="17" name="Text 13"/>
          <p:cNvSpPr txBox="1"/>
          <p:nvPr/>
        </p:nvSpPr>
        <p:spPr>
          <a:xfrm>
            <a:off x="1051560" y="2948330"/>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study</a:t>
            </a:r>
            <a:endParaRPr lang="en-US" sz="1600" dirty="0"/>
          </a:p>
        </p:txBody>
      </p:sp>
      <p:sp>
        <p:nvSpPr>
          <p:cNvPr id="18" name="Text 14"/>
          <p:cNvSpPr txBox="1"/>
          <p:nvPr/>
        </p:nvSpPr>
        <p:spPr>
          <a:xfrm>
            <a:off x="2514600" y="2816962"/>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9" name="Text 15"/>
          <p:cNvSpPr txBox="1"/>
          <p:nvPr/>
        </p:nvSpPr>
        <p:spPr>
          <a:xfrm>
            <a:off x="3063240" y="2816962"/>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0" name="Shape 16"/>
          <p:cNvSpPr/>
          <p:nvPr/>
        </p:nvSpPr>
        <p:spPr>
          <a:xfrm>
            <a:off x="548640" y="3664915"/>
            <a:ext cx="5454396" cy="756514"/>
          </a:xfrm>
          <a:prstGeom prst="roundRect">
            <a:avLst>
              <a:gd name="adj" fmla="val 12087"/>
            </a:avLst>
          </a:prstGeom>
          <a:solidFill>
            <a:schemeClr val="bg2"/>
          </a:solidFill>
          <a:ln w="9525">
            <a:solidFill>
              <a:srgbClr val="D5DCE6"/>
            </a:solidFill>
            <a:prstDash val="solid"/>
          </a:ln>
        </p:spPr>
      </p:sp>
      <p:sp>
        <p:nvSpPr>
          <p:cNvPr id="21" name="Text 17"/>
          <p:cNvSpPr txBox="1"/>
          <p:nvPr/>
        </p:nvSpPr>
        <p:spPr>
          <a:xfrm>
            <a:off x="640080" y="3664915"/>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2" name="Shape 18"/>
          <p:cNvSpPr/>
          <p:nvPr/>
        </p:nvSpPr>
        <p:spPr>
          <a:xfrm>
            <a:off x="1051560" y="3796284"/>
            <a:ext cx="1371600" cy="402336"/>
          </a:xfrm>
          <a:prstGeom prst="roundRect">
            <a:avLst>
              <a:gd name="adj" fmla="val 27273"/>
            </a:avLst>
          </a:prstGeom>
          <a:solidFill>
            <a:srgbClr val="FBEDEB"/>
          </a:solidFill>
          <a:ln w="19050">
            <a:solidFill>
              <a:srgbClr val="B83227"/>
            </a:solidFill>
            <a:prstDash val="solid"/>
          </a:ln>
        </p:spPr>
      </p:sp>
      <p:sp>
        <p:nvSpPr>
          <p:cNvPr id="23" name="Text 19"/>
          <p:cNvSpPr txBox="1"/>
          <p:nvPr/>
        </p:nvSpPr>
        <p:spPr>
          <a:xfrm>
            <a:off x="1051560" y="379628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stop</a:t>
            </a:r>
            <a:endParaRPr lang="en-US" sz="1600" dirty="0"/>
          </a:p>
        </p:txBody>
      </p:sp>
      <p:sp>
        <p:nvSpPr>
          <p:cNvPr id="24" name="Text 20"/>
          <p:cNvSpPr txBox="1"/>
          <p:nvPr/>
        </p:nvSpPr>
        <p:spPr>
          <a:xfrm>
            <a:off x="2514600" y="3664915"/>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5" name="Text 21"/>
          <p:cNvSpPr txBox="1"/>
          <p:nvPr/>
        </p:nvSpPr>
        <p:spPr>
          <a:xfrm>
            <a:off x="3063240" y="3664915"/>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6" name="Shape 22"/>
          <p:cNvSpPr/>
          <p:nvPr/>
        </p:nvSpPr>
        <p:spPr>
          <a:xfrm>
            <a:off x="548640" y="4512869"/>
            <a:ext cx="5454396" cy="756514"/>
          </a:xfrm>
          <a:prstGeom prst="roundRect">
            <a:avLst>
              <a:gd name="adj" fmla="val 12087"/>
            </a:avLst>
          </a:prstGeom>
          <a:solidFill>
            <a:srgbClr val="FFFFFF"/>
          </a:solidFill>
          <a:ln w="9525">
            <a:solidFill>
              <a:srgbClr val="D5DCE6"/>
            </a:solidFill>
            <a:prstDash val="solid"/>
          </a:ln>
        </p:spPr>
      </p:sp>
      <p:sp>
        <p:nvSpPr>
          <p:cNvPr id="27" name="Text 23"/>
          <p:cNvSpPr txBox="1"/>
          <p:nvPr/>
        </p:nvSpPr>
        <p:spPr>
          <a:xfrm>
            <a:off x="640080" y="4512869"/>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28" name="Shape 24"/>
          <p:cNvSpPr/>
          <p:nvPr/>
        </p:nvSpPr>
        <p:spPr>
          <a:xfrm>
            <a:off x="1051560" y="4644238"/>
            <a:ext cx="1371600" cy="402336"/>
          </a:xfrm>
          <a:prstGeom prst="roundRect">
            <a:avLst>
              <a:gd name="adj" fmla="val 27273"/>
            </a:avLst>
          </a:prstGeom>
          <a:solidFill>
            <a:srgbClr val="FBEDEB"/>
          </a:solidFill>
          <a:ln w="19050">
            <a:solidFill>
              <a:srgbClr val="B83227"/>
            </a:solidFill>
            <a:prstDash val="solid"/>
          </a:ln>
        </p:spPr>
      </p:sp>
      <p:sp>
        <p:nvSpPr>
          <p:cNvPr id="29" name="Text 25"/>
          <p:cNvSpPr txBox="1"/>
          <p:nvPr/>
        </p:nvSpPr>
        <p:spPr>
          <a:xfrm>
            <a:off x="1051560" y="4644238"/>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live</a:t>
            </a:r>
            <a:endParaRPr lang="en-US" sz="1600" dirty="0"/>
          </a:p>
        </p:txBody>
      </p:sp>
      <p:sp>
        <p:nvSpPr>
          <p:cNvPr id="30" name="Text 26"/>
          <p:cNvSpPr txBox="1"/>
          <p:nvPr/>
        </p:nvSpPr>
        <p:spPr>
          <a:xfrm>
            <a:off x="2514600" y="4512869"/>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1" name="Text 27"/>
          <p:cNvSpPr txBox="1"/>
          <p:nvPr/>
        </p:nvSpPr>
        <p:spPr>
          <a:xfrm>
            <a:off x="3063240" y="4512869"/>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32" name="Shape 28"/>
          <p:cNvSpPr/>
          <p:nvPr/>
        </p:nvSpPr>
        <p:spPr>
          <a:xfrm>
            <a:off x="548640" y="5360822"/>
            <a:ext cx="5454396" cy="756514"/>
          </a:xfrm>
          <a:prstGeom prst="roundRect">
            <a:avLst>
              <a:gd name="adj" fmla="val 12087"/>
            </a:avLst>
          </a:prstGeom>
          <a:solidFill>
            <a:schemeClr val="bg2"/>
          </a:solidFill>
          <a:ln w="9525">
            <a:solidFill>
              <a:srgbClr val="D5DCE6"/>
            </a:solidFill>
            <a:prstDash val="solid"/>
          </a:ln>
        </p:spPr>
      </p:sp>
      <p:sp>
        <p:nvSpPr>
          <p:cNvPr id="33" name="Text 29"/>
          <p:cNvSpPr txBox="1"/>
          <p:nvPr/>
        </p:nvSpPr>
        <p:spPr>
          <a:xfrm>
            <a:off x="640080" y="5360822"/>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4" name="Shape 30"/>
          <p:cNvSpPr/>
          <p:nvPr/>
        </p:nvSpPr>
        <p:spPr>
          <a:xfrm>
            <a:off x="1051560" y="5492191"/>
            <a:ext cx="1371600" cy="402336"/>
          </a:xfrm>
          <a:prstGeom prst="roundRect">
            <a:avLst>
              <a:gd name="adj" fmla="val 27273"/>
            </a:avLst>
          </a:prstGeom>
          <a:solidFill>
            <a:srgbClr val="FBEDEB"/>
          </a:solidFill>
          <a:ln w="19050">
            <a:solidFill>
              <a:srgbClr val="B83227"/>
            </a:solidFill>
            <a:prstDash val="solid"/>
          </a:ln>
        </p:spPr>
      </p:sp>
      <p:sp>
        <p:nvSpPr>
          <p:cNvPr id="35" name="Text 31"/>
          <p:cNvSpPr txBox="1"/>
          <p:nvPr/>
        </p:nvSpPr>
        <p:spPr>
          <a:xfrm>
            <a:off x="1051560" y="5492191"/>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plan</a:t>
            </a:r>
            <a:endParaRPr lang="en-US" sz="1600" dirty="0"/>
          </a:p>
        </p:txBody>
      </p:sp>
      <p:sp>
        <p:nvSpPr>
          <p:cNvPr id="36" name="Text 32"/>
          <p:cNvSpPr txBox="1"/>
          <p:nvPr/>
        </p:nvSpPr>
        <p:spPr>
          <a:xfrm>
            <a:off x="2514600" y="5360822"/>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Text 33"/>
          <p:cNvSpPr txBox="1"/>
          <p:nvPr/>
        </p:nvSpPr>
        <p:spPr>
          <a:xfrm>
            <a:off x="3063240" y="5360822"/>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38" name="Shape 34"/>
          <p:cNvSpPr/>
          <p:nvPr/>
        </p:nvSpPr>
        <p:spPr>
          <a:xfrm>
            <a:off x="6185916" y="1969008"/>
            <a:ext cx="5454396" cy="756514"/>
          </a:xfrm>
          <a:prstGeom prst="roundRect">
            <a:avLst>
              <a:gd name="adj" fmla="val 12087"/>
            </a:avLst>
          </a:prstGeom>
          <a:solidFill>
            <a:srgbClr val="FFFFFF"/>
          </a:solidFill>
          <a:ln w="9525">
            <a:solidFill>
              <a:srgbClr val="D5DCE6"/>
            </a:solidFill>
            <a:prstDash val="solid"/>
          </a:ln>
        </p:spPr>
      </p:sp>
      <p:sp>
        <p:nvSpPr>
          <p:cNvPr id="39" name="Text 35"/>
          <p:cNvSpPr txBox="1"/>
          <p:nvPr/>
        </p:nvSpPr>
        <p:spPr>
          <a:xfrm>
            <a:off x="6277356" y="1969008"/>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0" name="Shape 36"/>
          <p:cNvSpPr/>
          <p:nvPr/>
        </p:nvSpPr>
        <p:spPr>
          <a:xfrm>
            <a:off x="6688836" y="2100377"/>
            <a:ext cx="1371600" cy="402336"/>
          </a:xfrm>
          <a:prstGeom prst="roundRect">
            <a:avLst>
              <a:gd name="adj" fmla="val 27273"/>
            </a:avLst>
          </a:prstGeom>
          <a:solidFill>
            <a:srgbClr val="FBEDEB"/>
          </a:solidFill>
          <a:ln w="19050">
            <a:solidFill>
              <a:srgbClr val="B83227"/>
            </a:solidFill>
            <a:prstDash val="solid"/>
          </a:ln>
        </p:spPr>
      </p:sp>
      <p:sp>
        <p:nvSpPr>
          <p:cNvPr id="41" name="Text 37"/>
          <p:cNvSpPr txBox="1"/>
          <p:nvPr/>
        </p:nvSpPr>
        <p:spPr>
          <a:xfrm>
            <a:off x="6688836" y="2100377"/>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cry</a:t>
            </a:r>
            <a:endParaRPr lang="en-US" sz="1600" dirty="0"/>
          </a:p>
        </p:txBody>
      </p:sp>
      <p:sp>
        <p:nvSpPr>
          <p:cNvPr id="42" name="Text 38"/>
          <p:cNvSpPr txBox="1"/>
          <p:nvPr/>
        </p:nvSpPr>
        <p:spPr>
          <a:xfrm>
            <a:off x="8151876" y="1969008"/>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3" name="Text 39"/>
          <p:cNvSpPr txBox="1"/>
          <p:nvPr/>
        </p:nvSpPr>
        <p:spPr>
          <a:xfrm>
            <a:off x="8700516" y="1969008"/>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44" name="Shape 40"/>
          <p:cNvSpPr/>
          <p:nvPr/>
        </p:nvSpPr>
        <p:spPr>
          <a:xfrm>
            <a:off x="6185916" y="2816962"/>
            <a:ext cx="5454396" cy="756514"/>
          </a:xfrm>
          <a:prstGeom prst="roundRect">
            <a:avLst>
              <a:gd name="adj" fmla="val 12087"/>
            </a:avLst>
          </a:prstGeom>
          <a:solidFill>
            <a:schemeClr val="bg2"/>
          </a:solidFill>
          <a:ln w="9525">
            <a:solidFill>
              <a:srgbClr val="D5DCE6"/>
            </a:solidFill>
            <a:prstDash val="solid"/>
          </a:ln>
        </p:spPr>
      </p:sp>
      <p:sp>
        <p:nvSpPr>
          <p:cNvPr id="45" name="Text 41"/>
          <p:cNvSpPr txBox="1"/>
          <p:nvPr/>
        </p:nvSpPr>
        <p:spPr>
          <a:xfrm>
            <a:off x="6277356" y="2816962"/>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6" name="Shape 42"/>
          <p:cNvSpPr/>
          <p:nvPr/>
        </p:nvSpPr>
        <p:spPr>
          <a:xfrm>
            <a:off x="6688836" y="2948330"/>
            <a:ext cx="1371600" cy="402336"/>
          </a:xfrm>
          <a:prstGeom prst="roundRect">
            <a:avLst>
              <a:gd name="adj" fmla="val 27273"/>
            </a:avLst>
          </a:prstGeom>
          <a:solidFill>
            <a:srgbClr val="FBEDEB"/>
          </a:solidFill>
          <a:ln w="19050">
            <a:solidFill>
              <a:srgbClr val="B83227"/>
            </a:solidFill>
            <a:prstDash val="solid"/>
          </a:ln>
        </p:spPr>
      </p:sp>
      <p:sp>
        <p:nvSpPr>
          <p:cNvPr id="47" name="Text 43"/>
          <p:cNvSpPr txBox="1"/>
          <p:nvPr/>
        </p:nvSpPr>
        <p:spPr>
          <a:xfrm>
            <a:off x="6688836" y="2948330"/>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visit</a:t>
            </a:r>
            <a:endParaRPr lang="en-US" sz="1600" dirty="0"/>
          </a:p>
        </p:txBody>
      </p:sp>
      <p:sp>
        <p:nvSpPr>
          <p:cNvPr id="48" name="Text 44"/>
          <p:cNvSpPr txBox="1"/>
          <p:nvPr/>
        </p:nvSpPr>
        <p:spPr>
          <a:xfrm>
            <a:off x="8151876" y="2816962"/>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9" name="Text 45"/>
          <p:cNvSpPr txBox="1"/>
          <p:nvPr/>
        </p:nvSpPr>
        <p:spPr>
          <a:xfrm>
            <a:off x="8700516" y="2816962"/>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50" name="Shape 46"/>
          <p:cNvSpPr/>
          <p:nvPr/>
        </p:nvSpPr>
        <p:spPr>
          <a:xfrm>
            <a:off x="6185916" y="3664915"/>
            <a:ext cx="5454396" cy="756514"/>
          </a:xfrm>
          <a:prstGeom prst="roundRect">
            <a:avLst>
              <a:gd name="adj" fmla="val 12087"/>
            </a:avLst>
          </a:prstGeom>
          <a:solidFill>
            <a:srgbClr val="FFFFFF"/>
          </a:solidFill>
          <a:ln w="9525">
            <a:solidFill>
              <a:srgbClr val="D5DCE6"/>
            </a:solidFill>
            <a:prstDash val="solid"/>
          </a:ln>
        </p:spPr>
      </p:sp>
      <p:sp>
        <p:nvSpPr>
          <p:cNvPr id="51" name="Text 47"/>
          <p:cNvSpPr txBox="1"/>
          <p:nvPr/>
        </p:nvSpPr>
        <p:spPr>
          <a:xfrm>
            <a:off x="6277356" y="3664915"/>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2" name="Shape 48"/>
          <p:cNvSpPr/>
          <p:nvPr/>
        </p:nvSpPr>
        <p:spPr>
          <a:xfrm>
            <a:off x="6688836" y="3796284"/>
            <a:ext cx="1371600" cy="402336"/>
          </a:xfrm>
          <a:prstGeom prst="roundRect">
            <a:avLst>
              <a:gd name="adj" fmla="val 27273"/>
            </a:avLst>
          </a:prstGeom>
          <a:solidFill>
            <a:srgbClr val="FBEDEB"/>
          </a:solidFill>
          <a:ln w="19050">
            <a:solidFill>
              <a:srgbClr val="B83227"/>
            </a:solidFill>
            <a:prstDash val="solid"/>
          </a:ln>
        </p:spPr>
      </p:sp>
      <p:sp>
        <p:nvSpPr>
          <p:cNvPr id="53" name="Text 49"/>
          <p:cNvSpPr txBox="1"/>
          <p:nvPr/>
        </p:nvSpPr>
        <p:spPr>
          <a:xfrm>
            <a:off x="6688836" y="379628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enjoy</a:t>
            </a:r>
            <a:endParaRPr lang="en-US" sz="1600" dirty="0"/>
          </a:p>
        </p:txBody>
      </p:sp>
      <p:sp>
        <p:nvSpPr>
          <p:cNvPr id="54" name="Text 50"/>
          <p:cNvSpPr txBox="1"/>
          <p:nvPr/>
        </p:nvSpPr>
        <p:spPr>
          <a:xfrm>
            <a:off x="8151876" y="3664915"/>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5" name="Text 51"/>
          <p:cNvSpPr txBox="1"/>
          <p:nvPr/>
        </p:nvSpPr>
        <p:spPr>
          <a:xfrm>
            <a:off x="8700516" y="3664915"/>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56" name="Shape 52"/>
          <p:cNvSpPr/>
          <p:nvPr/>
        </p:nvSpPr>
        <p:spPr>
          <a:xfrm>
            <a:off x="6185916" y="4512869"/>
            <a:ext cx="5454396" cy="756514"/>
          </a:xfrm>
          <a:prstGeom prst="roundRect">
            <a:avLst>
              <a:gd name="adj" fmla="val 12087"/>
            </a:avLst>
          </a:prstGeom>
          <a:solidFill>
            <a:schemeClr val="bg2"/>
          </a:solidFill>
          <a:ln w="9525">
            <a:solidFill>
              <a:srgbClr val="D5DCE6"/>
            </a:solidFill>
            <a:prstDash val="solid"/>
          </a:ln>
        </p:spPr>
      </p:sp>
      <p:sp>
        <p:nvSpPr>
          <p:cNvPr id="57" name="Text 53"/>
          <p:cNvSpPr txBox="1"/>
          <p:nvPr/>
        </p:nvSpPr>
        <p:spPr>
          <a:xfrm>
            <a:off x="6277356" y="4512869"/>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9</a:t>
            </a:r>
            <a:endParaRPr lang="en-US" sz="1400" dirty="0"/>
          </a:p>
        </p:txBody>
      </p:sp>
      <p:sp>
        <p:nvSpPr>
          <p:cNvPr id="58" name="Shape 54"/>
          <p:cNvSpPr/>
          <p:nvPr/>
        </p:nvSpPr>
        <p:spPr>
          <a:xfrm>
            <a:off x="6688836" y="4644238"/>
            <a:ext cx="1371600" cy="402336"/>
          </a:xfrm>
          <a:prstGeom prst="roundRect">
            <a:avLst>
              <a:gd name="adj" fmla="val 27273"/>
            </a:avLst>
          </a:prstGeom>
          <a:solidFill>
            <a:srgbClr val="FBEDEB"/>
          </a:solidFill>
          <a:ln w="19050">
            <a:solidFill>
              <a:srgbClr val="B83227"/>
            </a:solidFill>
            <a:prstDash val="solid"/>
          </a:ln>
        </p:spPr>
      </p:sp>
      <p:sp>
        <p:nvSpPr>
          <p:cNvPr id="59" name="Text 55"/>
          <p:cNvSpPr txBox="1"/>
          <p:nvPr/>
        </p:nvSpPr>
        <p:spPr>
          <a:xfrm>
            <a:off x="6688836" y="4644238"/>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travel</a:t>
            </a:r>
            <a:endParaRPr lang="en-US" sz="1600" dirty="0"/>
          </a:p>
        </p:txBody>
      </p:sp>
      <p:sp>
        <p:nvSpPr>
          <p:cNvPr id="60" name="Text 56"/>
          <p:cNvSpPr txBox="1"/>
          <p:nvPr/>
        </p:nvSpPr>
        <p:spPr>
          <a:xfrm>
            <a:off x="8151876" y="4512869"/>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61" name="Text 57"/>
          <p:cNvSpPr txBox="1"/>
          <p:nvPr/>
        </p:nvSpPr>
        <p:spPr>
          <a:xfrm>
            <a:off x="8700516" y="4512869"/>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62" name="Shape 58"/>
          <p:cNvSpPr/>
          <p:nvPr/>
        </p:nvSpPr>
        <p:spPr>
          <a:xfrm>
            <a:off x="6185916" y="5360822"/>
            <a:ext cx="5454396" cy="756514"/>
          </a:xfrm>
          <a:prstGeom prst="roundRect">
            <a:avLst>
              <a:gd name="adj" fmla="val 12087"/>
            </a:avLst>
          </a:prstGeom>
          <a:solidFill>
            <a:srgbClr val="FFFFFF"/>
          </a:solidFill>
          <a:ln w="9525">
            <a:solidFill>
              <a:srgbClr val="D5DCE6"/>
            </a:solidFill>
            <a:prstDash val="solid"/>
          </a:ln>
        </p:spPr>
      </p:sp>
      <p:sp>
        <p:nvSpPr>
          <p:cNvPr id="63" name="Text 59"/>
          <p:cNvSpPr txBox="1"/>
          <p:nvPr/>
        </p:nvSpPr>
        <p:spPr>
          <a:xfrm>
            <a:off x="6277356" y="5360822"/>
            <a:ext cx="365760" cy="756514"/>
          </a:xfrm>
          <a:prstGeom prst="rect">
            <a:avLst/>
          </a:prstGeom>
          <a:noFill/>
          <a:ln/>
        </p:spPr>
        <p:txBody>
          <a:bodyPr wrap="square" lIns="0" tIns="0" rIns="0" bIns="0" rtlCol="0" anchor="ctr"/>
          <a:lstStyle/>
          <a:p>
            <a:pPr algn="l" indent="0" marL="0">
              <a:buNone/>
            </a:pPr>
            <a:r>
              <a:rPr lang="en-US" sz="1400" b="1" dirty="0">
                <a:solidFill>
                  <a:schemeClr val="accent5"/>
                </a:solidFill>
              </a:rPr>
              <a:t>10</a:t>
            </a:r>
            <a:endParaRPr lang="en-US" sz="1400" dirty="0"/>
          </a:p>
        </p:txBody>
      </p:sp>
      <p:sp>
        <p:nvSpPr>
          <p:cNvPr id="64" name="Shape 60"/>
          <p:cNvSpPr/>
          <p:nvPr/>
        </p:nvSpPr>
        <p:spPr>
          <a:xfrm>
            <a:off x="6688836" y="5492191"/>
            <a:ext cx="1371600" cy="402336"/>
          </a:xfrm>
          <a:prstGeom prst="roundRect">
            <a:avLst>
              <a:gd name="adj" fmla="val 27273"/>
            </a:avLst>
          </a:prstGeom>
          <a:solidFill>
            <a:srgbClr val="FBEDEB"/>
          </a:solidFill>
          <a:ln w="19050">
            <a:solidFill>
              <a:srgbClr val="B83227"/>
            </a:solidFill>
            <a:prstDash val="solid"/>
          </a:ln>
        </p:spPr>
      </p:sp>
      <p:sp>
        <p:nvSpPr>
          <p:cNvPr id="65" name="Text 61"/>
          <p:cNvSpPr txBox="1"/>
          <p:nvPr/>
        </p:nvSpPr>
        <p:spPr>
          <a:xfrm>
            <a:off x="6688836" y="5492191"/>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try</a:t>
            </a:r>
            <a:endParaRPr lang="en-US" sz="1600" dirty="0"/>
          </a:p>
        </p:txBody>
      </p:sp>
      <p:sp>
        <p:nvSpPr>
          <p:cNvPr id="66" name="Text 62"/>
          <p:cNvSpPr txBox="1"/>
          <p:nvPr/>
        </p:nvSpPr>
        <p:spPr>
          <a:xfrm>
            <a:off x="8151876" y="5360822"/>
            <a:ext cx="457200" cy="756514"/>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67" name="Text 63"/>
          <p:cNvSpPr txBox="1"/>
          <p:nvPr/>
        </p:nvSpPr>
        <p:spPr>
          <a:xfrm>
            <a:off x="8700516" y="5360822"/>
            <a:ext cx="2848356" cy="756514"/>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 — The -ed machine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Write the past simple. Which spelling rule?</a:t>
            </a:r>
            <a:endParaRPr lang="en-US" sz="1700" dirty="0"/>
          </a:p>
        </p:txBody>
      </p:sp>
      <p:sp>
        <p:nvSpPr>
          <p:cNvPr id="9" name="Shape 5"/>
          <p:cNvSpPr/>
          <p:nvPr/>
        </p:nvSpPr>
        <p:spPr>
          <a:xfrm>
            <a:off x="548640" y="1969008"/>
            <a:ext cx="5454396" cy="701650"/>
          </a:xfrm>
          <a:prstGeom prst="roundRect">
            <a:avLst>
              <a:gd name="adj" fmla="val 13032"/>
            </a:avLst>
          </a:prstGeom>
          <a:solidFill>
            <a:schemeClr val="bg2"/>
          </a:solidFill>
          <a:ln w="9525">
            <a:solidFill>
              <a:srgbClr val="D5DCE6"/>
            </a:solidFill>
            <a:prstDash val="solid"/>
          </a:ln>
        </p:spPr>
      </p:sp>
      <p:sp>
        <p:nvSpPr>
          <p:cNvPr id="10" name="Text 6"/>
          <p:cNvSpPr txBox="1"/>
          <p:nvPr/>
        </p:nvSpPr>
        <p:spPr>
          <a:xfrm>
            <a:off x="640080" y="1969008"/>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1" name="Shape 7"/>
          <p:cNvSpPr/>
          <p:nvPr/>
        </p:nvSpPr>
        <p:spPr>
          <a:xfrm>
            <a:off x="1051560" y="2072945"/>
            <a:ext cx="1371600" cy="402336"/>
          </a:xfrm>
          <a:prstGeom prst="roundRect">
            <a:avLst>
              <a:gd name="adj" fmla="val 27273"/>
            </a:avLst>
          </a:prstGeom>
          <a:solidFill>
            <a:srgbClr val="FBEDEB"/>
          </a:solidFill>
          <a:ln w="19050">
            <a:solidFill>
              <a:srgbClr val="B83227"/>
            </a:solidFill>
            <a:prstDash val="solid"/>
          </a:ln>
        </p:spPr>
      </p:sp>
      <p:sp>
        <p:nvSpPr>
          <p:cNvPr id="12" name="Text 8"/>
          <p:cNvSpPr txBox="1"/>
          <p:nvPr/>
        </p:nvSpPr>
        <p:spPr>
          <a:xfrm>
            <a:off x="1051560" y="2072945"/>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play</a:t>
            </a:r>
            <a:endParaRPr lang="en-US" sz="1600" dirty="0"/>
          </a:p>
        </p:txBody>
      </p:sp>
      <p:sp>
        <p:nvSpPr>
          <p:cNvPr id="13" name="Text 9"/>
          <p:cNvSpPr txBox="1"/>
          <p:nvPr/>
        </p:nvSpPr>
        <p:spPr>
          <a:xfrm>
            <a:off x="2514600" y="1969008"/>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4" name="Text 10"/>
          <p:cNvSpPr txBox="1"/>
          <p:nvPr/>
        </p:nvSpPr>
        <p:spPr>
          <a:xfrm>
            <a:off x="3063240" y="1969008"/>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played</a:t>
            </a:r>
            <a:endParaRPr lang="en-US" sz="1900" dirty="0"/>
          </a:p>
        </p:txBody>
      </p:sp>
      <p:sp>
        <p:nvSpPr>
          <p:cNvPr id="15" name="Shape 11"/>
          <p:cNvSpPr/>
          <p:nvPr/>
        </p:nvSpPr>
        <p:spPr>
          <a:xfrm>
            <a:off x="548640" y="2762098"/>
            <a:ext cx="5454396" cy="701650"/>
          </a:xfrm>
          <a:prstGeom prst="roundRect">
            <a:avLst>
              <a:gd name="adj" fmla="val 13032"/>
            </a:avLst>
          </a:prstGeom>
          <a:solidFill>
            <a:srgbClr val="FFFFFF"/>
          </a:solidFill>
          <a:ln w="9525">
            <a:solidFill>
              <a:srgbClr val="D5DCE6"/>
            </a:solidFill>
            <a:prstDash val="solid"/>
          </a:ln>
        </p:spPr>
      </p:sp>
      <p:sp>
        <p:nvSpPr>
          <p:cNvPr id="16" name="Text 12"/>
          <p:cNvSpPr txBox="1"/>
          <p:nvPr/>
        </p:nvSpPr>
        <p:spPr>
          <a:xfrm>
            <a:off x="640080" y="2762098"/>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7" name="Shape 13"/>
          <p:cNvSpPr/>
          <p:nvPr/>
        </p:nvSpPr>
        <p:spPr>
          <a:xfrm>
            <a:off x="1051560" y="2866034"/>
            <a:ext cx="1371600" cy="402336"/>
          </a:xfrm>
          <a:prstGeom prst="roundRect">
            <a:avLst>
              <a:gd name="adj" fmla="val 27273"/>
            </a:avLst>
          </a:prstGeom>
          <a:solidFill>
            <a:srgbClr val="FBEDEB"/>
          </a:solidFill>
          <a:ln w="19050">
            <a:solidFill>
              <a:srgbClr val="B83227"/>
            </a:solidFill>
            <a:prstDash val="solid"/>
          </a:ln>
        </p:spPr>
      </p:sp>
      <p:sp>
        <p:nvSpPr>
          <p:cNvPr id="18" name="Text 14"/>
          <p:cNvSpPr txBox="1"/>
          <p:nvPr/>
        </p:nvSpPr>
        <p:spPr>
          <a:xfrm>
            <a:off x="1051560" y="286603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study</a:t>
            </a:r>
            <a:endParaRPr lang="en-US" sz="1600" dirty="0"/>
          </a:p>
        </p:txBody>
      </p:sp>
      <p:sp>
        <p:nvSpPr>
          <p:cNvPr id="19" name="Text 15"/>
          <p:cNvSpPr txBox="1"/>
          <p:nvPr/>
        </p:nvSpPr>
        <p:spPr>
          <a:xfrm>
            <a:off x="2514600" y="2762098"/>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0" name="Text 16"/>
          <p:cNvSpPr txBox="1"/>
          <p:nvPr/>
        </p:nvSpPr>
        <p:spPr>
          <a:xfrm>
            <a:off x="3063240" y="2762098"/>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studied</a:t>
            </a:r>
            <a:endParaRPr lang="en-US" sz="1900" dirty="0"/>
          </a:p>
        </p:txBody>
      </p:sp>
      <p:sp>
        <p:nvSpPr>
          <p:cNvPr id="21" name="Shape 17"/>
          <p:cNvSpPr/>
          <p:nvPr/>
        </p:nvSpPr>
        <p:spPr>
          <a:xfrm>
            <a:off x="548640" y="3555187"/>
            <a:ext cx="5454396" cy="701650"/>
          </a:xfrm>
          <a:prstGeom prst="roundRect">
            <a:avLst>
              <a:gd name="adj" fmla="val 13032"/>
            </a:avLst>
          </a:prstGeom>
          <a:solidFill>
            <a:schemeClr val="bg2"/>
          </a:solidFill>
          <a:ln w="9525">
            <a:solidFill>
              <a:srgbClr val="D5DCE6"/>
            </a:solidFill>
            <a:prstDash val="solid"/>
          </a:ln>
        </p:spPr>
      </p:sp>
      <p:sp>
        <p:nvSpPr>
          <p:cNvPr id="22" name="Text 18"/>
          <p:cNvSpPr txBox="1"/>
          <p:nvPr/>
        </p:nvSpPr>
        <p:spPr>
          <a:xfrm>
            <a:off x="640080" y="3555187"/>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3" name="Shape 19"/>
          <p:cNvSpPr/>
          <p:nvPr/>
        </p:nvSpPr>
        <p:spPr>
          <a:xfrm>
            <a:off x="1051560" y="3659124"/>
            <a:ext cx="1371600" cy="402336"/>
          </a:xfrm>
          <a:prstGeom prst="roundRect">
            <a:avLst>
              <a:gd name="adj" fmla="val 27273"/>
            </a:avLst>
          </a:prstGeom>
          <a:solidFill>
            <a:srgbClr val="FBEDEB"/>
          </a:solidFill>
          <a:ln w="19050">
            <a:solidFill>
              <a:srgbClr val="B83227"/>
            </a:solidFill>
            <a:prstDash val="solid"/>
          </a:ln>
        </p:spPr>
      </p:sp>
      <p:sp>
        <p:nvSpPr>
          <p:cNvPr id="24" name="Text 20"/>
          <p:cNvSpPr txBox="1"/>
          <p:nvPr/>
        </p:nvSpPr>
        <p:spPr>
          <a:xfrm>
            <a:off x="1051560" y="365912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stop</a:t>
            </a:r>
            <a:endParaRPr lang="en-US" sz="1600" dirty="0"/>
          </a:p>
        </p:txBody>
      </p:sp>
      <p:sp>
        <p:nvSpPr>
          <p:cNvPr id="25" name="Text 21"/>
          <p:cNvSpPr txBox="1"/>
          <p:nvPr/>
        </p:nvSpPr>
        <p:spPr>
          <a:xfrm>
            <a:off x="2514600" y="3555187"/>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6" name="Text 22"/>
          <p:cNvSpPr txBox="1"/>
          <p:nvPr/>
        </p:nvSpPr>
        <p:spPr>
          <a:xfrm>
            <a:off x="3063240" y="3555187"/>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stopped</a:t>
            </a:r>
            <a:endParaRPr lang="en-US" sz="1900" dirty="0"/>
          </a:p>
        </p:txBody>
      </p:sp>
      <p:sp>
        <p:nvSpPr>
          <p:cNvPr id="27" name="Shape 23"/>
          <p:cNvSpPr/>
          <p:nvPr/>
        </p:nvSpPr>
        <p:spPr>
          <a:xfrm>
            <a:off x="548640" y="4348277"/>
            <a:ext cx="5454396" cy="701650"/>
          </a:xfrm>
          <a:prstGeom prst="roundRect">
            <a:avLst>
              <a:gd name="adj" fmla="val 13032"/>
            </a:avLst>
          </a:prstGeom>
          <a:solidFill>
            <a:srgbClr val="FFFFFF"/>
          </a:solidFill>
          <a:ln w="9525">
            <a:solidFill>
              <a:srgbClr val="D5DCE6"/>
            </a:solidFill>
            <a:prstDash val="solid"/>
          </a:ln>
        </p:spPr>
      </p:sp>
      <p:sp>
        <p:nvSpPr>
          <p:cNvPr id="28" name="Text 24"/>
          <p:cNvSpPr txBox="1"/>
          <p:nvPr/>
        </p:nvSpPr>
        <p:spPr>
          <a:xfrm>
            <a:off x="640080" y="4348277"/>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29" name="Shape 25"/>
          <p:cNvSpPr/>
          <p:nvPr/>
        </p:nvSpPr>
        <p:spPr>
          <a:xfrm>
            <a:off x="1051560" y="4452214"/>
            <a:ext cx="1371600" cy="402336"/>
          </a:xfrm>
          <a:prstGeom prst="roundRect">
            <a:avLst>
              <a:gd name="adj" fmla="val 27273"/>
            </a:avLst>
          </a:prstGeom>
          <a:solidFill>
            <a:srgbClr val="FBEDEB"/>
          </a:solidFill>
          <a:ln w="19050">
            <a:solidFill>
              <a:srgbClr val="B83227"/>
            </a:solidFill>
            <a:prstDash val="solid"/>
          </a:ln>
        </p:spPr>
      </p:sp>
      <p:sp>
        <p:nvSpPr>
          <p:cNvPr id="30" name="Text 26"/>
          <p:cNvSpPr txBox="1"/>
          <p:nvPr/>
        </p:nvSpPr>
        <p:spPr>
          <a:xfrm>
            <a:off x="1051560" y="445221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live</a:t>
            </a:r>
            <a:endParaRPr lang="en-US" sz="1600" dirty="0"/>
          </a:p>
        </p:txBody>
      </p:sp>
      <p:sp>
        <p:nvSpPr>
          <p:cNvPr id="31" name="Text 27"/>
          <p:cNvSpPr txBox="1"/>
          <p:nvPr/>
        </p:nvSpPr>
        <p:spPr>
          <a:xfrm>
            <a:off x="2514600" y="4348277"/>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2" name="Text 28"/>
          <p:cNvSpPr txBox="1"/>
          <p:nvPr/>
        </p:nvSpPr>
        <p:spPr>
          <a:xfrm>
            <a:off x="3063240" y="4348277"/>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lived</a:t>
            </a:r>
            <a:endParaRPr lang="en-US" sz="1900" dirty="0"/>
          </a:p>
        </p:txBody>
      </p:sp>
      <p:sp>
        <p:nvSpPr>
          <p:cNvPr id="33" name="Shape 29"/>
          <p:cNvSpPr/>
          <p:nvPr/>
        </p:nvSpPr>
        <p:spPr>
          <a:xfrm>
            <a:off x="548640" y="5141366"/>
            <a:ext cx="5454396" cy="701650"/>
          </a:xfrm>
          <a:prstGeom prst="roundRect">
            <a:avLst>
              <a:gd name="adj" fmla="val 13032"/>
            </a:avLst>
          </a:prstGeom>
          <a:solidFill>
            <a:schemeClr val="bg2"/>
          </a:solidFill>
          <a:ln w="9525">
            <a:solidFill>
              <a:srgbClr val="D5DCE6"/>
            </a:solidFill>
            <a:prstDash val="solid"/>
          </a:ln>
        </p:spPr>
      </p:sp>
      <p:sp>
        <p:nvSpPr>
          <p:cNvPr id="34" name="Text 30"/>
          <p:cNvSpPr txBox="1"/>
          <p:nvPr/>
        </p:nvSpPr>
        <p:spPr>
          <a:xfrm>
            <a:off x="640080" y="5141366"/>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5" name="Shape 31"/>
          <p:cNvSpPr/>
          <p:nvPr/>
        </p:nvSpPr>
        <p:spPr>
          <a:xfrm>
            <a:off x="1051560" y="5245303"/>
            <a:ext cx="1371600" cy="402336"/>
          </a:xfrm>
          <a:prstGeom prst="roundRect">
            <a:avLst>
              <a:gd name="adj" fmla="val 27273"/>
            </a:avLst>
          </a:prstGeom>
          <a:solidFill>
            <a:srgbClr val="FBEDEB"/>
          </a:solidFill>
          <a:ln w="19050">
            <a:solidFill>
              <a:srgbClr val="B83227"/>
            </a:solidFill>
            <a:prstDash val="solid"/>
          </a:ln>
        </p:spPr>
      </p:sp>
      <p:sp>
        <p:nvSpPr>
          <p:cNvPr id="36" name="Text 32"/>
          <p:cNvSpPr txBox="1"/>
          <p:nvPr/>
        </p:nvSpPr>
        <p:spPr>
          <a:xfrm>
            <a:off x="1051560" y="5245303"/>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plan</a:t>
            </a:r>
            <a:endParaRPr lang="en-US" sz="1600" dirty="0"/>
          </a:p>
        </p:txBody>
      </p:sp>
      <p:sp>
        <p:nvSpPr>
          <p:cNvPr id="37" name="Text 33"/>
          <p:cNvSpPr txBox="1"/>
          <p:nvPr/>
        </p:nvSpPr>
        <p:spPr>
          <a:xfrm>
            <a:off x="2514600" y="5141366"/>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8" name="Text 34"/>
          <p:cNvSpPr txBox="1"/>
          <p:nvPr/>
        </p:nvSpPr>
        <p:spPr>
          <a:xfrm>
            <a:off x="3063240" y="5141366"/>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planned</a:t>
            </a:r>
            <a:endParaRPr lang="en-US" sz="1900" dirty="0"/>
          </a:p>
        </p:txBody>
      </p:sp>
      <p:sp>
        <p:nvSpPr>
          <p:cNvPr id="39" name="Shape 35"/>
          <p:cNvSpPr/>
          <p:nvPr/>
        </p:nvSpPr>
        <p:spPr>
          <a:xfrm>
            <a:off x="6185916" y="1969008"/>
            <a:ext cx="5454396" cy="701650"/>
          </a:xfrm>
          <a:prstGeom prst="roundRect">
            <a:avLst>
              <a:gd name="adj" fmla="val 13032"/>
            </a:avLst>
          </a:prstGeom>
          <a:solidFill>
            <a:srgbClr val="FFFFFF"/>
          </a:solidFill>
          <a:ln w="9525">
            <a:solidFill>
              <a:srgbClr val="D5DCE6"/>
            </a:solidFill>
            <a:prstDash val="solid"/>
          </a:ln>
        </p:spPr>
      </p:sp>
      <p:sp>
        <p:nvSpPr>
          <p:cNvPr id="40" name="Text 36"/>
          <p:cNvSpPr txBox="1"/>
          <p:nvPr/>
        </p:nvSpPr>
        <p:spPr>
          <a:xfrm>
            <a:off x="6277356" y="1969008"/>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1" name="Shape 37"/>
          <p:cNvSpPr/>
          <p:nvPr/>
        </p:nvSpPr>
        <p:spPr>
          <a:xfrm>
            <a:off x="6688836" y="2072945"/>
            <a:ext cx="1371600" cy="402336"/>
          </a:xfrm>
          <a:prstGeom prst="roundRect">
            <a:avLst>
              <a:gd name="adj" fmla="val 27273"/>
            </a:avLst>
          </a:prstGeom>
          <a:solidFill>
            <a:srgbClr val="FBEDEB"/>
          </a:solidFill>
          <a:ln w="19050">
            <a:solidFill>
              <a:srgbClr val="B83227"/>
            </a:solidFill>
            <a:prstDash val="solid"/>
          </a:ln>
        </p:spPr>
      </p:sp>
      <p:sp>
        <p:nvSpPr>
          <p:cNvPr id="42" name="Text 38"/>
          <p:cNvSpPr txBox="1"/>
          <p:nvPr/>
        </p:nvSpPr>
        <p:spPr>
          <a:xfrm>
            <a:off x="6688836" y="2072945"/>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cry</a:t>
            </a:r>
            <a:endParaRPr lang="en-US" sz="1600" dirty="0"/>
          </a:p>
        </p:txBody>
      </p:sp>
      <p:sp>
        <p:nvSpPr>
          <p:cNvPr id="43" name="Text 39"/>
          <p:cNvSpPr txBox="1"/>
          <p:nvPr/>
        </p:nvSpPr>
        <p:spPr>
          <a:xfrm>
            <a:off x="8151876" y="1969008"/>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4" name="Text 40"/>
          <p:cNvSpPr txBox="1"/>
          <p:nvPr/>
        </p:nvSpPr>
        <p:spPr>
          <a:xfrm>
            <a:off x="8700516" y="1969008"/>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cried</a:t>
            </a:r>
            <a:endParaRPr lang="en-US" sz="1900" dirty="0"/>
          </a:p>
        </p:txBody>
      </p:sp>
      <p:sp>
        <p:nvSpPr>
          <p:cNvPr id="45" name="Shape 41"/>
          <p:cNvSpPr/>
          <p:nvPr/>
        </p:nvSpPr>
        <p:spPr>
          <a:xfrm>
            <a:off x="6185916" y="2762098"/>
            <a:ext cx="5454396" cy="701650"/>
          </a:xfrm>
          <a:prstGeom prst="roundRect">
            <a:avLst>
              <a:gd name="adj" fmla="val 13032"/>
            </a:avLst>
          </a:prstGeom>
          <a:solidFill>
            <a:schemeClr val="bg2"/>
          </a:solidFill>
          <a:ln w="9525">
            <a:solidFill>
              <a:srgbClr val="D5DCE6"/>
            </a:solidFill>
            <a:prstDash val="solid"/>
          </a:ln>
        </p:spPr>
      </p:sp>
      <p:sp>
        <p:nvSpPr>
          <p:cNvPr id="46" name="Text 42"/>
          <p:cNvSpPr txBox="1"/>
          <p:nvPr/>
        </p:nvSpPr>
        <p:spPr>
          <a:xfrm>
            <a:off x="6277356" y="2762098"/>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7" name="Shape 43"/>
          <p:cNvSpPr/>
          <p:nvPr/>
        </p:nvSpPr>
        <p:spPr>
          <a:xfrm>
            <a:off x="6688836" y="2866034"/>
            <a:ext cx="1371600" cy="402336"/>
          </a:xfrm>
          <a:prstGeom prst="roundRect">
            <a:avLst>
              <a:gd name="adj" fmla="val 27273"/>
            </a:avLst>
          </a:prstGeom>
          <a:solidFill>
            <a:srgbClr val="FBEDEB"/>
          </a:solidFill>
          <a:ln w="19050">
            <a:solidFill>
              <a:srgbClr val="B83227"/>
            </a:solidFill>
            <a:prstDash val="solid"/>
          </a:ln>
        </p:spPr>
      </p:sp>
      <p:sp>
        <p:nvSpPr>
          <p:cNvPr id="48" name="Text 44"/>
          <p:cNvSpPr txBox="1"/>
          <p:nvPr/>
        </p:nvSpPr>
        <p:spPr>
          <a:xfrm>
            <a:off x="6688836" y="286603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visit</a:t>
            </a:r>
            <a:endParaRPr lang="en-US" sz="1600" dirty="0"/>
          </a:p>
        </p:txBody>
      </p:sp>
      <p:sp>
        <p:nvSpPr>
          <p:cNvPr id="49" name="Text 45"/>
          <p:cNvSpPr txBox="1"/>
          <p:nvPr/>
        </p:nvSpPr>
        <p:spPr>
          <a:xfrm>
            <a:off x="8151876" y="2762098"/>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0" name="Text 46"/>
          <p:cNvSpPr txBox="1"/>
          <p:nvPr/>
        </p:nvSpPr>
        <p:spPr>
          <a:xfrm>
            <a:off x="8700516" y="2762098"/>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visited</a:t>
            </a:r>
            <a:endParaRPr lang="en-US" sz="1900" dirty="0"/>
          </a:p>
        </p:txBody>
      </p:sp>
      <p:sp>
        <p:nvSpPr>
          <p:cNvPr id="51" name="Shape 47"/>
          <p:cNvSpPr/>
          <p:nvPr/>
        </p:nvSpPr>
        <p:spPr>
          <a:xfrm>
            <a:off x="6185916" y="3555187"/>
            <a:ext cx="5454396" cy="701650"/>
          </a:xfrm>
          <a:prstGeom prst="roundRect">
            <a:avLst>
              <a:gd name="adj" fmla="val 13032"/>
            </a:avLst>
          </a:prstGeom>
          <a:solidFill>
            <a:srgbClr val="FFFFFF"/>
          </a:solidFill>
          <a:ln w="9525">
            <a:solidFill>
              <a:srgbClr val="D5DCE6"/>
            </a:solidFill>
            <a:prstDash val="solid"/>
          </a:ln>
        </p:spPr>
      </p:sp>
      <p:sp>
        <p:nvSpPr>
          <p:cNvPr id="52" name="Text 48"/>
          <p:cNvSpPr txBox="1"/>
          <p:nvPr/>
        </p:nvSpPr>
        <p:spPr>
          <a:xfrm>
            <a:off x="6277356" y="3555187"/>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3" name="Shape 49"/>
          <p:cNvSpPr/>
          <p:nvPr/>
        </p:nvSpPr>
        <p:spPr>
          <a:xfrm>
            <a:off x="6688836" y="3659124"/>
            <a:ext cx="1371600" cy="402336"/>
          </a:xfrm>
          <a:prstGeom prst="roundRect">
            <a:avLst>
              <a:gd name="adj" fmla="val 27273"/>
            </a:avLst>
          </a:prstGeom>
          <a:solidFill>
            <a:srgbClr val="FBEDEB"/>
          </a:solidFill>
          <a:ln w="19050">
            <a:solidFill>
              <a:srgbClr val="B83227"/>
            </a:solidFill>
            <a:prstDash val="solid"/>
          </a:ln>
        </p:spPr>
      </p:sp>
      <p:sp>
        <p:nvSpPr>
          <p:cNvPr id="54" name="Text 50"/>
          <p:cNvSpPr txBox="1"/>
          <p:nvPr/>
        </p:nvSpPr>
        <p:spPr>
          <a:xfrm>
            <a:off x="6688836" y="365912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enjoy</a:t>
            </a:r>
            <a:endParaRPr lang="en-US" sz="1600" dirty="0"/>
          </a:p>
        </p:txBody>
      </p:sp>
      <p:sp>
        <p:nvSpPr>
          <p:cNvPr id="55" name="Text 51"/>
          <p:cNvSpPr txBox="1"/>
          <p:nvPr/>
        </p:nvSpPr>
        <p:spPr>
          <a:xfrm>
            <a:off x="8151876" y="3555187"/>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6" name="Text 52"/>
          <p:cNvSpPr txBox="1"/>
          <p:nvPr/>
        </p:nvSpPr>
        <p:spPr>
          <a:xfrm>
            <a:off x="8700516" y="3555187"/>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enjoyed</a:t>
            </a:r>
            <a:endParaRPr lang="en-US" sz="1900" dirty="0"/>
          </a:p>
        </p:txBody>
      </p:sp>
      <p:sp>
        <p:nvSpPr>
          <p:cNvPr id="57" name="Shape 53"/>
          <p:cNvSpPr/>
          <p:nvPr/>
        </p:nvSpPr>
        <p:spPr>
          <a:xfrm>
            <a:off x="6185916" y="4348277"/>
            <a:ext cx="5454396" cy="701650"/>
          </a:xfrm>
          <a:prstGeom prst="roundRect">
            <a:avLst>
              <a:gd name="adj" fmla="val 13032"/>
            </a:avLst>
          </a:prstGeom>
          <a:solidFill>
            <a:schemeClr val="bg2"/>
          </a:solidFill>
          <a:ln w="9525">
            <a:solidFill>
              <a:srgbClr val="D5DCE6"/>
            </a:solidFill>
            <a:prstDash val="solid"/>
          </a:ln>
        </p:spPr>
      </p:sp>
      <p:sp>
        <p:nvSpPr>
          <p:cNvPr id="58" name="Text 54"/>
          <p:cNvSpPr txBox="1"/>
          <p:nvPr/>
        </p:nvSpPr>
        <p:spPr>
          <a:xfrm>
            <a:off x="6277356" y="4348277"/>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9</a:t>
            </a:r>
            <a:endParaRPr lang="en-US" sz="1400" dirty="0"/>
          </a:p>
        </p:txBody>
      </p:sp>
      <p:sp>
        <p:nvSpPr>
          <p:cNvPr id="59" name="Shape 55"/>
          <p:cNvSpPr/>
          <p:nvPr/>
        </p:nvSpPr>
        <p:spPr>
          <a:xfrm>
            <a:off x="6688836" y="4452214"/>
            <a:ext cx="1371600" cy="402336"/>
          </a:xfrm>
          <a:prstGeom prst="roundRect">
            <a:avLst>
              <a:gd name="adj" fmla="val 27273"/>
            </a:avLst>
          </a:prstGeom>
          <a:solidFill>
            <a:srgbClr val="FBEDEB"/>
          </a:solidFill>
          <a:ln w="19050">
            <a:solidFill>
              <a:srgbClr val="B83227"/>
            </a:solidFill>
            <a:prstDash val="solid"/>
          </a:ln>
        </p:spPr>
      </p:sp>
      <p:sp>
        <p:nvSpPr>
          <p:cNvPr id="60" name="Text 56"/>
          <p:cNvSpPr txBox="1"/>
          <p:nvPr/>
        </p:nvSpPr>
        <p:spPr>
          <a:xfrm>
            <a:off x="6688836" y="4452214"/>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travel</a:t>
            </a:r>
            <a:endParaRPr lang="en-US" sz="1600" dirty="0"/>
          </a:p>
        </p:txBody>
      </p:sp>
      <p:sp>
        <p:nvSpPr>
          <p:cNvPr id="61" name="Text 57"/>
          <p:cNvSpPr txBox="1"/>
          <p:nvPr/>
        </p:nvSpPr>
        <p:spPr>
          <a:xfrm>
            <a:off x="8151876" y="4348277"/>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62" name="Text 58"/>
          <p:cNvSpPr txBox="1"/>
          <p:nvPr/>
        </p:nvSpPr>
        <p:spPr>
          <a:xfrm>
            <a:off x="8700516" y="4348277"/>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travelled</a:t>
            </a:r>
            <a:endParaRPr lang="en-US" sz="1900" dirty="0"/>
          </a:p>
        </p:txBody>
      </p:sp>
      <p:sp>
        <p:nvSpPr>
          <p:cNvPr id="63" name="Shape 59"/>
          <p:cNvSpPr/>
          <p:nvPr/>
        </p:nvSpPr>
        <p:spPr>
          <a:xfrm>
            <a:off x="6185916" y="5141366"/>
            <a:ext cx="5454396" cy="701650"/>
          </a:xfrm>
          <a:prstGeom prst="roundRect">
            <a:avLst>
              <a:gd name="adj" fmla="val 13032"/>
            </a:avLst>
          </a:prstGeom>
          <a:solidFill>
            <a:srgbClr val="FFFFFF"/>
          </a:solidFill>
          <a:ln w="9525">
            <a:solidFill>
              <a:srgbClr val="D5DCE6"/>
            </a:solidFill>
            <a:prstDash val="solid"/>
          </a:ln>
        </p:spPr>
      </p:sp>
      <p:sp>
        <p:nvSpPr>
          <p:cNvPr id="64" name="Text 60"/>
          <p:cNvSpPr txBox="1"/>
          <p:nvPr/>
        </p:nvSpPr>
        <p:spPr>
          <a:xfrm>
            <a:off x="6277356" y="5141366"/>
            <a:ext cx="365760" cy="701650"/>
          </a:xfrm>
          <a:prstGeom prst="rect">
            <a:avLst/>
          </a:prstGeom>
          <a:noFill/>
          <a:ln/>
        </p:spPr>
        <p:txBody>
          <a:bodyPr wrap="square" lIns="0" tIns="0" rIns="0" bIns="0" rtlCol="0" anchor="ctr"/>
          <a:lstStyle/>
          <a:p>
            <a:pPr algn="l" indent="0" marL="0">
              <a:buNone/>
            </a:pPr>
            <a:r>
              <a:rPr lang="en-US" sz="1400" b="1" dirty="0">
                <a:solidFill>
                  <a:schemeClr val="accent5"/>
                </a:solidFill>
              </a:rPr>
              <a:t>10</a:t>
            </a:r>
            <a:endParaRPr lang="en-US" sz="1400" dirty="0"/>
          </a:p>
        </p:txBody>
      </p:sp>
      <p:sp>
        <p:nvSpPr>
          <p:cNvPr id="65" name="Shape 61"/>
          <p:cNvSpPr/>
          <p:nvPr/>
        </p:nvSpPr>
        <p:spPr>
          <a:xfrm>
            <a:off x="6688836" y="5245303"/>
            <a:ext cx="1371600" cy="402336"/>
          </a:xfrm>
          <a:prstGeom prst="roundRect">
            <a:avLst>
              <a:gd name="adj" fmla="val 27273"/>
            </a:avLst>
          </a:prstGeom>
          <a:solidFill>
            <a:srgbClr val="FBEDEB"/>
          </a:solidFill>
          <a:ln w="19050">
            <a:solidFill>
              <a:srgbClr val="B83227"/>
            </a:solidFill>
            <a:prstDash val="solid"/>
          </a:ln>
        </p:spPr>
      </p:sp>
      <p:sp>
        <p:nvSpPr>
          <p:cNvPr id="66" name="Text 62"/>
          <p:cNvSpPr txBox="1"/>
          <p:nvPr/>
        </p:nvSpPr>
        <p:spPr>
          <a:xfrm>
            <a:off x="6688836" y="5245303"/>
            <a:ext cx="1371600" cy="402336"/>
          </a:xfrm>
          <a:prstGeom prst="rect">
            <a:avLst/>
          </a:prstGeom>
          <a:noFill/>
          <a:ln/>
        </p:spPr>
        <p:txBody>
          <a:bodyPr wrap="square" lIns="0" tIns="0" rIns="0" bIns="0" rtlCol="0" anchor="ctr"/>
          <a:lstStyle/>
          <a:p>
            <a:pPr algn="ctr" indent="0" marL="0">
              <a:buNone/>
            </a:pPr>
            <a:r>
              <a:rPr lang="en-US" sz="1600" b="1" i="1" dirty="0">
                <a:solidFill>
                  <a:schemeClr val="accent6"/>
                </a:solidFill>
              </a:rPr>
              <a:t>try</a:t>
            </a:r>
            <a:endParaRPr lang="en-US" sz="1600" dirty="0"/>
          </a:p>
        </p:txBody>
      </p:sp>
      <p:sp>
        <p:nvSpPr>
          <p:cNvPr id="67" name="Text 63"/>
          <p:cNvSpPr txBox="1"/>
          <p:nvPr/>
        </p:nvSpPr>
        <p:spPr>
          <a:xfrm>
            <a:off x="8151876" y="5141366"/>
            <a:ext cx="457200" cy="70165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68" name="Text 64"/>
          <p:cNvSpPr txBox="1"/>
          <p:nvPr/>
        </p:nvSpPr>
        <p:spPr>
          <a:xfrm>
            <a:off x="8700516" y="5141366"/>
            <a:ext cx="2848356" cy="701650"/>
          </a:xfrm>
          <a:prstGeom prst="rect">
            <a:avLst/>
          </a:prstGeom>
          <a:noFill/>
          <a:ln/>
        </p:spPr>
        <p:txBody>
          <a:bodyPr wrap="square" lIns="0" tIns="0" rIns="0" bIns="0" rtlCol="0" anchor="ctr"/>
          <a:lstStyle/>
          <a:p>
            <a:pPr algn="l" indent="0" marL="0">
              <a:buNone/>
            </a:pPr>
            <a:r>
              <a:rPr lang="en-US" sz="1900" b="1" i="1" dirty="0">
                <a:solidFill>
                  <a:schemeClr val="accent3"/>
                </a:solidFill>
              </a:rPr>
              <a:t>tried</a:t>
            </a:r>
            <a:endParaRPr lang="en-US" sz="1900" dirty="0"/>
          </a:p>
        </p:txBody>
      </p:sp>
      <p:sp>
        <p:nvSpPr>
          <p:cNvPr id="69" name="Text 65"/>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Règles : ① 1, 8 · ② 4 · ③ 2, 6, 10 · ④ 3, 5 · pas de doublement : 7 (</a:t>
            </a:r>
            <a:r>
              <a:rPr lang="en-US" sz="1300" b="1" i="1" dirty="0">
                <a:solidFill>
                  <a:schemeClr val="accent5"/>
                </a:solidFill>
              </a:rPr>
              <a:t>vi</a:t>
            </a:r>
            <a:r>
              <a:rPr lang="en-US" sz="1300" i="1" dirty="0">
                <a:solidFill>
                  <a:schemeClr val="accent5"/>
                </a:solidFill>
              </a:rPr>
              <a:t>sit</a:t>
            </a:r>
            <a:r>
              <a:rPr lang="en-US" sz="1300" i="1" dirty="0">
                <a:solidFill>
                  <a:schemeClr val="accent5"/>
                </a:solidFill>
              </a:rPr>
              <a:t>) · 9 : </a:t>
            </a:r>
            <a:r>
              <a:rPr lang="en-US" sz="1300" i="1" dirty="0">
                <a:solidFill>
                  <a:schemeClr val="accent5"/>
                </a:solidFill>
              </a:rPr>
              <a:t>-l</a:t>
            </a:r>
            <a:r>
              <a:rPr lang="en-US" sz="1300" i="1" dirty="0">
                <a:solidFill>
                  <a:schemeClr val="accent5"/>
                </a:solidFill>
              </a:rPr>
              <a:t> doublé en anglais britannique → </a:t>
            </a:r>
            <a:r>
              <a:rPr lang="en-US" sz="1300" i="1" dirty="0">
                <a:solidFill>
                  <a:schemeClr val="accent5"/>
                </a:solidFill>
              </a:rPr>
              <a:t>travelled</a:t>
            </a:r>
            <a:r>
              <a:rPr lang="en-US" sz="1300" i="1" dirty="0">
                <a:solidFill>
                  <a:schemeClr val="accent5"/>
                </a:solidFill>
              </a:rPr>
              <a:t> (US </a:t>
            </a:r>
            <a:r>
              <a:rPr lang="en-US" sz="1300" i="1" dirty="0">
                <a:solidFill>
                  <a:schemeClr val="accent5"/>
                </a:solidFill>
              </a:rPr>
              <a:t>traveled</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2 — /t/, /d/ or /ɪd/?</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Say each verb aloud. Put it in the right box.</a:t>
            </a:r>
            <a:endParaRPr lang="en-US" sz="1700" dirty="0"/>
          </a:p>
        </p:txBody>
      </p:sp>
      <p:sp>
        <p:nvSpPr>
          <p:cNvPr id="8" name="Shape 4"/>
          <p:cNvSpPr/>
          <p:nvPr/>
        </p:nvSpPr>
        <p:spPr>
          <a:xfrm rot="-120000">
            <a:off x="548640" y="1932432"/>
            <a:ext cx="1734312" cy="457200"/>
          </a:xfrm>
          <a:prstGeom prst="roundRect">
            <a:avLst>
              <a:gd name="adj" fmla="val 24000"/>
            </a:avLst>
          </a:prstGeom>
          <a:solidFill>
            <a:srgbClr val="FFFFFF"/>
          </a:solidFill>
          <a:ln w="15875">
            <a:solidFill>
              <a:srgbClr val="4A5A70"/>
            </a:solidFill>
            <a:prstDash val="solid"/>
          </a:ln>
        </p:spPr>
      </p:sp>
      <p:sp>
        <p:nvSpPr>
          <p:cNvPr id="9" name="Text 5"/>
          <p:cNvSpPr txBox="1"/>
          <p:nvPr/>
        </p:nvSpPr>
        <p:spPr>
          <a:xfrm rot="-120000">
            <a:off x="548640"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looked</a:t>
            </a:r>
            <a:endParaRPr lang="en-US" sz="1700" dirty="0"/>
          </a:p>
        </p:txBody>
      </p:sp>
      <p:sp>
        <p:nvSpPr>
          <p:cNvPr id="10" name="Shape 6"/>
          <p:cNvSpPr/>
          <p:nvPr/>
        </p:nvSpPr>
        <p:spPr>
          <a:xfrm rot="60000">
            <a:off x="2420112" y="1932432"/>
            <a:ext cx="1734312" cy="457200"/>
          </a:xfrm>
          <a:prstGeom prst="roundRect">
            <a:avLst>
              <a:gd name="adj" fmla="val 24000"/>
            </a:avLst>
          </a:prstGeom>
          <a:solidFill>
            <a:srgbClr val="FFFFFF"/>
          </a:solidFill>
          <a:ln w="15875">
            <a:solidFill>
              <a:srgbClr val="4A5A70"/>
            </a:solidFill>
            <a:prstDash val="solid"/>
          </a:ln>
        </p:spPr>
      </p:sp>
      <p:sp>
        <p:nvSpPr>
          <p:cNvPr id="11" name="Text 7"/>
          <p:cNvSpPr txBox="1"/>
          <p:nvPr/>
        </p:nvSpPr>
        <p:spPr>
          <a:xfrm rot="60000">
            <a:off x="2420112"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called</a:t>
            </a:r>
            <a:endParaRPr lang="en-US" sz="1700" dirty="0"/>
          </a:p>
        </p:txBody>
      </p:sp>
      <p:sp>
        <p:nvSpPr>
          <p:cNvPr id="12" name="Shape 8"/>
          <p:cNvSpPr/>
          <p:nvPr/>
        </p:nvSpPr>
        <p:spPr>
          <a:xfrm rot="120000">
            <a:off x="4291584" y="1932432"/>
            <a:ext cx="1734312" cy="457200"/>
          </a:xfrm>
          <a:prstGeom prst="roundRect">
            <a:avLst>
              <a:gd name="adj" fmla="val 24000"/>
            </a:avLst>
          </a:prstGeom>
          <a:solidFill>
            <a:srgbClr val="FFFFFF"/>
          </a:solidFill>
          <a:ln w="15875">
            <a:solidFill>
              <a:srgbClr val="4A5A70"/>
            </a:solidFill>
            <a:prstDash val="solid"/>
          </a:ln>
        </p:spPr>
      </p:sp>
      <p:sp>
        <p:nvSpPr>
          <p:cNvPr id="13" name="Text 9"/>
          <p:cNvSpPr txBox="1"/>
          <p:nvPr/>
        </p:nvSpPr>
        <p:spPr>
          <a:xfrm rot="120000">
            <a:off x="4291584"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started</a:t>
            </a:r>
            <a:endParaRPr lang="en-US" sz="1700" dirty="0"/>
          </a:p>
        </p:txBody>
      </p:sp>
      <p:sp>
        <p:nvSpPr>
          <p:cNvPr id="14" name="Shape 10"/>
          <p:cNvSpPr/>
          <p:nvPr/>
        </p:nvSpPr>
        <p:spPr>
          <a:xfrm rot="-60000">
            <a:off x="6163056" y="1932432"/>
            <a:ext cx="1734312" cy="457200"/>
          </a:xfrm>
          <a:prstGeom prst="roundRect">
            <a:avLst>
              <a:gd name="adj" fmla="val 24000"/>
            </a:avLst>
          </a:prstGeom>
          <a:solidFill>
            <a:srgbClr val="FFFFFF"/>
          </a:solidFill>
          <a:ln w="15875">
            <a:solidFill>
              <a:srgbClr val="4A5A70"/>
            </a:solidFill>
            <a:prstDash val="solid"/>
          </a:ln>
        </p:spPr>
      </p:sp>
      <p:sp>
        <p:nvSpPr>
          <p:cNvPr id="15" name="Text 11"/>
          <p:cNvSpPr txBox="1"/>
          <p:nvPr/>
        </p:nvSpPr>
        <p:spPr>
          <a:xfrm rot="-60000">
            <a:off x="6163056"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helped</a:t>
            </a:r>
            <a:endParaRPr lang="en-US" sz="1700" dirty="0"/>
          </a:p>
        </p:txBody>
      </p:sp>
      <p:sp>
        <p:nvSpPr>
          <p:cNvPr id="16" name="Shape 12"/>
          <p:cNvSpPr/>
          <p:nvPr/>
        </p:nvSpPr>
        <p:spPr>
          <a:xfrm rot="60000">
            <a:off x="8034528" y="1932432"/>
            <a:ext cx="1734312" cy="457200"/>
          </a:xfrm>
          <a:prstGeom prst="roundRect">
            <a:avLst>
              <a:gd name="adj" fmla="val 24000"/>
            </a:avLst>
          </a:prstGeom>
          <a:solidFill>
            <a:srgbClr val="FFFFFF"/>
          </a:solidFill>
          <a:ln w="15875">
            <a:solidFill>
              <a:srgbClr val="4A5A70"/>
            </a:solidFill>
            <a:prstDash val="solid"/>
          </a:ln>
        </p:spPr>
      </p:sp>
      <p:sp>
        <p:nvSpPr>
          <p:cNvPr id="17" name="Text 13"/>
          <p:cNvSpPr txBox="1"/>
          <p:nvPr/>
        </p:nvSpPr>
        <p:spPr>
          <a:xfrm rot="60000">
            <a:off x="8034528"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tried</a:t>
            </a:r>
            <a:endParaRPr lang="en-US" sz="1700" dirty="0"/>
          </a:p>
        </p:txBody>
      </p:sp>
      <p:sp>
        <p:nvSpPr>
          <p:cNvPr id="18" name="Shape 14"/>
          <p:cNvSpPr/>
          <p:nvPr/>
        </p:nvSpPr>
        <p:spPr>
          <a:xfrm rot="-120000">
            <a:off x="9906000" y="1932432"/>
            <a:ext cx="1734312" cy="457200"/>
          </a:xfrm>
          <a:prstGeom prst="roundRect">
            <a:avLst>
              <a:gd name="adj" fmla="val 24000"/>
            </a:avLst>
          </a:prstGeom>
          <a:solidFill>
            <a:srgbClr val="FFFFFF"/>
          </a:solidFill>
          <a:ln w="15875">
            <a:solidFill>
              <a:srgbClr val="4A5A70"/>
            </a:solidFill>
            <a:prstDash val="solid"/>
          </a:ln>
        </p:spPr>
      </p:sp>
      <p:sp>
        <p:nvSpPr>
          <p:cNvPr id="19" name="Text 15"/>
          <p:cNvSpPr txBox="1"/>
          <p:nvPr/>
        </p:nvSpPr>
        <p:spPr>
          <a:xfrm rot="-120000">
            <a:off x="9906000" y="193243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waited</a:t>
            </a:r>
            <a:endParaRPr lang="en-US" sz="1700" dirty="0"/>
          </a:p>
        </p:txBody>
      </p:sp>
      <p:sp>
        <p:nvSpPr>
          <p:cNvPr id="20" name="Shape 16"/>
          <p:cNvSpPr/>
          <p:nvPr/>
        </p:nvSpPr>
        <p:spPr>
          <a:xfrm rot="-120000">
            <a:off x="548640" y="2481072"/>
            <a:ext cx="1734312" cy="457200"/>
          </a:xfrm>
          <a:prstGeom prst="roundRect">
            <a:avLst>
              <a:gd name="adj" fmla="val 24000"/>
            </a:avLst>
          </a:prstGeom>
          <a:solidFill>
            <a:srgbClr val="FFFFFF"/>
          </a:solidFill>
          <a:ln w="15875">
            <a:solidFill>
              <a:srgbClr val="4A5A70"/>
            </a:solidFill>
            <a:prstDash val="solid"/>
          </a:ln>
        </p:spPr>
      </p:sp>
      <p:sp>
        <p:nvSpPr>
          <p:cNvPr id="21" name="Text 17"/>
          <p:cNvSpPr txBox="1"/>
          <p:nvPr/>
        </p:nvSpPr>
        <p:spPr>
          <a:xfrm rot="-120000">
            <a:off x="548640"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missed</a:t>
            </a:r>
            <a:endParaRPr lang="en-US" sz="1700" dirty="0"/>
          </a:p>
        </p:txBody>
      </p:sp>
      <p:sp>
        <p:nvSpPr>
          <p:cNvPr id="22" name="Shape 18"/>
          <p:cNvSpPr/>
          <p:nvPr/>
        </p:nvSpPr>
        <p:spPr>
          <a:xfrm rot="60000">
            <a:off x="2420112" y="2481072"/>
            <a:ext cx="1734312" cy="457200"/>
          </a:xfrm>
          <a:prstGeom prst="roundRect">
            <a:avLst>
              <a:gd name="adj" fmla="val 24000"/>
            </a:avLst>
          </a:prstGeom>
          <a:solidFill>
            <a:srgbClr val="FFFFFF"/>
          </a:solidFill>
          <a:ln w="15875">
            <a:solidFill>
              <a:srgbClr val="4A5A70"/>
            </a:solidFill>
            <a:prstDash val="solid"/>
          </a:ln>
        </p:spPr>
      </p:sp>
      <p:sp>
        <p:nvSpPr>
          <p:cNvPr id="23" name="Text 19"/>
          <p:cNvSpPr txBox="1"/>
          <p:nvPr/>
        </p:nvSpPr>
        <p:spPr>
          <a:xfrm rot="60000">
            <a:off x="2420112"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listened</a:t>
            </a:r>
            <a:endParaRPr lang="en-US" sz="1700" dirty="0"/>
          </a:p>
        </p:txBody>
      </p:sp>
      <p:sp>
        <p:nvSpPr>
          <p:cNvPr id="24" name="Shape 20"/>
          <p:cNvSpPr/>
          <p:nvPr/>
        </p:nvSpPr>
        <p:spPr>
          <a:xfrm rot="120000">
            <a:off x="4291584" y="2481072"/>
            <a:ext cx="1734312" cy="457200"/>
          </a:xfrm>
          <a:prstGeom prst="roundRect">
            <a:avLst>
              <a:gd name="adj" fmla="val 24000"/>
            </a:avLst>
          </a:prstGeom>
          <a:solidFill>
            <a:srgbClr val="FFFFFF"/>
          </a:solidFill>
          <a:ln w="15875">
            <a:solidFill>
              <a:srgbClr val="4A5A70"/>
            </a:solidFill>
            <a:prstDash val="solid"/>
          </a:ln>
        </p:spPr>
      </p:sp>
      <p:sp>
        <p:nvSpPr>
          <p:cNvPr id="25" name="Text 21"/>
          <p:cNvSpPr txBox="1"/>
          <p:nvPr/>
        </p:nvSpPr>
        <p:spPr>
          <a:xfrm rot="120000">
            <a:off x="4291584"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ended</a:t>
            </a:r>
            <a:endParaRPr lang="en-US" sz="1700" dirty="0"/>
          </a:p>
        </p:txBody>
      </p:sp>
      <p:sp>
        <p:nvSpPr>
          <p:cNvPr id="26" name="Shape 22"/>
          <p:cNvSpPr/>
          <p:nvPr/>
        </p:nvSpPr>
        <p:spPr>
          <a:xfrm rot="-60000">
            <a:off x="6163056" y="2481072"/>
            <a:ext cx="1734312" cy="457200"/>
          </a:xfrm>
          <a:prstGeom prst="roundRect">
            <a:avLst>
              <a:gd name="adj" fmla="val 24000"/>
            </a:avLst>
          </a:prstGeom>
          <a:solidFill>
            <a:srgbClr val="FFFFFF"/>
          </a:solidFill>
          <a:ln w="15875">
            <a:solidFill>
              <a:srgbClr val="4A5A70"/>
            </a:solidFill>
            <a:prstDash val="solid"/>
          </a:ln>
        </p:spPr>
      </p:sp>
      <p:sp>
        <p:nvSpPr>
          <p:cNvPr id="27" name="Text 23"/>
          <p:cNvSpPr txBox="1"/>
          <p:nvPr/>
        </p:nvSpPr>
        <p:spPr>
          <a:xfrm rot="-60000">
            <a:off x="6163056"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washed</a:t>
            </a:r>
            <a:endParaRPr lang="en-US" sz="1700" dirty="0"/>
          </a:p>
        </p:txBody>
      </p:sp>
      <p:sp>
        <p:nvSpPr>
          <p:cNvPr id="28" name="Shape 24"/>
          <p:cNvSpPr/>
          <p:nvPr/>
        </p:nvSpPr>
        <p:spPr>
          <a:xfrm rot="60000">
            <a:off x="8034528" y="2481072"/>
            <a:ext cx="1734312" cy="457200"/>
          </a:xfrm>
          <a:prstGeom prst="roundRect">
            <a:avLst>
              <a:gd name="adj" fmla="val 24000"/>
            </a:avLst>
          </a:prstGeom>
          <a:solidFill>
            <a:srgbClr val="FFFFFF"/>
          </a:solidFill>
          <a:ln w="15875">
            <a:solidFill>
              <a:srgbClr val="4A5A70"/>
            </a:solidFill>
            <a:prstDash val="solid"/>
          </a:ln>
        </p:spPr>
      </p:sp>
      <p:sp>
        <p:nvSpPr>
          <p:cNvPr id="29" name="Text 25"/>
          <p:cNvSpPr txBox="1"/>
          <p:nvPr/>
        </p:nvSpPr>
        <p:spPr>
          <a:xfrm rot="60000">
            <a:off x="8034528"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enjoyed</a:t>
            </a:r>
            <a:endParaRPr lang="en-US" sz="1700" dirty="0"/>
          </a:p>
        </p:txBody>
      </p:sp>
      <p:sp>
        <p:nvSpPr>
          <p:cNvPr id="30" name="Shape 26"/>
          <p:cNvSpPr/>
          <p:nvPr/>
        </p:nvSpPr>
        <p:spPr>
          <a:xfrm rot="-120000">
            <a:off x="9906000" y="2481072"/>
            <a:ext cx="1734312" cy="457200"/>
          </a:xfrm>
          <a:prstGeom prst="roundRect">
            <a:avLst>
              <a:gd name="adj" fmla="val 24000"/>
            </a:avLst>
          </a:prstGeom>
          <a:solidFill>
            <a:srgbClr val="FFFFFF"/>
          </a:solidFill>
          <a:ln w="15875">
            <a:solidFill>
              <a:srgbClr val="4A5A70"/>
            </a:solidFill>
            <a:prstDash val="solid"/>
          </a:ln>
        </p:spPr>
      </p:sp>
      <p:sp>
        <p:nvSpPr>
          <p:cNvPr id="31" name="Text 27"/>
          <p:cNvSpPr txBox="1"/>
          <p:nvPr/>
        </p:nvSpPr>
        <p:spPr>
          <a:xfrm rot="-120000">
            <a:off x="9906000" y="2481072"/>
            <a:ext cx="1734312" cy="457200"/>
          </a:xfrm>
          <a:prstGeom prst="rect">
            <a:avLst/>
          </a:prstGeom>
          <a:noFill/>
          <a:ln/>
        </p:spPr>
        <p:txBody>
          <a:bodyPr wrap="square" lIns="0" tIns="0" rIns="0" bIns="0" rtlCol="0" anchor="ctr"/>
          <a:lstStyle/>
          <a:p>
            <a:pPr algn="ctr" indent="0" marL="0">
              <a:buNone/>
            </a:pPr>
            <a:r>
              <a:rPr lang="en-US" sz="1700" b="1" i="1" dirty="0">
                <a:solidFill>
                  <a:schemeClr val="tx1"/>
                </a:solidFill>
              </a:rPr>
              <a:t>hated</a:t>
            </a:r>
            <a:endParaRPr lang="en-US" sz="1700" dirty="0"/>
          </a:p>
        </p:txBody>
      </p:sp>
      <p:sp>
        <p:nvSpPr>
          <p:cNvPr id="32" name="Shape 28"/>
          <p:cNvSpPr/>
          <p:nvPr/>
        </p:nvSpPr>
        <p:spPr>
          <a:xfrm>
            <a:off x="548640" y="3212592"/>
            <a:ext cx="3575304" cy="3051048"/>
          </a:xfrm>
          <a:prstGeom prst="roundRect">
            <a:avLst>
              <a:gd name="adj" fmla="val 3596"/>
            </a:avLst>
          </a:prstGeom>
          <a:solidFill>
            <a:srgbClr val="EAF2FB"/>
          </a:solidFill>
          <a:ln w="25400">
            <a:solidFill>
              <a:srgbClr val="2A6FB0"/>
            </a:solidFill>
            <a:prstDash val="dash"/>
          </a:ln>
        </p:spPr>
      </p:sp>
      <p:sp>
        <p:nvSpPr>
          <p:cNvPr id="33" name="Text 29"/>
          <p:cNvSpPr txBox="1"/>
          <p:nvPr/>
        </p:nvSpPr>
        <p:spPr>
          <a:xfrm>
            <a:off x="548640" y="3304032"/>
            <a:ext cx="3575304" cy="640080"/>
          </a:xfrm>
          <a:prstGeom prst="rect">
            <a:avLst/>
          </a:prstGeom>
          <a:noFill/>
          <a:ln/>
        </p:spPr>
        <p:txBody>
          <a:bodyPr wrap="square" lIns="0" tIns="0" rIns="0" bIns="0" rtlCol="0" anchor="ctr"/>
          <a:lstStyle/>
          <a:p>
            <a:pPr algn="ctr" indent="0" marL="0">
              <a:buNone/>
            </a:pPr>
            <a:r>
              <a:rPr lang="en-US" sz="3000" b="1" dirty="0">
                <a:solidFill>
                  <a:schemeClr val="accent2"/>
                </a:solidFill>
              </a:rPr>
              <a:t>/t/</a:t>
            </a:r>
            <a:endParaRPr lang="en-US" sz="3000" dirty="0"/>
          </a:p>
        </p:txBody>
      </p:sp>
      <p:sp>
        <p:nvSpPr>
          <p:cNvPr id="34" name="Shape 30"/>
          <p:cNvSpPr/>
          <p:nvPr/>
        </p:nvSpPr>
        <p:spPr>
          <a:xfrm>
            <a:off x="4306824" y="3212592"/>
            <a:ext cx="3575304" cy="3051048"/>
          </a:xfrm>
          <a:prstGeom prst="roundRect">
            <a:avLst>
              <a:gd name="adj" fmla="val 3596"/>
            </a:avLst>
          </a:prstGeom>
          <a:solidFill>
            <a:srgbClr val="E8F4EC"/>
          </a:solidFill>
          <a:ln w="25400">
            <a:solidFill>
              <a:srgbClr val="2E7D4F"/>
            </a:solidFill>
            <a:prstDash val="dash"/>
          </a:ln>
        </p:spPr>
      </p:sp>
      <p:sp>
        <p:nvSpPr>
          <p:cNvPr id="35" name="Text 31"/>
          <p:cNvSpPr txBox="1"/>
          <p:nvPr/>
        </p:nvSpPr>
        <p:spPr>
          <a:xfrm>
            <a:off x="4306824" y="3304032"/>
            <a:ext cx="3575304" cy="640080"/>
          </a:xfrm>
          <a:prstGeom prst="rect">
            <a:avLst/>
          </a:prstGeom>
          <a:noFill/>
          <a:ln/>
        </p:spPr>
        <p:txBody>
          <a:bodyPr wrap="square" lIns="0" tIns="0" rIns="0" bIns="0" rtlCol="0" anchor="ctr"/>
          <a:lstStyle/>
          <a:p>
            <a:pPr algn="ctr" indent="0" marL="0">
              <a:buNone/>
            </a:pPr>
            <a:r>
              <a:rPr lang="en-US" sz="3000" b="1" dirty="0">
                <a:solidFill>
                  <a:schemeClr val="accent3"/>
                </a:solidFill>
              </a:rPr>
              <a:t>/d/</a:t>
            </a:r>
            <a:endParaRPr lang="en-US" sz="3000" dirty="0"/>
          </a:p>
        </p:txBody>
      </p:sp>
      <p:sp>
        <p:nvSpPr>
          <p:cNvPr id="36" name="Shape 32"/>
          <p:cNvSpPr/>
          <p:nvPr/>
        </p:nvSpPr>
        <p:spPr>
          <a:xfrm>
            <a:off x="8065008" y="3212592"/>
            <a:ext cx="3575304" cy="3051048"/>
          </a:xfrm>
          <a:prstGeom prst="roundRect">
            <a:avLst>
              <a:gd name="adj" fmla="val 3596"/>
            </a:avLst>
          </a:prstGeom>
          <a:solidFill>
            <a:srgbClr val="FDF1E6"/>
          </a:solidFill>
          <a:ln w="25400">
            <a:solidFill>
              <a:srgbClr val="D9700F"/>
            </a:solidFill>
            <a:prstDash val="dash"/>
          </a:ln>
        </p:spPr>
      </p:sp>
      <p:sp>
        <p:nvSpPr>
          <p:cNvPr id="37" name="Text 33"/>
          <p:cNvSpPr txBox="1"/>
          <p:nvPr/>
        </p:nvSpPr>
        <p:spPr>
          <a:xfrm>
            <a:off x="8065008" y="3304032"/>
            <a:ext cx="3575304" cy="640080"/>
          </a:xfrm>
          <a:prstGeom prst="rect">
            <a:avLst/>
          </a:prstGeom>
          <a:noFill/>
          <a:ln/>
        </p:spPr>
        <p:txBody>
          <a:bodyPr wrap="square" lIns="0" tIns="0" rIns="0" bIns="0" rtlCol="0" anchor="ctr"/>
          <a:lstStyle/>
          <a:p>
            <a:pPr algn="ctr" indent="0" marL="0">
              <a:buNone/>
            </a:pPr>
            <a:r>
              <a:rPr lang="en-US" sz="3000" b="1" dirty="0">
                <a:solidFill>
                  <a:schemeClr val="accent1"/>
                </a:solidFill>
              </a:rPr>
              <a:t>/ɪd/</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2 — /t/, /d/ or /ɪd/?</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Say each verb aloud. Put it in the right box.</a:t>
            </a:r>
            <a:endParaRPr lang="en-US" sz="1700" dirty="0"/>
          </a:p>
        </p:txBody>
      </p:sp>
      <p:sp>
        <p:nvSpPr>
          <p:cNvPr id="9" name="Shape 5"/>
          <p:cNvSpPr/>
          <p:nvPr/>
        </p:nvSpPr>
        <p:spPr>
          <a:xfrm>
            <a:off x="548640" y="1932432"/>
            <a:ext cx="3575304" cy="4331208"/>
          </a:xfrm>
          <a:prstGeom prst="roundRect">
            <a:avLst>
              <a:gd name="adj" fmla="val 3069"/>
            </a:avLst>
          </a:prstGeom>
          <a:solidFill>
            <a:srgbClr val="EAF2FB"/>
          </a:solidFill>
          <a:ln w="25400">
            <a:solidFill>
              <a:srgbClr val="2A6FB0"/>
            </a:solidFill>
            <a:prstDash val="solid"/>
          </a:ln>
        </p:spPr>
      </p:sp>
      <p:sp>
        <p:nvSpPr>
          <p:cNvPr id="10" name="Text 6"/>
          <p:cNvSpPr txBox="1"/>
          <p:nvPr/>
        </p:nvSpPr>
        <p:spPr>
          <a:xfrm>
            <a:off x="548640" y="2023872"/>
            <a:ext cx="3575304" cy="640080"/>
          </a:xfrm>
          <a:prstGeom prst="rect">
            <a:avLst/>
          </a:prstGeom>
          <a:noFill/>
          <a:ln/>
        </p:spPr>
        <p:txBody>
          <a:bodyPr wrap="square" lIns="0" tIns="0" rIns="0" bIns="0" rtlCol="0" anchor="ctr"/>
          <a:lstStyle/>
          <a:p>
            <a:pPr algn="ctr" indent="0" marL="0">
              <a:buNone/>
            </a:pPr>
            <a:r>
              <a:rPr lang="en-US" sz="3000" b="1" dirty="0">
                <a:solidFill>
                  <a:schemeClr val="accent2"/>
                </a:solidFill>
              </a:rPr>
              <a:t>/t/</a:t>
            </a:r>
            <a:endParaRPr lang="en-US" sz="3000" dirty="0"/>
          </a:p>
        </p:txBody>
      </p:sp>
      <p:sp>
        <p:nvSpPr>
          <p:cNvPr id="11" name="Text 7"/>
          <p:cNvSpPr txBox="1"/>
          <p:nvPr/>
        </p:nvSpPr>
        <p:spPr>
          <a:xfrm>
            <a:off x="731520" y="2709672"/>
            <a:ext cx="3209544" cy="3416808"/>
          </a:xfrm>
          <a:prstGeom prst="rect">
            <a:avLst/>
          </a:prstGeom>
          <a:noFill/>
          <a:ln/>
        </p:spPr>
        <p:txBody>
          <a:bodyPr wrap="square" lIns="0" tIns="0" rIns="0" bIns="0" rtlCol="0" anchor="ctr"/>
          <a:lstStyle/>
          <a:p>
            <a:pPr algn="ctr" indent="0" marL="0">
              <a:spcAft>
                <a:spcPts val="600"/>
              </a:spcAft>
              <a:buNone/>
            </a:pPr>
            <a:r>
              <a:rPr lang="en-US" sz="2200" b="1" i="1" dirty="0">
                <a:solidFill>
                  <a:schemeClr val="accent2"/>
                </a:solidFill>
              </a:rPr>
              <a:t>looked</a:t>
            </a:r>
            <a:endParaRPr lang="en-US" sz="2200" dirty="0"/>
          </a:p>
          <a:p>
            <a:pPr algn="ctr" indent="0" marL="0">
              <a:spcAft>
                <a:spcPts val="600"/>
              </a:spcAft>
              <a:buNone/>
            </a:pPr>
            <a:r>
              <a:rPr lang="en-US" sz="2200" b="1" i="1" dirty="0">
                <a:solidFill>
                  <a:schemeClr val="accent2"/>
                </a:solidFill>
              </a:rPr>
              <a:t>helped</a:t>
            </a:r>
            <a:endParaRPr lang="en-US" sz="2200" dirty="0"/>
          </a:p>
          <a:p>
            <a:pPr algn="ctr" indent="0" marL="0">
              <a:spcAft>
                <a:spcPts val="600"/>
              </a:spcAft>
              <a:buNone/>
            </a:pPr>
            <a:r>
              <a:rPr lang="en-US" sz="2200" b="1" i="1" dirty="0">
                <a:solidFill>
                  <a:schemeClr val="accent2"/>
                </a:solidFill>
              </a:rPr>
              <a:t>missed</a:t>
            </a:r>
            <a:endParaRPr lang="en-US" sz="2200" dirty="0"/>
          </a:p>
          <a:p>
            <a:pPr algn="ctr" indent="0" marL="0">
              <a:spcAft>
                <a:spcPts val="600"/>
              </a:spcAft>
              <a:buNone/>
            </a:pPr>
            <a:r>
              <a:rPr lang="en-US" sz="2200" b="1" i="1" dirty="0">
                <a:solidFill>
                  <a:schemeClr val="accent2"/>
                </a:solidFill>
              </a:rPr>
              <a:t>washed</a:t>
            </a:r>
            <a:endParaRPr lang="en-US" sz="2200" dirty="0"/>
          </a:p>
        </p:txBody>
      </p:sp>
      <p:sp>
        <p:nvSpPr>
          <p:cNvPr id="12" name="Shape 8"/>
          <p:cNvSpPr/>
          <p:nvPr/>
        </p:nvSpPr>
        <p:spPr>
          <a:xfrm>
            <a:off x="4306824" y="1932432"/>
            <a:ext cx="3575304" cy="4331208"/>
          </a:xfrm>
          <a:prstGeom prst="roundRect">
            <a:avLst>
              <a:gd name="adj" fmla="val 3069"/>
            </a:avLst>
          </a:prstGeom>
          <a:solidFill>
            <a:srgbClr val="E8F4EC"/>
          </a:solidFill>
          <a:ln w="25400">
            <a:solidFill>
              <a:srgbClr val="2E7D4F"/>
            </a:solidFill>
            <a:prstDash val="solid"/>
          </a:ln>
        </p:spPr>
      </p:sp>
      <p:sp>
        <p:nvSpPr>
          <p:cNvPr id="13" name="Text 9"/>
          <p:cNvSpPr txBox="1"/>
          <p:nvPr/>
        </p:nvSpPr>
        <p:spPr>
          <a:xfrm>
            <a:off x="4306824" y="2023872"/>
            <a:ext cx="3575304" cy="640080"/>
          </a:xfrm>
          <a:prstGeom prst="rect">
            <a:avLst/>
          </a:prstGeom>
          <a:noFill/>
          <a:ln/>
        </p:spPr>
        <p:txBody>
          <a:bodyPr wrap="square" lIns="0" tIns="0" rIns="0" bIns="0" rtlCol="0" anchor="ctr"/>
          <a:lstStyle/>
          <a:p>
            <a:pPr algn="ctr" indent="0" marL="0">
              <a:buNone/>
            </a:pPr>
            <a:r>
              <a:rPr lang="en-US" sz="3000" b="1" dirty="0">
                <a:solidFill>
                  <a:schemeClr val="accent3"/>
                </a:solidFill>
              </a:rPr>
              <a:t>/d/</a:t>
            </a:r>
            <a:endParaRPr lang="en-US" sz="3000" dirty="0"/>
          </a:p>
        </p:txBody>
      </p:sp>
      <p:sp>
        <p:nvSpPr>
          <p:cNvPr id="14" name="Text 10"/>
          <p:cNvSpPr txBox="1"/>
          <p:nvPr/>
        </p:nvSpPr>
        <p:spPr>
          <a:xfrm>
            <a:off x="4489704" y="2709672"/>
            <a:ext cx="3209544" cy="3416808"/>
          </a:xfrm>
          <a:prstGeom prst="rect">
            <a:avLst/>
          </a:prstGeom>
          <a:noFill/>
          <a:ln/>
        </p:spPr>
        <p:txBody>
          <a:bodyPr wrap="square" lIns="0" tIns="0" rIns="0" bIns="0" rtlCol="0" anchor="ctr"/>
          <a:lstStyle/>
          <a:p>
            <a:pPr algn="ctr" indent="0" marL="0">
              <a:spcAft>
                <a:spcPts val="600"/>
              </a:spcAft>
              <a:buNone/>
            </a:pPr>
            <a:r>
              <a:rPr lang="en-US" sz="2200" b="1" i="1" dirty="0">
                <a:solidFill>
                  <a:schemeClr val="accent3"/>
                </a:solidFill>
              </a:rPr>
              <a:t>called</a:t>
            </a:r>
            <a:endParaRPr lang="en-US" sz="2200" dirty="0"/>
          </a:p>
          <a:p>
            <a:pPr algn="ctr" indent="0" marL="0">
              <a:spcAft>
                <a:spcPts val="600"/>
              </a:spcAft>
              <a:buNone/>
            </a:pPr>
            <a:r>
              <a:rPr lang="en-US" sz="2200" b="1" i="1" dirty="0">
                <a:solidFill>
                  <a:schemeClr val="accent3"/>
                </a:solidFill>
              </a:rPr>
              <a:t>tried</a:t>
            </a:r>
            <a:endParaRPr lang="en-US" sz="2200" dirty="0"/>
          </a:p>
          <a:p>
            <a:pPr algn="ctr" indent="0" marL="0">
              <a:spcAft>
                <a:spcPts val="600"/>
              </a:spcAft>
              <a:buNone/>
            </a:pPr>
            <a:r>
              <a:rPr lang="en-US" sz="2200" b="1" i="1" dirty="0">
                <a:solidFill>
                  <a:schemeClr val="accent3"/>
                </a:solidFill>
              </a:rPr>
              <a:t>listened</a:t>
            </a:r>
            <a:endParaRPr lang="en-US" sz="2200" dirty="0"/>
          </a:p>
          <a:p>
            <a:pPr algn="ctr" indent="0" marL="0">
              <a:spcAft>
                <a:spcPts val="600"/>
              </a:spcAft>
              <a:buNone/>
            </a:pPr>
            <a:r>
              <a:rPr lang="en-US" sz="2200" b="1" i="1" dirty="0">
                <a:solidFill>
                  <a:schemeClr val="accent3"/>
                </a:solidFill>
              </a:rPr>
              <a:t>enjoyed</a:t>
            </a:r>
            <a:endParaRPr lang="en-US" sz="2200" dirty="0"/>
          </a:p>
        </p:txBody>
      </p:sp>
      <p:sp>
        <p:nvSpPr>
          <p:cNvPr id="15" name="Shape 11"/>
          <p:cNvSpPr/>
          <p:nvPr/>
        </p:nvSpPr>
        <p:spPr>
          <a:xfrm>
            <a:off x="8065008" y="1932432"/>
            <a:ext cx="3575304" cy="4331208"/>
          </a:xfrm>
          <a:prstGeom prst="roundRect">
            <a:avLst>
              <a:gd name="adj" fmla="val 3069"/>
            </a:avLst>
          </a:prstGeom>
          <a:solidFill>
            <a:srgbClr val="FDF1E6"/>
          </a:solidFill>
          <a:ln w="25400">
            <a:solidFill>
              <a:srgbClr val="D9700F"/>
            </a:solidFill>
            <a:prstDash val="solid"/>
          </a:ln>
        </p:spPr>
      </p:sp>
      <p:sp>
        <p:nvSpPr>
          <p:cNvPr id="16" name="Text 12"/>
          <p:cNvSpPr txBox="1"/>
          <p:nvPr/>
        </p:nvSpPr>
        <p:spPr>
          <a:xfrm>
            <a:off x="8065008" y="2023872"/>
            <a:ext cx="3575304" cy="640080"/>
          </a:xfrm>
          <a:prstGeom prst="rect">
            <a:avLst/>
          </a:prstGeom>
          <a:noFill/>
          <a:ln/>
        </p:spPr>
        <p:txBody>
          <a:bodyPr wrap="square" lIns="0" tIns="0" rIns="0" bIns="0" rtlCol="0" anchor="ctr"/>
          <a:lstStyle/>
          <a:p>
            <a:pPr algn="ctr" indent="0" marL="0">
              <a:buNone/>
            </a:pPr>
            <a:r>
              <a:rPr lang="en-US" sz="3000" b="1" dirty="0">
                <a:solidFill>
                  <a:schemeClr val="accent1"/>
                </a:solidFill>
              </a:rPr>
              <a:t>/ɪd/</a:t>
            </a:r>
            <a:endParaRPr lang="en-US" sz="3000" dirty="0"/>
          </a:p>
        </p:txBody>
      </p:sp>
      <p:sp>
        <p:nvSpPr>
          <p:cNvPr id="17" name="Text 13"/>
          <p:cNvSpPr txBox="1"/>
          <p:nvPr/>
        </p:nvSpPr>
        <p:spPr>
          <a:xfrm>
            <a:off x="8247888" y="2709672"/>
            <a:ext cx="3209544" cy="3416808"/>
          </a:xfrm>
          <a:prstGeom prst="rect">
            <a:avLst/>
          </a:prstGeom>
          <a:noFill/>
          <a:ln/>
        </p:spPr>
        <p:txBody>
          <a:bodyPr wrap="square" lIns="0" tIns="0" rIns="0" bIns="0" rtlCol="0" anchor="ctr"/>
          <a:lstStyle/>
          <a:p>
            <a:pPr algn="ctr" indent="0" marL="0">
              <a:spcAft>
                <a:spcPts val="600"/>
              </a:spcAft>
              <a:buNone/>
            </a:pPr>
            <a:r>
              <a:rPr lang="en-US" sz="2200" b="1" i="1" dirty="0">
                <a:solidFill>
                  <a:schemeClr val="accent1"/>
                </a:solidFill>
              </a:rPr>
              <a:t>started</a:t>
            </a:r>
            <a:endParaRPr lang="en-US" sz="2200" dirty="0"/>
          </a:p>
          <a:p>
            <a:pPr algn="ctr" indent="0" marL="0">
              <a:spcAft>
                <a:spcPts val="600"/>
              </a:spcAft>
              <a:buNone/>
            </a:pPr>
            <a:r>
              <a:rPr lang="en-US" sz="2200" b="1" i="1" dirty="0">
                <a:solidFill>
                  <a:schemeClr val="accent1"/>
                </a:solidFill>
              </a:rPr>
              <a:t>waited</a:t>
            </a:r>
            <a:endParaRPr lang="en-US" sz="2200" dirty="0"/>
          </a:p>
          <a:p>
            <a:pPr algn="ctr" indent="0" marL="0">
              <a:spcAft>
                <a:spcPts val="600"/>
              </a:spcAft>
              <a:buNone/>
            </a:pPr>
            <a:r>
              <a:rPr lang="en-US" sz="2200" b="1" i="1" dirty="0">
                <a:solidFill>
                  <a:schemeClr val="accent1"/>
                </a:solidFill>
              </a:rPr>
              <a:t>ended</a:t>
            </a:r>
            <a:endParaRPr lang="en-US" sz="2200" dirty="0"/>
          </a:p>
          <a:p>
            <a:pPr algn="ctr" indent="0" marL="0">
              <a:spcAft>
                <a:spcPts val="600"/>
              </a:spcAft>
              <a:buNone/>
            </a:pPr>
            <a:r>
              <a:rPr lang="en-US" sz="2200" b="1" i="1" dirty="0">
                <a:solidFill>
                  <a:schemeClr val="accent1"/>
                </a:solidFill>
              </a:rPr>
              <a:t>hated</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3 — Irregular memory</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Find the 8 pairs: base form + past simple. (Imprimez les cartes pour un vrai memory.)</a:t>
            </a:r>
            <a:endParaRPr lang="en-US" sz="1700" dirty="0"/>
          </a:p>
        </p:txBody>
      </p:sp>
      <p:sp>
        <p:nvSpPr>
          <p:cNvPr id="8" name="Shape 4"/>
          <p:cNvSpPr/>
          <p:nvPr/>
        </p:nvSpPr>
        <p:spPr>
          <a:xfrm rot="-120000">
            <a:off x="548640" y="1932432"/>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9" name="Image 1" descr="game die">    </p:cNvPr>
          <p:cNvPicPr>
            <a:picLocks noChangeAspect="1"/>
          </p:cNvPicPr>
          <p:nvPr/>
        </p:nvPicPr>
        <p:blipFill>
          <a:blip r:embed="rId2"/>
          <a:stretch>
            <a:fillRect/>
          </a:stretch>
        </p:blipFill>
        <p:spPr>
          <a:xfrm>
            <a:off x="953262" y="2161032"/>
            <a:ext cx="457200" cy="457200"/>
          </a:xfrm>
          <a:prstGeom prst="rect">
            <a:avLst/>
          </a:prstGeom>
        </p:spPr>
      </p:pic>
      <p:sp>
        <p:nvSpPr>
          <p:cNvPr id="10" name="Text 5"/>
          <p:cNvSpPr txBox="1"/>
          <p:nvPr/>
        </p:nvSpPr>
        <p:spPr>
          <a:xfrm rot="-120000">
            <a:off x="548640" y="2683764"/>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saw</a:t>
            </a:r>
            <a:endParaRPr lang="en-US" sz="2000" dirty="0"/>
          </a:p>
        </p:txBody>
      </p:sp>
      <p:sp>
        <p:nvSpPr>
          <p:cNvPr id="11" name="Shape 6"/>
          <p:cNvSpPr/>
          <p:nvPr/>
        </p:nvSpPr>
        <p:spPr>
          <a:xfrm rot="60000">
            <a:off x="1952244" y="1932432"/>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game die">    </p:cNvPr>
          <p:cNvPicPr>
            <a:picLocks noChangeAspect="1"/>
          </p:cNvPicPr>
          <p:nvPr/>
        </p:nvPicPr>
        <p:blipFill>
          <a:blip r:embed="rId3"/>
          <a:stretch>
            <a:fillRect/>
          </a:stretch>
        </p:blipFill>
        <p:spPr>
          <a:xfrm>
            <a:off x="2356866" y="2161032"/>
            <a:ext cx="457200" cy="457200"/>
          </a:xfrm>
          <a:prstGeom prst="rect">
            <a:avLst/>
          </a:prstGeom>
        </p:spPr>
      </p:pic>
      <p:sp>
        <p:nvSpPr>
          <p:cNvPr id="13" name="Text 7"/>
          <p:cNvSpPr txBox="1"/>
          <p:nvPr/>
        </p:nvSpPr>
        <p:spPr>
          <a:xfrm rot="60000">
            <a:off x="1952244" y="2683764"/>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think</a:t>
            </a:r>
            <a:endParaRPr lang="en-US" sz="2000" dirty="0"/>
          </a:p>
        </p:txBody>
      </p:sp>
      <p:sp>
        <p:nvSpPr>
          <p:cNvPr id="14" name="Shape 8"/>
          <p:cNvSpPr/>
          <p:nvPr/>
        </p:nvSpPr>
        <p:spPr>
          <a:xfrm rot="120000">
            <a:off x="3355848" y="1932432"/>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game die">    </p:cNvPr>
          <p:cNvPicPr>
            <a:picLocks noChangeAspect="1"/>
          </p:cNvPicPr>
          <p:nvPr/>
        </p:nvPicPr>
        <p:blipFill>
          <a:blip r:embed="rId4"/>
          <a:stretch>
            <a:fillRect/>
          </a:stretch>
        </p:blipFill>
        <p:spPr>
          <a:xfrm>
            <a:off x="3760470" y="2161032"/>
            <a:ext cx="457200" cy="457200"/>
          </a:xfrm>
          <a:prstGeom prst="rect">
            <a:avLst/>
          </a:prstGeom>
        </p:spPr>
      </p:pic>
      <p:sp>
        <p:nvSpPr>
          <p:cNvPr id="16" name="Text 9"/>
          <p:cNvSpPr txBox="1"/>
          <p:nvPr/>
        </p:nvSpPr>
        <p:spPr>
          <a:xfrm rot="120000">
            <a:off x="3355848" y="2683764"/>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eat</a:t>
            </a:r>
            <a:endParaRPr lang="en-US" sz="2000" dirty="0"/>
          </a:p>
        </p:txBody>
      </p:sp>
      <p:sp>
        <p:nvSpPr>
          <p:cNvPr id="17" name="Shape 10"/>
          <p:cNvSpPr/>
          <p:nvPr/>
        </p:nvSpPr>
        <p:spPr>
          <a:xfrm rot="-60000">
            <a:off x="4759452" y="1932432"/>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18" name="Image 4" descr="game die">    </p:cNvPr>
          <p:cNvPicPr>
            <a:picLocks noChangeAspect="1"/>
          </p:cNvPicPr>
          <p:nvPr/>
        </p:nvPicPr>
        <p:blipFill>
          <a:blip r:embed="rId5"/>
          <a:stretch>
            <a:fillRect/>
          </a:stretch>
        </p:blipFill>
        <p:spPr>
          <a:xfrm>
            <a:off x="5164074" y="2161032"/>
            <a:ext cx="457200" cy="457200"/>
          </a:xfrm>
          <a:prstGeom prst="rect">
            <a:avLst/>
          </a:prstGeom>
        </p:spPr>
      </p:pic>
      <p:sp>
        <p:nvSpPr>
          <p:cNvPr id="19" name="Text 11"/>
          <p:cNvSpPr txBox="1"/>
          <p:nvPr/>
        </p:nvSpPr>
        <p:spPr>
          <a:xfrm rot="-60000">
            <a:off x="4759452" y="2683764"/>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took</a:t>
            </a:r>
            <a:endParaRPr lang="en-US" sz="2000" dirty="0"/>
          </a:p>
        </p:txBody>
      </p:sp>
      <p:sp>
        <p:nvSpPr>
          <p:cNvPr id="20" name="Shape 12"/>
          <p:cNvSpPr/>
          <p:nvPr/>
        </p:nvSpPr>
        <p:spPr>
          <a:xfrm rot="-120000">
            <a:off x="6163056" y="1932432"/>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game die">    </p:cNvPr>
          <p:cNvPicPr>
            <a:picLocks noChangeAspect="1"/>
          </p:cNvPicPr>
          <p:nvPr/>
        </p:nvPicPr>
        <p:blipFill>
          <a:blip r:embed="rId6"/>
          <a:stretch>
            <a:fillRect/>
          </a:stretch>
        </p:blipFill>
        <p:spPr>
          <a:xfrm>
            <a:off x="6567678" y="2161032"/>
            <a:ext cx="457200" cy="457200"/>
          </a:xfrm>
          <a:prstGeom prst="rect">
            <a:avLst/>
          </a:prstGeom>
        </p:spPr>
      </p:pic>
      <p:sp>
        <p:nvSpPr>
          <p:cNvPr id="22" name="Text 13"/>
          <p:cNvSpPr txBox="1"/>
          <p:nvPr/>
        </p:nvSpPr>
        <p:spPr>
          <a:xfrm rot="-120000">
            <a:off x="6163056" y="2683764"/>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go</a:t>
            </a:r>
            <a:endParaRPr lang="en-US" sz="2000" dirty="0"/>
          </a:p>
        </p:txBody>
      </p:sp>
      <p:sp>
        <p:nvSpPr>
          <p:cNvPr id="23" name="Shape 14"/>
          <p:cNvSpPr/>
          <p:nvPr/>
        </p:nvSpPr>
        <p:spPr>
          <a:xfrm rot="60000">
            <a:off x="7566660" y="1932432"/>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24" name="Image 6" descr="game die">    </p:cNvPr>
          <p:cNvPicPr>
            <a:picLocks noChangeAspect="1"/>
          </p:cNvPicPr>
          <p:nvPr/>
        </p:nvPicPr>
        <p:blipFill>
          <a:blip r:embed="rId7"/>
          <a:stretch>
            <a:fillRect/>
          </a:stretch>
        </p:blipFill>
        <p:spPr>
          <a:xfrm>
            <a:off x="7971282" y="2161032"/>
            <a:ext cx="457200" cy="457200"/>
          </a:xfrm>
          <a:prstGeom prst="rect">
            <a:avLst/>
          </a:prstGeom>
        </p:spPr>
      </p:pic>
      <p:sp>
        <p:nvSpPr>
          <p:cNvPr id="25" name="Text 15"/>
          <p:cNvSpPr txBox="1"/>
          <p:nvPr/>
        </p:nvSpPr>
        <p:spPr>
          <a:xfrm rot="60000">
            <a:off x="7566660" y="2683764"/>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met</a:t>
            </a:r>
            <a:endParaRPr lang="en-US" sz="2000" dirty="0"/>
          </a:p>
        </p:txBody>
      </p:sp>
      <p:sp>
        <p:nvSpPr>
          <p:cNvPr id="26" name="Shape 16"/>
          <p:cNvSpPr/>
          <p:nvPr/>
        </p:nvSpPr>
        <p:spPr>
          <a:xfrm rot="120000">
            <a:off x="8970264" y="1932432"/>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27" name="Image 7" descr="game die">    </p:cNvPr>
          <p:cNvPicPr>
            <a:picLocks noChangeAspect="1"/>
          </p:cNvPicPr>
          <p:nvPr/>
        </p:nvPicPr>
        <p:blipFill>
          <a:blip r:embed="rId8"/>
          <a:stretch>
            <a:fillRect/>
          </a:stretch>
        </p:blipFill>
        <p:spPr>
          <a:xfrm>
            <a:off x="9374886" y="2161032"/>
            <a:ext cx="457200" cy="457200"/>
          </a:xfrm>
          <a:prstGeom prst="rect">
            <a:avLst/>
          </a:prstGeom>
        </p:spPr>
      </p:pic>
      <p:sp>
        <p:nvSpPr>
          <p:cNvPr id="28" name="Text 17"/>
          <p:cNvSpPr txBox="1"/>
          <p:nvPr/>
        </p:nvSpPr>
        <p:spPr>
          <a:xfrm rot="120000">
            <a:off x="8970264" y="2683764"/>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bought</a:t>
            </a:r>
            <a:endParaRPr lang="en-US" sz="2000" dirty="0"/>
          </a:p>
        </p:txBody>
      </p:sp>
      <p:sp>
        <p:nvSpPr>
          <p:cNvPr id="29" name="Shape 18"/>
          <p:cNvSpPr/>
          <p:nvPr/>
        </p:nvSpPr>
        <p:spPr>
          <a:xfrm rot="-60000">
            <a:off x="10373868" y="1932432"/>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game die">    </p:cNvPr>
          <p:cNvPicPr>
            <a:picLocks noChangeAspect="1"/>
          </p:cNvPicPr>
          <p:nvPr/>
        </p:nvPicPr>
        <p:blipFill>
          <a:blip r:embed="rId9"/>
          <a:stretch>
            <a:fillRect/>
          </a:stretch>
        </p:blipFill>
        <p:spPr>
          <a:xfrm>
            <a:off x="10778490" y="2161032"/>
            <a:ext cx="457200" cy="457200"/>
          </a:xfrm>
          <a:prstGeom prst="rect">
            <a:avLst/>
          </a:prstGeom>
        </p:spPr>
      </p:pic>
      <p:sp>
        <p:nvSpPr>
          <p:cNvPr id="31" name="Text 19"/>
          <p:cNvSpPr txBox="1"/>
          <p:nvPr/>
        </p:nvSpPr>
        <p:spPr>
          <a:xfrm rot="-60000">
            <a:off x="10373868" y="2683764"/>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write</a:t>
            </a:r>
            <a:endParaRPr lang="en-US" sz="2000" dirty="0"/>
          </a:p>
        </p:txBody>
      </p:sp>
      <p:sp>
        <p:nvSpPr>
          <p:cNvPr id="32" name="Shape 20"/>
          <p:cNvSpPr/>
          <p:nvPr/>
        </p:nvSpPr>
        <p:spPr>
          <a:xfrm rot="-120000">
            <a:off x="548640" y="4166616"/>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33" name="Image 9" descr="game die">    </p:cNvPr>
          <p:cNvPicPr>
            <a:picLocks noChangeAspect="1"/>
          </p:cNvPicPr>
          <p:nvPr/>
        </p:nvPicPr>
        <p:blipFill>
          <a:blip r:embed="rId10"/>
          <a:stretch>
            <a:fillRect/>
          </a:stretch>
        </p:blipFill>
        <p:spPr>
          <a:xfrm>
            <a:off x="953262" y="4395216"/>
            <a:ext cx="457200" cy="457200"/>
          </a:xfrm>
          <a:prstGeom prst="rect">
            <a:avLst/>
          </a:prstGeom>
        </p:spPr>
      </p:pic>
      <p:sp>
        <p:nvSpPr>
          <p:cNvPr id="34" name="Text 21"/>
          <p:cNvSpPr txBox="1"/>
          <p:nvPr/>
        </p:nvSpPr>
        <p:spPr>
          <a:xfrm rot="-120000">
            <a:off x="548640" y="4917948"/>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thought</a:t>
            </a:r>
            <a:endParaRPr lang="en-US" sz="2000" dirty="0"/>
          </a:p>
        </p:txBody>
      </p:sp>
      <p:sp>
        <p:nvSpPr>
          <p:cNvPr id="35" name="Shape 22"/>
          <p:cNvSpPr/>
          <p:nvPr/>
        </p:nvSpPr>
        <p:spPr>
          <a:xfrm rot="60000">
            <a:off x="1952244" y="4166616"/>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36" name="Image 10" descr="game die">    </p:cNvPr>
          <p:cNvPicPr>
            <a:picLocks noChangeAspect="1"/>
          </p:cNvPicPr>
          <p:nvPr/>
        </p:nvPicPr>
        <p:blipFill>
          <a:blip r:embed="rId11"/>
          <a:stretch>
            <a:fillRect/>
          </a:stretch>
        </p:blipFill>
        <p:spPr>
          <a:xfrm>
            <a:off x="2356866" y="4395216"/>
            <a:ext cx="457200" cy="457200"/>
          </a:xfrm>
          <a:prstGeom prst="rect">
            <a:avLst/>
          </a:prstGeom>
        </p:spPr>
      </p:pic>
      <p:sp>
        <p:nvSpPr>
          <p:cNvPr id="37" name="Text 23"/>
          <p:cNvSpPr txBox="1"/>
          <p:nvPr/>
        </p:nvSpPr>
        <p:spPr>
          <a:xfrm rot="60000">
            <a:off x="1952244" y="4917948"/>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see</a:t>
            </a:r>
            <a:endParaRPr lang="en-US" sz="2000" dirty="0"/>
          </a:p>
        </p:txBody>
      </p:sp>
      <p:sp>
        <p:nvSpPr>
          <p:cNvPr id="38" name="Shape 24"/>
          <p:cNvSpPr/>
          <p:nvPr/>
        </p:nvSpPr>
        <p:spPr>
          <a:xfrm rot="120000">
            <a:off x="3355848" y="4166616"/>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39" name="Image 11" descr="game die">    </p:cNvPr>
          <p:cNvPicPr>
            <a:picLocks noChangeAspect="1"/>
          </p:cNvPicPr>
          <p:nvPr/>
        </p:nvPicPr>
        <p:blipFill>
          <a:blip r:embed="rId12"/>
          <a:stretch>
            <a:fillRect/>
          </a:stretch>
        </p:blipFill>
        <p:spPr>
          <a:xfrm>
            <a:off x="3760470" y="4395216"/>
            <a:ext cx="457200" cy="457200"/>
          </a:xfrm>
          <a:prstGeom prst="rect">
            <a:avLst/>
          </a:prstGeom>
        </p:spPr>
      </p:pic>
      <p:sp>
        <p:nvSpPr>
          <p:cNvPr id="40" name="Text 25"/>
          <p:cNvSpPr txBox="1"/>
          <p:nvPr/>
        </p:nvSpPr>
        <p:spPr>
          <a:xfrm rot="120000">
            <a:off x="3355848" y="4917948"/>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take</a:t>
            </a:r>
            <a:endParaRPr lang="en-US" sz="2000" dirty="0"/>
          </a:p>
        </p:txBody>
      </p:sp>
      <p:sp>
        <p:nvSpPr>
          <p:cNvPr id="41" name="Shape 26"/>
          <p:cNvSpPr/>
          <p:nvPr/>
        </p:nvSpPr>
        <p:spPr>
          <a:xfrm rot="-60000">
            <a:off x="4759452" y="4166616"/>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42" name="Image 12" descr="game die">    </p:cNvPr>
          <p:cNvPicPr>
            <a:picLocks noChangeAspect="1"/>
          </p:cNvPicPr>
          <p:nvPr/>
        </p:nvPicPr>
        <p:blipFill>
          <a:blip r:embed="rId13"/>
          <a:stretch>
            <a:fillRect/>
          </a:stretch>
        </p:blipFill>
        <p:spPr>
          <a:xfrm>
            <a:off x="5164074" y="4395216"/>
            <a:ext cx="457200" cy="457200"/>
          </a:xfrm>
          <a:prstGeom prst="rect">
            <a:avLst/>
          </a:prstGeom>
        </p:spPr>
      </p:pic>
      <p:sp>
        <p:nvSpPr>
          <p:cNvPr id="43" name="Text 27"/>
          <p:cNvSpPr txBox="1"/>
          <p:nvPr/>
        </p:nvSpPr>
        <p:spPr>
          <a:xfrm rot="-60000">
            <a:off x="4759452" y="4917948"/>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ate</a:t>
            </a:r>
            <a:endParaRPr lang="en-US" sz="2000" dirty="0"/>
          </a:p>
        </p:txBody>
      </p:sp>
      <p:sp>
        <p:nvSpPr>
          <p:cNvPr id="44" name="Shape 28"/>
          <p:cNvSpPr/>
          <p:nvPr/>
        </p:nvSpPr>
        <p:spPr>
          <a:xfrm rot="-120000">
            <a:off x="6163056" y="4166616"/>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45" name="Image 13" descr="game die">    </p:cNvPr>
          <p:cNvPicPr>
            <a:picLocks noChangeAspect="1"/>
          </p:cNvPicPr>
          <p:nvPr/>
        </p:nvPicPr>
        <p:blipFill>
          <a:blip r:embed="rId14"/>
          <a:stretch>
            <a:fillRect/>
          </a:stretch>
        </p:blipFill>
        <p:spPr>
          <a:xfrm>
            <a:off x="6567678" y="4395216"/>
            <a:ext cx="457200" cy="457200"/>
          </a:xfrm>
          <a:prstGeom prst="rect">
            <a:avLst/>
          </a:prstGeom>
        </p:spPr>
      </p:pic>
      <p:sp>
        <p:nvSpPr>
          <p:cNvPr id="46" name="Text 29"/>
          <p:cNvSpPr txBox="1"/>
          <p:nvPr/>
        </p:nvSpPr>
        <p:spPr>
          <a:xfrm rot="-120000">
            <a:off x="6163056" y="4917948"/>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meet</a:t>
            </a:r>
            <a:endParaRPr lang="en-US" sz="2000" dirty="0"/>
          </a:p>
        </p:txBody>
      </p:sp>
      <p:sp>
        <p:nvSpPr>
          <p:cNvPr id="47" name="Shape 30"/>
          <p:cNvSpPr/>
          <p:nvPr/>
        </p:nvSpPr>
        <p:spPr>
          <a:xfrm rot="60000">
            <a:off x="7566660" y="4166616"/>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48" name="Image 14" descr="game die">    </p:cNvPr>
          <p:cNvPicPr>
            <a:picLocks noChangeAspect="1"/>
          </p:cNvPicPr>
          <p:nvPr/>
        </p:nvPicPr>
        <p:blipFill>
          <a:blip r:embed="rId15"/>
          <a:stretch>
            <a:fillRect/>
          </a:stretch>
        </p:blipFill>
        <p:spPr>
          <a:xfrm>
            <a:off x="7971282" y="4395216"/>
            <a:ext cx="457200" cy="457200"/>
          </a:xfrm>
          <a:prstGeom prst="rect">
            <a:avLst/>
          </a:prstGeom>
        </p:spPr>
      </p:pic>
      <p:sp>
        <p:nvSpPr>
          <p:cNvPr id="49" name="Text 31"/>
          <p:cNvSpPr txBox="1"/>
          <p:nvPr/>
        </p:nvSpPr>
        <p:spPr>
          <a:xfrm rot="60000">
            <a:off x="7566660" y="4917948"/>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went</a:t>
            </a:r>
            <a:endParaRPr lang="en-US" sz="2000" dirty="0"/>
          </a:p>
        </p:txBody>
      </p:sp>
      <p:sp>
        <p:nvSpPr>
          <p:cNvPr id="50" name="Shape 32"/>
          <p:cNvSpPr/>
          <p:nvPr/>
        </p:nvSpPr>
        <p:spPr>
          <a:xfrm rot="120000">
            <a:off x="8970264" y="4166616"/>
            <a:ext cx="1266444" cy="2051304"/>
          </a:xfrm>
          <a:prstGeom prst="roundRect">
            <a:avLst>
              <a:gd name="adj" fmla="val 8664"/>
            </a:avLst>
          </a:prstGeom>
          <a:solidFill>
            <a:srgbClr val="FBEAF2"/>
          </a:solidFill>
          <a:ln w="22225">
            <a:solidFill>
              <a:srgbClr val="B4236A"/>
            </a:solidFill>
            <a:prstDash val="solid"/>
          </a:ln>
          <a:effectLst>
            <a:outerShdw sx="100000" sy="100000" kx="0" ky="0" algn="bl" rotWithShape="0" blurRad="101600" dist="25400" dir="3600000">
              <a:srgbClr val="000000">
                <a:alpha val="16000"/>
              </a:srgbClr>
            </a:outerShdw>
          </a:effectLst>
        </p:spPr>
      </p:sp>
      <p:pic>
        <p:nvPicPr>
          <p:cNvPr id="51" name="Image 15" descr="game die">    </p:cNvPr>
          <p:cNvPicPr>
            <a:picLocks noChangeAspect="1"/>
          </p:cNvPicPr>
          <p:nvPr/>
        </p:nvPicPr>
        <p:blipFill>
          <a:blip r:embed="rId16"/>
          <a:stretch>
            <a:fillRect/>
          </a:stretch>
        </p:blipFill>
        <p:spPr>
          <a:xfrm>
            <a:off x="9374886" y="4395216"/>
            <a:ext cx="457200" cy="457200"/>
          </a:xfrm>
          <a:prstGeom prst="rect">
            <a:avLst/>
          </a:prstGeom>
        </p:spPr>
      </p:pic>
      <p:sp>
        <p:nvSpPr>
          <p:cNvPr id="52" name="Text 33"/>
          <p:cNvSpPr txBox="1"/>
          <p:nvPr/>
        </p:nvSpPr>
        <p:spPr>
          <a:xfrm rot="120000">
            <a:off x="8970264" y="4917948"/>
            <a:ext cx="1266444" cy="731520"/>
          </a:xfrm>
          <a:prstGeom prst="rect">
            <a:avLst/>
          </a:prstGeom>
          <a:noFill/>
          <a:ln/>
        </p:spPr>
        <p:txBody>
          <a:bodyPr wrap="square" lIns="0" tIns="0" rIns="0" bIns="0" rtlCol="0" anchor="ctr"/>
          <a:lstStyle/>
          <a:p>
            <a:pPr algn="ctr" indent="0" marL="0">
              <a:buNone/>
            </a:pPr>
            <a:r>
              <a:rPr lang="en-US" sz="2000" b="1" i="1" dirty="0">
                <a:solidFill>
                  <a:schemeClr val="accent4"/>
                </a:solidFill>
              </a:rPr>
              <a:t>wrote</a:t>
            </a:r>
            <a:endParaRPr lang="en-US" sz="2000" dirty="0"/>
          </a:p>
        </p:txBody>
      </p:sp>
      <p:sp>
        <p:nvSpPr>
          <p:cNvPr id="53" name="Shape 34"/>
          <p:cNvSpPr/>
          <p:nvPr/>
        </p:nvSpPr>
        <p:spPr>
          <a:xfrm rot="-60000">
            <a:off x="10373868" y="4166616"/>
            <a:ext cx="1266444" cy="2051304"/>
          </a:xfrm>
          <a:prstGeom prst="roundRect">
            <a:avLst>
              <a:gd name="adj" fmla="val 8664"/>
            </a:avLst>
          </a:prstGeom>
          <a:solidFill>
            <a:srgbClr val="FFFFFF"/>
          </a:solidFill>
          <a:ln w="22225">
            <a:solidFill>
              <a:srgbClr val="4A5A70"/>
            </a:solidFill>
            <a:prstDash val="solid"/>
          </a:ln>
          <a:effectLst>
            <a:outerShdw sx="100000" sy="100000" kx="0" ky="0" algn="bl" rotWithShape="0" blurRad="101600" dist="25400" dir="3600000">
              <a:srgbClr val="000000">
                <a:alpha val="16000"/>
              </a:srgbClr>
            </a:outerShdw>
          </a:effectLst>
        </p:spPr>
      </p:sp>
      <p:pic>
        <p:nvPicPr>
          <p:cNvPr id="54" name="Image 16" descr="game die">    </p:cNvPr>
          <p:cNvPicPr>
            <a:picLocks noChangeAspect="1"/>
          </p:cNvPicPr>
          <p:nvPr/>
        </p:nvPicPr>
        <p:blipFill>
          <a:blip r:embed="rId17"/>
          <a:stretch>
            <a:fillRect/>
          </a:stretch>
        </p:blipFill>
        <p:spPr>
          <a:xfrm>
            <a:off x="10778490" y="4395216"/>
            <a:ext cx="457200" cy="457200"/>
          </a:xfrm>
          <a:prstGeom prst="rect">
            <a:avLst/>
          </a:prstGeom>
        </p:spPr>
      </p:pic>
      <p:sp>
        <p:nvSpPr>
          <p:cNvPr id="55" name="Text 35"/>
          <p:cNvSpPr txBox="1"/>
          <p:nvPr/>
        </p:nvSpPr>
        <p:spPr>
          <a:xfrm rot="-60000">
            <a:off x="10373868" y="4917948"/>
            <a:ext cx="1266444" cy="731520"/>
          </a:xfrm>
          <a:prstGeom prst="rect">
            <a:avLst/>
          </a:prstGeom>
          <a:noFill/>
          <a:ln/>
        </p:spPr>
        <p:txBody>
          <a:bodyPr wrap="square" lIns="0" tIns="0" rIns="0" bIns="0" rtlCol="0" anchor="ctr"/>
          <a:lstStyle/>
          <a:p>
            <a:pPr algn="ctr" indent="0" marL="0">
              <a:buNone/>
            </a:pPr>
            <a:r>
              <a:rPr lang="en-US" sz="2000" b="1" i="1" dirty="0">
                <a:solidFill>
                  <a:schemeClr val="tx1"/>
                </a:solidFill>
              </a:rPr>
              <a:t>buy</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3 — Irregular memory</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Find the 8 pairs: base form + past simple. (Imprimez les cartes pour un vrai memory.)</a:t>
            </a:r>
            <a:endParaRPr lang="en-US" sz="1700" dirty="0"/>
          </a:p>
        </p:txBody>
      </p:sp>
      <p:sp>
        <p:nvSpPr>
          <p:cNvPr id="9" name="Shape 5"/>
          <p:cNvSpPr/>
          <p:nvPr/>
        </p:nvSpPr>
        <p:spPr>
          <a:xfrm>
            <a:off x="548640" y="1932432"/>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206752"/>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go</a:t>
            </a:r>
            <a:endParaRPr lang="en-US" sz="2200" dirty="0"/>
          </a:p>
        </p:txBody>
      </p:sp>
      <p:sp>
        <p:nvSpPr>
          <p:cNvPr id="11" name="Text 7"/>
          <p:cNvSpPr txBox="1"/>
          <p:nvPr/>
        </p:nvSpPr>
        <p:spPr>
          <a:xfrm>
            <a:off x="548640" y="2755392"/>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2" name="Shape 8"/>
          <p:cNvSpPr/>
          <p:nvPr/>
        </p:nvSpPr>
        <p:spPr>
          <a:xfrm>
            <a:off x="822960" y="3258312"/>
            <a:ext cx="2087118" cy="548640"/>
          </a:xfrm>
          <a:prstGeom prst="roundRect">
            <a:avLst>
              <a:gd name="adj" fmla="val 20000"/>
            </a:avLst>
          </a:prstGeom>
          <a:solidFill>
            <a:schemeClr val="accent4"/>
          </a:solidFill>
          <a:ln w="12700">
            <a:solidFill>
              <a:srgbClr val="FFFFFF">
                <a:alpha val="0"/>
              </a:srgbClr>
            </a:solidFill>
            <a:prstDash val="solid"/>
          </a:ln>
        </p:spPr>
      </p:sp>
      <p:sp>
        <p:nvSpPr>
          <p:cNvPr id="13" name="Text 9"/>
          <p:cNvSpPr txBox="1"/>
          <p:nvPr/>
        </p:nvSpPr>
        <p:spPr>
          <a:xfrm>
            <a:off x="822960" y="3258312"/>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went</a:t>
            </a:r>
            <a:endParaRPr lang="en-US" sz="2200" dirty="0"/>
          </a:p>
        </p:txBody>
      </p:sp>
      <p:sp>
        <p:nvSpPr>
          <p:cNvPr id="14" name="Shape 10"/>
          <p:cNvSpPr/>
          <p:nvPr/>
        </p:nvSpPr>
        <p:spPr>
          <a:xfrm>
            <a:off x="3367278" y="1932432"/>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3367278" y="2206752"/>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see</a:t>
            </a:r>
            <a:endParaRPr lang="en-US" sz="2200" dirty="0"/>
          </a:p>
        </p:txBody>
      </p:sp>
      <p:sp>
        <p:nvSpPr>
          <p:cNvPr id="16" name="Text 12"/>
          <p:cNvSpPr txBox="1"/>
          <p:nvPr/>
        </p:nvSpPr>
        <p:spPr>
          <a:xfrm>
            <a:off x="3367278" y="2755392"/>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7" name="Shape 13"/>
          <p:cNvSpPr/>
          <p:nvPr/>
        </p:nvSpPr>
        <p:spPr>
          <a:xfrm>
            <a:off x="3641598" y="3258312"/>
            <a:ext cx="2087118" cy="548640"/>
          </a:xfrm>
          <a:prstGeom prst="roundRect">
            <a:avLst>
              <a:gd name="adj" fmla="val 20000"/>
            </a:avLst>
          </a:prstGeom>
          <a:solidFill>
            <a:schemeClr val="accent4"/>
          </a:solidFill>
          <a:ln w="12700">
            <a:solidFill>
              <a:srgbClr val="FFFFFF">
                <a:alpha val="0"/>
              </a:srgbClr>
            </a:solidFill>
            <a:prstDash val="solid"/>
          </a:ln>
        </p:spPr>
      </p:sp>
      <p:sp>
        <p:nvSpPr>
          <p:cNvPr id="18" name="Text 14"/>
          <p:cNvSpPr txBox="1"/>
          <p:nvPr/>
        </p:nvSpPr>
        <p:spPr>
          <a:xfrm>
            <a:off x="3641598" y="3258312"/>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saw</a:t>
            </a:r>
            <a:endParaRPr lang="en-US" sz="2200" dirty="0"/>
          </a:p>
        </p:txBody>
      </p:sp>
      <p:sp>
        <p:nvSpPr>
          <p:cNvPr id="19" name="Shape 15"/>
          <p:cNvSpPr/>
          <p:nvPr/>
        </p:nvSpPr>
        <p:spPr>
          <a:xfrm>
            <a:off x="6185916" y="1932432"/>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6185916" y="2206752"/>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buy</a:t>
            </a:r>
            <a:endParaRPr lang="en-US" sz="2200" dirty="0"/>
          </a:p>
        </p:txBody>
      </p:sp>
      <p:sp>
        <p:nvSpPr>
          <p:cNvPr id="21" name="Text 17"/>
          <p:cNvSpPr txBox="1"/>
          <p:nvPr/>
        </p:nvSpPr>
        <p:spPr>
          <a:xfrm>
            <a:off x="6185916" y="2755392"/>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Shape 18"/>
          <p:cNvSpPr/>
          <p:nvPr/>
        </p:nvSpPr>
        <p:spPr>
          <a:xfrm>
            <a:off x="6460236" y="3258312"/>
            <a:ext cx="2087118" cy="548640"/>
          </a:xfrm>
          <a:prstGeom prst="roundRect">
            <a:avLst>
              <a:gd name="adj" fmla="val 20000"/>
            </a:avLst>
          </a:prstGeom>
          <a:solidFill>
            <a:schemeClr val="accent4"/>
          </a:solidFill>
          <a:ln w="12700">
            <a:solidFill>
              <a:srgbClr val="FFFFFF">
                <a:alpha val="0"/>
              </a:srgbClr>
            </a:solidFill>
            <a:prstDash val="solid"/>
          </a:ln>
        </p:spPr>
      </p:sp>
      <p:sp>
        <p:nvSpPr>
          <p:cNvPr id="23" name="Text 19"/>
          <p:cNvSpPr txBox="1"/>
          <p:nvPr/>
        </p:nvSpPr>
        <p:spPr>
          <a:xfrm>
            <a:off x="6460236" y="3258312"/>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bought</a:t>
            </a:r>
            <a:endParaRPr lang="en-US" sz="2200" dirty="0"/>
          </a:p>
        </p:txBody>
      </p:sp>
      <p:sp>
        <p:nvSpPr>
          <p:cNvPr id="24" name="Shape 20"/>
          <p:cNvSpPr/>
          <p:nvPr/>
        </p:nvSpPr>
        <p:spPr>
          <a:xfrm>
            <a:off x="9004554" y="1932432"/>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9004554" y="2206752"/>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eat</a:t>
            </a:r>
            <a:endParaRPr lang="en-US" sz="2200" dirty="0"/>
          </a:p>
        </p:txBody>
      </p:sp>
      <p:sp>
        <p:nvSpPr>
          <p:cNvPr id="26" name="Text 22"/>
          <p:cNvSpPr txBox="1"/>
          <p:nvPr/>
        </p:nvSpPr>
        <p:spPr>
          <a:xfrm>
            <a:off x="9004554" y="2755392"/>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7" name="Shape 23"/>
          <p:cNvSpPr/>
          <p:nvPr/>
        </p:nvSpPr>
        <p:spPr>
          <a:xfrm>
            <a:off x="9278874" y="3258312"/>
            <a:ext cx="2087118" cy="548640"/>
          </a:xfrm>
          <a:prstGeom prst="roundRect">
            <a:avLst>
              <a:gd name="adj" fmla="val 20000"/>
            </a:avLst>
          </a:prstGeom>
          <a:solidFill>
            <a:schemeClr val="accent4"/>
          </a:solidFill>
          <a:ln w="12700">
            <a:solidFill>
              <a:srgbClr val="FFFFFF">
                <a:alpha val="0"/>
              </a:srgbClr>
            </a:solidFill>
            <a:prstDash val="solid"/>
          </a:ln>
        </p:spPr>
      </p:sp>
      <p:sp>
        <p:nvSpPr>
          <p:cNvPr id="28" name="Text 24"/>
          <p:cNvSpPr txBox="1"/>
          <p:nvPr/>
        </p:nvSpPr>
        <p:spPr>
          <a:xfrm>
            <a:off x="9278874" y="3258312"/>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ate</a:t>
            </a:r>
            <a:endParaRPr lang="en-US" sz="2200" dirty="0"/>
          </a:p>
        </p:txBody>
      </p:sp>
      <p:sp>
        <p:nvSpPr>
          <p:cNvPr id="29" name="Shape 25"/>
          <p:cNvSpPr/>
          <p:nvPr/>
        </p:nvSpPr>
        <p:spPr>
          <a:xfrm>
            <a:off x="548640" y="4166616"/>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4440936"/>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take</a:t>
            </a:r>
            <a:endParaRPr lang="en-US" sz="2200" dirty="0"/>
          </a:p>
        </p:txBody>
      </p:sp>
      <p:sp>
        <p:nvSpPr>
          <p:cNvPr id="31" name="Text 27"/>
          <p:cNvSpPr txBox="1"/>
          <p:nvPr/>
        </p:nvSpPr>
        <p:spPr>
          <a:xfrm>
            <a:off x="548640" y="4989576"/>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2" name="Shape 28"/>
          <p:cNvSpPr/>
          <p:nvPr/>
        </p:nvSpPr>
        <p:spPr>
          <a:xfrm>
            <a:off x="822960" y="5492496"/>
            <a:ext cx="2087118" cy="548640"/>
          </a:xfrm>
          <a:prstGeom prst="roundRect">
            <a:avLst>
              <a:gd name="adj" fmla="val 20000"/>
            </a:avLst>
          </a:prstGeom>
          <a:solidFill>
            <a:schemeClr val="accent4"/>
          </a:solidFill>
          <a:ln w="12700">
            <a:solidFill>
              <a:srgbClr val="FFFFFF">
                <a:alpha val="0"/>
              </a:srgbClr>
            </a:solidFill>
            <a:prstDash val="solid"/>
          </a:ln>
        </p:spPr>
      </p:sp>
      <p:sp>
        <p:nvSpPr>
          <p:cNvPr id="33" name="Text 29"/>
          <p:cNvSpPr txBox="1"/>
          <p:nvPr/>
        </p:nvSpPr>
        <p:spPr>
          <a:xfrm>
            <a:off x="822960" y="5492496"/>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took</a:t>
            </a:r>
            <a:endParaRPr lang="en-US" sz="2200" dirty="0"/>
          </a:p>
        </p:txBody>
      </p:sp>
      <p:sp>
        <p:nvSpPr>
          <p:cNvPr id="34" name="Shape 30"/>
          <p:cNvSpPr/>
          <p:nvPr/>
        </p:nvSpPr>
        <p:spPr>
          <a:xfrm>
            <a:off x="3367278" y="4166616"/>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5" name="Text 31"/>
          <p:cNvSpPr txBox="1"/>
          <p:nvPr/>
        </p:nvSpPr>
        <p:spPr>
          <a:xfrm>
            <a:off x="3367278" y="4440936"/>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write</a:t>
            </a:r>
            <a:endParaRPr lang="en-US" sz="2200" dirty="0"/>
          </a:p>
        </p:txBody>
      </p:sp>
      <p:sp>
        <p:nvSpPr>
          <p:cNvPr id="36" name="Text 32"/>
          <p:cNvSpPr txBox="1"/>
          <p:nvPr/>
        </p:nvSpPr>
        <p:spPr>
          <a:xfrm>
            <a:off x="3367278" y="4989576"/>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7" name="Shape 33"/>
          <p:cNvSpPr/>
          <p:nvPr/>
        </p:nvSpPr>
        <p:spPr>
          <a:xfrm>
            <a:off x="3641598" y="5492496"/>
            <a:ext cx="2087118" cy="548640"/>
          </a:xfrm>
          <a:prstGeom prst="roundRect">
            <a:avLst>
              <a:gd name="adj" fmla="val 20000"/>
            </a:avLst>
          </a:prstGeom>
          <a:solidFill>
            <a:schemeClr val="accent4"/>
          </a:solidFill>
          <a:ln w="12700">
            <a:solidFill>
              <a:srgbClr val="FFFFFF">
                <a:alpha val="0"/>
              </a:srgbClr>
            </a:solidFill>
            <a:prstDash val="solid"/>
          </a:ln>
        </p:spPr>
      </p:sp>
      <p:sp>
        <p:nvSpPr>
          <p:cNvPr id="38" name="Text 34"/>
          <p:cNvSpPr txBox="1"/>
          <p:nvPr/>
        </p:nvSpPr>
        <p:spPr>
          <a:xfrm>
            <a:off x="3641598" y="5492496"/>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wrote</a:t>
            </a:r>
            <a:endParaRPr lang="en-US" sz="2200" dirty="0"/>
          </a:p>
        </p:txBody>
      </p:sp>
      <p:sp>
        <p:nvSpPr>
          <p:cNvPr id="39" name="Shape 35"/>
          <p:cNvSpPr/>
          <p:nvPr/>
        </p:nvSpPr>
        <p:spPr>
          <a:xfrm>
            <a:off x="6185916" y="4166616"/>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0" name="Text 36"/>
          <p:cNvSpPr txBox="1"/>
          <p:nvPr/>
        </p:nvSpPr>
        <p:spPr>
          <a:xfrm>
            <a:off x="6185916" y="4440936"/>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think</a:t>
            </a:r>
            <a:endParaRPr lang="en-US" sz="2200" dirty="0"/>
          </a:p>
        </p:txBody>
      </p:sp>
      <p:sp>
        <p:nvSpPr>
          <p:cNvPr id="41" name="Text 37"/>
          <p:cNvSpPr txBox="1"/>
          <p:nvPr/>
        </p:nvSpPr>
        <p:spPr>
          <a:xfrm>
            <a:off x="6185916" y="4989576"/>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2" name="Shape 38"/>
          <p:cNvSpPr/>
          <p:nvPr/>
        </p:nvSpPr>
        <p:spPr>
          <a:xfrm>
            <a:off x="6460236" y="5492496"/>
            <a:ext cx="2087118" cy="548640"/>
          </a:xfrm>
          <a:prstGeom prst="roundRect">
            <a:avLst>
              <a:gd name="adj" fmla="val 20000"/>
            </a:avLst>
          </a:prstGeom>
          <a:solidFill>
            <a:schemeClr val="accent4"/>
          </a:solidFill>
          <a:ln w="12700">
            <a:solidFill>
              <a:srgbClr val="FFFFFF">
                <a:alpha val="0"/>
              </a:srgbClr>
            </a:solidFill>
            <a:prstDash val="solid"/>
          </a:ln>
        </p:spPr>
      </p:sp>
      <p:sp>
        <p:nvSpPr>
          <p:cNvPr id="43" name="Text 39"/>
          <p:cNvSpPr txBox="1"/>
          <p:nvPr/>
        </p:nvSpPr>
        <p:spPr>
          <a:xfrm>
            <a:off x="6460236" y="5492496"/>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thought</a:t>
            </a:r>
            <a:endParaRPr lang="en-US" sz="2200" dirty="0"/>
          </a:p>
        </p:txBody>
      </p:sp>
      <p:sp>
        <p:nvSpPr>
          <p:cNvPr id="44" name="Shape 40"/>
          <p:cNvSpPr/>
          <p:nvPr/>
        </p:nvSpPr>
        <p:spPr>
          <a:xfrm>
            <a:off x="9004554" y="4166616"/>
            <a:ext cx="2635758" cy="2051304"/>
          </a:xfrm>
          <a:prstGeom prst="roundRect">
            <a:avLst>
              <a:gd name="adj" fmla="val 5349"/>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5" name="Text 41"/>
          <p:cNvSpPr txBox="1"/>
          <p:nvPr/>
        </p:nvSpPr>
        <p:spPr>
          <a:xfrm>
            <a:off x="9004554" y="4440936"/>
            <a:ext cx="2635758" cy="548640"/>
          </a:xfrm>
          <a:prstGeom prst="rect">
            <a:avLst/>
          </a:prstGeom>
          <a:noFill/>
          <a:ln/>
        </p:spPr>
        <p:txBody>
          <a:bodyPr wrap="square" lIns="0" tIns="0" rIns="0" bIns="0" rtlCol="0" anchor="ctr"/>
          <a:lstStyle/>
          <a:p>
            <a:pPr algn="ctr" indent="0" marL="0">
              <a:buNone/>
            </a:pPr>
            <a:r>
              <a:rPr lang="en-US" sz="2200" b="1" i="1" dirty="0">
                <a:solidFill>
                  <a:schemeClr val="tx2"/>
                </a:solidFill>
              </a:rPr>
              <a:t>meet</a:t>
            </a:r>
            <a:endParaRPr lang="en-US" sz="2200" dirty="0"/>
          </a:p>
        </p:txBody>
      </p:sp>
      <p:sp>
        <p:nvSpPr>
          <p:cNvPr id="46" name="Text 42"/>
          <p:cNvSpPr txBox="1"/>
          <p:nvPr/>
        </p:nvSpPr>
        <p:spPr>
          <a:xfrm>
            <a:off x="9004554" y="4989576"/>
            <a:ext cx="2635758"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7" name="Shape 43"/>
          <p:cNvSpPr/>
          <p:nvPr/>
        </p:nvSpPr>
        <p:spPr>
          <a:xfrm>
            <a:off x="9278874" y="5492496"/>
            <a:ext cx="2087118" cy="548640"/>
          </a:xfrm>
          <a:prstGeom prst="roundRect">
            <a:avLst>
              <a:gd name="adj" fmla="val 20000"/>
            </a:avLst>
          </a:prstGeom>
          <a:solidFill>
            <a:schemeClr val="accent4"/>
          </a:solidFill>
          <a:ln w="12700">
            <a:solidFill>
              <a:srgbClr val="FFFFFF">
                <a:alpha val="0"/>
              </a:srgbClr>
            </a:solidFill>
            <a:prstDash val="solid"/>
          </a:ln>
        </p:spPr>
      </p:sp>
      <p:sp>
        <p:nvSpPr>
          <p:cNvPr id="48" name="Text 44"/>
          <p:cNvSpPr txBox="1"/>
          <p:nvPr/>
        </p:nvSpPr>
        <p:spPr>
          <a:xfrm>
            <a:off x="9278874" y="5492496"/>
            <a:ext cx="2087118" cy="548640"/>
          </a:xfrm>
          <a:prstGeom prst="rect">
            <a:avLst/>
          </a:prstGeom>
          <a:noFill/>
          <a:ln/>
        </p:spPr>
        <p:txBody>
          <a:bodyPr wrap="square" lIns="0" tIns="0" rIns="0" bIns="0" rtlCol="0" anchor="ctr"/>
          <a:lstStyle/>
          <a:p>
            <a:pPr algn="ctr" indent="0" marL="0">
              <a:buNone/>
            </a:pPr>
            <a:r>
              <a:rPr lang="en-US" sz="2200" b="1" i="1" dirty="0">
                <a:solidFill>
                  <a:schemeClr val="bg1"/>
                </a:solidFill>
              </a:rPr>
              <a:t>met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4 — My Saturday</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Put the verbs in the past simple. Regular or irregular?</a:t>
            </a:r>
            <a:endParaRPr lang="en-US" sz="1700" dirty="0"/>
          </a:p>
        </p:txBody>
      </p:sp>
      <p:sp>
        <p:nvSpPr>
          <p:cNvPr id="8" name="Shape 4"/>
          <p:cNvSpPr/>
          <p:nvPr/>
        </p:nvSpPr>
        <p:spPr>
          <a:xfrm>
            <a:off x="548640" y="1932432"/>
            <a:ext cx="813816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777240" y="2069592"/>
            <a:ext cx="7680960" cy="4056888"/>
          </a:xfrm>
          <a:prstGeom prst="rect">
            <a:avLst/>
          </a:prstGeom>
          <a:noFill/>
          <a:ln/>
        </p:spPr>
        <p:txBody>
          <a:bodyPr wrap="square" lIns="0" tIns="0" rIns="0" bIns="0" rtlCol="0" anchor="t"/>
          <a:lstStyle/>
          <a:p>
            <a:pPr algn="l" indent="0" marL="0">
              <a:lnSpc>
                <a:spcPct val="145000"/>
              </a:lnSpc>
              <a:buNone/>
            </a:pPr>
            <a:r>
              <a:rPr lang="en-US" sz="1900" dirty="0">
                <a:solidFill>
                  <a:schemeClr val="tx1"/>
                </a:solidFill>
              </a:rPr>
              <a:t>Last Saturday, I </a:t>
            </a:r>
            <a:r>
              <a:rPr lang="en-US" sz="1900" dirty="0">
                <a:solidFill>
                  <a:schemeClr val="accent5"/>
                </a:solidFill>
              </a:rPr>
              <a:t>…………</a:t>
            </a:r>
            <a:r>
              <a:rPr lang="en-US" sz="1900" dirty="0">
                <a:solidFill>
                  <a:schemeClr val="tx1"/>
                </a:solidFill>
              </a:rPr>
              <a:t> </a:t>
            </a:r>
            <a:r>
              <a:rPr lang="en-US" sz="1900" i="1" dirty="0">
                <a:solidFill>
                  <a:schemeClr val="tx1"/>
                </a:solidFill>
              </a:rPr>
              <a:t>(get)</a:t>
            </a:r>
            <a:r>
              <a:rPr lang="en-US" sz="1900" dirty="0">
                <a:solidFill>
                  <a:schemeClr val="tx1"/>
                </a:solidFill>
              </a:rPr>
              <a:t> up at nine. I </a:t>
            </a:r>
            <a:r>
              <a:rPr lang="en-US" sz="1900" dirty="0">
                <a:solidFill>
                  <a:schemeClr val="accent5"/>
                </a:solidFill>
              </a:rPr>
              <a:t>…………</a:t>
            </a:r>
            <a:r>
              <a:rPr lang="en-US" sz="1900" dirty="0">
                <a:solidFill>
                  <a:schemeClr val="tx1"/>
                </a:solidFill>
              </a:rPr>
              <a:t> </a:t>
            </a:r>
            <a:r>
              <a:rPr lang="en-US" sz="1900" i="1" dirty="0">
                <a:solidFill>
                  <a:schemeClr val="tx1"/>
                </a:solidFill>
              </a:rPr>
              <a:t>(have)</a:t>
            </a:r>
            <a:r>
              <a:rPr lang="en-US" sz="1900" dirty="0">
                <a:solidFill>
                  <a:schemeClr val="tx1"/>
                </a:solidFill>
              </a:rPr>
              <a:t> breakfast and I </a:t>
            </a:r>
            <a:r>
              <a:rPr lang="en-US" sz="1900" dirty="0">
                <a:solidFill>
                  <a:schemeClr val="accent5"/>
                </a:solidFill>
              </a:rPr>
              <a:t>…………</a:t>
            </a:r>
            <a:r>
              <a:rPr lang="en-US" sz="1900" dirty="0">
                <a:solidFill>
                  <a:schemeClr val="tx1"/>
                </a:solidFill>
              </a:rPr>
              <a:t> </a:t>
            </a:r>
            <a:r>
              <a:rPr lang="en-US" sz="1900" i="1" dirty="0">
                <a:solidFill>
                  <a:schemeClr val="tx1"/>
                </a:solidFill>
              </a:rPr>
              <a:t>(go)</a:t>
            </a:r>
            <a:r>
              <a:rPr lang="en-US" sz="1900" dirty="0">
                <a:solidFill>
                  <a:schemeClr val="tx1"/>
                </a:solidFill>
              </a:rPr>
              <a:t> to the market. I </a:t>
            </a:r>
            <a:r>
              <a:rPr lang="en-US" sz="1900" dirty="0">
                <a:solidFill>
                  <a:schemeClr val="accent5"/>
                </a:solidFill>
              </a:rPr>
              <a:t>…………</a:t>
            </a:r>
            <a:r>
              <a:rPr lang="en-US" sz="1900" dirty="0">
                <a:solidFill>
                  <a:schemeClr val="tx1"/>
                </a:solidFill>
              </a:rPr>
              <a:t> </a:t>
            </a:r>
            <a:r>
              <a:rPr lang="en-US" sz="1900" i="1" dirty="0">
                <a:solidFill>
                  <a:schemeClr val="tx1"/>
                </a:solidFill>
              </a:rPr>
              <a:t>(buy)</a:t>
            </a:r>
            <a:r>
              <a:rPr lang="en-US" sz="1900" dirty="0">
                <a:solidFill>
                  <a:schemeClr val="tx1"/>
                </a:solidFill>
              </a:rPr>
              <a:t> some fruit and I </a:t>
            </a:r>
            <a:r>
              <a:rPr lang="en-US" sz="1900" dirty="0">
                <a:solidFill>
                  <a:schemeClr val="accent5"/>
                </a:solidFill>
              </a:rPr>
              <a:t>…………</a:t>
            </a:r>
            <a:r>
              <a:rPr lang="en-US" sz="1900" dirty="0">
                <a:solidFill>
                  <a:schemeClr val="tx1"/>
                </a:solidFill>
              </a:rPr>
              <a:t> </a:t>
            </a:r>
            <a:r>
              <a:rPr lang="en-US" sz="1900" i="1" dirty="0">
                <a:solidFill>
                  <a:schemeClr val="tx1"/>
                </a:solidFill>
              </a:rPr>
              <a:t>(meet)</a:t>
            </a:r>
            <a:r>
              <a:rPr lang="en-US" sz="1900" dirty="0">
                <a:solidFill>
                  <a:schemeClr val="tx1"/>
                </a:solidFill>
              </a:rPr>
              <a:t> my friend Sam. We </a:t>
            </a:r>
            <a:r>
              <a:rPr lang="en-US" sz="1900" dirty="0">
                <a:solidFill>
                  <a:schemeClr val="accent5"/>
                </a:solidFill>
              </a:rPr>
              <a:t>…………</a:t>
            </a:r>
            <a:r>
              <a:rPr lang="en-US" sz="1900" dirty="0">
                <a:solidFill>
                  <a:schemeClr val="tx1"/>
                </a:solidFill>
              </a:rPr>
              <a:t> </a:t>
            </a:r>
            <a:r>
              <a:rPr lang="en-US" sz="1900" i="1" dirty="0">
                <a:solidFill>
                  <a:schemeClr val="tx1"/>
                </a:solidFill>
              </a:rPr>
              <a:t>(drink)</a:t>
            </a:r>
            <a:r>
              <a:rPr lang="en-US" sz="1900" dirty="0">
                <a:solidFill>
                  <a:schemeClr val="tx1"/>
                </a:solidFill>
              </a:rPr>
              <a:t> a coffee and we </a:t>
            </a:r>
            <a:r>
              <a:rPr lang="en-US" sz="1900" dirty="0">
                <a:solidFill>
                  <a:schemeClr val="accent5"/>
                </a:solidFill>
              </a:rPr>
              <a:t>…………</a:t>
            </a:r>
            <a:r>
              <a:rPr lang="en-US" sz="1900" dirty="0">
                <a:solidFill>
                  <a:schemeClr val="tx1"/>
                </a:solidFill>
              </a:rPr>
              <a:t> </a:t>
            </a:r>
            <a:r>
              <a:rPr lang="en-US" sz="1900" i="1" dirty="0">
                <a:solidFill>
                  <a:schemeClr val="tx1"/>
                </a:solidFill>
              </a:rPr>
              <a:t>(talk)</a:t>
            </a:r>
            <a:r>
              <a:rPr lang="en-US" sz="1900" dirty="0">
                <a:solidFill>
                  <a:schemeClr val="tx1"/>
                </a:solidFill>
              </a:rPr>
              <a:t> for an hour. In the evening, I </a:t>
            </a:r>
            <a:r>
              <a:rPr lang="en-US" sz="1900" dirty="0">
                <a:solidFill>
                  <a:schemeClr val="accent5"/>
                </a:solidFill>
              </a:rPr>
              <a:t>…………</a:t>
            </a:r>
            <a:r>
              <a:rPr lang="en-US" sz="1900" dirty="0">
                <a:solidFill>
                  <a:schemeClr val="tx1"/>
                </a:solidFill>
              </a:rPr>
              <a:t> </a:t>
            </a:r>
            <a:r>
              <a:rPr lang="en-US" sz="1900" i="1" dirty="0">
                <a:solidFill>
                  <a:schemeClr val="tx1"/>
                </a:solidFill>
              </a:rPr>
              <a:t>(watch)</a:t>
            </a:r>
            <a:r>
              <a:rPr lang="en-US" sz="1900" dirty="0">
                <a:solidFill>
                  <a:schemeClr val="tx1"/>
                </a:solidFill>
              </a:rPr>
              <a:t> a film. It </a:t>
            </a:r>
            <a:r>
              <a:rPr lang="en-US" sz="1900" dirty="0">
                <a:solidFill>
                  <a:schemeClr val="accent5"/>
                </a:solidFill>
              </a:rPr>
              <a:t>…………</a:t>
            </a:r>
            <a:r>
              <a:rPr lang="en-US" sz="1900" dirty="0">
                <a:solidFill>
                  <a:schemeClr val="tx1"/>
                </a:solidFill>
              </a:rPr>
              <a:t> </a:t>
            </a:r>
            <a:r>
              <a:rPr lang="en-US" sz="1900" i="1" dirty="0">
                <a:solidFill>
                  <a:schemeClr val="tx1"/>
                </a:solidFill>
              </a:rPr>
              <a:t>(be)</a:t>
            </a:r>
            <a:r>
              <a:rPr lang="en-US" sz="1900" dirty="0">
                <a:solidFill>
                  <a:schemeClr val="tx1"/>
                </a:solidFill>
              </a:rPr>
              <a:t> great!</a:t>
            </a:r>
            <a:endParaRPr lang="en-US" sz="1900" dirty="0"/>
          </a:p>
        </p:txBody>
      </p:sp>
      <p:sp>
        <p:nvSpPr>
          <p:cNvPr id="10" name="Shape 6"/>
          <p:cNvSpPr/>
          <p:nvPr/>
        </p:nvSpPr>
        <p:spPr>
          <a:xfrm>
            <a:off x="8915400" y="1932432"/>
            <a:ext cx="2724912" cy="4331208"/>
          </a:xfrm>
          <a:prstGeom prst="roundRect">
            <a:avLst>
              <a:gd name="adj" fmla="val 4027"/>
            </a:avLst>
          </a:prstGeom>
          <a:solidFill>
            <a:srgbClr val="FBEAF2"/>
          </a:solidFill>
          <a:ln w="19050">
            <a:solidFill>
              <a:srgbClr val="B4236A"/>
            </a:solidFill>
            <a:prstDash val="solid"/>
          </a:ln>
        </p:spPr>
      </p:sp>
      <p:pic>
        <p:nvPicPr>
          <p:cNvPr id="11" name="Image 1" descr="alarm clock">    </p:cNvPr>
          <p:cNvPicPr>
            <a:picLocks noChangeAspect="1"/>
          </p:cNvPicPr>
          <p:nvPr/>
        </p:nvPicPr>
        <p:blipFill>
          <a:blip r:embed="rId2"/>
          <a:stretch>
            <a:fillRect/>
          </a:stretch>
        </p:blipFill>
        <p:spPr>
          <a:xfrm>
            <a:off x="9098280" y="2161032"/>
            <a:ext cx="914400" cy="914400"/>
          </a:xfrm>
          <a:prstGeom prst="rect">
            <a:avLst/>
          </a:prstGeom>
        </p:spPr>
      </p:pic>
      <p:pic>
        <p:nvPicPr>
          <p:cNvPr id="12" name="Image 2" descr="croissant">    </p:cNvPr>
          <p:cNvPicPr>
            <a:picLocks noChangeAspect="1"/>
          </p:cNvPicPr>
          <p:nvPr/>
        </p:nvPicPr>
        <p:blipFill>
          <a:blip r:embed="rId3"/>
          <a:stretch>
            <a:fillRect/>
          </a:stretch>
        </p:blipFill>
        <p:spPr>
          <a:xfrm>
            <a:off x="10332720" y="2161032"/>
            <a:ext cx="914400" cy="914400"/>
          </a:xfrm>
          <a:prstGeom prst="rect">
            <a:avLst/>
          </a:prstGeom>
        </p:spPr>
      </p:pic>
      <p:pic>
        <p:nvPicPr>
          <p:cNvPr id="13" name="Image 3" descr="shopping cart">    </p:cNvPr>
          <p:cNvPicPr>
            <a:picLocks noChangeAspect="1"/>
          </p:cNvPicPr>
          <p:nvPr/>
        </p:nvPicPr>
        <p:blipFill>
          <a:blip r:embed="rId4"/>
          <a:stretch>
            <a:fillRect/>
          </a:stretch>
        </p:blipFill>
        <p:spPr>
          <a:xfrm>
            <a:off x="9098280" y="3395472"/>
            <a:ext cx="914400" cy="914400"/>
          </a:xfrm>
          <a:prstGeom prst="rect">
            <a:avLst/>
          </a:prstGeom>
        </p:spPr>
      </p:pic>
      <p:pic>
        <p:nvPicPr>
          <p:cNvPr id="14" name="Image 4" descr="hot beverage">    </p:cNvPr>
          <p:cNvPicPr>
            <a:picLocks noChangeAspect="1"/>
          </p:cNvPicPr>
          <p:nvPr/>
        </p:nvPicPr>
        <p:blipFill>
          <a:blip r:embed="rId5"/>
          <a:stretch>
            <a:fillRect/>
          </a:stretch>
        </p:blipFill>
        <p:spPr>
          <a:xfrm>
            <a:off x="10332720" y="3395472"/>
            <a:ext cx="914400" cy="914400"/>
          </a:xfrm>
          <a:prstGeom prst="rect">
            <a:avLst/>
          </a:prstGeom>
        </p:spPr>
      </p:pic>
      <p:pic>
        <p:nvPicPr>
          <p:cNvPr id="15" name="Image 5" descr="television">    </p:cNvPr>
          <p:cNvPicPr>
            <a:picLocks noChangeAspect="1"/>
          </p:cNvPicPr>
          <p:nvPr/>
        </p:nvPicPr>
        <p:blipFill>
          <a:blip r:embed="rId6"/>
          <a:stretch>
            <a:fillRect/>
          </a:stretch>
        </p:blipFill>
        <p:spPr>
          <a:xfrm>
            <a:off x="9098280" y="462991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4 — My Saturday</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Put the verbs in the past simple. Regular or irregular?</a:t>
            </a:r>
            <a:endParaRPr lang="en-US" sz="1700" dirty="0"/>
          </a:p>
        </p:txBody>
      </p:sp>
      <p:sp>
        <p:nvSpPr>
          <p:cNvPr id="9" name="Shape 5"/>
          <p:cNvSpPr/>
          <p:nvPr/>
        </p:nvSpPr>
        <p:spPr>
          <a:xfrm>
            <a:off x="548640" y="1932432"/>
            <a:ext cx="8138160" cy="4331208"/>
          </a:xfrm>
          <a:prstGeom prst="roundRect">
            <a:avLst>
              <a:gd name="adj" fmla="val 253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777240" y="2069592"/>
            <a:ext cx="7680960" cy="4056888"/>
          </a:xfrm>
          <a:prstGeom prst="rect">
            <a:avLst/>
          </a:prstGeom>
          <a:noFill/>
          <a:ln/>
        </p:spPr>
        <p:txBody>
          <a:bodyPr wrap="square" lIns="0" tIns="0" rIns="0" bIns="0" rtlCol="0" anchor="t"/>
          <a:lstStyle/>
          <a:p>
            <a:pPr algn="l" indent="0" marL="0">
              <a:lnSpc>
                <a:spcPct val="145000"/>
              </a:lnSpc>
              <a:buNone/>
            </a:pPr>
            <a:r>
              <a:rPr lang="en-US" sz="1900" dirty="0">
                <a:solidFill>
                  <a:schemeClr val="tx1"/>
                </a:solidFill>
              </a:rPr>
              <a:t>Last Saturday, I </a:t>
            </a:r>
            <a:r>
              <a:rPr lang="en-US" sz="1900" b="1" dirty="0">
                <a:solidFill>
                  <a:schemeClr val="accent3"/>
                </a:solidFill>
              </a:rPr>
              <a:t>got</a:t>
            </a:r>
            <a:r>
              <a:rPr lang="en-US" sz="1900" dirty="0">
                <a:solidFill>
                  <a:schemeClr val="tx1"/>
                </a:solidFill>
              </a:rPr>
              <a:t> </a:t>
            </a:r>
            <a:r>
              <a:rPr lang="en-US" sz="1900" i="1" dirty="0">
                <a:solidFill>
                  <a:schemeClr val="tx1"/>
                </a:solidFill>
              </a:rPr>
              <a:t>(get)</a:t>
            </a:r>
            <a:r>
              <a:rPr lang="en-US" sz="1900" dirty="0">
                <a:solidFill>
                  <a:schemeClr val="tx1"/>
                </a:solidFill>
              </a:rPr>
              <a:t> up at nine. I </a:t>
            </a:r>
            <a:r>
              <a:rPr lang="en-US" sz="1900" b="1" dirty="0">
                <a:solidFill>
                  <a:schemeClr val="accent3"/>
                </a:solidFill>
              </a:rPr>
              <a:t>had</a:t>
            </a:r>
            <a:r>
              <a:rPr lang="en-US" sz="1900" dirty="0">
                <a:solidFill>
                  <a:schemeClr val="tx1"/>
                </a:solidFill>
              </a:rPr>
              <a:t> </a:t>
            </a:r>
            <a:r>
              <a:rPr lang="en-US" sz="1900" i="1" dirty="0">
                <a:solidFill>
                  <a:schemeClr val="tx1"/>
                </a:solidFill>
              </a:rPr>
              <a:t>(have)</a:t>
            </a:r>
            <a:r>
              <a:rPr lang="en-US" sz="1900" dirty="0">
                <a:solidFill>
                  <a:schemeClr val="tx1"/>
                </a:solidFill>
              </a:rPr>
              <a:t> breakfast and I </a:t>
            </a:r>
            <a:r>
              <a:rPr lang="en-US" sz="1900" b="1" dirty="0">
                <a:solidFill>
                  <a:schemeClr val="accent3"/>
                </a:solidFill>
              </a:rPr>
              <a:t>went</a:t>
            </a:r>
            <a:r>
              <a:rPr lang="en-US" sz="1900" dirty="0">
                <a:solidFill>
                  <a:schemeClr val="tx1"/>
                </a:solidFill>
              </a:rPr>
              <a:t> </a:t>
            </a:r>
            <a:r>
              <a:rPr lang="en-US" sz="1900" i="1" dirty="0">
                <a:solidFill>
                  <a:schemeClr val="tx1"/>
                </a:solidFill>
              </a:rPr>
              <a:t>(go)</a:t>
            </a:r>
            <a:r>
              <a:rPr lang="en-US" sz="1900" dirty="0">
                <a:solidFill>
                  <a:schemeClr val="tx1"/>
                </a:solidFill>
              </a:rPr>
              <a:t> to the market. I </a:t>
            </a:r>
            <a:r>
              <a:rPr lang="en-US" sz="1900" b="1" dirty="0">
                <a:solidFill>
                  <a:schemeClr val="accent3"/>
                </a:solidFill>
              </a:rPr>
              <a:t>bought</a:t>
            </a:r>
            <a:r>
              <a:rPr lang="en-US" sz="1900" dirty="0">
                <a:solidFill>
                  <a:schemeClr val="tx1"/>
                </a:solidFill>
              </a:rPr>
              <a:t> </a:t>
            </a:r>
            <a:r>
              <a:rPr lang="en-US" sz="1900" i="1" dirty="0">
                <a:solidFill>
                  <a:schemeClr val="tx1"/>
                </a:solidFill>
              </a:rPr>
              <a:t>(buy)</a:t>
            </a:r>
            <a:r>
              <a:rPr lang="en-US" sz="1900" dirty="0">
                <a:solidFill>
                  <a:schemeClr val="tx1"/>
                </a:solidFill>
              </a:rPr>
              <a:t> some fruit and I </a:t>
            </a:r>
            <a:r>
              <a:rPr lang="en-US" sz="1900" b="1" dirty="0">
                <a:solidFill>
                  <a:schemeClr val="accent3"/>
                </a:solidFill>
              </a:rPr>
              <a:t>met</a:t>
            </a:r>
            <a:r>
              <a:rPr lang="en-US" sz="1900" dirty="0">
                <a:solidFill>
                  <a:schemeClr val="tx1"/>
                </a:solidFill>
              </a:rPr>
              <a:t> </a:t>
            </a:r>
            <a:r>
              <a:rPr lang="en-US" sz="1900" i="1" dirty="0">
                <a:solidFill>
                  <a:schemeClr val="tx1"/>
                </a:solidFill>
              </a:rPr>
              <a:t>(meet)</a:t>
            </a:r>
            <a:r>
              <a:rPr lang="en-US" sz="1900" dirty="0">
                <a:solidFill>
                  <a:schemeClr val="tx1"/>
                </a:solidFill>
              </a:rPr>
              <a:t> my friend Sam. We </a:t>
            </a:r>
            <a:r>
              <a:rPr lang="en-US" sz="1900" b="1" dirty="0">
                <a:solidFill>
                  <a:schemeClr val="accent3"/>
                </a:solidFill>
              </a:rPr>
              <a:t>drank</a:t>
            </a:r>
            <a:r>
              <a:rPr lang="en-US" sz="1900" dirty="0">
                <a:solidFill>
                  <a:schemeClr val="tx1"/>
                </a:solidFill>
              </a:rPr>
              <a:t> </a:t>
            </a:r>
            <a:r>
              <a:rPr lang="en-US" sz="1900" i="1" dirty="0">
                <a:solidFill>
                  <a:schemeClr val="tx1"/>
                </a:solidFill>
              </a:rPr>
              <a:t>(drink)</a:t>
            </a:r>
            <a:r>
              <a:rPr lang="en-US" sz="1900" dirty="0">
                <a:solidFill>
                  <a:schemeClr val="tx1"/>
                </a:solidFill>
              </a:rPr>
              <a:t> a coffee and we </a:t>
            </a:r>
            <a:r>
              <a:rPr lang="en-US" sz="1900" b="1" dirty="0">
                <a:solidFill>
                  <a:schemeClr val="accent3"/>
                </a:solidFill>
              </a:rPr>
              <a:t>talked</a:t>
            </a:r>
            <a:r>
              <a:rPr lang="en-US" sz="1900" dirty="0">
                <a:solidFill>
                  <a:schemeClr val="tx1"/>
                </a:solidFill>
              </a:rPr>
              <a:t> </a:t>
            </a:r>
            <a:r>
              <a:rPr lang="en-US" sz="1900" i="1" dirty="0">
                <a:solidFill>
                  <a:schemeClr val="tx1"/>
                </a:solidFill>
              </a:rPr>
              <a:t>(talk)</a:t>
            </a:r>
            <a:r>
              <a:rPr lang="en-US" sz="1900" dirty="0">
                <a:solidFill>
                  <a:schemeClr val="tx1"/>
                </a:solidFill>
              </a:rPr>
              <a:t> for an hour. In the evening, I </a:t>
            </a:r>
            <a:r>
              <a:rPr lang="en-US" sz="1900" b="1" dirty="0">
                <a:solidFill>
                  <a:schemeClr val="accent3"/>
                </a:solidFill>
              </a:rPr>
              <a:t>watched</a:t>
            </a:r>
            <a:r>
              <a:rPr lang="en-US" sz="1900" dirty="0">
                <a:solidFill>
                  <a:schemeClr val="tx1"/>
                </a:solidFill>
              </a:rPr>
              <a:t> </a:t>
            </a:r>
            <a:r>
              <a:rPr lang="en-US" sz="1900" i="1" dirty="0">
                <a:solidFill>
                  <a:schemeClr val="tx1"/>
                </a:solidFill>
              </a:rPr>
              <a:t>(watch)</a:t>
            </a:r>
            <a:r>
              <a:rPr lang="en-US" sz="1900" dirty="0">
                <a:solidFill>
                  <a:schemeClr val="tx1"/>
                </a:solidFill>
              </a:rPr>
              <a:t> a film. It </a:t>
            </a:r>
            <a:r>
              <a:rPr lang="en-US" sz="1900" b="1" dirty="0">
                <a:solidFill>
                  <a:schemeClr val="accent3"/>
                </a:solidFill>
              </a:rPr>
              <a:t>was</a:t>
            </a:r>
            <a:r>
              <a:rPr lang="en-US" sz="1900" dirty="0">
                <a:solidFill>
                  <a:schemeClr val="tx1"/>
                </a:solidFill>
              </a:rPr>
              <a:t> </a:t>
            </a:r>
            <a:r>
              <a:rPr lang="en-US" sz="1900" i="1" dirty="0">
                <a:solidFill>
                  <a:schemeClr val="tx1"/>
                </a:solidFill>
              </a:rPr>
              <a:t>(be)</a:t>
            </a:r>
            <a:r>
              <a:rPr lang="en-US" sz="1900" dirty="0">
                <a:solidFill>
                  <a:schemeClr val="tx1"/>
                </a:solidFill>
              </a:rPr>
              <a:t> great!</a:t>
            </a:r>
            <a:endParaRPr lang="en-US" sz="1900" dirty="0"/>
          </a:p>
        </p:txBody>
      </p:sp>
      <p:sp>
        <p:nvSpPr>
          <p:cNvPr id="11" name="Shape 7"/>
          <p:cNvSpPr/>
          <p:nvPr/>
        </p:nvSpPr>
        <p:spPr>
          <a:xfrm>
            <a:off x="8915400" y="1932432"/>
            <a:ext cx="2724912" cy="4331208"/>
          </a:xfrm>
          <a:prstGeom prst="roundRect">
            <a:avLst>
              <a:gd name="adj" fmla="val 4027"/>
            </a:avLst>
          </a:prstGeom>
          <a:solidFill>
            <a:srgbClr val="FBEAF2"/>
          </a:solidFill>
          <a:ln w="19050">
            <a:solidFill>
              <a:srgbClr val="B4236A"/>
            </a:solidFill>
            <a:prstDash val="solid"/>
          </a:ln>
        </p:spPr>
      </p:sp>
      <p:pic>
        <p:nvPicPr>
          <p:cNvPr id="12" name="Image 1" descr="alarm clock">    </p:cNvPr>
          <p:cNvPicPr>
            <a:picLocks noChangeAspect="1"/>
          </p:cNvPicPr>
          <p:nvPr/>
        </p:nvPicPr>
        <p:blipFill>
          <a:blip r:embed="rId2"/>
          <a:stretch>
            <a:fillRect/>
          </a:stretch>
        </p:blipFill>
        <p:spPr>
          <a:xfrm>
            <a:off x="9098280" y="2161032"/>
            <a:ext cx="914400" cy="914400"/>
          </a:xfrm>
          <a:prstGeom prst="rect">
            <a:avLst/>
          </a:prstGeom>
        </p:spPr>
      </p:pic>
      <p:pic>
        <p:nvPicPr>
          <p:cNvPr id="13" name="Image 2" descr="croissant">    </p:cNvPr>
          <p:cNvPicPr>
            <a:picLocks noChangeAspect="1"/>
          </p:cNvPicPr>
          <p:nvPr/>
        </p:nvPicPr>
        <p:blipFill>
          <a:blip r:embed="rId3"/>
          <a:stretch>
            <a:fillRect/>
          </a:stretch>
        </p:blipFill>
        <p:spPr>
          <a:xfrm>
            <a:off x="10332720" y="2161032"/>
            <a:ext cx="914400" cy="914400"/>
          </a:xfrm>
          <a:prstGeom prst="rect">
            <a:avLst/>
          </a:prstGeom>
        </p:spPr>
      </p:pic>
      <p:pic>
        <p:nvPicPr>
          <p:cNvPr id="14" name="Image 3" descr="shopping cart">    </p:cNvPr>
          <p:cNvPicPr>
            <a:picLocks noChangeAspect="1"/>
          </p:cNvPicPr>
          <p:nvPr/>
        </p:nvPicPr>
        <p:blipFill>
          <a:blip r:embed="rId4"/>
          <a:stretch>
            <a:fillRect/>
          </a:stretch>
        </p:blipFill>
        <p:spPr>
          <a:xfrm>
            <a:off x="9098280" y="3395472"/>
            <a:ext cx="914400" cy="914400"/>
          </a:xfrm>
          <a:prstGeom prst="rect">
            <a:avLst/>
          </a:prstGeom>
        </p:spPr>
      </p:pic>
      <p:pic>
        <p:nvPicPr>
          <p:cNvPr id="15" name="Image 4" descr="hot beverage">    </p:cNvPr>
          <p:cNvPicPr>
            <a:picLocks noChangeAspect="1"/>
          </p:cNvPicPr>
          <p:nvPr/>
        </p:nvPicPr>
        <p:blipFill>
          <a:blip r:embed="rId5"/>
          <a:stretch>
            <a:fillRect/>
          </a:stretch>
        </p:blipFill>
        <p:spPr>
          <a:xfrm>
            <a:off x="10332720" y="3395472"/>
            <a:ext cx="914400" cy="914400"/>
          </a:xfrm>
          <a:prstGeom prst="rect">
            <a:avLst/>
          </a:prstGeom>
        </p:spPr>
      </p:pic>
      <p:pic>
        <p:nvPicPr>
          <p:cNvPr id="16" name="Image 5" descr="television">    </p:cNvPr>
          <p:cNvPicPr>
            <a:picLocks noChangeAspect="1"/>
          </p:cNvPicPr>
          <p:nvPr/>
        </p:nvPicPr>
        <p:blipFill>
          <a:blip r:embed="rId6"/>
          <a:stretch>
            <a:fillRect/>
          </a:stretch>
        </p:blipFill>
        <p:spPr>
          <a:xfrm>
            <a:off x="9098280" y="4629912"/>
            <a:ext cx="914400" cy="914400"/>
          </a:xfrm>
          <a:prstGeom prst="rect">
            <a:avLst/>
          </a:prstGeom>
        </p:spPr>
      </p:pic>
      <p:sp>
        <p:nvSpPr>
          <p:cNvPr id="17" name="Text 8"/>
          <p:cNvSpPr txBox="1"/>
          <p:nvPr/>
        </p:nvSpPr>
        <p:spPr>
          <a:xfrm>
            <a:off x="9052560" y="5394960"/>
            <a:ext cx="2468880" cy="777240"/>
          </a:xfrm>
          <a:prstGeom prst="rect">
            <a:avLst/>
          </a:prstGeom>
          <a:noFill/>
          <a:ln/>
        </p:spPr>
        <p:txBody>
          <a:bodyPr wrap="square" lIns="0" tIns="0" rIns="0" bIns="0" rtlCol="0" anchor="ctr"/>
          <a:lstStyle/>
          <a:p>
            <a:pPr algn="l" indent="0" marL="0">
              <a:buNone/>
            </a:pPr>
            <a:r>
              <a:rPr lang="en-US" sz="1250" i="1" dirty="0">
                <a:solidFill>
                  <a:schemeClr val="tx2"/>
                </a:solidFill>
              </a:rPr>
              <a:t>Réguliers : </a:t>
            </a:r>
            <a:r>
              <a:rPr lang="en-US" sz="1250" i="1" dirty="0">
                <a:solidFill>
                  <a:schemeClr val="tx2"/>
                </a:solidFill>
              </a:rPr>
              <a:t>talked, watched</a:t>
            </a:r>
            <a:r>
              <a:rPr lang="en-US" sz="1250" i="1" dirty="0">
                <a:solidFill>
                  <a:schemeClr val="tx2"/>
                </a:solidFill>
              </a:rPr>
              <a:t> · irréguliers : les 7 autres.</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5 — No? Yes?</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Make the sentence negative (−), then make a question (?).</a:t>
            </a:r>
            <a:endParaRPr lang="en-US" sz="1700" dirty="0"/>
          </a:p>
        </p:txBody>
      </p:sp>
      <p:sp>
        <p:nvSpPr>
          <p:cNvPr id="8" name="Shape 4"/>
          <p:cNvSpPr/>
          <p:nvPr/>
        </p:nvSpPr>
        <p:spPr>
          <a:xfrm>
            <a:off x="548640" y="1932432"/>
            <a:ext cx="3337560" cy="411480"/>
          </a:xfrm>
          <a:prstGeom prst="roundRect">
            <a:avLst>
              <a:gd name="adj" fmla="val 17778"/>
            </a:avLst>
          </a:prstGeom>
          <a:solidFill>
            <a:schemeClr val="tx2"/>
          </a:solidFill>
          <a:ln w="12700">
            <a:solidFill>
              <a:srgbClr val="FFFFFF">
                <a:alpha val="0"/>
              </a:srgbClr>
            </a:solidFill>
            <a:prstDash val="solid"/>
          </a:ln>
        </p:spPr>
      </p:sp>
      <p:sp>
        <p:nvSpPr>
          <p:cNvPr id="9" name="Text 5"/>
          <p:cNvSpPr txBox="1"/>
          <p:nvPr/>
        </p:nvSpPr>
        <p:spPr>
          <a:xfrm>
            <a:off x="548640" y="1932432"/>
            <a:ext cx="3337560"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0" name="Shape 6"/>
          <p:cNvSpPr/>
          <p:nvPr/>
        </p:nvSpPr>
        <p:spPr>
          <a:xfrm>
            <a:off x="4023360" y="1932432"/>
            <a:ext cx="3657600" cy="411480"/>
          </a:xfrm>
          <a:prstGeom prst="roundRect">
            <a:avLst>
              <a:gd name="adj" fmla="val 17778"/>
            </a:avLst>
          </a:prstGeom>
          <a:solidFill>
            <a:schemeClr val="accent6"/>
          </a:solidFill>
          <a:ln w="12700">
            <a:solidFill>
              <a:srgbClr val="FFFFFF">
                <a:alpha val="0"/>
              </a:srgbClr>
            </a:solidFill>
            <a:prstDash val="solid"/>
          </a:ln>
        </p:spPr>
      </p:sp>
      <p:sp>
        <p:nvSpPr>
          <p:cNvPr id="11" name="Text 7"/>
          <p:cNvSpPr txBox="1"/>
          <p:nvPr/>
        </p:nvSpPr>
        <p:spPr>
          <a:xfrm>
            <a:off x="4023360" y="1932432"/>
            <a:ext cx="3657600"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2" name="Shape 8"/>
          <p:cNvSpPr/>
          <p:nvPr/>
        </p:nvSpPr>
        <p:spPr>
          <a:xfrm>
            <a:off x="7818120" y="1932432"/>
            <a:ext cx="3822192" cy="411480"/>
          </a:xfrm>
          <a:prstGeom prst="roundRect">
            <a:avLst>
              <a:gd name="adj" fmla="val 17778"/>
            </a:avLst>
          </a:prstGeom>
          <a:solidFill>
            <a:schemeClr val="accent3"/>
          </a:solidFill>
          <a:ln w="12700">
            <a:solidFill>
              <a:srgbClr val="FFFFFF">
                <a:alpha val="0"/>
              </a:srgbClr>
            </a:solidFill>
            <a:prstDash val="solid"/>
          </a:ln>
        </p:spPr>
      </p:sp>
      <p:sp>
        <p:nvSpPr>
          <p:cNvPr id="13" name="Text 9"/>
          <p:cNvSpPr txBox="1"/>
          <p:nvPr/>
        </p:nvSpPr>
        <p:spPr>
          <a:xfrm>
            <a:off x="7818120" y="1932432"/>
            <a:ext cx="3822192"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4" name="Shape 10"/>
          <p:cNvSpPr/>
          <p:nvPr/>
        </p:nvSpPr>
        <p:spPr>
          <a:xfrm>
            <a:off x="548640" y="2462784"/>
            <a:ext cx="11091672" cy="701650"/>
          </a:xfrm>
          <a:prstGeom prst="roundRect">
            <a:avLst>
              <a:gd name="adj" fmla="val 10426"/>
            </a:avLst>
          </a:prstGeom>
          <a:solidFill>
            <a:schemeClr val="bg2"/>
          </a:solidFill>
          <a:ln w="12700">
            <a:solidFill>
              <a:srgbClr val="FFFFFF">
                <a:alpha val="0"/>
              </a:srgbClr>
            </a:solidFill>
            <a:prstDash val="solid"/>
          </a:ln>
        </p:spPr>
      </p:sp>
      <p:sp>
        <p:nvSpPr>
          <p:cNvPr id="15" name="Text 11"/>
          <p:cNvSpPr txBox="1"/>
          <p:nvPr/>
        </p:nvSpPr>
        <p:spPr>
          <a:xfrm>
            <a:off x="658368" y="2435352"/>
            <a:ext cx="3154680" cy="765658"/>
          </a:xfrm>
          <a:prstGeom prst="rect">
            <a:avLst/>
          </a:prstGeom>
          <a:noFill/>
          <a:ln/>
        </p:spPr>
        <p:txBody>
          <a:bodyPr wrap="square" lIns="0" tIns="0" rIns="0" bIns="0" rtlCol="0" anchor="ctr"/>
          <a:lstStyle/>
          <a:p>
            <a:pPr algn="l" indent="0" marL="0">
              <a:buNone/>
            </a:pPr>
            <a:r>
              <a:rPr lang="en-US" sz="1650" i="1" dirty="0">
                <a:solidFill>
                  <a:schemeClr val="tx2"/>
                </a:solidFill>
              </a:rPr>
              <a:t>She played tennis.</a:t>
            </a:r>
            <a:endParaRPr lang="en-US" sz="1650" dirty="0"/>
          </a:p>
        </p:txBody>
      </p:sp>
      <p:sp>
        <p:nvSpPr>
          <p:cNvPr id="16" name="Text 12"/>
          <p:cNvSpPr txBox="1"/>
          <p:nvPr/>
        </p:nvSpPr>
        <p:spPr>
          <a:xfrm>
            <a:off x="4133088" y="2435352"/>
            <a:ext cx="3474720" cy="765658"/>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i="1" dirty="0">
                <a:solidFill>
                  <a:schemeClr val="accent5"/>
                </a:solidFill>
              </a:rPr>
              <a:t>…………………</a:t>
            </a:r>
            <a:r>
              <a:rPr lang="en-US" sz="1650" i="1" dirty="0">
                <a:solidFill>
                  <a:schemeClr val="tx1"/>
                </a:solidFill>
              </a:rPr>
              <a:t> tennis.</a:t>
            </a:r>
            <a:endParaRPr lang="en-US" sz="1650" dirty="0"/>
          </a:p>
        </p:txBody>
      </p:sp>
      <p:sp>
        <p:nvSpPr>
          <p:cNvPr id="17" name="Text 13"/>
          <p:cNvSpPr txBox="1"/>
          <p:nvPr/>
        </p:nvSpPr>
        <p:spPr>
          <a:xfrm>
            <a:off x="7927848" y="2435352"/>
            <a:ext cx="3639312" cy="765658"/>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tennis?</a:t>
            </a:r>
            <a:endParaRPr lang="en-US" sz="1650" dirty="0"/>
          </a:p>
        </p:txBody>
      </p:sp>
      <p:sp>
        <p:nvSpPr>
          <p:cNvPr id="18" name="Shape 14"/>
          <p:cNvSpPr/>
          <p:nvPr/>
        </p:nvSpPr>
        <p:spPr>
          <a:xfrm>
            <a:off x="548640" y="3228442"/>
            <a:ext cx="11091672" cy="701650"/>
          </a:xfrm>
          <a:prstGeom prst="roundRect">
            <a:avLst>
              <a:gd name="adj" fmla="val 10426"/>
            </a:avLst>
          </a:prstGeom>
          <a:solidFill>
            <a:srgbClr val="FFFFFF"/>
          </a:solidFill>
          <a:ln w="12700">
            <a:solidFill>
              <a:srgbClr val="FFFFFF">
                <a:alpha val="0"/>
              </a:srgbClr>
            </a:solidFill>
            <a:prstDash val="solid"/>
          </a:ln>
        </p:spPr>
      </p:sp>
      <p:sp>
        <p:nvSpPr>
          <p:cNvPr id="19" name="Text 15"/>
          <p:cNvSpPr txBox="1"/>
          <p:nvPr/>
        </p:nvSpPr>
        <p:spPr>
          <a:xfrm>
            <a:off x="658368" y="3201010"/>
            <a:ext cx="3154680" cy="765658"/>
          </a:xfrm>
          <a:prstGeom prst="rect">
            <a:avLst/>
          </a:prstGeom>
          <a:noFill/>
          <a:ln/>
        </p:spPr>
        <p:txBody>
          <a:bodyPr wrap="square" lIns="0" tIns="0" rIns="0" bIns="0" rtlCol="0" anchor="ctr"/>
          <a:lstStyle/>
          <a:p>
            <a:pPr algn="l" indent="0" marL="0">
              <a:buNone/>
            </a:pPr>
            <a:r>
              <a:rPr lang="en-US" sz="1650" i="1" dirty="0">
                <a:solidFill>
                  <a:schemeClr val="tx2"/>
                </a:solidFill>
              </a:rPr>
              <a:t>They went to Rome.</a:t>
            </a:r>
            <a:endParaRPr lang="en-US" sz="1650" dirty="0"/>
          </a:p>
        </p:txBody>
      </p:sp>
      <p:sp>
        <p:nvSpPr>
          <p:cNvPr id="20" name="Text 16"/>
          <p:cNvSpPr txBox="1"/>
          <p:nvPr/>
        </p:nvSpPr>
        <p:spPr>
          <a:xfrm>
            <a:off x="4133088" y="3201010"/>
            <a:ext cx="3474720" cy="765658"/>
          </a:xfrm>
          <a:prstGeom prst="rect">
            <a:avLst/>
          </a:prstGeom>
          <a:noFill/>
          <a:ln/>
        </p:spPr>
        <p:txBody>
          <a:bodyPr wrap="square" lIns="0" tIns="0" rIns="0" bIns="0" rtlCol="0" anchor="ctr"/>
          <a:lstStyle/>
          <a:p>
            <a:pPr algn="l" indent="0" marL="0">
              <a:buNone/>
            </a:pPr>
            <a:r>
              <a:rPr lang="en-US" sz="1650" i="1" dirty="0">
                <a:solidFill>
                  <a:schemeClr val="tx1"/>
                </a:solidFill>
              </a:rPr>
              <a:t>They </a:t>
            </a:r>
            <a:r>
              <a:rPr lang="en-US" sz="1650" i="1" dirty="0">
                <a:solidFill>
                  <a:schemeClr val="accent5"/>
                </a:solidFill>
              </a:rPr>
              <a:t>……………</a:t>
            </a:r>
            <a:r>
              <a:rPr lang="en-US" sz="1650" i="1" dirty="0">
                <a:solidFill>
                  <a:schemeClr val="tx1"/>
                </a:solidFill>
              </a:rPr>
              <a:t> to Rome.</a:t>
            </a:r>
            <a:endParaRPr lang="en-US" sz="1650" dirty="0"/>
          </a:p>
        </p:txBody>
      </p:sp>
      <p:sp>
        <p:nvSpPr>
          <p:cNvPr id="21" name="Text 17"/>
          <p:cNvSpPr txBox="1"/>
          <p:nvPr/>
        </p:nvSpPr>
        <p:spPr>
          <a:xfrm>
            <a:off x="7927848" y="3201010"/>
            <a:ext cx="3639312" cy="765658"/>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to Rome?</a:t>
            </a:r>
            <a:endParaRPr lang="en-US" sz="1650" dirty="0"/>
          </a:p>
        </p:txBody>
      </p:sp>
      <p:sp>
        <p:nvSpPr>
          <p:cNvPr id="22" name="Shape 18"/>
          <p:cNvSpPr/>
          <p:nvPr/>
        </p:nvSpPr>
        <p:spPr>
          <a:xfrm>
            <a:off x="548640" y="3994099"/>
            <a:ext cx="11091672" cy="701650"/>
          </a:xfrm>
          <a:prstGeom prst="roundRect">
            <a:avLst>
              <a:gd name="adj" fmla="val 10426"/>
            </a:avLst>
          </a:prstGeom>
          <a:solidFill>
            <a:schemeClr val="bg2"/>
          </a:solidFill>
          <a:ln w="12700">
            <a:solidFill>
              <a:srgbClr val="FFFFFF">
                <a:alpha val="0"/>
              </a:srgbClr>
            </a:solidFill>
            <a:prstDash val="solid"/>
          </a:ln>
        </p:spPr>
      </p:sp>
      <p:sp>
        <p:nvSpPr>
          <p:cNvPr id="23" name="Text 19"/>
          <p:cNvSpPr txBox="1"/>
          <p:nvPr/>
        </p:nvSpPr>
        <p:spPr>
          <a:xfrm>
            <a:off x="658368" y="3966667"/>
            <a:ext cx="3154680" cy="765658"/>
          </a:xfrm>
          <a:prstGeom prst="rect">
            <a:avLst/>
          </a:prstGeom>
          <a:noFill/>
          <a:ln/>
        </p:spPr>
        <p:txBody>
          <a:bodyPr wrap="square" lIns="0" tIns="0" rIns="0" bIns="0" rtlCol="0" anchor="ctr"/>
          <a:lstStyle/>
          <a:p>
            <a:pPr algn="l" indent="0" marL="0">
              <a:buNone/>
            </a:pPr>
            <a:r>
              <a:rPr lang="en-US" sz="1650" i="1" dirty="0">
                <a:solidFill>
                  <a:schemeClr val="tx2"/>
                </a:solidFill>
              </a:rPr>
              <a:t>He bought a car.</a:t>
            </a:r>
            <a:endParaRPr lang="en-US" sz="1650" dirty="0"/>
          </a:p>
        </p:txBody>
      </p:sp>
      <p:sp>
        <p:nvSpPr>
          <p:cNvPr id="24" name="Text 20"/>
          <p:cNvSpPr txBox="1"/>
          <p:nvPr/>
        </p:nvSpPr>
        <p:spPr>
          <a:xfrm>
            <a:off x="4133088" y="3966667"/>
            <a:ext cx="3474720" cy="765658"/>
          </a:xfrm>
          <a:prstGeom prst="rect">
            <a:avLst/>
          </a:prstGeom>
          <a:noFill/>
          <a:ln/>
        </p:spPr>
        <p:txBody>
          <a:bodyPr wrap="square" lIns="0" tIns="0" rIns="0" bIns="0" rtlCol="0" anchor="ctr"/>
          <a:lstStyle/>
          <a:p>
            <a:pPr algn="l" indent="0" marL="0">
              <a:buNone/>
            </a:pPr>
            <a:r>
              <a:rPr lang="en-US" sz="1650" i="1" dirty="0">
                <a:solidFill>
                  <a:schemeClr val="tx1"/>
                </a:solidFill>
              </a:rPr>
              <a:t>He </a:t>
            </a:r>
            <a:r>
              <a:rPr lang="en-US" sz="1650" i="1" dirty="0">
                <a:solidFill>
                  <a:schemeClr val="accent5"/>
                </a:solidFill>
              </a:rPr>
              <a:t>………………</a:t>
            </a:r>
            <a:r>
              <a:rPr lang="en-US" sz="1650" i="1" dirty="0">
                <a:solidFill>
                  <a:schemeClr val="tx1"/>
                </a:solidFill>
              </a:rPr>
              <a:t> a car.</a:t>
            </a:r>
            <a:endParaRPr lang="en-US" sz="1650" dirty="0"/>
          </a:p>
        </p:txBody>
      </p:sp>
      <p:sp>
        <p:nvSpPr>
          <p:cNvPr id="25" name="Text 21"/>
          <p:cNvSpPr txBox="1"/>
          <p:nvPr/>
        </p:nvSpPr>
        <p:spPr>
          <a:xfrm>
            <a:off x="7927848" y="3966667"/>
            <a:ext cx="3639312" cy="765658"/>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a car?</a:t>
            </a:r>
            <a:endParaRPr lang="en-US" sz="1650" dirty="0"/>
          </a:p>
        </p:txBody>
      </p:sp>
      <p:sp>
        <p:nvSpPr>
          <p:cNvPr id="26" name="Shape 22"/>
          <p:cNvSpPr/>
          <p:nvPr/>
        </p:nvSpPr>
        <p:spPr>
          <a:xfrm>
            <a:off x="548640" y="4759757"/>
            <a:ext cx="11091672" cy="701650"/>
          </a:xfrm>
          <a:prstGeom prst="roundRect">
            <a:avLst>
              <a:gd name="adj" fmla="val 10426"/>
            </a:avLst>
          </a:prstGeom>
          <a:solidFill>
            <a:srgbClr val="FFFFFF"/>
          </a:solidFill>
          <a:ln w="12700">
            <a:solidFill>
              <a:srgbClr val="FFFFFF">
                <a:alpha val="0"/>
              </a:srgbClr>
            </a:solidFill>
            <a:prstDash val="solid"/>
          </a:ln>
        </p:spPr>
      </p:sp>
      <p:sp>
        <p:nvSpPr>
          <p:cNvPr id="27" name="Text 23"/>
          <p:cNvSpPr txBox="1"/>
          <p:nvPr/>
        </p:nvSpPr>
        <p:spPr>
          <a:xfrm>
            <a:off x="658368" y="4732325"/>
            <a:ext cx="3154680" cy="765658"/>
          </a:xfrm>
          <a:prstGeom prst="rect">
            <a:avLst/>
          </a:prstGeom>
          <a:noFill/>
          <a:ln/>
        </p:spPr>
        <p:txBody>
          <a:bodyPr wrap="square" lIns="0" tIns="0" rIns="0" bIns="0" rtlCol="0" anchor="ctr"/>
          <a:lstStyle/>
          <a:p>
            <a:pPr algn="l" indent="0" marL="0">
              <a:buNone/>
            </a:pPr>
            <a:r>
              <a:rPr lang="en-US" sz="1650" i="1" dirty="0">
                <a:solidFill>
                  <a:schemeClr val="tx2"/>
                </a:solidFill>
              </a:rPr>
              <a:t>You saw the film.</a:t>
            </a:r>
            <a:endParaRPr lang="en-US" sz="1650" dirty="0"/>
          </a:p>
        </p:txBody>
      </p:sp>
      <p:sp>
        <p:nvSpPr>
          <p:cNvPr id="28" name="Text 24"/>
          <p:cNvSpPr txBox="1"/>
          <p:nvPr/>
        </p:nvSpPr>
        <p:spPr>
          <a:xfrm>
            <a:off x="4133088" y="4732325"/>
            <a:ext cx="3474720" cy="765658"/>
          </a:xfrm>
          <a:prstGeom prst="rect">
            <a:avLst/>
          </a:prstGeom>
          <a:noFill/>
          <a:ln/>
        </p:spPr>
        <p:txBody>
          <a:bodyPr wrap="square" lIns="0" tIns="0" rIns="0" bIns="0" rtlCol="0" anchor="ctr"/>
          <a:lstStyle/>
          <a:p>
            <a:pPr algn="l" indent="0" marL="0">
              <a:buNone/>
            </a:pPr>
            <a:r>
              <a:rPr lang="en-US" sz="1650" i="1" dirty="0">
                <a:solidFill>
                  <a:schemeClr val="tx1"/>
                </a:solidFill>
              </a:rPr>
              <a:t>You </a:t>
            </a:r>
            <a:r>
              <a:rPr lang="en-US" sz="1650" i="1" dirty="0">
                <a:solidFill>
                  <a:schemeClr val="accent5"/>
                </a:solidFill>
              </a:rPr>
              <a:t>………………</a:t>
            </a:r>
            <a:r>
              <a:rPr lang="en-US" sz="1650" i="1" dirty="0">
                <a:solidFill>
                  <a:schemeClr val="tx1"/>
                </a:solidFill>
              </a:rPr>
              <a:t> the film.</a:t>
            </a:r>
            <a:endParaRPr lang="en-US" sz="1650" dirty="0"/>
          </a:p>
        </p:txBody>
      </p:sp>
      <p:sp>
        <p:nvSpPr>
          <p:cNvPr id="29" name="Text 25"/>
          <p:cNvSpPr txBox="1"/>
          <p:nvPr/>
        </p:nvSpPr>
        <p:spPr>
          <a:xfrm>
            <a:off x="7927848" y="4732325"/>
            <a:ext cx="3639312" cy="765658"/>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the film?</a:t>
            </a:r>
            <a:endParaRPr lang="en-US" sz="1650" dirty="0"/>
          </a:p>
        </p:txBody>
      </p:sp>
      <p:sp>
        <p:nvSpPr>
          <p:cNvPr id="30" name="Shape 26"/>
          <p:cNvSpPr/>
          <p:nvPr/>
        </p:nvSpPr>
        <p:spPr>
          <a:xfrm>
            <a:off x="548640" y="5525414"/>
            <a:ext cx="11091672" cy="701650"/>
          </a:xfrm>
          <a:prstGeom prst="roundRect">
            <a:avLst>
              <a:gd name="adj" fmla="val 10426"/>
            </a:avLst>
          </a:prstGeom>
          <a:solidFill>
            <a:schemeClr val="bg2"/>
          </a:solidFill>
          <a:ln w="12700">
            <a:solidFill>
              <a:srgbClr val="FFFFFF">
                <a:alpha val="0"/>
              </a:srgbClr>
            </a:solidFill>
            <a:prstDash val="solid"/>
          </a:ln>
        </p:spPr>
      </p:sp>
      <p:sp>
        <p:nvSpPr>
          <p:cNvPr id="31" name="Text 27"/>
          <p:cNvSpPr txBox="1"/>
          <p:nvPr/>
        </p:nvSpPr>
        <p:spPr>
          <a:xfrm>
            <a:off x="658368" y="5497982"/>
            <a:ext cx="3154680" cy="765658"/>
          </a:xfrm>
          <a:prstGeom prst="rect">
            <a:avLst/>
          </a:prstGeom>
          <a:noFill/>
          <a:ln/>
        </p:spPr>
        <p:txBody>
          <a:bodyPr wrap="square" lIns="0" tIns="0" rIns="0" bIns="0" rtlCol="0" anchor="ctr"/>
          <a:lstStyle/>
          <a:p>
            <a:pPr algn="l" indent="0" marL="0">
              <a:buNone/>
            </a:pPr>
            <a:r>
              <a:rPr lang="en-US" sz="1650" i="1" dirty="0">
                <a:solidFill>
                  <a:schemeClr val="tx2"/>
                </a:solidFill>
              </a:rPr>
              <a:t>It was cold.</a:t>
            </a:r>
            <a:endParaRPr lang="en-US" sz="1650" dirty="0"/>
          </a:p>
        </p:txBody>
      </p:sp>
      <p:sp>
        <p:nvSpPr>
          <p:cNvPr id="32" name="Text 28"/>
          <p:cNvSpPr txBox="1"/>
          <p:nvPr/>
        </p:nvSpPr>
        <p:spPr>
          <a:xfrm>
            <a:off x="4133088" y="5497982"/>
            <a:ext cx="3474720" cy="765658"/>
          </a:xfrm>
          <a:prstGeom prst="rect">
            <a:avLst/>
          </a:prstGeom>
          <a:noFill/>
          <a:ln/>
        </p:spPr>
        <p:txBody>
          <a:bodyPr wrap="square" lIns="0" tIns="0" rIns="0" bIns="0" rtlCol="0" anchor="ctr"/>
          <a:lstStyle/>
          <a:p>
            <a:pPr algn="l" indent="0" marL="0">
              <a:buNone/>
            </a:pPr>
            <a:r>
              <a:rPr lang="en-US" sz="1650" i="1" dirty="0">
                <a:solidFill>
                  <a:schemeClr val="tx1"/>
                </a:solidFill>
              </a:rPr>
              <a:t>It </a:t>
            </a:r>
            <a:r>
              <a:rPr lang="en-US" sz="1650" i="1" dirty="0">
                <a:solidFill>
                  <a:schemeClr val="accent5"/>
                </a:solidFill>
              </a:rPr>
              <a:t>…………</a:t>
            </a:r>
            <a:r>
              <a:rPr lang="en-US" sz="1650" i="1" dirty="0">
                <a:solidFill>
                  <a:schemeClr val="tx1"/>
                </a:solidFill>
              </a:rPr>
              <a:t> cold.</a:t>
            </a:r>
            <a:endParaRPr lang="en-US" sz="1650" dirty="0"/>
          </a:p>
        </p:txBody>
      </p:sp>
      <p:sp>
        <p:nvSpPr>
          <p:cNvPr id="33" name="Text 29"/>
          <p:cNvSpPr txBox="1"/>
          <p:nvPr/>
        </p:nvSpPr>
        <p:spPr>
          <a:xfrm>
            <a:off x="7927848" y="5497982"/>
            <a:ext cx="3639312" cy="765658"/>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cold?</a:t>
            </a:r>
            <a:endParaRPr lang="en-US" sz="16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5 — No? Yes?</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Make the sentence negative (−), then make a question (?).</a:t>
            </a:r>
            <a:endParaRPr lang="en-US" sz="1700" dirty="0"/>
          </a:p>
        </p:txBody>
      </p:sp>
      <p:sp>
        <p:nvSpPr>
          <p:cNvPr id="9" name="Shape 5"/>
          <p:cNvSpPr/>
          <p:nvPr/>
        </p:nvSpPr>
        <p:spPr>
          <a:xfrm>
            <a:off x="548640" y="1932432"/>
            <a:ext cx="3337560" cy="411480"/>
          </a:xfrm>
          <a:prstGeom prst="roundRect">
            <a:avLst>
              <a:gd name="adj" fmla="val 17778"/>
            </a:avLst>
          </a:prstGeom>
          <a:solidFill>
            <a:schemeClr val="tx2"/>
          </a:solidFill>
          <a:ln w="12700">
            <a:solidFill>
              <a:srgbClr val="FFFFFF">
                <a:alpha val="0"/>
              </a:srgbClr>
            </a:solidFill>
            <a:prstDash val="solid"/>
          </a:ln>
        </p:spPr>
      </p:sp>
      <p:sp>
        <p:nvSpPr>
          <p:cNvPr id="10" name="Text 6"/>
          <p:cNvSpPr txBox="1"/>
          <p:nvPr/>
        </p:nvSpPr>
        <p:spPr>
          <a:xfrm>
            <a:off x="548640" y="1932432"/>
            <a:ext cx="3337560"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1" name="Shape 7"/>
          <p:cNvSpPr/>
          <p:nvPr/>
        </p:nvSpPr>
        <p:spPr>
          <a:xfrm>
            <a:off x="4023360" y="1932432"/>
            <a:ext cx="3657600" cy="411480"/>
          </a:xfrm>
          <a:prstGeom prst="roundRect">
            <a:avLst>
              <a:gd name="adj" fmla="val 17778"/>
            </a:avLst>
          </a:prstGeom>
          <a:solidFill>
            <a:schemeClr val="accent6"/>
          </a:solidFill>
          <a:ln w="12700">
            <a:solidFill>
              <a:srgbClr val="FFFFFF">
                <a:alpha val="0"/>
              </a:srgbClr>
            </a:solidFill>
            <a:prstDash val="solid"/>
          </a:ln>
        </p:spPr>
      </p:sp>
      <p:sp>
        <p:nvSpPr>
          <p:cNvPr id="12" name="Text 8"/>
          <p:cNvSpPr txBox="1"/>
          <p:nvPr/>
        </p:nvSpPr>
        <p:spPr>
          <a:xfrm>
            <a:off x="4023360" y="1932432"/>
            <a:ext cx="3657600"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Shape 9"/>
          <p:cNvSpPr/>
          <p:nvPr/>
        </p:nvSpPr>
        <p:spPr>
          <a:xfrm>
            <a:off x="7818120" y="1932432"/>
            <a:ext cx="3822192" cy="411480"/>
          </a:xfrm>
          <a:prstGeom prst="roundRect">
            <a:avLst>
              <a:gd name="adj" fmla="val 17778"/>
            </a:avLst>
          </a:prstGeom>
          <a:solidFill>
            <a:schemeClr val="accent3"/>
          </a:solidFill>
          <a:ln w="12700">
            <a:solidFill>
              <a:srgbClr val="FFFFFF">
                <a:alpha val="0"/>
              </a:srgbClr>
            </a:solidFill>
            <a:prstDash val="solid"/>
          </a:ln>
        </p:spPr>
      </p:sp>
      <p:sp>
        <p:nvSpPr>
          <p:cNvPr id="14" name="Text 10"/>
          <p:cNvSpPr txBox="1"/>
          <p:nvPr/>
        </p:nvSpPr>
        <p:spPr>
          <a:xfrm>
            <a:off x="7818120" y="1932432"/>
            <a:ext cx="3822192" cy="4114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Shape 11"/>
          <p:cNvSpPr/>
          <p:nvPr/>
        </p:nvSpPr>
        <p:spPr>
          <a:xfrm>
            <a:off x="548640" y="2462784"/>
            <a:ext cx="11091672" cy="628498"/>
          </a:xfrm>
          <a:prstGeom prst="roundRect">
            <a:avLst>
              <a:gd name="adj" fmla="val 11639"/>
            </a:avLst>
          </a:prstGeom>
          <a:solidFill>
            <a:schemeClr val="bg2"/>
          </a:solidFill>
          <a:ln w="12700">
            <a:solidFill>
              <a:srgbClr val="FFFFFF">
                <a:alpha val="0"/>
              </a:srgbClr>
            </a:solidFill>
            <a:prstDash val="solid"/>
          </a:ln>
        </p:spPr>
      </p:sp>
      <p:sp>
        <p:nvSpPr>
          <p:cNvPr id="16" name="Text 12"/>
          <p:cNvSpPr txBox="1"/>
          <p:nvPr/>
        </p:nvSpPr>
        <p:spPr>
          <a:xfrm>
            <a:off x="658368" y="2435352"/>
            <a:ext cx="3154680" cy="692506"/>
          </a:xfrm>
          <a:prstGeom prst="rect">
            <a:avLst/>
          </a:prstGeom>
          <a:noFill/>
          <a:ln/>
        </p:spPr>
        <p:txBody>
          <a:bodyPr wrap="square" lIns="0" tIns="0" rIns="0" bIns="0" rtlCol="0" anchor="ctr"/>
          <a:lstStyle/>
          <a:p>
            <a:pPr algn="l" indent="0" marL="0">
              <a:buNone/>
            </a:pPr>
            <a:r>
              <a:rPr lang="en-US" sz="1650" i="1" dirty="0">
                <a:solidFill>
                  <a:schemeClr val="tx2"/>
                </a:solidFill>
              </a:rPr>
              <a:t>She played tennis.</a:t>
            </a:r>
            <a:endParaRPr lang="en-US" sz="1650" dirty="0"/>
          </a:p>
        </p:txBody>
      </p:sp>
      <p:sp>
        <p:nvSpPr>
          <p:cNvPr id="17" name="Text 13"/>
          <p:cNvSpPr txBox="1"/>
          <p:nvPr/>
        </p:nvSpPr>
        <p:spPr>
          <a:xfrm>
            <a:off x="4133088" y="2435352"/>
            <a:ext cx="3474720" cy="692506"/>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b="1" i="1" dirty="0">
                <a:solidFill>
                  <a:schemeClr val="accent3"/>
                </a:solidFill>
              </a:rPr>
              <a:t>didn’t play</a:t>
            </a:r>
            <a:r>
              <a:rPr lang="en-US" sz="1650" i="1" dirty="0">
                <a:solidFill>
                  <a:schemeClr val="tx1"/>
                </a:solidFill>
              </a:rPr>
              <a:t> tennis.</a:t>
            </a:r>
            <a:endParaRPr lang="en-US" sz="1650" dirty="0"/>
          </a:p>
        </p:txBody>
      </p:sp>
      <p:sp>
        <p:nvSpPr>
          <p:cNvPr id="18" name="Text 14"/>
          <p:cNvSpPr txBox="1"/>
          <p:nvPr/>
        </p:nvSpPr>
        <p:spPr>
          <a:xfrm>
            <a:off x="7927848" y="2435352"/>
            <a:ext cx="3639312" cy="692506"/>
          </a:xfrm>
          <a:prstGeom prst="rect">
            <a:avLst/>
          </a:prstGeom>
          <a:noFill/>
          <a:ln/>
        </p:spPr>
        <p:txBody>
          <a:bodyPr wrap="square" lIns="0" tIns="0" rIns="0" bIns="0" rtlCol="0" anchor="ctr"/>
          <a:lstStyle/>
          <a:p>
            <a:pPr algn="l" indent="0" marL="0">
              <a:buNone/>
            </a:pPr>
            <a:r>
              <a:rPr lang="en-US" sz="1650" b="1" i="1" dirty="0">
                <a:solidFill>
                  <a:schemeClr val="accent3"/>
                </a:solidFill>
              </a:rPr>
              <a:t>Did she play</a:t>
            </a:r>
            <a:r>
              <a:rPr lang="en-US" sz="1650" i="1" dirty="0">
                <a:solidFill>
                  <a:schemeClr val="tx1"/>
                </a:solidFill>
              </a:rPr>
              <a:t> tennis?</a:t>
            </a:r>
            <a:endParaRPr lang="en-US" sz="1650" dirty="0"/>
          </a:p>
        </p:txBody>
      </p:sp>
      <p:sp>
        <p:nvSpPr>
          <p:cNvPr id="19" name="Shape 15"/>
          <p:cNvSpPr/>
          <p:nvPr/>
        </p:nvSpPr>
        <p:spPr>
          <a:xfrm>
            <a:off x="548640" y="3155290"/>
            <a:ext cx="11091672" cy="628498"/>
          </a:xfrm>
          <a:prstGeom prst="roundRect">
            <a:avLst>
              <a:gd name="adj" fmla="val 11639"/>
            </a:avLst>
          </a:prstGeom>
          <a:solidFill>
            <a:srgbClr val="FFFFFF"/>
          </a:solidFill>
          <a:ln w="12700">
            <a:solidFill>
              <a:srgbClr val="FFFFFF">
                <a:alpha val="0"/>
              </a:srgbClr>
            </a:solidFill>
            <a:prstDash val="solid"/>
          </a:ln>
        </p:spPr>
      </p:sp>
      <p:sp>
        <p:nvSpPr>
          <p:cNvPr id="20" name="Text 16"/>
          <p:cNvSpPr txBox="1"/>
          <p:nvPr/>
        </p:nvSpPr>
        <p:spPr>
          <a:xfrm>
            <a:off x="658368" y="3127858"/>
            <a:ext cx="3154680" cy="692506"/>
          </a:xfrm>
          <a:prstGeom prst="rect">
            <a:avLst/>
          </a:prstGeom>
          <a:noFill/>
          <a:ln/>
        </p:spPr>
        <p:txBody>
          <a:bodyPr wrap="square" lIns="0" tIns="0" rIns="0" bIns="0" rtlCol="0" anchor="ctr"/>
          <a:lstStyle/>
          <a:p>
            <a:pPr algn="l" indent="0" marL="0">
              <a:buNone/>
            </a:pPr>
            <a:r>
              <a:rPr lang="en-US" sz="1650" i="1" dirty="0">
                <a:solidFill>
                  <a:schemeClr val="tx2"/>
                </a:solidFill>
              </a:rPr>
              <a:t>They went to Rome.</a:t>
            </a:r>
            <a:endParaRPr lang="en-US" sz="1650" dirty="0"/>
          </a:p>
        </p:txBody>
      </p:sp>
      <p:sp>
        <p:nvSpPr>
          <p:cNvPr id="21" name="Text 17"/>
          <p:cNvSpPr txBox="1"/>
          <p:nvPr/>
        </p:nvSpPr>
        <p:spPr>
          <a:xfrm>
            <a:off x="4133088" y="3127858"/>
            <a:ext cx="3474720" cy="692506"/>
          </a:xfrm>
          <a:prstGeom prst="rect">
            <a:avLst/>
          </a:prstGeom>
          <a:noFill/>
          <a:ln/>
        </p:spPr>
        <p:txBody>
          <a:bodyPr wrap="square" lIns="0" tIns="0" rIns="0" bIns="0" rtlCol="0" anchor="ctr"/>
          <a:lstStyle/>
          <a:p>
            <a:pPr algn="l" indent="0" marL="0">
              <a:buNone/>
            </a:pPr>
            <a:r>
              <a:rPr lang="en-US" sz="1650" i="1" dirty="0">
                <a:solidFill>
                  <a:schemeClr val="tx1"/>
                </a:solidFill>
              </a:rPr>
              <a:t>They </a:t>
            </a:r>
            <a:r>
              <a:rPr lang="en-US" sz="1650" b="1" i="1" dirty="0">
                <a:solidFill>
                  <a:schemeClr val="accent3"/>
                </a:solidFill>
              </a:rPr>
              <a:t>didn’t go</a:t>
            </a:r>
            <a:r>
              <a:rPr lang="en-US" sz="1650" i="1" dirty="0">
                <a:solidFill>
                  <a:schemeClr val="tx1"/>
                </a:solidFill>
              </a:rPr>
              <a:t> to Rome.</a:t>
            </a:r>
            <a:endParaRPr lang="en-US" sz="1650" dirty="0"/>
          </a:p>
        </p:txBody>
      </p:sp>
      <p:sp>
        <p:nvSpPr>
          <p:cNvPr id="22" name="Text 18"/>
          <p:cNvSpPr txBox="1"/>
          <p:nvPr/>
        </p:nvSpPr>
        <p:spPr>
          <a:xfrm>
            <a:off x="7927848" y="3127858"/>
            <a:ext cx="3639312" cy="692506"/>
          </a:xfrm>
          <a:prstGeom prst="rect">
            <a:avLst/>
          </a:prstGeom>
          <a:noFill/>
          <a:ln/>
        </p:spPr>
        <p:txBody>
          <a:bodyPr wrap="square" lIns="0" tIns="0" rIns="0" bIns="0" rtlCol="0" anchor="ctr"/>
          <a:lstStyle/>
          <a:p>
            <a:pPr algn="l" indent="0" marL="0">
              <a:buNone/>
            </a:pPr>
            <a:r>
              <a:rPr lang="en-US" sz="1650" b="1" i="1" dirty="0">
                <a:solidFill>
                  <a:schemeClr val="accent3"/>
                </a:solidFill>
              </a:rPr>
              <a:t>Did they go</a:t>
            </a:r>
            <a:r>
              <a:rPr lang="en-US" sz="1650" i="1" dirty="0">
                <a:solidFill>
                  <a:schemeClr val="tx1"/>
                </a:solidFill>
              </a:rPr>
              <a:t> to Rome?</a:t>
            </a:r>
            <a:endParaRPr lang="en-US" sz="1650" dirty="0"/>
          </a:p>
        </p:txBody>
      </p:sp>
      <p:sp>
        <p:nvSpPr>
          <p:cNvPr id="23" name="Shape 19"/>
          <p:cNvSpPr/>
          <p:nvPr/>
        </p:nvSpPr>
        <p:spPr>
          <a:xfrm>
            <a:off x="548640" y="3847795"/>
            <a:ext cx="11091672" cy="628498"/>
          </a:xfrm>
          <a:prstGeom prst="roundRect">
            <a:avLst>
              <a:gd name="adj" fmla="val 11639"/>
            </a:avLst>
          </a:prstGeom>
          <a:solidFill>
            <a:schemeClr val="bg2"/>
          </a:solidFill>
          <a:ln w="12700">
            <a:solidFill>
              <a:srgbClr val="FFFFFF">
                <a:alpha val="0"/>
              </a:srgbClr>
            </a:solidFill>
            <a:prstDash val="solid"/>
          </a:ln>
        </p:spPr>
      </p:sp>
      <p:sp>
        <p:nvSpPr>
          <p:cNvPr id="24" name="Text 20"/>
          <p:cNvSpPr txBox="1"/>
          <p:nvPr/>
        </p:nvSpPr>
        <p:spPr>
          <a:xfrm>
            <a:off x="658368" y="3820363"/>
            <a:ext cx="3154680" cy="692506"/>
          </a:xfrm>
          <a:prstGeom prst="rect">
            <a:avLst/>
          </a:prstGeom>
          <a:noFill/>
          <a:ln/>
        </p:spPr>
        <p:txBody>
          <a:bodyPr wrap="square" lIns="0" tIns="0" rIns="0" bIns="0" rtlCol="0" anchor="ctr"/>
          <a:lstStyle/>
          <a:p>
            <a:pPr algn="l" indent="0" marL="0">
              <a:buNone/>
            </a:pPr>
            <a:r>
              <a:rPr lang="en-US" sz="1650" i="1" dirty="0">
                <a:solidFill>
                  <a:schemeClr val="tx2"/>
                </a:solidFill>
              </a:rPr>
              <a:t>He bought a car.</a:t>
            </a:r>
            <a:endParaRPr lang="en-US" sz="1650" dirty="0"/>
          </a:p>
        </p:txBody>
      </p:sp>
      <p:sp>
        <p:nvSpPr>
          <p:cNvPr id="25" name="Text 21"/>
          <p:cNvSpPr txBox="1"/>
          <p:nvPr/>
        </p:nvSpPr>
        <p:spPr>
          <a:xfrm>
            <a:off x="4133088" y="3820363"/>
            <a:ext cx="3474720" cy="692506"/>
          </a:xfrm>
          <a:prstGeom prst="rect">
            <a:avLst/>
          </a:prstGeom>
          <a:noFill/>
          <a:ln/>
        </p:spPr>
        <p:txBody>
          <a:bodyPr wrap="square" lIns="0" tIns="0" rIns="0" bIns="0" rtlCol="0" anchor="ctr"/>
          <a:lstStyle/>
          <a:p>
            <a:pPr algn="l" indent="0" marL="0">
              <a:buNone/>
            </a:pPr>
            <a:r>
              <a:rPr lang="en-US" sz="1650" i="1" dirty="0">
                <a:solidFill>
                  <a:schemeClr val="tx1"/>
                </a:solidFill>
              </a:rPr>
              <a:t>He </a:t>
            </a:r>
            <a:r>
              <a:rPr lang="en-US" sz="1650" b="1" i="1" dirty="0">
                <a:solidFill>
                  <a:schemeClr val="accent3"/>
                </a:solidFill>
              </a:rPr>
              <a:t>didn’t buy</a:t>
            </a:r>
            <a:r>
              <a:rPr lang="en-US" sz="1650" i="1" dirty="0">
                <a:solidFill>
                  <a:schemeClr val="tx1"/>
                </a:solidFill>
              </a:rPr>
              <a:t> a car.</a:t>
            </a:r>
            <a:endParaRPr lang="en-US" sz="1650" dirty="0"/>
          </a:p>
        </p:txBody>
      </p:sp>
      <p:sp>
        <p:nvSpPr>
          <p:cNvPr id="26" name="Text 22"/>
          <p:cNvSpPr txBox="1"/>
          <p:nvPr/>
        </p:nvSpPr>
        <p:spPr>
          <a:xfrm>
            <a:off x="7927848" y="3820363"/>
            <a:ext cx="3639312" cy="692506"/>
          </a:xfrm>
          <a:prstGeom prst="rect">
            <a:avLst/>
          </a:prstGeom>
          <a:noFill/>
          <a:ln/>
        </p:spPr>
        <p:txBody>
          <a:bodyPr wrap="square" lIns="0" tIns="0" rIns="0" bIns="0" rtlCol="0" anchor="ctr"/>
          <a:lstStyle/>
          <a:p>
            <a:pPr algn="l" indent="0" marL="0">
              <a:buNone/>
            </a:pPr>
            <a:r>
              <a:rPr lang="en-US" sz="1650" b="1" i="1" dirty="0">
                <a:solidFill>
                  <a:schemeClr val="accent3"/>
                </a:solidFill>
              </a:rPr>
              <a:t>Did he buy</a:t>
            </a:r>
            <a:r>
              <a:rPr lang="en-US" sz="1650" i="1" dirty="0">
                <a:solidFill>
                  <a:schemeClr val="tx1"/>
                </a:solidFill>
              </a:rPr>
              <a:t> a car?</a:t>
            </a:r>
            <a:endParaRPr lang="en-US" sz="1650" dirty="0"/>
          </a:p>
        </p:txBody>
      </p:sp>
      <p:sp>
        <p:nvSpPr>
          <p:cNvPr id="27" name="Shape 23"/>
          <p:cNvSpPr/>
          <p:nvPr/>
        </p:nvSpPr>
        <p:spPr>
          <a:xfrm>
            <a:off x="548640" y="4540301"/>
            <a:ext cx="11091672" cy="628498"/>
          </a:xfrm>
          <a:prstGeom prst="roundRect">
            <a:avLst>
              <a:gd name="adj" fmla="val 11639"/>
            </a:avLst>
          </a:prstGeom>
          <a:solidFill>
            <a:srgbClr val="FFFFFF"/>
          </a:solidFill>
          <a:ln w="12700">
            <a:solidFill>
              <a:srgbClr val="FFFFFF">
                <a:alpha val="0"/>
              </a:srgbClr>
            </a:solidFill>
            <a:prstDash val="solid"/>
          </a:ln>
        </p:spPr>
      </p:sp>
      <p:sp>
        <p:nvSpPr>
          <p:cNvPr id="28" name="Text 24"/>
          <p:cNvSpPr txBox="1"/>
          <p:nvPr/>
        </p:nvSpPr>
        <p:spPr>
          <a:xfrm>
            <a:off x="658368" y="4512869"/>
            <a:ext cx="3154680" cy="692506"/>
          </a:xfrm>
          <a:prstGeom prst="rect">
            <a:avLst/>
          </a:prstGeom>
          <a:noFill/>
          <a:ln/>
        </p:spPr>
        <p:txBody>
          <a:bodyPr wrap="square" lIns="0" tIns="0" rIns="0" bIns="0" rtlCol="0" anchor="ctr"/>
          <a:lstStyle/>
          <a:p>
            <a:pPr algn="l" indent="0" marL="0">
              <a:buNone/>
            </a:pPr>
            <a:r>
              <a:rPr lang="en-US" sz="1650" i="1" dirty="0">
                <a:solidFill>
                  <a:schemeClr val="tx2"/>
                </a:solidFill>
              </a:rPr>
              <a:t>You saw the film.</a:t>
            </a:r>
            <a:endParaRPr lang="en-US" sz="1650" dirty="0"/>
          </a:p>
        </p:txBody>
      </p:sp>
      <p:sp>
        <p:nvSpPr>
          <p:cNvPr id="29" name="Text 25"/>
          <p:cNvSpPr txBox="1"/>
          <p:nvPr/>
        </p:nvSpPr>
        <p:spPr>
          <a:xfrm>
            <a:off x="4133088" y="4512869"/>
            <a:ext cx="3474720" cy="692506"/>
          </a:xfrm>
          <a:prstGeom prst="rect">
            <a:avLst/>
          </a:prstGeom>
          <a:noFill/>
          <a:ln/>
        </p:spPr>
        <p:txBody>
          <a:bodyPr wrap="square" lIns="0" tIns="0" rIns="0" bIns="0" rtlCol="0" anchor="ctr"/>
          <a:lstStyle/>
          <a:p>
            <a:pPr algn="l" indent="0" marL="0">
              <a:buNone/>
            </a:pPr>
            <a:r>
              <a:rPr lang="en-US" sz="1650" i="1" dirty="0">
                <a:solidFill>
                  <a:schemeClr val="tx1"/>
                </a:solidFill>
              </a:rPr>
              <a:t>You </a:t>
            </a:r>
            <a:r>
              <a:rPr lang="en-US" sz="1650" b="1" i="1" dirty="0">
                <a:solidFill>
                  <a:schemeClr val="accent3"/>
                </a:solidFill>
              </a:rPr>
              <a:t>didn’t see</a:t>
            </a:r>
            <a:r>
              <a:rPr lang="en-US" sz="1650" i="1" dirty="0">
                <a:solidFill>
                  <a:schemeClr val="tx1"/>
                </a:solidFill>
              </a:rPr>
              <a:t> the film.</a:t>
            </a:r>
            <a:endParaRPr lang="en-US" sz="1650" dirty="0"/>
          </a:p>
        </p:txBody>
      </p:sp>
      <p:sp>
        <p:nvSpPr>
          <p:cNvPr id="30" name="Text 26"/>
          <p:cNvSpPr txBox="1"/>
          <p:nvPr/>
        </p:nvSpPr>
        <p:spPr>
          <a:xfrm>
            <a:off x="7927848" y="4512869"/>
            <a:ext cx="3639312" cy="692506"/>
          </a:xfrm>
          <a:prstGeom prst="rect">
            <a:avLst/>
          </a:prstGeom>
          <a:noFill/>
          <a:ln/>
        </p:spPr>
        <p:txBody>
          <a:bodyPr wrap="square" lIns="0" tIns="0" rIns="0" bIns="0" rtlCol="0" anchor="ctr"/>
          <a:lstStyle/>
          <a:p>
            <a:pPr algn="l" indent="0" marL="0">
              <a:buNone/>
            </a:pPr>
            <a:r>
              <a:rPr lang="en-US" sz="1650" b="1" i="1" dirty="0">
                <a:solidFill>
                  <a:schemeClr val="accent3"/>
                </a:solidFill>
              </a:rPr>
              <a:t>Did you see</a:t>
            </a:r>
            <a:r>
              <a:rPr lang="en-US" sz="1650" i="1" dirty="0">
                <a:solidFill>
                  <a:schemeClr val="tx1"/>
                </a:solidFill>
              </a:rPr>
              <a:t> the film?</a:t>
            </a:r>
            <a:endParaRPr lang="en-US" sz="1650" dirty="0"/>
          </a:p>
        </p:txBody>
      </p:sp>
      <p:sp>
        <p:nvSpPr>
          <p:cNvPr id="31" name="Shape 27"/>
          <p:cNvSpPr/>
          <p:nvPr/>
        </p:nvSpPr>
        <p:spPr>
          <a:xfrm>
            <a:off x="548640" y="5232806"/>
            <a:ext cx="11091672" cy="628498"/>
          </a:xfrm>
          <a:prstGeom prst="roundRect">
            <a:avLst>
              <a:gd name="adj" fmla="val 11639"/>
            </a:avLst>
          </a:prstGeom>
          <a:solidFill>
            <a:schemeClr val="bg2"/>
          </a:solidFill>
          <a:ln w="12700">
            <a:solidFill>
              <a:srgbClr val="FFFFFF">
                <a:alpha val="0"/>
              </a:srgbClr>
            </a:solidFill>
            <a:prstDash val="solid"/>
          </a:ln>
        </p:spPr>
      </p:sp>
      <p:sp>
        <p:nvSpPr>
          <p:cNvPr id="32" name="Text 28"/>
          <p:cNvSpPr txBox="1"/>
          <p:nvPr/>
        </p:nvSpPr>
        <p:spPr>
          <a:xfrm>
            <a:off x="658368" y="5205374"/>
            <a:ext cx="3154680" cy="692506"/>
          </a:xfrm>
          <a:prstGeom prst="rect">
            <a:avLst/>
          </a:prstGeom>
          <a:noFill/>
          <a:ln/>
        </p:spPr>
        <p:txBody>
          <a:bodyPr wrap="square" lIns="0" tIns="0" rIns="0" bIns="0" rtlCol="0" anchor="ctr"/>
          <a:lstStyle/>
          <a:p>
            <a:pPr algn="l" indent="0" marL="0">
              <a:buNone/>
            </a:pPr>
            <a:r>
              <a:rPr lang="en-US" sz="1650" i="1" dirty="0">
                <a:solidFill>
                  <a:schemeClr val="tx2"/>
                </a:solidFill>
              </a:rPr>
              <a:t>It was cold.</a:t>
            </a:r>
            <a:endParaRPr lang="en-US" sz="1650" dirty="0"/>
          </a:p>
        </p:txBody>
      </p:sp>
      <p:sp>
        <p:nvSpPr>
          <p:cNvPr id="33" name="Text 29"/>
          <p:cNvSpPr txBox="1"/>
          <p:nvPr/>
        </p:nvSpPr>
        <p:spPr>
          <a:xfrm>
            <a:off x="4133088" y="5205374"/>
            <a:ext cx="3474720" cy="692506"/>
          </a:xfrm>
          <a:prstGeom prst="rect">
            <a:avLst/>
          </a:prstGeom>
          <a:noFill/>
          <a:ln/>
        </p:spPr>
        <p:txBody>
          <a:bodyPr wrap="square" lIns="0" tIns="0" rIns="0" bIns="0" rtlCol="0" anchor="ctr"/>
          <a:lstStyle/>
          <a:p>
            <a:pPr algn="l" indent="0" marL="0">
              <a:buNone/>
            </a:pPr>
            <a:r>
              <a:rPr lang="en-US" sz="1650" i="1" dirty="0">
                <a:solidFill>
                  <a:schemeClr val="tx1"/>
                </a:solidFill>
              </a:rPr>
              <a:t>It </a:t>
            </a:r>
            <a:r>
              <a:rPr lang="en-US" sz="1650" b="1" i="1" dirty="0">
                <a:solidFill>
                  <a:schemeClr val="accent3"/>
                </a:solidFill>
              </a:rPr>
              <a:t>wasn’t</a:t>
            </a:r>
            <a:r>
              <a:rPr lang="en-US" sz="1650" i="1" dirty="0">
                <a:solidFill>
                  <a:schemeClr val="tx1"/>
                </a:solidFill>
              </a:rPr>
              <a:t> cold.</a:t>
            </a:r>
            <a:endParaRPr lang="en-US" sz="1650" dirty="0"/>
          </a:p>
        </p:txBody>
      </p:sp>
      <p:sp>
        <p:nvSpPr>
          <p:cNvPr id="34" name="Text 30"/>
          <p:cNvSpPr txBox="1"/>
          <p:nvPr/>
        </p:nvSpPr>
        <p:spPr>
          <a:xfrm>
            <a:off x="7927848" y="5205374"/>
            <a:ext cx="3639312" cy="692506"/>
          </a:xfrm>
          <a:prstGeom prst="rect">
            <a:avLst/>
          </a:prstGeom>
          <a:noFill/>
          <a:ln/>
        </p:spPr>
        <p:txBody>
          <a:bodyPr wrap="square" lIns="0" tIns="0" rIns="0" bIns="0" rtlCol="0" anchor="ctr"/>
          <a:lstStyle/>
          <a:p>
            <a:pPr algn="l" indent="0" marL="0">
              <a:buNone/>
            </a:pPr>
            <a:r>
              <a:rPr lang="en-US" sz="1650" b="1" i="1" dirty="0">
                <a:solidFill>
                  <a:schemeClr val="accent3"/>
                </a:solidFill>
              </a:rPr>
              <a:t>Was it</a:t>
            </a:r>
            <a:r>
              <a:rPr lang="en-US" sz="1650" i="1" dirty="0">
                <a:solidFill>
                  <a:schemeClr val="tx1"/>
                </a:solidFill>
              </a:rPr>
              <a:t> cold?</a:t>
            </a:r>
            <a:endParaRPr lang="en-US" sz="1650" dirty="0"/>
          </a:p>
        </p:txBody>
      </p:sp>
      <p:sp>
        <p:nvSpPr>
          <p:cNvPr id="35" name="Text 3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5 : </a:t>
            </a:r>
            <a:r>
              <a:rPr lang="en-US" sz="1300" i="1" dirty="0">
                <a:solidFill>
                  <a:schemeClr val="accent5"/>
                </a:solidFill>
              </a:rPr>
              <a:t>be</a:t>
            </a:r>
            <a:r>
              <a:rPr lang="en-US" sz="1300" i="1" dirty="0">
                <a:solidFill>
                  <a:schemeClr val="accent5"/>
                </a:solidFill>
              </a:rPr>
              <a:t> → pas de </a:t>
            </a:r>
            <a:r>
              <a:rPr lang="en-US" sz="1300" i="1" dirty="0">
                <a:solidFill>
                  <a:schemeClr val="accent5"/>
                </a:solidFill>
              </a:rPr>
              <a:t>did</a:t>
            </a:r>
            <a:r>
              <a:rPr lang="en-US" sz="1300" i="1" dirty="0">
                <a:solidFill>
                  <a:schemeClr val="accent5"/>
                </a:solidFill>
              </a:rPr>
              <a:t> : </a:t>
            </a:r>
            <a:r>
              <a:rPr lang="en-US" sz="1300" i="1" dirty="0">
                <a:solidFill>
                  <a:schemeClr val="accent5"/>
                </a:solidFill>
              </a:rPr>
              <a:t>wasn’t · Was it…?</a:t>
            </a:r>
            <a:r>
              <a:rPr lang="en-US" sz="1300" i="1" dirty="0">
                <a:solidFill>
                  <a:schemeClr val="accent5"/>
                </a:solidFill>
              </a:rPr>
              <a:t> (diapo 10).</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6 — Word order (QUASI)</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Put the pieces in order. Remember QUASI: Question word · Auxiliary · Subject · Infinitive.</a:t>
            </a:r>
            <a:endParaRPr lang="en-US" sz="1700" dirty="0"/>
          </a:p>
        </p:txBody>
      </p:sp>
      <p:sp>
        <p:nvSpPr>
          <p:cNvPr id="8" name="Text 4"/>
          <p:cNvSpPr txBox="1"/>
          <p:nvPr/>
        </p:nvSpPr>
        <p:spPr>
          <a:xfrm>
            <a:off x="548640" y="2042160"/>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1</a:t>
            </a:r>
            <a:endParaRPr lang="en-US" sz="1800" dirty="0"/>
          </a:p>
        </p:txBody>
      </p:sp>
      <p:sp>
        <p:nvSpPr>
          <p:cNvPr id="9" name="Shape 5"/>
          <p:cNvSpPr/>
          <p:nvPr/>
        </p:nvSpPr>
        <p:spPr>
          <a:xfrm>
            <a:off x="960120" y="2042160"/>
            <a:ext cx="752354" cy="603504"/>
          </a:xfrm>
          <a:prstGeom prst="roundRect">
            <a:avLst>
              <a:gd name="adj" fmla="val 15152"/>
            </a:avLst>
          </a:prstGeom>
          <a:solidFill>
            <a:srgbClr val="FBEDEB"/>
          </a:solidFill>
          <a:ln w="22225">
            <a:solidFill>
              <a:srgbClr val="B83227"/>
            </a:solidFill>
            <a:prstDash val="solid"/>
          </a:ln>
        </p:spPr>
      </p:sp>
      <p:sp>
        <p:nvSpPr>
          <p:cNvPr id="10" name="Text 6"/>
          <p:cNvSpPr txBox="1"/>
          <p:nvPr/>
        </p:nvSpPr>
        <p:spPr>
          <a:xfrm>
            <a:off x="960120" y="2042160"/>
            <a:ext cx="75235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go</a:t>
            </a:r>
            <a:endParaRPr lang="en-US" sz="2200" dirty="0"/>
          </a:p>
        </p:txBody>
      </p:sp>
      <p:sp>
        <p:nvSpPr>
          <p:cNvPr id="11" name="Shape 7"/>
          <p:cNvSpPr/>
          <p:nvPr/>
        </p:nvSpPr>
        <p:spPr>
          <a:xfrm>
            <a:off x="1986794" y="2042160"/>
            <a:ext cx="2509757" cy="603504"/>
          </a:xfrm>
          <a:prstGeom prst="roundRect">
            <a:avLst>
              <a:gd name="adj" fmla="val 15152"/>
            </a:avLst>
          </a:prstGeom>
          <a:solidFill>
            <a:srgbClr val="FDF1E6"/>
          </a:solidFill>
          <a:ln w="19050">
            <a:solidFill>
              <a:srgbClr val="D9700F"/>
            </a:solidFill>
            <a:prstDash val="solid"/>
          </a:ln>
        </p:spPr>
      </p:sp>
      <p:sp>
        <p:nvSpPr>
          <p:cNvPr id="12" name="Text 8"/>
          <p:cNvSpPr txBox="1"/>
          <p:nvPr/>
        </p:nvSpPr>
        <p:spPr>
          <a:xfrm>
            <a:off x="1986794" y="2042160"/>
            <a:ext cx="2509757" cy="603504"/>
          </a:xfrm>
          <a:prstGeom prst="rect">
            <a:avLst/>
          </a:prstGeom>
          <a:noFill/>
          <a:ln/>
        </p:spPr>
        <p:txBody>
          <a:bodyPr wrap="square" lIns="0" tIns="0" rIns="0" bIns="0" rtlCol="0" anchor="ctr"/>
          <a:lstStyle/>
          <a:p>
            <a:pPr algn="ctr" indent="0" marL="0">
              <a:buNone/>
            </a:pPr>
            <a:r>
              <a:rPr lang="en-US" sz="2200" b="1" i="1" dirty="0">
                <a:solidFill>
                  <a:schemeClr val="accent1"/>
                </a:solidFill>
              </a:rPr>
              <a:t>last summer?</a:t>
            </a:r>
            <a:endParaRPr lang="en-US" sz="2200" dirty="0"/>
          </a:p>
        </p:txBody>
      </p:sp>
      <p:sp>
        <p:nvSpPr>
          <p:cNvPr id="13" name="Shape 9"/>
          <p:cNvSpPr/>
          <p:nvPr/>
        </p:nvSpPr>
        <p:spPr>
          <a:xfrm>
            <a:off x="4770871" y="2042160"/>
            <a:ext cx="763341" cy="603504"/>
          </a:xfrm>
          <a:prstGeom prst="roundRect">
            <a:avLst>
              <a:gd name="adj" fmla="val 15152"/>
            </a:avLst>
          </a:prstGeom>
          <a:solidFill>
            <a:srgbClr val="FFFFFF"/>
          </a:solidFill>
          <a:ln w="15875">
            <a:solidFill>
              <a:srgbClr val="D5DCE6"/>
            </a:solidFill>
            <a:prstDash val="solid"/>
          </a:ln>
        </p:spPr>
      </p:sp>
      <p:sp>
        <p:nvSpPr>
          <p:cNvPr id="14" name="Text 10"/>
          <p:cNvSpPr txBox="1"/>
          <p:nvPr/>
        </p:nvSpPr>
        <p:spPr>
          <a:xfrm>
            <a:off x="4770871" y="2042160"/>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you</a:t>
            </a:r>
            <a:endParaRPr lang="en-US" sz="2200" dirty="0"/>
          </a:p>
        </p:txBody>
      </p:sp>
      <p:sp>
        <p:nvSpPr>
          <p:cNvPr id="15" name="Shape 11"/>
          <p:cNvSpPr/>
          <p:nvPr/>
        </p:nvSpPr>
        <p:spPr>
          <a:xfrm>
            <a:off x="5808532" y="2042160"/>
            <a:ext cx="1279575" cy="603504"/>
          </a:xfrm>
          <a:prstGeom prst="roundRect">
            <a:avLst>
              <a:gd name="adj" fmla="val 15152"/>
            </a:avLst>
          </a:prstGeom>
          <a:solidFill>
            <a:schemeClr val="accent3"/>
          </a:solidFill>
          <a:ln w="12700">
            <a:solidFill>
              <a:srgbClr val="FFFFFF">
                <a:alpha val="0"/>
              </a:srgbClr>
            </a:solidFill>
            <a:prstDash val="solid"/>
          </a:ln>
        </p:spPr>
      </p:sp>
      <p:sp>
        <p:nvSpPr>
          <p:cNvPr id="16" name="Text 12"/>
          <p:cNvSpPr txBox="1"/>
          <p:nvPr/>
        </p:nvSpPr>
        <p:spPr>
          <a:xfrm>
            <a:off x="5808532" y="2042160"/>
            <a:ext cx="1279575" cy="603504"/>
          </a:xfrm>
          <a:prstGeom prst="rect">
            <a:avLst/>
          </a:prstGeom>
          <a:noFill/>
          <a:ln/>
        </p:spPr>
        <p:txBody>
          <a:bodyPr wrap="square" lIns="0" tIns="0" rIns="0" bIns="0" rtlCol="0" anchor="ctr"/>
          <a:lstStyle/>
          <a:p>
            <a:pPr algn="ctr" indent="0" marL="0">
              <a:buNone/>
            </a:pPr>
            <a:r>
              <a:rPr lang="en-US" sz="2200" b="1" i="1" dirty="0">
                <a:solidFill>
                  <a:schemeClr val="bg1"/>
                </a:solidFill>
              </a:rPr>
              <a:t>Where</a:t>
            </a:r>
            <a:endParaRPr lang="en-US" sz="2200" dirty="0"/>
          </a:p>
        </p:txBody>
      </p:sp>
      <p:sp>
        <p:nvSpPr>
          <p:cNvPr id="17" name="Shape 13"/>
          <p:cNvSpPr/>
          <p:nvPr/>
        </p:nvSpPr>
        <p:spPr>
          <a:xfrm>
            <a:off x="7362427" y="2042160"/>
            <a:ext cx="928094" cy="603504"/>
          </a:xfrm>
          <a:prstGeom prst="roundRect">
            <a:avLst>
              <a:gd name="adj" fmla="val 15152"/>
            </a:avLst>
          </a:prstGeom>
          <a:solidFill>
            <a:schemeClr val="tx2"/>
          </a:solidFill>
          <a:ln w="12700">
            <a:solidFill>
              <a:srgbClr val="FFFFFF">
                <a:alpha val="0"/>
              </a:srgbClr>
            </a:solidFill>
            <a:prstDash val="solid"/>
          </a:ln>
        </p:spPr>
      </p:sp>
      <p:sp>
        <p:nvSpPr>
          <p:cNvPr id="18" name="Text 14"/>
          <p:cNvSpPr txBox="1"/>
          <p:nvPr/>
        </p:nvSpPr>
        <p:spPr>
          <a:xfrm>
            <a:off x="7362427" y="2042160"/>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19" name="Text 15"/>
          <p:cNvSpPr txBox="1"/>
          <p:nvPr/>
        </p:nvSpPr>
        <p:spPr>
          <a:xfrm>
            <a:off x="548640" y="3090672"/>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2</a:t>
            </a:r>
            <a:endParaRPr lang="en-US" sz="1800" dirty="0"/>
          </a:p>
        </p:txBody>
      </p:sp>
      <p:sp>
        <p:nvSpPr>
          <p:cNvPr id="20" name="Shape 16"/>
          <p:cNvSpPr/>
          <p:nvPr/>
        </p:nvSpPr>
        <p:spPr>
          <a:xfrm>
            <a:off x="960120" y="3090672"/>
            <a:ext cx="1103834" cy="603504"/>
          </a:xfrm>
          <a:prstGeom prst="roundRect">
            <a:avLst>
              <a:gd name="adj" fmla="val 15152"/>
            </a:avLst>
          </a:prstGeom>
          <a:solidFill>
            <a:srgbClr val="FBEDEB"/>
          </a:solidFill>
          <a:ln w="22225">
            <a:solidFill>
              <a:srgbClr val="B83227"/>
            </a:solidFill>
            <a:prstDash val="solid"/>
          </a:ln>
        </p:spPr>
      </p:sp>
      <p:sp>
        <p:nvSpPr>
          <p:cNvPr id="21" name="Text 17"/>
          <p:cNvSpPr txBox="1"/>
          <p:nvPr/>
        </p:nvSpPr>
        <p:spPr>
          <a:xfrm>
            <a:off x="960120" y="3090672"/>
            <a:ext cx="110383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buy?</a:t>
            </a:r>
            <a:endParaRPr lang="en-US" sz="2200" dirty="0"/>
          </a:p>
        </p:txBody>
      </p:sp>
      <p:sp>
        <p:nvSpPr>
          <p:cNvPr id="22" name="Shape 18"/>
          <p:cNvSpPr/>
          <p:nvPr/>
        </p:nvSpPr>
        <p:spPr>
          <a:xfrm>
            <a:off x="2338274" y="3090672"/>
            <a:ext cx="763341" cy="603504"/>
          </a:xfrm>
          <a:prstGeom prst="roundRect">
            <a:avLst>
              <a:gd name="adj" fmla="val 15152"/>
            </a:avLst>
          </a:prstGeom>
          <a:solidFill>
            <a:srgbClr val="FFFFFF"/>
          </a:solidFill>
          <a:ln w="15875">
            <a:solidFill>
              <a:srgbClr val="D5DCE6"/>
            </a:solidFill>
            <a:prstDash val="solid"/>
          </a:ln>
        </p:spPr>
      </p:sp>
      <p:sp>
        <p:nvSpPr>
          <p:cNvPr id="23" name="Text 19"/>
          <p:cNvSpPr txBox="1"/>
          <p:nvPr/>
        </p:nvSpPr>
        <p:spPr>
          <a:xfrm>
            <a:off x="2338274" y="3090672"/>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she</a:t>
            </a:r>
            <a:endParaRPr lang="en-US" sz="2200" dirty="0"/>
          </a:p>
        </p:txBody>
      </p:sp>
      <p:sp>
        <p:nvSpPr>
          <p:cNvPr id="24" name="Shape 20"/>
          <p:cNvSpPr/>
          <p:nvPr/>
        </p:nvSpPr>
        <p:spPr>
          <a:xfrm>
            <a:off x="3375936" y="3090672"/>
            <a:ext cx="1103834" cy="603504"/>
          </a:xfrm>
          <a:prstGeom prst="roundRect">
            <a:avLst>
              <a:gd name="adj" fmla="val 15152"/>
            </a:avLst>
          </a:prstGeom>
          <a:solidFill>
            <a:schemeClr val="accent3"/>
          </a:solidFill>
          <a:ln w="12700">
            <a:solidFill>
              <a:srgbClr val="FFFFFF">
                <a:alpha val="0"/>
              </a:srgbClr>
            </a:solidFill>
            <a:prstDash val="solid"/>
          </a:ln>
        </p:spPr>
      </p:sp>
      <p:sp>
        <p:nvSpPr>
          <p:cNvPr id="25" name="Text 21"/>
          <p:cNvSpPr txBox="1"/>
          <p:nvPr/>
        </p:nvSpPr>
        <p:spPr>
          <a:xfrm>
            <a:off x="3375936" y="3090672"/>
            <a:ext cx="1103834" cy="603504"/>
          </a:xfrm>
          <a:prstGeom prst="rect">
            <a:avLst/>
          </a:prstGeom>
          <a:noFill/>
          <a:ln/>
        </p:spPr>
        <p:txBody>
          <a:bodyPr wrap="square" lIns="0" tIns="0" rIns="0" bIns="0" rtlCol="0" anchor="ctr"/>
          <a:lstStyle/>
          <a:p>
            <a:pPr algn="ctr" indent="0" marL="0">
              <a:buNone/>
            </a:pPr>
            <a:r>
              <a:rPr lang="en-US" sz="2200" b="1" i="1" dirty="0">
                <a:solidFill>
                  <a:schemeClr val="bg1"/>
                </a:solidFill>
              </a:rPr>
              <a:t>What</a:t>
            </a:r>
            <a:endParaRPr lang="en-US" sz="2200" dirty="0"/>
          </a:p>
        </p:txBody>
      </p:sp>
      <p:sp>
        <p:nvSpPr>
          <p:cNvPr id="26" name="Shape 22"/>
          <p:cNvSpPr/>
          <p:nvPr/>
        </p:nvSpPr>
        <p:spPr>
          <a:xfrm>
            <a:off x="4754090" y="3090672"/>
            <a:ext cx="928094" cy="603504"/>
          </a:xfrm>
          <a:prstGeom prst="roundRect">
            <a:avLst>
              <a:gd name="adj" fmla="val 15152"/>
            </a:avLst>
          </a:prstGeom>
          <a:solidFill>
            <a:schemeClr val="tx2"/>
          </a:solidFill>
          <a:ln w="12700">
            <a:solidFill>
              <a:srgbClr val="FFFFFF">
                <a:alpha val="0"/>
              </a:srgbClr>
            </a:solidFill>
            <a:prstDash val="solid"/>
          </a:ln>
        </p:spPr>
      </p:sp>
      <p:sp>
        <p:nvSpPr>
          <p:cNvPr id="27" name="Text 23"/>
          <p:cNvSpPr txBox="1"/>
          <p:nvPr/>
        </p:nvSpPr>
        <p:spPr>
          <a:xfrm>
            <a:off x="4754090" y="3090672"/>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28" name="Text 24"/>
          <p:cNvSpPr txBox="1"/>
          <p:nvPr/>
        </p:nvSpPr>
        <p:spPr>
          <a:xfrm>
            <a:off x="548640" y="4139184"/>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3</a:t>
            </a:r>
            <a:endParaRPr lang="en-US" sz="1800" dirty="0"/>
          </a:p>
        </p:txBody>
      </p:sp>
      <p:sp>
        <p:nvSpPr>
          <p:cNvPr id="29" name="Shape 25"/>
          <p:cNvSpPr/>
          <p:nvPr/>
        </p:nvSpPr>
        <p:spPr>
          <a:xfrm>
            <a:off x="960120" y="4139184"/>
            <a:ext cx="928094" cy="603504"/>
          </a:xfrm>
          <a:prstGeom prst="roundRect">
            <a:avLst>
              <a:gd name="adj" fmla="val 15152"/>
            </a:avLst>
          </a:prstGeom>
          <a:solidFill>
            <a:schemeClr val="tx2"/>
          </a:solidFill>
          <a:ln w="12700">
            <a:solidFill>
              <a:srgbClr val="FFFFFF">
                <a:alpha val="0"/>
              </a:srgbClr>
            </a:solidFill>
            <a:prstDash val="solid"/>
          </a:ln>
        </p:spPr>
      </p:sp>
      <p:sp>
        <p:nvSpPr>
          <p:cNvPr id="30" name="Text 26"/>
          <p:cNvSpPr txBox="1"/>
          <p:nvPr/>
        </p:nvSpPr>
        <p:spPr>
          <a:xfrm>
            <a:off x="960120" y="4139184"/>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31" name="Shape 27"/>
          <p:cNvSpPr/>
          <p:nvPr/>
        </p:nvSpPr>
        <p:spPr>
          <a:xfrm>
            <a:off x="2162534" y="4139184"/>
            <a:ext cx="1631056" cy="603504"/>
          </a:xfrm>
          <a:prstGeom prst="roundRect">
            <a:avLst>
              <a:gd name="adj" fmla="val 15152"/>
            </a:avLst>
          </a:prstGeom>
          <a:solidFill>
            <a:srgbClr val="FBEDEB"/>
          </a:solidFill>
          <a:ln w="22225">
            <a:solidFill>
              <a:srgbClr val="B83227"/>
            </a:solidFill>
            <a:prstDash val="solid"/>
          </a:ln>
        </p:spPr>
      </p:sp>
      <p:sp>
        <p:nvSpPr>
          <p:cNvPr id="32" name="Text 28"/>
          <p:cNvSpPr txBox="1"/>
          <p:nvPr/>
        </p:nvSpPr>
        <p:spPr>
          <a:xfrm>
            <a:off x="2162534" y="4139184"/>
            <a:ext cx="1631056"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arrive?</a:t>
            </a:r>
            <a:endParaRPr lang="en-US" sz="2200" dirty="0"/>
          </a:p>
        </p:txBody>
      </p:sp>
      <p:sp>
        <p:nvSpPr>
          <p:cNvPr id="33" name="Shape 29"/>
          <p:cNvSpPr/>
          <p:nvPr/>
        </p:nvSpPr>
        <p:spPr>
          <a:xfrm>
            <a:off x="4067910" y="4139184"/>
            <a:ext cx="1103834" cy="603504"/>
          </a:xfrm>
          <a:prstGeom prst="roundRect">
            <a:avLst>
              <a:gd name="adj" fmla="val 15152"/>
            </a:avLst>
          </a:prstGeom>
          <a:solidFill>
            <a:schemeClr val="accent3"/>
          </a:solidFill>
          <a:ln w="12700">
            <a:solidFill>
              <a:srgbClr val="FFFFFF">
                <a:alpha val="0"/>
              </a:srgbClr>
            </a:solidFill>
            <a:prstDash val="solid"/>
          </a:ln>
        </p:spPr>
      </p:sp>
      <p:sp>
        <p:nvSpPr>
          <p:cNvPr id="34" name="Text 30"/>
          <p:cNvSpPr txBox="1"/>
          <p:nvPr/>
        </p:nvSpPr>
        <p:spPr>
          <a:xfrm>
            <a:off x="4067910" y="4139184"/>
            <a:ext cx="1103834" cy="603504"/>
          </a:xfrm>
          <a:prstGeom prst="rect">
            <a:avLst/>
          </a:prstGeom>
          <a:noFill/>
          <a:ln/>
        </p:spPr>
        <p:txBody>
          <a:bodyPr wrap="square" lIns="0" tIns="0" rIns="0" bIns="0" rtlCol="0" anchor="ctr"/>
          <a:lstStyle/>
          <a:p>
            <a:pPr algn="ctr" indent="0" marL="0">
              <a:buNone/>
            </a:pPr>
            <a:r>
              <a:rPr lang="en-US" sz="2200" b="1" i="1" dirty="0">
                <a:solidFill>
                  <a:schemeClr val="bg1"/>
                </a:solidFill>
              </a:rPr>
              <a:t>When</a:t>
            </a:r>
            <a:endParaRPr lang="en-US" sz="2200" dirty="0"/>
          </a:p>
        </p:txBody>
      </p:sp>
      <p:sp>
        <p:nvSpPr>
          <p:cNvPr id="35" name="Shape 31"/>
          <p:cNvSpPr/>
          <p:nvPr/>
        </p:nvSpPr>
        <p:spPr>
          <a:xfrm>
            <a:off x="5446064" y="4139184"/>
            <a:ext cx="920252" cy="603504"/>
          </a:xfrm>
          <a:prstGeom prst="roundRect">
            <a:avLst>
              <a:gd name="adj" fmla="val 15152"/>
            </a:avLst>
          </a:prstGeom>
          <a:solidFill>
            <a:srgbClr val="FFFFFF"/>
          </a:solidFill>
          <a:ln w="15875">
            <a:solidFill>
              <a:srgbClr val="D5DCE6"/>
            </a:solidFill>
            <a:prstDash val="solid"/>
          </a:ln>
        </p:spPr>
      </p:sp>
      <p:sp>
        <p:nvSpPr>
          <p:cNvPr id="36" name="Text 32"/>
          <p:cNvSpPr txBox="1"/>
          <p:nvPr/>
        </p:nvSpPr>
        <p:spPr>
          <a:xfrm>
            <a:off x="5446064" y="4139184"/>
            <a:ext cx="920252" cy="603504"/>
          </a:xfrm>
          <a:prstGeom prst="rect">
            <a:avLst/>
          </a:prstGeom>
          <a:noFill/>
          <a:ln/>
        </p:spPr>
        <p:txBody>
          <a:bodyPr wrap="square" lIns="0" tIns="0" rIns="0" bIns="0" rtlCol="0" anchor="ctr"/>
          <a:lstStyle/>
          <a:p>
            <a:pPr algn="ctr" indent="0" marL="0">
              <a:buNone/>
            </a:pPr>
            <a:r>
              <a:rPr lang="en-US" sz="2200" i="1" dirty="0">
                <a:solidFill>
                  <a:schemeClr val="tx1"/>
                </a:solidFill>
              </a:rPr>
              <a:t>they</a:t>
            </a:r>
            <a:endParaRPr lang="en-US" sz="2200" dirty="0"/>
          </a:p>
        </p:txBody>
      </p:sp>
      <p:sp>
        <p:nvSpPr>
          <p:cNvPr id="37" name="Text 33"/>
          <p:cNvSpPr txBox="1"/>
          <p:nvPr/>
        </p:nvSpPr>
        <p:spPr>
          <a:xfrm>
            <a:off x="548640" y="5187696"/>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4</a:t>
            </a:r>
            <a:endParaRPr lang="en-US" sz="1800" dirty="0"/>
          </a:p>
        </p:txBody>
      </p:sp>
      <p:sp>
        <p:nvSpPr>
          <p:cNvPr id="38" name="Shape 34"/>
          <p:cNvSpPr/>
          <p:nvPr/>
        </p:nvSpPr>
        <p:spPr>
          <a:xfrm>
            <a:off x="960120" y="5187696"/>
            <a:ext cx="1704807" cy="603504"/>
          </a:xfrm>
          <a:prstGeom prst="roundRect">
            <a:avLst>
              <a:gd name="adj" fmla="val 15152"/>
            </a:avLst>
          </a:prstGeom>
          <a:solidFill>
            <a:srgbClr val="FFFFFF"/>
          </a:solidFill>
          <a:ln w="15875">
            <a:solidFill>
              <a:srgbClr val="D5DCE6"/>
            </a:solidFill>
            <a:prstDash val="solid"/>
          </a:ln>
        </p:spPr>
      </p:sp>
      <p:sp>
        <p:nvSpPr>
          <p:cNvPr id="39" name="Text 35"/>
          <p:cNvSpPr txBox="1"/>
          <p:nvPr/>
        </p:nvSpPr>
        <p:spPr>
          <a:xfrm>
            <a:off x="960120" y="5187696"/>
            <a:ext cx="1704807" cy="603504"/>
          </a:xfrm>
          <a:prstGeom prst="rect">
            <a:avLst/>
          </a:prstGeom>
          <a:noFill/>
          <a:ln/>
        </p:spPr>
        <p:txBody>
          <a:bodyPr wrap="square" lIns="0" tIns="0" rIns="0" bIns="0" rtlCol="0" anchor="ctr"/>
          <a:lstStyle/>
          <a:p>
            <a:pPr algn="ctr" indent="0" marL="0">
              <a:buNone/>
            </a:pPr>
            <a:r>
              <a:rPr lang="en-US" sz="2200" i="1" dirty="0">
                <a:solidFill>
                  <a:schemeClr val="tx1"/>
                </a:solidFill>
              </a:rPr>
              <a:t>the film?</a:t>
            </a:r>
            <a:endParaRPr lang="en-US" sz="2200" dirty="0"/>
          </a:p>
        </p:txBody>
      </p:sp>
      <p:sp>
        <p:nvSpPr>
          <p:cNvPr id="40" name="Shape 36"/>
          <p:cNvSpPr/>
          <p:nvPr/>
        </p:nvSpPr>
        <p:spPr>
          <a:xfrm>
            <a:off x="2939247" y="5187696"/>
            <a:ext cx="1103834" cy="603504"/>
          </a:xfrm>
          <a:prstGeom prst="roundRect">
            <a:avLst>
              <a:gd name="adj" fmla="val 15152"/>
            </a:avLst>
          </a:prstGeom>
          <a:solidFill>
            <a:srgbClr val="FBEDEB"/>
          </a:solidFill>
          <a:ln w="22225">
            <a:solidFill>
              <a:srgbClr val="B83227"/>
            </a:solidFill>
            <a:prstDash val="solid"/>
          </a:ln>
        </p:spPr>
      </p:sp>
      <p:sp>
        <p:nvSpPr>
          <p:cNvPr id="41" name="Text 37"/>
          <p:cNvSpPr txBox="1"/>
          <p:nvPr/>
        </p:nvSpPr>
        <p:spPr>
          <a:xfrm>
            <a:off x="2939247" y="5187696"/>
            <a:ext cx="110383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like</a:t>
            </a:r>
            <a:endParaRPr lang="en-US" sz="2200" dirty="0"/>
          </a:p>
        </p:txBody>
      </p:sp>
      <p:sp>
        <p:nvSpPr>
          <p:cNvPr id="42" name="Shape 38"/>
          <p:cNvSpPr/>
          <p:nvPr/>
        </p:nvSpPr>
        <p:spPr>
          <a:xfrm>
            <a:off x="4317402" y="5187696"/>
            <a:ext cx="928094" cy="603504"/>
          </a:xfrm>
          <a:prstGeom prst="roundRect">
            <a:avLst>
              <a:gd name="adj" fmla="val 15152"/>
            </a:avLst>
          </a:prstGeom>
          <a:solidFill>
            <a:schemeClr val="tx2"/>
          </a:solidFill>
          <a:ln w="12700">
            <a:solidFill>
              <a:srgbClr val="FFFFFF">
                <a:alpha val="0"/>
              </a:srgbClr>
            </a:solidFill>
            <a:prstDash val="solid"/>
          </a:ln>
        </p:spPr>
      </p:sp>
      <p:sp>
        <p:nvSpPr>
          <p:cNvPr id="43" name="Text 39"/>
          <p:cNvSpPr txBox="1"/>
          <p:nvPr/>
        </p:nvSpPr>
        <p:spPr>
          <a:xfrm>
            <a:off x="4317402" y="5187696"/>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44" name="Shape 40"/>
          <p:cNvSpPr/>
          <p:nvPr/>
        </p:nvSpPr>
        <p:spPr>
          <a:xfrm>
            <a:off x="5519816" y="5187696"/>
            <a:ext cx="763341" cy="603504"/>
          </a:xfrm>
          <a:prstGeom prst="roundRect">
            <a:avLst>
              <a:gd name="adj" fmla="val 15152"/>
            </a:avLst>
          </a:prstGeom>
          <a:solidFill>
            <a:srgbClr val="FFFFFF"/>
          </a:solidFill>
          <a:ln w="15875">
            <a:solidFill>
              <a:srgbClr val="D5DCE6"/>
            </a:solidFill>
            <a:prstDash val="solid"/>
          </a:ln>
        </p:spPr>
      </p:sp>
      <p:sp>
        <p:nvSpPr>
          <p:cNvPr id="45" name="Text 41"/>
          <p:cNvSpPr txBox="1"/>
          <p:nvPr/>
        </p:nvSpPr>
        <p:spPr>
          <a:xfrm>
            <a:off x="5519816" y="5187696"/>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you</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6 — Word order (QUASI)</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Put the pieces in order. Remember QUASI: Question word · Auxiliary · Subject · Infinitive.</a:t>
            </a:r>
            <a:endParaRPr lang="en-US" sz="1700" dirty="0"/>
          </a:p>
        </p:txBody>
      </p:sp>
      <p:sp>
        <p:nvSpPr>
          <p:cNvPr id="9" name="Text 5"/>
          <p:cNvSpPr txBox="1"/>
          <p:nvPr/>
        </p:nvSpPr>
        <p:spPr>
          <a:xfrm>
            <a:off x="548640" y="2042160"/>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1</a:t>
            </a:r>
            <a:endParaRPr lang="en-US" sz="1800" dirty="0"/>
          </a:p>
        </p:txBody>
      </p:sp>
      <p:sp>
        <p:nvSpPr>
          <p:cNvPr id="10" name="Shape 6"/>
          <p:cNvSpPr/>
          <p:nvPr/>
        </p:nvSpPr>
        <p:spPr>
          <a:xfrm>
            <a:off x="960120" y="2042160"/>
            <a:ext cx="1279575" cy="603504"/>
          </a:xfrm>
          <a:prstGeom prst="roundRect">
            <a:avLst>
              <a:gd name="adj" fmla="val 15152"/>
            </a:avLst>
          </a:prstGeom>
          <a:solidFill>
            <a:schemeClr val="accent3"/>
          </a:solidFill>
          <a:ln w="12700">
            <a:solidFill>
              <a:srgbClr val="FFFFFF">
                <a:alpha val="0"/>
              </a:srgbClr>
            </a:solidFill>
            <a:prstDash val="solid"/>
          </a:ln>
        </p:spPr>
      </p:sp>
      <p:sp>
        <p:nvSpPr>
          <p:cNvPr id="11" name="Text 7"/>
          <p:cNvSpPr txBox="1"/>
          <p:nvPr/>
        </p:nvSpPr>
        <p:spPr>
          <a:xfrm>
            <a:off x="960120" y="2042160"/>
            <a:ext cx="1279575" cy="603504"/>
          </a:xfrm>
          <a:prstGeom prst="rect">
            <a:avLst/>
          </a:prstGeom>
          <a:noFill/>
          <a:ln/>
        </p:spPr>
        <p:txBody>
          <a:bodyPr wrap="square" lIns="0" tIns="0" rIns="0" bIns="0" rtlCol="0" anchor="ctr"/>
          <a:lstStyle/>
          <a:p>
            <a:pPr algn="ctr" indent="0" marL="0">
              <a:buNone/>
            </a:pPr>
            <a:r>
              <a:rPr lang="en-US" sz="2200" b="1" i="1" dirty="0">
                <a:solidFill>
                  <a:schemeClr val="bg1"/>
                </a:solidFill>
              </a:rPr>
              <a:t>Where</a:t>
            </a:r>
            <a:endParaRPr lang="en-US" sz="2200" dirty="0"/>
          </a:p>
        </p:txBody>
      </p:sp>
      <p:sp>
        <p:nvSpPr>
          <p:cNvPr id="12" name="Shape 8"/>
          <p:cNvSpPr/>
          <p:nvPr/>
        </p:nvSpPr>
        <p:spPr>
          <a:xfrm>
            <a:off x="2312847" y="2042160"/>
            <a:ext cx="928094" cy="603504"/>
          </a:xfrm>
          <a:prstGeom prst="roundRect">
            <a:avLst>
              <a:gd name="adj" fmla="val 15152"/>
            </a:avLst>
          </a:prstGeom>
          <a:solidFill>
            <a:schemeClr val="tx2"/>
          </a:solidFill>
          <a:ln w="12700">
            <a:solidFill>
              <a:srgbClr val="FFFFFF">
                <a:alpha val="0"/>
              </a:srgbClr>
            </a:solidFill>
            <a:prstDash val="solid"/>
          </a:ln>
        </p:spPr>
      </p:sp>
      <p:sp>
        <p:nvSpPr>
          <p:cNvPr id="13" name="Text 9"/>
          <p:cNvSpPr txBox="1"/>
          <p:nvPr/>
        </p:nvSpPr>
        <p:spPr>
          <a:xfrm>
            <a:off x="2312847" y="2042160"/>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14" name="Shape 10"/>
          <p:cNvSpPr/>
          <p:nvPr/>
        </p:nvSpPr>
        <p:spPr>
          <a:xfrm>
            <a:off x="3314093" y="2042160"/>
            <a:ext cx="763341" cy="603504"/>
          </a:xfrm>
          <a:prstGeom prst="roundRect">
            <a:avLst>
              <a:gd name="adj" fmla="val 15152"/>
            </a:avLst>
          </a:prstGeom>
          <a:solidFill>
            <a:srgbClr val="FFFFFF"/>
          </a:solidFill>
          <a:ln w="15875">
            <a:solidFill>
              <a:srgbClr val="D5DCE6"/>
            </a:solidFill>
            <a:prstDash val="solid"/>
          </a:ln>
        </p:spPr>
      </p:sp>
      <p:sp>
        <p:nvSpPr>
          <p:cNvPr id="15" name="Text 11"/>
          <p:cNvSpPr txBox="1"/>
          <p:nvPr/>
        </p:nvSpPr>
        <p:spPr>
          <a:xfrm>
            <a:off x="3314093" y="2042160"/>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you</a:t>
            </a:r>
            <a:endParaRPr lang="en-US" sz="2200" dirty="0"/>
          </a:p>
        </p:txBody>
      </p:sp>
      <p:sp>
        <p:nvSpPr>
          <p:cNvPr id="16" name="Shape 12"/>
          <p:cNvSpPr/>
          <p:nvPr/>
        </p:nvSpPr>
        <p:spPr>
          <a:xfrm>
            <a:off x="4150586" y="2042160"/>
            <a:ext cx="752354" cy="603504"/>
          </a:xfrm>
          <a:prstGeom prst="roundRect">
            <a:avLst>
              <a:gd name="adj" fmla="val 15152"/>
            </a:avLst>
          </a:prstGeom>
          <a:solidFill>
            <a:srgbClr val="FBEDEB"/>
          </a:solidFill>
          <a:ln w="22225">
            <a:solidFill>
              <a:srgbClr val="B83227"/>
            </a:solidFill>
            <a:prstDash val="solid"/>
          </a:ln>
        </p:spPr>
      </p:sp>
      <p:sp>
        <p:nvSpPr>
          <p:cNvPr id="17" name="Text 13"/>
          <p:cNvSpPr txBox="1"/>
          <p:nvPr/>
        </p:nvSpPr>
        <p:spPr>
          <a:xfrm>
            <a:off x="4150586" y="2042160"/>
            <a:ext cx="75235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go</a:t>
            </a:r>
            <a:endParaRPr lang="en-US" sz="2200" dirty="0"/>
          </a:p>
        </p:txBody>
      </p:sp>
      <p:sp>
        <p:nvSpPr>
          <p:cNvPr id="18" name="Shape 14"/>
          <p:cNvSpPr/>
          <p:nvPr/>
        </p:nvSpPr>
        <p:spPr>
          <a:xfrm>
            <a:off x="4976092" y="2042160"/>
            <a:ext cx="2509757" cy="603504"/>
          </a:xfrm>
          <a:prstGeom prst="roundRect">
            <a:avLst>
              <a:gd name="adj" fmla="val 15152"/>
            </a:avLst>
          </a:prstGeom>
          <a:solidFill>
            <a:srgbClr val="FDF1E6"/>
          </a:solidFill>
          <a:ln w="19050">
            <a:solidFill>
              <a:srgbClr val="D9700F"/>
            </a:solidFill>
            <a:prstDash val="solid"/>
          </a:ln>
        </p:spPr>
      </p:sp>
      <p:sp>
        <p:nvSpPr>
          <p:cNvPr id="19" name="Text 15"/>
          <p:cNvSpPr txBox="1"/>
          <p:nvPr/>
        </p:nvSpPr>
        <p:spPr>
          <a:xfrm>
            <a:off x="4976092" y="2042160"/>
            <a:ext cx="2509757" cy="603504"/>
          </a:xfrm>
          <a:prstGeom prst="rect">
            <a:avLst/>
          </a:prstGeom>
          <a:noFill/>
          <a:ln/>
        </p:spPr>
        <p:txBody>
          <a:bodyPr wrap="square" lIns="0" tIns="0" rIns="0" bIns="0" rtlCol="0" anchor="ctr"/>
          <a:lstStyle/>
          <a:p>
            <a:pPr algn="ctr" indent="0" marL="0">
              <a:buNone/>
            </a:pPr>
            <a:r>
              <a:rPr lang="en-US" sz="2200" b="1" i="1" dirty="0">
                <a:solidFill>
                  <a:schemeClr val="accent1"/>
                </a:solidFill>
              </a:rPr>
              <a:t>last summer?</a:t>
            </a:r>
            <a:endParaRPr lang="en-US" sz="2200" dirty="0"/>
          </a:p>
        </p:txBody>
      </p:sp>
      <p:sp>
        <p:nvSpPr>
          <p:cNvPr id="20" name="Text 16"/>
          <p:cNvSpPr txBox="1"/>
          <p:nvPr/>
        </p:nvSpPr>
        <p:spPr>
          <a:xfrm>
            <a:off x="548640" y="3090672"/>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2</a:t>
            </a:r>
            <a:endParaRPr lang="en-US" sz="1800" dirty="0"/>
          </a:p>
        </p:txBody>
      </p:sp>
      <p:sp>
        <p:nvSpPr>
          <p:cNvPr id="21" name="Shape 17"/>
          <p:cNvSpPr/>
          <p:nvPr/>
        </p:nvSpPr>
        <p:spPr>
          <a:xfrm>
            <a:off x="960120" y="3090672"/>
            <a:ext cx="1103834" cy="603504"/>
          </a:xfrm>
          <a:prstGeom prst="roundRect">
            <a:avLst>
              <a:gd name="adj" fmla="val 15152"/>
            </a:avLst>
          </a:prstGeom>
          <a:solidFill>
            <a:schemeClr val="accent3"/>
          </a:solidFill>
          <a:ln w="12700">
            <a:solidFill>
              <a:srgbClr val="FFFFFF">
                <a:alpha val="0"/>
              </a:srgbClr>
            </a:solidFill>
            <a:prstDash val="solid"/>
          </a:ln>
        </p:spPr>
      </p:sp>
      <p:sp>
        <p:nvSpPr>
          <p:cNvPr id="22" name="Text 18"/>
          <p:cNvSpPr txBox="1"/>
          <p:nvPr/>
        </p:nvSpPr>
        <p:spPr>
          <a:xfrm>
            <a:off x="960120" y="3090672"/>
            <a:ext cx="1103834" cy="603504"/>
          </a:xfrm>
          <a:prstGeom prst="rect">
            <a:avLst/>
          </a:prstGeom>
          <a:noFill/>
          <a:ln/>
        </p:spPr>
        <p:txBody>
          <a:bodyPr wrap="square" lIns="0" tIns="0" rIns="0" bIns="0" rtlCol="0" anchor="ctr"/>
          <a:lstStyle/>
          <a:p>
            <a:pPr algn="ctr" indent="0" marL="0">
              <a:buNone/>
            </a:pPr>
            <a:r>
              <a:rPr lang="en-US" sz="2200" b="1" i="1" dirty="0">
                <a:solidFill>
                  <a:schemeClr val="bg1"/>
                </a:solidFill>
              </a:rPr>
              <a:t>What</a:t>
            </a:r>
            <a:endParaRPr lang="en-US" sz="2200" dirty="0"/>
          </a:p>
        </p:txBody>
      </p:sp>
      <p:sp>
        <p:nvSpPr>
          <p:cNvPr id="23" name="Shape 19"/>
          <p:cNvSpPr/>
          <p:nvPr/>
        </p:nvSpPr>
        <p:spPr>
          <a:xfrm>
            <a:off x="2137106" y="3090672"/>
            <a:ext cx="928094" cy="603504"/>
          </a:xfrm>
          <a:prstGeom prst="roundRect">
            <a:avLst>
              <a:gd name="adj" fmla="val 15152"/>
            </a:avLst>
          </a:prstGeom>
          <a:solidFill>
            <a:schemeClr val="tx2"/>
          </a:solidFill>
          <a:ln w="12700">
            <a:solidFill>
              <a:srgbClr val="FFFFFF">
                <a:alpha val="0"/>
              </a:srgbClr>
            </a:solidFill>
            <a:prstDash val="solid"/>
          </a:ln>
        </p:spPr>
      </p:sp>
      <p:sp>
        <p:nvSpPr>
          <p:cNvPr id="24" name="Text 20"/>
          <p:cNvSpPr txBox="1"/>
          <p:nvPr/>
        </p:nvSpPr>
        <p:spPr>
          <a:xfrm>
            <a:off x="2137106" y="3090672"/>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25" name="Shape 21"/>
          <p:cNvSpPr/>
          <p:nvPr/>
        </p:nvSpPr>
        <p:spPr>
          <a:xfrm>
            <a:off x="3138352" y="3090672"/>
            <a:ext cx="763341" cy="603504"/>
          </a:xfrm>
          <a:prstGeom prst="roundRect">
            <a:avLst>
              <a:gd name="adj" fmla="val 15152"/>
            </a:avLst>
          </a:prstGeom>
          <a:solidFill>
            <a:srgbClr val="FFFFFF"/>
          </a:solidFill>
          <a:ln w="15875">
            <a:solidFill>
              <a:srgbClr val="D5DCE6"/>
            </a:solidFill>
            <a:prstDash val="solid"/>
          </a:ln>
        </p:spPr>
      </p:sp>
      <p:sp>
        <p:nvSpPr>
          <p:cNvPr id="26" name="Text 22"/>
          <p:cNvSpPr txBox="1"/>
          <p:nvPr/>
        </p:nvSpPr>
        <p:spPr>
          <a:xfrm>
            <a:off x="3138352" y="3090672"/>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she</a:t>
            </a:r>
            <a:endParaRPr lang="en-US" sz="2200" dirty="0"/>
          </a:p>
        </p:txBody>
      </p:sp>
      <p:sp>
        <p:nvSpPr>
          <p:cNvPr id="27" name="Shape 23"/>
          <p:cNvSpPr/>
          <p:nvPr/>
        </p:nvSpPr>
        <p:spPr>
          <a:xfrm>
            <a:off x="3974846" y="3090672"/>
            <a:ext cx="1103834" cy="603504"/>
          </a:xfrm>
          <a:prstGeom prst="roundRect">
            <a:avLst>
              <a:gd name="adj" fmla="val 15152"/>
            </a:avLst>
          </a:prstGeom>
          <a:solidFill>
            <a:srgbClr val="FBEDEB"/>
          </a:solidFill>
          <a:ln w="22225">
            <a:solidFill>
              <a:srgbClr val="B83227"/>
            </a:solidFill>
            <a:prstDash val="solid"/>
          </a:ln>
        </p:spPr>
      </p:sp>
      <p:sp>
        <p:nvSpPr>
          <p:cNvPr id="28" name="Text 24"/>
          <p:cNvSpPr txBox="1"/>
          <p:nvPr/>
        </p:nvSpPr>
        <p:spPr>
          <a:xfrm>
            <a:off x="3974846" y="3090672"/>
            <a:ext cx="110383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buy?</a:t>
            </a:r>
            <a:endParaRPr lang="en-US" sz="2200" dirty="0"/>
          </a:p>
        </p:txBody>
      </p:sp>
      <p:sp>
        <p:nvSpPr>
          <p:cNvPr id="29" name="Text 25"/>
          <p:cNvSpPr txBox="1"/>
          <p:nvPr/>
        </p:nvSpPr>
        <p:spPr>
          <a:xfrm>
            <a:off x="548640" y="4139184"/>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3</a:t>
            </a:r>
            <a:endParaRPr lang="en-US" sz="1800" dirty="0"/>
          </a:p>
        </p:txBody>
      </p:sp>
      <p:sp>
        <p:nvSpPr>
          <p:cNvPr id="30" name="Shape 26"/>
          <p:cNvSpPr/>
          <p:nvPr/>
        </p:nvSpPr>
        <p:spPr>
          <a:xfrm>
            <a:off x="960120" y="4139184"/>
            <a:ext cx="1103834" cy="603504"/>
          </a:xfrm>
          <a:prstGeom prst="roundRect">
            <a:avLst>
              <a:gd name="adj" fmla="val 15152"/>
            </a:avLst>
          </a:prstGeom>
          <a:solidFill>
            <a:schemeClr val="accent3"/>
          </a:solidFill>
          <a:ln w="12700">
            <a:solidFill>
              <a:srgbClr val="FFFFFF">
                <a:alpha val="0"/>
              </a:srgbClr>
            </a:solidFill>
            <a:prstDash val="solid"/>
          </a:ln>
        </p:spPr>
      </p:sp>
      <p:sp>
        <p:nvSpPr>
          <p:cNvPr id="31" name="Text 27"/>
          <p:cNvSpPr txBox="1"/>
          <p:nvPr/>
        </p:nvSpPr>
        <p:spPr>
          <a:xfrm>
            <a:off x="960120" y="4139184"/>
            <a:ext cx="1103834" cy="603504"/>
          </a:xfrm>
          <a:prstGeom prst="rect">
            <a:avLst/>
          </a:prstGeom>
          <a:noFill/>
          <a:ln/>
        </p:spPr>
        <p:txBody>
          <a:bodyPr wrap="square" lIns="0" tIns="0" rIns="0" bIns="0" rtlCol="0" anchor="ctr"/>
          <a:lstStyle/>
          <a:p>
            <a:pPr algn="ctr" indent="0" marL="0">
              <a:buNone/>
            </a:pPr>
            <a:r>
              <a:rPr lang="en-US" sz="2200" b="1" i="1" dirty="0">
                <a:solidFill>
                  <a:schemeClr val="bg1"/>
                </a:solidFill>
              </a:rPr>
              <a:t>When</a:t>
            </a:r>
            <a:endParaRPr lang="en-US" sz="2200" dirty="0"/>
          </a:p>
        </p:txBody>
      </p:sp>
      <p:sp>
        <p:nvSpPr>
          <p:cNvPr id="32" name="Shape 28"/>
          <p:cNvSpPr/>
          <p:nvPr/>
        </p:nvSpPr>
        <p:spPr>
          <a:xfrm>
            <a:off x="2137106" y="4139184"/>
            <a:ext cx="928094" cy="603504"/>
          </a:xfrm>
          <a:prstGeom prst="roundRect">
            <a:avLst>
              <a:gd name="adj" fmla="val 15152"/>
            </a:avLst>
          </a:prstGeom>
          <a:solidFill>
            <a:schemeClr val="tx2"/>
          </a:solidFill>
          <a:ln w="12700">
            <a:solidFill>
              <a:srgbClr val="FFFFFF">
                <a:alpha val="0"/>
              </a:srgbClr>
            </a:solidFill>
            <a:prstDash val="solid"/>
          </a:ln>
        </p:spPr>
      </p:sp>
      <p:sp>
        <p:nvSpPr>
          <p:cNvPr id="33" name="Text 29"/>
          <p:cNvSpPr txBox="1"/>
          <p:nvPr/>
        </p:nvSpPr>
        <p:spPr>
          <a:xfrm>
            <a:off x="2137106" y="4139184"/>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34" name="Shape 30"/>
          <p:cNvSpPr/>
          <p:nvPr/>
        </p:nvSpPr>
        <p:spPr>
          <a:xfrm>
            <a:off x="3138352" y="4139184"/>
            <a:ext cx="920252" cy="603504"/>
          </a:xfrm>
          <a:prstGeom prst="roundRect">
            <a:avLst>
              <a:gd name="adj" fmla="val 15152"/>
            </a:avLst>
          </a:prstGeom>
          <a:solidFill>
            <a:srgbClr val="FFFFFF"/>
          </a:solidFill>
          <a:ln w="15875">
            <a:solidFill>
              <a:srgbClr val="D5DCE6"/>
            </a:solidFill>
            <a:prstDash val="solid"/>
          </a:ln>
        </p:spPr>
      </p:sp>
      <p:sp>
        <p:nvSpPr>
          <p:cNvPr id="35" name="Text 31"/>
          <p:cNvSpPr txBox="1"/>
          <p:nvPr/>
        </p:nvSpPr>
        <p:spPr>
          <a:xfrm>
            <a:off x="3138352" y="4139184"/>
            <a:ext cx="920252" cy="603504"/>
          </a:xfrm>
          <a:prstGeom prst="rect">
            <a:avLst/>
          </a:prstGeom>
          <a:noFill/>
          <a:ln/>
        </p:spPr>
        <p:txBody>
          <a:bodyPr wrap="square" lIns="0" tIns="0" rIns="0" bIns="0" rtlCol="0" anchor="ctr"/>
          <a:lstStyle/>
          <a:p>
            <a:pPr algn="ctr" indent="0" marL="0">
              <a:buNone/>
            </a:pPr>
            <a:r>
              <a:rPr lang="en-US" sz="2200" i="1" dirty="0">
                <a:solidFill>
                  <a:schemeClr val="tx1"/>
                </a:solidFill>
              </a:rPr>
              <a:t>they</a:t>
            </a:r>
            <a:endParaRPr lang="en-US" sz="2200" dirty="0"/>
          </a:p>
        </p:txBody>
      </p:sp>
      <p:sp>
        <p:nvSpPr>
          <p:cNvPr id="36" name="Shape 32"/>
          <p:cNvSpPr/>
          <p:nvPr/>
        </p:nvSpPr>
        <p:spPr>
          <a:xfrm>
            <a:off x="4131757" y="4139184"/>
            <a:ext cx="1631056" cy="603504"/>
          </a:xfrm>
          <a:prstGeom prst="roundRect">
            <a:avLst>
              <a:gd name="adj" fmla="val 15152"/>
            </a:avLst>
          </a:prstGeom>
          <a:solidFill>
            <a:srgbClr val="FBEDEB"/>
          </a:solidFill>
          <a:ln w="22225">
            <a:solidFill>
              <a:srgbClr val="B83227"/>
            </a:solidFill>
            <a:prstDash val="solid"/>
          </a:ln>
        </p:spPr>
      </p:sp>
      <p:sp>
        <p:nvSpPr>
          <p:cNvPr id="37" name="Text 33"/>
          <p:cNvSpPr txBox="1"/>
          <p:nvPr/>
        </p:nvSpPr>
        <p:spPr>
          <a:xfrm>
            <a:off x="4131757" y="4139184"/>
            <a:ext cx="1631056"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arrive?</a:t>
            </a:r>
            <a:endParaRPr lang="en-US" sz="2200" dirty="0"/>
          </a:p>
        </p:txBody>
      </p:sp>
      <p:sp>
        <p:nvSpPr>
          <p:cNvPr id="38" name="Text 34"/>
          <p:cNvSpPr txBox="1"/>
          <p:nvPr/>
        </p:nvSpPr>
        <p:spPr>
          <a:xfrm>
            <a:off x="548640" y="5187696"/>
            <a:ext cx="365760" cy="603504"/>
          </a:xfrm>
          <a:prstGeom prst="rect">
            <a:avLst/>
          </a:prstGeom>
          <a:noFill/>
          <a:ln/>
        </p:spPr>
        <p:txBody>
          <a:bodyPr wrap="square" lIns="0" tIns="0" rIns="0" bIns="0" rtlCol="0" anchor="ctr"/>
          <a:lstStyle/>
          <a:p>
            <a:pPr algn="l" indent="0" marL="0">
              <a:buNone/>
            </a:pPr>
            <a:r>
              <a:rPr lang="en-US" sz="1800" b="1" dirty="0">
                <a:solidFill>
                  <a:schemeClr val="accent5"/>
                </a:solidFill>
              </a:rPr>
              <a:t>4</a:t>
            </a:r>
            <a:endParaRPr lang="en-US" sz="1800" dirty="0"/>
          </a:p>
        </p:txBody>
      </p:sp>
      <p:sp>
        <p:nvSpPr>
          <p:cNvPr id="39" name="Shape 35"/>
          <p:cNvSpPr/>
          <p:nvPr/>
        </p:nvSpPr>
        <p:spPr>
          <a:xfrm>
            <a:off x="960120" y="5187696"/>
            <a:ext cx="928094" cy="603504"/>
          </a:xfrm>
          <a:prstGeom prst="roundRect">
            <a:avLst>
              <a:gd name="adj" fmla="val 15152"/>
            </a:avLst>
          </a:prstGeom>
          <a:solidFill>
            <a:schemeClr val="tx2"/>
          </a:solidFill>
          <a:ln w="12700">
            <a:solidFill>
              <a:srgbClr val="FFFFFF">
                <a:alpha val="0"/>
              </a:srgbClr>
            </a:solidFill>
            <a:prstDash val="solid"/>
          </a:ln>
        </p:spPr>
      </p:sp>
      <p:sp>
        <p:nvSpPr>
          <p:cNvPr id="40" name="Text 36"/>
          <p:cNvSpPr txBox="1"/>
          <p:nvPr/>
        </p:nvSpPr>
        <p:spPr>
          <a:xfrm>
            <a:off x="960120" y="5187696"/>
            <a:ext cx="928094" cy="603504"/>
          </a:xfrm>
          <a:prstGeom prst="rect">
            <a:avLst/>
          </a:prstGeom>
          <a:noFill/>
          <a:ln/>
        </p:spPr>
        <p:txBody>
          <a:bodyPr wrap="square" lIns="0" tIns="0" rIns="0" bIns="0" rtlCol="0" anchor="ctr"/>
          <a:lstStyle/>
          <a:p>
            <a:pPr algn="ctr" indent="0" marL="0">
              <a:buNone/>
            </a:pPr>
            <a:r>
              <a:rPr lang="en-US" sz="2200" b="1" i="1" dirty="0">
                <a:solidFill>
                  <a:schemeClr val="bg1"/>
                </a:solidFill>
              </a:rPr>
              <a:t>Did</a:t>
            </a:r>
            <a:endParaRPr lang="en-US" sz="2200" dirty="0"/>
          </a:p>
        </p:txBody>
      </p:sp>
      <p:sp>
        <p:nvSpPr>
          <p:cNvPr id="41" name="Shape 37"/>
          <p:cNvSpPr/>
          <p:nvPr/>
        </p:nvSpPr>
        <p:spPr>
          <a:xfrm>
            <a:off x="1961366" y="5187696"/>
            <a:ext cx="763341" cy="603504"/>
          </a:xfrm>
          <a:prstGeom prst="roundRect">
            <a:avLst>
              <a:gd name="adj" fmla="val 15152"/>
            </a:avLst>
          </a:prstGeom>
          <a:solidFill>
            <a:srgbClr val="FFFFFF"/>
          </a:solidFill>
          <a:ln w="15875">
            <a:solidFill>
              <a:srgbClr val="D5DCE6"/>
            </a:solidFill>
            <a:prstDash val="solid"/>
          </a:ln>
        </p:spPr>
      </p:sp>
      <p:sp>
        <p:nvSpPr>
          <p:cNvPr id="42" name="Text 38"/>
          <p:cNvSpPr txBox="1"/>
          <p:nvPr/>
        </p:nvSpPr>
        <p:spPr>
          <a:xfrm>
            <a:off x="1961366" y="5187696"/>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you</a:t>
            </a:r>
            <a:endParaRPr lang="en-US" sz="2200" dirty="0"/>
          </a:p>
        </p:txBody>
      </p:sp>
      <p:sp>
        <p:nvSpPr>
          <p:cNvPr id="43" name="Shape 39"/>
          <p:cNvSpPr/>
          <p:nvPr/>
        </p:nvSpPr>
        <p:spPr>
          <a:xfrm>
            <a:off x="2797859" y="5187696"/>
            <a:ext cx="1103834" cy="603504"/>
          </a:xfrm>
          <a:prstGeom prst="roundRect">
            <a:avLst>
              <a:gd name="adj" fmla="val 15152"/>
            </a:avLst>
          </a:prstGeom>
          <a:solidFill>
            <a:srgbClr val="FBEDEB"/>
          </a:solidFill>
          <a:ln w="22225">
            <a:solidFill>
              <a:srgbClr val="B83227"/>
            </a:solidFill>
            <a:prstDash val="solid"/>
          </a:ln>
        </p:spPr>
      </p:sp>
      <p:sp>
        <p:nvSpPr>
          <p:cNvPr id="44" name="Text 40"/>
          <p:cNvSpPr txBox="1"/>
          <p:nvPr/>
        </p:nvSpPr>
        <p:spPr>
          <a:xfrm>
            <a:off x="2797859" y="5187696"/>
            <a:ext cx="1103834" cy="603504"/>
          </a:xfrm>
          <a:prstGeom prst="rect">
            <a:avLst/>
          </a:prstGeom>
          <a:noFill/>
          <a:ln/>
        </p:spPr>
        <p:txBody>
          <a:bodyPr wrap="square" lIns="0" tIns="0" rIns="0" bIns="0" rtlCol="0" anchor="ctr"/>
          <a:lstStyle/>
          <a:p>
            <a:pPr algn="ctr" indent="0" marL="0">
              <a:buNone/>
            </a:pPr>
            <a:r>
              <a:rPr lang="en-US" sz="2200" b="1" i="1" dirty="0">
                <a:solidFill>
                  <a:schemeClr val="accent6"/>
                </a:solidFill>
              </a:rPr>
              <a:t>like</a:t>
            </a:r>
            <a:endParaRPr lang="en-US" sz="2200" dirty="0"/>
          </a:p>
        </p:txBody>
      </p:sp>
      <p:sp>
        <p:nvSpPr>
          <p:cNvPr id="45" name="Shape 41"/>
          <p:cNvSpPr/>
          <p:nvPr/>
        </p:nvSpPr>
        <p:spPr>
          <a:xfrm>
            <a:off x="3974846" y="5187696"/>
            <a:ext cx="1704807" cy="603504"/>
          </a:xfrm>
          <a:prstGeom prst="roundRect">
            <a:avLst>
              <a:gd name="adj" fmla="val 15152"/>
            </a:avLst>
          </a:prstGeom>
          <a:solidFill>
            <a:srgbClr val="FFFFFF"/>
          </a:solidFill>
          <a:ln w="15875">
            <a:solidFill>
              <a:srgbClr val="D5DCE6"/>
            </a:solidFill>
            <a:prstDash val="solid"/>
          </a:ln>
        </p:spPr>
      </p:sp>
      <p:sp>
        <p:nvSpPr>
          <p:cNvPr id="46" name="Text 42"/>
          <p:cNvSpPr txBox="1"/>
          <p:nvPr/>
        </p:nvSpPr>
        <p:spPr>
          <a:xfrm>
            <a:off x="3974846" y="5187696"/>
            <a:ext cx="1704807" cy="603504"/>
          </a:xfrm>
          <a:prstGeom prst="rect">
            <a:avLst/>
          </a:prstGeom>
          <a:noFill/>
          <a:ln/>
        </p:spPr>
        <p:txBody>
          <a:bodyPr wrap="square" lIns="0" tIns="0" rIns="0" bIns="0" rtlCol="0" anchor="ctr"/>
          <a:lstStyle/>
          <a:p>
            <a:pPr algn="ctr" indent="0" marL="0">
              <a:buNone/>
            </a:pPr>
            <a:r>
              <a:rPr lang="en-US" sz="2200" i="1" dirty="0">
                <a:solidFill>
                  <a:schemeClr val="tx1"/>
                </a:solidFill>
              </a:rPr>
              <a:t>the film?</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7 — Find the question</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Here are the answers. Write the questions with the question word.</a:t>
            </a:r>
            <a:endParaRPr lang="en-US" sz="1700" dirty="0"/>
          </a:p>
        </p:txBody>
      </p:sp>
      <p:sp>
        <p:nvSpPr>
          <p:cNvPr id="8" name="Shape 4"/>
          <p:cNvSpPr/>
          <p:nvPr/>
        </p:nvSpPr>
        <p:spPr>
          <a:xfrm>
            <a:off x="548640" y="1969008"/>
            <a:ext cx="11091672" cy="577088"/>
          </a:xfrm>
          <a:prstGeom prst="roundRect">
            <a:avLst>
              <a:gd name="adj" fmla="val 15845"/>
            </a:avLst>
          </a:prstGeom>
          <a:solidFill>
            <a:schemeClr val="bg2"/>
          </a:solidFill>
          <a:ln w="9525">
            <a:solidFill>
              <a:srgbClr val="D5DCE6"/>
            </a:solidFill>
            <a:prstDash val="solid"/>
          </a:ln>
        </p:spPr>
      </p:sp>
      <p:sp>
        <p:nvSpPr>
          <p:cNvPr id="9" name="Shape 5"/>
          <p:cNvSpPr/>
          <p:nvPr/>
        </p:nvSpPr>
        <p:spPr>
          <a:xfrm>
            <a:off x="685800" y="2056384"/>
            <a:ext cx="1325880" cy="365760"/>
          </a:xfrm>
          <a:prstGeom prst="roundRect">
            <a:avLst>
              <a:gd name="adj" fmla="val 30000"/>
            </a:avLst>
          </a:prstGeom>
          <a:solidFill>
            <a:schemeClr val="accent3"/>
          </a:solidFill>
          <a:ln w="12700">
            <a:solidFill>
              <a:srgbClr val="FFFFFF">
                <a:alpha val="0"/>
              </a:srgbClr>
            </a:solidFill>
            <a:prstDash val="solid"/>
          </a:ln>
        </p:spPr>
      </p:sp>
      <p:sp>
        <p:nvSpPr>
          <p:cNvPr id="10" name="Text 6"/>
          <p:cNvSpPr txBox="1"/>
          <p:nvPr/>
        </p:nvSpPr>
        <p:spPr>
          <a:xfrm>
            <a:off x="685800" y="2056384"/>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Where</a:t>
            </a:r>
            <a:endParaRPr lang="en-US" sz="1400" dirty="0"/>
          </a:p>
        </p:txBody>
      </p:sp>
      <p:sp>
        <p:nvSpPr>
          <p:cNvPr id="11" name="Text 7"/>
          <p:cNvSpPr txBox="1"/>
          <p:nvPr/>
        </p:nvSpPr>
        <p:spPr>
          <a:xfrm>
            <a:off x="2148840" y="1969008"/>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12" name="Text 8"/>
          <p:cNvSpPr txBox="1"/>
          <p:nvPr/>
        </p:nvSpPr>
        <p:spPr>
          <a:xfrm>
            <a:off x="6766560" y="196900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3" name="Text 9"/>
          <p:cNvSpPr txBox="1"/>
          <p:nvPr/>
        </p:nvSpPr>
        <p:spPr>
          <a:xfrm>
            <a:off x="7223760" y="1969008"/>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went to Spain.</a:t>
            </a:r>
            <a:r>
              <a:rPr lang="en-US" sz="1500" dirty="0">
                <a:solidFill>
                  <a:schemeClr val="tx2"/>
                </a:solidFill>
              </a:rPr>
              <a:t> »</a:t>
            </a:r>
            <a:endParaRPr lang="en-US" sz="1500" dirty="0"/>
          </a:p>
        </p:txBody>
      </p:sp>
      <p:sp>
        <p:nvSpPr>
          <p:cNvPr id="14" name="Shape 10"/>
          <p:cNvSpPr/>
          <p:nvPr/>
        </p:nvSpPr>
        <p:spPr>
          <a:xfrm>
            <a:off x="548640" y="2637536"/>
            <a:ext cx="11091672" cy="577088"/>
          </a:xfrm>
          <a:prstGeom prst="roundRect">
            <a:avLst>
              <a:gd name="adj" fmla="val 15845"/>
            </a:avLst>
          </a:prstGeom>
          <a:solidFill>
            <a:srgbClr val="FFFFFF"/>
          </a:solidFill>
          <a:ln w="9525">
            <a:solidFill>
              <a:srgbClr val="D5DCE6"/>
            </a:solidFill>
            <a:prstDash val="solid"/>
          </a:ln>
        </p:spPr>
      </p:sp>
      <p:sp>
        <p:nvSpPr>
          <p:cNvPr id="15" name="Shape 11"/>
          <p:cNvSpPr/>
          <p:nvPr/>
        </p:nvSpPr>
        <p:spPr>
          <a:xfrm>
            <a:off x="685800" y="2724912"/>
            <a:ext cx="1325880" cy="365760"/>
          </a:xfrm>
          <a:prstGeom prst="roundRect">
            <a:avLst>
              <a:gd name="adj" fmla="val 30000"/>
            </a:avLst>
          </a:prstGeom>
          <a:solidFill>
            <a:schemeClr val="accent3"/>
          </a:solidFill>
          <a:ln w="12700">
            <a:solidFill>
              <a:srgbClr val="FFFFFF">
                <a:alpha val="0"/>
              </a:srgbClr>
            </a:solidFill>
            <a:prstDash val="solid"/>
          </a:ln>
        </p:spPr>
      </p:sp>
      <p:sp>
        <p:nvSpPr>
          <p:cNvPr id="16" name="Text 12"/>
          <p:cNvSpPr txBox="1"/>
          <p:nvPr/>
        </p:nvSpPr>
        <p:spPr>
          <a:xfrm>
            <a:off x="685800" y="2724912"/>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What time</a:t>
            </a:r>
            <a:endParaRPr lang="en-US" sz="1400" dirty="0"/>
          </a:p>
        </p:txBody>
      </p:sp>
      <p:sp>
        <p:nvSpPr>
          <p:cNvPr id="17" name="Text 13"/>
          <p:cNvSpPr txBox="1"/>
          <p:nvPr/>
        </p:nvSpPr>
        <p:spPr>
          <a:xfrm>
            <a:off x="2148840" y="2637536"/>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18" name="Text 14"/>
          <p:cNvSpPr txBox="1"/>
          <p:nvPr/>
        </p:nvSpPr>
        <p:spPr>
          <a:xfrm>
            <a:off x="6766560" y="2637536"/>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9" name="Text 15"/>
          <p:cNvSpPr txBox="1"/>
          <p:nvPr/>
        </p:nvSpPr>
        <p:spPr>
          <a:xfrm>
            <a:off x="7223760" y="2637536"/>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arrived at nine.</a:t>
            </a:r>
            <a:r>
              <a:rPr lang="en-US" sz="1500" dirty="0">
                <a:solidFill>
                  <a:schemeClr val="tx2"/>
                </a:solidFill>
              </a:rPr>
              <a:t> »</a:t>
            </a:r>
            <a:endParaRPr lang="en-US" sz="1500" dirty="0"/>
          </a:p>
        </p:txBody>
      </p:sp>
      <p:sp>
        <p:nvSpPr>
          <p:cNvPr id="20" name="Shape 16"/>
          <p:cNvSpPr/>
          <p:nvPr/>
        </p:nvSpPr>
        <p:spPr>
          <a:xfrm>
            <a:off x="548640" y="3306064"/>
            <a:ext cx="11091672" cy="577088"/>
          </a:xfrm>
          <a:prstGeom prst="roundRect">
            <a:avLst>
              <a:gd name="adj" fmla="val 15845"/>
            </a:avLst>
          </a:prstGeom>
          <a:solidFill>
            <a:schemeClr val="bg2"/>
          </a:solidFill>
          <a:ln w="9525">
            <a:solidFill>
              <a:srgbClr val="D5DCE6"/>
            </a:solidFill>
            <a:prstDash val="solid"/>
          </a:ln>
        </p:spPr>
      </p:sp>
      <p:sp>
        <p:nvSpPr>
          <p:cNvPr id="21" name="Shape 17"/>
          <p:cNvSpPr/>
          <p:nvPr/>
        </p:nvSpPr>
        <p:spPr>
          <a:xfrm>
            <a:off x="685800" y="3393440"/>
            <a:ext cx="1325880" cy="365760"/>
          </a:xfrm>
          <a:prstGeom prst="roundRect">
            <a:avLst>
              <a:gd name="adj" fmla="val 30000"/>
            </a:avLst>
          </a:prstGeom>
          <a:solidFill>
            <a:schemeClr val="accent3"/>
          </a:solidFill>
          <a:ln w="12700">
            <a:solidFill>
              <a:srgbClr val="FFFFFF">
                <a:alpha val="0"/>
              </a:srgbClr>
            </a:solidFill>
            <a:prstDash val="solid"/>
          </a:ln>
        </p:spPr>
      </p:sp>
      <p:sp>
        <p:nvSpPr>
          <p:cNvPr id="22" name="Text 18"/>
          <p:cNvSpPr txBox="1"/>
          <p:nvPr/>
        </p:nvSpPr>
        <p:spPr>
          <a:xfrm>
            <a:off x="685800" y="3393440"/>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What</a:t>
            </a:r>
            <a:endParaRPr lang="en-US" sz="1400" dirty="0"/>
          </a:p>
        </p:txBody>
      </p:sp>
      <p:sp>
        <p:nvSpPr>
          <p:cNvPr id="23" name="Text 19"/>
          <p:cNvSpPr txBox="1"/>
          <p:nvPr/>
        </p:nvSpPr>
        <p:spPr>
          <a:xfrm>
            <a:off x="2148840" y="3306064"/>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24" name="Text 20"/>
          <p:cNvSpPr txBox="1"/>
          <p:nvPr/>
        </p:nvSpPr>
        <p:spPr>
          <a:xfrm>
            <a:off x="6766560" y="3306064"/>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5" name="Text 21"/>
          <p:cNvSpPr txBox="1"/>
          <p:nvPr/>
        </p:nvSpPr>
        <p:spPr>
          <a:xfrm>
            <a:off x="7223760" y="3306064"/>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bought a new phone.</a:t>
            </a:r>
            <a:r>
              <a:rPr lang="en-US" sz="1500" dirty="0">
                <a:solidFill>
                  <a:schemeClr val="tx2"/>
                </a:solidFill>
              </a:rPr>
              <a:t> »</a:t>
            </a:r>
            <a:endParaRPr lang="en-US" sz="1500" dirty="0"/>
          </a:p>
        </p:txBody>
      </p:sp>
      <p:sp>
        <p:nvSpPr>
          <p:cNvPr id="26" name="Shape 22"/>
          <p:cNvSpPr/>
          <p:nvPr/>
        </p:nvSpPr>
        <p:spPr>
          <a:xfrm>
            <a:off x="548640" y="3974592"/>
            <a:ext cx="11091672" cy="577088"/>
          </a:xfrm>
          <a:prstGeom prst="roundRect">
            <a:avLst>
              <a:gd name="adj" fmla="val 15845"/>
            </a:avLst>
          </a:prstGeom>
          <a:solidFill>
            <a:srgbClr val="FFFFFF"/>
          </a:solidFill>
          <a:ln w="9525">
            <a:solidFill>
              <a:srgbClr val="D5DCE6"/>
            </a:solidFill>
            <a:prstDash val="solid"/>
          </a:ln>
        </p:spPr>
      </p:sp>
      <p:sp>
        <p:nvSpPr>
          <p:cNvPr id="27" name="Shape 23"/>
          <p:cNvSpPr/>
          <p:nvPr/>
        </p:nvSpPr>
        <p:spPr>
          <a:xfrm>
            <a:off x="685800" y="4061968"/>
            <a:ext cx="1325880" cy="365760"/>
          </a:xfrm>
          <a:prstGeom prst="roundRect">
            <a:avLst>
              <a:gd name="adj" fmla="val 30000"/>
            </a:avLst>
          </a:prstGeom>
          <a:solidFill>
            <a:schemeClr val="accent3"/>
          </a:solidFill>
          <a:ln w="12700">
            <a:solidFill>
              <a:srgbClr val="FFFFFF">
                <a:alpha val="0"/>
              </a:srgbClr>
            </a:solidFill>
            <a:prstDash val="solid"/>
          </a:ln>
        </p:spPr>
      </p:sp>
      <p:sp>
        <p:nvSpPr>
          <p:cNvPr id="28" name="Text 24"/>
          <p:cNvSpPr txBox="1"/>
          <p:nvPr/>
        </p:nvSpPr>
        <p:spPr>
          <a:xfrm>
            <a:off x="685800" y="4061968"/>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Who</a:t>
            </a:r>
            <a:endParaRPr lang="en-US" sz="1400" dirty="0"/>
          </a:p>
        </p:txBody>
      </p:sp>
      <p:sp>
        <p:nvSpPr>
          <p:cNvPr id="29" name="Text 25"/>
          <p:cNvSpPr txBox="1"/>
          <p:nvPr/>
        </p:nvSpPr>
        <p:spPr>
          <a:xfrm>
            <a:off x="2148840" y="3974592"/>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30" name="Text 26"/>
          <p:cNvSpPr txBox="1"/>
          <p:nvPr/>
        </p:nvSpPr>
        <p:spPr>
          <a:xfrm>
            <a:off x="6766560" y="3974592"/>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1" name="Text 27"/>
          <p:cNvSpPr txBox="1"/>
          <p:nvPr/>
        </p:nvSpPr>
        <p:spPr>
          <a:xfrm>
            <a:off x="7223760" y="3974592"/>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met Sam at the station.</a:t>
            </a:r>
            <a:r>
              <a:rPr lang="en-US" sz="1500" dirty="0">
                <a:solidFill>
                  <a:schemeClr val="tx2"/>
                </a:solidFill>
              </a:rPr>
              <a:t> »</a:t>
            </a:r>
            <a:endParaRPr lang="en-US" sz="1500" dirty="0"/>
          </a:p>
        </p:txBody>
      </p:sp>
      <p:sp>
        <p:nvSpPr>
          <p:cNvPr id="32" name="Shape 28"/>
          <p:cNvSpPr/>
          <p:nvPr/>
        </p:nvSpPr>
        <p:spPr>
          <a:xfrm>
            <a:off x="548640" y="4643120"/>
            <a:ext cx="11091672" cy="577088"/>
          </a:xfrm>
          <a:prstGeom prst="roundRect">
            <a:avLst>
              <a:gd name="adj" fmla="val 15845"/>
            </a:avLst>
          </a:prstGeom>
          <a:solidFill>
            <a:schemeClr val="bg2"/>
          </a:solidFill>
          <a:ln w="9525">
            <a:solidFill>
              <a:srgbClr val="D5DCE6"/>
            </a:solidFill>
            <a:prstDash val="solid"/>
          </a:ln>
        </p:spPr>
      </p:sp>
      <p:sp>
        <p:nvSpPr>
          <p:cNvPr id="33" name="Shape 29"/>
          <p:cNvSpPr/>
          <p:nvPr/>
        </p:nvSpPr>
        <p:spPr>
          <a:xfrm>
            <a:off x="685800" y="4730496"/>
            <a:ext cx="1325880" cy="365760"/>
          </a:xfrm>
          <a:prstGeom prst="roundRect">
            <a:avLst>
              <a:gd name="adj" fmla="val 30000"/>
            </a:avLst>
          </a:prstGeom>
          <a:solidFill>
            <a:schemeClr val="accent3"/>
          </a:solidFill>
          <a:ln w="12700">
            <a:solidFill>
              <a:srgbClr val="FFFFFF">
                <a:alpha val="0"/>
              </a:srgbClr>
            </a:solidFill>
            <a:prstDash val="solid"/>
          </a:ln>
        </p:spPr>
      </p:sp>
      <p:sp>
        <p:nvSpPr>
          <p:cNvPr id="34" name="Text 30"/>
          <p:cNvSpPr txBox="1"/>
          <p:nvPr/>
        </p:nvSpPr>
        <p:spPr>
          <a:xfrm>
            <a:off x="685800" y="4730496"/>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Why</a:t>
            </a:r>
            <a:endParaRPr lang="en-US" sz="1400" dirty="0"/>
          </a:p>
        </p:txBody>
      </p:sp>
      <p:sp>
        <p:nvSpPr>
          <p:cNvPr id="35" name="Text 31"/>
          <p:cNvSpPr txBox="1"/>
          <p:nvPr/>
        </p:nvSpPr>
        <p:spPr>
          <a:xfrm>
            <a:off x="2148840" y="4643120"/>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36" name="Text 32"/>
          <p:cNvSpPr txBox="1"/>
          <p:nvPr/>
        </p:nvSpPr>
        <p:spPr>
          <a:xfrm>
            <a:off x="6766560" y="4643120"/>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7" name="Text 33"/>
          <p:cNvSpPr txBox="1"/>
          <p:nvPr/>
        </p:nvSpPr>
        <p:spPr>
          <a:xfrm>
            <a:off x="7223760" y="4643120"/>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went home early because I was tired.</a:t>
            </a:r>
            <a:r>
              <a:rPr lang="en-US" sz="1500" dirty="0">
                <a:solidFill>
                  <a:schemeClr val="tx2"/>
                </a:solidFill>
              </a:rPr>
              <a:t> »</a:t>
            </a:r>
            <a:endParaRPr lang="en-US" sz="1500" dirty="0"/>
          </a:p>
        </p:txBody>
      </p:sp>
      <p:sp>
        <p:nvSpPr>
          <p:cNvPr id="38" name="Shape 34"/>
          <p:cNvSpPr/>
          <p:nvPr/>
        </p:nvSpPr>
        <p:spPr>
          <a:xfrm>
            <a:off x="548640" y="5311648"/>
            <a:ext cx="11091672" cy="577088"/>
          </a:xfrm>
          <a:prstGeom prst="roundRect">
            <a:avLst>
              <a:gd name="adj" fmla="val 15845"/>
            </a:avLst>
          </a:prstGeom>
          <a:solidFill>
            <a:srgbClr val="FFFFFF"/>
          </a:solidFill>
          <a:ln w="9525">
            <a:solidFill>
              <a:srgbClr val="D5DCE6"/>
            </a:solidFill>
            <a:prstDash val="solid"/>
          </a:ln>
        </p:spPr>
      </p:sp>
      <p:sp>
        <p:nvSpPr>
          <p:cNvPr id="39" name="Shape 35"/>
          <p:cNvSpPr/>
          <p:nvPr/>
        </p:nvSpPr>
        <p:spPr>
          <a:xfrm>
            <a:off x="685800" y="5399024"/>
            <a:ext cx="1325880" cy="365760"/>
          </a:xfrm>
          <a:prstGeom prst="roundRect">
            <a:avLst>
              <a:gd name="adj" fmla="val 30000"/>
            </a:avLst>
          </a:prstGeom>
          <a:solidFill>
            <a:schemeClr val="accent3"/>
          </a:solidFill>
          <a:ln w="12700">
            <a:solidFill>
              <a:srgbClr val="FFFFFF">
                <a:alpha val="0"/>
              </a:srgbClr>
            </a:solidFill>
            <a:prstDash val="solid"/>
          </a:ln>
        </p:spPr>
      </p:sp>
      <p:sp>
        <p:nvSpPr>
          <p:cNvPr id="40" name="Text 36"/>
          <p:cNvSpPr txBox="1"/>
          <p:nvPr/>
        </p:nvSpPr>
        <p:spPr>
          <a:xfrm>
            <a:off x="685800" y="5399024"/>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How</a:t>
            </a:r>
            <a:endParaRPr lang="en-US" sz="1400" dirty="0"/>
          </a:p>
        </p:txBody>
      </p:sp>
      <p:sp>
        <p:nvSpPr>
          <p:cNvPr id="41" name="Text 37"/>
          <p:cNvSpPr txBox="1"/>
          <p:nvPr/>
        </p:nvSpPr>
        <p:spPr>
          <a:xfrm>
            <a:off x="2148840" y="5311648"/>
            <a:ext cx="4663440" cy="577088"/>
          </a:xfrm>
          <a:prstGeom prst="rect">
            <a:avLst/>
          </a:prstGeom>
          <a:noFill/>
          <a:ln/>
        </p:spPr>
        <p:txBody>
          <a:bodyPr wrap="square" lIns="0" tIns="0" rIns="0" bIns="0" rtlCol="0" anchor="ctr"/>
          <a:lstStyle/>
          <a:p>
            <a:pPr algn="l" indent="0" marL="0">
              <a:buNone/>
            </a:pPr>
            <a:r>
              <a:rPr lang="en-US" sz="1700" i="1" dirty="0">
                <a:solidFill>
                  <a:schemeClr val="accent5"/>
                </a:solidFill>
              </a:rPr>
              <a:t>……………………………</a:t>
            </a:r>
            <a:endParaRPr lang="en-US" sz="1700" dirty="0"/>
          </a:p>
        </p:txBody>
      </p:sp>
      <p:sp>
        <p:nvSpPr>
          <p:cNvPr id="42" name="Text 38"/>
          <p:cNvSpPr txBox="1"/>
          <p:nvPr/>
        </p:nvSpPr>
        <p:spPr>
          <a:xfrm>
            <a:off x="6766560" y="531164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43" name="Text 39"/>
          <p:cNvSpPr txBox="1"/>
          <p:nvPr/>
        </p:nvSpPr>
        <p:spPr>
          <a:xfrm>
            <a:off x="7223760" y="5311648"/>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travelled by train.</a:t>
            </a:r>
            <a:r>
              <a:rPr lang="en-US" sz="1500" dirty="0">
                <a:solidFill>
                  <a:schemeClr val="tx2"/>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7 — Find the question</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Here are the answers. Write the questions with the question word.</a:t>
            </a:r>
            <a:endParaRPr lang="en-US" sz="1700" dirty="0"/>
          </a:p>
        </p:txBody>
      </p:sp>
      <p:sp>
        <p:nvSpPr>
          <p:cNvPr id="9" name="Shape 5"/>
          <p:cNvSpPr/>
          <p:nvPr/>
        </p:nvSpPr>
        <p:spPr>
          <a:xfrm>
            <a:off x="548640" y="1969008"/>
            <a:ext cx="11091672" cy="577088"/>
          </a:xfrm>
          <a:prstGeom prst="roundRect">
            <a:avLst>
              <a:gd name="adj" fmla="val 15845"/>
            </a:avLst>
          </a:prstGeom>
          <a:solidFill>
            <a:schemeClr val="bg2"/>
          </a:solidFill>
          <a:ln w="9525">
            <a:solidFill>
              <a:srgbClr val="D5DCE6"/>
            </a:solidFill>
            <a:prstDash val="solid"/>
          </a:ln>
        </p:spPr>
      </p:sp>
      <p:sp>
        <p:nvSpPr>
          <p:cNvPr id="10" name="Shape 6"/>
          <p:cNvSpPr/>
          <p:nvPr/>
        </p:nvSpPr>
        <p:spPr>
          <a:xfrm>
            <a:off x="685800" y="2056384"/>
            <a:ext cx="1325880" cy="365760"/>
          </a:xfrm>
          <a:prstGeom prst="roundRect">
            <a:avLst>
              <a:gd name="adj" fmla="val 30000"/>
            </a:avLst>
          </a:prstGeom>
          <a:solidFill>
            <a:schemeClr val="accent3"/>
          </a:solidFill>
          <a:ln w="12700">
            <a:solidFill>
              <a:srgbClr val="FFFFFF">
                <a:alpha val="0"/>
              </a:srgbClr>
            </a:solidFill>
            <a:prstDash val="solid"/>
          </a:ln>
        </p:spPr>
      </p:sp>
      <p:sp>
        <p:nvSpPr>
          <p:cNvPr id="11" name="Text 7"/>
          <p:cNvSpPr txBox="1"/>
          <p:nvPr/>
        </p:nvSpPr>
        <p:spPr>
          <a:xfrm>
            <a:off x="685800" y="2056384"/>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Where</a:t>
            </a:r>
            <a:endParaRPr lang="en-US" sz="1400" dirty="0"/>
          </a:p>
        </p:txBody>
      </p:sp>
      <p:sp>
        <p:nvSpPr>
          <p:cNvPr id="12" name="Text 8"/>
          <p:cNvSpPr txBox="1"/>
          <p:nvPr/>
        </p:nvSpPr>
        <p:spPr>
          <a:xfrm>
            <a:off x="2148840" y="1969008"/>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Where did you go?</a:t>
            </a:r>
            <a:endParaRPr lang="en-US" sz="1700" dirty="0"/>
          </a:p>
        </p:txBody>
      </p:sp>
      <p:sp>
        <p:nvSpPr>
          <p:cNvPr id="13" name="Text 9"/>
          <p:cNvSpPr txBox="1"/>
          <p:nvPr/>
        </p:nvSpPr>
        <p:spPr>
          <a:xfrm>
            <a:off x="6766560" y="196900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4" name="Text 10"/>
          <p:cNvSpPr txBox="1"/>
          <p:nvPr/>
        </p:nvSpPr>
        <p:spPr>
          <a:xfrm>
            <a:off x="7223760" y="1969008"/>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went to Spain.</a:t>
            </a:r>
            <a:r>
              <a:rPr lang="en-US" sz="1500" dirty="0">
                <a:solidFill>
                  <a:schemeClr val="tx2"/>
                </a:solidFill>
              </a:rPr>
              <a:t> »</a:t>
            </a:r>
            <a:endParaRPr lang="en-US" sz="1500" dirty="0"/>
          </a:p>
        </p:txBody>
      </p:sp>
      <p:sp>
        <p:nvSpPr>
          <p:cNvPr id="15" name="Shape 11"/>
          <p:cNvSpPr/>
          <p:nvPr/>
        </p:nvSpPr>
        <p:spPr>
          <a:xfrm>
            <a:off x="548640" y="2637536"/>
            <a:ext cx="11091672" cy="577088"/>
          </a:xfrm>
          <a:prstGeom prst="roundRect">
            <a:avLst>
              <a:gd name="adj" fmla="val 15845"/>
            </a:avLst>
          </a:prstGeom>
          <a:solidFill>
            <a:srgbClr val="FFFFFF"/>
          </a:solidFill>
          <a:ln w="9525">
            <a:solidFill>
              <a:srgbClr val="D5DCE6"/>
            </a:solidFill>
            <a:prstDash val="solid"/>
          </a:ln>
        </p:spPr>
      </p:sp>
      <p:sp>
        <p:nvSpPr>
          <p:cNvPr id="16" name="Shape 12"/>
          <p:cNvSpPr/>
          <p:nvPr/>
        </p:nvSpPr>
        <p:spPr>
          <a:xfrm>
            <a:off x="685800" y="2724912"/>
            <a:ext cx="1325880" cy="365760"/>
          </a:xfrm>
          <a:prstGeom prst="roundRect">
            <a:avLst>
              <a:gd name="adj" fmla="val 30000"/>
            </a:avLst>
          </a:prstGeom>
          <a:solidFill>
            <a:schemeClr val="accent3"/>
          </a:solidFill>
          <a:ln w="12700">
            <a:solidFill>
              <a:srgbClr val="FFFFFF">
                <a:alpha val="0"/>
              </a:srgbClr>
            </a:solidFill>
            <a:prstDash val="solid"/>
          </a:ln>
        </p:spPr>
      </p:sp>
      <p:sp>
        <p:nvSpPr>
          <p:cNvPr id="17" name="Text 13"/>
          <p:cNvSpPr txBox="1"/>
          <p:nvPr/>
        </p:nvSpPr>
        <p:spPr>
          <a:xfrm>
            <a:off x="685800" y="2724912"/>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What time</a:t>
            </a:r>
            <a:endParaRPr lang="en-US" sz="1400" dirty="0"/>
          </a:p>
        </p:txBody>
      </p:sp>
      <p:sp>
        <p:nvSpPr>
          <p:cNvPr id="18" name="Text 14"/>
          <p:cNvSpPr txBox="1"/>
          <p:nvPr/>
        </p:nvSpPr>
        <p:spPr>
          <a:xfrm>
            <a:off x="2148840" y="2637536"/>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What time did you arrive?</a:t>
            </a:r>
            <a:endParaRPr lang="en-US" sz="1700" dirty="0"/>
          </a:p>
        </p:txBody>
      </p:sp>
      <p:sp>
        <p:nvSpPr>
          <p:cNvPr id="19" name="Text 15"/>
          <p:cNvSpPr txBox="1"/>
          <p:nvPr/>
        </p:nvSpPr>
        <p:spPr>
          <a:xfrm>
            <a:off x="6766560" y="2637536"/>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Text 16"/>
          <p:cNvSpPr txBox="1"/>
          <p:nvPr/>
        </p:nvSpPr>
        <p:spPr>
          <a:xfrm>
            <a:off x="7223760" y="2637536"/>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arrived at nine.</a:t>
            </a:r>
            <a:r>
              <a:rPr lang="en-US" sz="1500" dirty="0">
                <a:solidFill>
                  <a:schemeClr val="tx2"/>
                </a:solidFill>
              </a:rPr>
              <a:t> »</a:t>
            </a:r>
            <a:endParaRPr lang="en-US" sz="1500" dirty="0"/>
          </a:p>
        </p:txBody>
      </p:sp>
      <p:sp>
        <p:nvSpPr>
          <p:cNvPr id="21" name="Shape 17"/>
          <p:cNvSpPr/>
          <p:nvPr/>
        </p:nvSpPr>
        <p:spPr>
          <a:xfrm>
            <a:off x="548640" y="3306064"/>
            <a:ext cx="11091672" cy="577088"/>
          </a:xfrm>
          <a:prstGeom prst="roundRect">
            <a:avLst>
              <a:gd name="adj" fmla="val 15845"/>
            </a:avLst>
          </a:prstGeom>
          <a:solidFill>
            <a:schemeClr val="bg2"/>
          </a:solidFill>
          <a:ln w="9525">
            <a:solidFill>
              <a:srgbClr val="D5DCE6"/>
            </a:solidFill>
            <a:prstDash val="solid"/>
          </a:ln>
        </p:spPr>
      </p:sp>
      <p:sp>
        <p:nvSpPr>
          <p:cNvPr id="22" name="Shape 18"/>
          <p:cNvSpPr/>
          <p:nvPr/>
        </p:nvSpPr>
        <p:spPr>
          <a:xfrm>
            <a:off x="685800" y="3393440"/>
            <a:ext cx="1325880" cy="365760"/>
          </a:xfrm>
          <a:prstGeom prst="roundRect">
            <a:avLst>
              <a:gd name="adj" fmla="val 30000"/>
            </a:avLst>
          </a:prstGeom>
          <a:solidFill>
            <a:schemeClr val="accent3"/>
          </a:solidFill>
          <a:ln w="12700">
            <a:solidFill>
              <a:srgbClr val="FFFFFF">
                <a:alpha val="0"/>
              </a:srgbClr>
            </a:solidFill>
            <a:prstDash val="solid"/>
          </a:ln>
        </p:spPr>
      </p:sp>
      <p:sp>
        <p:nvSpPr>
          <p:cNvPr id="23" name="Text 19"/>
          <p:cNvSpPr txBox="1"/>
          <p:nvPr/>
        </p:nvSpPr>
        <p:spPr>
          <a:xfrm>
            <a:off x="685800" y="3393440"/>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What</a:t>
            </a:r>
            <a:endParaRPr lang="en-US" sz="1400" dirty="0"/>
          </a:p>
        </p:txBody>
      </p:sp>
      <p:sp>
        <p:nvSpPr>
          <p:cNvPr id="24" name="Text 20"/>
          <p:cNvSpPr txBox="1"/>
          <p:nvPr/>
        </p:nvSpPr>
        <p:spPr>
          <a:xfrm>
            <a:off x="2148840" y="3306064"/>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What did you buy?</a:t>
            </a:r>
            <a:endParaRPr lang="en-US" sz="1700" dirty="0"/>
          </a:p>
        </p:txBody>
      </p:sp>
      <p:sp>
        <p:nvSpPr>
          <p:cNvPr id="25" name="Text 21"/>
          <p:cNvSpPr txBox="1"/>
          <p:nvPr/>
        </p:nvSpPr>
        <p:spPr>
          <a:xfrm>
            <a:off x="6766560" y="3306064"/>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6" name="Text 22"/>
          <p:cNvSpPr txBox="1"/>
          <p:nvPr/>
        </p:nvSpPr>
        <p:spPr>
          <a:xfrm>
            <a:off x="7223760" y="3306064"/>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bought a new phone.</a:t>
            </a:r>
            <a:r>
              <a:rPr lang="en-US" sz="1500" dirty="0">
                <a:solidFill>
                  <a:schemeClr val="tx2"/>
                </a:solidFill>
              </a:rPr>
              <a:t> »</a:t>
            </a:r>
            <a:endParaRPr lang="en-US" sz="1500" dirty="0"/>
          </a:p>
        </p:txBody>
      </p:sp>
      <p:sp>
        <p:nvSpPr>
          <p:cNvPr id="27" name="Shape 23"/>
          <p:cNvSpPr/>
          <p:nvPr/>
        </p:nvSpPr>
        <p:spPr>
          <a:xfrm>
            <a:off x="548640" y="3974592"/>
            <a:ext cx="11091672" cy="577088"/>
          </a:xfrm>
          <a:prstGeom prst="roundRect">
            <a:avLst>
              <a:gd name="adj" fmla="val 15845"/>
            </a:avLst>
          </a:prstGeom>
          <a:solidFill>
            <a:srgbClr val="FFFFFF"/>
          </a:solidFill>
          <a:ln w="9525">
            <a:solidFill>
              <a:srgbClr val="D5DCE6"/>
            </a:solidFill>
            <a:prstDash val="solid"/>
          </a:ln>
        </p:spPr>
      </p:sp>
      <p:sp>
        <p:nvSpPr>
          <p:cNvPr id="28" name="Shape 24"/>
          <p:cNvSpPr/>
          <p:nvPr/>
        </p:nvSpPr>
        <p:spPr>
          <a:xfrm>
            <a:off x="685800" y="4061968"/>
            <a:ext cx="1325880" cy="365760"/>
          </a:xfrm>
          <a:prstGeom prst="roundRect">
            <a:avLst>
              <a:gd name="adj" fmla="val 30000"/>
            </a:avLst>
          </a:prstGeom>
          <a:solidFill>
            <a:schemeClr val="accent3"/>
          </a:solidFill>
          <a:ln w="12700">
            <a:solidFill>
              <a:srgbClr val="FFFFFF">
                <a:alpha val="0"/>
              </a:srgbClr>
            </a:solidFill>
            <a:prstDash val="solid"/>
          </a:ln>
        </p:spPr>
      </p:sp>
      <p:sp>
        <p:nvSpPr>
          <p:cNvPr id="29" name="Text 25"/>
          <p:cNvSpPr txBox="1"/>
          <p:nvPr/>
        </p:nvSpPr>
        <p:spPr>
          <a:xfrm>
            <a:off x="685800" y="4061968"/>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Who</a:t>
            </a:r>
            <a:endParaRPr lang="en-US" sz="1400" dirty="0"/>
          </a:p>
        </p:txBody>
      </p:sp>
      <p:sp>
        <p:nvSpPr>
          <p:cNvPr id="30" name="Text 26"/>
          <p:cNvSpPr txBox="1"/>
          <p:nvPr/>
        </p:nvSpPr>
        <p:spPr>
          <a:xfrm>
            <a:off x="2148840" y="3974592"/>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Who did you meet?</a:t>
            </a:r>
            <a:endParaRPr lang="en-US" sz="1700" dirty="0"/>
          </a:p>
        </p:txBody>
      </p:sp>
      <p:sp>
        <p:nvSpPr>
          <p:cNvPr id="31" name="Text 27"/>
          <p:cNvSpPr txBox="1"/>
          <p:nvPr/>
        </p:nvSpPr>
        <p:spPr>
          <a:xfrm>
            <a:off x="6766560" y="3974592"/>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2" name="Text 28"/>
          <p:cNvSpPr txBox="1"/>
          <p:nvPr/>
        </p:nvSpPr>
        <p:spPr>
          <a:xfrm>
            <a:off x="7223760" y="3974592"/>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met Sam at the station.</a:t>
            </a:r>
            <a:r>
              <a:rPr lang="en-US" sz="1500" dirty="0">
                <a:solidFill>
                  <a:schemeClr val="tx2"/>
                </a:solidFill>
              </a:rPr>
              <a:t> »</a:t>
            </a:r>
            <a:endParaRPr lang="en-US" sz="1500" dirty="0"/>
          </a:p>
        </p:txBody>
      </p:sp>
      <p:sp>
        <p:nvSpPr>
          <p:cNvPr id="33" name="Shape 29"/>
          <p:cNvSpPr/>
          <p:nvPr/>
        </p:nvSpPr>
        <p:spPr>
          <a:xfrm>
            <a:off x="548640" y="4643120"/>
            <a:ext cx="11091672" cy="577088"/>
          </a:xfrm>
          <a:prstGeom prst="roundRect">
            <a:avLst>
              <a:gd name="adj" fmla="val 15845"/>
            </a:avLst>
          </a:prstGeom>
          <a:solidFill>
            <a:schemeClr val="bg2"/>
          </a:solidFill>
          <a:ln w="9525">
            <a:solidFill>
              <a:srgbClr val="D5DCE6"/>
            </a:solidFill>
            <a:prstDash val="solid"/>
          </a:ln>
        </p:spPr>
      </p:sp>
      <p:sp>
        <p:nvSpPr>
          <p:cNvPr id="34" name="Shape 30"/>
          <p:cNvSpPr/>
          <p:nvPr/>
        </p:nvSpPr>
        <p:spPr>
          <a:xfrm>
            <a:off x="685800" y="4730496"/>
            <a:ext cx="1325880" cy="365760"/>
          </a:xfrm>
          <a:prstGeom prst="roundRect">
            <a:avLst>
              <a:gd name="adj" fmla="val 30000"/>
            </a:avLst>
          </a:prstGeom>
          <a:solidFill>
            <a:schemeClr val="accent3"/>
          </a:solidFill>
          <a:ln w="12700">
            <a:solidFill>
              <a:srgbClr val="FFFFFF">
                <a:alpha val="0"/>
              </a:srgbClr>
            </a:solidFill>
            <a:prstDash val="solid"/>
          </a:ln>
        </p:spPr>
      </p:sp>
      <p:sp>
        <p:nvSpPr>
          <p:cNvPr id="35" name="Text 31"/>
          <p:cNvSpPr txBox="1"/>
          <p:nvPr/>
        </p:nvSpPr>
        <p:spPr>
          <a:xfrm>
            <a:off x="685800" y="4730496"/>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Why</a:t>
            </a:r>
            <a:endParaRPr lang="en-US" sz="1400" dirty="0"/>
          </a:p>
        </p:txBody>
      </p:sp>
      <p:sp>
        <p:nvSpPr>
          <p:cNvPr id="36" name="Text 32"/>
          <p:cNvSpPr txBox="1"/>
          <p:nvPr/>
        </p:nvSpPr>
        <p:spPr>
          <a:xfrm>
            <a:off x="2148840" y="4643120"/>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Why did you go home early?</a:t>
            </a:r>
            <a:endParaRPr lang="en-US" sz="1700" dirty="0"/>
          </a:p>
        </p:txBody>
      </p:sp>
      <p:sp>
        <p:nvSpPr>
          <p:cNvPr id="37" name="Text 33"/>
          <p:cNvSpPr txBox="1"/>
          <p:nvPr/>
        </p:nvSpPr>
        <p:spPr>
          <a:xfrm>
            <a:off x="6766560" y="4643120"/>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8" name="Text 34"/>
          <p:cNvSpPr txBox="1"/>
          <p:nvPr/>
        </p:nvSpPr>
        <p:spPr>
          <a:xfrm>
            <a:off x="7223760" y="4643120"/>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went home early because I was tired.</a:t>
            </a:r>
            <a:r>
              <a:rPr lang="en-US" sz="1500" dirty="0">
                <a:solidFill>
                  <a:schemeClr val="tx2"/>
                </a:solidFill>
              </a:rPr>
              <a:t> »</a:t>
            </a:r>
            <a:endParaRPr lang="en-US" sz="1500" dirty="0"/>
          </a:p>
        </p:txBody>
      </p:sp>
      <p:sp>
        <p:nvSpPr>
          <p:cNvPr id="39" name="Shape 35"/>
          <p:cNvSpPr/>
          <p:nvPr/>
        </p:nvSpPr>
        <p:spPr>
          <a:xfrm>
            <a:off x="548640" y="5311648"/>
            <a:ext cx="11091672" cy="577088"/>
          </a:xfrm>
          <a:prstGeom prst="roundRect">
            <a:avLst>
              <a:gd name="adj" fmla="val 15845"/>
            </a:avLst>
          </a:prstGeom>
          <a:solidFill>
            <a:srgbClr val="FFFFFF"/>
          </a:solidFill>
          <a:ln w="9525">
            <a:solidFill>
              <a:srgbClr val="D5DCE6"/>
            </a:solidFill>
            <a:prstDash val="solid"/>
          </a:ln>
        </p:spPr>
      </p:sp>
      <p:sp>
        <p:nvSpPr>
          <p:cNvPr id="40" name="Shape 36"/>
          <p:cNvSpPr/>
          <p:nvPr/>
        </p:nvSpPr>
        <p:spPr>
          <a:xfrm>
            <a:off x="685800" y="5399024"/>
            <a:ext cx="1325880" cy="365760"/>
          </a:xfrm>
          <a:prstGeom prst="roundRect">
            <a:avLst>
              <a:gd name="adj" fmla="val 30000"/>
            </a:avLst>
          </a:prstGeom>
          <a:solidFill>
            <a:schemeClr val="accent3"/>
          </a:solidFill>
          <a:ln w="12700">
            <a:solidFill>
              <a:srgbClr val="FFFFFF">
                <a:alpha val="0"/>
              </a:srgbClr>
            </a:solidFill>
            <a:prstDash val="solid"/>
          </a:ln>
        </p:spPr>
      </p:sp>
      <p:sp>
        <p:nvSpPr>
          <p:cNvPr id="41" name="Text 37"/>
          <p:cNvSpPr txBox="1"/>
          <p:nvPr/>
        </p:nvSpPr>
        <p:spPr>
          <a:xfrm>
            <a:off x="685800" y="5399024"/>
            <a:ext cx="1325880" cy="365760"/>
          </a:xfrm>
          <a:prstGeom prst="rect">
            <a:avLst/>
          </a:prstGeom>
          <a:noFill/>
          <a:ln/>
        </p:spPr>
        <p:txBody>
          <a:bodyPr wrap="square" lIns="0" tIns="0" rIns="0" bIns="0" rtlCol="0" anchor="ctr"/>
          <a:lstStyle/>
          <a:p>
            <a:pPr algn="ctr" indent="0" marL="0">
              <a:buNone/>
            </a:pPr>
            <a:r>
              <a:rPr lang="en-US" sz="1400" b="1" i="1" dirty="0">
                <a:solidFill>
                  <a:schemeClr val="bg1"/>
                </a:solidFill>
              </a:rPr>
              <a:t>How</a:t>
            </a:r>
            <a:endParaRPr lang="en-US" sz="1400" dirty="0"/>
          </a:p>
        </p:txBody>
      </p:sp>
      <p:sp>
        <p:nvSpPr>
          <p:cNvPr id="42" name="Text 38"/>
          <p:cNvSpPr txBox="1"/>
          <p:nvPr/>
        </p:nvSpPr>
        <p:spPr>
          <a:xfrm>
            <a:off x="2148840" y="5311648"/>
            <a:ext cx="4663440" cy="577088"/>
          </a:xfrm>
          <a:prstGeom prst="rect">
            <a:avLst/>
          </a:prstGeom>
          <a:noFill/>
          <a:ln/>
        </p:spPr>
        <p:txBody>
          <a:bodyPr wrap="square" lIns="0" tIns="0" rIns="0" bIns="0" rtlCol="0" anchor="ctr"/>
          <a:lstStyle/>
          <a:p>
            <a:pPr algn="l" indent="0" marL="0">
              <a:buNone/>
            </a:pPr>
            <a:r>
              <a:rPr lang="en-US" sz="1700" b="1" i="1" dirty="0">
                <a:solidFill>
                  <a:schemeClr val="accent3"/>
                </a:solidFill>
              </a:rPr>
              <a:t>How did you travel?</a:t>
            </a:r>
            <a:endParaRPr lang="en-US" sz="1700" dirty="0"/>
          </a:p>
        </p:txBody>
      </p:sp>
      <p:sp>
        <p:nvSpPr>
          <p:cNvPr id="43" name="Text 39"/>
          <p:cNvSpPr txBox="1"/>
          <p:nvPr/>
        </p:nvSpPr>
        <p:spPr>
          <a:xfrm>
            <a:off x="6766560" y="531164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44" name="Text 40"/>
          <p:cNvSpPr txBox="1"/>
          <p:nvPr/>
        </p:nvSpPr>
        <p:spPr>
          <a:xfrm>
            <a:off x="7223760" y="5311648"/>
            <a:ext cx="4343400" cy="577088"/>
          </a:xfrm>
          <a:prstGeom prst="rect">
            <a:avLst/>
          </a:prstGeom>
          <a:noFill/>
          <a:ln/>
        </p:spPr>
        <p:txBody>
          <a:bodyPr wrap="square" lIns="0" tIns="0" rIns="0" bIns="0" rtlCol="0" anchor="ctr"/>
          <a:lstStyle/>
          <a:p>
            <a:pPr algn="l" indent="0" marL="0">
              <a:buNone/>
            </a:pPr>
            <a:r>
              <a:rPr lang="en-US" sz="1500" dirty="0">
                <a:solidFill>
                  <a:schemeClr val="tx2"/>
                </a:solidFill>
              </a:rPr>
              <a:t>« </a:t>
            </a:r>
            <a:r>
              <a:rPr lang="en-US" sz="1500" i="1" dirty="0">
                <a:solidFill>
                  <a:schemeClr val="tx2"/>
                </a:solidFill>
              </a:rPr>
              <a:t>I travelled by train.</a:t>
            </a:r>
            <a:r>
              <a:rPr lang="en-US" sz="1500" dirty="0">
                <a:solidFill>
                  <a:schemeClr val="tx2"/>
                </a:solidFill>
              </a:rPr>
              <a:t> »</a:t>
            </a:r>
            <a:endParaRPr lang="en-US" sz="1500" dirty="0"/>
          </a:p>
        </p:txBody>
      </p:sp>
      <p:sp>
        <p:nvSpPr>
          <p:cNvPr id="45" name="Text 4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N° 6 : aussi </a:t>
            </a:r>
            <a:r>
              <a:rPr lang="en-US" sz="1300" i="1" dirty="0">
                <a:solidFill>
                  <a:schemeClr val="accent5"/>
                </a:solidFill>
              </a:rPr>
              <a:t>How did you go there?</a:t>
            </a:r>
            <a:r>
              <a:rPr lang="en-US" sz="1300" i="1" dirty="0">
                <a:solidFill>
                  <a:schemeClr val="accent5"/>
                </a:solidFill>
              </a:rPr>
              <a:t>. Toujours : question word + </a:t>
            </a:r>
            <a:r>
              <a:rPr lang="en-US" sz="1300" i="1" dirty="0">
                <a:solidFill>
                  <a:schemeClr val="accent5"/>
                </a:solidFill>
              </a:rPr>
              <a:t>did</a:t>
            </a:r>
            <a:r>
              <a:rPr lang="en-US" sz="1300" i="1" dirty="0">
                <a:solidFill>
                  <a:schemeClr val="accent5"/>
                </a:solidFill>
              </a:rPr>
              <a:t> + subject + base.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8 — The detective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Lucas writes to Emma about his trip to Rome. Find the 5 mistakes.</a:t>
            </a:r>
            <a:endParaRPr lang="en-US" sz="1700" dirty="0"/>
          </a:p>
        </p:txBody>
      </p:sp>
      <p:sp>
        <p:nvSpPr>
          <p:cNvPr id="8" name="Shape 4"/>
          <p:cNvSpPr/>
          <p:nvPr/>
        </p:nvSpPr>
        <p:spPr>
          <a:xfrm>
            <a:off x="548640" y="1932432"/>
            <a:ext cx="8229600" cy="4358640"/>
          </a:xfrm>
          <a:prstGeom prst="roundRect">
            <a:avLst>
              <a:gd name="adj" fmla="val 1678"/>
            </a:avLst>
          </a:prstGeom>
          <a:solidFill>
            <a:srgbClr val="FFFDF7"/>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760720" y="2206752"/>
            <a:ext cx="914" cy="3810000"/>
          </a:xfrm>
          <a:prstGeom prst="line">
            <a:avLst/>
          </a:prstGeom>
          <a:noFill/>
          <a:ln w="12700">
            <a:solidFill>
              <a:srgbClr val="D5DCE6"/>
            </a:solidFill>
            <a:prstDash val="solid"/>
          </a:ln>
        </p:spPr>
      </p:sp>
      <p:pic>
        <p:nvPicPr>
          <p:cNvPr id="10" name="Image 1" descr="classical building">    </p:cNvPr>
          <p:cNvPicPr>
            <a:picLocks noChangeAspect="1"/>
          </p:cNvPicPr>
          <p:nvPr/>
        </p:nvPicPr>
        <p:blipFill>
          <a:blip r:embed="rId2"/>
          <a:stretch>
            <a:fillRect/>
          </a:stretch>
        </p:blipFill>
        <p:spPr>
          <a:xfrm>
            <a:off x="6949440" y="2161032"/>
            <a:ext cx="1097280" cy="1097280"/>
          </a:xfrm>
          <a:prstGeom prst="rect">
            <a:avLst/>
          </a:prstGeom>
        </p:spPr>
      </p:pic>
      <p:sp>
        <p:nvSpPr>
          <p:cNvPr id="11" name="Text 6"/>
          <p:cNvSpPr txBox="1"/>
          <p:nvPr/>
        </p:nvSpPr>
        <p:spPr>
          <a:xfrm>
            <a:off x="5943600" y="3395472"/>
            <a:ext cx="2743200" cy="1097280"/>
          </a:xfrm>
          <a:prstGeom prst="rect">
            <a:avLst/>
          </a:prstGeom>
          <a:noFill/>
          <a:ln/>
        </p:spPr>
        <p:txBody>
          <a:bodyPr wrap="square" lIns="0" tIns="0" rIns="0" bIns="0" rtlCol="0" anchor="t"/>
          <a:lstStyle/>
          <a:p>
            <a:pPr algn="l" indent="0" marL="0">
              <a:spcAft>
                <a:spcPts val="200"/>
              </a:spcAft>
              <a:buNone/>
            </a:pPr>
            <a:r>
              <a:rPr lang="en-US" sz="1300" i="1" dirty="0">
                <a:solidFill>
                  <a:schemeClr val="accent5"/>
                </a:solidFill>
              </a:rPr>
              <a:t>To: Emma Smith</a:t>
            </a:r>
            <a:endParaRPr lang="en-US" sz="1300" dirty="0"/>
          </a:p>
          <a:p>
            <a:pPr algn="l" indent="0" marL="0">
              <a:spcAft>
                <a:spcPts val="200"/>
              </a:spcAft>
              <a:buNone/>
            </a:pPr>
            <a:r>
              <a:rPr lang="en-US" sz="1300" i="1" dirty="0">
                <a:solidFill>
                  <a:schemeClr val="accent5"/>
                </a:solidFill>
              </a:rPr>
              <a:t>12 Park Road</a:t>
            </a:r>
            <a:endParaRPr lang="en-US" sz="1300" dirty="0"/>
          </a:p>
          <a:p>
            <a:pPr algn="l" indent="0" marL="0">
              <a:spcAft>
                <a:spcPts val="200"/>
              </a:spcAft>
              <a:buNone/>
            </a:pPr>
            <a:r>
              <a:rPr lang="en-US" sz="1300" i="1" dirty="0">
                <a:solidFill>
                  <a:schemeClr val="accent5"/>
                </a:solidFill>
              </a:rPr>
              <a:t>Brighton, UK</a:t>
            </a:r>
            <a:endParaRPr lang="en-US" sz="1300" dirty="0"/>
          </a:p>
        </p:txBody>
      </p:sp>
      <p:sp>
        <p:nvSpPr>
          <p:cNvPr id="12" name="Text 7"/>
          <p:cNvSpPr txBox="1"/>
          <p:nvPr/>
        </p:nvSpPr>
        <p:spPr>
          <a:xfrm>
            <a:off x="777240" y="2115312"/>
            <a:ext cx="4846320" cy="3992880"/>
          </a:xfrm>
          <a:prstGeom prst="rect">
            <a:avLst/>
          </a:prstGeom>
          <a:noFill/>
          <a:ln/>
        </p:spPr>
        <p:txBody>
          <a:bodyPr wrap="square" lIns="0" tIns="0" rIns="0" bIns="0" rtlCol="0" anchor="t"/>
          <a:lstStyle/>
          <a:p>
            <a:pPr algn="l" indent="0" marL="0">
              <a:lnSpc>
                <a:spcPct val="115000"/>
              </a:lnSpc>
              <a:spcAft>
                <a:spcPts val="600"/>
              </a:spcAft>
              <a:buNone/>
            </a:pPr>
            <a:r>
              <a:rPr lang="en-US" sz="1550" i="1" dirty="0">
                <a:solidFill>
                  <a:schemeClr val="tx1"/>
                </a:solidFill>
              </a:rPr>
              <a:t>Hi Emma!</a:t>
            </a:r>
            <a:endParaRPr lang="en-US" sz="1550" dirty="0"/>
          </a:p>
          <a:p>
            <a:pPr algn="l" indent="0" marL="0">
              <a:lnSpc>
                <a:spcPct val="115000"/>
              </a:lnSpc>
              <a:spcAft>
                <a:spcPts val="600"/>
              </a:spcAft>
              <a:buNone/>
            </a:pPr>
            <a:r>
              <a:rPr lang="en-US" sz="1550" i="1" dirty="0">
                <a:solidFill>
                  <a:schemeClr val="tx1"/>
                </a:solidFill>
              </a:rPr>
              <a:t>Last week we </a:t>
            </a:r>
            <a:r>
              <a:rPr lang="en-US" sz="1550" i="1" dirty="0">
                <a:solidFill>
                  <a:schemeClr val="tx1"/>
                </a:solidFill>
              </a:rPr>
              <a:t>have visited</a:t>
            </a:r>
            <a:r>
              <a:rPr lang="en-US" sz="1550" i="1" dirty="0">
                <a:solidFill>
                  <a:schemeClr val="tx1"/>
                </a:solidFill>
              </a:rPr>
              <a:t> Rome. It was amazing! On Monday we </a:t>
            </a:r>
            <a:r>
              <a:rPr lang="en-US" sz="1550" i="1" dirty="0">
                <a:solidFill>
                  <a:schemeClr val="tx1"/>
                </a:solidFill>
              </a:rPr>
              <a:t>goed</a:t>
            </a:r>
            <a:r>
              <a:rPr lang="en-US" sz="1550" i="1" dirty="0">
                <a:solidFill>
                  <a:schemeClr val="tx1"/>
                </a:solidFill>
              </a:rPr>
              <a:t> to the Colosseum and we </a:t>
            </a:r>
            <a:r>
              <a:rPr lang="en-US" sz="1550" i="1" dirty="0">
                <a:solidFill>
                  <a:schemeClr val="tx1"/>
                </a:solidFill>
              </a:rPr>
              <a:t>eated</a:t>
            </a:r>
            <a:r>
              <a:rPr lang="en-US" sz="1550" i="1" dirty="0">
                <a:solidFill>
                  <a:schemeClr val="tx1"/>
                </a:solidFill>
              </a:rPr>
              <a:t> a lot of pizza. On Tuesday it rained, so we stayed at the hotel. </a:t>
            </a:r>
            <a:r>
              <a:rPr lang="en-US" sz="1550" i="1" dirty="0">
                <a:solidFill>
                  <a:schemeClr val="tx1"/>
                </a:solidFill>
              </a:rPr>
              <a:t>Did you received</a:t>
            </a:r>
            <a:r>
              <a:rPr lang="en-US" sz="1550" i="1" dirty="0">
                <a:solidFill>
                  <a:schemeClr val="tx1"/>
                </a:solidFill>
              </a:rPr>
              <a:t> my message? I </a:t>
            </a:r>
            <a:r>
              <a:rPr lang="en-US" sz="1550" i="1" dirty="0">
                <a:solidFill>
                  <a:schemeClr val="tx1"/>
                </a:solidFill>
              </a:rPr>
              <a:t>studyed</a:t>
            </a:r>
            <a:r>
              <a:rPr lang="en-US" sz="1550" i="1" dirty="0">
                <a:solidFill>
                  <a:schemeClr val="tx1"/>
                </a:solidFill>
              </a:rPr>
              <a:t> Italian for this trip!</a:t>
            </a:r>
            <a:endParaRPr lang="en-US" sz="1550" dirty="0"/>
          </a:p>
          <a:p>
            <a:pPr algn="l" indent="0" marL="0">
              <a:lnSpc>
                <a:spcPct val="115000"/>
              </a:lnSpc>
              <a:spcAft>
                <a:spcPts val="600"/>
              </a:spcAft>
              <a:buNone/>
            </a:pPr>
            <a:r>
              <a:rPr lang="en-US" sz="1550" i="1" dirty="0">
                <a:solidFill>
                  <a:schemeClr val="tx1"/>
                </a:solidFill>
              </a:rPr>
              <a:t>Love, Lucas</a:t>
            </a:r>
            <a:endParaRPr lang="en-US" sz="1550" dirty="0"/>
          </a:p>
        </p:txBody>
      </p:sp>
      <p:pic>
        <p:nvPicPr>
          <p:cNvPr id="13"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4"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mistakes?</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8 — The detective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Lucas writes to Emma about his trip to Rome. Find the 5 mistakes.</a:t>
            </a:r>
            <a:endParaRPr lang="en-US" sz="1700" dirty="0"/>
          </a:p>
        </p:txBody>
      </p:sp>
      <p:sp>
        <p:nvSpPr>
          <p:cNvPr id="9" name="Shape 5"/>
          <p:cNvSpPr/>
          <p:nvPr/>
        </p:nvSpPr>
        <p:spPr>
          <a:xfrm>
            <a:off x="548640" y="1932432"/>
            <a:ext cx="8229600" cy="4358640"/>
          </a:xfrm>
          <a:prstGeom prst="roundRect">
            <a:avLst>
              <a:gd name="adj" fmla="val 1678"/>
            </a:avLst>
          </a:prstGeom>
          <a:solidFill>
            <a:srgbClr val="FFFDF7"/>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760720" y="2206752"/>
            <a:ext cx="914" cy="3810000"/>
          </a:xfrm>
          <a:prstGeom prst="line">
            <a:avLst/>
          </a:prstGeom>
          <a:noFill/>
          <a:ln w="12700">
            <a:solidFill>
              <a:srgbClr val="D5DCE6"/>
            </a:solidFill>
            <a:prstDash val="solid"/>
          </a:ln>
        </p:spPr>
      </p:sp>
      <p:pic>
        <p:nvPicPr>
          <p:cNvPr id="11" name="Image 1" descr="classical building">    </p:cNvPr>
          <p:cNvPicPr>
            <a:picLocks noChangeAspect="1"/>
          </p:cNvPicPr>
          <p:nvPr/>
        </p:nvPicPr>
        <p:blipFill>
          <a:blip r:embed="rId2"/>
          <a:stretch>
            <a:fillRect/>
          </a:stretch>
        </p:blipFill>
        <p:spPr>
          <a:xfrm>
            <a:off x="6949440" y="2161032"/>
            <a:ext cx="1097280" cy="1097280"/>
          </a:xfrm>
          <a:prstGeom prst="rect">
            <a:avLst/>
          </a:prstGeom>
        </p:spPr>
      </p:pic>
      <p:sp>
        <p:nvSpPr>
          <p:cNvPr id="12" name="Text 7"/>
          <p:cNvSpPr txBox="1"/>
          <p:nvPr/>
        </p:nvSpPr>
        <p:spPr>
          <a:xfrm>
            <a:off x="5943600" y="3395472"/>
            <a:ext cx="2743200" cy="1097280"/>
          </a:xfrm>
          <a:prstGeom prst="rect">
            <a:avLst/>
          </a:prstGeom>
          <a:noFill/>
          <a:ln/>
        </p:spPr>
        <p:txBody>
          <a:bodyPr wrap="square" lIns="0" tIns="0" rIns="0" bIns="0" rtlCol="0" anchor="t"/>
          <a:lstStyle/>
          <a:p>
            <a:pPr algn="l" indent="0" marL="0">
              <a:spcAft>
                <a:spcPts val="200"/>
              </a:spcAft>
              <a:buNone/>
            </a:pPr>
            <a:r>
              <a:rPr lang="en-US" sz="1300" i="1" dirty="0">
                <a:solidFill>
                  <a:schemeClr val="accent5"/>
                </a:solidFill>
              </a:rPr>
              <a:t>To: Emma Smith</a:t>
            </a:r>
            <a:endParaRPr lang="en-US" sz="1300" dirty="0"/>
          </a:p>
          <a:p>
            <a:pPr algn="l" indent="0" marL="0">
              <a:spcAft>
                <a:spcPts val="200"/>
              </a:spcAft>
              <a:buNone/>
            </a:pPr>
            <a:r>
              <a:rPr lang="en-US" sz="1300" i="1" dirty="0">
                <a:solidFill>
                  <a:schemeClr val="accent5"/>
                </a:solidFill>
              </a:rPr>
              <a:t>12 Park Road</a:t>
            </a:r>
            <a:endParaRPr lang="en-US" sz="1300" dirty="0"/>
          </a:p>
          <a:p>
            <a:pPr algn="l" indent="0" marL="0">
              <a:spcAft>
                <a:spcPts val="200"/>
              </a:spcAft>
              <a:buNone/>
            </a:pPr>
            <a:r>
              <a:rPr lang="en-US" sz="1300" i="1" dirty="0">
                <a:solidFill>
                  <a:schemeClr val="accent5"/>
                </a:solidFill>
              </a:rPr>
              <a:t>Brighton, UK</a:t>
            </a:r>
            <a:endParaRPr lang="en-US" sz="1300" dirty="0"/>
          </a:p>
        </p:txBody>
      </p:sp>
      <p:sp>
        <p:nvSpPr>
          <p:cNvPr id="13" name="Text 8"/>
          <p:cNvSpPr txBox="1"/>
          <p:nvPr/>
        </p:nvSpPr>
        <p:spPr>
          <a:xfrm>
            <a:off x="777240" y="2115312"/>
            <a:ext cx="4846320" cy="3992880"/>
          </a:xfrm>
          <a:prstGeom prst="rect">
            <a:avLst/>
          </a:prstGeom>
          <a:noFill/>
          <a:ln/>
        </p:spPr>
        <p:txBody>
          <a:bodyPr wrap="square" lIns="0" tIns="0" rIns="0" bIns="0" rtlCol="0" anchor="t"/>
          <a:lstStyle/>
          <a:p>
            <a:pPr algn="l" indent="0" marL="0">
              <a:lnSpc>
                <a:spcPct val="115000"/>
              </a:lnSpc>
              <a:spcAft>
                <a:spcPts val="600"/>
              </a:spcAft>
              <a:buNone/>
            </a:pPr>
            <a:r>
              <a:rPr lang="en-US" sz="1550" i="1" dirty="0">
                <a:solidFill>
                  <a:schemeClr val="tx1"/>
                </a:solidFill>
              </a:rPr>
              <a:t>Hi Emma!</a:t>
            </a:r>
            <a:endParaRPr lang="en-US" sz="1550" dirty="0"/>
          </a:p>
          <a:p>
            <a:pPr algn="l" indent="0" marL="0">
              <a:lnSpc>
                <a:spcPct val="115000"/>
              </a:lnSpc>
              <a:spcAft>
                <a:spcPts val="600"/>
              </a:spcAft>
              <a:buNone/>
            </a:pPr>
            <a:r>
              <a:rPr lang="en-US" sz="1550" i="1" dirty="0">
                <a:solidFill>
                  <a:schemeClr val="tx1"/>
                </a:solidFill>
              </a:rPr>
              <a:t>Last week we </a:t>
            </a:r>
            <a:r>
              <a:rPr lang="en-US" sz="1550" i="1" strike="sngStrike" dirty="0">
                <a:solidFill>
                  <a:schemeClr val="accent6"/>
                </a:solidFill>
              </a:rPr>
              <a:t>have visited</a:t>
            </a:r>
            <a:r>
              <a:rPr lang="en-US" sz="1550" b="1" i="1" dirty="0">
                <a:solidFill>
                  <a:schemeClr val="accent3"/>
                </a:solidFill>
              </a:rPr>
              <a:t> visited</a:t>
            </a:r>
            <a:r>
              <a:rPr lang="en-US" sz="1550" i="1" dirty="0">
                <a:solidFill>
                  <a:schemeClr val="tx1"/>
                </a:solidFill>
              </a:rPr>
              <a:t> Rome. It was amazing! On Monday we </a:t>
            </a:r>
            <a:r>
              <a:rPr lang="en-US" sz="1550" i="1" strike="sngStrike" dirty="0">
                <a:solidFill>
                  <a:schemeClr val="accent6"/>
                </a:solidFill>
              </a:rPr>
              <a:t>goed</a:t>
            </a:r>
            <a:r>
              <a:rPr lang="en-US" sz="1550" b="1" i="1" dirty="0">
                <a:solidFill>
                  <a:schemeClr val="accent3"/>
                </a:solidFill>
              </a:rPr>
              <a:t> went</a:t>
            </a:r>
            <a:r>
              <a:rPr lang="en-US" sz="1550" i="1" dirty="0">
                <a:solidFill>
                  <a:schemeClr val="tx1"/>
                </a:solidFill>
              </a:rPr>
              <a:t> to the Colosseum and we </a:t>
            </a:r>
            <a:r>
              <a:rPr lang="en-US" sz="1550" i="1" strike="sngStrike" dirty="0">
                <a:solidFill>
                  <a:schemeClr val="accent6"/>
                </a:solidFill>
              </a:rPr>
              <a:t>eated</a:t>
            </a:r>
            <a:r>
              <a:rPr lang="en-US" sz="1550" b="1" i="1" dirty="0">
                <a:solidFill>
                  <a:schemeClr val="accent3"/>
                </a:solidFill>
              </a:rPr>
              <a:t> ate</a:t>
            </a:r>
            <a:r>
              <a:rPr lang="en-US" sz="1550" i="1" dirty="0">
                <a:solidFill>
                  <a:schemeClr val="tx1"/>
                </a:solidFill>
              </a:rPr>
              <a:t> a lot of pizza. On Tuesday it rained, so we stayed at the hotel. </a:t>
            </a:r>
            <a:r>
              <a:rPr lang="en-US" sz="1550" i="1" strike="sngStrike" dirty="0">
                <a:solidFill>
                  <a:schemeClr val="accent6"/>
                </a:solidFill>
              </a:rPr>
              <a:t>Did you received</a:t>
            </a:r>
            <a:r>
              <a:rPr lang="en-US" sz="1550" b="1" i="1" dirty="0">
                <a:solidFill>
                  <a:schemeClr val="accent3"/>
                </a:solidFill>
              </a:rPr>
              <a:t> Did you receive</a:t>
            </a:r>
            <a:r>
              <a:rPr lang="en-US" sz="1550" i="1" dirty="0">
                <a:solidFill>
                  <a:schemeClr val="tx1"/>
                </a:solidFill>
              </a:rPr>
              <a:t> my message? I </a:t>
            </a:r>
            <a:r>
              <a:rPr lang="en-US" sz="1550" i="1" strike="sngStrike" dirty="0">
                <a:solidFill>
                  <a:schemeClr val="accent6"/>
                </a:solidFill>
              </a:rPr>
              <a:t>studyed</a:t>
            </a:r>
            <a:r>
              <a:rPr lang="en-US" sz="1550" b="1" i="1" dirty="0">
                <a:solidFill>
                  <a:schemeClr val="accent3"/>
                </a:solidFill>
              </a:rPr>
              <a:t> studied</a:t>
            </a:r>
            <a:r>
              <a:rPr lang="en-US" sz="1550" i="1" dirty="0">
                <a:solidFill>
                  <a:schemeClr val="tx1"/>
                </a:solidFill>
              </a:rPr>
              <a:t> Italian for this trip!</a:t>
            </a:r>
            <a:endParaRPr lang="en-US" sz="1550" dirty="0"/>
          </a:p>
          <a:p>
            <a:pPr algn="l" indent="0" marL="0">
              <a:lnSpc>
                <a:spcPct val="115000"/>
              </a:lnSpc>
              <a:spcAft>
                <a:spcPts val="600"/>
              </a:spcAft>
              <a:buNone/>
            </a:pPr>
            <a:r>
              <a:rPr lang="en-US" sz="1550" i="1" dirty="0">
                <a:solidFill>
                  <a:schemeClr val="tx1"/>
                </a:solidFill>
              </a:rPr>
              <a:t>Love, Lucas</a:t>
            </a:r>
            <a:endParaRPr lang="en-US" sz="1550" dirty="0"/>
          </a:p>
        </p:txBody>
      </p:sp>
      <p:pic>
        <p:nvPicPr>
          <p:cNvPr id="14"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5"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6"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mistakes ✓</a:t>
            </a:r>
            <a:endParaRPr lang="en-US" sz="2200" dirty="0"/>
          </a:p>
        </p:txBody>
      </p:sp>
      <p:sp>
        <p:nvSpPr>
          <p:cNvPr id="17"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300" i="1" dirty="0">
                <a:solidFill>
                  <a:schemeClr val="accent5"/>
                </a:solidFill>
              </a:rPr>
              <a:t>Correct : </a:t>
            </a:r>
            <a:r>
              <a:rPr lang="en-US" sz="1300" i="1" dirty="0">
                <a:solidFill>
                  <a:schemeClr val="accent5"/>
                </a:solidFill>
              </a:rPr>
              <a:t>It was amazing · it rained · we stayed</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9 — Two truths and a lie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performing arts">    </p:cNvPr>
          <p:cNvPicPr>
            <a:picLocks noChangeAspect="1"/>
          </p:cNvPicPr>
          <p:nvPr/>
        </p:nvPicPr>
        <p:blipFill>
          <a:blip r:embed="rId1"/>
          <a:stretch>
            <a:fillRect/>
          </a:stretch>
        </p:blipFill>
        <p:spPr>
          <a:xfrm>
            <a:off x="548640" y="1371600"/>
            <a:ext cx="822960" cy="822960"/>
          </a:xfrm>
          <a:prstGeom prst="rect">
            <a:avLst/>
          </a:prstGeom>
        </p:spPr>
      </p:pic>
      <p:sp>
        <p:nvSpPr>
          <p:cNvPr id="7" name="Text 3"/>
          <p:cNvSpPr txBox="1"/>
          <p:nvPr/>
        </p:nvSpPr>
        <p:spPr>
          <a:xfrm>
            <a:off x="1508760" y="1371600"/>
            <a:ext cx="10149840" cy="822960"/>
          </a:xfrm>
          <a:prstGeom prst="rect">
            <a:avLst/>
          </a:prstGeom>
          <a:noFill/>
          <a:ln/>
        </p:spPr>
        <p:txBody>
          <a:bodyPr wrap="square" lIns="0" tIns="0" rIns="0" bIns="0" rtlCol="0" anchor="ctr"/>
          <a:lstStyle/>
          <a:p>
            <a:pPr algn="l" indent="0" marL="0">
              <a:buNone/>
            </a:pPr>
            <a:r>
              <a:rPr lang="en-US" sz="1700" dirty="0">
                <a:solidFill>
                  <a:schemeClr val="tx1"/>
                </a:solidFill>
              </a:rPr>
              <a:t>Write </a:t>
            </a:r>
            <a:r>
              <a:rPr lang="en-US" sz="1700" b="1" dirty="0">
                <a:solidFill>
                  <a:schemeClr val="tx1"/>
                </a:solidFill>
              </a:rPr>
              <a:t>3 sentences</a:t>
            </a:r>
            <a:r>
              <a:rPr lang="en-US" sz="1700" dirty="0">
                <a:solidFill>
                  <a:schemeClr val="tx1"/>
                </a:solidFill>
              </a:rPr>
              <a:t> about your past: </a:t>
            </a:r>
            <a:r>
              <a:rPr lang="en-US" sz="1700" b="1" dirty="0">
                <a:solidFill>
                  <a:schemeClr val="tx1"/>
                </a:solidFill>
              </a:rPr>
              <a:t>2 true</a:t>
            </a:r>
            <a:r>
              <a:rPr lang="en-US" sz="1700" dirty="0">
                <a:solidFill>
                  <a:schemeClr val="tx1"/>
                </a:solidFill>
              </a:rPr>
              <a:t>, </a:t>
            </a:r>
            <a:r>
              <a:rPr lang="en-US" sz="1700" b="1" dirty="0">
                <a:solidFill>
                  <a:schemeClr val="tx1"/>
                </a:solidFill>
              </a:rPr>
              <a:t>1 false</a:t>
            </a:r>
            <a:r>
              <a:rPr lang="en-US" sz="1700" dirty="0">
                <a:solidFill>
                  <a:schemeClr val="tx1"/>
                </a:solidFill>
              </a:rPr>
              <a:t>. The group asks questions, then guesses the lie!</a:t>
            </a:r>
            <a:endParaRPr lang="en-US" sz="1700" dirty="0"/>
          </a:p>
        </p:txBody>
      </p:sp>
      <p:sp>
        <p:nvSpPr>
          <p:cNvPr id="8" name="Shape 4"/>
          <p:cNvSpPr/>
          <p:nvPr/>
        </p:nvSpPr>
        <p:spPr>
          <a:xfrm rot="-120000">
            <a:off x="548640" y="2423160"/>
            <a:ext cx="3575304" cy="1828800"/>
          </a:xfrm>
          <a:prstGeom prst="roundRect">
            <a:avLst>
              <a:gd name="adj" fmla="val 600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9" name="Image 1" descr="star struck">    </p:cNvPr>
          <p:cNvPicPr>
            <a:picLocks noChangeAspect="1"/>
          </p:cNvPicPr>
          <p:nvPr/>
        </p:nvPicPr>
        <p:blipFill>
          <a:blip r:embed="rId2"/>
          <a:stretch>
            <a:fillRect/>
          </a:stretch>
        </p:blipFill>
        <p:spPr>
          <a:xfrm>
            <a:off x="1970532" y="2560320"/>
            <a:ext cx="731520" cy="731520"/>
          </a:xfrm>
          <a:prstGeom prst="rect">
            <a:avLst/>
          </a:prstGeom>
        </p:spPr>
      </p:pic>
      <p:sp>
        <p:nvSpPr>
          <p:cNvPr id="10" name="Text 5"/>
          <p:cNvSpPr txBox="1"/>
          <p:nvPr/>
        </p:nvSpPr>
        <p:spPr>
          <a:xfrm>
            <a:off x="731520" y="3337560"/>
            <a:ext cx="3209544" cy="822960"/>
          </a:xfrm>
          <a:prstGeom prst="rect">
            <a:avLst/>
          </a:prstGeom>
          <a:noFill/>
          <a:ln/>
        </p:spPr>
        <p:txBody>
          <a:bodyPr wrap="square" lIns="0" tIns="0" rIns="0" bIns="0" rtlCol="0" anchor="ctr"/>
          <a:lstStyle/>
          <a:p>
            <a:pPr algn="ctr" indent="0" marL="0">
              <a:buNone/>
            </a:pPr>
            <a:r>
              <a:rPr lang="en-US" sz="1700" i="1" dirty="0">
                <a:solidFill>
                  <a:schemeClr val="tx1"/>
                </a:solidFill>
              </a:rPr>
              <a:t>I </a:t>
            </a:r>
            <a:r>
              <a:rPr lang="en-US" sz="1700" b="1" i="1" dirty="0">
                <a:solidFill>
                  <a:srgbClr val="B4236A"/>
                </a:solidFill>
              </a:rPr>
              <a:t>met</a:t>
            </a:r>
            <a:r>
              <a:rPr lang="en-US" sz="1700" i="1" dirty="0">
                <a:solidFill>
                  <a:schemeClr val="tx1"/>
                </a:solidFill>
              </a:rPr>
              <a:t> a famous singer </a:t>
            </a:r>
            <a:r>
              <a:rPr lang="en-US" sz="1700" b="1" i="1" dirty="0">
                <a:solidFill>
                  <a:srgbClr val="D9700F"/>
                </a:solidFill>
              </a:rPr>
              <a:t>in 2015</a:t>
            </a:r>
            <a:r>
              <a:rPr lang="en-US" sz="1700" i="1" dirty="0">
                <a:solidFill>
                  <a:schemeClr val="tx1"/>
                </a:solidFill>
              </a:rPr>
              <a:t>.</a:t>
            </a:r>
            <a:endParaRPr lang="en-US" sz="1800" dirty="0"/>
          </a:p>
        </p:txBody>
      </p:sp>
      <p:sp>
        <p:nvSpPr>
          <p:cNvPr id="11" name="Text 6"/>
          <p:cNvSpPr txBox="1"/>
          <p:nvPr/>
        </p:nvSpPr>
        <p:spPr>
          <a:xfrm>
            <a:off x="3575304" y="2468880"/>
            <a:ext cx="411480" cy="411480"/>
          </a:xfrm>
          <a:prstGeom prst="rect">
            <a:avLst/>
          </a:prstGeom>
          <a:noFill/>
          <a:ln/>
        </p:spPr>
        <p:txBody>
          <a:bodyPr wrap="square" lIns="0" tIns="0" rIns="0" bIns="0" rtlCol="0" anchor="t"/>
          <a:lstStyle/>
          <a:p>
            <a:pPr algn="ctr" indent="0" marL="0">
              <a:buNone/>
            </a:pPr>
            <a:r>
              <a:rPr lang="en-US" sz="2000" b="1" dirty="0">
                <a:solidFill>
                  <a:schemeClr val="accent4"/>
                </a:solidFill>
              </a:rPr>
              <a:t>?</a:t>
            </a:r>
            <a:endParaRPr lang="en-US" sz="2000" dirty="0"/>
          </a:p>
        </p:txBody>
      </p:sp>
      <p:sp>
        <p:nvSpPr>
          <p:cNvPr id="12" name="Shape 7"/>
          <p:cNvSpPr/>
          <p:nvPr/>
        </p:nvSpPr>
        <p:spPr>
          <a:xfrm rot="60000">
            <a:off x="4306824" y="2423160"/>
            <a:ext cx="3575304" cy="1828800"/>
          </a:xfrm>
          <a:prstGeom prst="roundRect">
            <a:avLst>
              <a:gd name="adj" fmla="val 600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maple leaf">    </p:cNvPr>
          <p:cNvPicPr>
            <a:picLocks noChangeAspect="1"/>
          </p:cNvPicPr>
          <p:nvPr/>
        </p:nvPicPr>
        <p:blipFill>
          <a:blip r:embed="rId3"/>
          <a:stretch>
            <a:fillRect/>
          </a:stretch>
        </p:blipFill>
        <p:spPr>
          <a:xfrm>
            <a:off x="5728716" y="2560320"/>
            <a:ext cx="731520" cy="731520"/>
          </a:xfrm>
          <a:prstGeom prst="rect">
            <a:avLst/>
          </a:prstGeom>
        </p:spPr>
      </p:pic>
      <p:sp>
        <p:nvSpPr>
          <p:cNvPr id="14" name="Text 8"/>
          <p:cNvSpPr txBox="1"/>
          <p:nvPr/>
        </p:nvSpPr>
        <p:spPr>
          <a:xfrm>
            <a:off x="4489704" y="3337560"/>
            <a:ext cx="3209544" cy="822960"/>
          </a:xfrm>
          <a:prstGeom prst="rect">
            <a:avLst/>
          </a:prstGeom>
          <a:noFill/>
          <a:ln/>
        </p:spPr>
        <p:txBody>
          <a:bodyPr wrap="square" lIns="0" tIns="0" rIns="0" bIns="0" rtlCol="0" anchor="ctr"/>
          <a:lstStyle/>
          <a:p>
            <a:pPr algn="ctr" indent="0" marL="0">
              <a:buNone/>
            </a:pPr>
            <a:r>
              <a:rPr lang="en-US" sz="1700" i="1" dirty="0">
                <a:solidFill>
                  <a:schemeClr val="tx1"/>
                </a:solidFill>
              </a:rPr>
              <a:t>I </a:t>
            </a:r>
            <a:r>
              <a:rPr lang="en-US" sz="1700" b="1" i="1" dirty="0">
                <a:solidFill>
                  <a:srgbClr val="B4236A"/>
                </a:solidFill>
              </a:rPr>
              <a:t>lived</a:t>
            </a:r>
            <a:r>
              <a:rPr lang="en-US" sz="1700" i="1" dirty="0">
                <a:solidFill>
                  <a:schemeClr val="tx1"/>
                </a:solidFill>
              </a:rPr>
              <a:t> in Canada </a:t>
            </a:r>
            <a:r>
              <a:rPr lang="en-US" sz="1700" b="1" i="1" dirty="0">
                <a:solidFill>
                  <a:srgbClr val="D9700F"/>
                </a:solidFill>
              </a:rPr>
              <a:t>when I was a child</a:t>
            </a:r>
            <a:r>
              <a:rPr lang="en-US" sz="1700" i="1" dirty="0">
                <a:solidFill>
                  <a:schemeClr val="tx1"/>
                </a:solidFill>
              </a:rPr>
              <a:t>.</a:t>
            </a:r>
            <a:endParaRPr lang="en-US" sz="1800" dirty="0"/>
          </a:p>
        </p:txBody>
      </p:sp>
      <p:sp>
        <p:nvSpPr>
          <p:cNvPr id="15" name="Text 9"/>
          <p:cNvSpPr txBox="1"/>
          <p:nvPr/>
        </p:nvSpPr>
        <p:spPr>
          <a:xfrm>
            <a:off x="7333488" y="2468880"/>
            <a:ext cx="411480" cy="411480"/>
          </a:xfrm>
          <a:prstGeom prst="rect">
            <a:avLst/>
          </a:prstGeom>
          <a:noFill/>
          <a:ln/>
        </p:spPr>
        <p:txBody>
          <a:bodyPr wrap="square" lIns="0" tIns="0" rIns="0" bIns="0" rtlCol="0" anchor="t"/>
          <a:lstStyle/>
          <a:p>
            <a:pPr algn="ctr" indent="0" marL="0">
              <a:buNone/>
            </a:pPr>
            <a:r>
              <a:rPr lang="en-US" sz="2000" b="1" dirty="0">
                <a:solidFill>
                  <a:schemeClr val="accent4"/>
                </a:solidFill>
              </a:rPr>
              <a:t>?</a:t>
            </a:r>
            <a:endParaRPr lang="en-US" sz="2000" dirty="0"/>
          </a:p>
        </p:txBody>
      </p:sp>
      <p:sp>
        <p:nvSpPr>
          <p:cNvPr id="16" name="Shape 10"/>
          <p:cNvSpPr/>
          <p:nvPr/>
        </p:nvSpPr>
        <p:spPr>
          <a:xfrm rot="-60000">
            <a:off x="8065008" y="2423160"/>
            <a:ext cx="3575304" cy="1828800"/>
          </a:xfrm>
          <a:prstGeom prst="roundRect">
            <a:avLst>
              <a:gd name="adj" fmla="val 600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7" name="Image 3" descr="adhesive bandage">    </p:cNvPr>
          <p:cNvPicPr>
            <a:picLocks noChangeAspect="1"/>
          </p:cNvPicPr>
          <p:nvPr/>
        </p:nvPicPr>
        <p:blipFill>
          <a:blip r:embed="rId4"/>
          <a:stretch>
            <a:fillRect/>
          </a:stretch>
        </p:blipFill>
        <p:spPr>
          <a:xfrm>
            <a:off x="9486900" y="2560320"/>
            <a:ext cx="731520" cy="731520"/>
          </a:xfrm>
          <a:prstGeom prst="rect">
            <a:avLst/>
          </a:prstGeom>
        </p:spPr>
      </p:pic>
      <p:sp>
        <p:nvSpPr>
          <p:cNvPr id="18" name="Text 11"/>
          <p:cNvSpPr txBox="1"/>
          <p:nvPr/>
        </p:nvSpPr>
        <p:spPr>
          <a:xfrm>
            <a:off x="8247888" y="3337560"/>
            <a:ext cx="3209544" cy="822960"/>
          </a:xfrm>
          <a:prstGeom prst="rect">
            <a:avLst/>
          </a:prstGeom>
          <a:noFill/>
          <a:ln/>
        </p:spPr>
        <p:txBody>
          <a:bodyPr wrap="square" lIns="0" tIns="0" rIns="0" bIns="0" rtlCol="0" anchor="ctr"/>
          <a:lstStyle/>
          <a:p>
            <a:pPr algn="ctr" indent="0" marL="0">
              <a:buNone/>
            </a:pPr>
            <a:r>
              <a:rPr lang="en-US" sz="1700" i="1" dirty="0">
                <a:solidFill>
                  <a:schemeClr val="tx1"/>
                </a:solidFill>
              </a:rPr>
              <a:t>I </a:t>
            </a:r>
            <a:r>
              <a:rPr lang="en-US" sz="1700" b="1" i="1" dirty="0">
                <a:solidFill>
                  <a:srgbClr val="B4236A"/>
                </a:solidFill>
              </a:rPr>
              <a:t>broke</a:t>
            </a:r>
            <a:r>
              <a:rPr lang="en-US" sz="1700" i="1" dirty="0">
                <a:solidFill>
                  <a:schemeClr val="tx1"/>
                </a:solidFill>
              </a:rPr>
              <a:t> my arm </a:t>
            </a:r>
            <a:r>
              <a:rPr lang="en-US" sz="1700" b="1" i="1" dirty="0">
                <a:solidFill>
                  <a:srgbClr val="D9700F"/>
                </a:solidFill>
              </a:rPr>
              <a:t>last year</a:t>
            </a:r>
            <a:r>
              <a:rPr lang="en-US" sz="1700" i="1" dirty="0">
                <a:solidFill>
                  <a:schemeClr val="tx1"/>
                </a:solidFill>
              </a:rPr>
              <a:t>.</a:t>
            </a:r>
            <a:endParaRPr lang="en-US" sz="1800" dirty="0"/>
          </a:p>
        </p:txBody>
      </p:sp>
      <p:sp>
        <p:nvSpPr>
          <p:cNvPr id="19" name="Text 12"/>
          <p:cNvSpPr txBox="1"/>
          <p:nvPr/>
        </p:nvSpPr>
        <p:spPr>
          <a:xfrm>
            <a:off x="11091672" y="2468880"/>
            <a:ext cx="411480" cy="411480"/>
          </a:xfrm>
          <a:prstGeom prst="rect">
            <a:avLst/>
          </a:prstGeom>
          <a:noFill/>
          <a:ln/>
        </p:spPr>
        <p:txBody>
          <a:bodyPr wrap="square" lIns="0" tIns="0" rIns="0" bIns="0" rtlCol="0" anchor="t"/>
          <a:lstStyle/>
          <a:p>
            <a:pPr algn="ctr" indent="0" marL="0">
              <a:buNone/>
            </a:pPr>
            <a:r>
              <a:rPr lang="en-US" sz="2000" b="1" dirty="0">
                <a:solidFill>
                  <a:schemeClr val="accent4"/>
                </a:solidFill>
              </a:rPr>
              <a:t>?</a:t>
            </a:r>
            <a:endParaRPr lang="en-US" sz="2000" dirty="0"/>
          </a:p>
        </p:txBody>
      </p:sp>
      <p:sp>
        <p:nvSpPr>
          <p:cNvPr id="20" name="Shape 13"/>
          <p:cNvSpPr/>
          <p:nvPr/>
        </p:nvSpPr>
        <p:spPr>
          <a:xfrm>
            <a:off x="548640" y="4480560"/>
            <a:ext cx="11091672" cy="1691640"/>
          </a:xfrm>
          <a:prstGeom prst="roundRect">
            <a:avLst>
              <a:gd name="adj" fmla="val 6486"/>
            </a:avLst>
          </a:prstGeom>
          <a:solidFill>
            <a:srgbClr val="E8F4EC"/>
          </a:solidFill>
          <a:ln w="19050">
            <a:solidFill>
              <a:srgbClr val="2E7D4F"/>
            </a:solidFill>
            <a:prstDash val="solid"/>
          </a:ln>
        </p:spPr>
      </p:sp>
      <p:sp>
        <p:nvSpPr>
          <p:cNvPr id="21" name="Text 14"/>
          <p:cNvSpPr txBox="1"/>
          <p:nvPr/>
        </p:nvSpPr>
        <p:spPr>
          <a:xfrm>
            <a:off x="777240" y="4526280"/>
            <a:ext cx="2743200" cy="365760"/>
          </a:xfrm>
          <a:prstGeom prst="rect">
            <a:avLst/>
          </a:prstGeom>
          <a:noFill/>
          <a:ln/>
        </p:spPr>
        <p:txBody>
          <a:bodyPr wrap="square" lIns="0" tIns="0" rIns="0" bIns="0" rtlCol="0" anchor="t"/>
          <a:lstStyle/>
          <a:p>
            <a:pPr algn="l" indent="0" marL="0">
              <a:buNone/>
            </a:pPr>
            <a:r>
              <a:rPr lang="en-US" sz="1500" b="1" spc="100" kern="0" dirty="0">
                <a:solidFill>
                  <a:schemeClr val="accent3"/>
                </a:solidFill>
              </a:rPr>
              <a:t>ASK!</a:t>
            </a:r>
            <a:endParaRPr lang="en-US" sz="1500" dirty="0"/>
          </a:p>
        </p:txBody>
      </p:sp>
      <p:sp>
        <p:nvSpPr>
          <p:cNvPr id="22" name="Text 15"/>
          <p:cNvSpPr txBox="1"/>
          <p:nvPr/>
        </p:nvSpPr>
        <p:spPr>
          <a:xfrm>
            <a:off x="777240" y="4892040"/>
            <a:ext cx="10698480" cy="548640"/>
          </a:xfrm>
          <a:prstGeom prst="rect">
            <a:avLst/>
          </a:prstGeom>
          <a:noFill/>
          <a:ln/>
        </p:spPr>
        <p:txBody>
          <a:bodyPr wrap="square" lIns="0" tIns="0" rIns="0" bIns="0" rtlCol="0" anchor="ctr"/>
          <a:lstStyle/>
          <a:p>
            <a:pPr algn="l" indent="0" marL="0">
              <a:buNone/>
            </a:pPr>
            <a:r>
              <a:rPr lang="en-US" sz="1700" i="1" dirty="0">
                <a:solidFill>
                  <a:schemeClr val="tx1"/>
                </a:solidFill>
              </a:rPr>
              <a:t>Did you…? · When did you…? · Where did you…? · Who did you…? · What happened? · How did you feel?</a:t>
            </a:r>
            <a:endParaRPr lang="en-US" sz="1700" dirty="0"/>
          </a:p>
        </p:txBody>
      </p:sp>
      <p:sp>
        <p:nvSpPr>
          <p:cNvPr id="23" name="Text 16"/>
          <p:cNvSpPr txBox="1"/>
          <p:nvPr/>
        </p:nvSpPr>
        <p:spPr>
          <a:xfrm>
            <a:off x="777240" y="5440680"/>
            <a:ext cx="10698480" cy="548640"/>
          </a:xfrm>
          <a:prstGeom prst="rect">
            <a:avLst/>
          </a:prstGeom>
          <a:noFill/>
          <a:ln/>
        </p:spPr>
        <p:txBody>
          <a:bodyPr wrap="square" lIns="0" tIns="0" rIns="0" bIns="0" rtlCol="0" anchor="ctr"/>
          <a:lstStyle/>
          <a:p>
            <a:pPr algn="l" indent="0" marL="0">
              <a:buNone/>
            </a:pPr>
            <a:r>
              <a:rPr lang="en-US" sz="1500" b="1" dirty="0">
                <a:solidFill>
                  <a:schemeClr val="tx2"/>
                </a:solidFill>
              </a:rPr>
              <a:t>1 point</a:t>
            </a:r>
            <a:r>
              <a:rPr lang="en-US" sz="1500" dirty="0">
                <a:solidFill>
                  <a:schemeClr val="tx2"/>
                </a:solidFill>
              </a:rPr>
              <a:t> for each good question (correct form) · </a:t>
            </a:r>
            <a:r>
              <a:rPr lang="en-US" sz="1500" b="1" dirty="0">
                <a:solidFill>
                  <a:schemeClr val="tx2"/>
                </a:solidFill>
              </a:rPr>
              <a:t>2 points</a:t>
            </a:r>
            <a:r>
              <a:rPr lang="en-US" sz="1500" dirty="0">
                <a:solidFill>
                  <a:schemeClr val="tx2"/>
                </a:solidFill>
              </a:rPr>
              <a:t> if you find the lie!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10 — Monday morning</a:t>
            </a:r>
            <a:endParaRPr lang="en-US" sz="3000" dirty="0"/>
          </a:p>
        </p:txBody>
      </p:sp>
      <p:sp>
        <p:nvSpPr>
          <p:cNvPr id="3" name="tag"/>
          <p:cNvSpPr/>
          <p:nvPr/>
        </p:nvSpPr>
        <p:spPr>
          <a:xfrm>
            <a:off x="548640" y="237744"/>
            <a:ext cx="1336853"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ROLE PLAY</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Monday, 9 a.m., at the coffee machine. A asks about the weekend; B answers with the picture card. Then swap!</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the curious colleague</a:t>
            </a:r>
            <a:endParaRPr lang="en-US" sz="1700" dirty="0"/>
          </a:p>
          <a:p>
            <a:pPr algn="l" indent="0" marL="0">
              <a:spcAft>
                <a:spcPts val="600"/>
              </a:spcAft>
              <a:buNone/>
            </a:pPr>
            <a:r>
              <a:rPr lang="en-US" sz="1700" dirty="0">
                <a:solidFill>
                  <a:schemeClr val="tx1"/>
                </a:solidFill>
              </a:rPr>
              <a:t>Ask 6 questions about B’s weekend. React: </a:t>
            </a:r>
            <a:r>
              <a:rPr lang="en-US" sz="1700" i="1" dirty="0">
                <a:solidFill>
                  <a:schemeClr val="tx1"/>
                </a:solidFill>
              </a:rPr>
              <a:t>Really? · Lucky you! · Sounds great!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back from the weekend</a:t>
            </a:r>
            <a:endParaRPr lang="en-US" sz="1700" dirty="0"/>
          </a:p>
          <a:p>
            <a:pPr algn="l" indent="0" marL="0">
              <a:spcAft>
                <a:spcPts val="600"/>
              </a:spcAft>
              <a:buNone/>
            </a:pPr>
            <a:r>
              <a:rPr lang="en-US" sz="1700" dirty="0">
                <a:solidFill>
                  <a:schemeClr val="tx1"/>
                </a:solidFill>
              </a:rPr>
              <a:t>Answer with the card: past simple, regular and irregular. Give one more detail each time.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USEFUL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How was your weekend? · What did you do? · Where did you go? · Who did you go with? · Did you…? — Yes, I did. / No, I didn’t. · It was great / boring / fun. · First… then… after that…</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B’S WEEKEND</a:t>
            </a:r>
            <a:endParaRPr lang="en-US" sz="1300" dirty="0"/>
          </a:p>
        </p:txBody>
      </p:sp>
      <p:sp>
        <p:nvSpPr>
          <p:cNvPr id="22" name="Text 19"/>
          <p:cNvSpPr txBox="1"/>
          <p:nvPr/>
        </p:nvSpPr>
        <p:spPr>
          <a:xfrm>
            <a:off x="8257032" y="2139696"/>
            <a:ext cx="3200400" cy="310896"/>
          </a:xfrm>
          <a:prstGeom prst="rect">
            <a:avLst/>
          </a:prstGeom>
          <a:noFill/>
          <a:ln/>
        </p:spPr>
        <p:txBody>
          <a:bodyPr wrap="square" lIns="0" tIns="0" rIns="0" bIns="0" rtlCol="0" anchor="t"/>
          <a:lstStyle/>
          <a:p>
            <a:pPr algn="l" indent="0" marL="0">
              <a:buNone/>
            </a:pPr>
            <a:r>
              <a:rPr lang="en-US" sz="1200" b="1" spc="100" kern="0" dirty="0">
                <a:solidFill>
                  <a:schemeClr val="accent4"/>
                </a:solidFill>
              </a:rPr>
              <a:t>SATURDAY</a:t>
            </a:r>
            <a:endParaRPr lang="en-US" sz="1200" dirty="0"/>
          </a:p>
        </p:txBody>
      </p:sp>
      <p:pic>
        <p:nvPicPr>
          <p:cNvPr id="23" name="Image 0" descr="beach with umbrella">    </p:cNvPr>
          <p:cNvPicPr>
            <a:picLocks noChangeAspect="1"/>
          </p:cNvPicPr>
          <p:nvPr/>
        </p:nvPicPr>
        <p:blipFill>
          <a:blip r:embed="rId1"/>
          <a:stretch>
            <a:fillRect/>
          </a:stretch>
        </p:blipFill>
        <p:spPr>
          <a:xfrm>
            <a:off x="8257032" y="2487168"/>
            <a:ext cx="457200" cy="457200"/>
          </a:xfrm>
          <a:prstGeom prst="rect">
            <a:avLst/>
          </a:prstGeom>
        </p:spPr>
      </p:pic>
      <p:sp>
        <p:nvSpPr>
          <p:cNvPr id="24" name="Text 20"/>
          <p:cNvSpPr txBox="1"/>
          <p:nvPr/>
        </p:nvSpPr>
        <p:spPr>
          <a:xfrm>
            <a:off x="8851392" y="2450592"/>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go to the beach</a:t>
            </a:r>
            <a:endParaRPr lang="en-US" sz="1400" dirty="0"/>
          </a:p>
        </p:txBody>
      </p:sp>
      <p:pic>
        <p:nvPicPr>
          <p:cNvPr id="25" name="Image 1" descr="person swimming">    </p:cNvPr>
          <p:cNvPicPr>
            <a:picLocks noChangeAspect="1"/>
          </p:cNvPicPr>
          <p:nvPr/>
        </p:nvPicPr>
        <p:blipFill>
          <a:blip r:embed="rId2"/>
          <a:stretch>
            <a:fillRect/>
          </a:stretch>
        </p:blipFill>
        <p:spPr>
          <a:xfrm>
            <a:off x="8257032" y="3054096"/>
            <a:ext cx="457200" cy="457200"/>
          </a:xfrm>
          <a:prstGeom prst="rect">
            <a:avLst/>
          </a:prstGeom>
        </p:spPr>
      </p:pic>
      <p:sp>
        <p:nvSpPr>
          <p:cNvPr id="26" name="Text 21"/>
          <p:cNvSpPr txBox="1"/>
          <p:nvPr/>
        </p:nvSpPr>
        <p:spPr>
          <a:xfrm>
            <a:off x="8851392" y="3017520"/>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swim in the sea</a:t>
            </a:r>
            <a:endParaRPr lang="en-US" sz="1400" dirty="0"/>
          </a:p>
        </p:txBody>
      </p:sp>
      <p:pic>
        <p:nvPicPr>
          <p:cNvPr id="27" name="Image 2" descr="fish">    </p:cNvPr>
          <p:cNvPicPr>
            <a:picLocks noChangeAspect="1"/>
          </p:cNvPicPr>
          <p:nvPr/>
        </p:nvPicPr>
        <p:blipFill>
          <a:blip r:embed="rId3"/>
          <a:stretch>
            <a:fillRect/>
          </a:stretch>
        </p:blipFill>
        <p:spPr>
          <a:xfrm>
            <a:off x="8257032" y="3621024"/>
            <a:ext cx="457200" cy="457200"/>
          </a:xfrm>
          <a:prstGeom prst="rect">
            <a:avLst/>
          </a:prstGeom>
        </p:spPr>
      </p:pic>
      <p:sp>
        <p:nvSpPr>
          <p:cNvPr id="28" name="Text 22"/>
          <p:cNvSpPr txBox="1"/>
          <p:nvPr/>
        </p:nvSpPr>
        <p:spPr>
          <a:xfrm>
            <a:off x="8851392" y="3584448"/>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eat fish</a:t>
            </a:r>
            <a:endParaRPr lang="en-US" sz="1400" dirty="0"/>
          </a:p>
        </p:txBody>
      </p:sp>
      <p:sp>
        <p:nvSpPr>
          <p:cNvPr id="29" name="Text 23"/>
          <p:cNvSpPr txBox="1"/>
          <p:nvPr/>
        </p:nvSpPr>
        <p:spPr>
          <a:xfrm>
            <a:off x="8257032" y="4187952"/>
            <a:ext cx="3200400" cy="310896"/>
          </a:xfrm>
          <a:prstGeom prst="rect">
            <a:avLst/>
          </a:prstGeom>
          <a:noFill/>
          <a:ln/>
        </p:spPr>
        <p:txBody>
          <a:bodyPr wrap="square" lIns="0" tIns="0" rIns="0" bIns="0" rtlCol="0" anchor="t"/>
          <a:lstStyle/>
          <a:p>
            <a:pPr algn="l" indent="0" marL="0">
              <a:buNone/>
            </a:pPr>
            <a:r>
              <a:rPr lang="en-US" sz="1200" b="1" spc="100" kern="0" dirty="0">
                <a:solidFill>
                  <a:schemeClr val="accent4"/>
                </a:solidFill>
              </a:rPr>
              <a:t>SUNDAY</a:t>
            </a:r>
            <a:endParaRPr lang="en-US" sz="1200" dirty="0"/>
          </a:p>
        </p:txBody>
      </p:sp>
      <p:pic>
        <p:nvPicPr>
          <p:cNvPr id="30" name="Image 3" descr="old woman">    </p:cNvPr>
          <p:cNvPicPr>
            <a:picLocks noChangeAspect="1"/>
          </p:cNvPicPr>
          <p:nvPr/>
        </p:nvPicPr>
        <p:blipFill>
          <a:blip r:embed="rId4"/>
          <a:stretch>
            <a:fillRect/>
          </a:stretch>
        </p:blipFill>
        <p:spPr>
          <a:xfrm>
            <a:off x="8257032" y="4535424"/>
            <a:ext cx="457200" cy="457200"/>
          </a:xfrm>
          <a:prstGeom prst="rect">
            <a:avLst/>
          </a:prstGeom>
        </p:spPr>
      </p:pic>
      <p:sp>
        <p:nvSpPr>
          <p:cNvPr id="31" name="Text 24"/>
          <p:cNvSpPr txBox="1"/>
          <p:nvPr/>
        </p:nvSpPr>
        <p:spPr>
          <a:xfrm>
            <a:off x="8851392" y="4498848"/>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visit grandma</a:t>
            </a:r>
            <a:endParaRPr lang="en-US" sz="1400" dirty="0"/>
          </a:p>
        </p:txBody>
      </p:sp>
      <p:pic>
        <p:nvPicPr>
          <p:cNvPr id="32" name="Image 4" descr="cooking">    </p:cNvPr>
          <p:cNvPicPr>
            <a:picLocks noChangeAspect="1"/>
          </p:cNvPicPr>
          <p:nvPr/>
        </p:nvPicPr>
        <p:blipFill>
          <a:blip r:embed="rId5"/>
          <a:stretch>
            <a:fillRect/>
          </a:stretch>
        </p:blipFill>
        <p:spPr>
          <a:xfrm>
            <a:off x="8257032" y="5102352"/>
            <a:ext cx="457200" cy="457200"/>
          </a:xfrm>
          <a:prstGeom prst="rect">
            <a:avLst/>
          </a:prstGeom>
        </p:spPr>
      </p:pic>
      <p:sp>
        <p:nvSpPr>
          <p:cNvPr id="33" name="Text 25"/>
          <p:cNvSpPr txBox="1"/>
          <p:nvPr/>
        </p:nvSpPr>
        <p:spPr>
          <a:xfrm>
            <a:off x="8851392" y="5065776"/>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bake a cake</a:t>
            </a:r>
            <a:endParaRPr lang="en-US" sz="1400" dirty="0"/>
          </a:p>
        </p:txBody>
      </p:sp>
      <p:pic>
        <p:nvPicPr>
          <p:cNvPr id="34" name="Image 5" descr="television">    </p:cNvPr>
          <p:cNvPicPr>
            <a:picLocks noChangeAspect="1"/>
          </p:cNvPicPr>
          <p:nvPr/>
        </p:nvPicPr>
        <p:blipFill>
          <a:blip r:embed="rId6"/>
          <a:stretch>
            <a:fillRect/>
          </a:stretch>
        </p:blipFill>
        <p:spPr>
          <a:xfrm>
            <a:off x="8257032" y="5669280"/>
            <a:ext cx="457200" cy="457200"/>
          </a:xfrm>
          <a:prstGeom prst="rect">
            <a:avLst/>
          </a:prstGeom>
        </p:spPr>
      </p:pic>
      <p:sp>
        <p:nvSpPr>
          <p:cNvPr id="35" name="Text 26"/>
          <p:cNvSpPr txBox="1"/>
          <p:nvPr/>
        </p:nvSpPr>
        <p:spPr>
          <a:xfrm>
            <a:off x="8851392" y="5632704"/>
            <a:ext cx="2651760" cy="530352"/>
          </a:xfrm>
          <a:prstGeom prst="rect">
            <a:avLst/>
          </a:prstGeom>
          <a:noFill/>
          <a:ln/>
        </p:spPr>
        <p:txBody>
          <a:bodyPr wrap="square" lIns="0" tIns="0" rIns="0" bIns="0" rtlCol="0" anchor="ctr"/>
          <a:lstStyle/>
          <a:p>
            <a:pPr algn="l" indent="0" marL="0">
              <a:buNone/>
            </a:pPr>
            <a:r>
              <a:rPr lang="en-US" sz="1400" i="1" dirty="0">
                <a:solidFill>
                  <a:schemeClr val="tx1"/>
                </a:solidFill>
              </a:rPr>
              <a:t>watch a series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Exit ticket</a:t>
            </a:r>
            <a:endParaRPr lang="en-US" sz="3000" dirty="0"/>
          </a:p>
        </p:txBody>
      </p:sp>
      <p:sp>
        <p:nvSpPr>
          <p:cNvPr id="3" name="tag"/>
          <p:cNvSpPr/>
          <p:nvPr/>
        </p:nvSpPr>
        <p:spPr>
          <a:xfrm>
            <a:off x="548640" y="237744"/>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EXIT TICKET</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Past simple of </a:t>
            </a:r>
            <a:r>
              <a:rPr lang="en-US" sz="2000" i="1" dirty="0">
                <a:solidFill>
                  <a:schemeClr val="tx1"/>
                </a:solidFill>
              </a:rPr>
              <a:t>go</a:t>
            </a:r>
            <a:r>
              <a:rPr lang="en-US" sz="2000" dirty="0">
                <a:solidFill>
                  <a:schemeClr val="tx1"/>
                </a:solidFill>
              </a:rPr>
              <a:t>, </a:t>
            </a:r>
            <a:r>
              <a:rPr lang="en-US" sz="2000" i="1" dirty="0">
                <a:solidFill>
                  <a:schemeClr val="tx1"/>
                </a:solidFill>
              </a:rPr>
              <a:t>study</a:t>
            </a:r>
            <a:r>
              <a:rPr lang="en-US" sz="2000" dirty="0">
                <a:solidFill>
                  <a:schemeClr val="tx1"/>
                </a:solidFill>
              </a:rPr>
              <a:t>, </a:t>
            </a:r>
            <a:r>
              <a:rPr lang="en-US" sz="2000" i="1" dirty="0">
                <a:solidFill>
                  <a:schemeClr val="tx1"/>
                </a:solidFill>
              </a:rPr>
              <a:t>stop</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Negative: </a:t>
            </a:r>
            <a:r>
              <a:rPr lang="en-US" sz="2000" i="1" dirty="0">
                <a:solidFill>
                  <a:schemeClr val="tx1"/>
                </a:solidFill>
              </a:rPr>
              <a:t>She saw the film.</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t>
            </a:r>
            <a:r>
              <a:rPr lang="en-US" sz="2000" i="1" dirty="0">
                <a:solidFill>
                  <a:schemeClr val="tx1"/>
                </a:solidFill>
              </a:rPr>
              <a:t>They arrived yesterday.</a:t>
            </a:r>
            <a:r>
              <a:rPr lang="en-US" sz="2000" dirty="0">
                <a:solidFill>
                  <a:schemeClr val="tx1"/>
                </a:solidFill>
              </a:rPr>
              <a:t> (When…?)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SELF-CHECK</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Build</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Use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Tell</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Homework</a:t>
            </a:r>
            <a:r>
              <a:rPr lang="en-US" sz="1800" dirty="0">
                <a:solidFill>
                  <a:schemeClr val="bg1"/>
                </a:solidFill>
              </a:rPr>
              <a:t>: write 6 sentences about your last holiday (2 negatives, 2 questions).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English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English A2–B1 — The past simple</dc:title>
  <dc:subject>English A2–B1 — The past simple</dc:subject>
  <dc:creator>A. Jouniaux</dc:creator>
  <cp:lastModifiedBy>A. Jouniaux</cp:lastModifiedBy>
  <cp:revision>1</cp:revision>
  <dcterms:created xsi:type="dcterms:W3CDTF">2026-10-08T09:15:42Z</dcterms:created>
  <dcterms:modified xsi:type="dcterms:W3CDTF">2026-10-08T09:15:42Z</dcterms:modified>
</cp:coreProperties>
</file>
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c6811c-27f2-cd1f-1d69-b70457a8411e}">
          <p14:sldIdLst>
            <p14:sldId id="256"/>
          </p14:sldIdLst>
        </p14:section>
        <p14:section name="Discover" id="{706016fa-6ed1-f06f-8afe-49b42f0c9895}">
          <p14:sldIdLst>
            <p14:sldId id="257"/>
            <p14:sldId id="258"/>
            <p14:sldId id="259"/>
            <p14:sldId id="260"/>
            <p14:sldId id="261"/>
            <p14:sldId id="262"/>
          </p14:sldIdLst>
        </p14:section>
        <p14:section name="Irregular verbs" id="{7102338f-fbcd-d750-3d02-bc11b6c27498}">
          <p14:sldIdLst>
            <p14:sldId id="263"/>
            <p14:sldId id="264"/>
            <p14:sldId id="265"/>
          </p14:sldIdLst>
        </p14:section>
        <p14:section name="Negative and questions" id="{bd71f851-6e26-9d10-34ba-39f9c7ed843f}">
          <p14:sldIdLst>
            <p14:sldId id="266"/>
            <p14:sldId id="267"/>
            <p14:sldId id="268"/>
          </p14:sldIdLst>
        </p14:section>
        <p14:section name="Telling stories" id="{957dd6fe-19d0-2cb1-c013-a1cc8bfe55ee}">
          <p14:sldIdLst>
            <p14:sldId id="269"/>
            <p14:sldId id="270"/>
            <p14:sldId id="271"/>
            <p14:sldId id="272"/>
          </p14:sldIdLst>
        </p14:section>
        <p14:section name="YOUR TURN! — Exercises" id="{fb5feda1-a43a-78a3-9e12-5990d780bece}">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Closing" id="{42e86e6d-8d58-d7ed-5179-774c2385bba0}">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raconter ce qui est fini.
Demandez en français : « Comment dit-on j'ai visité Londres l'année dernière ? » Notez les propositions (I have visited… est fréquent) : la réponse arrive diapo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Lisez les objectifs ; vérifiez la compréhension de build, use,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Réactiver le vocabulaire et faire produire spontanément des formes du passé.
Par deux, 3 minutes : chacun·e dit ce qu'il ou elle a fait (ou pas). Notez au tableau les formes entendues, correctes ou non : elles serviront de corpus pour les diapos 5 à 9. Formes attendues : watched, played, cooked, went, read (/red/), slept, visited, cleaned.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l'emploi : action terminée dans un temps terminé (schéma « la boîte du temps fini »).
Reprenez la question de la diapo 1 : last year est dans la boîte fermée → I visited London last year. Le test « When? » sera repris dans le deck Present perfect pour choisir entre les deux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Visualiser la structure de la phrase affirmative.
Faites remarquer la facilité : une seule forme pour toutes les personnes, alors qu'au présent on a he works. L'imparfait français se traduit souvent aussi par le past simple (Je travaillais à Paris en 2019 → I worked in Paris in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les règles d'orthographe du -ed et connaître les exceptions.
prefer → preferred : on double car l'accent est sur la dernière syllabe (prefer). open → opened, happen → happened : pas de doublement (accent au début).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Prononcer correctement la terminaison -ed.
Faites répéter en chœur, mains sur la gorge. Erreur francophone typique : prononcer -ed comme une syllabe partout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verbes irréguliers par familles.
Les familles aident à mémoriser ; le participe (3e forme) est montré en gris pour préparer le present perfect. Défi : trouver d'autres verbes de chaque famille (let, hit · bring, catch · sing, ring · write,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les 20 irréguliers les plus fréquents.
Prononciation : said /sed/, read (passé) /red/, bought, thought /ɔː/. Jeu rapide : l'enseignant·e dit la base, la classe répond le passé (puis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be au passé, sans did.
was / were sert aussi pour décrire (It was cold, The hotel was nice). Lien avec there was / there were (il y avait) si la classe est à l'aise.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la négation avec didn't + base.
La flèche montre que la marque du passé « déménage » dans did : le verbe revient à la base. C'est la même logique qu'au présent (He works → He doesn't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les questions fermées et les questions avec mot interrogatif.
Faites taper dans les mains sur les 4 éléments de QUASI. Réponses courtes : ✗ Yes, I visited (on répond avec l'auxiliaire).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la question sujet (sans did) de la question complément (B1).
Test : remplacez who par someone : si someone est sujet (Someone called you), pas de did. Même chose avec What happened? · Who won the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marqueurs de temps du passé et les prépositions in / on / at.
Erreurs fréquentes : ✗ since two days pour « il y a deux jours » → two days ago (« depuis deux jours » = for two days + present perfect, voir l'autre deck), ✗ the last week (= les 7 derniers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Enchaîner des actions au past simple avec des connecteurs.
Par deux : chacun·e dessine 4 petites cases (bonhommes bâtons) et raconte. Variante : un·e apprenant·e mime, la classe raconte au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Anticiper les erreurs typiques.
Le piège n° 1 est le plus important : le passé composé français se traduit souvent par le past simple, surtout avec une date. Le deck Present perfect explique quand l'anglais utilise have + participe.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Invitez à photographier la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 1 à 4 en séance 1, ex. 5 à 10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les règles d'orthographe du -ed.
Faites nommer la règle (①–④) pour chaque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Appliquer les règles d'orthographe du -ed.
Faites nommer la règle (①–④) pour chaque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Classer les verbes selon la prononciation de -ed.
Faites lire chaque mot à voix haute avant de le classer. Les verbes sont nouveaux (pas ceux de la diapo 7) : il faut appliquer la règle. listened : le t ne se prononce pas (/ˈlɪsnd/).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Classer les verbes selon la prononciation de -ed.
Faites lire chaque mot à voix haute avant de le classer. Les verbes sont nouveaux (pas ceux de la diapo 7) : il faut appliquer la règle. listened : le t ne se prononce pas (/ˈlɪsnd/).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irréguliers de façon ludique.
Version jeu : imprimez les 16 cartes, face cachée ; par deux, retournez deux cartes : si c'est une paire, dites une phrase (Yesterday I went…) pour la garder.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Mémoriser les irréguliers de façon ludique.
Version jeu : imprimez les 16 cartes, face cachée ; par deux, retournez deux cartes : si c'est une paire, dites une phrase (Yesterday I went…) pour la garder.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au past simple dans un texte (régulier et irrégulier).
Prolongement : chacun·e réécrit le texte avec son propre samedi.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Conjuguer au past simple dans un texte (régulier et irrégulier).
Prolongement : chacun·e réécrit le texte avec son propre samedi.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une phrase en négation et en question.
Faites lire les phrases avec l'intonation montante des questions fermées.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une phrase en négation et en question.
Faites lire les phrases avec l'intonation montante des questions fermées.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des questions dans le bon ordre.
Les couleurs aident : vert (Q), bleu nuit (A), blanc (S), rouge clair (I). Version manipulable : imprimez les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Construire des questions dans le bon ordre.
Les couleurs aident : vert (Q), bleu nuit (A), blanc (S), rouge clair (I). Version manipulable : imprimez les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Retrouver la question à partir de la réponse.
Par deux : A lit la réponse, B pose la question, puis on échange.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Retrouver la question à partir de la réponse.
Par deux : A lit la réponse, B pose la question, puis on échange.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dans un texte authentique (carte postale).
Faites nommer la règle pour chaque erreur (diapos 4, 9, 9, 12,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dans un texte authentique (carte postale).
Faites nommer la règle pour chaque erreur (diapos 4, 9, 9, 12,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des phrases et des questions au past simple, de façon ludique.
L'enseignant·e commence avec ses trois phrases (les exemples). En groupes de 4. Vérifiez la forme des questions (QUASI) avant d'accorder 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parler de son week-end avec un·e collègue.
Formes attendues : went, swam, ate, visited, baked (made), watched. Au 2e tour, B raconte son vrai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went · studied · stopped
2. She didn't see the film.
3. When did they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English · A2–B1 · The past simple</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English · A2–B1 · The past simple</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English · A2–B1 · Grammar in pictures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slideLayout" Target="../slideLayouts/slideLayout3.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image" Target="../media/image-23-15.png"/><Relationship Id="rId16" Type="http://schemas.openxmlformats.org/officeDocument/2006/relationships/image" Target="../media/image-23-16.png"/><Relationship Id="rId17" Type="http://schemas.openxmlformats.org/officeDocument/2006/relationships/image" Target="../media/image-23-17.png"/><Relationship Id="rId18" Type="http://schemas.openxmlformats.org/officeDocument/2006/relationships/slideLayout" Target="../slideLayouts/slideLayout2.xml"/><Relationship Id="rId1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2.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slideLayout" Target="../slideLayouts/slideLayout2.xml"/><Relationship Id="rId1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372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ENGLISH · A2–B1</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The past simple</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Raconter ce qui est fini : yesterday, last week, in 2019…</a:t>
            </a:r>
            <a:endParaRPr lang="en-US" sz="2000" dirty="0"/>
          </a:p>
          <a:p>
            <a:pPr algn="l" indent="0" marL="0">
              <a:buNone/>
            </a:pPr>
            <a:r>
              <a:rPr lang="en-US" sz="2000" b="1" dirty="0">
                <a:solidFill>
                  <a:srgbClr val="FFFFFF"/>
                </a:solidFill>
              </a:rPr>
              <a:t>regular · irregular · did · didn’t</a:t>
            </a:r>
            <a:endParaRPr lang="en-US" sz="2000" dirty="0"/>
          </a:p>
        </p:txBody>
      </p:sp>
      <p:sp>
        <p:nvSpPr>
          <p:cNvPr id="5" name="Shape 3"/>
          <p:cNvSpPr/>
          <p:nvPr/>
        </p:nvSpPr>
        <p:spPr>
          <a:xfrm>
            <a:off x="5989320" y="1097280"/>
            <a:ext cx="5943600" cy="3840480"/>
          </a:xfrm>
          <a:prstGeom prst="roundRect">
            <a:avLst>
              <a:gd name="adj" fmla="val 3810"/>
            </a:avLst>
          </a:prstGeom>
          <a:solidFill>
            <a:srgbClr val="FFFFFF"/>
          </a:solidFill>
          <a:ln w="12700">
            <a:solidFill>
              <a:srgbClr val="FFFFFF">
                <a:alpha val="0"/>
              </a:srgbClr>
            </a:solidFill>
            <a:prstDash val="solid"/>
          </a:ln>
        </p:spPr>
      </p:sp>
      <p:sp>
        <p:nvSpPr>
          <p:cNvPr id="6" name="Shape 4"/>
          <p:cNvSpPr/>
          <p:nvPr/>
        </p:nvSpPr>
        <p:spPr>
          <a:xfrm>
            <a:off x="6217920" y="1325880"/>
            <a:ext cx="3749040" cy="1691640"/>
          </a:xfrm>
          <a:prstGeom prst="roundRect">
            <a:avLst>
              <a:gd name="adj" fmla="val 5405"/>
            </a:avLst>
          </a:prstGeom>
          <a:solidFill>
            <a:srgbClr val="FBEAF2"/>
          </a:solidFill>
          <a:ln w="19050">
            <a:solidFill>
              <a:srgbClr val="B4236A"/>
            </a:solidFill>
            <a:prstDash val="dash"/>
          </a:ln>
        </p:spPr>
      </p:sp>
      <p:sp>
        <p:nvSpPr>
          <p:cNvPr id="7" name="Text 5"/>
          <p:cNvSpPr txBox="1"/>
          <p:nvPr/>
        </p:nvSpPr>
        <p:spPr>
          <a:xfrm>
            <a:off x="6355080" y="1371600"/>
            <a:ext cx="2743200" cy="320040"/>
          </a:xfrm>
          <a:prstGeom prst="rect">
            <a:avLst/>
          </a:prstGeom>
          <a:noFill/>
          <a:ln/>
        </p:spPr>
        <p:txBody>
          <a:bodyPr wrap="square" lIns="0" tIns="0" rIns="0" bIns="0" rtlCol="0" anchor="t"/>
          <a:lstStyle/>
          <a:p>
            <a:pPr algn="l" indent="0" marL="0">
              <a:buNone/>
            </a:pPr>
            <a:r>
              <a:rPr lang="en-US" sz="1100" b="1" spc="100" kern="0" dirty="0">
                <a:solidFill>
                  <a:schemeClr val="accent4"/>
                </a:solidFill>
              </a:rPr>
              <a:t>FINISHED TIME</a:t>
            </a:r>
            <a:endParaRPr lang="en-US" sz="1100" dirty="0"/>
          </a:p>
        </p:txBody>
      </p:sp>
      <p:pic>
        <p:nvPicPr>
          <p:cNvPr id="8" name="Image 0" descr="locked">    </p:cNvPr>
          <p:cNvPicPr>
            <a:picLocks noChangeAspect="1"/>
          </p:cNvPicPr>
          <p:nvPr/>
        </p:nvPicPr>
        <p:blipFill>
          <a:blip r:embed="rId1"/>
          <a:stretch>
            <a:fillRect/>
          </a:stretch>
        </p:blipFill>
        <p:spPr>
          <a:xfrm>
            <a:off x="9464040" y="1389888"/>
            <a:ext cx="411480" cy="411480"/>
          </a:xfrm>
          <a:prstGeom prst="rect">
            <a:avLst/>
          </a:prstGeom>
        </p:spPr>
      </p:pic>
      <p:sp>
        <p:nvSpPr>
          <p:cNvPr id="9" name="Shape 6"/>
          <p:cNvSpPr/>
          <p:nvPr/>
        </p:nvSpPr>
        <p:spPr>
          <a:xfrm>
            <a:off x="6172200" y="2697480"/>
            <a:ext cx="5577840" cy="914"/>
          </a:xfrm>
          <a:prstGeom prst="line">
            <a:avLst/>
          </a:prstGeom>
          <a:noFill/>
          <a:ln w="31750">
            <a:solidFill>
              <a:srgbClr val="17375E"/>
            </a:solidFill>
            <a:prstDash val="solid"/>
            <a:tailEnd type="triangle"/>
          </a:ln>
        </p:spPr>
      </p:sp>
      <p:sp>
        <p:nvSpPr>
          <p:cNvPr id="10" name="Shape 7"/>
          <p:cNvSpPr/>
          <p:nvPr/>
        </p:nvSpPr>
        <p:spPr>
          <a:xfrm>
            <a:off x="10744200" y="2386584"/>
            <a:ext cx="91440" cy="621792"/>
          </a:xfrm>
          <a:prstGeom prst="rect">
            <a:avLst/>
          </a:prstGeom>
          <a:solidFill>
            <a:schemeClr val="accent6"/>
          </a:solidFill>
          <a:ln w="12700">
            <a:solidFill>
              <a:srgbClr val="FFFFFF">
                <a:alpha val="0"/>
              </a:srgbClr>
            </a:solidFill>
            <a:prstDash val="solid"/>
          </a:ln>
        </p:spPr>
      </p:sp>
      <p:sp>
        <p:nvSpPr>
          <p:cNvPr id="11" name="Text 8"/>
          <p:cNvSpPr txBox="1"/>
          <p:nvPr/>
        </p:nvSpPr>
        <p:spPr>
          <a:xfrm>
            <a:off x="10332720" y="2103120"/>
            <a:ext cx="914400" cy="320040"/>
          </a:xfrm>
          <a:prstGeom prst="rect">
            <a:avLst/>
          </a:prstGeom>
          <a:noFill/>
          <a:ln/>
        </p:spPr>
        <p:txBody>
          <a:bodyPr wrap="square" lIns="0" tIns="0" rIns="0" bIns="0" rtlCol="0" anchor="t"/>
          <a:lstStyle/>
          <a:p>
            <a:pPr algn="ctr" indent="0" marL="0">
              <a:buNone/>
            </a:pPr>
            <a:r>
              <a:rPr lang="en-US" sz="1300" b="1" dirty="0">
                <a:solidFill>
                  <a:schemeClr val="accent6"/>
                </a:solidFill>
              </a:rPr>
              <a:t>NOW</a:t>
            </a:r>
            <a:endParaRPr lang="en-US" sz="1300" dirty="0"/>
          </a:p>
        </p:txBody>
      </p:sp>
      <p:sp>
        <p:nvSpPr>
          <p:cNvPr id="12" name="Shape 9"/>
          <p:cNvSpPr/>
          <p:nvPr/>
        </p:nvSpPr>
        <p:spPr>
          <a:xfrm>
            <a:off x="6858000" y="2606040"/>
            <a:ext cx="182880" cy="182880"/>
          </a:xfrm>
          <a:prstGeom prst="ellipse">
            <a:avLst/>
          </a:prstGeom>
          <a:solidFill>
            <a:schemeClr val="accent4"/>
          </a:solidFill>
          <a:ln w="12700">
            <a:solidFill>
              <a:srgbClr val="FFFFFF">
                <a:alpha val="0"/>
              </a:srgbClr>
            </a:solidFill>
            <a:prstDash val="solid"/>
          </a:ln>
        </p:spPr>
      </p:sp>
      <p:sp>
        <p:nvSpPr>
          <p:cNvPr id="13" name="Shape 10"/>
          <p:cNvSpPr/>
          <p:nvPr/>
        </p:nvSpPr>
        <p:spPr>
          <a:xfrm>
            <a:off x="6441458" y="1965960"/>
            <a:ext cx="1015964" cy="329184"/>
          </a:xfrm>
          <a:prstGeom prst="roundRect">
            <a:avLst>
              <a:gd name="adj" fmla="val 33333"/>
            </a:avLst>
          </a:prstGeom>
          <a:solidFill>
            <a:schemeClr val="accent1"/>
          </a:solidFill>
          <a:ln w="12700">
            <a:solidFill>
              <a:srgbClr val="FFFFFF">
                <a:alpha val="0"/>
              </a:srgbClr>
            </a:solidFill>
            <a:prstDash val="solid"/>
          </a:ln>
        </p:spPr>
      </p:sp>
      <p:sp>
        <p:nvSpPr>
          <p:cNvPr id="14" name="Text 11"/>
          <p:cNvSpPr txBox="1"/>
          <p:nvPr/>
        </p:nvSpPr>
        <p:spPr>
          <a:xfrm>
            <a:off x="6441458" y="1965960"/>
            <a:ext cx="1015964" cy="329184"/>
          </a:xfrm>
          <a:prstGeom prst="rect">
            <a:avLst/>
          </a:prstGeom>
          <a:noFill/>
          <a:ln/>
        </p:spPr>
        <p:txBody>
          <a:bodyPr wrap="square" lIns="0" tIns="0" rIns="0" bIns="0" rtlCol="0" anchor="ctr"/>
          <a:lstStyle/>
          <a:p>
            <a:pPr algn="ctr" indent="0" marL="0">
              <a:buNone/>
            </a:pPr>
            <a:r>
              <a:rPr lang="en-US" sz="1100" b="1" i="1" dirty="0">
                <a:solidFill>
                  <a:schemeClr val="bg1"/>
                </a:solidFill>
              </a:rPr>
              <a:t>in 2019</a:t>
            </a:r>
            <a:endParaRPr lang="en-US" sz="1100" dirty="0"/>
          </a:p>
        </p:txBody>
      </p:sp>
      <p:sp>
        <p:nvSpPr>
          <p:cNvPr id="15" name="Shape 12"/>
          <p:cNvSpPr/>
          <p:nvPr/>
        </p:nvSpPr>
        <p:spPr>
          <a:xfrm>
            <a:off x="8001000" y="2606040"/>
            <a:ext cx="182880" cy="182880"/>
          </a:xfrm>
          <a:prstGeom prst="ellipse">
            <a:avLst/>
          </a:prstGeom>
          <a:solidFill>
            <a:schemeClr val="accent4"/>
          </a:solidFill>
          <a:ln w="12700">
            <a:solidFill>
              <a:srgbClr val="FFFFFF">
                <a:alpha val="0"/>
              </a:srgbClr>
            </a:solidFill>
            <a:prstDash val="solid"/>
          </a:ln>
        </p:spPr>
      </p:sp>
      <p:sp>
        <p:nvSpPr>
          <p:cNvPr id="16" name="Shape 13"/>
          <p:cNvSpPr/>
          <p:nvPr/>
        </p:nvSpPr>
        <p:spPr>
          <a:xfrm>
            <a:off x="7496588" y="1965960"/>
            <a:ext cx="1191705" cy="329184"/>
          </a:xfrm>
          <a:prstGeom prst="roundRect">
            <a:avLst>
              <a:gd name="adj" fmla="val 33333"/>
            </a:avLst>
          </a:prstGeom>
          <a:solidFill>
            <a:schemeClr val="accent1"/>
          </a:solidFill>
          <a:ln w="12700">
            <a:solidFill>
              <a:srgbClr val="FFFFFF">
                <a:alpha val="0"/>
              </a:srgbClr>
            </a:solidFill>
            <a:prstDash val="solid"/>
          </a:ln>
        </p:spPr>
      </p:sp>
      <p:sp>
        <p:nvSpPr>
          <p:cNvPr id="17" name="Text 14"/>
          <p:cNvSpPr txBox="1"/>
          <p:nvPr/>
        </p:nvSpPr>
        <p:spPr>
          <a:xfrm>
            <a:off x="7496588" y="1965960"/>
            <a:ext cx="1191705" cy="329184"/>
          </a:xfrm>
          <a:prstGeom prst="rect">
            <a:avLst/>
          </a:prstGeom>
          <a:noFill/>
          <a:ln/>
        </p:spPr>
        <p:txBody>
          <a:bodyPr wrap="square" lIns="0" tIns="0" rIns="0" bIns="0" rtlCol="0" anchor="ctr"/>
          <a:lstStyle/>
          <a:p>
            <a:pPr algn="ctr" indent="0" marL="0">
              <a:buNone/>
            </a:pPr>
            <a:r>
              <a:rPr lang="en-US" sz="1100" b="1" i="1" dirty="0">
                <a:solidFill>
                  <a:schemeClr val="bg1"/>
                </a:solidFill>
              </a:rPr>
              <a:t>last week</a:t>
            </a:r>
            <a:endParaRPr lang="en-US" sz="1100" dirty="0"/>
          </a:p>
        </p:txBody>
      </p:sp>
      <p:sp>
        <p:nvSpPr>
          <p:cNvPr id="18" name="Shape 15"/>
          <p:cNvSpPr/>
          <p:nvPr/>
        </p:nvSpPr>
        <p:spPr>
          <a:xfrm>
            <a:off x="9144000" y="2606040"/>
            <a:ext cx="182880" cy="182880"/>
          </a:xfrm>
          <a:prstGeom prst="ellipse">
            <a:avLst/>
          </a:prstGeom>
          <a:solidFill>
            <a:schemeClr val="accent4"/>
          </a:solidFill>
          <a:ln w="12700">
            <a:solidFill>
              <a:srgbClr val="FFFFFF">
                <a:alpha val="0"/>
              </a:srgbClr>
            </a:solidFill>
            <a:prstDash val="solid"/>
          </a:ln>
        </p:spPr>
      </p:sp>
      <p:sp>
        <p:nvSpPr>
          <p:cNvPr id="19" name="Shape 16"/>
          <p:cNvSpPr/>
          <p:nvPr/>
        </p:nvSpPr>
        <p:spPr>
          <a:xfrm>
            <a:off x="8639588" y="1965960"/>
            <a:ext cx="1191705" cy="329184"/>
          </a:xfrm>
          <a:prstGeom prst="roundRect">
            <a:avLst>
              <a:gd name="adj" fmla="val 33333"/>
            </a:avLst>
          </a:prstGeom>
          <a:solidFill>
            <a:schemeClr val="accent1"/>
          </a:solidFill>
          <a:ln w="12700">
            <a:solidFill>
              <a:srgbClr val="FFFFFF">
                <a:alpha val="0"/>
              </a:srgbClr>
            </a:solidFill>
            <a:prstDash val="solid"/>
          </a:ln>
        </p:spPr>
      </p:sp>
      <p:sp>
        <p:nvSpPr>
          <p:cNvPr id="20" name="Text 17"/>
          <p:cNvSpPr txBox="1"/>
          <p:nvPr/>
        </p:nvSpPr>
        <p:spPr>
          <a:xfrm>
            <a:off x="8639588" y="1965960"/>
            <a:ext cx="1191705" cy="329184"/>
          </a:xfrm>
          <a:prstGeom prst="rect">
            <a:avLst/>
          </a:prstGeom>
          <a:noFill/>
          <a:ln/>
        </p:spPr>
        <p:txBody>
          <a:bodyPr wrap="square" lIns="0" tIns="0" rIns="0" bIns="0" rtlCol="0" anchor="ctr"/>
          <a:lstStyle/>
          <a:p>
            <a:pPr algn="ctr" indent="0" marL="0">
              <a:buNone/>
            </a:pPr>
            <a:r>
              <a:rPr lang="en-US" sz="1100" b="1" i="1" dirty="0">
                <a:solidFill>
                  <a:schemeClr val="bg1"/>
                </a:solidFill>
              </a:rPr>
              <a:t>yesterday</a:t>
            </a:r>
            <a:endParaRPr lang="en-US" sz="1100" dirty="0"/>
          </a:p>
        </p:txBody>
      </p:sp>
      <p:sp>
        <p:nvSpPr>
          <p:cNvPr id="21" name="Shape 18"/>
          <p:cNvSpPr/>
          <p:nvPr/>
        </p:nvSpPr>
        <p:spPr>
          <a:xfrm>
            <a:off x="6263640" y="3429000"/>
            <a:ext cx="406725" cy="512064"/>
          </a:xfrm>
          <a:prstGeom prst="roundRect">
            <a:avLst>
              <a:gd name="adj" fmla="val 22482"/>
            </a:avLst>
          </a:prstGeom>
          <a:solidFill>
            <a:srgbClr val="FFFFFF"/>
          </a:solidFill>
          <a:ln w="15875">
            <a:solidFill>
              <a:srgbClr val="D5DCE6"/>
            </a:solidFill>
            <a:prstDash val="solid"/>
          </a:ln>
        </p:spPr>
      </p:sp>
      <p:sp>
        <p:nvSpPr>
          <p:cNvPr id="22" name="Text 19"/>
          <p:cNvSpPr txBox="1"/>
          <p:nvPr/>
        </p:nvSpPr>
        <p:spPr>
          <a:xfrm>
            <a:off x="6263640" y="3429000"/>
            <a:ext cx="406725" cy="512064"/>
          </a:xfrm>
          <a:prstGeom prst="rect">
            <a:avLst/>
          </a:prstGeom>
          <a:noFill/>
          <a:ln/>
        </p:spPr>
        <p:txBody>
          <a:bodyPr wrap="square" lIns="0" tIns="0" rIns="0" bIns="0" rtlCol="0" anchor="ctr"/>
          <a:lstStyle/>
          <a:p>
            <a:pPr algn="ctr" indent="0" marL="0">
              <a:buNone/>
            </a:pPr>
            <a:r>
              <a:rPr lang="en-US" sz="1600" i="1" dirty="0">
                <a:solidFill>
                  <a:schemeClr val="tx1"/>
                </a:solidFill>
              </a:rPr>
              <a:t>I</a:t>
            </a:r>
            <a:endParaRPr lang="en-US" sz="1600" dirty="0"/>
          </a:p>
        </p:txBody>
      </p:sp>
      <p:sp>
        <p:nvSpPr>
          <p:cNvPr id="23" name="Text 20"/>
          <p:cNvSpPr txBox="1"/>
          <p:nvPr/>
        </p:nvSpPr>
        <p:spPr>
          <a:xfrm>
            <a:off x="5943600" y="3977640"/>
            <a:ext cx="1046805" cy="274320"/>
          </a:xfrm>
          <a:prstGeom prst="rect">
            <a:avLst/>
          </a:prstGeom>
          <a:noFill/>
          <a:ln/>
        </p:spPr>
        <p:txBody>
          <a:bodyPr wrap="square" lIns="0" tIns="0" rIns="0" bIns="0" rtlCol="0" anchor="t"/>
          <a:lstStyle/>
          <a:p>
            <a:pPr algn="ctr" indent="0" marL="0">
              <a:buNone/>
            </a:pPr>
            <a:r>
              <a:rPr lang="en-US" sz="900" b="1" dirty="0">
                <a:solidFill>
                  <a:schemeClr val="accent5"/>
                </a:solidFill>
              </a:rPr>
              <a:t>SUBJECT</a:t>
            </a:r>
            <a:endParaRPr lang="en-US" sz="900" dirty="0"/>
          </a:p>
        </p:txBody>
      </p:sp>
      <p:sp>
        <p:nvSpPr>
          <p:cNvPr id="24" name="Shape 21"/>
          <p:cNvSpPr/>
          <p:nvPr/>
        </p:nvSpPr>
        <p:spPr>
          <a:xfrm>
            <a:off x="6743517" y="3429000"/>
            <a:ext cx="1039929" cy="512064"/>
          </a:xfrm>
          <a:prstGeom prst="roundRect">
            <a:avLst>
              <a:gd name="adj" fmla="val 17857"/>
            </a:avLst>
          </a:prstGeom>
          <a:solidFill>
            <a:srgbClr val="FBEDEB"/>
          </a:solidFill>
          <a:ln w="22225">
            <a:solidFill>
              <a:srgbClr val="B83227"/>
            </a:solidFill>
            <a:prstDash val="solid"/>
          </a:ln>
        </p:spPr>
      </p:sp>
      <p:sp>
        <p:nvSpPr>
          <p:cNvPr id="25" name="Text 22"/>
          <p:cNvSpPr txBox="1"/>
          <p:nvPr/>
        </p:nvSpPr>
        <p:spPr>
          <a:xfrm>
            <a:off x="6743517" y="3429000"/>
            <a:ext cx="1039929" cy="512064"/>
          </a:xfrm>
          <a:prstGeom prst="rect">
            <a:avLst/>
          </a:prstGeom>
          <a:noFill/>
          <a:ln/>
        </p:spPr>
        <p:txBody>
          <a:bodyPr wrap="square" lIns="0" tIns="0" rIns="0" bIns="0" rtlCol="0" anchor="ctr"/>
          <a:lstStyle/>
          <a:p>
            <a:pPr algn="ctr" indent="0" marL="0">
              <a:buNone/>
            </a:pPr>
            <a:r>
              <a:rPr lang="en-US" sz="1600" b="1" i="1" dirty="0">
                <a:solidFill>
                  <a:schemeClr val="accent6"/>
                </a:solidFill>
              </a:rPr>
              <a:t>visit</a:t>
            </a:r>
            <a:endParaRPr lang="en-US" sz="1600" dirty="0"/>
          </a:p>
        </p:txBody>
      </p:sp>
      <p:sp>
        <p:nvSpPr>
          <p:cNvPr id="26" name="Shape 23"/>
          <p:cNvSpPr/>
          <p:nvPr/>
        </p:nvSpPr>
        <p:spPr>
          <a:xfrm>
            <a:off x="7801734" y="3429000"/>
            <a:ext cx="546767" cy="512064"/>
          </a:xfrm>
          <a:prstGeom prst="roundRect">
            <a:avLst>
              <a:gd name="adj" fmla="val 17857"/>
            </a:avLst>
          </a:prstGeom>
          <a:solidFill>
            <a:schemeClr val="accent1"/>
          </a:solidFill>
          <a:ln w="12700">
            <a:solidFill>
              <a:srgbClr val="FFFFFF">
                <a:alpha val="0"/>
              </a:srgbClr>
            </a:solidFill>
            <a:prstDash val="solid"/>
          </a:ln>
        </p:spPr>
      </p:sp>
      <p:sp>
        <p:nvSpPr>
          <p:cNvPr id="27" name="Text 24"/>
          <p:cNvSpPr txBox="1"/>
          <p:nvPr/>
        </p:nvSpPr>
        <p:spPr>
          <a:xfrm>
            <a:off x="7801734" y="3429000"/>
            <a:ext cx="546767" cy="512064"/>
          </a:xfrm>
          <a:prstGeom prst="rect">
            <a:avLst/>
          </a:prstGeom>
          <a:noFill/>
          <a:ln/>
        </p:spPr>
        <p:txBody>
          <a:bodyPr wrap="square" lIns="0" tIns="0" rIns="0" bIns="0" rtlCol="0" anchor="ctr"/>
          <a:lstStyle/>
          <a:p>
            <a:pPr algn="ctr" indent="0" marL="0">
              <a:buNone/>
            </a:pPr>
            <a:r>
              <a:rPr lang="en-US" sz="1600" b="1" i="1" dirty="0">
                <a:solidFill>
                  <a:schemeClr val="bg1"/>
                </a:solidFill>
              </a:rPr>
              <a:t>ed</a:t>
            </a:r>
            <a:endParaRPr lang="en-US" sz="1600" dirty="0"/>
          </a:p>
        </p:txBody>
      </p:sp>
      <p:sp>
        <p:nvSpPr>
          <p:cNvPr id="28" name="Text 25"/>
          <p:cNvSpPr txBox="1"/>
          <p:nvPr/>
        </p:nvSpPr>
        <p:spPr>
          <a:xfrm>
            <a:off x="7481694" y="3977640"/>
            <a:ext cx="1186847" cy="274320"/>
          </a:xfrm>
          <a:prstGeom prst="rect">
            <a:avLst/>
          </a:prstGeom>
          <a:noFill/>
          <a:ln/>
        </p:spPr>
        <p:txBody>
          <a:bodyPr wrap="square" lIns="0" tIns="0" rIns="0" bIns="0" rtlCol="0" anchor="t"/>
          <a:lstStyle/>
          <a:p>
            <a:pPr algn="ctr" indent="0" marL="0">
              <a:buNone/>
            </a:pPr>
            <a:r>
              <a:rPr lang="en-US" sz="900" b="1" dirty="0">
                <a:solidFill>
                  <a:schemeClr val="accent1"/>
                </a:solidFill>
              </a:rPr>
              <a:t>VERB + -ED</a:t>
            </a:r>
            <a:endParaRPr lang="en-US" sz="900" dirty="0"/>
          </a:p>
        </p:txBody>
      </p:sp>
      <p:sp>
        <p:nvSpPr>
          <p:cNvPr id="29" name="Shape 26"/>
          <p:cNvSpPr/>
          <p:nvPr/>
        </p:nvSpPr>
        <p:spPr>
          <a:xfrm>
            <a:off x="8421653" y="3429000"/>
            <a:ext cx="977311" cy="512064"/>
          </a:xfrm>
          <a:prstGeom prst="roundRect">
            <a:avLst>
              <a:gd name="adj" fmla="val 17857"/>
            </a:avLst>
          </a:prstGeom>
          <a:solidFill>
            <a:srgbClr val="FFFFFF"/>
          </a:solidFill>
          <a:ln w="15875">
            <a:solidFill>
              <a:srgbClr val="D5DCE6"/>
            </a:solidFill>
            <a:prstDash val="solid"/>
          </a:ln>
        </p:spPr>
      </p:sp>
      <p:sp>
        <p:nvSpPr>
          <p:cNvPr id="30" name="Text 27"/>
          <p:cNvSpPr txBox="1"/>
          <p:nvPr/>
        </p:nvSpPr>
        <p:spPr>
          <a:xfrm>
            <a:off x="8421653" y="3429000"/>
            <a:ext cx="977311" cy="512064"/>
          </a:xfrm>
          <a:prstGeom prst="rect">
            <a:avLst/>
          </a:prstGeom>
          <a:noFill/>
          <a:ln/>
        </p:spPr>
        <p:txBody>
          <a:bodyPr wrap="square" lIns="0" tIns="0" rIns="0" bIns="0" rtlCol="0" anchor="ctr"/>
          <a:lstStyle/>
          <a:p>
            <a:pPr algn="ctr" indent="0" marL="0">
              <a:buNone/>
            </a:pPr>
            <a:r>
              <a:rPr lang="en-US" sz="1600" i="1" dirty="0">
                <a:solidFill>
                  <a:schemeClr val="tx1"/>
                </a:solidFill>
              </a:rPr>
              <a:t>London</a:t>
            </a:r>
            <a:endParaRPr lang="en-US" sz="1600" dirty="0"/>
          </a:p>
        </p:txBody>
      </p:sp>
      <p:sp>
        <p:nvSpPr>
          <p:cNvPr id="31" name="Shape 28"/>
          <p:cNvSpPr/>
          <p:nvPr/>
        </p:nvSpPr>
        <p:spPr>
          <a:xfrm>
            <a:off x="9472116" y="3429000"/>
            <a:ext cx="1678985" cy="512064"/>
          </a:xfrm>
          <a:prstGeom prst="roundRect">
            <a:avLst>
              <a:gd name="adj" fmla="val 17857"/>
            </a:avLst>
          </a:prstGeom>
          <a:solidFill>
            <a:srgbClr val="FDF1E6"/>
          </a:solidFill>
          <a:ln w="19050">
            <a:solidFill>
              <a:srgbClr val="D9700F"/>
            </a:solidFill>
            <a:prstDash val="solid"/>
          </a:ln>
        </p:spPr>
      </p:sp>
      <p:sp>
        <p:nvSpPr>
          <p:cNvPr id="32" name="Text 29"/>
          <p:cNvSpPr txBox="1"/>
          <p:nvPr/>
        </p:nvSpPr>
        <p:spPr>
          <a:xfrm>
            <a:off x="9472116" y="3429000"/>
            <a:ext cx="1678985" cy="512064"/>
          </a:xfrm>
          <a:prstGeom prst="rect">
            <a:avLst/>
          </a:prstGeom>
          <a:noFill/>
          <a:ln/>
        </p:spPr>
        <p:txBody>
          <a:bodyPr wrap="square" lIns="0" tIns="0" rIns="0" bIns="0" rtlCol="0" anchor="ctr"/>
          <a:lstStyle/>
          <a:p>
            <a:pPr algn="ctr" indent="0" marL="0">
              <a:buNone/>
            </a:pPr>
            <a:r>
              <a:rPr lang="en-US" sz="1600" b="1" i="1" dirty="0">
                <a:solidFill>
                  <a:schemeClr val="accent1"/>
                </a:solidFill>
              </a:rPr>
              <a:t>last year.</a:t>
            </a:r>
            <a:endParaRPr lang="en-US" sz="1600" dirty="0"/>
          </a:p>
        </p:txBody>
      </p:sp>
      <p:sp>
        <p:nvSpPr>
          <p:cNvPr id="33" name="Text 30"/>
          <p:cNvSpPr txBox="1"/>
          <p:nvPr/>
        </p:nvSpPr>
        <p:spPr>
          <a:xfrm>
            <a:off x="9152076" y="3977640"/>
            <a:ext cx="2319065" cy="274320"/>
          </a:xfrm>
          <a:prstGeom prst="rect">
            <a:avLst/>
          </a:prstGeom>
          <a:noFill/>
          <a:ln/>
        </p:spPr>
        <p:txBody>
          <a:bodyPr wrap="square" lIns="0" tIns="0" rIns="0" bIns="0" rtlCol="0" anchor="t"/>
          <a:lstStyle/>
          <a:p>
            <a:pPr algn="ctr" indent="0" marL="0">
              <a:buNone/>
            </a:pPr>
            <a:r>
              <a:rPr lang="en-US" sz="900" b="1" dirty="0">
                <a:solidFill>
                  <a:schemeClr val="accent1"/>
                </a:solidFill>
              </a:rPr>
              <a:t>WHEN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Today’s mission</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MISSION</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4"/>
          </a:solidFill>
          <a:ln w="12700">
            <a:solidFill>
              <a:srgbClr val="FFFFFF">
                <a:alpha val="0"/>
              </a:srgbClr>
            </a:solidFill>
            <a:prstDash val="solid"/>
          </a:ln>
        </p:spPr>
      </p:sp>
      <p:pic>
        <p:nvPicPr>
          <p:cNvPr id="7" name="Image 0" descr="PuzzlePiec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Build</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build the past simple: regular, irregular, negative, question.</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History">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Use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talk about finished actions, often with a date.</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2"/>
          </a:solidFill>
          <a:ln w="12700">
            <a:solidFill>
              <a:srgbClr val="FFFFFF">
                <a:alpha val="0"/>
              </a:srgbClr>
            </a:solidFill>
            <a:prstDash val="solid"/>
          </a:ln>
        </p:spPr>
      </p:sp>
      <p:pic>
        <p:nvPicPr>
          <p:cNvPr id="17" name="Image 2" descr="BookOpen">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Tell</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tell a short story: my weekend, my holiday.</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One past form for everybody — and </a:t>
            </a:r>
            <a:r>
              <a:rPr lang="en-US" sz="1700" i="1" dirty="0">
                <a:solidFill>
                  <a:schemeClr val="tx1"/>
                </a:solidFill>
              </a:rPr>
              <a:t>did</a:t>
            </a:r>
            <a:r>
              <a:rPr lang="en-US" sz="1700" dirty="0">
                <a:solidFill>
                  <a:schemeClr val="tx1"/>
                </a:solidFill>
              </a:rPr>
              <a:t> for questions and negatives.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What did you do last weekend?</a:t>
            </a:r>
            <a:endParaRPr lang="en-US" sz="3000" dirty="0"/>
          </a:p>
        </p:txBody>
      </p:sp>
      <p:sp>
        <p:nvSpPr>
          <p:cNvPr id="3" name="tag"/>
          <p:cNvSpPr/>
          <p:nvPr/>
        </p:nvSpPr>
        <p:spPr>
          <a:xfrm>
            <a:off x="548640" y="237744"/>
            <a:ext cx="1121054"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WARM-UP</a:t>
            </a:r>
            <a:endParaRPr lang="en-US" sz="1200" dirty="0"/>
          </a:p>
        </p:txBody>
      </p:sp>
      <p:sp>
        <p:nvSpPr>
          <p:cNvPr id="5" name="Shape 2"/>
          <p:cNvSpPr/>
          <p:nvPr/>
        </p:nvSpPr>
        <p:spPr>
          <a:xfrm>
            <a:off x="548640" y="146304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clapper board">    </p:cNvPr>
          <p:cNvPicPr>
            <a:picLocks noChangeAspect="1"/>
          </p:cNvPicPr>
          <p:nvPr/>
        </p:nvPicPr>
        <p:blipFill>
          <a:blip r:embed="rId1"/>
          <a:stretch>
            <a:fillRect/>
          </a:stretch>
        </p:blipFill>
        <p:spPr>
          <a:xfrm>
            <a:off x="1409319" y="1600200"/>
            <a:ext cx="914400" cy="914400"/>
          </a:xfrm>
          <a:prstGeom prst="rect">
            <a:avLst/>
          </a:prstGeom>
        </p:spPr>
      </p:pic>
      <p:sp>
        <p:nvSpPr>
          <p:cNvPr id="7" name="Text 3"/>
          <p:cNvSpPr txBox="1"/>
          <p:nvPr/>
        </p:nvSpPr>
        <p:spPr>
          <a:xfrm>
            <a:off x="640080" y="256032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watch a film</a:t>
            </a:r>
            <a:endParaRPr lang="en-US" sz="1700" dirty="0"/>
          </a:p>
        </p:txBody>
      </p:sp>
      <p:sp>
        <p:nvSpPr>
          <p:cNvPr id="8" name="Shape 4"/>
          <p:cNvSpPr/>
          <p:nvPr/>
        </p:nvSpPr>
        <p:spPr>
          <a:xfrm>
            <a:off x="3367278" y="146304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9" name="Image 1" descr="soccer ball">    </p:cNvPr>
          <p:cNvPicPr>
            <a:picLocks noChangeAspect="1"/>
          </p:cNvPicPr>
          <p:nvPr/>
        </p:nvPicPr>
        <p:blipFill>
          <a:blip r:embed="rId2"/>
          <a:stretch>
            <a:fillRect/>
          </a:stretch>
        </p:blipFill>
        <p:spPr>
          <a:xfrm>
            <a:off x="4227957" y="1600200"/>
            <a:ext cx="914400" cy="914400"/>
          </a:xfrm>
          <a:prstGeom prst="rect">
            <a:avLst/>
          </a:prstGeom>
        </p:spPr>
      </p:pic>
      <p:sp>
        <p:nvSpPr>
          <p:cNvPr id="10" name="Text 5"/>
          <p:cNvSpPr txBox="1"/>
          <p:nvPr/>
        </p:nvSpPr>
        <p:spPr>
          <a:xfrm>
            <a:off x="3458718" y="256032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play football</a:t>
            </a:r>
            <a:endParaRPr lang="en-US" sz="1700" dirty="0"/>
          </a:p>
        </p:txBody>
      </p:sp>
      <p:sp>
        <p:nvSpPr>
          <p:cNvPr id="11" name="Shape 6"/>
          <p:cNvSpPr/>
          <p:nvPr/>
        </p:nvSpPr>
        <p:spPr>
          <a:xfrm>
            <a:off x="6185916" y="146304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2" name="Image 2" descr="cooking">    </p:cNvPr>
          <p:cNvPicPr>
            <a:picLocks noChangeAspect="1"/>
          </p:cNvPicPr>
          <p:nvPr/>
        </p:nvPicPr>
        <p:blipFill>
          <a:blip r:embed="rId3"/>
          <a:stretch>
            <a:fillRect/>
          </a:stretch>
        </p:blipFill>
        <p:spPr>
          <a:xfrm>
            <a:off x="7046595" y="1600200"/>
            <a:ext cx="914400" cy="914400"/>
          </a:xfrm>
          <a:prstGeom prst="rect">
            <a:avLst/>
          </a:prstGeom>
        </p:spPr>
      </p:pic>
      <p:sp>
        <p:nvSpPr>
          <p:cNvPr id="13" name="Text 7"/>
          <p:cNvSpPr txBox="1"/>
          <p:nvPr/>
        </p:nvSpPr>
        <p:spPr>
          <a:xfrm>
            <a:off x="6277356" y="256032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cook dinner</a:t>
            </a:r>
            <a:endParaRPr lang="en-US" sz="1700" dirty="0"/>
          </a:p>
        </p:txBody>
      </p:sp>
      <p:sp>
        <p:nvSpPr>
          <p:cNvPr id="14" name="Shape 8"/>
          <p:cNvSpPr/>
          <p:nvPr/>
        </p:nvSpPr>
        <p:spPr>
          <a:xfrm>
            <a:off x="9004554" y="146304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5" name="Image 3" descr="shopping cart">    </p:cNvPr>
          <p:cNvPicPr>
            <a:picLocks noChangeAspect="1"/>
          </p:cNvPicPr>
          <p:nvPr/>
        </p:nvPicPr>
        <p:blipFill>
          <a:blip r:embed="rId4"/>
          <a:stretch>
            <a:fillRect/>
          </a:stretch>
        </p:blipFill>
        <p:spPr>
          <a:xfrm>
            <a:off x="9865233" y="1600200"/>
            <a:ext cx="914400" cy="914400"/>
          </a:xfrm>
          <a:prstGeom prst="rect">
            <a:avLst/>
          </a:prstGeom>
        </p:spPr>
      </p:pic>
      <p:sp>
        <p:nvSpPr>
          <p:cNvPr id="16" name="Text 9"/>
          <p:cNvSpPr txBox="1"/>
          <p:nvPr/>
        </p:nvSpPr>
        <p:spPr>
          <a:xfrm>
            <a:off x="9095994" y="256032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go shopping</a:t>
            </a:r>
            <a:endParaRPr lang="en-US" sz="1700" dirty="0"/>
          </a:p>
        </p:txBody>
      </p:sp>
      <p:sp>
        <p:nvSpPr>
          <p:cNvPr id="17" name="Shape 10"/>
          <p:cNvSpPr/>
          <p:nvPr/>
        </p:nvSpPr>
        <p:spPr>
          <a:xfrm>
            <a:off x="548640" y="333756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8" name="Image 4" descr="open book">    </p:cNvPr>
          <p:cNvPicPr>
            <a:picLocks noChangeAspect="1"/>
          </p:cNvPicPr>
          <p:nvPr/>
        </p:nvPicPr>
        <p:blipFill>
          <a:blip r:embed="rId5"/>
          <a:stretch>
            <a:fillRect/>
          </a:stretch>
        </p:blipFill>
        <p:spPr>
          <a:xfrm>
            <a:off x="1409319" y="3474720"/>
            <a:ext cx="914400" cy="914400"/>
          </a:xfrm>
          <a:prstGeom prst="rect">
            <a:avLst/>
          </a:prstGeom>
        </p:spPr>
      </p:pic>
      <p:sp>
        <p:nvSpPr>
          <p:cNvPr id="19" name="Text 11"/>
          <p:cNvSpPr txBox="1"/>
          <p:nvPr/>
        </p:nvSpPr>
        <p:spPr>
          <a:xfrm>
            <a:off x="640080" y="443484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read a book</a:t>
            </a:r>
            <a:endParaRPr lang="en-US" sz="1700" dirty="0"/>
          </a:p>
        </p:txBody>
      </p:sp>
      <p:sp>
        <p:nvSpPr>
          <p:cNvPr id="20" name="Shape 12"/>
          <p:cNvSpPr/>
          <p:nvPr/>
        </p:nvSpPr>
        <p:spPr>
          <a:xfrm>
            <a:off x="3367278" y="333756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1" name="Image 5" descr="sleeping face">    </p:cNvPr>
          <p:cNvPicPr>
            <a:picLocks noChangeAspect="1"/>
          </p:cNvPicPr>
          <p:nvPr/>
        </p:nvPicPr>
        <p:blipFill>
          <a:blip r:embed="rId6"/>
          <a:stretch>
            <a:fillRect/>
          </a:stretch>
        </p:blipFill>
        <p:spPr>
          <a:xfrm>
            <a:off x="4227957" y="3474720"/>
            <a:ext cx="914400" cy="914400"/>
          </a:xfrm>
          <a:prstGeom prst="rect">
            <a:avLst/>
          </a:prstGeom>
        </p:spPr>
      </p:pic>
      <p:sp>
        <p:nvSpPr>
          <p:cNvPr id="22" name="Text 13"/>
          <p:cNvSpPr txBox="1"/>
          <p:nvPr/>
        </p:nvSpPr>
        <p:spPr>
          <a:xfrm>
            <a:off x="3458718" y="443484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sleep a lot</a:t>
            </a:r>
            <a:endParaRPr lang="en-US" sz="1700" dirty="0"/>
          </a:p>
        </p:txBody>
      </p:sp>
      <p:sp>
        <p:nvSpPr>
          <p:cNvPr id="23" name="Shape 14"/>
          <p:cNvSpPr/>
          <p:nvPr/>
        </p:nvSpPr>
        <p:spPr>
          <a:xfrm>
            <a:off x="6185916" y="333756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4" name="Image 6" descr="people hugging">    </p:cNvPr>
          <p:cNvPicPr>
            <a:picLocks noChangeAspect="1"/>
          </p:cNvPicPr>
          <p:nvPr/>
        </p:nvPicPr>
        <p:blipFill>
          <a:blip r:embed="rId7"/>
          <a:stretch>
            <a:fillRect/>
          </a:stretch>
        </p:blipFill>
        <p:spPr>
          <a:xfrm>
            <a:off x="7046595" y="3474720"/>
            <a:ext cx="914400" cy="914400"/>
          </a:xfrm>
          <a:prstGeom prst="rect">
            <a:avLst/>
          </a:prstGeom>
        </p:spPr>
      </p:pic>
      <p:sp>
        <p:nvSpPr>
          <p:cNvPr id="25" name="Text 15"/>
          <p:cNvSpPr txBox="1"/>
          <p:nvPr/>
        </p:nvSpPr>
        <p:spPr>
          <a:xfrm>
            <a:off x="6277356" y="443484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visit friends</a:t>
            </a:r>
            <a:endParaRPr lang="en-US" sz="1700" dirty="0"/>
          </a:p>
        </p:txBody>
      </p:sp>
      <p:sp>
        <p:nvSpPr>
          <p:cNvPr id="26" name="Shape 16"/>
          <p:cNvSpPr/>
          <p:nvPr/>
        </p:nvSpPr>
        <p:spPr>
          <a:xfrm>
            <a:off x="9004554" y="3337560"/>
            <a:ext cx="2635758"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7" name="Image 7" descr="house">    </p:cNvPr>
          <p:cNvPicPr>
            <a:picLocks noChangeAspect="1"/>
          </p:cNvPicPr>
          <p:nvPr/>
        </p:nvPicPr>
        <p:blipFill>
          <a:blip r:embed="rId8"/>
          <a:stretch>
            <a:fillRect/>
          </a:stretch>
        </p:blipFill>
        <p:spPr>
          <a:xfrm>
            <a:off x="9865233" y="3474720"/>
            <a:ext cx="914400" cy="914400"/>
          </a:xfrm>
          <a:prstGeom prst="rect">
            <a:avLst/>
          </a:prstGeom>
        </p:spPr>
      </p:pic>
      <p:sp>
        <p:nvSpPr>
          <p:cNvPr id="28" name="Text 17"/>
          <p:cNvSpPr txBox="1"/>
          <p:nvPr/>
        </p:nvSpPr>
        <p:spPr>
          <a:xfrm>
            <a:off x="9095994" y="4434840"/>
            <a:ext cx="2452878" cy="502920"/>
          </a:xfrm>
          <a:prstGeom prst="rect">
            <a:avLst/>
          </a:prstGeom>
          <a:noFill/>
          <a:ln/>
        </p:spPr>
        <p:txBody>
          <a:bodyPr wrap="square" lIns="0" tIns="0" rIns="0" bIns="0" rtlCol="0" anchor="ctr"/>
          <a:lstStyle/>
          <a:p>
            <a:pPr algn="ctr" indent="0" marL="0">
              <a:buNone/>
            </a:pPr>
            <a:r>
              <a:rPr lang="en-US" sz="1700" b="1" i="1" dirty="0">
                <a:solidFill>
                  <a:schemeClr val="tx2"/>
                </a:solidFill>
              </a:rPr>
              <a:t>clean the house</a:t>
            </a:r>
            <a:endParaRPr lang="en-US" sz="1700" dirty="0"/>
          </a:p>
        </p:txBody>
      </p:sp>
      <p:sp>
        <p:nvSpPr>
          <p:cNvPr id="29" name="Shape 18"/>
          <p:cNvSpPr/>
          <p:nvPr/>
        </p:nvSpPr>
        <p:spPr>
          <a:xfrm>
            <a:off x="548640" y="5303520"/>
            <a:ext cx="11091672" cy="868680"/>
          </a:xfrm>
          <a:prstGeom prst="roundRect">
            <a:avLst>
              <a:gd name="adj" fmla="val 12632"/>
            </a:avLst>
          </a:prstGeom>
          <a:solidFill>
            <a:srgbClr val="FBEAF2"/>
          </a:solidFill>
          <a:ln w="19050">
            <a:solidFill>
              <a:srgbClr val="B4236A"/>
            </a:solidFill>
            <a:prstDash val="solid"/>
          </a:ln>
        </p:spPr>
      </p:sp>
      <p:sp>
        <p:nvSpPr>
          <p:cNvPr id="30" name="Text 19"/>
          <p:cNvSpPr txBox="1"/>
          <p:nvPr/>
        </p:nvSpPr>
        <p:spPr>
          <a:xfrm>
            <a:off x="822960" y="5303520"/>
            <a:ext cx="10607040" cy="868680"/>
          </a:xfrm>
          <a:prstGeom prst="rect">
            <a:avLst/>
          </a:prstGeom>
          <a:noFill/>
          <a:ln/>
        </p:spPr>
        <p:txBody>
          <a:bodyPr wrap="square" lIns="0" tIns="0" rIns="0" bIns="0" rtlCol="0" anchor="ctr"/>
          <a:lstStyle/>
          <a:p>
            <a:pPr algn="l" indent="0" marL="0">
              <a:buNone/>
            </a:pPr>
            <a:r>
              <a:rPr lang="en-US" sz="2000" i="1" dirty="0">
                <a:solidFill>
                  <a:schemeClr val="tx1"/>
                </a:solidFill>
              </a:rPr>
              <a:t>Last weekend, I </a:t>
            </a:r>
            <a:r>
              <a:rPr lang="en-US" sz="2000" b="1" i="1" dirty="0">
                <a:solidFill>
                  <a:srgbClr val="B4236A"/>
                </a:solidFill>
              </a:rPr>
              <a:t>watched</a:t>
            </a:r>
            <a:r>
              <a:rPr lang="en-US" sz="2000" i="1" dirty="0">
                <a:solidFill>
                  <a:schemeClr val="tx1"/>
                </a:solidFill>
              </a:rPr>
              <a:t> a film and I </a:t>
            </a:r>
            <a:r>
              <a:rPr lang="en-US" sz="2000" b="1" i="1" dirty="0">
                <a:solidFill>
                  <a:srgbClr val="B4236A"/>
                </a:solidFill>
              </a:rPr>
              <a:t>went</a:t>
            </a:r>
            <a:r>
              <a:rPr lang="en-US" sz="2000" i="1" dirty="0">
                <a:solidFill>
                  <a:schemeClr val="tx1"/>
                </a:solidFill>
              </a:rPr>
              <a:t> shopping. And you?</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When? In a finished time</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777240" y="1463040"/>
            <a:ext cx="8229600" cy="2240280"/>
          </a:xfrm>
          <a:prstGeom prst="roundRect">
            <a:avLst>
              <a:gd name="adj" fmla="val 4898"/>
            </a:avLst>
          </a:prstGeom>
          <a:solidFill>
            <a:srgbClr val="FBEAF2"/>
          </a:solidFill>
          <a:ln w="22225">
            <a:solidFill>
              <a:srgbClr val="B4236A"/>
            </a:solidFill>
            <a:prstDash val="dash"/>
          </a:ln>
        </p:spPr>
      </p:sp>
      <p:sp>
        <p:nvSpPr>
          <p:cNvPr id="6" name="Text 3"/>
          <p:cNvSpPr txBox="1"/>
          <p:nvPr/>
        </p:nvSpPr>
        <p:spPr>
          <a:xfrm>
            <a:off x="960120" y="1517904"/>
            <a:ext cx="6400800" cy="384048"/>
          </a:xfrm>
          <a:prstGeom prst="rect">
            <a:avLst/>
          </a:prstGeom>
          <a:noFill/>
          <a:ln/>
        </p:spPr>
        <p:txBody>
          <a:bodyPr wrap="square" lIns="0" tIns="0" rIns="0" bIns="0" rtlCol="0" anchor="ctr"/>
          <a:lstStyle/>
          <a:p>
            <a:pPr algn="l" indent="0" marL="0">
              <a:buNone/>
            </a:pPr>
            <a:r>
              <a:rPr lang="en-US" sz="1500" b="1" dirty="0">
                <a:solidFill>
                  <a:schemeClr val="accent4"/>
                </a:solidFill>
              </a:rPr>
              <a:t>FINISHED TIME</a:t>
            </a:r>
            <a:r>
              <a:rPr lang="en-US" sz="1500" dirty="0">
                <a:solidFill>
                  <a:schemeClr val="accent4"/>
                </a:solidFill>
              </a:rPr>
              <a:t> · le temps est fini, fermé</a:t>
            </a:r>
            <a:endParaRPr lang="en-US" sz="1500" dirty="0"/>
          </a:p>
        </p:txBody>
      </p:sp>
      <p:pic>
        <p:nvPicPr>
          <p:cNvPr id="7" name="Image 0" descr="locked">    </p:cNvPr>
          <p:cNvPicPr>
            <a:picLocks noChangeAspect="1"/>
          </p:cNvPicPr>
          <p:nvPr/>
        </p:nvPicPr>
        <p:blipFill>
          <a:blip r:embed="rId1"/>
          <a:stretch>
            <a:fillRect/>
          </a:stretch>
        </p:blipFill>
        <p:spPr>
          <a:xfrm>
            <a:off x="8366760" y="1536192"/>
            <a:ext cx="502920" cy="502920"/>
          </a:xfrm>
          <a:prstGeom prst="rect">
            <a:avLst/>
          </a:prstGeom>
        </p:spPr>
      </p:pic>
      <p:sp>
        <p:nvSpPr>
          <p:cNvPr id="8" name="Shape 4"/>
          <p:cNvSpPr/>
          <p:nvPr/>
        </p:nvSpPr>
        <p:spPr>
          <a:xfrm>
            <a:off x="640080" y="3063240"/>
            <a:ext cx="11018520" cy="914"/>
          </a:xfrm>
          <a:prstGeom prst="line">
            <a:avLst/>
          </a:prstGeom>
          <a:noFill/>
          <a:ln w="31750">
            <a:solidFill>
              <a:srgbClr val="17375E"/>
            </a:solidFill>
            <a:prstDash val="solid"/>
            <a:tailEnd type="triangle"/>
          </a:ln>
        </p:spPr>
      </p:sp>
      <p:sp>
        <p:nvSpPr>
          <p:cNvPr id="9" name="Shape 5"/>
          <p:cNvSpPr/>
          <p:nvPr/>
        </p:nvSpPr>
        <p:spPr>
          <a:xfrm>
            <a:off x="10012680" y="2752344"/>
            <a:ext cx="91440" cy="621792"/>
          </a:xfrm>
          <a:prstGeom prst="rect">
            <a:avLst/>
          </a:prstGeom>
          <a:solidFill>
            <a:schemeClr val="accent6"/>
          </a:solidFill>
          <a:ln w="12700">
            <a:solidFill>
              <a:srgbClr val="FFFFFF">
                <a:alpha val="0"/>
              </a:srgbClr>
            </a:solidFill>
            <a:prstDash val="solid"/>
          </a:ln>
        </p:spPr>
      </p:sp>
      <p:sp>
        <p:nvSpPr>
          <p:cNvPr id="10" name="Text 6"/>
          <p:cNvSpPr txBox="1"/>
          <p:nvPr/>
        </p:nvSpPr>
        <p:spPr>
          <a:xfrm>
            <a:off x="9509760" y="2368296"/>
            <a:ext cx="1097280" cy="347472"/>
          </a:xfrm>
          <a:prstGeom prst="rect">
            <a:avLst/>
          </a:prstGeom>
          <a:noFill/>
          <a:ln/>
        </p:spPr>
        <p:txBody>
          <a:bodyPr wrap="square" lIns="0" tIns="0" rIns="0" bIns="0" rtlCol="0" anchor="ctr"/>
          <a:lstStyle/>
          <a:p>
            <a:pPr algn="ctr" indent="0" marL="0">
              <a:buNone/>
            </a:pPr>
            <a:r>
              <a:rPr lang="en-US" sz="1500" b="1" dirty="0">
                <a:solidFill>
                  <a:schemeClr val="accent6"/>
                </a:solidFill>
              </a:rPr>
              <a:t>NOW</a:t>
            </a:r>
            <a:endParaRPr lang="en-US" sz="1500" dirty="0"/>
          </a:p>
        </p:txBody>
      </p:sp>
      <p:sp>
        <p:nvSpPr>
          <p:cNvPr id="11" name="Shape 7"/>
          <p:cNvSpPr/>
          <p:nvPr/>
        </p:nvSpPr>
        <p:spPr>
          <a:xfrm>
            <a:off x="1618488" y="2944368"/>
            <a:ext cx="237744" cy="237744"/>
          </a:xfrm>
          <a:prstGeom prst="ellipse">
            <a:avLst/>
          </a:prstGeom>
          <a:solidFill>
            <a:schemeClr val="accent4"/>
          </a:solidFill>
          <a:ln w="12700">
            <a:solidFill>
              <a:srgbClr val="FFFFFF"/>
            </a:solidFill>
            <a:prstDash val="solid"/>
          </a:ln>
        </p:spPr>
      </p:sp>
      <p:sp>
        <p:nvSpPr>
          <p:cNvPr id="12" name="Shape 8"/>
          <p:cNvSpPr/>
          <p:nvPr/>
        </p:nvSpPr>
        <p:spPr>
          <a:xfrm flipV="1">
            <a:off x="1737360" y="2395728"/>
            <a:ext cx="914" cy="502920"/>
          </a:xfrm>
          <a:prstGeom prst="line">
            <a:avLst/>
          </a:prstGeom>
          <a:noFill/>
          <a:ln w="12700">
            <a:solidFill>
              <a:srgbClr val="D9700F"/>
            </a:solidFill>
            <a:prstDash val="solid"/>
          </a:ln>
        </p:spPr>
      </p:sp>
      <p:sp>
        <p:nvSpPr>
          <p:cNvPr id="13" name="Shape 9"/>
          <p:cNvSpPr/>
          <p:nvPr/>
        </p:nvSpPr>
        <p:spPr>
          <a:xfrm>
            <a:off x="1117543" y="1965960"/>
            <a:ext cx="1239634" cy="420624"/>
          </a:xfrm>
          <a:prstGeom prst="roundRect">
            <a:avLst>
              <a:gd name="adj" fmla="val 26087"/>
            </a:avLst>
          </a:prstGeom>
          <a:solidFill>
            <a:schemeClr val="accent1"/>
          </a:solidFill>
          <a:ln w="12700">
            <a:solidFill>
              <a:srgbClr val="FFFFFF">
                <a:alpha val="0"/>
              </a:srgbClr>
            </a:solidFill>
            <a:prstDash val="solid"/>
          </a:ln>
        </p:spPr>
      </p:sp>
      <p:sp>
        <p:nvSpPr>
          <p:cNvPr id="14" name="Text 10"/>
          <p:cNvSpPr txBox="1"/>
          <p:nvPr/>
        </p:nvSpPr>
        <p:spPr>
          <a:xfrm>
            <a:off x="1117543" y="1965960"/>
            <a:ext cx="1239634" cy="420624"/>
          </a:xfrm>
          <a:prstGeom prst="rect">
            <a:avLst/>
          </a:prstGeom>
          <a:noFill/>
          <a:ln/>
        </p:spPr>
        <p:txBody>
          <a:bodyPr wrap="square" lIns="0" tIns="0" rIns="0" bIns="0" rtlCol="0" anchor="ctr"/>
          <a:lstStyle/>
          <a:p>
            <a:pPr algn="ctr" indent="0" marL="0">
              <a:buNone/>
            </a:pPr>
            <a:r>
              <a:rPr lang="en-US" sz="1500" b="1" i="1" dirty="0">
                <a:solidFill>
                  <a:schemeClr val="bg1"/>
                </a:solidFill>
              </a:rPr>
              <a:t>in 2019</a:t>
            </a:r>
            <a:endParaRPr lang="en-US" sz="1500" dirty="0"/>
          </a:p>
        </p:txBody>
      </p:sp>
      <p:sp>
        <p:nvSpPr>
          <p:cNvPr id="15" name="Shape 11"/>
          <p:cNvSpPr/>
          <p:nvPr/>
        </p:nvSpPr>
        <p:spPr>
          <a:xfrm>
            <a:off x="3721608" y="2944368"/>
            <a:ext cx="237744" cy="237744"/>
          </a:xfrm>
          <a:prstGeom prst="ellipse">
            <a:avLst/>
          </a:prstGeom>
          <a:solidFill>
            <a:schemeClr val="accent4"/>
          </a:solidFill>
          <a:ln w="12700">
            <a:solidFill>
              <a:srgbClr val="FFFFFF"/>
            </a:solidFill>
            <a:prstDash val="solid"/>
          </a:ln>
        </p:spPr>
      </p:sp>
      <p:sp>
        <p:nvSpPr>
          <p:cNvPr id="16" name="Shape 12"/>
          <p:cNvSpPr/>
          <p:nvPr/>
        </p:nvSpPr>
        <p:spPr>
          <a:xfrm flipV="1">
            <a:off x="3840480" y="2395728"/>
            <a:ext cx="914" cy="502920"/>
          </a:xfrm>
          <a:prstGeom prst="line">
            <a:avLst/>
          </a:prstGeom>
          <a:noFill/>
          <a:ln w="12700">
            <a:solidFill>
              <a:srgbClr val="D9700F"/>
            </a:solidFill>
            <a:prstDash val="solid"/>
          </a:ln>
        </p:spPr>
      </p:sp>
      <p:sp>
        <p:nvSpPr>
          <p:cNvPr id="17" name="Shape 13"/>
          <p:cNvSpPr/>
          <p:nvPr/>
        </p:nvSpPr>
        <p:spPr>
          <a:xfrm>
            <a:off x="3100840" y="1965960"/>
            <a:ext cx="1479280" cy="420624"/>
          </a:xfrm>
          <a:prstGeom prst="roundRect">
            <a:avLst>
              <a:gd name="adj" fmla="val 26087"/>
            </a:avLst>
          </a:prstGeom>
          <a:solidFill>
            <a:schemeClr val="accent1"/>
          </a:solidFill>
          <a:ln w="12700">
            <a:solidFill>
              <a:srgbClr val="FFFFFF">
                <a:alpha val="0"/>
              </a:srgbClr>
            </a:solidFill>
            <a:prstDash val="solid"/>
          </a:ln>
        </p:spPr>
      </p:sp>
      <p:sp>
        <p:nvSpPr>
          <p:cNvPr id="18" name="Text 14"/>
          <p:cNvSpPr txBox="1"/>
          <p:nvPr/>
        </p:nvSpPr>
        <p:spPr>
          <a:xfrm>
            <a:off x="3100840" y="1965960"/>
            <a:ext cx="1479280" cy="420624"/>
          </a:xfrm>
          <a:prstGeom prst="rect">
            <a:avLst/>
          </a:prstGeom>
          <a:noFill/>
          <a:ln/>
        </p:spPr>
        <p:txBody>
          <a:bodyPr wrap="square" lIns="0" tIns="0" rIns="0" bIns="0" rtlCol="0" anchor="ctr"/>
          <a:lstStyle/>
          <a:p>
            <a:pPr algn="ctr" indent="0" marL="0">
              <a:buNone/>
            </a:pPr>
            <a:r>
              <a:rPr lang="en-US" sz="1500" b="1" i="1" dirty="0">
                <a:solidFill>
                  <a:schemeClr val="bg1"/>
                </a:solidFill>
              </a:rPr>
              <a:t>last week</a:t>
            </a:r>
            <a:endParaRPr lang="en-US" sz="1500" dirty="0"/>
          </a:p>
        </p:txBody>
      </p:sp>
      <p:sp>
        <p:nvSpPr>
          <p:cNvPr id="19" name="Shape 15"/>
          <p:cNvSpPr/>
          <p:nvPr/>
        </p:nvSpPr>
        <p:spPr>
          <a:xfrm>
            <a:off x="5733288" y="2944368"/>
            <a:ext cx="237744" cy="237744"/>
          </a:xfrm>
          <a:prstGeom prst="ellipse">
            <a:avLst/>
          </a:prstGeom>
          <a:solidFill>
            <a:schemeClr val="accent4"/>
          </a:solidFill>
          <a:ln w="12700">
            <a:solidFill>
              <a:srgbClr val="FFFFFF"/>
            </a:solidFill>
            <a:prstDash val="solid"/>
          </a:ln>
        </p:spPr>
      </p:sp>
      <p:sp>
        <p:nvSpPr>
          <p:cNvPr id="20" name="Shape 16"/>
          <p:cNvSpPr/>
          <p:nvPr/>
        </p:nvSpPr>
        <p:spPr>
          <a:xfrm flipV="1">
            <a:off x="5852160" y="2395728"/>
            <a:ext cx="914" cy="502920"/>
          </a:xfrm>
          <a:prstGeom prst="line">
            <a:avLst/>
          </a:prstGeom>
          <a:noFill/>
          <a:ln w="12700">
            <a:solidFill>
              <a:srgbClr val="D9700F"/>
            </a:solidFill>
            <a:prstDash val="solid"/>
          </a:ln>
        </p:spPr>
      </p:sp>
      <p:sp>
        <p:nvSpPr>
          <p:cNvPr id="21" name="Shape 17"/>
          <p:cNvSpPr/>
          <p:nvPr/>
        </p:nvSpPr>
        <p:spPr>
          <a:xfrm>
            <a:off x="4932786" y="1965960"/>
            <a:ext cx="1838749" cy="420624"/>
          </a:xfrm>
          <a:prstGeom prst="roundRect">
            <a:avLst>
              <a:gd name="adj" fmla="val 26087"/>
            </a:avLst>
          </a:prstGeom>
          <a:solidFill>
            <a:schemeClr val="accent1"/>
          </a:solidFill>
          <a:ln w="12700">
            <a:solidFill>
              <a:srgbClr val="FFFFFF">
                <a:alpha val="0"/>
              </a:srgbClr>
            </a:solidFill>
            <a:prstDash val="solid"/>
          </a:ln>
        </p:spPr>
      </p:sp>
      <p:sp>
        <p:nvSpPr>
          <p:cNvPr id="22" name="Text 18"/>
          <p:cNvSpPr txBox="1"/>
          <p:nvPr/>
        </p:nvSpPr>
        <p:spPr>
          <a:xfrm>
            <a:off x="4932786" y="1965960"/>
            <a:ext cx="1838749" cy="420624"/>
          </a:xfrm>
          <a:prstGeom prst="rect">
            <a:avLst/>
          </a:prstGeom>
          <a:noFill/>
          <a:ln/>
        </p:spPr>
        <p:txBody>
          <a:bodyPr wrap="square" lIns="0" tIns="0" rIns="0" bIns="0" rtlCol="0" anchor="ctr"/>
          <a:lstStyle/>
          <a:p>
            <a:pPr algn="ctr" indent="0" marL="0">
              <a:buNone/>
            </a:pPr>
            <a:r>
              <a:rPr lang="en-US" sz="1500" b="1" i="1" dirty="0">
                <a:solidFill>
                  <a:schemeClr val="bg1"/>
                </a:solidFill>
              </a:rPr>
              <a:t>two days ago</a:t>
            </a:r>
            <a:endParaRPr lang="en-US" sz="1500" dirty="0"/>
          </a:p>
        </p:txBody>
      </p:sp>
      <p:sp>
        <p:nvSpPr>
          <p:cNvPr id="23" name="Shape 19"/>
          <p:cNvSpPr/>
          <p:nvPr/>
        </p:nvSpPr>
        <p:spPr>
          <a:xfrm>
            <a:off x="7744968" y="2944368"/>
            <a:ext cx="237744" cy="237744"/>
          </a:xfrm>
          <a:prstGeom prst="ellipse">
            <a:avLst/>
          </a:prstGeom>
          <a:solidFill>
            <a:schemeClr val="accent4"/>
          </a:solidFill>
          <a:ln w="12700">
            <a:solidFill>
              <a:srgbClr val="FFFFFF"/>
            </a:solidFill>
            <a:prstDash val="solid"/>
          </a:ln>
        </p:spPr>
      </p:sp>
      <p:sp>
        <p:nvSpPr>
          <p:cNvPr id="24" name="Shape 20"/>
          <p:cNvSpPr/>
          <p:nvPr/>
        </p:nvSpPr>
        <p:spPr>
          <a:xfrm flipV="1">
            <a:off x="7863840" y="2395728"/>
            <a:ext cx="914" cy="502920"/>
          </a:xfrm>
          <a:prstGeom prst="line">
            <a:avLst/>
          </a:prstGeom>
          <a:noFill/>
          <a:ln w="12700">
            <a:solidFill>
              <a:srgbClr val="D9700F"/>
            </a:solidFill>
            <a:prstDash val="solid"/>
          </a:ln>
        </p:spPr>
      </p:sp>
      <p:sp>
        <p:nvSpPr>
          <p:cNvPr id="25" name="Shape 21"/>
          <p:cNvSpPr/>
          <p:nvPr/>
        </p:nvSpPr>
        <p:spPr>
          <a:xfrm>
            <a:off x="7124200" y="1965960"/>
            <a:ext cx="1479280" cy="420624"/>
          </a:xfrm>
          <a:prstGeom prst="roundRect">
            <a:avLst>
              <a:gd name="adj" fmla="val 26087"/>
            </a:avLst>
          </a:prstGeom>
          <a:solidFill>
            <a:schemeClr val="accent1"/>
          </a:solidFill>
          <a:ln w="12700">
            <a:solidFill>
              <a:srgbClr val="FFFFFF">
                <a:alpha val="0"/>
              </a:srgbClr>
            </a:solidFill>
            <a:prstDash val="solid"/>
          </a:ln>
        </p:spPr>
      </p:sp>
      <p:sp>
        <p:nvSpPr>
          <p:cNvPr id="26" name="Text 22"/>
          <p:cNvSpPr txBox="1"/>
          <p:nvPr/>
        </p:nvSpPr>
        <p:spPr>
          <a:xfrm>
            <a:off x="7124200" y="1965960"/>
            <a:ext cx="1479280" cy="420624"/>
          </a:xfrm>
          <a:prstGeom prst="rect">
            <a:avLst/>
          </a:prstGeom>
          <a:noFill/>
          <a:ln/>
        </p:spPr>
        <p:txBody>
          <a:bodyPr wrap="square" lIns="0" tIns="0" rIns="0" bIns="0" rtlCol="0" anchor="ctr"/>
          <a:lstStyle/>
          <a:p>
            <a:pPr algn="ctr" indent="0" marL="0">
              <a:buNone/>
            </a:pPr>
            <a:r>
              <a:rPr lang="en-US" sz="1500" b="1" i="1" dirty="0">
                <a:solidFill>
                  <a:schemeClr val="bg1"/>
                </a:solidFill>
              </a:rPr>
              <a:t>yesterday</a:t>
            </a:r>
            <a:endParaRPr lang="en-US" sz="1500" dirty="0"/>
          </a:p>
        </p:txBody>
      </p:sp>
      <p:sp>
        <p:nvSpPr>
          <p:cNvPr id="27" name="Shape 23"/>
          <p:cNvSpPr/>
          <p:nvPr/>
        </p:nvSpPr>
        <p:spPr>
          <a:xfrm>
            <a:off x="548640" y="3931920"/>
            <a:ext cx="6949440" cy="475488"/>
          </a:xfrm>
          <a:prstGeom prst="roundRect">
            <a:avLst>
              <a:gd name="adj" fmla="val 15385"/>
            </a:avLst>
          </a:prstGeom>
          <a:solidFill>
            <a:schemeClr val="bg2"/>
          </a:solidFill>
          <a:ln w="12700">
            <a:solidFill>
              <a:srgbClr val="FFFFFF">
                <a:alpha val="0"/>
              </a:srgbClr>
            </a:solidFill>
            <a:prstDash val="solid"/>
          </a:ln>
        </p:spPr>
      </p:sp>
      <p:sp>
        <p:nvSpPr>
          <p:cNvPr id="28" name="Text 24"/>
          <p:cNvSpPr txBox="1"/>
          <p:nvPr/>
        </p:nvSpPr>
        <p:spPr>
          <a:xfrm>
            <a:off x="731520" y="3931920"/>
            <a:ext cx="6675120" cy="475488"/>
          </a:xfrm>
          <a:prstGeom prst="rect">
            <a:avLst/>
          </a:prstGeom>
          <a:noFill/>
          <a:ln/>
        </p:spPr>
        <p:txBody>
          <a:bodyPr wrap="square" lIns="0" tIns="0" rIns="0" bIns="0" rtlCol="0" anchor="ctr"/>
          <a:lstStyle/>
          <a:p>
            <a:pPr algn="l" indent="0" marL="0">
              <a:buNone/>
            </a:pPr>
            <a:r>
              <a:rPr lang="en-US" sz="1800" i="1" dirty="0">
                <a:solidFill>
                  <a:schemeClr val="tx1"/>
                </a:solidFill>
              </a:rPr>
              <a:t>I </a:t>
            </a:r>
            <a:r>
              <a:rPr lang="en-US" sz="1800" b="1" i="1" dirty="0">
                <a:solidFill>
                  <a:srgbClr val="B4236A"/>
                </a:solidFill>
              </a:rPr>
              <a:t>visited</a:t>
            </a:r>
            <a:r>
              <a:rPr lang="en-US" sz="1800" i="1" dirty="0">
                <a:solidFill>
                  <a:schemeClr val="tx1"/>
                </a:solidFill>
              </a:rPr>
              <a:t> London </a:t>
            </a:r>
            <a:r>
              <a:rPr lang="en-US" sz="1800" b="1" i="1" dirty="0">
                <a:solidFill>
                  <a:srgbClr val="D9700F"/>
                </a:solidFill>
              </a:rPr>
              <a:t>in 2019</a:t>
            </a:r>
            <a:r>
              <a:rPr lang="en-US" sz="1800" i="1" dirty="0">
                <a:solidFill>
                  <a:schemeClr val="tx1"/>
                </a:solidFill>
              </a:rPr>
              <a:t>.</a:t>
            </a:r>
            <a:endParaRPr lang="en-US" sz="1800" dirty="0"/>
          </a:p>
        </p:txBody>
      </p:sp>
      <p:sp>
        <p:nvSpPr>
          <p:cNvPr id="29" name="Shape 25"/>
          <p:cNvSpPr/>
          <p:nvPr/>
        </p:nvSpPr>
        <p:spPr>
          <a:xfrm>
            <a:off x="548640" y="4480560"/>
            <a:ext cx="6949440" cy="475488"/>
          </a:xfrm>
          <a:prstGeom prst="roundRect">
            <a:avLst>
              <a:gd name="adj" fmla="val 15385"/>
            </a:avLst>
          </a:prstGeom>
          <a:solidFill>
            <a:srgbClr val="FFFFFF"/>
          </a:solidFill>
          <a:ln w="12700">
            <a:solidFill>
              <a:srgbClr val="FFFFFF">
                <a:alpha val="0"/>
              </a:srgbClr>
            </a:solidFill>
            <a:prstDash val="solid"/>
          </a:ln>
        </p:spPr>
      </p:sp>
      <p:sp>
        <p:nvSpPr>
          <p:cNvPr id="30" name="Text 26"/>
          <p:cNvSpPr txBox="1"/>
          <p:nvPr/>
        </p:nvSpPr>
        <p:spPr>
          <a:xfrm>
            <a:off x="731520" y="4480560"/>
            <a:ext cx="6675120" cy="475488"/>
          </a:xfrm>
          <a:prstGeom prst="rect">
            <a:avLst/>
          </a:prstGeom>
          <a:noFill/>
          <a:ln/>
        </p:spPr>
        <p:txBody>
          <a:bodyPr wrap="square" lIns="0" tIns="0" rIns="0" bIns="0" rtlCol="0" anchor="ctr"/>
          <a:lstStyle/>
          <a:p>
            <a:pPr algn="l" indent="0" marL="0">
              <a:buNone/>
            </a:pPr>
            <a:r>
              <a:rPr lang="en-US" sz="1800" i="1" dirty="0">
                <a:solidFill>
                  <a:schemeClr val="tx1"/>
                </a:solidFill>
              </a:rPr>
              <a:t>She </a:t>
            </a:r>
            <a:r>
              <a:rPr lang="en-US" sz="1800" b="1" i="1" dirty="0">
                <a:solidFill>
                  <a:srgbClr val="B4236A"/>
                </a:solidFill>
              </a:rPr>
              <a:t>called</a:t>
            </a:r>
            <a:r>
              <a:rPr lang="en-US" sz="1800" i="1" dirty="0">
                <a:solidFill>
                  <a:schemeClr val="tx1"/>
                </a:solidFill>
              </a:rPr>
              <a:t> me </a:t>
            </a:r>
            <a:r>
              <a:rPr lang="en-US" sz="1800" b="1" i="1" dirty="0">
                <a:solidFill>
                  <a:srgbClr val="D9700F"/>
                </a:solidFill>
              </a:rPr>
              <a:t>yesterday</a:t>
            </a:r>
            <a:r>
              <a:rPr lang="en-US" sz="1800" i="1" dirty="0">
                <a:solidFill>
                  <a:schemeClr val="tx1"/>
                </a:solidFill>
              </a:rPr>
              <a:t>.</a:t>
            </a:r>
            <a:endParaRPr lang="en-US" sz="1800" dirty="0"/>
          </a:p>
        </p:txBody>
      </p:sp>
      <p:sp>
        <p:nvSpPr>
          <p:cNvPr id="31" name="Shape 27"/>
          <p:cNvSpPr/>
          <p:nvPr/>
        </p:nvSpPr>
        <p:spPr>
          <a:xfrm>
            <a:off x="548640" y="5029200"/>
            <a:ext cx="6949440" cy="475488"/>
          </a:xfrm>
          <a:prstGeom prst="roundRect">
            <a:avLst>
              <a:gd name="adj" fmla="val 15385"/>
            </a:avLst>
          </a:prstGeom>
          <a:solidFill>
            <a:schemeClr val="bg2"/>
          </a:solidFill>
          <a:ln w="12700">
            <a:solidFill>
              <a:srgbClr val="FFFFFF">
                <a:alpha val="0"/>
              </a:srgbClr>
            </a:solidFill>
            <a:prstDash val="solid"/>
          </a:ln>
        </p:spPr>
      </p:sp>
      <p:sp>
        <p:nvSpPr>
          <p:cNvPr id="32" name="Text 28"/>
          <p:cNvSpPr txBox="1"/>
          <p:nvPr/>
        </p:nvSpPr>
        <p:spPr>
          <a:xfrm>
            <a:off x="731520" y="5029200"/>
            <a:ext cx="6675120" cy="475488"/>
          </a:xfrm>
          <a:prstGeom prst="rect">
            <a:avLst/>
          </a:prstGeom>
          <a:noFill/>
          <a:ln/>
        </p:spPr>
        <p:txBody>
          <a:bodyPr wrap="square" lIns="0" tIns="0" rIns="0" bIns="0" rtlCol="0" anchor="ctr"/>
          <a:lstStyle/>
          <a:p>
            <a:pPr algn="l" indent="0" marL="0">
              <a:buNone/>
            </a:pPr>
            <a:r>
              <a:rPr lang="en-US" sz="1800" i="1" dirty="0">
                <a:solidFill>
                  <a:schemeClr val="tx1"/>
                </a:solidFill>
              </a:rPr>
              <a:t>We </a:t>
            </a:r>
            <a:r>
              <a:rPr lang="en-US" sz="1800" b="1" i="1" dirty="0">
                <a:solidFill>
                  <a:srgbClr val="B4236A"/>
                </a:solidFill>
              </a:rPr>
              <a:t>went</a:t>
            </a:r>
            <a:r>
              <a:rPr lang="en-US" sz="1800" i="1" dirty="0">
                <a:solidFill>
                  <a:schemeClr val="tx1"/>
                </a:solidFill>
              </a:rPr>
              <a:t> to Spain </a:t>
            </a:r>
            <a:r>
              <a:rPr lang="en-US" sz="1800" b="1" i="1" dirty="0">
                <a:solidFill>
                  <a:srgbClr val="D9700F"/>
                </a:solidFill>
              </a:rPr>
              <a:t>two years ago</a:t>
            </a:r>
            <a:r>
              <a:rPr lang="en-US" sz="1800" i="1" dirty="0">
                <a:solidFill>
                  <a:schemeClr val="tx1"/>
                </a:solidFill>
              </a:rPr>
              <a:t>.</a:t>
            </a:r>
            <a:endParaRPr lang="en-US" sz="1800" dirty="0"/>
          </a:p>
        </p:txBody>
      </p:sp>
      <p:sp>
        <p:nvSpPr>
          <p:cNvPr id="33" name="Shape 29"/>
          <p:cNvSpPr/>
          <p:nvPr/>
        </p:nvSpPr>
        <p:spPr>
          <a:xfrm>
            <a:off x="7726680" y="3886200"/>
            <a:ext cx="3913632" cy="1600200"/>
          </a:xfrm>
          <a:prstGeom prst="roundRect">
            <a:avLst>
              <a:gd name="adj" fmla="val 6857"/>
            </a:avLst>
          </a:prstGeom>
          <a:solidFill>
            <a:srgbClr val="FBEAF2"/>
          </a:solidFill>
          <a:ln w="19050">
            <a:solidFill>
              <a:srgbClr val="B4236A"/>
            </a:solidFill>
            <a:prstDash val="solid"/>
          </a:ln>
        </p:spPr>
      </p:sp>
      <p:sp>
        <p:nvSpPr>
          <p:cNvPr id="34" name="Text 30"/>
          <p:cNvSpPr txBox="1"/>
          <p:nvPr/>
        </p:nvSpPr>
        <p:spPr>
          <a:xfrm>
            <a:off x="7909560" y="3959352"/>
            <a:ext cx="3547872" cy="384048"/>
          </a:xfrm>
          <a:prstGeom prst="rect">
            <a:avLst/>
          </a:prstGeom>
          <a:noFill/>
          <a:ln/>
        </p:spPr>
        <p:txBody>
          <a:bodyPr wrap="square" lIns="0" tIns="0" rIns="0" bIns="0" rtlCol="0" anchor="ctr"/>
          <a:lstStyle/>
          <a:p>
            <a:pPr algn="l" indent="0" marL="0">
              <a:buNone/>
            </a:pPr>
            <a:r>
              <a:rPr lang="en-US" sz="1500" b="1" dirty="0">
                <a:solidFill>
                  <a:schemeClr val="accent4"/>
                </a:solidFill>
              </a:rPr>
              <a:t>The rule</a:t>
            </a:r>
            <a:endParaRPr lang="en-US" sz="1500" dirty="0"/>
          </a:p>
        </p:txBody>
      </p:sp>
      <p:sp>
        <p:nvSpPr>
          <p:cNvPr id="35" name="Text 31"/>
          <p:cNvSpPr txBox="1"/>
          <p:nvPr/>
        </p:nvSpPr>
        <p:spPr>
          <a:xfrm>
            <a:off x="7909560" y="4361688"/>
            <a:ext cx="3547872" cy="1051560"/>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a </a:t>
            </a:r>
            <a:r>
              <a:rPr lang="en-US" sz="1500" b="1" dirty="0">
                <a:solidFill>
                  <a:schemeClr val="tx1"/>
                </a:solidFill>
              </a:rPr>
              <a:t>finished</a:t>
            </a:r>
            <a:r>
              <a:rPr lang="en-US" sz="1500" dirty="0">
                <a:solidFill>
                  <a:schemeClr val="tx1"/>
                </a:solidFill>
              </a:rPr>
              <a:t> action</a:t>
            </a:r>
            <a:endParaRPr lang="en-US" sz="1500" dirty="0"/>
          </a:p>
          <a:p>
            <a:pPr algn="l" indent="0" marL="0">
              <a:spcAft>
                <a:spcPts val="400"/>
              </a:spcAft>
              <a:buNone/>
            </a:pPr>
            <a:r>
              <a:rPr lang="en-US" sz="1500" dirty="0">
                <a:solidFill>
                  <a:schemeClr val="tx1"/>
                </a:solidFill>
              </a:rPr>
              <a:t>in a </a:t>
            </a:r>
            <a:r>
              <a:rPr lang="en-US" sz="1500" b="1" dirty="0">
                <a:solidFill>
                  <a:schemeClr val="tx1"/>
                </a:solidFill>
              </a:rPr>
              <a:t>finished</a:t>
            </a:r>
            <a:r>
              <a:rPr lang="en-US" sz="1500" dirty="0">
                <a:solidFill>
                  <a:schemeClr val="tx1"/>
                </a:solidFill>
              </a:rPr>
              <a:t> time</a:t>
            </a:r>
            <a:endParaRPr lang="en-US" sz="1500" dirty="0"/>
          </a:p>
          <a:p>
            <a:pPr algn="l" indent="0" marL="0">
              <a:spcAft>
                <a:spcPts val="400"/>
              </a:spcAft>
              <a:buNone/>
            </a:pPr>
            <a:r>
              <a:rPr lang="en-US" sz="1500" dirty="0">
                <a:solidFill>
                  <a:schemeClr val="tx1"/>
                </a:solidFill>
              </a:rPr>
              <a:t>often with a </a:t>
            </a:r>
            <a:r>
              <a:rPr lang="en-US" sz="1500" b="1" dirty="0">
                <a:solidFill>
                  <a:schemeClr val="tx1"/>
                </a:solidFill>
              </a:rPr>
              <a:t>date</a:t>
            </a:r>
            <a:r>
              <a:rPr lang="en-US" sz="1500" dirty="0">
                <a:solidFill>
                  <a:schemeClr val="tx1"/>
                </a:solidFill>
              </a:rPr>
              <a:t> or a time marker</a:t>
            </a:r>
            <a:endParaRPr lang="en-US" sz="1500" dirty="0"/>
          </a:p>
        </p:txBody>
      </p:sp>
      <p:sp>
        <p:nvSpPr>
          <p:cNvPr id="36" name="Shape 32"/>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37" name="Text 33"/>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Past simple = une action </a:t>
            </a:r>
            <a:r>
              <a:rPr lang="en-US" sz="1600" b="1" dirty="0">
                <a:solidFill>
                  <a:schemeClr val="bg1"/>
                </a:solidFill>
              </a:rPr>
              <a:t>terminée</a:t>
            </a:r>
            <a:r>
              <a:rPr lang="en-US" sz="1600" dirty="0">
                <a:solidFill>
                  <a:schemeClr val="bg1"/>
                </a:solidFill>
              </a:rPr>
              <a:t>, dans un temps </a:t>
            </a:r>
            <a:r>
              <a:rPr lang="en-US" sz="1600" b="1" dirty="0">
                <a:solidFill>
                  <a:schemeClr val="bg1"/>
                </a:solidFill>
              </a:rPr>
              <a:t>terminé</a:t>
            </a:r>
            <a:r>
              <a:rPr lang="en-US" sz="1600" dirty="0">
                <a:solidFill>
                  <a:schemeClr val="bg1"/>
                </a:solidFill>
              </a:rPr>
              <a:t> : on peut répondre à « </a:t>
            </a:r>
            <a:r>
              <a:rPr lang="en-US" sz="1600" i="1" dirty="0">
                <a:solidFill>
                  <a:schemeClr val="bg1"/>
                </a:solidFill>
              </a:rPr>
              <a:t>When?</a:t>
            </a:r>
            <a:r>
              <a:rPr lang="en-US" sz="1600" dirty="0">
                <a:solidFill>
                  <a:schemeClr val="bg1"/>
                </a:solidFill>
              </a:rPr>
              <a:t>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sentence in boxes: base + -ed</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822960" y="1600200"/>
            <a:ext cx="891723" cy="777240"/>
          </a:xfrm>
          <a:prstGeom prst="roundRect">
            <a:avLst>
              <a:gd name="adj" fmla="val 11765"/>
            </a:avLst>
          </a:prstGeom>
          <a:solidFill>
            <a:srgbClr val="FFFFFF"/>
          </a:solidFill>
          <a:ln w="15875">
            <a:solidFill>
              <a:srgbClr val="D5DCE6"/>
            </a:solidFill>
            <a:prstDash val="solid"/>
          </a:ln>
        </p:spPr>
      </p:sp>
      <p:sp>
        <p:nvSpPr>
          <p:cNvPr id="6" name="Text 3"/>
          <p:cNvSpPr txBox="1"/>
          <p:nvPr/>
        </p:nvSpPr>
        <p:spPr>
          <a:xfrm>
            <a:off x="822960" y="1600200"/>
            <a:ext cx="891723" cy="777240"/>
          </a:xfrm>
          <a:prstGeom prst="rect">
            <a:avLst/>
          </a:prstGeom>
          <a:noFill/>
          <a:ln/>
        </p:spPr>
        <p:txBody>
          <a:bodyPr wrap="square" lIns="0" tIns="0" rIns="0" bIns="0" rtlCol="0" anchor="ctr"/>
          <a:lstStyle/>
          <a:p>
            <a:pPr algn="ctr" indent="0" marL="0">
              <a:buNone/>
            </a:pPr>
            <a:r>
              <a:rPr lang="en-US" sz="2800" i="1" dirty="0">
                <a:solidFill>
                  <a:schemeClr val="tx1"/>
                </a:solidFill>
              </a:rPr>
              <a:t>She</a:t>
            </a:r>
            <a:endParaRPr lang="en-US" sz="2800" dirty="0"/>
          </a:p>
        </p:txBody>
      </p:sp>
      <p:sp>
        <p:nvSpPr>
          <p:cNvPr id="7" name="Text 4"/>
          <p:cNvSpPr txBox="1"/>
          <p:nvPr/>
        </p:nvSpPr>
        <p:spPr>
          <a:xfrm>
            <a:off x="502920" y="2414016"/>
            <a:ext cx="1531803" cy="274320"/>
          </a:xfrm>
          <a:prstGeom prst="rect">
            <a:avLst/>
          </a:prstGeom>
          <a:noFill/>
          <a:ln/>
        </p:spPr>
        <p:txBody>
          <a:bodyPr wrap="square" lIns="0" tIns="0" rIns="0" bIns="0" rtlCol="0" anchor="t"/>
          <a:lstStyle/>
          <a:p>
            <a:pPr algn="ctr" indent="0" marL="0">
              <a:buNone/>
            </a:pPr>
            <a:r>
              <a:rPr lang="en-US" sz="1200" b="1" dirty="0">
                <a:solidFill>
                  <a:schemeClr val="accent5"/>
                </a:solidFill>
              </a:rPr>
              <a:t>SUBJECT</a:t>
            </a:r>
            <a:endParaRPr lang="en-US" sz="1200" dirty="0"/>
          </a:p>
        </p:txBody>
      </p:sp>
      <p:sp>
        <p:nvSpPr>
          <p:cNvPr id="8" name="Shape 5"/>
          <p:cNvSpPr/>
          <p:nvPr/>
        </p:nvSpPr>
        <p:spPr>
          <a:xfrm>
            <a:off x="1787835" y="1600200"/>
            <a:ext cx="1519221" cy="777240"/>
          </a:xfrm>
          <a:prstGeom prst="roundRect">
            <a:avLst>
              <a:gd name="adj" fmla="val 11765"/>
            </a:avLst>
          </a:prstGeom>
          <a:solidFill>
            <a:srgbClr val="FBEDEB"/>
          </a:solidFill>
          <a:ln w="22225">
            <a:solidFill>
              <a:srgbClr val="B83227"/>
            </a:solidFill>
            <a:prstDash val="solid"/>
          </a:ln>
        </p:spPr>
      </p:sp>
      <p:sp>
        <p:nvSpPr>
          <p:cNvPr id="9" name="Text 6"/>
          <p:cNvSpPr txBox="1"/>
          <p:nvPr/>
        </p:nvSpPr>
        <p:spPr>
          <a:xfrm>
            <a:off x="1787835" y="1600200"/>
            <a:ext cx="1519221" cy="777240"/>
          </a:xfrm>
          <a:prstGeom prst="rect">
            <a:avLst/>
          </a:prstGeom>
          <a:noFill/>
          <a:ln/>
        </p:spPr>
        <p:txBody>
          <a:bodyPr wrap="square" lIns="0" tIns="0" rIns="0" bIns="0" rtlCol="0" anchor="ctr"/>
          <a:lstStyle/>
          <a:p>
            <a:pPr algn="ctr" indent="0" marL="0">
              <a:buNone/>
            </a:pPr>
            <a:r>
              <a:rPr lang="en-US" sz="2800" b="1" i="1" dirty="0">
                <a:solidFill>
                  <a:schemeClr val="accent6"/>
                </a:solidFill>
              </a:rPr>
              <a:t>visit</a:t>
            </a:r>
            <a:endParaRPr lang="en-US" sz="2800" dirty="0"/>
          </a:p>
        </p:txBody>
      </p:sp>
      <p:sp>
        <p:nvSpPr>
          <p:cNvPr id="10" name="Shape 7"/>
          <p:cNvSpPr/>
          <p:nvPr/>
        </p:nvSpPr>
        <p:spPr>
          <a:xfrm>
            <a:off x="3325344" y="1600200"/>
            <a:ext cx="738484" cy="777240"/>
          </a:xfrm>
          <a:prstGeom prst="roundRect">
            <a:avLst>
              <a:gd name="adj" fmla="val 12382"/>
            </a:avLst>
          </a:prstGeom>
          <a:solidFill>
            <a:schemeClr val="accent1"/>
          </a:solidFill>
          <a:ln w="12700">
            <a:solidFill>
              <a:srgbClr val="FFFFFF">
                <a:alpha val="0"/>
              </a:srgbClr>
            </a:solidFill>
            <a:prstDash val="solid"/>
          </a:ln>
        </p:spPr>
      </p:sp>
      <p:sp>
        <p:nvSpPr>
          <p:cNvPr id="11" name="Text 8"/>
          <p:cNvSpPr txBox="1"/>
          <p:nvPr/>
        </p:nvSpPr>
        <p:spPr>
          <a:xfrm>
            <a:off x="3325344" y="1600200"/>
            <a:ext cx="738484" cy="777240"/>
          </a:xfrm>
          <a:prstGeom prst="rect">
            <a:avLst/>
          </a:prstGeom>
          <a:noFill/>
          <a:ln/>
        </p:spPr>
        <p:txBody>
          <a:bodyPr wrap="square" lIns="0" tIns="0" rIns="0" bIns="0" rtlCol="0" anchor="ctr"/>
          <a:lstStyle/>
          <a:p>
            <a:pPr algn="ctr" indent="0" marL="0">
              <a:buNone/>
            </a:pPr>
            <a:r>
              <a:rPr lang="en-US" sz="2800" b="1" i="1" dirty="0">
                <a:solidFill>
                  <a:schemeClr val="bg1"/>
                </a:solidFill>
              </a:rPr>
              <a:t>ed</a:t>
            </a:r>
            <a:endParaRPr lang="en-US" sz="2800" dirty="0"/>
          </a:p>
        </p:txBody>
      </p:sp>
      <p:sp>
        <p:nvSpPr>
          <p:cNvPr id="12" name="Text 9"/>
          <p:cNvSpPr txBox="1"/>
          <p:nvPr/>
        </p:nvSpPr>
        <p:spPr>
          <a:xfrm>
            <a:off x="3005304" y="2414016"/>
            <a:ext cx="1378564" cy="274320"/>
          </a:xfrm>
          <a:prstGeom prst="rect">
            <a:avLst/>
          </a:prstGeom>
          <a:noFill/>
          <a:ln/>
        </p:spPr>
        <p:txBody>
          <a:bodyPr wrap="square" lIns="0" tIns="0" rIns="0" bIns="0" rtlCol="0" anchor="t"/>
          <a:lstStyle/>
          <a:p>
            <a:pPr algn="ctr" indent="0" marL="0">
              <a:buNone/>
            </a:pPr>
            <a:r>
              <a:rPr lang="en-US" sz="1200" b="1" dirty="0">
                <a:solidFill>
                  <a:schemeClr val="accent1"/>
                </a:solidFill>
              </a:rPr>
              <a:t>VERB + -ED</a:t>
            </a:r>
            <a:endParaRPr lang="en-US" sz="1200" dirty="0"/>
          </a:p>
        </p:txBody>
      </p:sp>
      <p:sp>
        <p:nvSpPr>
          <p:cNvPr id="13" name="Shape 10"/>
          <p:cNvSpPr/>
          <p:nvPr/>
        </p:nvSpPr>
        <p:spPr>
          <a:xfrm>
            <a:off x="4136980" y="1600200"/>
            <a:ext cx="3288182" cy="777240"/>
          </a:xfrm>
          <a:prstGeom prst="roundRect">
            <a:avLst>
              <a:gd name="adj" fmla="val 11765"/>
            </a:avLst>
          </a:prstGeom>
          <a:solidFill>
            <a:srgbClr val="FFFFFF"/>
          </a:solidFill>
          <a:ln w="15875">
            <a:solidFill>
              <a:srgbClr val="D5DCE6"/>
            </a:solidFill>
            <a:prstDash val="solid"/>
          </a:ln>
        </p:spPr>
      </p:sp>
      <p:sp>
        <p:nvSpPr>
          <p:cNvPr id="14" name="Text 11"/>
          <p:cNvSpPr txBox="1"/>
          <p:nvPr/>
        </p:nvSpPr>
        <p:spPr>
          <a:xfrm>
            <a:off x="4136980" y="1600200"/>
            <a:ext cx="3288182" cy="777240"/>
          </a:xfrm>
          <a:prstGeom prst="rect">
            <a:avLst/>
          </a:prstGeom>
          <a:noFill/>
          <a:ln/>
        </p:spPr>
        <p:txBody>
          <a:bodyPr wrap="square" lIns="0" tIns="0" rIns="0" bIns="0" rtlCol="0" anchor="ctr"/>
          <a:lstStyle/>
          <a:p>
            <a:pPr algn="ctr" indent="0" marL="0">
              <a:buNone/>
            </a:pPr>
            <a:r>
              <a:rPr lang="en-US" sz="2800" i="1" dirty="0">
                <a:solidFill>
                  <a:schemeClr val="tx1"/>
                </a:solidFill>
              </a:rPr>
              <a:t>her grandmother</a:t>
            </a:r>
            <a:endParaRPr lang="en-US" sz="2800" dirty="0"/>
          </a:p>
        </p:txBody>
      </p:sp>
      <p:sp>
        <p:nvSpPr>
          <p:cNvPr id="15" name="Text 12"/>
          <p:cNvSpPr txBox="1"/>
          <p:nvPr/>
        </p:nvSpPr>
        <p:spPr>
          <a:xfrm>
            <a:off x="3816940" y="2414016"/>
            <a:ext cx="3928262" cy="274320"/>
          </a:xfrm>
          <a:prstGeom prst="rect">
            <a:avLst/>
          </a:prstGeom>
          <a:noFill/>
          <a:ln/>
        </p:spPr>
        <p:txBody>
          <a:bodyPr wrap="square" lIns="0" tIns="0" rIns="0" bIns="0" rtlCol="0" anchor="t"/>
          <a:lstStyle/>
          <a:p>
            <a:pPr algn="ctr" indent="0" marL="0">
              <a:buNone/>
            </a:pPr>
            <a:r>
              <a:rPr lang="en-US" sz="1200" b="1" dirty="0">
                <a:solidFill>
                  <a:schemeClr val="accent5"/>
                </a:solidFill>
              </a:rPr>
              <a:t>OBJECT</a:t>
            </a:r>
            <a:endParaRPr lang="en-US" sz="1200" dirty="0"/>
          </a:p>
        </p:txBody>
      </p:sp>
      <p:sp>
        <p:nvSpPr>
          <p:cNvPr id="16" name="Shape 13"/>
          <p:cNvSpPr/>
          <p:nvPr/>
        </p:nvSpPr>
        <p:spPr>
          <a:xfrm>
            <a:off x="7498314" y="1600200"/>
            <a:ext cx="3084908" cy="777240"/>
          </a:xfrm>
          <a:prstGeom prst="roundRect">
            <a:avLst>
              <a:gd name="adj" fmla="val 11765"/>
            </a:avLst>
          </a:prstGeom>
          <a:solidFill>
            <a:srgbClr val="FDF1E6"/>
          </a:solidFill>
          <a:ln w="19050">
            <a:solidFill>
              <a:srgbClr val="D9700F"/>
            </a:solidFill>
            <a:prstDash val="solid"/>
          </a:ln>
        </p:spPr>
      </p:sp>
      <p:sp>
        <p:nvSpPr>
          <p:cNvPr id="17" name="Text 14"/>
          <p:cNvSpPr txBox="1"/>
          <p:nvPr/>
        </p:nvSpPr>
        <p:spPr>
          <a:xfrm>
            <a:off x="7498314" y="1600200"/>
            <a:ext cx="3084908" cy="777240"/>
          </a:xfrm>
          <a:prstGeom prst="rect">
            <a:avLst/>
          </a:prstGeom>
          <a:noFill/>
          <a:ln/>
        </p:spPr>
        <p:txBody>
          <a:bodyPr wrap="square" lIns="0" tIns="0" rIns="0" bIns="0" rtlCol="0" anchor="ctr"/>
          <a:lstStyle/>
          <a:p>
            <a:pPr algn="ctr" indent="0" marL="0">
              <a:buNone/>
            </a:pPr>
            <a:r>
              <a:rPr lang="en-US" sz="2800" b="1" i="1" dirty="0">
                <a:solidFill>
                  <a:schemeClr val="accent1"/>
                </a:solidFill>
              </a:rPr>
              <a:t>last Sunday.</a:t>
            </a:r>
            <a:endParaRPr lang="en-US" sz="2800" dirty="0"/>
          </a:p>
        </p:txBody>
      </p:sp>
      <p:sp>
        <p:nvSpPr>
          <p:cNvPr id="18" name="Text 15"/>
          <p:cNvSpPr txBox="1"/>
          <p:nvPr/>
        </p:nvSpPr>
        <p:spPr>
          <a:xfrm>
            <a:off x="7178274" y="2414016"/>
            <a:ext cx="3724988" cy="274320"/>
          </a:xfrm>
          <a:prstGeom prst="rect">
            <a:avLst/>
          </a:prstGeom>
          <a:noFill/>
          <a:ln/>
        </p:spPr>
        <p:txBody>
          <a:bodyPr wrap="square" lIns="0" tIns="0" rIns="0" bIns="0" rtlCol="0" anchor="t"/>
          <a:lstStyle/>
          <a:p>
            <a:pPr algn="ctr" indent="0" marL="0">
              <a:buNone/>
            </a:pPr>
            <a:r>
              <a:rPr lang="en-US" sz="1200" b="1" dirty="0">
                <a:solidFill>
                  <a:schemeClr val="accent1"/>
                </a:solidFill>
              </a:rPr>
              <a:t>WHEN</a:t>
            </a:r>
            <a:endParaRPr lang="en-US" sz="1200" dirty="0"/>
          </a:p>
        </p:txBody>
      </p:sp>
      <p:sp>
        <p:nvSpPr>
          <p:cNvPr id="19" name="Shape 16"/>
          <p:cNvSpPr/>
          <p:nvPr/>
        </p:nvSpPr>
        <p:spPr>
          <a:xfrm>
            <a:off x="548640" y="2971800"/>
            <a:ext cx="5486400" cy="2514600"/>
          </a:xfrm>
          <a:prstGeom prst="roundRect">
            <a:avLst>
              <a:gd name="adj" fmla="val 43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0" name="Text 17"/>
          <p:cNvSpPr txBox="1"/>
          <p:nvPr/>
        </p:nvSpPr>
        <p:spPr>
          <a:xfrm>
            <a:off x="731520" y="3044952"/>
            <a:ext cx="5120640" cy="411480"/>
          </a:xfrm>
          <a:prstGeom prst="rect">
            <a:avLst/>
          </a:prstGeom>
          <a:noFill/>
          <a:ln/>
        </p:spPr>
        <p:txBody>
          <a:bodyPr wrap="square" lIns="0" tIns="0" rIns="0" bIns="0" rtlCol="0" anchor="ctr"/>
          <a:lstStyle/>
          <a:p>
            <a:pPr algn="l" indent="0" marL="0">
              <a:buNone/>
            </a:pPr>
            <a:r>
              <a:rPr lang="en-US" sz="1600" b="1" dirty="0">
                <a:solidFill>
                  <a:schemeClr val="accent4"/>
                </a:solidFill>
              </a:rPr>
              <a:t>Same form for everybody!</a:t>
            </a:r>
            <a:endParaRPr lang="en-US" sz="1600" dirty="0"/>
          </a:p>
        </p:txBody>
      </p:sp>
      <p:sp>
        <p:nvSpPr>
          <p:cNvPr id="21" name="Shape 18"/>
          <p:cNvSpPr/>
          <p:nvPr/>
        </p:nvSpPr>
        <p:spPr>
          <a:xfrm>
            <a:off x="777240" y="3611880"/>
            <a:ext cx="914400" cy="420624"/>
          </a:xfrm>
          <a:prstGeom prst="roundRect">
            <a:avLst>
              <a:gd name="adj" fmla="val 17391"/>
            </a:avLst>
          </a:prstGeom>
          <a:solidFill>
            <a:schemeClr val="bg2"/>
          </a:solidFill>
          <a:ln w="12700">
            <a:solidFill>
              <a:srgbClr val="D5DCE6"/>
            </a:solidFill>
            <a:prstDash val="solid"/>
          </a:ln>
        </p:spPr>
      </p:sp>
      <p:sp>
        <p:nvSpPr>
          <p:cNvPr id="22" name="Text 19"/>
          <p:cNvSpPr txBox="1"/>
          <p:nvPr/>
        </p:nvSpPr>
        <p:spPr>
          <a:xfrm>
            <a:off x="777240" y="361188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I</a:t>
            </a:r>
            <a:endParaRPr lang="en-US" sz="1600" dirty="0"/>
          </a:p>
        </p:txBody>
      </p:sp>
      <p:sp>
        <p:nvSpPr>
          <p:cNvPr id="23" name="Shape 20"/>
          <p:cNvSpPr/>
          <p:nvPr/>
        </p:nvSpPr>
        <p:spPr>
          <a:xfrm>
            <a:off x="1828800" y="3611880"/>
            <a:ext cx="914400" cy="420624"/>
          </a:xfrm>
          <a:prstGeom prst="roundRect">
            <a:avLst>
              <a:gd name="adj" fmla="val 17391"/>
            </a:avLst>
          </a:prstGeom>
          <a:solidFill>
            <a:schemeClr val="bg2"/>
          </a:solidFill>
          <a:ln w="12700">
            <a:solidFill>
              <a:srgbClr val="D5DCE6"/>
            </a:solidFill>
            <a:prstDash val="solid"/>
          </a:ln>
        </p:spPr>
      </p:sp>
      <p:sp>
        <p:nvSpPr>
          <p:cNvPr id="24" name="Text 21"/>
          <p:cNvSpPr txBox="1"/>
          <p:nvPr/>
        </p:nvSpPr>
        <p:spPr>
          <a:xfrm>
            <a:off x="1828800" y="361188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You</a:t>
            </a:r>
            <a:endParaRPr lang="en-US" sz="1600" dirty="0"/>
          </a:p>
        </p:txBody>
      </p:sp>
      <p:sp>
        <p:nvSpPr>
          <p:cNvPr id="25" name="Shape 22"/>
          <p:cNvSpPr/>
          <p:nvPr/>
        </p:nvSpPr>
        <p:spPr>
          <a:xfrm>
            <a:off x="2880360" y="3611880"/>
            <a:ext cx="914400" cy="420624"/>
          </a:xfrm>
          <a:prstGeom prst="roundRect">
            <a:avLst>
              <a:gd name="adj" fmla="val 17391"/>
            </a:avLst>
          </a:prstGeom>
          <a:solidFill>
            <a:schemeClr val="bg2"/>
          </a:solidFill>
          <a:ln w="12700">
            <a:solidFill>
              <a:srgbClr val="D5DCE6"/>
            </a:solidFill>
            <a:prstDash val="solid"/>
          </a:ln>
        </p:spPr>
      </p:sp>
      <p:sp>
        <p:nvSpPr>
          <p:cNvPr id="26" name="Text 23"/>
          <p:cNvSpPr txBox="1"/>
          <p:nvPr/>
        </p:nvSpPr>
        <p:spPr>
          <a:xfrm>
            <a:off x="2880360" y="361188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He</a:t>
            </a:r>
            <a:endParaRPr lang="en-US" sz="1600" dirty="0"/>
          </a:p>
        </p:txBody>
      </p:sp>
      <p:sp>
        <p:nvSpPr>
          <p:cNvPr id="27" name="Shape 24"/>
          <p:cNvSpPr/>
          <p:nvPr/>
        </p:nvSpPr>
        <p:spPr>
          <a:xfrm>
            <a:off x="3931920" y="3611880"/>
            <a:ext cx="914400" cy="420624"/>
          </a:xfrm>
          <a:prstGeom prst="roundRect">
            <a:avLst>
              <a:gd name="adj" fmla="val 17391"/>
            </a:avLst>
          </a:prstGeom>
          <a:solidFill>
            <a:schemeClr val="bg2"/>
          </a:solidFill>
          <a:ln w="12700">
            <a:solidFill>
              <a:srgbClr val="D5DCE6"/>
            </a:solidFill>
            <a:prstDash val="solid"/>
          </a:ln>
        </p:spPr>
      </p:sp>
      <p:sp>
        <p:nvSpPr>
          <p:cNvPr id="28" name="Text 25"/>
          <p:cNvSpPr txBox="1"/>
          <p:nvPr/>
        </p:nvSpPr>
        <p:spPr>
          <a:xfrm>
            <a:off x="3931920" y="361188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She</a:t>
            </a:r>
            <a:endParaRPr lang="en-US" sz="1600" dirty="0"/>
          </a:p>
        </p:txBody>
      </p:sp>
      <p:sp>
        <p:nvSpPr>
          <p:cNvPr id="29" name="Shape 26"/>
          <p:cNvSpPr/>
          <p:nvPr/>
        </p:nvSpPr>
        <p:spPr>
          <a:xfrm>
            <a:off x="777240" y="4160520"/>
            <a:ext cx="914400" cy="420624"/>
          </a:xfrm>
          <a:prstGeom prst="roundRect">
            <a:avLst>
              <a:gd name="adj" fmla="val 17391"/>
            </a:avLst>
          </a:prstGeom>
          <a:solidFill>
            <a:schemeClr val="bg2"/>
          </a:solidFill>
          <a:ln w="12700">
            <a:solidFill>
              <a:srgbClr val="D5DCE6"/>
            </a:solidFill>
            <a:prstDash val="solid"/>
          </a:ln>
        </p:spPr>
      </p:sp>
      <p:sp>
        <p:nvSpPr>
          <p:cNvPr id="30" name="Text 27"/>
          <p:cNvSpPr txBox="1"/>
          <p:nvPr/>
        </p:nvSpPr>
        <p:spPr>
          <a:xfrm>
            <a:off x="777240" y="416052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It</a:t>
            </a:r>
            <a:endParaRPr lang="en-US" sz="1600" dirty="0"/>
          </a:p>
        </p:txBody>
      </p:sp>
      <p:sp>
        <p:nvSpPr>
          <p:cNvPr id="31" name="Shape 28"/>
          <p:cNvSpPr/>
          <p:nvPr/>
        </p:nvSpPr>
        <p:spPr>
          <a:xfrm>
            <a:off x="1828800" y="4160520"/>
            <a:ext cx="914400" cy="420624"/>
          </a:xfrm>
          <a:prstGeom prst="roundRect">
            <a:avLst>
              <a:gd name="adj" fmla="val 17391"/>
            </a:avLst>
          </a:prstGeom>
          <a:solidFill>
            <a:schemeClr val="bg2"/>
          </a:solidFill>
          <a:ln w="12700">
            <a:solidFill>
              <a:srgbClr val="D5DCE6"/>
            </a:solidFill>
            <a:prstDash val="solid"/>
          </a:ln>
        </p:spPr>
      </p:sp>
      <p:sp>
        <p:nvSpPr>
          <p:cNvPr id="32" name="Text 29"/>
          <p:cNvSpPr txBox="1"/>
          <p:nvPr/>
        </p:nvSpPr>
        <p:spPr>
          <a:xfrm>
            <a:off x="1828800" y="416052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We</a:t>
            </a:r>
            <a:endParaRPr lang="en-US" sz="1600" dirty="0"/>
          </a:p>
        </p:txBody>
      </p:sp>
      <p:sp>
        <p:nvSpPr>
          <p:cNvPr id="33" name="Shape 30"/>
          <p:cNvSpPr/>
          <p:nvPr/>
        </p:nvSpPr>
        <p:spPr>
          <a:xfrm>
            <a:off x="2880360" y="4160520"/>
            <a:ext cx="914400" cy="420624"/>
          </a:xfrm>
          <a:prstGeom prst="roundRect">
            <a:avLst>
              <a:gd name="adj" fmla="val 17391"/>
            </a:avLst>
          </a:prstGeom>
          <a:solidFill>
            <a:schemeClr val="bg2"/>
          </a:solidFill>
          <a:ln w="12700">
            <a:solidFill>
              <a:srgbClr val="D5DCE6"/>
            </a:solidFill>
            <a:prstDash val="solid"/>
          </a:ln>
        </p:spPr>
      </p:sp>
      <p:sp>
        <p:nvSpPr>
          <p:cNvPr id="34" name="Text 31"/>
          <p:cNvSpPr txBox="1"/>
          <p:nvPr/>
        </p:nvSpPr>
        <p:spPr>
          <a:xfrm>
            <a:off x="2880360" y="4160520"/>
            <a:ext cx="914400" cy="420624"/>
          </a:xfrm>
          <a:prstGeom prst="rect">
            <a:avLst/>
          </a:prstGeom>
          <a:noFill/>
          <a:ln/>
        </p:spPr>
        <p:txBody>
          <a:bodyPr wrap="square" lIns="0" tIns="0" rIns="0" bIns="0" rtlCol="0" anchor="ctr"/>
          <a:lstStyle/>
          <a:p>
            <a:pPr algn="ctr" indent="0" marL="0">
              <a:buNone/>
            </a:pPr>
            <a:r>
              <a:rPr lang="en-US" sz="1600" i="1" dirty="0">
                <a:solidFill>
                  <a:schemeClr val="tx1"/>
                </a:solidFill>
              </a:rPr>
              <a:t>They</a:t>
            </a:r>
            <a:endParaRPr lang="en-US" sz="1600" dirty="0"/>
          </a:p>
        </p:txBody>
      </p:sp>
      <p:sp>
        <p:nvSpPr>
          <p:cNvPr id="35" name="Text 32"/>
          <p:cNvSpPr txBox="1"/>
          <p:nvPr/>
        </p:nvSpPr>
        <p:spPr>
          <a:xfrm>
            <a:off x="4069080" y="4114800"/>
            <a:ext cx="457200" cy="457200"/>
          </a:xfrm>
          <a:prstGeom prst="rect">
            <a:avLst/>
          </a:prstGeom>
          <a:noFill/>
          <a:ln/>
        </p:spPr>
        <p:txBody>
          <a:bodyPr wrap="square" lIns="0" tIns="0" rIns="0" bIns="0" rtlCol="0" anchor="ctr"/>
          <a:lstStyle/>
          <a:p>
            <a:pPr algn="ctr" indent="0" marL="0">
              <a:buNone/>
            </a:pPr>
            <a:r>
              <a:rPr lang="en-US" sz="2600" b="1" dirty="0">
                <a:solidFill>
                  <a:schemeClr val="accent5"/>
                </a:solidFill>
              </a:rPr>
              <a:t>→</a:t>
            </a:r>
            <a:endParaRPr lang="en-US" sz="2600" dirty="0"/>
          </a:p>
        </p:txBody>
      </p:sp>
      <p:sp>
        <p:nvSpPr>
          <p:cNvPr id="36" name="Shape 33"/>
          <p:cNvSpPr/>
          <p:nvPr/>
        </p:nvSpPr>
        <p:spPr>
          <a:xfrm>
            <a:off x="4572000" y="4160520"/>
            <a:ext cx="1263598" cy="475488"/>
          </a:xfrm>
          <a:prstGeom prst="roundRect">
            <a:avLst>
              <a:gd name="adj" fmla="val 23077"/>
            </a:avLst>
          </a:prstGeom>
          <a:solidFill>
            <a:schemeClr val="accent4"/>
          </a:solidFill>
          <a:ln w="12700">
            <a:solidFill>
              <a:srgbClr val="FFFFFF">
                <a:alpha val="0"/>
              </a:srgbClr>
            </a:solidFill>
            <a:prstDash val="solid"/>
          </a:ln>
        </p:spPr>
      </p:sp>
      <p:sp>
        <p:nvSpPr>
          <p:cNvPr id="37" name="Text 34"/>
          <p:cNvSpPr txBox="1"/>
          <p:nvPr/>
        </p:nvSpPr>
        <p:spPr>
          <a:xfrm>
            <a:off x="4572000" y="4160520"/>
            <a:ext cx="1263598" cy="475488"/>
          </a:xfrm>
          <a:prstGeom prst="rect">
            <a:avLst/>
          </a:prstGeom>
          <a:noFill/>
          <a:ln/>
        </p:spPr>
        <p:txBody>
          <a:bodyPr wrap="square" lIns="0" tIns="0" rIns="0" bIns="0" rtlCol="0" anchor="ctr"/>
          <a:lstStyle/>
          <a:p>
            <a:pPr algn="ctr" indent="0" marL="0">
              <a:buNone/>
            </a:pPr>
            <a:r>
              <a:rPr lang="en-US" sz="1800" b="1" i="1" dirty="0">
                <a:solidFill>
                  <a:schemeClr val="bg1"/>
                </a:solidFill>
              </a:rPr>
              <a:t>worked</a:t>
            </a:r>
            <a:endParaRPr lang="en-US" sz="1800" dirty="0"/>
          </a:p>
        </p:txBody>
      </p:sp>
      <p:sp>
        <p:nvSpPr>
          <p:cNvPr id="38" name="Text 35"/>
          <p:cNvSpPr txBox="1"/>
          <p:nvPr/>
        </p:nvSpPr>
        <p:spPr>
          <a:xfrm>
            <a:off x="731520" y="4892040"/>
            <a:ext cx="5120640" cy="457200"/>
          </a:xfrm>
          <a:prstGeom prst="rect">
            <a:avLst/>
          </a:prstGeom>
          <a:noFill/>
          <a:ln/>
        </p:spPr>
        <p:txBody>
          <a:bodyPr wrap="square" lIns="0" tIns="0" rIns="0" bIns="0" rtlCol="0" anchor="ctr"/>
          <a:lstStyle/>
          <a:p>
            <a:pPr algn="l" indent="0" marL="0">
              <a:buNone/>
            </a:pPr>
            <a:r>
              <a:rPr lang="en-US" sz="1400" dirty="0">
                <a:solidFill>
                  <a:schemeClr val="tx2"/>
                </a:solidFill>
              </a:rPr>
              <a:t>pas de </a:t>
            </a:r>
            <a:r>
              <a:rPr lang="en-US" sz="1400" i="1" dirty="0">
                <a:solidFill>
                  <a:schemeClr val="tx2"/>
                </a:solidFill>
              </a:rPr>
              <a:t>-s</a:t>
            </a:r>
            <a:r>
              <a:rPr lang="en-US" sz="1400" dirty="0">
                <a:solidFill>
                  <a:schemeClr val="tx2"/>
                </a:solidFill>
              </a:rPr>
              <a:t> : </a:t>
            </a:r>
            <a:r>
              <a:rPr lang="en-US" sz="1400" i="1" dirty="0">
                <a:solidFill>
                  <a:schemeClr val="tx2"/>
                </a:solidFill>
              </a:rPr>
              <a:t>he </a:t>
            </a:r>
            <a:r>
              <a:rPr lang="en-US" sz="1400" b="1" i="1" dirty="0">
                <a:solidFill>
                  <a:schemeClr val="tx2"/>
                </a:solidFill>
              </a:rPr>
              <a:t>worked</a:t>
            </a:r>
            <a:r>
              <a:rPr lang="en-US" sz="1400" dirty="0">
                <a:solidFill>
                  <a:schemeClr val="tx2"/>
                </a:solidFill>
              </a:rPr>
              <a:t> ✓ · </a:t>
            </a:r>
            <a:r>
              <a:rPr lang="en-US" sz="1400" i="1" dirty="0">
                <a:solidFill>
                  <a:schemeClr val="tx2"/>
                </a:solidFill>
              </a:rPr>
              <a:t>he workeds</a:t>
            </a:r>
            <a:r>
              <a:rPr lang="en-US" sz="1400" dirty="0">
                <a:solidFill>
                  <a:schemeClr val="tx2"/>
                </a:solidFill>
              </a:rPr>
              <a:t> ✗</a:t>
            </a:r>
            <a:endParaRPr lang="en-US" sz="1400" dirty="0"/>
          </a:p>
        </p:txBody>
      </p:sp>
      <p:sp>
        <p:nvSpPr>
          <p:cNvPr id="39" name="Shape 36"/>
          <p:cNvSpPr/>
          <p:nvPr/>
        </p:nvSpPr>
        <p:spPr>
          <a:xfrm>
            <a:off x="6263640" y="2971800"/>
            <a:ext cx="5376672" cy="2514600"/>
          </a:xfrm>
          <a:prstGeom prst="roundRect">
            <a:avLst>
              <a:gd name="adj" fmla="val 4364"/>
            </a:avLst>
          </a:prstGeom>
          <a:solidFill>
            <a:srgbClr val="FBEDEB"/>
          </a:solidFill>
          <a:ln w="19050">
            <a:solidFill>
              <a:srgbClr val="B83227"/>
            </a:solidFill>
            <a:prstDash val="solid"/>
          </a:ln>
        </p:spPr>
      </p:sp>
      <p:sp>
        <p:nvSpPr>
          <p:cNvPr id="40" name="Shape 37"/>
          <p:cNvSpPr/>
          <p:nvPr/>
        </p:nvSpPr>
        <p:spPr>
          <a:xfrm>
            <a:off x="6446520" y="3118104"/>
            <a:ext cx="128016" cy="253472"/>
          </a:xfrm>
          <a:prstGeom prst="rect">
            <a:avLst/>
          </a:prstGeom>
          <a:solidFill>
            <a:srgbClr val="1F4FA3"/>
          </a:solidFill>
          <a:ln w="12700">
            <a:solidFill>
              <a:srgbClr val="FFFFFF">
                <a:alpha val="0"/>
              </a:srgbClr>
            </a:solidFill>
            <a:prstDash val="solid"/>
          </a:ln>
        </p:spPr>
      </p:sp>
      <p:sp>
        <p:nvSpPr>
          <p:cNvPr id="41" name="Shape 38"/>
          <p:cNvSpPr/>
          <p:nvPr/>
        </p:nvSpPr>
        <p:spPr>
          <a:xfrm>
            <a:off x="6574536" y="3118104"/>
            <a:ext cx="128016" cy="253472"/>
          </a:xfrm>
          <a:prstGeom prst="rect">
            <a:avLst/>
          </a:prstGeom>
          <a:solidFill>
            <a:srgbClr val="FFFFFF"/>
          </a:solidFill>
          <a:ln w="12700">
            <a:solidFill>
              <a:srgbClr val="FFFFFF">
                <a:alpha val="0"/>
              </a:srgbClr>
            </a:solidFill>
            <a:prstDash val="solid"/>
          </a:ln>
        </p:spPr>
      </p:sp>
      <p:sp>
        <p:nvSpPr>
          <p:cNvPr id="42" name="Shape 39"/>
          <p:cNvSpPr/>
          <p:nvPr/>
        </p:nvSpPr>
        <p:spPr>
          <a:xfrm>
            <a:off x="6702552" y="3118104"/>
            <a:ext cx="128016" cy="253472"/>
          </a:xfrm>
          <a:prstGeom prst="rect">
            <a:avLst/>
          </a:prstGeom>
          <a:solidFill>
            <a:srgbClr val="E2232A"/>
          </a:solidFill>
          <a:ln w="12700">
            <a:solidFill>
              <a:srgbClr val="FFFFFF">
                <a:alpha val="0"/>
              </a:srgbClr>
            </a:solidFill>
            <a:prstDash val="solid"/>
          </a:ln>
        </p:spPr>
      </p:sp>
      <p:sp>
        <p:nvSpPr>
          <p:cNvPr id="43" name="Shape 40"/>
          <p:cNvSpPr/>
          <p:nvPr/>
        </p:nvSpPr>
        <p:spPr>
          <a:xfrm>
            <a:off x="6446520" y="3118104"/>
            <a:ext cx="384048" cy="253472"/>
          </a:xfrm>
          <a:prstGeom prst="rect">
            <a:avLst/>
          </a:prstGeom>
          <a:noFill/>
          <a:ln w="9525">
            <a:solidFill>
              <a:srgbClr val="B8C2CF"/>
            </a:solidFill>
            <a:prstDash val="solid"/>
          </a:ln>
        </p:spPr>
      </p:sp>
      <p:sp>
        <p:nvSpPr>
          <p:cNvPr id="44" name="Text 41"/>
          <p:cNvSpPr txBox="1"/>
          <p:nvPr/>
        </p:nvSpPr>
        <p:spPr>
          <a:xfrm>
            <a:off x="6867144" y="304495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45" name="Shape 42"/>
          <p:cNvSpPr/>
          <p:nvPr/>
        </p:nvSpPr>
        <p:spPr>
          <a:xfrm>
            <a:off x="7159752" y="3118104"/>
            <a:ext cx="384048" cy="253472"/>
          </a:xfrm>
          <a:prstGeom prst="rect">
            <a:avLst/>
          </a:prstGeom>
          <a:solidFill>
            <a:srgbClr val="1F3B87"/>
          </a:solidFill>
          <a:ln w="12700">
            <a:solidFill>
              <a:srgbClr val="FFFFFF">
                <a:alpha val="0"/>
              </a:srgbClr>
            </a:solidFill>
            <a:prstDash val="solid"/>
          </a:ln>
        </p:spPr>
      </p:sp>
      <p:sp>
        <p:nvSpPr>
          <p:cNvPr id="46" name="Shape 43"/>
          <p:cNvSpPr/>
          <p:nvPr/>
        </p:nvSpPr>
        <p:spPr>
          <a:xfrm>
            <a:off x="7159752" y="311810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47" name="Shape 44"/>
          <p:cNvSpPr/>
          <p:nvPr/>
        </p:nvSpPr>
        <p:spPr>
          <a:xfrm>
            <a:off x="7159752" y="311810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48" name="Shape 45"/>
          <p:cNvSpPr/>
          <p:nvPr/>
        </p:nvSpPr>
        <p:spPr>
          <a:xfrm>
            <a:off x="7309193" y="3118104"/>
            <a:ext cx="85166" cy="253472"/>
          </a:xfrm>
          <a:prstGeom prst="rect">
            <a:avLst/>
          </a:prstGeom>
          <a:solidFill>
            <a:srgbClr val="FFFFFF"/>
          </a:solidFill>
          <a:ln w="12700">
            <a:solidFill>
              <a:srgbClr val="FFFFFF">
                <a:alpha val="0"/>
              </a:srgbClr>
            </a:solidFill>
            <a:prstDash val="solid"/>
          </a:ln>
        </p:spPr>
      </p:sp>
      <p:sp>
        <p:nvSpPr>
          <p:cNvPr id="49" name="Shape 46"/>
          <p:cNvSpPr/>
          <p:nvPr/>
        </p:nvSpPr>
        <p:spPr>
          <a:xfrm>
            <a:off x="7159752" y="3202257"/>
            <a:ext cx="384048" cy="85166"/>
          </a:xfrm>
          <a:prstGeom prst="rect">
            <a:avLst/>
          </a:prstGeom>
          <a:solidFill>
            <a:srgbClr val="FFFFFF"/>
          </a:solidFill>
          <a:ln w="12700">
            <a:solidFill>
              <a:srgbClr val="FFFFFF">
                <a:alpha val="0"/>
              </a:srgbClr>
            </a:solidFill>
            <a:prstDash val="solid"/>
          </a:ln>
        </p:spPr>
      </p:sp>
      <p:sp>
        <p:nvSpPr>
          <p:cNvPr id="50" name="Shape 47"/>
          <p:cNvSpPr/>
          <p:nvPr/>
        </p:nvSpPr>
        <p:spPr>
          <a:xfrm>
            <a:off x="7327443" y="3118104"/>
            <a:ext cx="48667" cy="253472"/>
          </a:xfrm>
          <a:prstGeom prst="rect">
            <a:avLst/>
          </a:prstGeom>
          <a:solidFill>
            <a:srgbClr val="C8102E"/>
          </a:solidFill>
          <a:ln w="12700">
            <a:solidFill>
              <a:srgbClr val="FFFFFF">
                <a:alpha val="0"/>
              </a:srgbClr>
            </a:solidFill>
            <a:prstDash val="solid"/>
          </a:ln>
        </p:spPr>
      </p:sp>
      <p:sp>
        <p:nvSpPr>
          <p:cNvPr id="51" name="Shape 48"/>
          <p:cNvSpPr/>
          <p:nvPr/>
        </p:nvSpPr>
        <p:spPr>
          <a:xfrm>
            <a:off x="7159752" y="3220507"/>
            <a:ext cx="384048" cy="48667"/>
          </a:xfrm>
          <a:prstGeom prst="rect">
            <a:avLst/>
          </a:prstGeom>
          <a:solidFill>
            <a:srgbClr val="C8102E"/>
          </a:solidFill>
          <a:ln w="12700">
            <a:solidFill>
              <a:srgbClr val="FFFFFF">
                <a:alpha val="0"/>
              </a:srgbClr>
            </a:solidFill>
            <a:prstDash val="solid"/>
          </a:ln>
        </p:spPr>
      </p:sp>
      <p:sp>
        <p:nvSpPr>
          <p:cNvPr id="52" name="Shape 49"/>
          <p:cNvSpPr/>
          <p:nvPr/>
        </p:nvSpPr>
        <p:spPr>
          <a:xfrm>
            <a:off x="7159752" y="3118104"/>
            <a:ext cx="384048" cy="253472"/>
          </a:xfrm>
          <a:prstGeom prst="rect">
            <a:avLst/>
          </a:prstGeom>
          <a:noFill/>
          <a:ln w="9525">
            <a:solidFill>
              <a:srgbClr val="B8C2CF"/>
            </a:solidFill>
            <a:prstDash val="solid"/>
          </a:ln>
        </p:spPr>
      </p:sp>
      <p:sp>
        <p:nvSpPr>
          <p:cNvPr id="53" name="Text 50"/>
          <p:cNvSpPr txBox="1"/>
          <p:nvPr/>
        </p:nvSpPr>
        <p:spPr>
          <a:xfrm>
            <a:off x="7680960" y="3044952"/>
            <a:ext cx="3822192" cy="384048"/>
          </a:xfrm>
          <a:prstGeom prst="rect">
            <a:avLst/>
          </a:prstGeom>
          <a:noFill/>
          <a:ln/>
        </p:spPr>
        <p:txBody>
          <a:bodyPr wrap="square" lIns="0" tIns="0" rIns="0" bIns="0" rtlCol="0" anchor="ctr"/>
          <a:lstStyle/>
          <a:p>
            <a:pPr algn="l" indent="0" marL="0">
              <a:buNone/>
            </a:pPr>
            <a:r>
              <a:rPr lang="en-US" sz="1500" b="1" dirty="0">
                <a:solidFill>
                  <a:schemeClr val="accent6"/>
                </a:solidFill>
              </a:rPr>
              <a:t>Piège pour francophones</a:t>
            </a:r>
            <a:endParaRPr lang="en-US" sz="1500" dirty="0"/>
          </a:p>
        </p:txBody>
      </p:sp>
      <p:sp>
        <p:nvSpPr>
          <p:cNvPr id="54" name="Text 51"/>
          <p:cNvSpPr txBox="1"/>
          <p:nvPr/>
        </p:nvSpPr>
        <p:spPr>
          <a:xfrm>
            <a:off x="6446520" y="3474720"/>
            <a:ext cx="5010912" cy="1947672"/>
          </a:xfrm>
          <a:prstGeom prst="rect">
            <a:avLst/>
          </a:prstGeom>
          <a:noFill/>
          <a:ln/>
        </p:spPr>
        <p:txBody>
          <a:bodyPr wrap="square" lIns="0" tIns="0" rIns="0" bIns="0" rtlCol="0" anchor="t"/>
          <a:lstStyle/>
          <a:p>
            <a:pPr algn="l" indent="0" marL="0">
              <a:spcAft>
                <a:spcPts val="400"/>
              </a:spcAft>
              <a:buNone/>
            </a:pPr>
            <a:r>
              <a:rPr lang="en-US" sz="1450" dirty="0">
                <a:solidFill>
                  <a:schemeClr val="tx1"/>
                </a:solidFill>
              </a:rPr>
              <a:t>« j’</a:t>
            </a:r>
            <a:r>
              <a:rPr lang="en-US" sz="1450" b="1" dirty="0">
                <a:solidFill>
                  <a:schemeClr val="tx1"/>
                </a:solidFill>
              </a:rPr>
              <a:t>ai travaillé</a:t>
            </a:r>
            <a:r>
              <a:rPr lang="en-US" sz="1450" dirty="0">
                <a:solidFill>
                  <a:schemeClr val="tx1"/>
                </a:solidFill>
              </a:rPr>
              <a:t> » · « je </a:t>
            </a:r>
            <a:r>
              <a:rPr lang="en-US" sz="1450" b="1" dirty="0">
                <a:solidFill>
                  <a:schemeClr val="tx1"/>
                </a:solidFill>
              </a:rPr>
              <a:t>travaillai</a:t>
            </a:r>
            <a:r>
              <a:rPr lang="en-US" sz="1450" dirty="0">
                <a:solidFill>
                  <a:schemeClr val="tx1"/>
                </a:solidFill>
              </a:rPr>
              <a:t> »</a:t>
            </a:r>
            <a:endParaRPr lang="en-US" sz="1450" dirty="0"/>
          </a:p>
          <a:p>
            <a:pPr algn="l" indent="0" marL="0">
              <a:spcAft>
                <a:spcPts val="400"/>
              </a:spcAft>
              <a:buNone/>
            </a:pPr>
            <a:r>
              <a:rPr lang="en-US" sz="1450" dirty="0">
                <a:solidFill>
                  <a:schemeClr val="tx1"/>
                </a:solidFill>
              </a:rPr>
              <a:t>→ </a:t>
            </a:r>
            <a:r>
              <a:rPr lang="en-US" sz="1450" i="1" dirty="0">
                <a:solidFill>
                  <a:schemeClr val="tx1"/>
                </a:solidFill>
              </a:rPr>
              <a:t>I </a:t>
            </a:r>
            <a:r>
              <a:rPr lang="en-US" sz="1450" b="1" i="1" dirty="0">
                <a:solidFill>
                  <a:schemeClr val="tx1"/>
                </a:solidFill>
              </a:rPr>
              <a:t>worked</a:t>
            </a:r>
            <a:r>
              <a:rPr lang="en-US" sz="1450" dirty="0">
                <a:solidFill>
                  <a:schemeClr val="tx1"/>
                </a:solidFill>
              </a:rPr>
              <a:t> : un seul mot !</a:t>
            </a:r>
            <a:endParaRPr lang="en-US" sz="1450" dirty="0"/>
          </a:p>
          <a:p>
            <a:pPr algn="l" indent="0" marL="0">
              <a:spcAft>
                <a:spcPts val="400"/>
              </a:spcAft>
              <a:buNone/>
            </a:pPr>
            <a:r>
              <a:rPr lang="en-US" sz="1450" dirty="0">
                <a:solidFill>
                  <a:schemeClr val="tx1"/>
                </a:solidFill>
              </a:rPr>
              <a:t>L’anglais n’a </a:t>
            </a:r>
            <a:r>
              <a:rPr lang="en-US" sz="1450" b="1" dirty="0">
                <a:solidFill>
                  <a:schemeClr val="tx1"/>
                </a:solidFill>
              </a:rPr>
              <a:t>pas d’auxiliaire</a:t>
            </a:r>
            <a:r>
              <a:rPr lang="en-US" sz="1450" dirty="0">
                <a:solidFill>
                  <a:schemeClr val="tx1"/>
                </a:solidFill>
              </a:rPr>
              <a:t> à la forme affirmative du past simple.</a:t>
            </a:r>
            <a:endParaRPr lang="en-US" sz="1450" dirty="0"/>
          </a:p>
        </p:txBody>
      </p:sp>
      <p:sp>
        <p:nvSpPr>
          <p:cNvPr id="55" name="Shape 52"/>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56" name="Text 53"/>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Régulier : </a:t>
            </a:r>
            <a:r>
              <a:rPr lang="en-US" sz="1600" b="1" dirty="0">
                <a:solidFill>
                  <a:schemeClr val="bg1"/>
                </a:solidFill>
              </a:rPr>
              <a:t>base + -ed</a:t>
            </a:r>
            <a:r>
              <a:rPr lang="en-US" sz="1600" dirty="0">
                <a:solidFill>
                  <a:schemeClr val="bg1"/>
                </a:solidFill>
              </a:rPr>
              <a:t>. Une seule forme, pour toutes les personnes.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Spelling: four rules for -ed</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SPELLING</a:t>
            </a:r>
            <a:endParaRPr lang="en-US" sz="1200" dirty="0"/>
          </a:p>
        </p:txBody>
      </p:sp>
      <p:sp>
        <p:nvSpPr>
          <p:cNvPr id="5" name="Shape 2"/>
          <p:cNvSpPr/>
          <p:nvPr/>
        </p:nvSpPr>
        <p:spPr>
          <a:xfrm>
            <a:off x="548640" y="1463040"/>
            <a:ext cx="2971800" cy="777240"/>
          </a:xfrm>
          <a:prstGeom prst="roundRect">
            <a:avLst>
              <a:gd name="adj" fmla="val 14118"/>
            </a:avLst>
          </a:prstGeom>
          <a:solidFill>
            <a:srgbClr val="FDF1E6"/>
          </a:solidFill>
          <a:ln w="15875">
            <a:solidFill>
              <a:srgbClr val="D9700F"/>
            </a:solidFill>
            <a:prstDash val="solid"/>
          </a:ln>
        </p:spPr>
      </p:sp>
      <p:sp>
        <p:nvSpPr>
          <p:cNvPr id="6" name="Text 3"/>
          <p:cNvSpPr txBox="1"/>
          <p:nvPr/>
        </p:nvSpPr>
        <p:spPr>
          <a:xfrm>
            <a:off x="685800" y="1463040"/>
            <a:ext cx="2743200" cy="777240"/>
          </a:xfrm>
          <a:prstGeom prst="rect">
            <a:avLst/>
          </a:prstGeom>
          <a:noFill/>
          <a:ln/>
        </p:spPr>
        <p:txBody>
          <a:bodyPr wrap="square" lIns="0" tIns="0" rIns="0" bIns="0" rtlCol="0" anchor="ctr"/>
          <a:lstStyle/>
          <a:p>
            <a:pPr algn="l" indent="0" marL="0">
              <a:buNone/>
            </a:pPr>
            <a:r>
              <a:rPr lang="en-US" sz="1400" b="1" dirty="0">
                <a:solidFill>
                  <a:schemeClr val="tx2"/>
                </a:solidFill>
              </a:rPr>
              <a:t>① most verbs</a:t>
            </a:r>
            <a:endParaRPr lang="en-US" sz="1400" dirty="0"/>
          </a:p>
          <a:p>
            <a:pPr algn="l" indent="0" marL="0">
              <a:buNone/>
            </a:pPr>
            <a:r>
              <a:rPr lang="en-US" sz="1400" b="1" i="1" dirty="0">
                <a:solidFill>
                  <a:schemeClr val="tx2"/>
                </a:solidFill>
              </a:rPr>
              <a:t>+ ed</a:t>
            </a:r>
            <a:endParaRPr lang="en-US" sz="1400" dirty="0"/>
          </a:p>
        </p:txBody>
      </p:sp>
      <p:sp>
        <p:nvSpPr>
          <p:cNvPr id="7" name="Shape 4"/>
          <p:cNvSpPr/>
          <p:nvPr/>
        </p:nvSpPr>
        <p:spPr>
          <a:xfrm>
            <a:off x="3657600" y="146304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8" name="Text 5"/>
          <p:cNvSpPr txBox="1"/>
          <p:nvPr/>
        </p:nvSpPr>
        <p:spPr>
          <a:xfrm>
            <a:off x="3703320" y="149961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work</a:t>
            </a:r>
            <a:r>
              <a:rPr lang="en-US" sz="1300" dirty="0">
                <a:solidFill>
                  <a:schemeClr val="tx2"/>
                </a:solidFill>
              </a:rPr>
              <a:t> ↓</a:t>
            </a:r>
            <a:endParaRPr lang="en-US" sz="1300" dirty="0"/>
          </a:p>
        </p:txBody>
      </p:sp>
      <p:sp>
        <p:nvSpPr>
          <p:cNvPr id="9" name="Shape 6"/>
          <p:cNvSpPr/>
          <p:nvPr/>
        </p:nvSpPr>
        <p:spPr>
          <a:xfrm>
            <a:off x="3749040" y="1820570"/>
            <a:ext cx="2386584" cy="341986"/>
          </a:xfrm>
          <a:prstGeom prst="roundRect">
            <a:avLst>
              <a:gd name="adj" fmla="val 32086"/>
            </a:avLst>
          </a:prstGeom>
          <a:solidFill>
            <a:schemeClr val="accent4"/>
          </a:solidFill>
          <a:ln w="12700">
            <a:solidFill>
              <a:srgbClr val="FFFFFF">
                <a:alpha val="0"/>
              </a:srgbClr>
            </a:solidFill>
            <a:prstDash val="solid"/>
          </a:ln>
        </p:spPr>
      </p:sp>
      <p:sp>
        <p:nvSpPr>
          <p:cNvPr id="10" name="Text 7"/>
          <p:cNvSpPr txBox="1"/>
          <p:nvPr/>
        </p:nvSpPr>
        <p:spPr>
          <a:xfrm>
            <a:off x="3749040" y="182057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worked</a:t>
            </a:r>
            <a:endParaRPr lang="en-US" sz="1500" dirty="0"/>
          </a:p>
        </p:txBody>
      </p:sp>
      <p:sp>
        <p:nvSpPr>
          <p:cNvPr id="11" name="Shape 8"/>
          <p:cNvSpPr/>
          <p:nvPr/>
        </p:nvSpPr>
        <p:spPr>
          <a:xfrm>
            <a:off x="6364224" y="146304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Text 9"/>
          <p:cNvSpPr txBox="1"/>
          <p:nvPr/>
        </p:nvSpPr>
        <p:spPr>
          <a:xfrm>
            <a:off x="6409944" y="149961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play</a:t>
            </a:r>
            <a:r>
              <a:rPr lang="en-US" sz="1300" dirty="0">
                <a:solidFill>
                  <a:schemeClr val="tx2"/>
                </a:solidFill>
              </a:rPr>
              <a:t> ↓</a:t>
            </a:r>
            <a:endParaRPr lang="en-US" sz="1300" dirty="0"/>
          </a:p>
        </p:txBody>
      </p:sp>
      <p:sp>
        <p:nvSpPr>
          <p:cNvPr id="13" name="Shape 10"/>
          <p:cNvSpPr/>
          <p:nvPr/>
        </p:nvSpPr>
        <p:spPr>
          <a:xfrm>
            <a:off x="6455664" y="1820570"/>
            <a:ext cx="2386584" cy="341986"/>
          </a:xfrm>
          <a:prstGeom prst="roundRect">
            <a:avLst>
              <a:gd name="adj" fmla="val 32086"/>
            </a:avLst>
          </a:prstGeom>
          <a:solidFill>
            <a:schemeClr val="accent4"/>
          </a:solidFill>
          <a:ln w="12700">
            <a:solidFill>
              <a:srgbClr val="FFFFFF">
                <a:alpha val="0"/>
              </a:srgbClr>
            </a:solidFill>
            <a:prstDash val="solid"/>
          </a:ln>
        </p:spPr>
      </p:sp>
      <p:sp>
        <p:nvSpPr>
          <p:cNvPr id="14" name="Text 11"/>
          <p:cNvSpPr txBox="1"/>
          <p:nvPr/>
        </p:nvSpPr>
        <p:spPr>
          <a:xfrm>
            <a:off x="6455664" y="182057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played</a:t>
            </a:r>
            <a:endParaRPr lang="en-US" sz="1500" dirty="0"/>
          </a:p>
        </p:txBody>
      </p:sp>
      <p:sp>
        <p:nvSpPr>
          <p:cNvPr id="15" name="Shape 12"/>
          <p:cNvSpPr/>
          <p:nvPr/>
        </p:nvSpPr>
        <p:spPr>
          <a:xfrm>
            <a:off x="9070848" y="146304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9116568" y="149961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watch</a:t>
            </a:r>
            <a:r>
              <a:rPr lang="en-US" sz="1300" dirty="0">
                <a:solidFill>
                  <a:schemeClr val="tx2"/>
                </a:solidFill>
              </a:rPr>
              <a:t> ↓</a:t>
            </a:r>
            <a:endParaRPr lang="en-US" sz="1300" dirty="0"/>
          </a:p>
        </p:txBody>
      </p:sp>
      <p:sp>
        <p:nvSpPr>
          <p:cNvPr id="17" name="Shape 14"/>
          <p:cNvSpPr/>
          <p:nvPr/>
        </p:nvSpPr>
        <p:spPr>
          <a:xfrm>
            <a:off x="9162288" y="1820570"/>
            <a:ext cx="2386584" cy="341986"/>
          </a:xfrm>
          <a:prstGeom prst="roundRect">
            <a:avLst>
              <a:gd name="adj" fmla="val 32086"/>
            </a:avLst>
          </a:prstGeom>
          <a:solidFill>
            <a:schemeClr val="accent4"/>
          </a:solidFill>
          <a:ln w="12700">
            <a:solidFill>
              <a:srgbClr val="FFFFFF">
                <a:alpha val="0"/>
              </a:srgbClr>
            </a:solidFill>
            <a:prstDash val="solid"/>
          </a:ln>
        </p:spPr>
      </p:sp>
      <p:sp>
        <p:nvSpPr>
          <p:cNvPr id="18" name="Text 15"/>
          <p:cNvSpPr txBox="1"/>
          <p:nvPr/>
        </p:nvSpPr>
        <p:spPr>
          <a:xfrm>
            <a:off x="9162288" y="182057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watched</a:t>
            </a:r>
            <a:endParaRPr lang="en-US" sz="1500" dirty="0"/>
          </a:p>
        </p:txBody>
      </p:sp>
      <p:sp>
        <p:nvSpPr>
          <p:cNvPr id="19" name="Shape 16"/>
          <p:cNvSpPr/>
          <p:nvPr/>
        </p:nvSpPr>
        <p:spPr>
          <a:xfrm>
            <a:off x="548640" y="2331720"/>
            <a:ext cx="2971800" cy="777240"/>
          </a:xfrm>
          <a:prstGeom prst="roundRect">
            <a:avLst>
              <a:gd name="adj" fmla="val 14118"/>
            </a:avLst>
          </a:prstGeom>
          <a:solidFill>
            <a:srgbClr val="FDF1E6"/>
          </a:solidFill>
          <a:ln w="15875">
            <a:solidFill>
              <a:srgbClr val="D9700F"/>
            </a:solidFill>
            <a:prstDash val="solid"/>
          </a:ln>
        </p:spPr>
      </p:sp>
      <p:sp>
        <p:nvSpPr>
          <p:cNvPr id="20" name="Text 17"/>
          <p:cNvSpPr txBox="1"/>
          <p:nvPr/>
        </p:nvSpPr>
        <p:spPr>
          <a:xfrm>
            <a:off x="685800" y="2331720"/>
            <a:ext cx="2743200" cy="777240"/>
          </a:xfrm>
          <a:prstGeom prst="rect">
            <a:avLst/>
          </a:prstGeom>
          <a:noFill/>
          <a:ln/>
        </p:spPr>
        <p:txBody>
          <a:bodyPr wrap="square" lIns="0" tIns="0" rIns="0" bIns="0" rtlCol="0" anchor="ctr"/>
          <a:lstStyle/>
          <a:p>
            <a:pPr algn="l" indent="0" marL="0">
              <a:buNone/>
            </a:pPr>
            <a:r>
              <a:rPr lang="en-US" sz="1400" b="1" dirty="0">
                <a:solidFill>
                  <a:schemeClr val="tx2"/>
                </a:solidFill>
              </a:rPr>
              <a:t>② ends in -e</a:t>
            </a:r>
            <a:endParaRPr lang="en-US" sz="1400" dirty="0"/>
          </a:p>
          <a:p>
            <a:pPr algn="l" indent="0" marL="0">
              <a:buNone/>
            </a:pPr>
            <a:r>
              <a:rPr lang="en-US" sz="1400" b="1" i="1" dirty="0">
                <a:solidFill>
                  <a:schemeClr val="tx2"/>
                </a:solidFill>
              </a:rPr>
              <a:t>+ d</a:t>
            </a:r>
            <a:endParaRPr lang="en-US" sz="1400" dirty="0"/>
          </a:p>
        </p:txBody>
      </p:sp>
      <p:sp>
        <p:nvSpPr>
          <p:cNvPr id="21" name="Shape 18"/>
          <p:cNvSpPr/>
          <p:nvPr/>
        </p:nvSpPr>
        <p:spPr>
          <a:xfrm>
            <a:off x="3657600" y="233172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3703320" y="236829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live</a:t>
            </a:r>
            <a:r>
              <a:rPr lang="en-US" sz="1300" dirty="0">
                <a:solidFill>
                  <a:schemeClr val="tx2"/>
                </a:solidFill>
              </a:rPr>
              <a:t> ↓</a:t>
            </a:r>
            <a:endParaRPr lang="en-US" sz="1300" dirty="0"/>
          </a:p>
        </p:txBody>
      </p:sp>
      <p:sp>
        <p:nvSpPr>
          <p:cNvPr id="23" name="Shape 20"/>
          <p:cNvSpPr/>
          <p:nvPr/>
        </p:nvSpPr>
        <p:spPr>
          <a:xfrm>
            <a:off x="3749040" y="2689250"/>
            <a:ext cx="2386584" cy="341986"/>
          </a:xfrm>
          <a:prstGeom prst="roundRect">
            <a:avLst>
              <a:gd name="adj" fmla="val 32086"/>
            </a:avLst>
          </a:prstGeom>
          <a:solidFill>
            <a:schemeClr val="accent4"/>
          </a:solidFill>
          <a:ln w="12700">
            <a:solidFill>
              <a:srgbClr val="FFFFFF">
                <a:alpha val="0"/>
              </a:srgbClr>
            </a:solidFill>
            <a:prstDash val="solid"/>
          </a:ln>
        </p:spPr>
      </p:sp>
      <p:sp>
        <p:nvSpPr>
          <p:cNvPr id="24" name="Text 21"/>
          <p:cNvSpPr txBox="1"/>
          <p:nvPr/>
        </p:nvSpPr>
        <p:spPr>
          <a:xfrm>
            <a:off x="3749040" y="268925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lived</a:t>
            </a:r>
            <a:endParaRPr lang="en-US" sz="1500" dirty="0"/>
          </a:p>
        </p:txBody>
      </p:sp>
      <p:sp>
        <p:nvSpPr>
          <p:cNvPr id="25" name="Shape 22"/>
          <p:cNvSpPr/>
          <p:nvPr/>
        </p:nvSpPr>
        <p:spPr>
          <a:xfrm>
            <a:off x="6364224" y="233172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6409944" y="236829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like</a:t>
            </a:r>
            <a:r>
              <a:rPr lang="en-US" sz="1300" dirty="0">
                <a:solidFill>
                  <a:schemeClr val="tx2"/>
                </a:solidFill>
              </a:rPr>
              <a:t> ↓</a:t>
            </a:r>
            <a:endParaRPr lang="en-US" sz="1300" dirty="0"/>
          </a:p>
        </p:txBody>
      </p:sp>
      <p:sp>
        <p:nvSpPr>
          <p:cNvPr id="27" name="Shape 24"/>
          <p:cNvSpPr/>
          <p:nvPr/>
        </p:nvSpPr>
        <p:spPr>
          <a:xfrm>
            <a:off x="6455664" y="2689250"/>
            <a:ext cx="2386584" cy="341986"/>
          </a:xfrm>
          <a:prstGeom prst="roundRect">
            <a:avLst>
              <a:gd name="adj" fmla="val 32086"/>
            </a:avLst>
          </a:prstGeom>
          <a:solidFill>
            <a:schemeClr val="accent4"/>
          </a:solidFill>
          <a:ln w="12700">
            <a:solidFill>
              <a:srgbClr val="FFFFFF">
                <a:alpha val="0"/>
              </a:srgbClr>
            </a:solidFill>
            <a:prstDash val="solid"/>
          </a:ln>
        </p:spPr>
      </p:sp>
      <p:sp>
        <p:nvSpPr>
          <p:cNvPr id="28" name="Text 25"/>
          <p:cNvSpPr txBox="1"/>
          <p:nvPr/>
        </p:nvSpPr>
        <p:spPr>
          <a:xfrm>
            <a:off x="6455664" y="268925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liked</a:t>
            </a:r>
            <a:endParaRPr lang="en-US" sz="1500" dirty="0"/>
          </a:p>
        </p:txBody>
      </p:sp>
      <p:sp>
        <p:nvSpPr>
          <p:cNvPr id="29" name="Shape 26"/>
          <p:cNvSpPr/>
          <p:nvPr/>
        </p:nvSpPr>
        <p:spPr>
          <a:xfrm>
            <a:off x="9070848" y="233172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9116568" y="236829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arrive</a:t>
            </a:r>
            <a:r>
              <a:rPr lang="en-US" sz="1300" dirty="0">
                <a:solidFill>
                  <a:schemeClr val="tx2"/>
                </a:solidFill>
              </a:rPr>
              <a:t> ↓</a:t>
            </a:r>
            <a:endParaRPr lang="en-US" sz="1300" dirty="0"/>
          </a:p>
        </p:txBody>
      </p:sp>
      <p:sp>
        <p:nvSpPr>
          <p:cNvPr id="31" name="Shape 28"/>
          <p:cNvSpPr/>
          <p:nvPr/>
        </p:nvSpPr>
        <p:spPr>
          <a:xfrm>
            <a:off x="9162288" y="2689250"/>
            <a:ext cx="2386584" cy="341986"/>
          </a:xfrm>
          <a:prstGeom prst="roundRect">
            <a:avLst>
              <a:gd name="adj" fmla="val 32086"/>
            </a:avLst>
          </a:prstGeom>
          <a:solidFill>
            <a:schemeClr val="accent4"/>
          </a:solidFill>
          <a:ln w="12700">
            <a:solidFill>
              <a:srgbClr val="FFFFFF">
                <a:alpha val="0"/>
              </a:srgbClr>
            </a:solidFill>
            <a:prstDash val="solid"/>
          </a:ln>
        </p:spPr>
      </p:sp>
      <p:sp>
        <p:nvSpPr>
          <p:cNvPr id="32" name="Text 29"/>
          <p:cNvSpPr txBox="1"/>
          <p:nvPr/>
        </p:nvSpPr>
        <p:spPr>
          <a:xfrm>
            <a:off x="9162288" y="268925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arrived</a:t>
            </a:r>
            <a:endParaRPr lang="en-US" sz="1500" dirty="0"/>
          </a:p>
        </p:txBody>
      </p:sp>
      <p:sp>
        <p:nvSpPr>
          <p:cNvPr id="33" name="Shape 30"/>
          <p:cNvSpPr/>
          <p:nvPr/>
        </p:nvSpPr>
        <p:spPr>
          <a:xfrm>
            <a:off x="548640" y="3200400"/>
            <a:ext cx="2971800" cy="777240"/>
          </a:xfrm>
          <a:prstGeom prst="roundRect">
            <a:avLst>
              <a:gd name="adj" fmla="val 14118"/>
            </a:avLst>
          </a:prstGeom>
          <a:solidFill>
            <a:srgbClr val="FDF1E6"/>
          </a:solidFill>
          <a:ln w="15875">
            <a:solidFill>
              <a:srgbClr val="D9700F"/>
            </a:solidFill>
            <a:prstDash val="solid"/>
          </a:ln>
        </p:spPr>
      </p:sp>
      <p:sp>
        <p:nvSpPr>
          <p:cNvPr id="34" name="Text 31"/>
          <p:cNvSpPr txBox="1"/>
          <p:nvPr/>
        </p:nvSpPr>
        <p:spPr>
          <a:xfrm>
            <a:off x="685800" y="3200400"/>
            <a:ext cx="2743200" cy="777240"/>
          </a:xfrm>
          <a:prstGeom prst="rect">
            <a:avLst/>
          </a:prstGeom>
          <a:noFill/>
          <a:ln/>
        </p:spPr>
        <p:txBody>
          <a:bodyPr wrap="square" lIns="0" tIns="0" rIns="0" bIns="0" rtlCol="0" anchor="ctr"/>
          <a:lstStyle/>
          <a:p>
            <a:pPr algn="l" indent="0" marL="0">
              <a:buNone/>
            </a:pPr>
            <a:r>
              <a:rPr lang="en-US" sz="1400" b="1" dirty="0">
                <a:solidFill>
                  <a:schemeClr val="tx2"/>
                </a:solidFill>
              </a:rPr>
              <a:t>③ consonant + y</a:t>
            </a:r>
            <a:endParaRPr lang="en-US" sz="1400" dirty="0"/>
          </a:p>
          <a:p>
            <a:pPr algn="l" indent="0" marL="0">
              <a:buNone/>
            </a:pPr>
            <a:r>
              <a:rPr lang="en-US" sz="1400" b="1" i="1" dirty="0">
                <a:solidFill>
                  <a:schemeClr val="tx2"/>
                </a:solidFill>
              </a:rPr>
              <a:t>y → ied</a:t>
            </a:r>
            <a:endParaRPr lang="en-US" sz="1400" dirty="0"/>
          </a:p>
        </p:txBody>
      </p:sp>
      <p:sp>
        <p:nvSpPr>
          <p:cNvPr id="35" name="Shape 32"/>
          <p:cNvSpPr/>
          <p:nvPr/>
        </p:nvSpPr>
        <p:spPr>
          <a:xfrm>
            <a:off x="3657600" y="320040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6" name="Text 33"/>
          <p:cNvSpPr txBox="1"/>
          <p:nvPr/>
        </p:nvSpPr>
        <p:spPr>
          <a:xfrm>
            <a:off x="3703320" y="323697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study</a:t>
            </a:r>
            <a:r>
              <a:rPr lang="en-US" sz="1300" dirty="0">
                <a:solidFill>
                  <a:schemeClr val="tx2"/>
                </a:solidFill>
              </a:rPr>
              <a:t> ↓</a:t>
            </a:r>
            <a:endParaRPr lang="en-US" sz="1300" dirty="0"/>
          </a:p>
        </p:txBody>
      </p:sp>
      <p:sp>
        <p:nvSpPr>
          <p:cNvPr id="37" name="Shape 34"/>
          <p:cNvSpPr/>
          <p:nvPr/>
        </p:nvSpPr>
        <p:spPr>
          <a:xfrm>
            <a:off x="3749040" y="3557930"/>
            <a:ext cx="2386584" cy="341986"/>
          </a:xfrm>
          <a:prstGeom prst="roundRect">
            <a:avLst>
              <a:gd name="adj" fmla="val 32086"/>
            </a:avLst>
          </a:prstGeom>
          <a:solidFill>
            <a:schemeClr val="accent4"/>
          </a:solidFill>
          <a:ln w="12700">
            <a:solidFill>
              <a:srgbClr val="FFFFFF">
                <a:alpha val="0"/>
              </a:srgbClr>
            </a:solidFill>
            <a:prstDash val="solid"/>
          </a:ln>
        </p:spPr>
      </p:sp>
      <p:sp>
        <p:nvSpPr>
          <p:cNvPr id="38" name="Text 35"/>
          <p:cNvSpPr txBox="1"/>
          <p:nvPr/>
        </p:nvSpPr>
        <p:spPr>
          <a:xfrm>
            <a:off x="3749040" y="355793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studied</a:t>
            </a:r>
            <a:endParaRPr lang="en-US" sz="1500" dirty="0"/>
          </a:p>
        </p:txBody>
      </p:sp>
      <p:sp>
        <p:nvSpPr>
          <p:cNvPr id="39" name="Shape 36"/>
          <p:cNvSpPr/>
          <p:nvPr/>
        </p:nvSpPr>
        <p:spPr>
          <a:xfrm>
            <a:off x="6364224" y="320040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0" name="Text 37"/>
          <p:cNvSpPr txBox="1"/>
          <p:nvPr/>
        </p:nvSpPr>
        <p:spPr>
          <a:xfrm>
            <a:off x="6409944" y="323697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try</a:t>
            </a:r>
            <a:r>
              <a:rPr lang="en-US" sz="1300" dirty="0">
                <a:solidFill>
                  <a:schemeClr val="tx2"/>
                </a:solidFill>
              </a:rPr>
              <a:t> ↓</a:t>
            </a:r>
            <a:endParaRPr lang="en-US" sz="1300" dirty="0"/>
          </a:p>
        </p:txBody>
      </p:sp>
      <p:sp>
        <p:nvSpPr>
          <p:cNvPr id="41" name="Shape 38"/>
          <p:cNvSpPr/>
          <p:nvPr/>
        </p:nvSpPr>
        <p:spPr>
          <a:xfrm>
            <a:off x="6455664" y="3557930"/>
            <a:ext cx="2386584" cy="341986"/>
          </a:xfrm>
          <a:prstGeom prst="roundRect">
            <a:avLst>
              <a:gd name="adj" fmla="val 32086"/>
            </a:avLst>
          </a:prstGeom>
          <a:solidFill>
            <a:schemeClr val="accent4"/>
          </a:solidFill>
          <a:ln w="12700">
            <a:solidFill>
              <a:srgbClr val="FFFFFF">
                <a:alpha val="0"/>
              </a:srgbClr>
            </a:solidFill>
            <a:prstDash val="solid"/>
          </a:ln>
        </p:spPr>
      </p:sp>
      <p:sp>
        <p:nvSpPr>
          <p:cNvPr id="42" name="Text 39"/>
          <p:cNvSpPr txBox="1"/>
          <p:nvPr/>
        </p:nvSpPr>
        <p:spPr>
          <a:xfrm>
            <a:off x="6455664" y="355793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tried</a:t>
            </a:r>
            <a:endParaRPr lang="en-US" sz="1500" dirty="0"/>
          </a:p>
        </p:txBody>
      </p:sp>
      <p:sp>
        <p:nvSpPr>
          <p:cNvPr id="43" name="Shape 40"/>
          <p:cNvSpPr/>
          <p:nvPr/>
        </p:nvSpPr>
        <p:spPr>
          <a:xfrm>
            <a:off x="9070848" y="320040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4" name="Text 41"/>
          <p:cNvSpPr txBox="1"/>
          <p:nvPr/>
        </p:nvSpPr>
        <p:spPr>
          <a:xfrm>
            <a:off x="9116568" y="323697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cry</a:t>
            </a:r>
            <a:r>
              <a:rPr lang="en-US" sz="1300" dirty="0">
                <a:solidFill>
                  <a:schemeClr val="tx2"/>
                </a:solidFill>
              </a:rPr>
              <a:t> ↓</a:t>
            </a:r>
            <a:endParaRPr lang="en-US" sz="1300" dirty="0"/>
          </a:p>
        </p:txBody>
      </p:sp>
      <p:sp>
        <p:nvSpPr>
          <p:cNvPr id="45" name="Shape 42"/>
          <p:cNvSpPr/>
          <p:nvPr/>
        </p:nvSpPr>
        <p:spPr>
          <a:xfrm>
            <a:off x="9162288" y="3557930"/>
            <a:ext cx="2386584" cy="341986"/>
          </a:xfrm>
          <a:prstGeom prst="roundRect">
            <a:avLst>
              <a:gd name="adj" fmla="val 32086"/>
            </a:avLst>
          </a:prstGeom>
          <a:solidFill>
            <a:schemeClr val="accent4"/>
          </a:solidFill>
          <a:ln w="12700">
            <a:solidFill>
              <a:srgbClr val="FFFFFF">
                <a:alpha val="0"/>
              </a:srgbClr>
            </a:solidFill>
            <a:prstDash val="solid"/>
          </a:ln>
        </p:spPr>
      </p:sp>
      <p:sp>
        <p:nvSpPr>
          <p:cNvPr id="46" name="Text 43"/>
          <p:cNvSpPr txBox="1"/>
          <p:nvPr/>
        </p:nvSpPr>
        <p:spPr>
          <a:xfrm>
            <a:off x="9162288" y="355793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cried</a:t>
            </a:r>
            <a:endParaRPr lang="en-US" sz="1500" dirty="0"/>
          </a:p>
        </p:txBody>
      </p:sp>
      <p:sp>
        <p:nvSpPr>
          <p:cNvPr id="47" name="Shape 44"/>
          <p:cNvSpPr/>
          <p:nvPr/>
        </p:nvSpPr>
        <p:spPr>
          <a:xfrm>
            <a:off x="548640" y="4069080"/>
            <a:ext cx="2971800" cy="777240"/>
          </a:xfrm>
          <a:prstGeom prst="roundRect">
            <a:avLst>
              <a:gd name="adj" fmla="val 14118"/>
            </a:avLst>
          </a:prstGeom>
          <a:solidFill>
            <a:srgbClr val="FDF1E6"/>
          </a:solidFill>
          <a:ln w="15875">
            <a:solidFill>
              <a:srgbClr val="D9700F"/>
            </a:solidFill>
            <a:prstDash val="solid"/>
          </a:ln>
        </p:spPr>
      </p:sp>
      <p:sp>
        <p:nvSpPr>
          <p:cNvPr id="48" name="Text 45"/>
          <p:cNvSpPr txBox="1"/>
          <p:nvPr/>
        </p:nvSpPr>
        <p:spPr>
          <a:xfrm>
            <a:off x="685800" y="4069080"/>
            <a:ext cx="2743200" cy="777240"/>
          </a:xfrm>
          <a:prstGeom prst="rect">
            <a:avLst/>
          </a:prstGeom>
          <a:noFill/>
          <a:ln/>
        </p:spPr>
        <p:txBody>
          <a:bodyPr wrap="square" lIns="0" tIns="0" rIns="0" bIns="0" rtlCol="0" anchor="ctr"/>
          <a:lstStyle/>
          <a:p>
            <a:pPr algn="l" indent="0" marL="0">
              <a:buNone/>
            </a:pPr>
            <a:r>
              <a:rPr lang="en-US" sz="1400" b="1" dirty="0">
                <a:solidFill>
                  <a:schemeClr val="tx2"/>
                </a:solidFill>
              </a:rPr>
              <a:t>④ stressed: 1 vowel + 1 consonant</a:t>
            </a:r>
            <a:endParaRPr lang="en-US" sz="1400" dirty="0"/>
          </a:p>
          <a:p>
            <a:pPr algn="l" indent="0" marL="0">
              <a:buNone/>
            </a:pPr>
            <a:r>
              <a:rPr lang="en-US" sz="1400" b="1" i="1" dirty="0">
                <a:solidFill>
                  <a:schemeClr val="tx2"/>
                </a:solidFill>
              </a:rPr>
              <a:t>double + ed</a:t>
            </a:r>
            <a:endParaRPr lang="en-US" sz="1400" dirty="0"/>
          </a:p>
        </p:txBody>
      </p:sp>
      <p:sp>
        <p:nvSpPr>
          <p:cNvPr id="49" name="Shape 46"/>
          <p:cNvSpPr/>
          <p:nvPr/>
        </p:nvSpPr>
        <p:spPr>
          <a:xfrm>
            <a:off x="3657600" y="406908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0" name="Text 47"/>
          <p:cNvSpPr txBox="1"/>
          <p:nvPr/>
        </p:nvSpPr>
        <p:spPr>
          <a:xfrm>
            <a:off x="3703320" y="410565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stop</a:t>
            </a:r>
            <a:r>
              <a:rPr lang="en-US" sz="1300" dirty="0">
                <a:solidFill>
                  <a:schemeClr val="tx2"/>
                </a:solidFill>
              </a:rPr>
              <a:t> ↓</a:t>
            </a:r>
            <a:endParaRPr lang="en-US" sz="1300" dirty="0"/>
          </a:p>
        </p:txBody>
      </p:sp>
      <p:sp>
        <p:nvSpPr>
          <p:cNvPr id="51" name="Shape 48"/>
          <p:cNvSpPr/>
          <p:nvPr/>
        </p:nvSpPr>
        <p:spPr>
          <a:xfrm>
            <a:off x="3749040" y="4426610"/>
            <a:ext cx="2386584" cy="341986"/>
          </a:xfrm>
          <a:prstGeom prst="roundRect">
            <a:avLst>
              <a:gd name="adj" fmla="val 32086"/>
            </a:avLst>
          </a:prstGeom>
          <a:solidFill>
            <a:schemeClr val="accent4"/>
          </a:solidFill>
          <a:ln w="12700">
            <a:solidFill>
              <a:srgbClr val="FFFFFF">
                <a:alpha val="0"/>
              </a:srgbClr>
            </a:solidFill>
            <a:prstDash val="solid"/>
          </a:ln>
        </p:spPr>
      </p:sp>
      <p:sp>
        <p:nvSpPr>
          <p:cNvPr id="52" name="Text 49"/>
          <p:cNvSpPr txBox="1"/>
          <p:nvPr/>
        </p:nvSpPr>
        <p:spPr>
          <a:xfrm>
            <a:off x="3749040" y="442661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stopped</a:t>
            </a:r>
            <a:endParaRPr lang="en-US" sz="1500" dirty="0"/>
          </a:p>
        </p:txBody>
      </p:sp>
      <p:sp>
        <p:nvSpPr>
          <p:cNvPr id="53" name="Shape 50"/>
          <p:cNvSpPr/>
          <p:nvPr/>
        </p:nvSpPr>
        <p:spPr>
          <a:xfrm>
            <a:off x="6364224" y="406908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Text 51"/>
          <p:cNvSpPr txBox="1"/>
          <p:nvPr/>
        </p:nvSpPr>
        <p:spPr>
          <a:xfrm>
            <a:off x="6409944" y="410565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plan</a:t>
            </a:r>
            <a:r>
              <a:rPr lang="en-US" sz="1300" dirty="0">
                <a:solidFill>
                  <a:schemeClr val="tx2"/>
                </a:solidFill>
              </a:rPr>
              <a:t> ↓</a:t>
            </a:r>
            <a:endParaRPr lang="en-US" sz="1300" dirty="0"/>
          </a:p>
        </p:txBody>
      </p:sp>
      <p:sp>
        <p:nvSpPr>
          <p:cNvPr id="55" name="Shape 52"/>
          <p:cNvSpPr/>
          <p:nvPr/>
        </p:nvSpPr>
        <p:spPr>
          <a:xfrm>
            <a:off x="6455664" y="4426610"/>
            <a:ext cx="2386584" cy="341986"/>
          </a:xfrm>
          <a:prstGeom prst="roundRect">
            <a:avLst>
              <a:gd name="adj" fmla="val 32086"/>
            </a:avLst>
          </a:prstGeom>
          <a:solidFill>
            <a:schemeClr val="accent4"/>
          </a:solidFill>
          <a:ln w="12700">
            <a:solidFill>
              <a:srgbClr val="FFFFFF">
                <a:alpha val="0"/>
              </a:srgbClr>
            </a:solidFill>
            <a:prstDash val="solid"/>
          </a:ln>
        </p:spPr>
      </p:sp>
      <p:sp>
        <p:nvSpPr>
          <p:cNvPr id="56" name="Text 53"/>
          <p:cNvSpPr txBox="1"/>
          <p:nvPr/>
        </p:nvSpPr>
        <p:spPr>
          <a:xfrm>
            <a:off x="6455664" y="442661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planned</a:t>
            </a:r>
            <a:endParaRPr lang="en-US" sz="1500" dirty="0"/>
          </a:p>
        </p:txBody>
      </p:sp>
      <p:sp>
        <p:nvSpPr>
          <p:cNvPr id="57" name="Shape 54"/>
          <p:cNvSpPr/>
          <p:nvPr/>
        </p:nvSpPr>
        <p:spPr>
          <a:xfrm>
            <a:off x="9070848" y="4069080"/>
            <a:ext cx="2569464" cy="777240"/>
          </a:xfrm>
          <a:prstGeom prst="roundRect">
            <a:avLst>
              <a:gd name="adj" fmla="val 1176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8" name="Text 55"/>
          <p:cNvSpPr txBox="1"/>
          <p:nvPr/>
        </p:nvSpPr>
        <p:spPr>
          <a:xfrm>
            <a:off x="9116568" y="4105656"/>
            <a:ext cx="2478024" cy="310896"/>
          </a:xfrm>
          <a:prstGeom prst="rect">
            <a:avLst/>
          </a:prstGeom>
          <a:noFill/>
          <a:ln/>
        </p:spPr>
        <p:txBody>
          <a:bodyPr wrap="square" lIns="0" tIns="0" rIns="0" bIns="0" rtlCol="0" anchor="ctr"/>
          <a:lstStyle/>
          <a:p>
            <a:pPr algn="ctr" indent="0" marL="0">
              <a:buNone/>
            </a:pPr>
            <a:r>
              <a:rPr lang="en-US" sz="1300" b="1" i="1" dirty="0">
                <a:solidFill>
                  <a:schemeClr val="tx2"/>
                </a:solidFill>
              </a:rPr>
              <a:t>prefer</a:t>
            </a:r>
            <a:r>
              <a:rPr lang="en-US" sz="1300" dirty="0">
                <a:solidFill>
                  <a:schemeClr val="tx2"/>
                </a:solidFill>
              </a:rPr>
              <a:t> ↓</a:t>
            </a:r>
            <a:endParaRPr lang="en-US" sz="1300" dirty="0"/>
          </a:p>
        </p:txBody>
      </p:sp>
      <p:sp>
        <p:nvSpPr>
          <p:cNvPr id="59" name="Shape 56"/>
          <p:cNvSpPr/>
          <p:nvPr/>
        </p:nvSpPr>
        <p:spPr>
          <a:xfrm>
            <a:off x="9162288" y="4426610"/>
            <a:ext cx="2386584" cy="341986"/>
          </a:xfrm>
          <a:prstGeom prst="roundRect">
            <a:avLst>
              <a:gd name="adj" fmla="val 32086"/>
            </a:avLst>
          </a:prstGeom>
          <a:solidFill>
            <a:schemeClr val="accent4"/>
          </a:solidFill>
          <a:ln w="12700">
            <a:solidFill>
              <a:srgbClr val="FFFFFF">
                <a:alpha val="0"/>
              </a:srgbClr>
            </a:solidFill>
            <a:prstDash val="solid"/>
          </a:ln>
        </p:spPr>
      </p:sp>
      <p:sp>
        <p:nvSpPr>
          <p:cNvPr id="60" name="Text 57"/>
          <p:cNvSpPr txBox="1"/>
          <p:nvPr/>
        </p:nvSpPr>
        <p:spPr>
          <a:xfrm>
            <a:off x="9162288" y="4426610"/>
            <a:ext cx="2386584" cy="341986"/>
          </a:xfrm>
          <a:prstGeom prst="rect">
            <a:avLst/>
          </a:prstGeom>
          <a:noFill/>
          <a:ln/>
        </p:spPr>
        <p:txBody>
          <a:bodyPr wrap="square" lIns="0" tIns="0" rIns="0" bIns="0" rtlCol="0" anchor="ctr"/>
          <a:lstStyle/>
          <a:p>
            <a:pPr algn="ctr" indent="0" marL="0">
              <a:buNone/>
            </a:pPr>
            <a:r>
              <a:rPr lang="en-US" sz="1500" b="1" i="1" dirty="0">
                <a:solidFill>
                  <a:schemeClr val="bg1"/>
                </a:solidFill>
              </a:rPr>
              <a:t>preferred</a:t>
            </a:r>
            <a:endParaRPr lang="en-US" sz="1500" dirty="0"/>
          </a:p>
        </p:txBody>
      </p:sp>
      <p:sp>
        <p:nvSpPr>
          <p:cNvPr id="61" name="Shape 58"/>
          <p:cNvSpPr/>
          <p:nvPr/>
        </p:nvSpPr>
        <p:spPr>
          <a:xfrm>
            <a:off x="548640" y="5029200"/>
            <a:ext cx="5486400" cy="1234440"/>
          </a:xfrm>
          <a:prstGeom prst="roundRect">
            <a:avLst>
              <a:gd name="adj" fmla="val 8889"/>
            </a:avLst>
          </a:prstGeom>
          <a:solidFill>
            <a:srgbClr val="FBEDEB"/>
          </a:solidFill>
          <a:ln w="19050">
            <a:solidFill>
              <a:srgbClr val="B83227"/>
            </a:solidFill>
            <a:prstDash val="solid"/>
          </a:ln>
        </p:spPr>
      </p:sp>
      <p:sp>
        <p:nvSpPr>
          <p:cNvPr id="62" name="Text 59"/>
          <p:cNvSpPr txBox="1"/>
          <p:nvPr/>
        </p:nvSpPr>
        <p:spPr>
          <a:xfrm>
            <a:off x="731520" y="5102352"/>
            <a:ext cx="5120640" cy="384048"/>
          </a:xfrm>
          <a:prstGeom prst="rect">
            <a:avLst/>
          </a:prstGeom>
          <a:noFill/>
          <a:ln/>
        </p:spPr>
        <p:txBody>
          <a:bodyPr wrap="square" lIns="0" tIns="0" rIns="0" bIns="0" rtlCol="0" anchor="ctr"/>
          <a:lstStyle/>
          <a:p>
            <a:pPr algn="l" indent="0" marL="0">
              <a:buNone/>
            </a:pPr>
            <a:r>
              <a:rPr lang="en-US" sz="1500" b="1" dirty="0">
                <a:solidFill>
                  <a:schemeClr val="accent6"/>
                </a:solidFill>
              </a:rPr>
              <a:t>⚠ But: vowel + y = + ed</a:t>
            </a:r>
            <a:endParaRPr lang="en-US" sz="1500" dirty="0"/>
          </a:p>
        </p:txBody>
      </p:sp>
      <p:sp>
        <p:nvSpPr>
          <p:cNvPr id="63" name="Text 60"/>
          <p:cNvSpPr txBox="1"/>
          <p:nvPr/>
        </p:nvSpPr>
        <p:spPr>
          <a:xfrm>
            <a:off x="731520" y="5504688"/>
            <a:ext cx="5120640" cy="685800"/>
          </a:xfrm>
          <a:prstGeom prst="rect">
            <a:avLst/>
          </a:prstGeom>
          <a:noFill/>
          <a:ln/>
        </p:spPr>
        <p:txBody>
          <a:bodyPr wrap="square" lIns="0" tIns="0" rIns="0" bIns="0" rtlCol="0" anchor="t"/>
          <a:lstStyle/>
          <a:p>
            <a:pPr algn="l" indent="0" marL="0">
              <a:spcAft>
                <a:spcPts val="400"/>
              </a:spcAft>
              <a:buNone/>
            </a:pPr>
            <a:r>
              <a:rPr lang="en-US" sz="1500" i="1" dirty="0">
                <a:solidFill>
                  <a:schemeClr val="tx1"/>
                </a:solidFill>
              </a:rPr>
              <a:t>play → played · enjoy → enjoyed · stay → stayed</a:t>
            </a:r>
            <a:endParaRPr lang="en-US" sz="1500" dirty="0"/>
          </a:p>
        </p:txBody>
      </p:sp>
      <p:sp>
        <p:nvSpPr>
          <p:cNvPr id="64" name="Shape 61"/>
          <p:cNvSpPr/>
          <p:nvPr/>
        </p:nvSpPr>
        <p:spPr>
          <a:xfrm>
            <a:off x="6263640" y="5029200"/>
            <a:ext cx="5376672" cy="1234440"/>
          </a:xfrm>
          <a:prstGeom prst="roundRect">
            <a:avLst>
              <a:gd name="adj" fmla="val 8889"/>
            </a:avLst>
          </a:prstGeom>
          <a:solidFill>
            <a:srgbClr val="FBEDEB"/>
          </a:solidFill>
          <a:ln w="19050">
            <a:solidFill>
              <a:srgbClr val="B83227"/>
            </a:solidFill>
            <a:prstDash val="solid"/>
          </a:ln>
        </p:spPr>
      </p:sp>
      <p:sp>
        <p:nvSpPr>
          <p:cNvPr id="65" name="Text 62"/>
          <p:cNvSpPr txBox="1"/>
          <p:nvPr/>
        </p:nvSpPr>
        <p:spPr>
          <a:xfrm>
            <a:off x="6446520" y="5102352"/>
            <a:ext cx="5010912" cy="384048"/>
          </a:xfrm>
          <a:prstGeom prst="rect">
            <a:avLst/>
          </a:prstGeom>
          <a:noFill/>
          <a:ln/>
        </p:spPr>
        <p:txBody>
          <a:bodyPr wrap="square" lIns="0" tIns="0" rIns="0" bIns="0" rtlCol="0" anchor="ctr"/>
          <a:lstStyle/>
          <a:p>
            <a:pPr algn="l" indent="0" marL="0">
              <a:buNone/>
            </a:pPr>
            <a:r>
              <a:rPr lang="en-US" sz="1500" b="1" dirty="0">
                <a:solidFill>
                  <a:schemeClr val="accent6"/>
                </a:solidFill>
              </a:rPr>
              <a:t>⚠ No doubling if…</a:t>
            </a:r>
            <a:endParaRPr lang="en-US" sz="1500" dirty="0"/>
          </a:p>
        </p:txBody>
      </p:sp>
      <p:sp>
        <p:nvSpPr>
          <p:cNvPr id="66" name="Text 63"/>
          <p:cNvSpPr txBox="1"/>
          <p:nvPr/>
        </p:nvSpPr>
        <p:spPr>
          <a:xfrm>
            <a:off x="6446520" y="5504688"/>
            <a:ext cx="5010912" cy="685800"/>
          </a:xfrm>
          <a:prstGeom prst="rect">
            <a:avLst/>
          </a:prstGeom>
          <a:noFill/>
          <a:ln/>
        </p:spPr>
        <p:txBody>
          <a:bodyPr wrap="square" lIns="0" tIns="0" rIns="0" bIns="0" rtlCol="0" anchor="t"/>
          <a:lstStyle/>
          <a:p>
            <a:pPr algn="l" indent="0" marL="0">
              <a:spcAft>
                <a:spcPts val="400"/>
              </a:spcAft>
              <a:buNone/>
            </a:pPr>
            <a:r>
              <a:rPr lang="en-US" sz="1350" dirty="0">
                <a:solidFill>
                  <a:schemeClr val="tx1"/>
                </a:solidFill>
              </a:rPr>
              <a:t>the stress is not at the end: </a:t>
            </a:r>
            <a:r>
              <a:rPr lang="en-US" sz="1350" b="1" i="1" dirty="0">
                <a:solidFill>
                  <a:schemeClr val="tx1"/>
                </a:solidFill>
              </a:rPr>
              <a:t>vi</a:t>
            </a:r>
            <a:r>
              <a:rPr lang="en-US" sz="1350" i="1" dirty="0">
                <a:solidFill>
                  <a:schemeClr val="tx1"/>
                </a:solidFill>
              </a:rPr>
              <a:t>sit → visited</a:t>
            </a:r>
            <a:endParaRPr lang="en-US" sz="1350" dirty="0"/>
          </a:p>
          <a:p>
            <a:pPr algn="l" indent="0" marL="0">
              <a:spcAft>
                <a:spcPts val="400"/>
              </a:spcAft>
              <a:buNone/>
            </a:pPr>
            <a:r>
              <a:rPr lang="en-US" sz="1350" dirty="0">
                <a:solidFill>
                  <a:schemeClr val="tx1"/>
                </a:solidFill>
              </a:rPr>
              <a:t>it ends in </a:t>
            </a:r>
            <a:r>
              <a:rPr lang="en-US" sz="1350" i="1" dirty="0">
                <a:solidFill>
                  <a:schemeClr val="tx1"/>
                </a:solidFill>
              </a:rPr>
              <a:t>w, x</a:t>
            </a:r>
            <a:r>
              <a:rPr lang="en-US" sz="1350" dirty="0">
                <a:solidFill>
                  <a:schemeClr val="tx1"/>
                </a:solidFill>
              </a:rPr>
              <a:t> or </a:t>
            </a:r>
            <a:r>
              <a:rPr lang="en-US" sz="1350" i="1" dirty="0">
                <a:solidFill>
                  <a:schemeClr val="tx1"/>
                </a:solidFill>
              </a:rPr>
              <a:t>y</a:t>
            </a:r>
            <a:r>
              <a:rPr lang="en-US" sz="1350" dirty="0">
                <a:solidFill>
                  <a:schemeClr val="tx1"/>
                </a:solidFill>
              </a:rPr>
              <a:t>: </a:t>
            </a:r>
            <a:r>
              <a:rPr lang="en-US" sz="1350" i="1" dirty="0">
                <a:solidFill>
                  <a:schemeClr val="tx1"/>
                </a:solidFill>
              </a:rPr>
              <a:t>fix → fixed · show → showed</a:t>
            </a:r>
            <a:endParaRPr lang="en-US" sz="1350" dirty="0"/>
          </a:p>
          <a:p>
            <a:pPr algn="l" indent="0" marL="0">
              <a:spcAft>
                <a:spcPts val="400"/>
              </a:spcAft>
              <a:buNone/>
            </a:pPr>
            <a:r>
              <a:rPr lang="en-US" sz="1350" dirty="0">
                <a:solidFill>
                  <a:schemeClr val="tx1"/>
                </a:solidFill>
              </a:rPr>
              <a:t>UK: final </a:t>
            </a:r>
            <a:r>
              <a:rPr lang="en-US" sz="1350" i="1" dirty="0">
                <a:solidFill>
                  <a:schemeClr val="tx1"/>
                </a:solidFill>
              </a:rPr>
              <a:t>-l</a:t>
            </a:r>
            <a:r>
              <a:rPr lang="en-US" sz="1350" dirty="0">
                <a:solidFill>
                  <a:schemeClr val="tx1"/>
                </a:solidFill>
              </a:rPr>
              <a:t> doubles: </a:t>
            </a:r>
            <a:r>
              <a:rPr lang="en-US" sz="1350" i="1" dirty="0">
                <a:solidFill>
                  <a:schemeClr val="tx1"/>
                </a:solidFill>
              </a:rPr>
              <a:t>travel → travelled</a:t>
            </a:r>
            <a:r>
              <a:rPr lang="en-US" sz="1350" dirty="0">
                <a:solidFill>
                  <a:schemeClr val="tx1"/>
                </a:solidFill>
              </a:rPr>
              <a:t> (US </a:t>
            </a:r>
            <a:r>
              <a:rPr lang="en-US" sz="1350" i="1" dirty="0">
                <a:solidFill>
                  <a:schemeClr val="tx1"/>
                </a:solidFill>
              </a:rPr>
              <a:t>traveled</a:t>
            </a:r>
            <a:r>
              <a:rPr lang="en-US" sz="1350" dirty="0">
                <a:solidFill>
                  <a:schemeClr val="tx1"/>
                </a:solidFill>
              </a:rPr>
              <a:t>)</a:t>
            </a:r>
            <a:endParaRPr lang="en-US" sz="13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Say it: /t/, /d/ or /ɪd/?</a:t>
            </a:r>
            <a:endParaRPr lang="en-US" sz="3000" dirty="0"/>
          </a:p>
        </p:txBody>
      </p:sp>
      <p:sp>
        <p:nvSpPr>
          <p:cNvPr id="3" name="tag"/>
          <p:cNvSpPr/>
          <p:nvPr/>
        </p:nvSpPr>
        <p:spPr>
          <a:xfrm>
            <a:off x="548640" y="237744"/>
            <a:ext cx="176845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PRONUNCIATION</a:t>
            </a:r>
            <a:endParaRPr lang="en-US" sz="1200" dirty="0"/>
          </a:p>
        </p:txBody>
      </p:sp>
      <p:sp>
        <p:nvSpPr>
          <p:cNvPr id="5" name="Shape 2"/>
          <p:cNvSpPr/>
          <p:nvPr/>
        </p:nvSpPr>
        <p:spPr>
          <a:xfrm>
            <a:off x="548640" y="1463040"/>
            <a:ext cx="3575304" cy="4023360"/>
          </a:xfrm>
          <a:prstGeom prst="roundRect">
            <a:avLst>
              <a:gd name="adj" fmla="val 3069"/>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3575304" cy="914400"/>
          </a:xfrm>
          <a:prstGeom prst="roundRect">
            <a:avLst>
              <a:gd name="adj" fmla="val 12000"/>
            </a:avLst>
          </a:prstGeom>
          <a:solidFill>
            <a:schemeClr val="accent2"/>
          </a:solidFill>
          <a:ln w="12700">
            <a:solidFill>
              <a:srgbClr val="FFFFFF">
                <a:alpha val="0"/>
              </a:srgbClr>
            </a:solidFill>
            <a:prstDash val="solid"/>
          </a:ln>
        </p:spPr>
      </p:sp>
      <p:sp>
        <p:nvSpPr>
          <p:cNvPr id="7" name="Text 4"/>
          <p:cNvSpPr txBox="1"/>
          <p:nvPr/>
        </p:nvSpPr>
        <p:spPr>
          <a:xfrm>
            <a:off x="548640" y="1463040"/>
            <a:ext cx="3575304" cy="914400"/>
          </a:xfrm>
          <a:prstGeom prst="rect">
            <a:avLst/>
          </a:prstGeom>
          <a:noFill/>
          <a:ln/>
        </p:spPr>
        <p:txBody>
          <a:bodyPr wrap="square" lIns="0" tIns="0" rIns="0" bIns="0" rtlCol="0" anchor="ctr"/>
          <a:lstStyle/>
          <a:p>
            <a:pPr algn="ctr" indent="0" marL="0">
              <a:buNone/>
            </a:pPr>
            <a:r>
              <a:rPr lang="en-US" sz="3600" b="1" dirty="0">
                <a:solidFill>
                  <a:schemeClr val="bg1"/>
                </a:solidFill>
              </a:rPr>
              <a:t>/t/</a:t>
            </a:r>
            <a:endParaRPr lang="en-US" sz="3600" dirty="0"/>
          </a:p>
        </p:txBody>
      </p:sp>
      <p:sp>
        <p:nvSpPr>
          <p:cNvPr id="8" name="Text 5"/>
          <p:cNvSpPr txBox="1"/>
          <p:nvPr/>
        </p:nvSpPr>
        <p:spPr>
          <a:xfrm>
            <a:off x="685800" y="2468880"/>
            <a:ext cx="3300984" cy="731520"/>
          </a:xfrm>
          <a:prstGeom prst="rect">
            <a:avLst/>
          </a:prstGeom>
          <a:noFill/>
          <a:ln/>
        </p:spPr>
        <p:txBody>
          <a:bodyPr wrap="square" lIns="0" tIns="0" rIns="0" bIns="0" rtlCol="0" anchor="ctr"/>
          <a:lstStyle/>
          <a:p>
            <a:pPr algn="ctr" indent="0" marL="0">
              <a:buNone/>
            </a:pPr>
            <a:r>
              <a:rPr lang="en-US" sz="1500" b="1" dirty="0">
                <a:solidFill>
                  <a:schemeClr val="accent2"/>
                </a:solidFill>
              </a:rPr>
              <a:t>after voiceless sounds</a:t>
            </a:r>
            <a:endParaRPr lang="en-US" sz="1500" dirty="0"/>
          </a:p>
          <a:p>
            <a:pPr algn="ctr" indent="0" marL="0">
              <a:buNone/>
            </a:pPr>
            <a:r>
              <a:rPr lang="en-US" sz="1500" i="1" dirty="0">
                <a:solidFill>
                  <a:schemeClr val="accent2"/>
                </a:solidFill>
              </a:rPr>
              <a:t>p, k, f, s, sh, ch</a:t>
            </a:r>
            <a:endParaRPr lang="en-US" sz="1500" dirty="0"/>
          </a:p>
        </p:txBody>
      </p:sp>
      <p:sp>
        <p:nvSpPr>
          <p:cNvPr id="9" name="Text 6"/>
          <p:cNvSpPr txBox="1"/>
          <p:nvPr/>
        </p:nvSpPr>
        <p:spPr>
          <a:xfrm>
            <a:off x="731520" y="3291840"/>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work</a:t>
            </a:r>
            <a:r>
              <a:rPr lang="en-US" sz="2200" b="1" i="1" dirty="0">
                <a:solidFill>
                  <a:srgbClr val="2A6FB0"/>
                </a:solidFill>
              </a:rPr>
              <a:t>ed</a:t>
            </a:r>
            <a:endParaRPr lang="en-US" sz="1800" dirty="0"/>
          </a:p>
        </p:txBody>
      </p:sp>
      <p:sp>
        <p:nvSpPr>
          <p:cNvPr id="10" name="Text 7"/>
          <p:cNvSpPr txBox="1"/>
          <p:nvPr/>
        </p:nvSpPr>
        <p:spPr>
          <a:xfrm>
            <a:off x="731520" y="3822192"/>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stopp</a:t>
            </a:r>
            <a:r>
              <a:rPr lang="en-US" sz="2200" b="1" i="1" dirty="0">
                <a:solidFill>
                  <a:srgbClr val="2A6FB0"/>
                </a:solidFill>
              </a:rPr>
              <a:t>ed</a:t>
            </a:r>
            <a:endParaRPr lang="en-US" sz="1800" dirty="0"/>
          </a:p>
        </p:txBody>
      </p:sp>
      <p:sp>
        <p:nvSpPr>
          <p:cNvPr id="11" name="Text 8"/>
          <p:cNvSpPr txBox="1"/>
          <p:nvPr/>
        </p:nvSpPr>
        <p:spPr>
          <a:xfrm>
            <a:off x="731520" y="4352544"/>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watch</a:t>
            </a:r>
            <a:r>
              <a:rPr lang="en-US" sz="2200" b="1" i="1" dirty="0">
                <a:solidFill>
                  <a:srgbClr val="2A6FB0"/>
                </a:solidFill>
              </a:rPr>
              <a:t>ed</a:t>
            </a:r>
            <a:endParaRPr lang="en-US" sz="1800" dirty="0"/>
          </a:p>
        </p:txBody>
      </p:sp>
      <p:sp>
        <p:nvSpPr>
          <p:cNvPr id="12" name="Text 9"/>
          <p:cNvSpPr txBox="1"/>
          <p:nvPr/>
        </p:nvSpPr>
        <p:spPr>
          <a:xfrm>
            <a:off x="731520" y="4882896"/>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laugh</a:t>
            </a:r>
            <a:r>
              <a:rPr lang="en-US" sz="2200" b="1" i="1" dirty="0">
                <a:solidFill>
                  <a:srgbClr val="2A6FB0"/>
                </a:solidFill>
              </a:rPr>
              <a:t>ed</a:t>
            </a:r>
            <a:endParaRPr lang="en-US" sz="1800" dirty="0"/>
          </a:p>
        </p:txBody>
      </p:sp>
      <p:sp>
        <p:nvSpPr>
          <p:cNvPr id="13" name="Shape 10"/>
          <p:cNvSpPr/>
          <p:nvPr/>
        </p:nvSpPr>
        <p:spPr>
          <a:xfrm>
            <a:off x="4306824" y="1463040"/>
            <a:ext cx="3575304" cy="4023360"/>
          </a:xfrm>
          <a:prstGeom prst="roundRect">
            <a:avLst>
              <a:gd name="adj" fmla="val 3069"/>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4" name="Shape 11"/>
          <p:cNvSpPr/>
          <p:nvPr/>
        </p:nvSpPr>
        <p:spPr>
          <a:xfrm>
            <a:off x="4306824" y="1463040"/>
            <a:ext cx="3575304" cy="914400"/>
          </a:xfrm>
          <a:prstGeom prst="roundRect">
            <a:avLst>
              <a:gd name="adj" fmla="val 12000"/>
            </a:avLst>
          </a:prstGeom>
          <a:solidFill>
            <a:schemeClr val="accent3"/>
          </a:solidFill>
          <a:ln w="12700">
            <a:solidFill>
              <a:srgbClr val="FFFFFF">
                <a:alpha val="0"/>
              </a:srgbClr>
            </a:solidFill>
            <a:prstDash val="solid"/>
          </a:ln>
        </p:spPr>
      </p:sp>
      <p:sp>
        <p:nvSpPr>
          <p:cNvPr id="15" name="Text 12"/>
          <p:cNvSpPr txBox="1"/>
          <p:nvPr/>
        </p:nvSpPr>
        <p:spPr>
          <a:xfrm>
            <a:off x="4306824" y="1463040"/>
            <a:ext cx="3575304" cy="914400"/>
          </a:xfrm>
          <a:prstGeom prst="rect">
            <a:avLst/>
          </a:prstGeom>
          <a:noFill/>
          <a:ln/>
        </p:spPr>
        <p:txBody>
          <a:bodyPr wrap="square" lIns="0" tIns="0" rIns="0" bIns="0" rtlCol="0" anchor="ctr"/>
          <a:lstStyle/>
          <a:p>
            <a:pPr algn="ctr" indent="0" marL="0">
              <a:buNone/>
            </a:pPr>
            <a:r>
              <a:rPr lang="en-US" sz="3600" b="1" dirty="0">
                <a:solidFill>
                  <a:schemeClr val="bg1"/>
                </a:solidFill>
              </a:rPr>
              <a:t>/d/</a:t>
            </a:r>
            <a:endParaRPr lang="en-US" sz="3600" dirty="0"/>
          </a:p>
        </p:txBody>
      </p:sp>
      <p:sp>
        <p:nvSpPr>
          <p:cNvPr id="16" name="Text 13"/>
          <p:cNvSpPr txBox="1"/>
          <p:nvPr/>
        </p:nvSpPr>
        <p:spPr>
          <a:xfrm>
            <a:off x="4443984" y="2468880"/>
            <a:ext cx="3300984" cy="731520"/>
          </a:xfrm>
          <a:prstGeom prst="rect">
            <a:avLst/>
          </a:prstGeom>
          <a:noFill/>
          <a:ln/>
        </p:spPr>
        <p:txBody>
          <a:bodyPr wrap="square" lIns="0" tIns="0" rIns="0" bIns="0" rtlCol="0" anchor="ctr"/>
          <a:lstStyle/>
          <a:p>
            <a:pPr algn="ctr" indent="0" marL="0">
              <a:buNone/>
            </a:pPr>
            <a:r>
              <a:rPr lang="en-US" sz="1500" b="1" dirty="0">
                <a:solidFill>
                  <a:schemeClr val="accent3"/>
                </a:solidFill>
              </a:rPr>
              <a:t>after voiced sounds</a:t>
            </a:r>
            <a:endParaRPr lang="en-US" sz="1500" dirty="0"/>
          </a:p>
          <a:p>
            <a:pPr algn="ctr" indent="0" marL="0">
              <a:buNone/>
            </a:pPr>
            <a:r>
              <a:rPr lang="en-US" sz="1500" i="1" dirty="0">
                <a:solidFill>
                  <a:schemeClr val="accent3"/>
                </a:solidFill>
              </a:rPr>
              <a:t>vowels, b, g, l, m, n, v…</a:t>
            </a:r>
            <a:endParaRPr lang="en-US" sz="1500" dirty="0"/>
          </a:p>
        </p:txBody>
      </p:sp>
      <p:sp>
        <p:nvSpPr>
          <p:cNvPr id="17" name="Text 14"/>
          <p:cNvSpPr txBox="1"/>
          <p:nvPr/>
        </p:nvSpPr>
        <p:spPr>
          <a:xfrm>
            <a:off x="4489704" y="3291840"/>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play</a:t>
            </a:r>
            <a:r>
              <a:rPr lang="en-US" sz="2200" b="1" i="1" dirty="0">
                <a:solidFill>
                  <a:srgbClr val="2E7D4F"/>
                </a:solidFill>
              </a:rPr>
              <a:t>ed</a:t>
            </a:r>
            <a:endParaRPr lang="en-US" sz="1800" dirty="0"/>
          </a:p>
        </p:txBody>
      </p:sp>
      <p:sp>
        <p:nvSpPr>
          <p:cNvPr id="18" name="Text 15"/>
          <p:cNvSpPr txBox="1"/>
          <p:nvPr/>
        </p:nvSpPr>
        <p:spPr>
          <a:xfrm>
            <a:off x="4489704" y="3822192"/>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liv</a:t>
            </a:r>
            <a:r>
              <a:rPr lang="en-US" sz="2200" b="1" i="1" dirty="0">
                <a:solidFill>
                  <a:srgbClr val="2E7D4F"/>
                </a:solidFill>
              </a:rPr>
              <a:t>ed</a:t>
            </a:r>
            <a:endParaRPr lang="en-US" sz="1800" dirty="0"/>
          </a:p>
        </p:txBody>
      </p:sp>
      <p:sp>
        <p:nvSpPr>
          <p:cNvPr id="19" name="Text 16"/>
          <p:cNvSpPr txBox="1"/>
          <p:nvPr/>
        </p:nvSpPr>
        <p:spPr>
          <a:xfrm>
            <a:off x="4489704" y="4352544"/>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clean</a:t>
            </a:r>
            <a:r>
              <a:rPr lang="en-US" sz="2200" b="1" i="1" dirty="0">
                <a:solidFill>
                  <a:srgbClr val="2E7D4F"/>
                </a:solidFill>
              </a:rPr>
              <a:t>ed</a:t>
            </a:r>
            <a:endParaRPr lang="en-US" sz="1800" dirty="0"/>
          </a:p>
        </p:txBody>
      </p:sp>
      <p:sp>
        <p:nvSpPr>
          <p:cNvPr id="20" name="Text 17"/>
          <p:cNvSpPr txBox="1"/>
          <p:nvPr/>
        </p:nvSpPr>
        <p:spPr>
          <a:xfrm>
            <a:off x="4489704" y="4882896"/>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open</a:t>
            </a:r>
            <a:r>
              <a:rPr lang="en-US" sz="2200" b="1" i="1" dirty="0">
                <a:solidFill>
                  <a:srgbClr val="2E7D4F"/>
                </a:solidFill>
              </a:rPr>
              <a:t>ed</a:t>
            </a:r>
            <a:endParaRPr lang="en-US" sz="1800" dirty="0"/>
          </a:p>
        </p:txBody>
      </p:sp>
      <p:sp>
        <p:nvSpPr>
          <p:cNvPr id="21" name="Shape 18"/>
          <p:cNvSpPr/>
          <p:nvPr/>
        </p:nvSpPr>
        <p:spPr>
          <a:xfrm>
            <a:off x="8065008" y="1463040"/>
            <a:ext cx="3575304" cy="4023360"/>
          </a:xfrm>
          <a:prstGeom prst="roundRect">
            <a:avLst>
              <a:gd name="adj" fmla="val 3069"/>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2" name="Shape 19"/>
          <p:cNvSpPr/>
          <p:nvPr/>
        </p:nvSpPr>
        <p:spPr>
          <a:xfrm>
            <a:off x="8065008" y="1463040"/>
            <a:ext cx="3575304" cy="914400"/>
          </a:xfrm>
          <a:prstGeom prst="roundRect">
            <a:avLst>
              <a:gd name="adj" fmla="val 12000"/>
            </a:avLst>
          </a:prstGeom>
          <a:solidFill>
            <a:schemeClr val="accent1"/>
          </a:solidFill>
          <a:ln w="12700">
            <a:solidFill>
              <a:srgbClr val="FFFFFF">
                <a:alpha val="0"/>
              </a:srgbClr>
            </a:solidFill>
            <a:prstDash val="solid"/>
          </a:ln>
        </p:spPr>
      </p:sp>
      <p:sp>
        <p:nvSpPr>
          <p:cNvPr id="23" name="Text 20"/>
          <p:cNvSpPr txBox="1"/>
          <p:nvPr/>
        </p:nvSpPr>
        <p:spPr>
          <a:xfrm>
            <a:off x="8065008" y="1463040"/>
            <a:ext cx="3575304" cy="914400"/>
          </a:xfrm>
          <a:prstGeom prst="rect">
            <a:avLst/>
          </a:prstGeom>
          <a:noFill/>
          <a:ln/>
        </p:spPr>
        <p:txBody>
          <a:bodyPr wrap="square" lIns="0" tIns="0" rIns="0" bIns="0" rtlCol="0" anchor="ctr"/>
          <a:lstStyle/>
          <a:p>
            <a:pPr algn="ctr" indent="0" marL="0">
              <a:buNone/>
            </a:pPr>
            <a:r>
              <a:rPr lang="en-US" sz="3600" b="1" dirty="0">
                <a:solidFill>
                  <a:schemeClr val="bg1"/>
                </a:solidFill>
              </a:rPr>
              <a:t>/ɪd/</a:t>
            </a:r>
            <a:endParaRPr lang="en-US" sz="3600" dirty="0"/>
          </a:p>
        </p:txBody>
      </p:sp>
      <p:sp>
        <p:nvSpPr>
          <p:cNvPr id="24" name="Text 21"/>
          <p:cNvSpPr txBox="1"/>
          <p:nvPr/>
        </p:nvSpPr>
        <p:spPr>
          <a:xfrm>
            <a:off x="8202168" y="2468880"/>
            <a:ext cx="3300984" cy="731520"/>
          </a:xfrm>
          <a:prstGeom prst="rect">
            <a:avLst/>
          </a:prstGeom>
          <a:noFill/>
          <a:ln/>
        </p:spPr>
        <p:txBody>
          <a:bodyPr wrap="square" lIns="0" tIns="0" rIns="0" bIns="0" rtlCol="0" anchor="ctr"/>
          <a:lstStyle/>
          <a:p>
            <a:pPr algn="ctr" indent="0" marL="0">
              <a:buNone/>
            </a:pPr>
            <a:r>
              <a:rPr lang="en-US" sz="1500" b="1" dirty="0">
                <a:solidFill>
                  <a:schemeClr val="accent1"/>
                </a:solidFill>
              </a:rPr>
              <a:t>only after t or d</a:t>
            </a:r>
            <a:endParaRPr lang="en-US" sz="1500" dirty="0"/>
          </a:p>
          <a:p>
            <a:pPr algn="ctr" indent="0" marL="0">
              <a:buNone/>
            </a:pPr>
            <a:r>
              <a:rPr lang="en-US" sz="1500" i="1" dirty="0">
                <a:solidFill>
                  <a:schemeClr val="accent1"/>
                </a:solidFill>
              </a:rPr>
              <a:t>one extra syllable!</a:t>
            </a:r>
            <a:endParaRPr lang="en-US" sz="1500" dirty="0"/>
          </a:p>
        </p:txBody>
      </p:sp>
      <p:sp>
        <p:nvSpPr>
          <p:cNvPr id="25" name="Text 22"/>
          <p:cNvSpPr txBox="1"/>
          <p:nvPr/>
        </p:nvSpPr>
        <p:spPr>
          <a:xfrm>
            <a:off x="8247888" y="3291840"/>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want</a:t>
            </a:r>
            <a:r>
              <a:rPr lang="en-US" sz="2200" b="1" i="1" dirty="0">
                <a:solidFill>
                  <a:srgbClr val="D9700F"/>
                </a:solidFill>
              </a:rPr>
              <a:t>ed</a:t>
            </a:r>
            <a:endParaRPr lang="en-US" sz="1800" dirty="0"/>
          </a:p>
        </p:txBody>
      </p:sp>
      <p:sp>
        <p:nvSpPr>
          <p:cNvPr id="26" name="Text 23"/>
          <p:cNvSpPr txBox="1"/>
          <p:nvPr/>
        </p:nvSpPr>
        <p:spPr>
          <a:xfrm>
            <a:off x="8247888" y="3822192"/>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need</a:t>
            </a:r>
            <a:r>
              <a:rPr lang="en-US" sz="2200" b="1" i="1" dirty="0">
                <a:solidFill>
                  <a:srgbClr val="D9700F"/>
                </a:solidFill>
              </a:rPr>
              <a:t>ed</a:t>
            </a:r>
            <a:endParaRPr lang="en-US" sz="1800" dirty="0"/>
          </a:p>
        </p:txBody>
      </p:sp>
      <p:sp>
        <p:nvSpPr>
          <p:cNvPr id="27" name="Text 24"/>
          <p:cNvSpPr txBox="1"/>
          <p:nvPr/>
        </p:nvSpPr>
        <p:spPr>
          <a:xfrm>
            <a:off x="8247888" y="4352544"/>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visit</a:t>
            </a:r>
            <a:r>
              <a:rPr lang="en-US" sz="2200" b="1" i="1" dirty="0">
                <a:solidFill>
                  <a:srgbClr val="D9700F"/>
                </a:solidFill>
              </a:rPr>
              <a:t>ed</a:t>
            </a:r>
            <a:endParaRPr lang="en-US" sz="1800" dirty="0"/>
          </a:p>
        </p:txBody>
      </p:sp>
      <p:sp>
        <p:nvSpPr>
          <p:cNvPr id="28" name="Text 25"/>
          <p:cNvSpPr txBox="1"/>
          <p:nvPr/>
        </p:nvSpPr>
        <p:spPr>
          <a:xfrm>
            <a:off x="8247888" y="4882896"/>
            <a:ext cx="3209544" cy="502920"/>
          </a:xfrm>
          <a:prstGeom prst="rect">
            <a:avLst/>
          </a:prstGeom>
          <a:noFill/>
          <a:ln/>
        </p:spPr>
        <p:txBody>
          <a:bodyPr wrap="square" lIns="0" tIns="0" rIns="0" bIns="0" rtlCol="0" anchor="ctr"/>
          <a:lstStyle/>
          <a:p>
            <a:pPr algn="ctr" indent="0" marL="0">
              <a:buNone/>
            </a:pPr>
            <a:r>
              <a:rPr lang="en-US" sz="2200" i="1" dirty="0">
                <a:solidFill>
                  <a:schemeClr val="tx1"/>
                </a:solidFill>
              </a:rPr>
              <a:t>decid</a:t>
            </a:r>
            <a:r>
              <a:rPr lang="en-US" sz="2200" b="1" i="1" dirty="0">
                <a:solidFill>
                  <a:srgbClr val="D9700F"/>
                </a:solidFill>
              </a:rPr>
              <a:t>ed</a:t>
            </a:r>
            <a:endParaRPr lang="en-US" sz="1800" dirty="0"/>
          </a:p>
        </p:txBody>
      </p:sp>
      <p:pic>
        <p:nvPicPr>
          <p:cNvPr id="29" name="Image 0" descr="speaking head">    </p:cNvPr>
          <p:cNvPicPr>
            <a:picLocks noChangeAspect="1"/>
          </p:cNvPicPr>
          <p:nvPr/>
        </p:nvPicPr>
        <p:blipFill>
          <a:blip r:embed="rId1"/>
          <a:stretch>
            <a:fillRect/>
          </a:stretch>
        </p:blipFill>
        <p:spPr>
          <a:xfrm>
            <a:off x="548640" y="5577840"/>
            <a:ext cx="640080" cy="640080"/>
          </a:xfrm>
          <a:prstGeom prst="rect">
            <a:avLst/>
          </a:prstGeom>
        </p:spPr>
      </p:pic>
      <p:sp>
        <p:nvSpPr>
          <p:cNvPr id="30" name="Text 26"/>
          <p:cNvSpPr txBox="1"/>
          <p:nvPr/>
        </p:nvSpPr>
        <p:spPr>
          <a:xfrm>
            <a:off x="1325880" y="5577840"/>
            <a:ext cx="10332720" cy="640080"/>
          </a:xfrm>
          <a:prstGeom prst="rect">
            <a:avLst/>
          </a:prstGeom>
          <a:noFill/>
          <a:ln/>
        </p:spPr>
        <p:txBody>
          <a:bodyPr wrap="square" lIns="0" tIns="0" rIns="0" bIns="0" rtlCol="0" anchor="ctr"/>
          <a:lstStyle/>
          <a:p>
            <a:pPr algn="l" indent="0" marL="0">
              <a:buNone/>
            </a:pPr>
            <a:r>
              <a:rPr lang="en-US" sz="1500" dirty="0">
                <a:solidFill>
                  <a:schemeClr val="tx2"/>
                </a:solidFill>
              </a:rPr>
              <a:t>Main sur la gorge : ça vibre → /d/ · ça ne vibre pas → /t/. ⚠ </a:t>
            </a:r>
            <a:r>
              <a:rPr lang="en-US" sz="1500" i="1" dirty="0">
                <a:solidFill>
                  <a:schemeClr val="tx2"/>
                </a:solidFill>
              </a:rPr>
              <a:t>work-ed</a:t>
            </a:r>
            <a:r>
              <a:rPr lang="en-US" sz="1500" dirty="0">
                <a:solidFill>
                  <a:schemeClr val="tx2"/>
                </a:solidFill>
              </a:rPr>
              <a:t> ✗ : une syllabe en plus </a:t>
            </a:r>
            <a:r>
              <a:rPr lang="en-US" sz="1500" b="1" dirty="0">
                <a:solidFill>
                  <a:schemeClr val="tx2"/>
                </a:solidFill>
              </a:rPr>
              <a:t>seulement</a:t>
            </a:r>
            <a:r>
              <a:rPr lang="en-US" sz="1500" dirty="0">
                <a:solidFill>
                  <a:schemeClr val="tx2"/>
                </a:solidFill>
              </a:rPr>
              <a:t> après </a:t>
            </a:r>
            <a:r>
              <a:rPr lang="en-US" sz="1500" i="1" dirty="0">
                <a:solidFill>
                  <a:schemeClr val="tx2"/>
                </a:solidFill>
              </a:rPr>
              <a:t>t</a:t>
            </a:r>
            <a:r>
              <a:rPr lang="en-US" sz="1500" dirty="0">
                <a:solidFill>
                  <a:schemeClr val="tx2"/>
                </a:solidFill>
              </a:rPr>
              <a:t> ou </a:t>
            </a:r>
            <a:r>
              <a:rPr lang="en-US" sz="1500" i="1" dirty="0">
                <a:solidFill>
                  <a:schemeClr val="tx2"/>
                </a:solidFill>
              </a:rPr>
              <a:t>d</a:t>
            </a:r>
            <a:r>
              <a:rPr lang="en-US" sz="1500" dirty="0">
                <a:solidFill>
                  <a:schemeClr val="tx2"/>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Irregular verbs: no rule, but families</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463040"/>
            <a:ext cx="2670048" cy="3977640"/>
          </a:xfrm>
          <a:prstGeom prst="roundRect">
            <a:avLst>
              <a:gd name="adj" fmla="val 4110"/>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2670048" cy="868680"/>
          </a:xfrm>
          <a:prstGeom prst="roundRect">
            <a:avLst>
              <a:gd name="adj" fmla="val 12632"/>
            </a:avLst>
          </a:prstGeom>
          <a:solidFill>
            <a:schemeClr val="accent3"/>
          </a:solidFill>
          <a:ln w="12700">
            <a:solidFill>
              <a:srgbClr val="FFFFFF">
                <a:alpha val="0"/>
              </a:srgbClr>
            </a:solidFill>
            <a:prstDash val="solid"/>
          </a:ln>
        </p:spPr>
      </p:sp>
      <p:sp>
        <p:nvSpPr>
          <p:cNvPr id="7" name="Text 4"/>
          <p:cNvSpPr txBox="1"/>
          <p:nvPr/>
        </p:nvSpPr>
        <p:spPr>
          <a:xfrm>
            <a:off x="548640" y="1463040"/>
            <a:ext cx="2670048" cy="868680"/>
          </a:xfrm>
          <a:prstGeom prst="rect">
            <a:avLst/>
          </a:prstGeom>
          <a:noFill/>
          <a:ln/>
        </p:spPr>
        <p:txBody>
          <a:bodyPr wrap="square" lIns="0" tIns="0" rIns="0" bIns="0" rtlCol="0" anchor="ctr"/>
          <a:lstStyle/>
          <a:p>
            <a:pPr algn="ctr" indent="0" marL="0">
              <a:buNone/>
            </a:pPr>
            <a:r>
              <a:rPr lang="en-US" sz="1600" b="1" dirty="0">
                <a:solidFill>
                  <a:schemeClr val="bg1"/>
                </a:solidFill>
              </a:rPr>
              <a:t>A – A – A</a:t>
            </a:r>
            <a:endParaRPr lang="en-US" sz="1600" dirty="0"/>
          </a:p>
          <a:p>
            <a:pPr algn="ctr" indent="0" marL="0">
              <a:buNone/>
            </a:pPr>
            <a:r>
              <a:rPr lang="en-US" sz="1600" i="1" dirty="0">
                <a:solidFill>
                  <a:schemeClr val="bg1"/>
                </a:solidFill>
              </a:rPr>
              <a:t>the same 3 times</a:t>
            </a:r>
            <a:endParaRPr lang="en-US" sz="1600" dirty="0"/>
          </a:p>
        </p:txBody>
      </p:sp>
      <p:sp>
        <p:nvSpPr>
          <p:cNvPr id="8" name="Text 5"/>
          <p:cNvSpPr txBox="1"/>
          <p:nvPr/>
        </p:nvSpPr>
        <p:spPr>
          <a:xfrm>
            <a:off x="640080" y="251460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cut</a:t>
            </a:r>
            <a:endParaRPr lang="en-US" sz="1500" dirty="0"/>
          </a:p>
        </p:txBody>
      </p:sp>
      <p:sp>
        <p:nvSpPr>
          <p:cNvPr id="9" name="Shape 6"/>
          <p:cNvSpPr/>
          <p:nvPr/>
        </p:nvSpPr>
        <p:spPr>
          <a:xfrm>
            <a:off x="1479528" y="2862072"/>
            <a:ext cx="808271" cy="402336"/>
          </a:xfrm>
          <a:prstGeom prst="roundRect">
            <a:avLst>
              <a:gd name="adj" fmla="val 27273"/>
            </a:avLst>
          </a:prstGeom>
          <a:solidFill>
            <a:schemeClr val="accent4"/>
          </a:solidFill>
          <a:ln w="12700">
            <a:solidFill>
              <a:srgbClr val="FFFFFF">
                <a:alpha val="0"/>
              </a:srgbClr>
            </a:solidFill>
            <a:prstDash val="solid"/>
          </a:ln>
        </p:spPr>
      </p:sp>
      <p:sp>
        <p:nvSpPr>
          <p:cNvPr id="10" name="Text 7"/>
          <p:cNvSpPr txBox="1"/>
          <p:nvPr/>
        </p:nvSpPr>
        <p:spPr>
          <a:xfrm>
            <a:off x="1479528" y="2862072"/>
            <a:ext cx="808271" cy="402336"/>
          </a:xfrm>
          <a:prstGeom prst="rect">
            <a:avLst/>
          </a:prstGeom>
          <a:noFill/>
          <a:ln/>
        </p:spPr>
        <p:txBody>
          <a:bodyPr wrap="square" lIns="0" tIns="0" rIns="0" bIns="0" rtlCol="0" anchor="ctr"/>
          <a:lstStyle/>
          <a:p>
            <a:pPr algn="ctr" indent="0" marL="0">
              <a:buNone/>
            </a:pPr>
            <a:r>
              <a:rPr lang="en-US" sz="1700" b="1" i="1" dirty="0">
                <a:solidFill>
                  <a:schemeClr val="bg1"/>
                </a:solidFill>
              </a:rPr>
              <a:t>cut</a:t>
            </a:r>
            <a:endParaRPr lang="en-US" sz="1700" dirty="0"/>
          </a:p>
        </p:txBody>
      </p:sp>
      <p:sp>
        <p:nvSpPr>
          <p:cNvPr id="11" name="Text 8"/>
          <p:cNvSpPr txBox="1"/>
          <p:nvPr/>
        </p:nvSpPr>
        <p:spPr>
          <a:xfrm>
            <a:off x="640080" y="326440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(cut)</a:t>
            </a:r>
            <a:endParaRPr lang="en-US" sz="1000" dirty="0"/>
          </a:p>
        </p:txBody>
      </p:sp>
      <p:sp>
        <p:nvSpPr>
          <p:cNvPr id="12" name="Text 9"/>
          <p:cNvSpPr txBox="1"/>
          <p:nvPr/>
        </p:nvSpPr>
        <p:spPr>
          <a:xfrm>
            <a:off x="640080" y="347472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put</a:t>
            </a:r>
            <a:endParaRPr lang="en-US" sz="1500" dirty="0"/>
          </a:p>
        </p:txBody>
      </p:sp>
      <p:sp>
        <p:nvSpPr>
          <p:cNvPr id="13" name="Shape 10"/>
          <p:cNvSpPr/>
          <p:nvPr/>
        </p:nvSpPr>
        <p:spPr>
          <a:xfrm>
            <a:off x="1479528" y="3822192"/>
            <a:ext cx="808271" cy="402336"/>
          </a:xfrm>
          <a:prstGeom prst="roundRect">
            <a:avLst>
              <a:gd name="adj" fmla="val 27273"/>
            </a:avLst>
          </a:prstGeom>
          <a:solidFill>
            <a:schemeClr val="accent4"/>
          </a:solidFill>
          <a:ln w="12700">
            <a:solidFill>
              <a:srgbClr val="FFFFFF">
                <a:alpha val="0"/>
              </a:srgbClr>
            </a:solidFill>
            <a:prstDash val="solid"/>
          </a:ln>
        </p:spPr>
      </p:sp>
      <p:sp>
        <p:nvSpPr>
          <p:cNvPr id="14" name="Text 11"/>
          <p:cNvSpPr txBox="1"/>
          <p:nvPr/>
        </p:nvSpPr>
        <p:spPr>
          <a:xfrm>
            <a:off x="1479528" y="3822192"/>
            <a:ext cx="808271" cy="402336"/>
          </a:xfrm>
          <a:prstGeom prst="rect">
            <a:avLst/>
          </a:prstGeom>
          <a:noFill/>
          <a:ln/>
        </p:spPr>
        <p:txBody>
          <a:bodyPr wrap="square" lIns="0" tIns="0" rIns="0" bIns="0" rtlCol="0" anchor="ctr"/>
          <a:lstStyle/>
          <a:p>
            <a:pPr algn="ctr" indent="0" marL="0">
              <a:buNone/>
            </a:pPr>
            <a:r>
              <a:rPr lang="en-US" sz="1700" b="1" i="1" dirty="0">
                <a:solidFill>
                  <a:schemeClr val="bg1"/>
                </a:solidFill>
              </a:rPr>
              <a:t>put</a:t>
            </a:r>
            <a:endParaRPr lang="en-US" sz="1700" dirty="0"/>
          </a:p>
        </p:txBody>
      </p:sp>
      <p:sp>
        <p:nvSpPr>
          <p:cNvPr id="15" name="Text 12"/>
          <p:cNvSpPr txBox="1"/>
          <p:nvPr/>
        </p:nvSpPr>
        <p:spPr>
          <a:xfrm>
            <a:off x="640080" y="422452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(put)</a:t>
            </a:r>
            <a:endParaRPr lang="en-US" sz="1000" dirty="0"/>
          </a:p>
        </p:txBody>
      </p:sp>
      <p:sp>
        <p:nvSpPr>
          <p:cNvPr id="16" name="Text 13"/>
          <p:cNvSpPr txBox="1"/>
          <p:nvPr/>
        </p:nvSpPr>
        <p:spPr>
          <a:xfrm>
            <a:off x="640080" y="443484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cost</a:t>
            </a:r>
            <a:endParaRPr lang="en-US" sz="1500" dirty="0"/>
          </a:p>
        </p:txBody>
      </p:sp>
      <p:sp>
        <p:nvSpPr>
          <p:cNvPr id="17" name="Shape 14"/>
          <p:cNvSpPr/>
          <p:nvPr/>
        </p:nvSpPr>
        <p:spPr>
          <a:xfrm>
            <a:off x="1411629" y="4782312"/>
            <a:ext cx="944070" cy="402336"/>
          </a:xfrm>
          <a:prstGeom prst="roundRect">
            <a:avLst>
              <a:gd name="adj" fmla="val 27273"/>
            </a:avLst>
          </a:prstGeom>
          <a:solidFill>
            <a:schemeClr val="accent4"/>
          </a:solidFill>
          <a:ln w="12700">
            <a:solidFill>
              <a:srgbClr val="FFFFFF">
                <a:alpha val="0"/>
              </a:srgbClr>
            </a:solidFill>
            <a:prstDash val="solid"/>
          </a:ln>
        </p:spPr>
      </p:sp>
      <p:sp>
        <p:nvSpPr>
          <p:cNvPr id="18" name="Text 15"/>
          <p:cNvSpPr txBox="1"/>
          <p:nvPr/>
        </p:nvSpPr>
        <p:spPr>
          <a:xfrm>
            <a:off x="1411629" y="4782312"/>
            <a:ext cx="944070" cy="402336"/>
          </a:xfrm>
          <a:prstGeom prst="rect">
            <a:avLst/>
          </a:prstGeom>
          <a:noFill/>
          <a:ln/>
        </p:spPr>
        <p:txBody>
          <a:bodyPr wrap="square" lIns="0" tIns="0" rIns="0" bIns="0" rtlCol="0" anchor="ctr"/>
          <a:lstStyle/>
          <a:p>
            <a:pPr algn="ctr" indent="0" marL="0">
              <a:buNone/>
            </a:pPr>
            <a:r>
              <a:rPr lang="en-US" sz="1700" b="1" i="1" dirty="0">
                <a:solidFill>
                  <a:schemeClr val="bg1"/>
                </a:solidFill>
              </a:rPr>
              <a:t>cost</a:t>
            </a:r>
            <a:endParaRPr lang="en-US" sz="1700" dirty="0"/>
          </a:p>
        </p:txBody>
      </p:sp>
      <p:sp>
        <p:nvSpPr>
          <p:cNvPr id="19" name="Text 16"/>
          <p:cNvSpPr txBox="1"/>
          <p:nvPr/>
        </p:nvSpPr>
        <p:spPr>
          <a:xfrm>
            <a:off x="640080" y="518464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(cost)</a:t>
            </a:r>
            <a:endParaRPr lang="en-US" sz="1000" dirty="0"/>
          </a:p>
        </p:txBody>
      </p:sp>
      <p:sp>
        <p:nvSpPr>
          <p:cNvPr id="20" name="Shape 17"/>
          <p:cNvSpPr/>
          <p:nvPr/>
        </p:nvSpPr>
        <p:spPr>
          <a:xfrm>
            <a:off x="3355848" y="1463040"/>
            <a:ext cx="2670048" cy="3977640"/>
          </a:xfrm>
          <a:prstGeom prst="roundRect">
            <a:avLst>
              <a:gd name="adj" fmla="val 4110"/>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3355848" y="1463040"/>
            <a:ext cx="2670048" cy="868680"/>
          </a:xfrm>
          <a:prstGeom prst="roundRect">
            <a:avLst>
              <a:gd name="adj" fmla="val 12632"/>
            </a:avLst>
          </a:prstGeom>
          <a:solidFill>
            <a:schemeClr val="accent2"/>
          </a:solidFill>
          <a:ln w="12700">
            <a:solidFill>
              <a:srgbClr val="FFFFFF">
                <a:alpha val="0"/>
              </a:srgbClr>
            </a:solidFill>
            <a:prstDash val="solid"/>
          </a:ln>
        </p:spPr>
      </p:sp>
      <p:sp>
        <p:nvSpPr>
          <p:cNvPr id="22" name="Text 19"/>
          <p:cNvSpPr txBox="1"/>
          <p:nvPr/>
        </p:nvSpPr>
        <p:spPr>
          <a:xfrm>
            <a:off x="3355848" y="1463040"/>
            <a:ext cx="2670048" cy="868680"/>
          </a:xfrm>
          <a:prstGeom prst="rect">
            <a:avLst/>
          </a:prstGeom>
          <a:noFill/>
          <a:ln/>
        </p:spPr>
        <p:txBody>
          <a:bodyPr wrap="square" lIns="0" tIns="0" rIns="0" bIns="0" rtlCol="0" anchor="ctr"/>
          <a:lstStyle/>
          <a:p>
            <a:pPr algn="ctr" indent="0" marL="0">
              <a:buNone/>
            </a:pPr>
            <a:r>
              <a:rPr lang="en-US" sz="1600" b="1" dirty="0">
                <a:solidFill>
                  <a:schemeClr val="bg1"/>
                </a:solidFill>
              </a:rPr>
              <a:t>A – B – B</a:t>
            </a:r>
            <a:endParaRPr lang="en-US" sz="1600" dirty="0"/>
          </a:p>
          <a:p>
            <a:pPr algn="ctr" indent="0" marL="0">
              <a:buNone/>
            </a:pPr>
            <a:r>
              <a:rPr lang="en-US" sz="1600" i="1" dirty="0">
                <a:solidFill>
                  <a:schemeClr val="bg1"/>
                </a:solidFill>
              </a:rPr>
              <a:t>-ought / -aught…</a:t>
            </a:r>
            <a:endParaRPr lang="en-US" sz="1600" dirty="0"/>
          </a:p>
        </p:txBody>
      </p:sp>
      <p:sp>
        <p:nvSpPr>
          <p:cNvPr id="23" name="Text 20"/>
          <p:cNvSpPr txBox="1"/>
          <p:nvPr/>
        </p:nvSpPr>
        <p:spPr>
          <a:xfrm>
            <a:off x="3447288" y="251460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buy</a:t>
            </a:r>
            <a:endParaRPr lang="en-US" sz="1500" dirty="0"/>
          </a:p>
        </p:txBody>
      </p:sp>
      <p:sp>
        <p:nvSpPr>
          <p:cNvPr id="24" name="Shape 21"/>
          <p:cNvSpPr/>
          <p:nvPr/>
        </p:nvSpPr>
        <p:spPr>
          <a:xfrm>
            <a:off x="4083037" y="2862072"/>
            <a:ext cx="1215669" cy="402336"/>
          </a:xfrm>
          <a:prstGeom prst="roundRect">
            <a:avLst>
              <a:gd name="adj" fmla="val 27273"/>
            </a:avLst>
          </a:prstGeom>
          <a:solidFill>
            <a:schemeClr val="accent4"/>
          </a:solidFill>
          <a:ln w="12700">
            <a:solidFill>
              <a:srgbClr val="FFFFFF">
                <a:alpha val="0"/>
              </a:srgbClr>
            </a:solidFill>
            <a:prstDash val="solid"/>
          </a:ln>
        </p:spPr>
      </p:sp>
      <p:sp>
        <p:nvSpPr>
          <p:cNvPr id="25" name="Text 22"/>
          <p:cNvSpPr txBox="1"/>
          <p:nvPr/>
        </p:nvSpPr>
        <p:spPr>
          <a:xfrm>
            <a:off x="4083037" y="2862072"/>
            <a:ext cx="1215669" cy="402336"/>
          </a:xfrm>
          <a:prstGeom prst="rect">
            <a:avLst/>
          </a:prstGeom>
          <a:noFill/>
          <a:ln/>
        </p:spPr>
        <p:txBody>
          <a:bodyPr wrap="square" lIns="0" tIns="0" rIns="0" bIns="0" rtlCol="0" anchor="ctr"/>
          <a:lstStyle/>
          <a:p>
            <a:pPr algn="ctr" indent="0" marL="0">
              <a:buNone/>
            </a:pPr>
            <a:r>
              <a:rPr lang="en-US" sz="1700" b="1" i="1" dirty="0">
                <a:solidFill>
                  <a:schemeClr val="bg1"/>
                </a:solidFill>
              </a:rPr>
              <a:t>bought</a:t>
            </a:r>
            <a:endParaRPr lang="en-US" sz="1700" dirty="0"/>
          </a:p>
        </p:txBody>
      </p:sp>
      <p:sp>
        <p:nvSpPr>
          <p:cNvPr id="26" name="Text 23"/>
          <p:cNvSpPr txBox="1"/>
          <p:nvPr/>
        </p:nvSpPr>
        <p:spPr>
          <a:xfrm>
            <a:off x="3447288" y="326440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(bought)</a:t>
            </a:r>
            <a:endParaRPr lang="en-US" sz="1000" dirty="0"/>
          </a:p>
        </p:txBody>
      </p:sp>
      <p:sp>
        <p:nvSpPr>
          <p:cNvPr id="27" name="Text 24"/>
          <p:cNvSpPr txBox="1"/>
          <p:nvPr/>
        </p:nvSpPr>
        <p:spPr>
          <a:xfrm>
            <a:off x="3447288" y="347472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think</a:t>
            </a:r>
            <a:endParaRPr lang="en-US" sz="1500" dirty="0"/>
          </a:p>
        </p:txBody>
      </p:sp>
      <p:sp>
        <p:nvSpPr>
          <p:cNvPr id="28" name="Shape 25"/>
          <p:cNvSpPr/>
          <p:nvPr/>
        </p:nvSpPr>
        <p:spPr>
          <a:xfrm>
            <a:off x="4015138" y="3822192"/>
            <a:ext cx="1351469" cy="402336"/>
          </a:xfrm>
          <a:prstGeom prst="roundRect">
            <a:avLst>
              <a:gd name="adj" fmla="val 27273"/>
            </a:avLst>
          </a:prstGeom>
          <a:solidFill>
            <a:schemeClr val="accent4"/>
          </a:solidFill>
          <a:ln w="12700">
            <a:solidFill>
              <a:srgbClr val="FFFFFF">
                <a:alpha val="0"/>
              </a:srgbClr>
            </a:solidFill>
            <a:prstDash val="solid"/>
          </a:ln>
        </p:spPr>
      </p:sp>
      <p:sp>
        <p:nvSpPr>
          <p:cNvPr id="29" name="Text 26"/>
          <p:cNvSpPr txBox="1"/>
          <p:nvPr/>
        </p:nvSpPr>
        <p:spPr>
          <a:xfrm>
            <a:off x="4015138" y="3822192"/>
            <a:ext cx="1351469" cy="402336"/>
          </a:xfrm>
          <a:prstGeom prst="rect">
            <a:avLst/>
          </a:prstGeom>
          <a:noFill/>
          <a:ln/>
        </p:spPr>
        <p:txBody>
          <a:bodyPr wrap="square" lIns="0" tIns="0" rIns="0" bIns="0" rtlCol="0" anchor="ctr"/>
          <a:lstStyle/>
          <a:p>
            <a:pPr algn="ctr" indent="0" marL="0">
              <a:buNone/>
            </a:pPr>
            <a:r>
              <a:rPr lang="en-US" sz="1700" b="1" i="1" dirty="0">
                <a:solidFill>
                  <a:schemeClr val="bg1"/>
                </a:solidFill>
              </a:rPr>
              <a:t>thought</a:t>
            </a:r>
            <a:endParaRPr lang="en-US" sz="1700" dirty="0"/>
          </a:p>
        </p:txBody>
      </p:sp>
      <p:sp>
        <p:nvSpPr>
          <p:cNvPr id="30" name="Text 27"/>
          <p:cNvSpPr txBox="1"/>
          <p:nvPr/>
        </p:nvSpPr>
        <p:spPr>
          <a:xfrm>
            <a:off x="3447288" y="422452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(thought)</a:t>
            </a:r>
            <a:endParaRPr lang="en-US" sz="1000" dirty="0"/>
          </a:p>
        </p:txBody>
      </p:sp>
      <p:sp>
        <p:nvSpPr>
          <p:cNvPr id="31" name="Text 28"/>
          <p:cNvSpPr txBox="1"/>
          <p:nvPr/>
        </p:nvSpPr>
        <p:spPr>
          <a:xfrm>
            <a:off x="3447288" y="443484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teach</a:t>
            </a:r>
            <a:endParaRPr lang="en-US" sz="1500" dirty="0"/>
          </a:p>
        </p:txBody>
      </p:sp>
      <p:sp>
        <p:nvSpPr>
          <p:cNvPr id="32" name="Shape 29"/>
          <p:cNvSpPr/>
          <p:nvPr/>
        </p:nvSpPr>
        <p:spPr>
          <a:xfrm>
            <a:off x="4083037" y="4782312"/>
            <a:ext cx="1215669" cy="402336"/>
          </a:xfrm>
          <a:prstGeom prst="roundRect">
            <a:avLst>
              <a:gd name="adj" fmla="val 27273"/>
            </a:avLst>
          </a:prstGeom>
          <a:solidFill>
            <a:schemeClr val="accent4"/>
          </a:solidFill>
          <a:ln w="12700">
            <a:solidFill>
              <a:srgbClr val="FFFFFF">
                <a:alpha val="0"/>
              </a:srgbClr>
            </a:solidFill>
            <a:prstDash val="solid"/>
          </a:ln>
        </p:spPr>
      </p:sp>
      <p:sp>
        <p:nvSpPr>
          <p:cNvPr id="33" name="Text 30"/>
          <p:cNvSpPr txBox="1"/>
          <p:nvPr/>
        </p:nvSpPr>
        <p:spPr>
          <a:xfrm>
            <a:off x="4083037" y="4782312"/>
            <a:ext cx="1215669" cy="402336"/>
          </a:xfrm>
          <a:prstGeom prst="rect">
            <a:avLst/>
          </a:prstGeom>
          <a:noFill/>
          <a:ln/>
        </p:spPr>
        <p:txBody>
          <a:bodyPr wrap="square" lIns="0" tIns="0" rIns="0" bIns="0" rtlCol="0" anchor="ctr"/>
          <a:lstStyle/>
          <a:p>
            <a:pPr algn="ctr" indent="0" marL="0">
              <a:buNone/>
            </a:pPr>
            <a:r>
              <a:rPr lang="en-US" sz="1700" b="1" i="1" dirty="0">
                <a:solidFill>
                  <a:schemeClr val="bg1"/>
                </a:solidFill>
              </a:rPr>
              <a:t>taught</a:t>
            </a:r>
            <a:endParaRPr lang="en-US" sz="1700" dirty="0"/>
          </a:p>
        </p:txBody>
      </p:sp>
      <p:sp>
        <p:nvSpPr>
          <p:cNvPr id="34" name="Text 31"/>
          <p:cNvSpPr txBox="1"/>
          <p:nvPr/>
        </p:nvSpPr>
        <p:spPr>
          <a:xfrm>
            <a:off x="3447288" y="518464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(taught)</a:t>
            </a:r>
            <a:endParaRPr lang="en-US" sz="1000" dirty="0"/>
          </a:p>
        </p:txBody>
      </p:sp>
      <p:sp>
        <p:nvSpPr>
          <p:cNvPr id="35" name="Shape 32"/>
          <p:cNvSpPr/>
          <p:nvPr/>
        </p:nvSpPr>
        <p:spPr>
          <a:xfrm>
            <a:off x="6163056" y="1463040"/>
            <a:ext cx="2670048" cy="3977640"/>
          </a:xfrm>
          <a:prstGeom prst="roundRect">
            <a:avLst>
              <a:gd name="adj" fmla="val 4110"/>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36" name="Shape 33"/>
          <p:cNvSpPr/>
          <p:nvPr/>
        </p:nvSpPr>
        <p:spPr>
          <a:xfrm>
            <a:off x="6163056" y="1463040"/>
            <a:ext cx="2670048" cy="868680"/>
          </a:xfrm>
          <a:prstGeom prst="roundRect">
            <a:avLst>
              <a:gd name="adj" fmla="val 12632"/>
            </a:avLst>
          </a:prstGeom>
          <a:solidFill>
            <a:srgbClr val="6E4A9E"/>
          </a:solidFill>
          <a:ln w="12700">
            <a:solidFill>
              <a:srgbClr val="FFFFFF">
                <a:alpha val="0"/>
              </a:srgbClr>
            </a:solidFill>
            <a:prstDash val="solid"/>
          </a:ln>
        </p:spPr>
      </p:sp>
      <p:sp>
        <p:nvSpPr>
          <p:cNvPr id="37" name="Text 34"/>
          <p:cNvSpPr txBox="1"/>
          <p:nvPr/>
        </p:nvSpPr>
        <p:spPr>
          <a:xfrm>
            <a:off x="6163056" y="1463040"/>
            <a:ext cx="2670048" cy="868680"/>
          </a:xfrm>
          <a:prstGeom prst="rect">
            <a:avLst/>
          </a:prstGeom>
          <a:noFill/>
          <a:ln/>
        </p:spPr>
        <p:txBody>
          <a:bodyPr wrap="square" lIns="0" tIns="0" rIns="0" bIns="0" rtlCol="0" anchor="ctr"/>
          <a:lstStyle/>
          <a:p>
            <a:pPr algn="ctr" indent="0" marL="0">
              <a:buNone/>
            </a:pPr>
            <a:r>
              <a:rPr lang="en-US" sz="1600" b="1" dirty="0">
                <a:solidFill>
                  <a:schemeClr val="bg1"/>
                </a:solidFill>
              </a:rPr>
              <a:t>i – a – u</a:t>
            </a:r>
            <a:endParaRPr lang="en-US" sz="1600" dirty="0"/>
          </a:p>
          <a:p>
            <a:pPr algn="ctr" indent="0" marL="0">
              <a:buNone/>
            </a:pPr>
            <a:r>
              <a:rPr lang="en-US" sz="1600" i="1" dirty="0">
                <a:solidFill>
                  <a:schemeClr val="bg1"/>
                </a:solidFill>
              </a:rPr>
              <a:t>the vowel changes</a:t>
            </a:r>
            <a:endParaRPr lang="en-US" sz="1600" dirty="0"/>
          </a:p>
        </p:txBody>
      </p:sp>
      <p:sp>
        <p:nvSpPr>
          <p:cNvPr id="38" name="Text 35"/>
          <p:cNvSpPr txBox="1"/>
          <p:nvPr/>
        </p:nvSpPr>
        <p:spPr>
          <a:xfrm>
            <a:off x="6254496" y="251460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drink</a:t>
            </a:r>
            <a:endParaRPr lang="en-US" sz="1500" dirty="0"/>
          </a:p>
        </p:txBody>
      </p:sp>
      <p:sp>
        <p:nvSpPr>
          <p:cNvPr id="39" name="Shape 36"/>
          <p:cNvSpPr/>
          <p:nvPr/>
        </p:nvSpPr>
        <p:spPr>
          <a:xfrm>
            <a:off x="6958145" y="2862072"/>
            <a:ext cx="1079870" cy="402336"/>
          </a:xfrm>
          <a:prstGeom prst="roundRect">
            <a:avLst>
              <a:gd name="adj" fmla="val 27273"/>
            </a:avLst>
          </a:prstGeom>
          <a:solidFill>
            <a:schemeClr val="accent4"/>
          </a:solidFill>
          <a:ln w="12700">
            <a:solidFill>
              <a:srgbClr val="FFFFFF">
                <a:alpha val="0"/>
              </a:srgbClr>
            </a:solidFill>
            <a:prstDash val="solid"/>
          </a:ln>
        </p:spPr>
      </p:sp>
      <p:sp>
        <p:nvSpPr>
          <p:cNvPr id="40" name="Text 37"/>
          <p:cNvSpPr txBox="1"/>
          <p:nvPr/>
        </p:nvSpPr>
        <p:spPr>
          <a:xfrm>
            <a:off x="6958145" y="2862072"/>
            <a:ext cx="1079870" cy="402336"/>
          </a:xfrm>
          <a:prstGeom prst="rect">
            <a:avLst/>
          </a:prstGeom>
          <a:noFill/>
          <a:ln/>
        </p:spPr>
        <p:txBody>
          <a:bodyPr wrap="square" lIns="0" tIns="0" rIns="0" bIns="0" rtlCol="0" anchor="ctr"/>
          <a:lstStyle/>
          <a:p>
            <a:pPr algn="ctr" indent="0" marL="0">
              <a:buNone/>
            </a:pPr>
            <a:r>
              <a:rPr lang="en-US" sz="1700" b="1" i="1" dirty="0">
                <a:solidFill>
                  <a:schemeClr val="bg1"/>
                </a:solidFill>
              </a:rPr>
              <a:t>drank</a:t>
            </a:r>
            <a:endParaRPr lang="en-US" sz="1700" dirty="0"/>
          </a:p>
        </p:txBody>
      </p:sp>
      <p:sp>
        <p:nvSpPr>
          <p:cNvPr id="41" name="Text 38"/>
          <p:cNvSpPr txBox="1"/>
          <p:nvPr/>
        </p:nvSpPr>
        <p:spPr>
          <a:xfrm>
            <a:off x="6254496" y="326440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(drunk)</a:t>
            </a:r>
            <a:endParaRPr lang="en-US" sz="1000" dirty="0"/>
          </a:p>
        </p:txBody>
      </p:sp>
      <p:sp>
        <p:nvSpPr>
          <p:cNvPr id="42" name="Text 39"/>
          <p:cNvSpPr txBox="1"/>
          <p:nvPr/>
        </p:nvSpPr>
        <p:spPr>
          <a:xfrm>
            <a:off x="6254496" y="347472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swim</a:t>
            </a:r>
            <a:endParaRPr lang="en-US" sz="1500" dirty="0"/>
          </a:p>
        </p:txBody>
      </p:sp>
      <p:sp>
        <p:nvSpPr>
          <p:cNvPr id="43" name="Shape 40"/>
          <p:cNvSpPr/>
          <p:nvPr/>
        </p:nvSpPr>
        <p:spPr>
          <a:xfrm>
            <a:off x="7026045" y="3822192"/>
            <a:ext cx="944070" cy="402336"/>
          </a:xfrm>
          <a:prstGeom prst="roundRect">
            <a:avLst>
              <a:gd name="adj" fmla="val 27273"/>
            </a:avLst>
          </a:prstGeom>
          <a:solidFill>
            <a:schemeClr val="accent4"/>
          </a:solidFill>
          <a:ln w="12700">
            <a:solidFill>
              <a:srgbClr val="FFFFFF">
                <a:alpha val="0"/>
              </a:srgbClr>
            </a:solidFill>
            <a:prstDash val="solid"/>
          </a:ln>
        </p:spPr>
      </p:sp>
      <p:sp>
        <p:nvSpPr>
          <p:cNvPr id="44" name="Text 41"/>
          <p:cNvSpPr txBox="1"/>
          <p:nvPr/>
        </p:nvSpPr>
        <p:spPr>
          <a:xfrm>
            <a:off x="7026045" y="3822192"/>
            <a:ext cx="944070" cy="402336"/>
          </a:xfrm>
          <a:prstGeom prst="rect">
            <a:avLst/>
          </a:prstGeom>
          <a:noFill/>
          <a:ln/>
        </p:spPr>
        <p:txBody>
          <a:bodyPr wrap="square" lIns="0" tIns="0" rIns="0" bIns="0" rtlCol="0" anchor="ctr"/>
          <a:lstStyle/>
          <a:p>
            <a:pPr algn="ctr" indent="0" marL="0">
              <a:buNone/>
            </a:pPr>
            <a:r>
              <a:rPr lang="en-US" sz="1700" b="1" i="1" dirty="0">
                <a:solidFill>
                  <a:schemeClr val="bg1"/>
                </a:solidFill>
              </a:rPr>
              <a:t>swam</a:t>
            </a:r>
            <a:endParaRPr lang="en-US" sz="1700" dirty="0"/>
          </a:p>
        </p:txBody>
      </p:sp>
      <p:sp>
        <p:nvSpPr>
          <p:cNvPr id="45" name="Text 42"/>
          <p:cNvSpPr txBox="1"/>
          <p:nvPr/>
        </p:nvSpPr>
        <p:spPr>
          <a:xfrm>
            <a:off x="6254496" y="422452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(swum)</a:t>
            </a:r>
            <a:endParaRPr lang="en-US" sz="1000" dirty="0"/>
          </a:p>
        </p:txBody>
      </p:sp>
      <p:sp>
        <p:nvSpPr>
          <p:cNvPr id="46" name="Text 43"/>
          <p:cNvSpPr txBox="1"/>
          <p:nvPr/>
        </p:nvSpPr>
        <p:spPr>
          <a:xfrm>
            <a:off x="6254496" y="443484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begin</a:t>
            </a:r>
            <a:endParaRPr lang="en-US" sz="1500" dirty="0"/>
          </a:p>
        </p:txBody>
      </p:sp>
      <p:sp>
        <p:nvSpPr>
          <p:cNvPr id="47" name="Shape 44"/>
          <p:cNvSpPr/>
          <p:nvPr/>
        </p:nvSpPr>
        <p:spPr>
          <a:xfrm>
            <a:off x="6958145" y="4782312"/>
            <a:ext cx="1079870" cy="402336"/>
          </a:xfrm>
          <a:prstGeom prst="roundRect">
            <a:avLst>
              <a:gd name="adj" fmla="val 27273"/>
            </a:avLst>
          </a:prstGeom>
          <a:solidFill>
            <a:schemeClr val="accent4"/>
          </a:solidFill>
          <a:ln w="12700">
            <a:solidFill>
              <a:srgbClr val="FFFFFF">
                <a:alpha val="0"/>
              </a:srgbClr>
            </a:solidFill>
            <a:prstDash val="solid"/>
          </a:ln>
        </p:spPr>
      </p:sp>
      <p:sp>
        <p:nvSpPr>
          <p:cNvPr id="48" name="Text 45"/>
          <p:cNvSpPr txBox="1"/>
          <p:nvPr/>
        </p:nvSpPr>
        <p:spPr>
          <a:xfrm>
            <a:off x="6958145" y="4782312"/>
            <a:ext cx="1079870" cy="402336"/>
          </a:xfrm>
          <a:prstGeom prst="rect">
            <a:avLst/>
          </a:prstGeom>
          <a:noFill/>
          <a:ln/>
        </p:spPr>
        <p:txBody>
          <a:bodyPr wrap="square" lIns="0" tIns="0" rIns="0" bIns="0" rtlCol="0" anchor="ctr"/>
          <a:lstStyle/>
          <a:p>
            <a:pPr algn="ctr" indent="0" marL="0">
              <a:buNone/>
            </a:pPr>
            <a:r>
              <a:rPr lang="en-US" sz="1700" b="1" i="1" dirty="0">
                <a:solidFill>
                  <a:schemeClr val="bg1"/>
                </a:solidFill>
              </a:rPr>
              <a:t>began</a:t>
            </a:r>
            <a:endParaRPr lang="en-US" sz="1700" dirty="0"/>
          </a:p>
        </p:txBody>
      </p:sp>
      <p:sp>
        <p:nvSpPr>
          <p:cNvPr id="49" name="Text 46"/>
          <p:cNvSpPr txBox="1"/>
          <p:nvPr/>
        </p:nvSpPr>
        <p:spPr>
          <a:xfrm>
            <a:off x="6254496" y="518464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(begun)</a:t>
            </a:r>
            <a:endParaRPr lang="en-US" sz="1000" dirty="0"/>
          </a:p>
        </p:txBody>
      </p:sp>
      <p:sp>
        <p:nvSpPr>
          <p:cNvPr id="50" name="Shape 47"/>
          <p:cNvSpPr/>
          <p:nvPr/>
        </p:nvSpPr>
        <p:spPr>
          <a:xfrm>
            <a:off x="8970264" y="1463040"/>
            <a:ext cx="2670048" cy="3977640"/>
          </a:xfrm>
          <a:prstGeom prst="roundRect">
            <a:avLst>
              <a:gd name="adj" fmla="val 4110"/>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51" name="Shape 48"/>
          <p:cNvSpPr/>
          <p:nvPr/>
        </p:nvSpPr>
        <p:spPr>
          <a:xfrm>
            <a:off x="8970264" y="1463040"/>
            <a:ext cx="2670048" cy="868680"/>
          </a:xfrm>
          <a:prstGeom prst="roundRect">
            <a:avLst>
              <a:gd name="adj" fmla="val 12632"/>
            </a:avLst>
          </a:prstGeom>
          <a:solidFill>
            <a:schemeClr val="accent6"/>
          </a:solidFill>
          <a:ln w="12700">
            <a:solidFill>
              <a:srgbClr val="FFFFFF">
                <a:alpha val="0"/>
              </a:srgbClr>
            </a:solidFill>
            <a:prstDash val="solid"/>
          </a:ln>
        </p:spPr>
      </p:sp>
      <p:sp>
        <p:nvSpPr>
          <p:cNvPr id="52" name="Text 49"/>
          <p:cNvSpPr txBox="1"/>
          <p:nvPr/>
        </p:nvSpPr>
        <p:spPr>
          <a:xfrm>
            <a:off x="8970264" y="1463040"/>
            <a:ext cx="2670048" cy="868680"/>
          </a:xfrm>
          <a:prstGeom prst="rect">
            <a:avLst/>
          </a:prstGeom>
          <a:noFill/>
          <a:ln/>
        </p:spPr>
        <p:txBody>
          <a:bodyPr wrap="square" lIns="0" tIns="0" rIns="0" bIns="0" rtlCol="0" anchor="ctr"/>
          <a:lstStyle/>
          <a:p>
            <a:pPr algn="ctr" indent="0" marL="0">
              <a:buNone/>
            </a:pPr>
            <a:r>
              <a:rPr lang="en-US" sz="1600" b="1" dirty="0">
                <a:solidFill>
                  <a:schemeClr val="bg1"/>
                </a:solidFill>
              </a:rPr>
              <a:t>A – B – C</a:t>
            </a:r>
            <a:endParaRPr lang="en-US" sz="1600" dirty="0"/>
          </a:p>
          <a:p>
            <a:pPr algn="ctr" indent="0" marL="0">
              <a:buNone/>
            </a:pPr>
            <a:r>
              <a:rPr lang="en-US" sz="1600" i="1" dirty="0">
                <a:solidFill>
                  <a:schemeClr val="bg1"/>
                </a:solidFill>
              </a:rPr>
              <a:t>all different</a:t>
            </a:r>
            <a:endParaRPr lang="en-US" sz="1600" dirty="0"/>
          </a:p>
        </p:txBody>
      </p:sp>
      <p:sp>
        <p:nvSpPr>
          <p:cNvPr id="53" name="Text 50"/>
          <p:cNvSpPr txBox="1"/>
          <p:nvPr/>
        </p:nvSpPr>
        <p:spPr>
          <a:xfrm>
            <a:off x="9061704" y="251460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go</a:t>
            </a:r>
            <a:endParaRPr lang="en-US" sz="1500" dirty="0"/>
          </a:p>
        </p:txBody>
      </p:sp>
      <p:sp>
        <p:nvSpPr>
          <p:cNvPr id="54" name="Shape 51"/>
          <p:cNvSpPr/>
          <p:nvPr/>
        </p:nvSpPr>
        <p:spPr>
          <a:xfrm>
            <a:off x="9833253" y="2862072"/>
            <a:ext cx="944070" cy="402336"/>
          </a:xfrm>
          <a:prstGeom prst="roundRect">
            <a:avLst>
              <a:gd name="adj" fmla="val 27273"/>
            </a:avLst>
          </a:prstGeom>
          <a:solidFill>
            <a:schemeClr val="accent4"/>
          </a:solidFill>
          <a:ln w="12700">
            <a:solidFill>
              <a:srgbClr val="FFFFFF">
                <a:alpha val="0"/>
              </a:srgbClr>
            </a:solidFill>
            <a:prstDash val="solid"/>
          </a:ln>
        </p:spPr>
      </p:sp>
      <p:sp>
        <p:nvSpPr>
          <p:cNvPr id="55" name="Text 52"/>
          <p:cNvSpPr txBox="1"/>
          <p:nvPr/>
        </p:nvSpPr>
        <p:spPr>
          <a:xfrm>
            <a:off x="9833253" y="2862072"/>
            <a:ext cx="944070" cy="402336"/>
          </a:xfrm>
          <a:prstGeom prst="rect">
            <a:avLst/>
          </a:prstGeom>
          <a:noFill/>
          <a:ln/>
        </p:spPr>
        <p:txBody>
          <a:bodyPr wrap="square" lIns="0" tIns="0" rIns="0" bIns="0" rtlCol="0" anchor="ctr"/>
          <a:lstStyle/>
          <a:p>
            <a:pPr algn="ctr" indent="0" marL="0">
              <a:buNone/>
            </a:pPr>
            <a:r>
              <a:rPr lang="en-US" sz="1700" b="1" i="1" dirty="0">
                <a:solidFill>
                  <a:schemeClr val="bg1"/>
                </a:solidFill>
              </a:rPr>
              <a:t>went</a:t>
            </a:r>
            <a:endParaRPr lang="en-US" sz="1700" dirty="0"/>
          </a:p>
        </p:txBody>
      </p:sp>
      <p:sp>
        <p:nvSpPr>
          <p:cNvPr id="56" name="Text 53"/>
          <p:cNvSpPr txBox="1"/>
          <p:nvPr/>
        </p:nvSpPr>
        <p:spPr>
          <a:xfrm>
            <a:off x="9061704" y="326440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(gone)</a:t>
            </a:r>
            <a:endParaRPr lang="en-US" sz="1000" dirty="0"/>
          </a:p>
        </p:txBody>
      </p:sp>
      <p:sp>
        <p:nvSpPr>
          <p:cNvPr id="57" name="Text 54"/>
          <p:cNvSpPr txBox="1"/>
          <p:nvPr/>
        </p:nvSpPr>
        <p:spPr>
          <a:xfrm>
            <a:off x="9061704" y="347472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see</a:t>
            </a:r>
            <a:endParaRPr lang="en-US" sz="1500" dirty="0"/>
          </a:p>
        </p:txBody>
      </p:sp>
      <p:sp>
        <p:nvSpPr>
          <p:cNvPr id="58" name="Shape 55"/>
          <p:cNvSpPr/>
          <p:nvPr/>
        </p:nvSpPr>
        <p:spPr>
          <a:xfrm>
            <a:off x="9901152" y="3822192"/>
            <a:ext cx="808271" cy="402336"/>
          </a:xfrm>
          <a:prstGeom prst="roundRect">
            <a:avLst>
              <a:gd name="adj" fmla="val 27273"/>
            </a:avLst>
          </a:prstGeom>
          <a:solidFill>
            <a:schemeClr val="accent4"/>
          </a:solidFill>
          <a:ln w="12700">
            <a:solidFill>
              <a:srgbClr val="FFFFFF">
                <a:alpha val="0"/>
              </a:srgbClr>
            </a:solidFill>
            <a:prstDash val="solid"/>
          </a:ln>
        </p:spPr>
      </p:sp>
      <p:sp>
        <p:nvSpPr>
          <p:cNvPr id="59" name="Text 56"/>
          <p:cNvSpPr txBox="1"/>
          <p:nvPr/>
        </p:nvSpPr>
        <p:spPr>
          <a:xfrm>
            <a:off x="9901152" y="3822192"/>
            <a:ext cx="808271" cy="402336"/>
          </a:xfrm>
          <a:prstGeom prst="rect">
            <a:avLst/>
          </a:prstGeom>
          <a:noFill/>
          <a:ln/>
        </p:spPr>
        <p:txBody>
          <a:bodyPr wrap="square" lIns="0" tIns="0" rIns="0" bIns="0" rtlCol="0" anchor="ctr"/>
          <a:lstStyle/>
          <a:p>
            <a:pPr algn="ctr" indent="0" marL="0">
              <a:buNone/>
            </a:pPr>
            <a:r>
              <a:rPr lang="en-US" sz="1700" b="1" i="1" dirty="0">
                <a:solidFill>
                  <a:schemeClr val="bg1"/>
                </a:solidFill>
              </a:rPr>
              <a:t>saw</a:t>
            </a:r>
            <a:endParaRPr lang="en-US" sz="1700" dirty="0"/>
          </a:p>
        </p:txBody>
      </p:sp>
      <p:sp>
        <p:nvSpPr>
          <p:cNvPr id="60" name="Text 57"/>
          <p:cNvSpPr txBox="1"/>
          <p:nvPr/>
        </p:nvSpPr>
        <p:spPr>
          <a:xfrm>
            <a:off x="9061704" y="422452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(seen)</a:t>
            </a:r>
            <a:endParaRPr lang="en-US" sz="1000" dirty="0"/>
          </a:p>
        </p:txBody>
      </p:sp>
      <p:sp>
        <p:nvSpPr>
          <p:cNvPr id="61" name="Text 58"/>
          <p:cNvSpPr txBox="1"/>
          <p:nvPr/>
        </p:nvSpPr>
        <p:spPr>
          <a:xfrm>
            <a:off x="9061704" y="4434840"/>
            <a:ext cx="2487168" cy="329184"/>
          </a:xfrm>
          <a:prstGeom prst="rect">
            <a:avLst/>
          </a:prstGeom>
          <a:noFill/>
          <a:ln/>
        </p:spPr>
        <p:txBody>
          <a:bodyPr wrap="square" lIns="0" tIns="0" rIns="0" bIns="0" rtlCol="0" anchor="ctr"/>
          <a:lstStyle/>
          <a:p>
            <a:pPr algn="ctr" indent="0" marL="0">
              <a:buNone/>
            </a:pPr>
            <a:r>
              <a:rPr lang="en-US" sz="1500" i="1" dirty="0">
                <a:solidFill>
                  <a:schemeClr val="tx2"/>
                </a:solidFill>
              </a:rPr>
              <a:t>eat</a:t>
            </a:r>
            <a:endParaRPr lang="en-US" sz="1500" dirty="0"/>
          </a:p>
        </p:txBody>
      </p:sp>
      <p:sp>
        <p:nvSpPr>
          <p:cNvPr id="62" name="Shape 59"/>
          <p:cNvSpPr/>
          <p:nvPr/>
        </p:nvSpPr>
        <p:spPr>
          <a:xfrm>
            <a:off x="9901152" y="4782312"/>
            <a:ext cx="808271" cy="402336"/>
          </a:xfrm>
          <a:prstGeom prst="roundRect">
            <a:avLst>
              <a:gd name="adj" fmla="val 27273"/>
            </a:avLst>
          </a:prstGeom>
          <a:solidFill>
            <a:schemeClr val="accent4"/>
          </a:solidFill>
          <a:ln w="12700">
            <a:solidFill>
              <a:srgbClr val="FFFFFF">
                <a:alpha val="0"/>
              </a:srgbClr>
            </a:solidFill>
            <a:prstDash val="solid"/>
          </a:ln>
        </p:spPr>
      </p:sp>
      <p:sp>
        <p:nvSpPr>
          <p:cNvPr id="63" name="Text 60"/>
          <p:cNvSpPr txBox="1"/>
          <p:nvPr/>
        </p:nvSpPr>
        <p:spPr>
          <a:xfrm>
            <a:off x="9901152" y="4782312"/>
            <a:ext cx="808271" cy="402336"/>
          </a:xfrm>
          <a:prstGeom prst="rect">
            <a:avLst/>
          </a:prstGeom>
          <a:noFill/>
          <a:ln/>
        </p:spPr>
        <p:txBody>
          <a:bodyPr wrap="square" lIns="0" tIns="0" rIns="0" bIns="0" rtlCol="0" anchor="ctr"/>
          <a:lstStyle/>
          <a:p>
            <a:pPr algn="ctr" indent="0" marL="0">
              <a:buNone/>
            </a:pPr>
            <a:r>
              <a:rPr lang="en-US" sz="1700" b="1" i="1" dirty="0">
                <a:solidFill>
                  <a:schemeClr val="bg1"/>
                </a:solidFill>
              </a:rPr>
              <a:t>ate</a:t>
            </a:r>
            <a:endParaRPr lang="en-US" sz="1700" dirty="0"/>
          </a:p>
        </p:txBody>
      </p:sp>
      <p:sp>
        <p:nvSpPr>
          <p:cNvPr id="64" name="Text 61"/>
          <p:cNvSpPr txBox="1"/>
          <p:nvPr/>
        </p:nvSpPr>
        <p:spPr>
          <a:xfrm>
            <a:off x="9061704" y="5184648"/>
            <a:ext cx="2487168" cy="182880"/>
          </a:xfrm>
          <a:prstGeom prst="rect">
            <a:avLst/>
          </a:prstGeom>
          <a:noFill/>
          <a:ln/>
        </p:spPr>
        <p:txBody>
          <a:bodyPr wrap="square" lIns="0" tIns="0" rIns="0" bIns="0" rtlCol="0" anchor="ctr"/>
          <a:lstStyle/>
          <a:p>
            <a:pPr algn="ctr" indent="0" marL="0">
              <a:buNone/>
            </a:pPr>
            <a:r>
              <a:rPr lang="en-US" sz="1000" i="1" dirty="0">
                <a:solidFill>
                  <a:schemeClr val="accent5"/>
                </a:solidFill>
              </a:rPr>
              <a:t>(eaten)</a:t>
            </a:r>
            <a:endParaRPr lang="en-US" sz="1000" dirty="0"/>
          </a:p>
        </p:txBody>
      </p:sp>
      <p:sp>
        <p:nvSpPr>
          <p:cNvPr id="65" name="Shape 62"/>
          <p:cNvSpPr/>
          <p:nvPr/>
        </p:nvSpPr>
        <p:spPr>
          <a:xfrm>
            <a:off x="548640" y="5623560"/>
            <a:ext cx="11091672" cy="548640"/>
          </a:xfrm>
          <a:prstGeom prst="roundRect">
            <a:avLst>
              <a:gd name="adj" fmla="val 13333"/>
            </a:avLst>
          </a:prstGeom>
          <a:solidFill>
            <a:schemeClr val="tx2"/>
          </a:solidFill>
          <a:ln w="12700">
            <a:solidFill>
              <a:srgbClr val="FFFFFF">
                <a:alpha val="0"/>
              </a:srgbClr>
            </a:solidFill>
            <a:prstDash val="solid"/>
          </a:ln>
        </p:spPr>
      </p:sp>
      <p:sp>
        <p:nvSpPr>
          <p:cNvPr id="66" name="Text 63"/>
          <p:cNvSpPr txBox="1"/>
          <p:nvPr/>
        </p:nvSpPr>
        <p:spPr>
          <a:xfrm>
            <a:off x="822960" y="562356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Base → </a:t>
            </a:r>
            <a:r>
              <a:rPr lang="en-US" sz="1600" b="1" dirty="0">
                <a:solidFill>
                  <a:schemeClr val="bg1"/>
                </a:solidFill>
              </a:rPr>
              <a:t>past simple</a:t>
            </a:r>
            <a:r>
              <a:rPr lang="en-US" sz="1600" dirty="0">
                <a:solidFill>
                  <a:schemeClr val="bg1"/>
                </a:solidFill>
              </a:rPr>
              <a:t> (framboise) · (participe passé, en gris : pour le present perfect)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20 irregular verbs you need most</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94360"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be</a:t>
            </a:r>
            <a:r>
              <a:rPr lang="en-US" sz="1500" dirty="0">
                <a:solidFill>
                  <a:schemeClr val="tx2"/>
                </a:solidFill>
              </a:rPr>
              <a:t> ↓</a:t>
            </a:r>
            <a:endParaRPr lang="en-US" sz="1500" dirty="0"/>
          </a:p>
        </p:txBody>
      </p:sp>
      <p:sp>
        <p:nvSpPr>
          <p:cNvPr id="7" name="Shape 4"/>
          <p:cNvSpPr/>
          <p:nvPr/>
        </p:nvSpPr>
        <p:spPr>
          <a:xfrm>
            <a:off x="640080" y="1875252"/>
            <a:ext cx="1925726" cy="394289"/>
          </a:xfrm>
          <a:prstGeom prst="roundRect">
            <a:avLst>
              <a:gd name="adj" fmla="val 27829"/>
            </a:avLst>
          </a:prstGeom>
          <a:solidFill>
            <a:schemeClr val="accent4"/>
          </a:solidFill>
          <a:ln w="12700">
            <a:solidFill>
              <a:srgbClr val="FFFFFF">
                <a:alpha val="0"/>
              </a:srgbClr>
            </a:solidFill>
            <a:prstDash val="solid"/>
          </a:ln>
        </p:spPr>
      </p:sp>
      <p:sp>
        <p:nvSpPr>
          <p:cNvPr id="8" name="Text 5"/>
          <p:cNvSpPr txBox="1"/>
          <p:nvPr/>
        </p:nvSpPr>
        <p:spPr>
          <a:xfrm>
            <a:off x="640080"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was / were</a:t>
            </a:r>
            <a:endParaRPr lang="en-US" sz="1700" dirty="0"/>
          </a:p>
        </p:txBody>
      </p:sp>
      <p:sp>
        <p:nvSpPr>
          <p:cNvPr id="9" name="Shape 6"/>
          <p:cNvSpPr/>
          <p:nvPr/>
        </p:nvSpPr>
        <p:spPr>
          <a:xfrm>
            <a:off x="2794406"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2840126"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have</a:t>
            </a:r>
            <a:r>
              <a:rPr lang="en-US" sz="1500" dirty="0">
                <a:solidFill>
                  <a:schemeClr val="tx2"/>
                </a:solidFill>
              </a:rPr>
              <a:t> ↓</a:t>
            </a:r>
            <a:endParaRPr lang="en-US" sz="1500" dirty="0"/>
          </a:p>
        </p:txBody>
      </p:sp>
      <p:sp>
        <p:nvSpPr>
          <p:cNvPr id="11" name="Shape 8"/>
          <p:cNvSpPr/>
          <p:nvPr/>
        </p:nvSpPr>
        <p:spPr>
          <a:xfrm>
            <a:off x="2885846" y="1875252"/>
            <a:ext cx="1925726" cy="394289"/>
          </a:xfrm>
          <a:prstGeom prst="roundRect">
            <a:avLst>
              <a:gd name="adj" fmla="val 27829"/>
            </a:avLst>
          </a:prstGeom>
          <a:solidFill>
            <a:schemeClr val="accent4"/>
          </a:solidFill>
          <a:ln w="12700">
            <a:solidFill>
              <a:srgbClr val="FFFFFF">
                <a:alpha val="0"/>
              </a:srgbClr>
            </a:solidFill>
            <a:prstDash val="solid"/>
          </a:ln>
        </p:spPr>
      </p:sp>
      <p:sp>
        <p:nvSpPr>
          <p:cNvPr id="12" name="Text 9"/>
          <p:cNvSpPr txBox="1"/>
          <p:nvPr/>
        </p:nvSpPr>
        <p:spPr>
          <a:xfrm>
            <a:off x="2885846"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had</a:t>
            </a:r>
            <a:endParaRPr lang="en-US" sz="1700" dirty="0"/>
          </a:p>
        </p:txBody>
      </p:sp>
      <p:sp>
        <p:nvSpPr>
          <p:cNvPr id="13" name="Shape 10"/>
          <p:cNvSpPr/>
          <p:nvPr/>
        </p:nvSpPr>
        <p:spPr>
          <a:xfrm>
            <a:off x="5040173"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5085893"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do</a:t>
            </a:r>
            <a:r>
              <a:rPr lang="en-US" sz="1500" dirty="0">
                <a:solidFill>
                  <a:schemeClr val="tx2"/>
                </a:solidFill>
              </a:rPr>
              <a:t> ↓</a:t>
            </a:r>
            <a:endParaRPr lang="en-US" sz="1500" dirty="0"/>
          </a:p>
        </p:txBody>
      </p:sp>
      <p:sp>
        <p:nvSpPr>
          <p:cNvPr id="15" name="Shape 12"/>
          <p:cNvSpPr/>
          <p:nvPr/>
        </p:nvSpPr>
        <p:spPr>
          <a:xfrm>
            <a:off x="5131613" y="1875252"/>
            <a:ext cx="1925726" cy="394289"/>
          </a:xfrm>
          <a:prstGeom prst="roundRect">
            <a:avLst>
              <a:gd name="adj" fmla="val 27829"/>
            </a:avLst>
          </a:prstGeom>
          <a:solidFill>
            <a:schemeClr val="accent4"/>
          </a:solidFill>
          <a:ln w="12700">
            <a:solidFill>
              <a:srgbClr val="FFFFFF">
                <a:alpha val="0"/>
              </a:srgbClr>
            </a:solidFill>
            <a:prstDash val="solid"/>
          </a:ln>
        </p:spPr>
      </p:sp>
      <p:sp>
        <p:nvSpPr>
          <p:cNvPr id="16" name="Text 13"/>
          <p:cNvSpPr txBox="1"/>
          <p:nvPr/>
        </p:nvSpPr>
        <p:spPr>
          <a:xfrm>
            <a:off x="5131613"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did</a:t>
            </a:r>
            <a:endParaRPr lang="en-US" sz="1700" dirty="0"/>
          </a:p>
        </p:txBody>
      </p:sp>
      <p:sp>
        <p:nvSpPr>
          <p:cNvPr id="17" name="Shape 14"/>
          <p:cNvSpPr/>
          <p:nvPr/>
        </p:nvSpPr>
        <p:spPr>
          <a:xfrm>
            <a:off x="7285939"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7331659"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go</a:t>
            </a:r>
            <a:r>
              <a:rPr lang="en-US" sz="1500" dirty="0">
                <a:solidFill>
                  <a:schemeClr val="tx2"/>
                </a:solidFill>
              </a:rPr>
              <a:t> ↓</a:t>
            </a:r>
            <a:endParaRPr lang="en-US" sz="1500" dirty="0"/>
          </a:p>
        </p:txBody>
      </p:sp>
      <p:sp>
        <p:nvSpPr>
          <p:cNvPr id="19" name="Shape 16"/>
          <p:cNvSpPr/>
          <p:nvPr/>
        </p:nvSpPr>
        <p:spPr>
          <a:xfrm>
            <a:off x="7377379" y="1875252"/>
            <a:ext cx="1925726" cy="394289"/>
          </a:xfrm>
          <a:prstGeom prst="roundRect">
            <a:avLst>
              <a:gd name="adj" fmla="val 27829"/>
            </a:avLst>
          </a:prstGeom>
          <a:solidFill>
            <a:schemeClr val="accent4"/>
          </a:solidFill>
          <a:ln w="12700">
            <a:solidFill>
              <a:srgbClr val="FFFFFF">
                <a:alpha val="0"/>
              </a:srgbClr>
            </a:solidFill>
            <a:prstDash val="solid"/>
          </a:ln>
        </p:spPr>
      </p:sp>
      <p:sp>
        <p:nvSpPr>
          <p:cNvPr id="20" name="Text 17"/>
          <p:cNvSpPr txBox="1"/>
          <p:nvPr/>
        </p:nvSpPr>
        <p:spPr>
          <a:xfrm>
            <a:off x="7377379"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went</a:t>
            </a:r>
            <a:endParaRPr lang="en-US" sz="1700" dirty="0"/>
          </a:p>
        </p:txBody>
      </p:sp>
      <p:sp>
        <p:nvSpPr>
          <p:cNvPr id="21" name="Shape 18"/>
          <p:cNvSpPr/>
          <p:nvPr/>
        </p:nvSpPr>
        <p:spPr>
          <a:xfrm>
            <a:off x="9531706"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9577426"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get</a:t>
            </a:r>
            <a:r>
              <a:rPr lang="en-US" sz="1500" dirty="0">
                <a:solidFill>
                  <a:schemeClr val="tx2"/>
                </a:solidFill>
              </a:rPr>
              <a:t> ↓</a:t>
            </a:r>
            <a:endParaRPr lang="en-US" sz="1500" dirty="0"/>
          </a:p>
        </p:txBody>
      </p:sp>
      <p:sp>
        <p:nvSpPr>
          <p:cNvPr id="23" name="Shape 20"/>
          <p:cNvSpPr/>
          <p:nvPr/>
        </p:nvSpPr>
        <p:spPr>
          <a:xfrm>
            <a:off x="9623146" y="1875252"/>
            <a:ext cx="1925726" cy="394289"/>
          </a:xfrm>
          <a:prstGeom prst="roundRect">
            <a:avLst>
              <a:gd name="adj" fmla="val 27829"/>
            </a:avLst>
          </a:prstGeom>
          <a:solidFill>
            <a:schemeClr val="accent4"/>
          </a:solidFill>
          <a:ln w="12700">
            <a:solidFill>
              <a:srgbClr val="FFFFFF">
                <a:alpha val="0"/>
              </a:srgbClr>
            </a:solidFill>
            <a:prstDash val="solid"/>
          </a:ln>
        </p:spPr>
      </p:sp>
      <p:sp>
        <p:nvSpPr>
          <p:cNvPr id="24" name="Text 21"/>
          <p:cNvSpPr txBox="1"/>
          <p:nvPr/>
        </p:nvSpPr>
        <p:spPr>
          <a:xfrm>
            <a:off x="9623146"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got</a:t>
            </a:r>
            <a:endParaRPr lang="en-US" sz="1700" dirty="0"/>
          </a:p>
        </p:txBody>
      </p:sp>
      <p:sp>
        <p:nvSpPr>
          <p:cNvPr id="25" name="Shape 22"/>
          <p:cNvSpPr/>
          <p:nvPr/>
        </p:nvSpPr>
        <p:spPr>
          <a:xfrm>
            <a:off x="548640"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594360"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make</a:t>
            </a:r>
            <a:r>
              <a:rPr lang="en-US" sz="1500" dirty="0">
                <a:solidFill>
                  <a:schemeClr val="tx2"/>
                </a:solidFill>
              </a:rPr>
              <a:t> ↓</a:t>
            </a:r>
            <a:endParaRPr lang="en-US" sz="1500" dirty="0"/>
          </a:p>
        </p:txBody>
      </p:sp>
      <p:sp>
        <p:nvSpPr>
          <p:cNvPr id="27" name="Shape 24"/>
          <p:cNvSpPr/>
          <p:nvPr/>
        </p:nvSpPr>
        <p:spPr>
          <a:xfrm>
            <a:off x="640080" y="2881092"/>
            <a:ext cx="1925726" cy="394289"/>
          </a:xfrm>
          <a:prstGeom prst="roundRect">
            <a:avLst>
              <a:gd name="adj" fmla="val 27829"/>
            </a:avLst>
          </a:prstGeom>
          <a:solidFill>
            <a:schemeClr val="accent4"/>
          </a:solidFill>
          <a:ln w="12700">
            <a:solidFill>
              <a:srgbClr val="FFFFFF">
                <a:alpha val="0"/>
              </a:srgbClr>
            </a:solidFill>
            <a:prstDash val="solid"/>
          </a:ln>
        </p:spPr>
      </p:sp>
      <p:sp>
        <p:nvSpPr>
          <p:cNvPr id="28" name="Text 25"/>
          <p:cNvSpPr txBox="1"/>
          <p:nvPr/>
        </p:nvSpPr>
        <p:spPr>
          <a:xfrm>
            <a:off x="640080"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made</a:t>
            </a:r>
            <a:endParaRPr lang="en-US" sz="1700" dirty="0"/>
          </a:p>
        </p:txBody>
      </p:sp>
      <p:sp>
        <p:nvSpPr>
          <p:cNvPr id="29" name="Shape 26"/>
          <p:cNvSpPr/>
          <p:nvPr/>
        </p:nvSpPr>
        <p:spPr>
          <a:xfrm>
            <a:off x="2794406"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2840126"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say</a:t>
            </a:r>
            <a:r>
              <a:rPr lang="en-US" sz="1500" dirty="0">
                <a:solidFill>
                  <a:schemeClr val="tx2"/>
                </a:solidFill>
              </a:rPr>
              <a:t> ↓</a:t>
            </a:r>
            <a:endParaRPr lang="en-US" sz="1500" dirty="0"/>
          </a:p>
        </p:txBody>
      </p:sp>
      <p:sp>
        <p:nvSpPr>
          <p:cNvPr id="31" name="Shape 28"/>
          <p:cNvSpPr/>
          <p:nvPr/>
        </p:nvSpPr>
        <p:spPr>
          <a:xfrm>
            <a:off x="2885846" y="2881092"/>
            <a:ext cx="1925726" cy="394289"/>
          </a:xfrm>
          <a:prstGeom prst="roundRect">
            <a:avLst>
              <a:gd name="adj" fmla="val 27829"/>
            </a:avLst>
          </a:prstGeom>
          <a:solidFill>
            <a:schemeClr val="accent4"/>
          </a:solidFill>
          <a:ln w="12700">
            <a:solidFill>
              <a:srgbClr val="FFFFFF">
                <a:alpha val="0"/>
              </a:srgbClr>
            </a:solidFill>
            <a:prstDash val="solid"/>
          </a:ln>
        </p:spPr>
      </p:sp>
      <p:sp>
        <p:nvSpPr>
          <p:cNvPr id="32" name="Text 29"/>
          <p:cNvSpPr txBox="1"/>
          <p:nvPr/>
        </p:nvSpPr>
        <p:spPr>
          <a:xfrm>
            <a:off x="2885846"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said</a:t>
            </a:r>
            <a:endParaRPr lang="en-US" sz="1700" dirty="0"/>
          </a:p>
        </p:txBody>
      </p:sp>
      <p:sp>
        <p:nvSpPr>
          <p:cNvPr id="33" name="Shape 30"/>
          <p:cNvSpPr/>
          <p:nvPr/>
        </p:nvSpPr>
        <p:spPr>
          <a:xfrm>
            <a:off x="5040173"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Text 31"/>
          <p:cNvSpPr txBox="1"/>
          <p:nvPr/>
        </p:nvSpPr>
        <p:spPr>
          <a:xfrm>
            <a:off x="5085893"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see</a:t>
            </a:r>
            <a:r>
              <a:rPr lang="en-US" sz="1500" dirty="0">
                <a:solidFill>
                  <a:schemeClr val="tx2"/>
                </a:solidFill>
              </a:rPr>
              <a:t> ↓</a:t>
            </a:r>
            <a:endParaRPr lang="en-US" sz="1500" dirty="0"/>
          </a:p>
        </p:txBody>
      </p:sp>
      <p:sp>
        <p:nvSpPr>
          <p:cNvPr id="35" name="Shape 32"/>
          <p:cNvSpPr/>
          <p:nvPr/>
        </p:nvSpPr>
        <p:spPr>
          <a:xfrm>
            <a:off x="5131613" y="2881092"/>
            <a:ext cx="1925726" cy="394289"/>
          </a:xfrm>
          <a:prstGeom prst="roundRect">
            <a:avLst>
              <a:gd name="adj" fmla="val 27829"/>
            </a:avLst>
          </a:prstGeom>
          <a:solidFill>
            <a:schemeClr val="accent4"/>
          </a:solidFill>
          <a:ln w="12700">
            <a:solidFill>
              <a:srgbClr val="FFFFFF">
                <a:alpha val="0"/>
              </a:srgbClr>
            </a:solidFill>
            <a:prstDash val="solid"/>
          </a:ln>
        </p:spPr>
      </p:sp>
      <p:sp>
        <p:nvSpPr>
          <p:cNvPr id="36" name="Text 33"/>
          <p:cNvSpPr txBox="1"/>
          <p:nvPr/>
        </p:nvSpPr>
        <p:spPr>
          <a:xfrm>
            <a:off x="5131613"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saw</a:t>
            </a:r>
            <a:endParaRPr lang="en-US" sz="1700" dirty="0"/>
          </a:p>
        </p:txBody>
      </p:sp>
      <p:sp>
        <p:nvSpPr>
          <p:cNvPr id="37" name="Shape 34"/>
          <p:cNvSpPr/>
          <p:nvPr/>
        </p:nvSpPr>
        <p:spPr>
          <a:xfrm>
            <a:off x="7285939"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8" name="Text 35"/>
          <p:cNvSpPr txBox="1"/>
          <p:nvPr/>
        </p:nvSpPr>
        <p:spPr>
          <a:xfrm>
            <a:off x="7331659"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take</a:t>
            </a:r>
            <a:r>
              <a:rPr lang="en-US" sz="1500" dirty="0">
                <a:solidFill>
                  <a:schemeClr val="tx2"/>
                </a:solidFill>
              </a:rPr>
              <a:t> ↓</a:t>
            </a:r>
            <a:endParaRPr lang="en-US" sz="1500" dirty="0"/>
          </a:p>
        </p:txBody>
      </p:sp>
      <p:sp>
        <p:nvSpPr>
          <p:cNvPr id="39" name="Shape 36"/>
          <p:cNvSpPr/>
          <p:nvPr/>
        </p:nvSpPr>
        <p:spPr>
          <a:xfrm>
            <a:off x="7377379" y="2881092"/>
            <a:ext cx="1925726" cy="394289"/>
          </a:xfrm>
          <a:prstGeom prst="roundRect">
            <a:avLst>
              <a:gd name="adj" fmla="val 27829"/>
            </a:avLst>
          </a:prstGeom>
          <a:solidFill>
            <a:schemeClr val="accent4"/>
          </a:solidFill>
          <a:ln w="12700">
            <a:solidFill>
              <a:srgbClr val="FFFFFF">
                <a:alpha val="0"/>
              </a:srgbClr>
            </a:solidFill>
            <a:prstDash val="solid"/>
          </a:ln>
        </p:spPr>
      </p:sp>
      <p:sp>
        <p:nvSpPr>
          <p:cNvPr id="40" name="Text 37"/>
          <p:cNvSpPr txBox="1"/>
          <p:nvPr/>
        </p:nvSpPr>
        <p:spPr>
          <a:xfrm>
            <a:off x="7377379"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took</a:t>
            </a:r>
            <a:endParaRPr lang="en-US" sz="1700" dirty="0"/>
          </a:p>
        </p:txBody>
      </p:sp>
      <p:sp>
        <p:nvSpPr>
          <p:cNvPr id="41" name="Shape 38"/>
          <p:cNvSpPr/>
          <p:nvPr/>
        </p:nvSpPr>
        <p:spPr>
          <a:xfrm>
            <a:off x="9531706"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2" name="Text 39"/>
          <p:cNvSpPr txBox="1"/>
          <p:nvPr/>
        </p:nvSpPr>
        <p:spPr>
          <a:xfrm>
            <a:off x="9577426"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come</a:t>
            </a:r>
            <a:r>
              <a:rPr lang="en-US" sz="1500" dirty="0">
                <a:solidFill>
                  <a:schemeClr val="tx2"/>
                </a:solidFill>
              </a:rPr>
              <a:t> ↓</a:t>
            </a:r>
            <a:endParaRPr lang="en-US" sz="1500" dirty="0"/>
          </a:p>
        </p:txBody>
      </p:sp>
      <p:sp>
        <p:nvSpPr>
          <p:cNvPr id="43" name="Shape 40"/>
          <p:cNvSpPr/>
          <p:nvPr/>
        </p:nvSpPr>
        <p:spPr>
          <a:xfrm>
            <a:off x="9623146" y="2881092"/>
            <a:ext cx="1925726" cy="394289"/>
          </a:xfrm>
          <a:prstGeom prst="roundRect">
            <a:avLst>
              <a:gd name="adj" fmla="val 27829"/>
            </a:avLst>
          </a:prstGeom>
          <a:solidFill>
            <a:schemeClr val="accent4"/>
          </a:solidFill>
          <a:ln w="12700">
            <a:solidFill>
              <a:srgbClr val="FFFFFF">
                <a:alpha val="0"/>
              </a:srgbClr>
            </a:solidFill>
            <a:prstDash val="solid"/>
          </a:ln>
        </p:spPr>
      </p:sp>
      <p:sp>
        <p:nvSpPr>
          <p:cNvPr id="44" name="Text 41"/>
          <p:cNvSpPr txBox="1"/>
          <p:nvPr/>
        </p:nvSpPr>
        <p:spPr>
          <a:xfrm>
            <a:off x="9623146"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came</a:t>
            </a:r>
            <a:endParaRPr lang="en-US" sz="1700" dirty="0"/>
          </a:p>
        </p:txBody>
      </p:sp>
      <p:sp>
        <p:nvSpPr>
          <p:cNvPr id="45" name="Shape 42"/>
          <p:cNvSpPr/>
          <p:nvPr/>
        </p:nvSpPr>
        <p:spPr>
          <a:xfrm>
            <a:off x="548640"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6" name="Text 43"/>
          <p:cNvSpPr txBox="1"/>
          <p:nvPr/>
        </p:nvSpPr>
        <p:spPr>
          <a:xfrm>
            <a:off x="594360"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know</a:t>
            </a:r>
            <a:r>
              <a:rPr lang="en-US" sz="1500" dirty="0">
                <a:solidFill>
                  <a:schemeClr val="tx2"/>
                </a:solidFill>
              </a:rPr>
              <a:t> ↓</a:t>
            </a:r>
            <a:endParaRPr lang="en-US" sz="1500" dirty="0"/>
          </a:p>
        </p:txBody>
      </p:sp>
      <p:sp>
        <p:nvSpPr>
          <p:cNvPr id="47" name="Shape 44"/>
          <p:cNvSpPr/>
          <p:nvPr/>
        </p:nvSpPr>
        <p:spPr>
          <a:xfrm>
            <a:off x="640080" y="3886932"/>
            <a:ext cx="1925726" cy="394289"/>
          </a:xfrm>
          <a:prstGeom prst="roundRect">
            <a:avLst>
              <a:gd name="adj" fmla="val 27829"/>
            </a:avLst>
          </a:prstGeom>
          <a:solidFill>
            <a:schemeClr val="accent4"/>
          </a:solidFill>
          <a:ln w="12700">
            <a:solidFill>
              <a:srgbClr val="FFFFFF">
                <a:alpha val="0"/>
              </a:srgbClr>
            </a:solidFill>
            <a:prstDash val="solid"/>
          </a:ln>
        </p:spPr>
      </p:sp>
      <p:sp>
        <p:nvSpPr>
          <p:cNvPr id="48" name="Text 45"/>
          <p:cNvSpPr txBox="1"/>
          <p:nvPr/>
        </p:nvSpPr>
        <p:spPr>
          <a:xfrm>
            <a:off x="640080"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knew</a:t>
            </a:r>
            <a:endParaRPr lang="en-US" sz="1700" dirty="0"/>
          </a:p>
        </p:txBody>
      </p:sp>
      <p:sp>
        <p:nvSpPr>
          <p:cNvPr id="49" name="Shape 46"/>
          <p:cNvSpPr/>
          <p:nvPr/>
        </p:nvSpPr>
        <p:spPr>
          <a:xfrm>
            <a:off x="2794406"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0" name="Text 47"/>
          <p:cNvSpPr txBox="1"/>
          <p:nvPr/>
        </p:nvSpPr>
        <p:spPr>
          <a:xfrm>
            <a:off x="2840126"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think</a:t>
            </a:r>
            <a:r>
              <a:rPr lang="en-US" sz="1500" dirty="0">
                <a:solidFill>
                  <a:schemeClr val="tx2"/>
                </a:solidFill>
              </a:rPr>
              <a:t> ↓</a:t>
            </a:r>
            <a:endParaRPr lang="en-US" sz="1500" dirty="0"/>
          </a:p>
        </p:txBody>
      </p:sp>
      <p:sp>
        <p:nvSpPr>
          <p:cNvPr id="51" name="Shape 48"/>
          <p:cNvSpPr/>
          <p:nvPr/>
        </p:nvSpPr>
        <p:spPr>
          <a:xfrm>
            <a:off x="2885846" y="3886932"/>
            <a:ext cx="1925726" cy="394289"/>
          </a:xfrm>
          <a:prstGeom prst="roundRect">
            <a:avLst>
              <a:gd name="adj" fmla="val 27829"/>
            </a:avLst>
          </a:prstGeom>
          <a:solidFill>
            <a:schemeClr val="accent4"/>
          </a:solidFill>
          <a:ln w="12700">
            <a:solidFill>
              <a:srgbClr val="FFFFFF">
                <a:alpha val="0"/>
              </a:srgbClr>
            </a:solidFill>
            <a:prstDash val="solid"/>
          </a:ln>
        </p:spPr>
      </p:sp>
      <p:sp>
        <p:nvSpPr>
          <p:cNvPr id="52" name="Text 49"/>
          <p:cNvSpPr txBox="1"/>
          <p:nvPr/>
        </p:nvSpPr>
        <p:spPr>
          <a:xfrm>
            <a:off x="2885846"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thought</a:t>
            </a:r>
            <a:endParaRPr lang="en-US" sz="1700" dirty="0"/>
          </a:p>
        </p:txBody>
      </p:sp>
      <p:sp>
        <p:nvSpPr>
          <p:cNvPr id="53" name="Shape 50"/>
          <p:cNvSpPr/>
          <p:nvPr/>
        </p:nvSpPr>
        <p:spPr>
          <a:xfrm>
            <a:off x="5040173"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Text 51"/>
          <p:cNvSpPr txBox="1"/>
          <p:nvPr/>
        </p:nvSpPr>
        <p:spPr>
          <a:xfrm>
            <a:off x="5085893"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give</a:t>
            </a:r>
            <a:r>
              <a:rPr lang="en-US" sz="1500" dirty="0">
                <a:solidFill>
                  <a:schemeClr val="tx2"/>
                </a:solidFill>
              </a:rPr>
              <a:t> ↓</a:t>
            </a:r>
            <a:endParaRPr lang="en-US" sz="1500" dirty="0"/>
          </a:p>
        </p:txBody>
      </p:sp>
      <p:sp>
        <p:nvSpPr>
          <p:cNvPr id="55" name="Shape 52"/>
          <p:cNvSpPr/>
          <p:nvPr/>
        </p:nvSpPr>
        <p:spPr>
          <a:xfrm>
            <a:off x="5131613" y="3886932"/>
            <a:ext cx="1925726" cy="394289"/>
          </a:xfrm>
          <a:prstGeom prst="roundRect">
            <a:avLst>
              <a:gd name="adj" fmla="val 27829"/>
            </a:avLst>
          </a:prstGeom>
          <a:solidFill>
            <a:schemeClr val="accent4"/>
          </a:solidFill>
          <a:ln w="12700">
            <a:solidFill>
              <a:srgbClr val="FFFFFF">
                <a:alpha val="0"/>
              </a:srgbClr>
            </a:solidFill>
            <a:prstDash val="solid"/>
          </a:ln>
        </p:spPr>
      </p:sp>
      <p:sp>
        <p:nvSpPr>
          <p:cNvPr id="56" name="Text 53"/>
          <p:cNvSpPr txBox="1"/>
          <p:nvPr/>
        </p:nvSpPr>
        <p:spPr>
          <a:xfrm>
            <a:off x="5131613"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gave</a:t>
            </a:r>
            <a:endParaRPr lang="en-US" sz="1700" dirty="0"/>
          </a:p>
        </p:txBody>
      </p:sp>
      <p:sp>
        <p:nvSpPr>
          <p:cNvPr id="57" name="Shape 54"/>
          <p:cNvSpPr/>
          <p:nvPr/>
        </p:nvSpPr>
        <p:spPr>
          <a:xfrm>
            <a:off x="7285939"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8" name="Text 55"/>
          <p:cNvSpPr txBox="1"/>
          <p:nvPr/>
        </p:nvSpPr>
        <p:spPr>
          <a:xfrm>
            <a:off x="7331659"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find</a:t>
            </a:r>
            <a:r>
              <a:rPr lang="en-US" sz="1500" dirty="0">
                <a:solidFill>
                  <a:schemeClr val="tx2"/>
                </a:solidFill>
              </a:rPr>
              <a:t> ↓</a:t>
            </a:r>
            <a:endParaRPr lang="en-US" sz="1500" dirty="0"/>
          </a:p>
        </p:txBody>
      </p:sp>
      <p:sp>
        <p:nvSpPr>
          <p:cNvPr id="59" name="Shape 56"/>
          <p:cNvSpPr/>
          <p:nvPr/>
        </p:nvSpPr>
        <p:spPr>
          <a:xfrm>
            <a:off x="7377379" y="3886932"/>
            <a:ext cx="1925726" cy="394289"/>
          </a:xfrm>
          <a:prstGeom prst="roundRect">
            <a:avLst>
              <a:gd name="adj" fmla="val 27829"/>
            </a:avLst>
          </a:prstGeom>
          <a:solidFill>
            <a:schemeClr val="accent4"/>
          </a:solidFill>
          <a:ln w="12700">
            <a:solidFill>
              <a:srgbClr val="FFFFFF">
                <a:alpha val="0"/>
              </a:srgbClr>
            </a:solidFill>
            <a:prstDash val="solid"/>
          </a:ln>
        </p:spPr>
      </p:sp>
      <p:sp>
        <p:nvSpPr>
          <p:cNvPr id="60" name="Text 57"/>
          <p:cNvSpPr txBox="1"/>
          <p:nvPr/>
        </p:nvSpPr>
        <p:spPr>
          <a:xfrm>
            <a:off x="7377379"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found</a:t>
            </a:r>
            <a:endParaRPr lang="en-US" sz="1700" dirty="0"/>
          </a:p>
        </p:txBody>
      </p:sp>
      <p:sp>
        <p:nvSpPr>
          <p:cNvPr id="61" name="Shape 58"/>
          <p:cNvSpPr/>
          <p:nvPr/>
        </p:nvSpPr>
        <p:spPr>
          <a:xfrm>
            <a:off x="9531706"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2" name="Text 59"/>
          <p:cNvSpPr txBox="1"/>
          <p:nvPr/>
        </p:nvSpPr>
        <p:spPr>
          <a:xfrm>
            <a:off x="9577426"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tell</a:t>
            </a:r>
            <a:r>
              <a:rPr lang="en-US" sz="1500" dirty="0">
                <a:solidFill>
                  <a:schemeClr val="tx2"/>
                </a:solidFill>
              </a:rPr>
              <a:t> ↓</a:t>
            </a:r>
            <a:endParaRPr lang="en-US" sz="1500" dirty="0"/>
          </a:p>
        </p:txBody>
      </p:sp>
      <p:sp>
        <p:nvSpPr>
          <p:cNvPr id="63" name="Shape 60"/>
          <p:cNvSpPr/>
          <p:nvPr/>
        </p:nvSpPr>
        <p:spPr>
          <a:xfrm>
            <a:off x="9623146" y="3886932"/>
            <a:ext cx="1925726" cy="394289"/>
          </a:xfrm>
          <a:prstGeom prst="roundRect">
            <a:avLst>
              <a:gd name="adj" fmla="val 27829"/>
            </a:avLst>
          </a:prstGeom>
          <a:solidFill>
            <a:schemeClr val="accent4"/>
          </a:solidFill>
          <a:ln w="12700">
            <a:solidFill>
              <a:srgbClr val="FFFFFF">
                <a:alpha val="0"/>
              </a:srgbClr>
            </a:solidFill>
            <a:prstDash val="solid"/>
          </a:ln>
        </p:spPr>
      </p:sp>
      <p:sp>
        <p:nvSpPr>
          <p:cNvPr id="64" name="Text 61"/>
          <p:cNvSpPr txBox="1"/>
          <p:nvPr/>
        </p:nvSpPr>
        <p:spPr>
          <a:xfrm>
            <a:off x="9623146"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told</a:t>
            </a:r>
            <a:endParaRPr lang="en-US" sz="1700" dirty="0"/>
          </a:p>
        </p:txBody>
      </p:sp>
      <p:sp>
        <p:nvSpPr>
          <p:cNvPr id="65" name="Shape 62"/>
          <p:cNvSpPr/>
          <p:nvPr/>
        </p:nvSpPr>
        <p:spPr>
          <a:xfrm>
            <a:off x="548640"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6" name="Text 63"/>
          <p:cNvSpPr txBox="1"/>
          <p:nvPr/>
        </p:nvSpPr>
        <p:spPr>
          <a:xfrm>
            <a:off x="594360"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leave</a:t>
            </a:r>
            <a:r>
              <a:rPr lang="en-US" sz="1500" dirty="0">
                <a:solidFill>
                  <a:schemeClr val="tx2"/>
                </a:solidFill>
              </a:rPr>
              <a:t> ↓</a:t>
            </a:r>
            <a:endParaRPr lang="en-US" sz="1500" dirty="0"/>
          </a:p>
        </p:txBody>
      </p:sp>
      <p:sp>
        <p:nvSpPr>
          <p:cNvPr id="67" name="Shape 64"/>
          <p:cNvSpPr/>
          <p:nvPr/>
        </p:nvSpPr>
        <p:spPr>
          <a:xfrm>
            <a:off x="640080" y="4892772"/>
            <a:ext cx="1925726" cy="394289"/>
          </a:xfrm>
          <a:prstGeom prst="roundRect">
            <a:avLst>
              <a:gd name="adj" fmla="val 27829"/>
            </a:avLst>
          </a:prstGeom>
          <a:solidFill>
            <a:schemeClr val="accent4"/>
          </a:solidFill>
          <a:ln w="12700">
            <a:solidFill>
              <a:srgbClr val="FFFFFF">
                <a:alpha val="0"/>
              </a:srgbClr>
            </a:solidFill>
            <a:prstDash val="solid"/>
          </a:ln>
        </p:spPr>
      </p:sp>
      <p:sp>
        <p:nvSpPr>
          <p:cNvPr id="68" name="Text 65"/>
          <p:cNvSpPr txBox="1"/>
          <p:nvPr/>
        </p:nvSpPr>
        <p:spPr>
          <a:xfrm>
            <a:off x="640080"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left</a:t>
            </a:r>
            <a:endParaRPr lang="en-US" sz="1700" dirty="0"/>
          </a:p>
        </p:txBody>
      </p:sp>
      <p:sp>
        <p:nvSpPr>
          <p:cNvPr id="69" name="Shape 66"/>
          <p:cNvSpPr/>
          <p:nvPr/>
        </p:nvSpPr>
        <p:spPr>
          <a:xfrm>
            <a:off x="2794406"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0" name="Text 67"/>
          <p:cNvSpPr txBox="1"/>
          <p:nvPr/>
        </p:nvSpPr>
        <p:spPr>
          <a:xfrm>
            <a:off x="2840126"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feel</a:t>
            </a:r>
            <a:r>
              <a:rPr lang="en-US" sz="1500" dirty="0">
                <a:solidFill>
                  <a:schemeClr val="tx2"/>
                </a:solidFill>
              </a:rPr>
              <a:t> ↓</a:t>
            </a:r>
            <a:endParaRPr lang="en-US" sz="1500" dirty="0"/>
          </a:p>
        </p:txBody>
      </p:sp>
      <p:sp>
        <p:nvSpPr>
          <p:cNvPr id="71" name="Shape 68"/>
          <p:cNvSpPr/>
          <p:nvPr/>
        </p:nvSpPr>
        <p:spPr>
          <a:xfrm>
            <a:off x="2885846" y="4892772"/>
            <a:ext cx="1925726" cy="394289"/>
          </a:xfrm>
          <a:prstGeom prst="roundRect">
            <a:avLst>
              <a:gd name="adj" fmla="val 27829"/>
            </a:avLst>
          </a:prstGeom>
          <a:solidFill>
            <a:schemeClr val="accent4"/>
          </a:solidFill>
          <a:ln w="12700">
            <a:solidFill>
              <a:srgbClr val="FFFFFF">
                <a:alpha val="0"/>
              </a:srgbClr>
            </a:solidFill>
            <a:prstDash val="solid"/>
          </a:ln>
        </p:spPr>
      </p:sp>
      <p:sp>
        <p:nvSpPr>
          <p:cNvPr id="72" name="Text 69"/>
          <p:cNvSpPr txBox="1"/>
          <p:nvPr/>
        </p:nvSpPr>
        <p:spPr>
          <a:xfrm>
            <a:off x="2885846"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felt</a:t>
            </a:r>
            <a:endParaRPr lang="en-US" sz="1700" dirty="0"/>
          </a:p>
        </p:txBody>
      </p:sp>
      <p:sp>
        <p:nvSpPr>
          <p:cNvPr id="73" name="Shape 70"/>
          <p:cNvSpPr/>
          <p:nvPr/>
        </p:nvSpPr>
        <p:spPr>
          <a:xfrm>
            <a:off x="5040173"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4" name="Text 71"/>
          <p:cNvSpPr txBox="1"/>
          <p:nvPr/>
        </p:nvSpPr>
        <p:spPr>
          <a:xfrm>
            <a:off x="5085893"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buy</a:t>
            </a:r>
            <a:r>
              <a:rPr lang="en-US" sz="1500" dirty="0">
                <a:solidFill>
                  <a:schemeClr val="tx2"/>
                </a:solidFill>
              </a:rPr>
              <a:t> ↓</a:t>
            </a:r>
            <a:endParaRPr lang="en-US" sz="1500" dirty="0"/>
          </a:p>
        </p:txBody>
      </p:sp>
      <p:sp>
        <p:nvSpPr>
          <p:cNvPr id="75" name="Shape 72"/>
          <p:cNvSpPr/>
          <p:nvPr/>
        </p:nvSpPr>
        <p:spPr>
          <a:xfrm>
            <a:off x="5131613" y="4892772"/>
            <a:ext cx="1925726" cy="394289"/>
          </a:xfrm>
          <a:prstGeom prst="roundRect">
            <a:avLst>
              <a:gd name="adj" fmla="val 27829"/>
            </a:avLst>
          </a:prstGeom>
          <a:solidFill>
            <a:schemeClr val="accent4"/>
          </a:solidFill>
          <a:ln w="12700">
            <a:solidFill>
              <a:srgbClr val="FFFFFF">
                <a:alpha val="0"/>
              </a:srgbClr>
            </a:solidFill>
            <a:prstDash val="solid"/>
          </a:ln>
        </p:spPr>
      </p:sp>
      <p:sp>
        <p:nvSpPr>
          <p:cNvPr id="76" name="Text 73"/>
          <p:cNvSpPr txBox="1"/>
          <p:nvPr/>
        </p:nvSpPr>
        <p:spPr>
          <a:xfrm>
            <a:off x="5131613"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bought</a:t>
            </a:r>
            <a:endParaRPr lang="en-US" sz="1700" dirty="0"/>
          </a:p>
        </p:txBody>
      </p:sp>
      <p:sp>
        <p:nvSpPr>
          <p:cNvPr id="77" name="Shape 74"/>
          <p:cNvSpPr/>
          <p:nvPr/>
        </p:nvSpPr>
        <p:spPr>
          <a:xfrm>
            <a:off x="7285939"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8" name="Text 75"/>
          <p:cNvSpPr txBox="1"/>
          <p:nvPr/>
        </p:nvSpPr>
        <p:spPr>
          <a:xfrm>
            <a:off x="7331659"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eat</a:t>
            </a:r>
            <a:r>
              <a:rPr lang="en-US" sz="1500" dirty="0">
                <a:solidFill>
                  <a:schemeClr val="tx2"/>
                </a:solidFill>
              </a:rPr>
              <a:t> ↓</a:t>
            </a:r>
            <a:endParaRPr lang="en-US" sz="1500" dirty="0"/>
          </a:p>
        </p:txBody>
      </p:sp>
      <p:sp>
        <p:nvSpPr>
          <p:cNvPr id="79" name="Shape 76"/>
          <p:cNvSpPr/>
          <p:nvPr/>
        </p:nvSpPr>
        <p:spPr>
          <a:xfrm>
            <a:off x="7377379" y="4892772"/>
            <a:ext cx="1925726" cy="394289"/>
          </a:xfrm>
          <a:prstGeom prst="roundRect">
            <a:avLst>
              <a:gd name="adj" fmla="val 27829"/>
            </a:avLst>
          </a:prstGeom>
          <a:solidFill>
            <a:schemeClr val="accent4"/>
          </a:solidFill>
          <a:ln w="12700">
            <a:solidFill>
              <a:srgbClr val="FFFFFF">
                <a:alpha val="0"/>
              </a:srgbClr>
            </a:solidFill>
            <a:prstDash val="solid"/>
          </a:ln>
        </p:spPr>
      </p:sp>
      <p:sp>
        <p:nvSpPr>
          <p:cNvPr id="80" name="Text 77"/>
          <p:cNvSpPr txBox="1"/>
          <p:nvPr/>
        </p:nvSpPr>
        <p:spPr>
          <a:xfrm>
            <a:off x="7377379"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ate</a:t>
            </a:r>
            <a:endParaRPr lang="en-US" sz="1700" dirty="0"/>
          </a:p>
        </p:txBody>
      </p:sp>
      <p:sp>
        <p:nvSpPr>
          <p:cNvPr id="81" name="Shape 78"/>
          <p:cNvSpPr/>
          <p:nvPr/>
        </p:nvSpPr>
        <p:spPr>
          <a:xfrm>
            <a:off x="9531706"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82" name="Text 79"/>
          <p:cNvSpPr txBox="1"/>
          <p:nvPr/>
        </p:nvSpPr>
        <p:spPr>
          <a:xfrm>
            <a:off x="9577426"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meet</a:t>
            </a:r>
            <a:r>
              <a:rPr lang="en-US" sz="1500" dirty="0">
                <a:solidFill>
                  <a:schemeClr val="tx2"/>
                </a:solidFill>
              </a:rPr>
              <a:t> ↓</a:t>
            </a:r>
            <a:endParaRPr lang="en-US" sz="1500" dirty="0"/>
          </a:p>
        </p:txBody>
      </p:sp>
      <p:sp>
        <p:nvSpPr>
          <p:cNvPr id="83" name="Shape 80"/>
          <p:cNvSpPr/>
          <p:nvPr/>
        </p:nvSpPr>
        <p:spPr>
          <a:xfrm>
            <a:off x="9623146" y="4892772"/>
            <a:ext cx="1925726" cy="394289"/>
          </a:xfrm>
          <a:prstGeom prst="roundRect">
            <a:avLst>
              <a:gd name="adj" fmla="val 27829"/>
            </a:avLst>
          </a:prstGeom>
          <a:solidFill>
            <a:schemeClr val="accent4"/>
          </a:solidFill>
          <a:ln w="12700">
            <a:solidFill>
              <a:srgbClr val="FFFFFF">
                <a:alpha val="0"/>
              </a:srgbClr>
            </a:solidFill>
            <a:prstDash val="solid"/>
          </a:ln>
        </p:spPr>
      </p:sp>
      <p:sp>
        <p:nvSpPr>
          <p:cNvPr id="84" name="Text 81"/>
          <p:cNvSpPr txBox="1"/>
          <p:nvPr/>
        </p:nvSpPr>
        <p:spPr>
          <a:xfrm>
            <a:off x="9623146"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met</a:t>
            </a:r>
            <a:endParaRPr lang="en-US" sz="1700" dirty="0"/>
          </a:p>
        </p:txBody>
      </p:sp>
      <p:sp>
        <p:nvSpPr>
          <p:cNvPr id="85" name="Shape 82"/>
          <p:cNvSpPr/>
          <p:nvPr/>
        </p:nvSpPr>
        <p:spPr>
          <a:xfrm>
            <a:off x="548640" y="5623560"/>
            <a:ext cx="11091672" cy="548640"/>
          </a:xfrm>
          <a:prstGeom prst="roundRect">
            <a:avLst>
              <a:gd name="adj" fmla="val 13333"/>
            </a:avLst>
          </a:prstGeom>
          <a:solidFill>
            <a:schemeClr val="tx2"/>
          </a:solidFill>
          <a:ln w="12700">
            <a:solidFill>
              <a:srgbClr val="FFFFFF">
                <a:alpha val="0"/>
              </a:srgbClr>
            </a:solidFill>
            <a:prstDash val="solid"/>
          </a:ln>
        </p:spPr>
      </p:sp>
      <p:sp>
        <p:nvSpPr>
          <p:cNvPr id="86" name="Text 83"/>
          <p:cNvSpPr txBox="1"/>
          <p:nvPr/>
        </p:nvSpPr>
        <p:spPr>
          <a:xfrm>
            <a:off x="822960" y="562356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Apprenez-les </a:t>
            </a:r>
            <a:r>
              <a:rPr lang="en-US" sz="1600" b="1" dirty="0">
                <a:solidFill>
                  <a:schemeClr val="bg1"/>
                </a:solidFill>
              </a:rPr>
              <a:t>par cœur</a:t>
            </a:r>
            <a:r>
              <a:rPr lang="en-US" sz="1600" dirty="0">
                <a:solidFill>
                  <a:schemeClr val="bg1"/>
                </a:solidFill>
              </a:rPr>
              <a:t>, en phrases : </a:t>
            </a:r>
            <a:r>
              <a:rPr lang="en-US" sz="1600" i="1" dirty="0">
                <a:solidFill>
                  <a:schemeClr val="bg1"/>
                </a:solidFill>
              </a:rPr>
              <a:t>I </a:t>
            </a:r>
            <a:r>
              <a:rPr lang="en-US" sz="1600" b="1" i="1" dirty="0">
                <a:solidFill>
                  <a:schemeClr val="bg1"/>
                </a:solidFill>
              </a:rPr>
              <a:t>went</a:t>
            </a:r>
            <a:r>
              <a:rPr lang="en-US" sz="1600" i="1" dirty="0">
                <a:solidFill>
                  <a:schemeClr val="bg1"/>
                </a:solidFill>
              </a:rPr>
              <a:t> home. I </a:t>
            </a:r>
            <a:r>
              <a:rPr lang="en-US" sz="1600" b="1" i="1" dirty="0">
                <a:solidFill>
                  <a:schemeClr val="bg1"/>
                </a:solidFill>
              </a:rPr>
              <a:t>saw</a:t>
            </a:r>
            <a:r>
              <a:rPr lang="en-US" sz="1600" i="1" dirty="0">
                <a:solidFill>
                  <a:schemeClr val="bg1"/>
                </a:solidFill>
              </a:rPr>
              <a:t> Sam. I </a:t>
            </a:r>
            <a:r>
              <a:rPr lang="en-US" sz="1600" b="1" i="1" dirty="0">
                <a:solidFill>
                  <a:schemeClr val="bg1"/>
                </a:solidFill>
              </a:rPr>
              <a:t>bought</a:t>
            </a:r>
            <a:r>
              <a:rPr lang="en-US" sz="1600" i="1" dirty="0">
                <a:solidFill>
                  <a:schemeClr val="bg1"/>
                </a:solidFill>
              </a:rPr>
              <a:t> bread.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special one: was / were</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463040"/>
            <a:ext cx="2926080" cy="2743200"/>
          </a:xfrm>
          <a:prstGeom prst="roundRect">
            <a:avLst>
              <a:gd name="adj" fmla="val 4000"/>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2926080" cy="640080"/>
          </a:xfrm>
          <a:prstGeom prst="roundRect">
            <a:avLst>
              <a:gd name="adj" fmla="val 17143"/>
            </a:avLst>
          </a:prstGeom>
          <a:solidFill>
            <a:schemeClr val="accent4"/>
          </a:solidFill>
          <a:ln w="12700">
            <a:solidFill>
              <a:srgbClr val="FFFFFF">
                <a:alpha val="0"/>
              </a:srgbClr>
            </a:solidFill>
            <a:prstDash val="solid"/>
          </a:ln>
        </p:spPr>
      </p:sp>
      <p:sp>
        <p:nvSpPr>
          <p:cNvPr id="7" name="Text 4"/>
          <p:cNvSpPr txBox="1"/>
          <p:nvPr/>
        </p:nvSpPr>
        <p:spPr>
          <a:xfrm>
            <a:off x="548640" y="1463040"/>
            <a:ext cx="2926080" cy="640080"/>
          </a:xfrm>
          <a:prstGeom prst="rect">
            <a:avLst/>
          </a:prstGeom>
          <a:noFill/>
          <a:ln/>
        </p:spPr>
        <p:txBody>
          <a:bodyPr wrap="square" lIns="0" tIns="0" rIns="0" bIns="0" rtlCol="0" anchor="ctr"/>
          <a:lstStyle/>
          <a:p>
            <a:pPr algn="ctr" indent="0" marL="0">
              <a:buNone/>
            </a:pPr>
            <a:r>
              <a:rPr lang="en-US" sz="2400" b="1" dirty="0">
                <a:solidFill>
                  <a:schemeClr val="bg1"/>
                </a:solidFill>
              </a:rPr>
              <a:t>WAS</a:t>
            </a:r>
            <a:endParaRPr lang="en-US" sz="2400" dirty="0"/>
          </a:p>
        </p:txBody>
      </p:sp>
      <p:sp>
        <p:nvSpPr>
          <p:cNvPr id="8" name="Text 5"/>
          <p:cNvSpPr txBox="1"/>
          <p:nvPr/>
        </p:nvSpPr>
        <p:spPr>
          <a:xfrm>
            <a:off x="640080" y="2148840"/>
            <a:ext cx="2743200" cy="457200"/>
          </a:xfrm>
          <a:prstGeom prst="rect">
            <a:avLst/>
          </a:prstGeom>
          <a:noFill/>
          <a:ln/>
        </p:spPr>
        <p:txBody>
          <a:bodyPr wrap="square" lIns="0" tIns="0" rIns="0" bIns="0" rtlCol="0" anchor="ctr"/>
          <a:lstStyle/>
          <a:p>
            <a:pPr algn="ctr" indent="0" marL="0">
              <a:buNone/>
            </a:pPr>
            <a:r>
              <a:rPr lang="en-US" sz="1600" b="1" i="1" dirty="0">
                <a:solidFill>
                  <a:schemeClr val="accent4"/>
                </a:solidFill>
              </a:rPr>
              <a:t>I · he · she · it</a:t>
            </a:r>
            <a:endParaRPr lang="en-US" sz="1600" dirty="0"/>
          </a:p>
        </p:txBody>
      </p:sp>
      <p:sp>
        <p:nvSpPr>
          <p:cNvPr id="9" name="Text 6"/>
          <p:cNvSpPr txBox="1"/>
          <p:nvPr/>
        </p:nvSpPr>
        <p:spPr>
          <a:xfrm>
            <a:off x="777240" y="2743200"/>
            <a:ext cx="2560320" cy="502920"/>
          </a:xfrm>
          <a:prstGeom prst="rect">
            <a:avLst/>
          </a:prstGeom>
          <a:noFill/>
          <a:ln/>
        </p:spPr>
        <p:txBody>
          <a:bodyPr wrap="square" lIns="0" tIns="0" rIns="0" bIns="0" rtlCol="0" anchor="ctr"/>
          <a:lstStyle/>
          <a:p>
            <a:pPr algn="ctr" indent="0" marL="0">
              <a:buNone/>
            </a:pPr>
            <a:r>
              <a:rPr lang="en-US" sz="1800" i="1" dirty="0">
                <a:solidFill>
                  <a:schemeClr val="tx1"/>
                </a:solidFill>
              </a:rPr>
              <a:t>I </a:t>
            </a:r>
            <a:r>
              <a:rPr lang="en-US" sz="1800" b="1" i="1" dirty="0">
                <a:solidFill>
                  <a:srgbClr val="B4236A"/>
                </a:solidFill>
              </a:rPr>
              <a:t>was</a:t>
            </a:r>
            <a:r>
              <a:rPr lang="en-US" sz="1800" i="1" dirty="0">
                <a:solidFill>
                  <a:schemeClr val="tx1"/>
                </a:solidFill>
              </a:rPr>
              <a:t> tired.</a:t>
            </a:r>
            <a:endParaRPr lang="en-US" sz="1800" dirty="0"/>
          </a:p>
        </p:txBody>
      </p:sp>
      <p:sp>
        <p:nvSpPr>
          <p:cNvPr id="10" name="Text 7"/>
          <p:cNvSpPr txBox="1"/>
          <p:nvPr/>
        </p:nvSpPr>
        <p:spPr>
          <a:xfrm>
            <a:off x="777240" y="3337560"/>
            <a:ext cx="2560320" cy="502920"/>
          </a:xfrm>
          <a:prstGeom prst="rect">
            <a:avLst/>
          </a:prstGeom>
          <a:noFill/>
          <a:ln/>
        </p:spPr>
        <p:txBody>
          <a:bodyPr wrap="square" lIns="0" tIns="0" rIns="0" bIns="0" rtlCol="0" anchor="ctr"/>
          <a:lstStyle/>
          <a:p>
            <a:pPr algn="ctr" indent="0" marL="0">
              <a:buNone/>
            </a:pPr>
            <a:r>
              <a:rPr lang="en-US" sz="1800" i="1" dirty="0">
                <a:solidFill>
                  <a:schemeClr val="tx1"/>
                </a:solidFill>
              </a:rPr>
              <a:t>It </a:t>
            </a:r>
            <a:r>
              <a:rPr lang="en-US" sz="1800" b="1" i="1" dirty="0">
                <a:solidFill>
                  <a:srgbClr val="B4236A"/>
                </a:solidFill>
              </a:rPr>
              <a:t>was</a:t>
            </a:r>
            <a:r>
              <a:rPr lang="en-US" sz="1800" i="1" dirty="0">
                <a:solidFill>
                  <a:schemeClr val="tx1"/>
                </a:solidFill>
              </a:rPr>
              <a:t> great!</a:t>
            </a:r>
            <a:endParaRPr lang="en-US" sz="1800" dirty="0"/>
          </a:p>
        </p:txBody>
      </p:sp>
      <p:sp>
        <p:nvSpPr>
          <p:cNvPr id="11" name="Shape 8"/>
          <p:cNvSpPr/>
          <p:nvPr/>
        </p:nvSpPr>
        <p:spPr>
          <a:xfrm>
            <a:off x="3611880" y="1463040"/>
            <a:ext cx="2926080" cy="2743200"/>
          </a:xfrm>
          <a:prstGeom prst="roundRect">
            <a:avLst>
              <a:gd name="adj" fmla="val 4000"/>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12" name="Shape 9"/>
          <p:cNvSpPr/>
          <p:nvPr/>
        </p:nvSpPr>
        <p:spPr>
          <a:xfrm>
            <a:off x="3611880" y="1463040"/>
            <a:ext cx="2926080" cy="640080"/>
          </a:xfrm>
          <a:prstGeom prst="roundRect">
            <a:avLst>
              <a:gd name="adj" fmla="val 17143"/>
            </a:avLst>
          </a:prstGeom>
          <a:solidFill>
            <a:srgbClr val="6E4A9E"/>
          </a:solidFill>
          <a:ln w="12700">
            <a:solidFill>
              <a:srgbClr val="FFFFFF">
                <a:alpha val="0"/>
              </a:srgbClr>
            </a:solidFill>
            <a:prstDash val="solid"/>
          </a:ln>
        </p:spPr>
      </p:sp>
      <p:sp>
        <p:nvSpPr>
          <p:cNvPr id="13" name="Text 10"/>
          <p:cNvSpPr txBox="1"/>
          <p:nvPr/>
        </p:nvSpPr>
        <p:spPr>
          <a:xfrm>
            <a:off x="3611880" y="1463040"/>
            <a:ext cx="2926080" cy="640080"/>
          </a:xfrm>
          <a:prstGeom prst="rect">
            <a:avLst/>
          </a:prstGeom>
          <a:noFill/>
          <a:ln/>
        </p:spPr>
        <p:txBody>
          <a:bodyPr wrap="square" lIns="0" tIns="0" rIns="0" bIns="0" rtlCol="0" anchor="ctr"/>
          <a:lstStyle/>
          <a:p>
            <a:pPr algn="ctr" indent="0" marL="0">
              <a:buNone/>
            </a:pPr>
            <a:r>
              <a:rPr lang="en-US" sz="2400" b="1" dirty="0">
                <a:solidFill>
                  <a:schemeClr val="bg1"/>
                </a:solidFill>
              </a:rPr>
              <a:t>WERE</a:t>
            </a:r>
            <a:endParaRPr lang="en-US" sz="2400" dirty="0"/>
          </a:p>
        </p:txBody>
      </p:sp>
      <p:sp>
        <p:nvSpPr>
          <p:cNvPr id="14" name="Text 11"/>
          <p:cNvSpPr txBox="1"/>
          <p:nvPr/>
        </p:nvSpPr>
        <p:spPr>
          <a:xfrm>
            <a:off x="3703320" y="2148840"/>
            <a:ext cx="2743200" cy="457200"/>
          </a:xfrm>
          <a:prstGeom prst="rect">
            <a:avLst/>
          </a:prstGeom>
          <a:noFill/>
          <a:ln/>
        </p:spPr>
        <p:txBody>
          <a:bodyPr wrap="square" lIns="0" tIns="0" rIns="0" bIns="0" rtlCol="0" anchor="ctr"/>
          <a:lstStyle/>
          <a:p>
            <a:pPr algn="ctr" indent="0" marL="0">
              <a:buNone/>
            </a:pPr>
            <a:r>
              <a:rPr lang="en-US" sz="1600" b="1" i="1" dirty="0">
                <a:solidFill>
                  <a:srgbClr val="6E4A9E"/>
                </a:solidFill>
              </a:rPr>
              <a:t>you · we · they</a:t>
            </a:r>
            <a:endParaRPr lang="en-US" sz="1600" dirty="0"/>
          </a:p>
        </p:txBody>
      </p:sp>
      <p:sp>
        <p:nvSpPr>
          <p:cNvPr id="15" name="Text 12"/>
          <p:cNvSpPr txBox="1"/>
          <p:nvPr/>
        </p:nvSpPr>
        <p:spPr>
          <a:xfrm>
            <a:off x="3840480" y="2743200"/>
            <a:ext cx="2560320" cy="502920"/>
          </a:xfrm>
          <a:prstGeom prst="rect">
            <a:avLst/>
          </a:prstGeom>
          <a:noFill/>
          <a:ln/>
        </p:spPr>
        <p:txBody>
          <a:bodyPr wrap="square" lIns="0" tIns="0" rIns="0" bIns="0" rtlCol="0" anchor="ctr"/>
          <a:lstStyle/>
          <a:p>
            <a:pPr algn="ctr" indent="0" marL="0">
              <a:buNone/>
            </a:pPr>
            <a:r>
              <a:rPr lang="en-US" sz="1800" i="1" dirty="0">
                <a:solidFill>
                  <a:schemeClr val="tx1"/>
                </a:solidFill>
              </a:rPr>
              <a:t>We </a:t>
            </a:r>
            <a:r>
              <a:rPr lang="en-US" sz="1800" b="1" i="1" dirty="0">
                <a:solidFill>
                  <a:srgbClr val="6E4A9E"/>
                </a:solidFill>
              </a:rPr>
              <a:t>were</a:t>
            </a:r>
            <a:r>
              <a:rPr lang="en-US" sz="1800" i="1" dirty="0">
                <a:solidFill>
                  <a:schemeClr val="tx1"/>
                </a:solidFill>
              </a:rPr>
              <a:t> at home.</a:t>
            </a:r>
            <a:endParaRPr lang="en-US" sz="1800" dirty="0"/>
          </a:p>
        </p:txBody>
      </p:sp>
      <p:sp>
        <p:nvSpPr>
          <p:cNvPr id="16" name="Text 13"/>
          <p:cNvSpPr txBox="1"/>
          <p:nvPr/>
        </p:nvSpPr>
        <p:spPr>
          <a:xfrm>
            <a:off x="3840480" y="3337560"/>
            <a:ext cx="2560320" cy="502920"/>
          </a:xfrm>
          <a:prstGeom prst="rect">
            <a:avLst/>
          </a:prstGeom>
          <a:noFill/>
          <a:ln/>
        </p:spPr>
        <p:txBody>
          <a:bodyPr wrap="square" lIns="0" tIns="0" rIns="0" bIns="0" rtlCol="0" anchor="ctr"/>
          <a:lstStyle/>
          <a:p>
            <a:pPr algn="ctr" indent="0" marL="0">
              <a:buNone/>
            </a:pPr>
            <a:r>
              <a:rPr lang="en-US" sz="1800" i="1" dirty="0">
                <a:solidFill>
                  <a:schemeClr val="tx1"/>
                </a:solidFill>
              </a:rPr>
              <a:t>They </a:t>
            </a:r>
            <a:r>
              <a:rPr lang="en-US" sz="1800" b="1" i="1" dirty="0">
                <a:solidFill>
                  <a:srgbClr val="6E4A9E"/>
                </a:solidFill>
              </a:rPr>
              <a:t>were</a:t>
            </a:r>
            <a:r>
              <a:rPr lang="en-US" sz="1800" i="1" dirty="0">
                <a:solidFill>
                  <a:schemeClr val="tx1"/>
                </a:solidFill>
              </a:rPr>
              <a:t> late.</a:t>
            </a:r>
            <a:endParaRPr lang="en-US" sz="1800" dirty="0"/>
          </a:p>
        </p:txBody>
      </p:sp>
      <p:sp>
        <p:nvSpPr>
          <p:cNvPr id="17" name="Shape 14"/>
          <p:cNvSpPr/>
          <p:nvPr/>
        </p:nvSpPr>
        <p:spPr>
          <a:xfrm>
            <a:off x="6766560" y="1463040"/>
            <a:ext cx="4873752" cy="1325880"/>
          </a:xfrm>
          <a:prstGeom prst="roundRect">
            <a:avLst>
              <a:gd name="adj" fmla="val 8276"/>
            </a:avLst>
          </a:prstGeom>
          <a:solidFill>
            <a:srgbClr val="FBEDEB"/>
          </a:solidFill>
          <a:ln w="19050">
            <a:solidFill>
              <a:srgbClr val="B83227"/>
            </a:solidFill>
            <a:prstDash val="solid"/>
          </a:ln>
        </p:spPr>
      </p:sp>
      <p:sp>
        <p:nvSpPr>
          <p:cNvPr id="18" name="Text 15"/>
          <p:cNvSpPr txBox="1"/>
          <p:nvPr/>
        </p:nvSpPr>
        <p:spPr>
          <a:xfrm>
            <a:off x="6949440" y="1536192"/>
            <a:ext cx="4507992" cy="384048"/>
          </a:xfrm>
          <a:prstGeom prst="rect">
            <a:avLst/>
          </a:prstGeom>
          <a:noFill/>
          <a:ln/>
        </p:spPr>
        <p:txBody>
          <a:bodyPr wrap="square" lIns="0" tIns="0" rIns="0" bIns="0" rtlCol="0" anchor="ctr"/>
          <a:lstStyle/>
          <a:p>
            <a:pPr algn="l" indent="0" marL="0">
              <a:buNone/>
            </a:pPr>
            <a:r>
              <a:rPr lang="en-US" sz="1500" b="1" dirty="0">
                <a:solidFill>
                  <a:schemeClr val="accent6"/>
                </a:solidFill>
              </a:rPr>
              <a:t>− Negative</a:t>
            </a:r>
            <a:endParaRPr lang="en-US" sz="1500" dirty="0"/>
          </a:p>
        </p:txBody>
      </p:sp>
      <p:sp>
        <p:nvSpPr>
          <p:cNvPr id="19" name="Text 16"/>
          <p:cNvSpPr txBox="1"/>
          <p:nvPr/>
        </p:nvSpPr>
        <p:spPr>
          <a:xfrm>
            <a:off x="6949440" y="1938528"/>
            <a:ext cx="4507992" cy="777240"/>
          </a:xfrm>
          <a:prstGeom prst="rect">
            <a:avLst/>
          </a:prstGeom>
          <a:noFill/>
          <a:ln/>
        </p:spPr>
        <p:txBody>
          <a:bodyPr wrap="square" lIns="0" tIns="0" rIns="0" bIns="0" rtlCol="0" anchor="t"/>
          <a:lstStyle/>
          <a:p>
            <a:pPr algn="l" indent="0" marL="0">
              <a:spcAft>
                <a:spcPts val="400"/>
              </a:spcAft>
              <a:buNone/>
            </a:pPr>
            <a:r>
              <a:rPr lang="en-US" sz="1600" i="1" dirty="0">
                <a:solidFill>
                  <a:schemeClr val="tx1"/>
                </a:solidFill>
              </a:rPr>
              <a:t>I </a:t>
            </a:r>
            <a:r>
              <a:rPr lang="en-US" sz="1600" b="1" i="1" dirty="0">
                <a:solidFill>
                  <a:schemeClr val="tx1"/>
                </a:solidFill>
              </a:rPr>
              <a:t>wasn’t</a:t>
            </a:r>
            <a:r>
              <a:rPr lang="en-US" sz="1600" i="1" dirty="0">
                <a:solidFill>
                  <a:schemeClr val="tx1"/>
                </a:solidFill>
              </a:rPr>
              <a:t> tired. · They </a:t>
            </a:r>
            <a:r>
              <a:rPr lang="en-US" sz="1600" b="1" i="1" dirty="0">
                <a:solidFill>
                  <a:schemeClr val="tx1"/>
                </a:solidFill>
              </a:rPr>
              <a:t>weren’t</a:t>
            </a:r>
            <a:r>
              <a:rPr lang="en-US" sz="1600" i="1" dirty="0">
                <a:solidFill>
                  <a:schemeClr val="tx1"/>
                </a:solidFill>
              </a:rPr>
              <a:t> late.</a:t>
            </a:r>
            <a:endParaRPr lang="en-US" sz="1600" dirty="0"/>
          </a:p>
        </p:txBody>
      </p:sp>
      <p:sp>
        <p:nvSpPr>
          <p:cNvPr id="20" name="Shape 17"/>
          <p:cNvSpPr/>
          <p:nvPr/>
        </p:nvSpPr>
        <p:spPr>
          <a:xfrm>
            <a:off x="6766560" y="2880360"/>
            <a:ext cx="4873752" cy="1325880"/>
          </a:xfrm>
          <a:prstGeom prst="roundRect">
            <a:avLst>
              <a:gd name="adj" fmla="val 8276"/>
            </a:avLst>
          </a:prstGeom>
          <a:solidFill>
            <a:srgbClr val="E8F4EC"/>
          </a:solidFill>
          <a:ln w="19050">
            <a:solidFill>
              <a:srgbClr val="2E7D4F"/>
            </a:solidFill>
            <a:prstDash val="solid"/>
          </a:ln>
        </p:spPr>
      </p:sp>
      <p:sp>
        <p:nvSpPr>
          <p:cNvPr id="21" name="Text 18"/>
          <p:cNvSpPr txBox="1"/>
          <p:nvPr/>
        </p:nvSpPr>
        <p:spPr>
          <a:xfrm>
            <a:off x="6949440" y="2953512"/>
            <a:ext cx="4507992" cy="384048"/>
          </a:xfrm>
          <a:prstGeom prst="rect">
            <a:avLst/>
          </a:prstGeom>
          <a:noFill/>
          <a:ln/>
        </p:spPr>
        <p:txBody>
          <a:bodyPr wrap="square" lIns="0" tIns="0" rIns="0" bIns="0" rtlCol="0" anchor="ctr"/>
          <a:lstStyle/>
          <a:p>
            <a:pPr algn="l" indent="0" marL="0">
              <a:buNone/>
            </a:pPr>
            <a:r>
              <a:rPr lang="en-US" sz="1500" b="1" dirty="0">
                <a:solidFill>
                  <a:schemeClr val="accent3"/>
                </a:solidFill>
              </a:rPr>
              <a:t>? Question</a:t>
            </a:r>
            <a:endParaRPr lang="en-US" sz="1500" dirty="0"/>
          </a:p>
        </p:txBody>
      </p:sp>
      <p:sp>
        <p:nvSpPr>
          <p:cNvPr id="22" name="Text 19"/>
          <p:cNvSpPr txBox="1"/>
          <p:nvPr/>
        </p:nvSpPr>
        <p:spPr>
          <a:xfrm>
            <a:off x="6949440" y="3355848"/>
            <a:ext cx="4507992" cy="777240"/>
          </a:xfrm>
          <a:prstGeom prst="rect">
            <a:avLst/>
          </a:prstGeom>
          <a:noFill/>
          <a:ln/>
        </p:spPr>
        <p:txBody>
          <a:bodyPr wrap="square" lIns="0" tIns="0" rIns="0" bIns="0" rtlCol="0" anchor="t"/>
          <a:lstStyle/>
          <a:p>
            <a:pPr algn="l" indent="0" marL="0">
              <a:spcAft>
                <a:spcPts val="400"/>
              </a:spcAft>
              <a:buNone/>
            </a:pPr>
            <a:r>
              <a:rPr lang="en-US" sz="1600" b="1" i="1" dirty="0">
                <a:solidFill>
                  <a:schemeClr val="tx1"/>
                </a:solidFill>
              </a:rPr>
              <a:t>Was</a:t>
            </a:r>
            <a:r>
              <a:rPr lang="en-US" sz="1600" i="1" dirty="0">
                <a:solidFill>
                  <a:schemeClr val="tx1"/>
                </a:solidFill>
              </a:rPr>
              <a:t> it good? · </a:t>
            </a:r>
            <a:r>
              <a:rPr lang="en-US" sz="1600" b="1" i="1" dirty="0">
                <a:solidFill>
                  <a:schemeClr val="tx1"/>
                </a:solidFill>
              </a:rPr>
              <a:t>Were</a:t>
            </a:r>
            <a:r>
              <a:rPr lang="en-US" sz="1600" i="1" dirty="0">
                <a:solidFill>
                  <a:schemeClr val="tx1"/>
                </a:solidFill>
              </a:rPr>
              <a:t> you at home?</a:t>
            </a:r>
            <a:endParaRPr lang="en-US" sz="1600" dirty="0"/>
          </a:p>
        </p:txBody>
      </p:sp>
      <p:sp>
        <p:nvSpPr>
          <p:cNvPr id="23" name="Shape 20"/>
          <p:cNvSpPr/>
          <p:nvPr/>
        </p:nvSpPr>
        <p:spPr>
          <a:xfrm>
            <a:off x="548640" y="4389120"/>
            <a:ext cx="11091672" cy="1188720"/>
          </a:xfrm>
          <a:prstGeom prst="roundRect">
            <a:avLst>
              <a:gd name="adj" fmla="val 9231"/>
            </a:avLst>
          </a:prstGeom>
          <a:solidFill>
            <a:srgbClr val="FBEDEB"/>
          </a:solidFill>
          <a:ln w="19050">
            <a:solidFill>
              <a:srgbClr val="B83227"/>
            </a:solidFill>
            <a:prstDash val="solid"/>
          </a:ln>
        </p:spPr>
      </p:sp>
      <p:sp>
        <p:nvSpPr>
          <p:cNvPr id="24" name="Shape 21"/>
          <p:cNvSpPr/>
          <p:nvPr/>
        </p:nvSpPr>
        <p:spPr>
          <a:xfrm>
            <a:off x="731520" y="4535424"/>
            <a:ext cx="128016" cy="253472"/>
          </a:xfrm>
          <a:prstGeom prst="rect">
            <a:avLst/>
          </a:prstGeom>
          <a:solidFill>
            <a:srgbClr val="1F4FA3"/>
          </a:solidFill>
          <a:ln w="12700">
            <a:solidFill>
              <a:srgbClr val="FFFFFF">
                <a:alpha val="0"/>
              </a:srgbClr>
            </a:solidFill>
            <a:prstDash val="solid"/>
          </a:ln>
        </p:spPr>
      </p:sp>
      <p:sp>
        <p:nvSpPr>
          <p:cNvPr id="25" name="Shape 22"/>
          <p:cNvSpPr/>
          <p:nvPr/>
        </p:nvSpPr>
        <p:spPr>
          <a:xfrm>
            <a:off x="859536" y="4535424"/>
            <a:ext cx="128016" cy="253472"/>
          </a:xfrm>
          <a:prstGeom prst="rect">
            <a:avLst/>
          </a:prstGeom>
          <a:solidFill>
            <a:srgbClr val="FFFFFF"/>
          </a:solidFill>
          <a:ln w="12700">
            <a:solidFill>
              <a:srgbClr val="FFFFFF">
                <a:alpha val="0"/>
              </a:srgbClr>
            </a:solidFill>
            <a:prstDash val="solid"/>
          </a:ln>
        </p:spPr>
      </p:sp>
      <p:sp>
        <p:nvSpPr>
          <p:cNvPr id="26" name="Shape 23"/>
          <p:cNvSpPr/>
          <p:nvPr/>
        </p:nvSpPr>
        <p:spPr>
          <a:xfrm>
            <a:off x="987552" y="4535424"/>
            <a:ext cx="128016" cy="253472"/>
          </a:xfrm>
          <a:prstGeom prst="rect">
            <a:avLst/>
          </a:prstGeom>
          <a:solidFill>
            <a:srgbClr val="E2232A"/>
          </a:solidFill>
          <a:ln w="12700">
            <a:solidFill>
              <a:srgbClr val="FFFFFF">
                <a:alpha val="0"/>
              </a:srgbClr>
            </a:solidFill>
            <a:prstDash val="solid"/>
          </a:ln>
        </p:spPr>
      </p:sp>
      <p:sp>
        <p:nvSpPr>
          <p:cNvPr id="27" name="Shape 24"/>
          <p:cNvSpPr/>
          <p:nvPr/>
        </p:nvSpPr>
        <p:spPr>
          <a:xfrm>
            <a:off x="731520" y="4535424"/>
            <a:ext cx="384048" cy="253472"/>
          </a:xfrm>
          <a:prstGeom prst="rect">
            <a:avLst/>
          </a:prstGeom>
          <a:noFill/>
          <a:ln w="9525">
            <a:solidFill>
              <a:srgbClr val="B8C2CF"/>
            </a:solidFill>
            <a:prstDash val="solid"/>
          </a:ln>
        </p:spPr>
      </p:sp>
      <p:sp>
        <p:nvSpPr>
          <p:cNvPr id="28" name="Text 25"/>
          <p:cNvSpPr txBox="1"/>
          <p:nvPr/>
        </p:nvSpPr>
        <p:spPr>
          <a:xfrm>
            <a:off x="1152144" y="446227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29" name="Shape 26"/>
          <p:cNvSpPr/>
          <p:nvPr/>
        </p:nvSpPr>
        <p:spPr>
          <a:xfrm>
            <a:off x="1444752" y="4535424"/>
            <a:ext cx="384048" cy="253472"/>
          </a:xfrm>
          <a:prstGeom prst="rect">
            <a:avLst/>
          </a:prstGeom>
          <a:solidFill>
            <a:srgbClr val="1F3B87"/>
          </a:solidFill>
          <a:ln w="12700">
            <a:solidFill>
              <a:srgbClr val="FFFFFF">
                <a:alpha val="0"/>
              </a:srgbClr>
            </a:solidFill>
            <a:prstDash val="solid"/>
          </a:ln>
        </p:spPr>
      </p:sp>
      <p:sp>
        <p:nvSpPr>
          <p:cNvPr id="30" name="Shape 27"/>
          <p:cNvSpPr/>
          <p:nvPr/>
        </p:nvSpPr>
        <p:spPr>
          <a:xfrm>
            <a:off x="1444752" y="453542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31" name="Shape 28"/>
          <p:cNvSpPr/>
          <p:nvPr/>
        </p:nvSpPr>
        <p:spPr>
          <a:xfrm>
            <a:off x="1444752" y="453542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32" name="Shape 29"/>
          <p:cNvSpPr/>
          <p:nvPr/>
        </p:nvSpPr>
        <p:spPr>
          <a:xfrm>
            <a:off x="1594193" y="4535424"/>
            <a:ext cx="85166" cy="253472"/>
          </a:xfrm>
          <a:prstGeom prst="rect">
            <a:avLst/>
          </a:prstGeom>
          <a:solidFill>
            <a:srgbClr val="FFFFFF"/>
          </a:solidFill>
          <a:ln w="12700">
            <a:solidFill>
              <a:srgbClr val="FFFFFF">
                <a:alpha val="0"/>
              </a:srgbClr>
            </a:solidFill>
            <a:prstDash val="solid"/>
          </a:ln>
        </p:spPr>
      </p:sp>
      <p:sp>
        <p:nvSpPr>
          <p:cNvPr id="33" name="Shape 30"/>
          <p:cNvSpPr/>
          <p:nvPr/>
        </p:nvSpPr>
        <p:spPr>
          <a:xfrm>
            <a:off x="1444752" y="4619577"/>
            <a:ext cx="384048" cy="85166"/>
          </a:xfrm>
          <a:prstGeom prst="rect">
            <a:avLst/>
          </a:prstGeom>
          <a:solidFill>
            <a:srgbClr val="FFFFFF"/>
          </a:solidFill>
          <a:ln w="12700">
            <a:solidFill>
              <a:srgbClr val="FFFFFF">
                <a:alpha val="0"/>
              </a:srgbClr>
            </a:solidFill>
            <a:prstDash val="solid"/>
          </a:ln>
        </p:spPr>
      </p:sp>
      <p:sp>
        <p:nvSpPr>
          <p:cNvPr id="34" name="Shape 31"/>
          <p:cNvSpPr/>
          <p:nvPr/>
        </p:nvSpPr>
        <p:spPr>
          <a:xfrm>
            <a:off x="1612443" y="4535424"/>
            <a:ext cx="48667" cy="253472"/>
          </a:xfrm>
          <a:prstGeom prst="rect">
            <a:avLst/>
          </a:prstGeom>
          <a:solidFill>
            <a:srgbClr val="C8102E"/>
          </a:solidFill>
          <a:ln w="12700">
            <a:solidFill>
              <a:srgbClr val="FFFFFF">
                <a:alpha val="0"/>
              </a:srgbClr>
            </a:solidFill>
            <a:prstDash val="solid"/>
          </a:ln>
        </p:spPr>
      </p:sp>
      <p:sp>
        <p:nvSpPr>
          <p:cNvPr id="35" name="Shape 32"/>
          <p:cNvSpPr/>
          <p:nvPr/>
        </p:nvSpPr>
        <p:spPr>
          <a:xfrm>
            <a:off x="1444752" y="4637827"/>
            <a:ext cx="384048" cy="48667"/>
          </a:xfrm>
          <a:prstGeom prst="rect">
            <a:avLst/>
          </a:prstGeom>
          <a:solidFill>
            <a:srgbClr val="C8102E"/>
          </a:solidFill>
          <a:ln w="12700">
            <a:solidFill>
              <a:srgbClr val="FFFFFF">
                <a:alpha val="0"/>
              </a:srgbClr>
            </a:solidFill>
            <a:prstDash val="solid"/>
          </a:ln>
        </p:spPr>
      </p:sp>
      <p:sp>
        <p:nvSpPr>
          <p:cNvPr id="36" name="Shape 33"/>
          <p:cNvSpPr/>
          <p:nvPr/>
        </p:nvSpPr>
        <p:spPr>
          <a:xfrm>
            <a:off x="1444752" y="4535424"/>
            <a:ext cx="384048" cy="253472"/>
          </a:xfrm>
          <a:prstGeom prst="rect">
            <a:avLst/>
          </a:prstGeom>
          <a:noFill/>
          <a:ln w="9525">
            <a:solidFill>
              <a:srgbClr val="B8C2CF"/>
            </a:solidFill>
            <a:prstDash val="solid"/>
          </a:ln>
        </p:spPr>
      </p:sp>
      <p:sp>
        <p:nvSpPr>
          <p:cNvPr id="37" name="Text 34"/>
          <p:cNvSpPr txBox="1"/>
          <p:nvPr/>
        </p:nvSpPr>
        <p:spPr>
          <a:xfrm>
            <a:off x="1965960" y="4462272"/>
            <a:ext cx="9537192" cy="384048"/>
          </a:xfrm>
          <a:prstGeom prst="rect">
            <a:avLst/>
          </a:prstGeom>
          <a:noFill/>
          <a:ln/>
        </p:spPr>
        <p:txBody>
          <a:bodyPr wrap="square" lIns="0" tIns="0" rIns="0" bIns="0" rtlCol="0" anchor="ctr"/>
          <a:lstStyle/>
          <a:p>
            <a:pPr algn="l" indent="0" marL="0">
              <a:buNone/>
            </a:pPr>
            <a:r>
              <a:rPr lang="en-US" sz="1500" b="1" dirty="0">
                <a:solidFill>
                  <a:schemeClr val="accent6"/>
                </a:solidFill>
              </a:rPr>
              <a:t>Piège pour francophones</a:t>
            </a:r>
            <a:endParaRPr lang="en-US" sz="1500" dirty="0"/>
          </a:p>
        </p:txBody>
      </p:sp>
      <p:sp>
        <p:nvSpPr>
          <p:cNvPr id="38" name="Text 35"/>
          <p:cNvSpPr txBox="1"/>
          <p:nvPr/>
        </p:nvSpPr>
        <p:spPr>
          <a:xfrm>
            <a:off x="731520" y="4892040"/>
            <a:ext cx="10725912" cy="621792"/>
          </a:xfrm>
          <a:prstGeom prst="rect">
            <a:avLst/>
          </a:prstGeom>
          <a:noFill/>
          <a:ln/>
        </p:spPr>
        <p:txBody>
          <a:bodyPr wrap="square" lIns="0" tIns="0" rIns="0" bIns="0" rtlCol="0" anchor="t"/>
          <a:lstStyle/>
          <a:p>
            <a:pPr algn="l" indent="0" marL="0">
              <a:spcAft>
                <a:spcPts val="400"/>
              </a:spcAft>
              <a:buNone/>
            </a:pPr>
            <a:r>
              <a:rPr lang="en-US" sz="1600" dirty="0">
                <a:solidFill>
                  <a:schemeClr val="tx1"/>
                </a:solidFill>
              </a:rPr>
              <a:t>Pas de </a:t>
            </a:r>
            <a:r>
              <a:rPr lang="en-US" sz="1600" i="1" dirty="0">
                <a:solidFill>
                  <a:schemeClr val="tx1"/>
                </a:solidFill>
              </a:rPr>
              <a:t>did</a:t>
            </a:r>
            <a:r>
              <a:rPr lang="en-US" sz="1600" dirty="0">
                <a:solidFill>
                  <a:schemeClr val="tx1"/>
                </a:solidFill>
              </a:rPr>
              <a:t> avec </a:t>
            </a:r>
            <a:r>
              <a:rPr lang="en-US" sz="1600" i="1" dirty="0">
                <a:solidFill>
                  <a:schemeClr val="tx1"/>
                </a:solidFill>
              </a:rPr>
              <a:t>be</a:t>
            </a:r>
            <a:r>
              <a:rPr lang="en-US" sz="1600" dirty="0">
                <a:solidFill>
                  <a:schemeClr val="tx1"/>
                </a:solidFill>
              </a:rPr>
              <a:t> ! ✗ </a:t>
            </a:r>
            <a:r>
              <a:rPr lang="en-US" sz="1600" i="1" dirty="0">
                <a:solidFill>
                  <a:schemeClr val="tx1"/>
                </a:solidFill>
              </a:rPr>
              <a:t>Did you were tired?</a:t>
            </a:r>
            <a:r>
              <a:rPr lang="en-US" sz="1600" dirty="0">
                <a:solidFill>
                  <a:schemeClr val="tx1"/>
                </a:solidFill>
              </a:rPr>
              <a:t> → ✓ </a:t>
            </a:r>
            <a:r>
              <a:rPr lang="en-US" sz="1600" b="1" i="1" dirty="0">
                <a:solidFill>
                  <a:schemeClr val="tx1"/>
                </a:solidFill>
              </a:rPr>
              <a:t>Were</a:t>
            </a:r>
            <a:r>
              <a:rPr lang="en-US" sz="1600" i="1" dirty="0">
                <a:solidFill>
                  <a:schemeClr val="tx1"/>
                </a:solidFill>
              </a:rPr>
              <a:t> you tired?</a:t>
            </a:r>
            <a:r>
              <a:rPr lang="en-US" sz="1600" dirty="0">
                <a:solidFill>
                  <a:schemeClr val="tx1"/>
                </a:solidFill>
              </a:rPr>
              <a:t> · ✗ </a:t>
            </a:r>
            <a:r>
              <a:rPr lang="en-US" sz="1600" i="1" dirty="0">
                <a:solidFill>
                  <a:schemeClr val="tx1"/>
                </a:solidFill>
              </a:rPr>
              <a:t>I didn’t be</a:t>
            </a:r>
            <a:r>
              <a:rPr lang="en-US" sz="1600" dirty="0">
                <a:solidFill>
                  <a:schemeClr val="tx1"/>
                </a:solidFill>
              </a:rPr>
              <a:t> → ✓ </a:t>
            </a:r>
            <a:r>
              <a:rPr lang="en-US" sz="1600" i="1" dirty="0">
                <a:solidFill>
                  <a:schemeClr val="tx1"/>
                </a:solidFill>
              </a:rPr>
              <a:t>I </a:t>
            </a:r>
            <a:r>
              <a:rPr lang="en-US" sz="1600" b="1" i="1" dirty="0">
                <a:solidFill>
                  <a:schemeClr val="tx1"/>
                </a:solidFill>
              </a:rPr>
              <a:t>wasn’t</a:t>
            </a:r>
            <a:endParaRPr lang="en-US" sz="1600" dirty="0"/>
          </a:p>
        </p:txBody>
      </p:sp>
      <p:sp>
        <p:nvSpPr>
          <p:cNvPr id="39" name="Shape 36"/>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40" name="Text 37"/>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i="1" dirty="0">
                <a:solidFill>
                  <a:schemeClr val="bg1"/>
                </a:solidFill>
              </a:rPr>
              <a:t>be</a:t>
            </a:r>
            <a:r>
              <a:rPr lang="en-US" sz="1600" dirty="0">
                <a:solidFill>
                  <a:schemeClr val="bg1"/>
                </a:solidFill>
              </a:rPr>
              <a:t> est le seul verbe à </a:t>
            </a:r>
            <a:r>
              <a:rPr lang="en-US" sz="1600" b="1" dirty="0">
                <a:solidFill>
                  <a:schemeClr val="bg1"/>
                </a:solidFill>
              </a:rPr>
              <a:t>deux formes</a:t>
            </a:r>
            <a:r>
              <a:rPr lang="en-US" sz="1600" dirty="0">
                <a:solidFill>
                  <a:schemeClr val="bg1"/>
                </a:solidFill>
              </a:rPr>
              <a:t> au past simple.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Negative: didn’t + base form</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914400" y="1554480"/>
            <a:ext cx="763341" cy="640080"/>
          </a:xfrm>
          <a:prstGeom prst="roundRect">
            <a:avLst>
              <a:gd name="adj" fmla="val 14286"/>
            </a:avLst>
          </a:prstGeom>
          <a:solidFill>
            <a:srgbClr val="FFFFFF"/>
          </a:solidFill>
          <a:ln w="15875">
            <a:solidFill>
              <a:srgbClr val="D5DCE6"/>
            </a:solidFill>
            <a:prstDash val="solid"/>
          </a:ln>
        </p:spPr>
      </p:sp>
      <p:sp>
        <p:nvSpPr>
          <p:cNvPr id="6" name="Text 3"/>
          <p:cNvSpPr txBox="1"/>
          <p:nvPr/>
        </p:nvSpPr>
        <p:spPr>
          <a:xfrm>
            <a:off x="914400" y="1554480"/>
            <a:ext cx="763341" cy="640080"/>
          </a:xfrm>
          <a:prstGeom prst="rect">
            <a:avLst/>
          </a:prstGeom>
          <a:noFill/>
          <a:ln/>
        </p:spPr>
        <p:txBody>
          <a:bodyPr wrap="square" lIns="0" tIns="0" rIns="0" bIns="0" rtlCol="0" anchor="ctr"/>
          <a:lstStyle/>
          <a:p>
            <a:pPr algn="ctr" indent="0" marL="0">
              <a:buNone/>
            </a:pPr>
            <a:r>
              <a:rPr lang="en-US" sz="2200" i="1" dirty="0">
                <a:solidFill>
                  <a:schemeClr val="tx1"/>
                </a:solidFill>
              </a:rPr>
              <a:t>She</a:t>
            </a:r>
            <a:endParaRPr lang="en-US" sz="2200" dirty="0"/>
          </a:p>
        </p:txBody>
      </p:sp>
      <p:sp>
        <p:nvSpPr>
          <p:cNvPr id="7" name="Shape 4"/>
          <p:cNvSpPr/>
          <p:nvPr/>
        </p:nvSpPr>
        <p:spPr>
          <a:xfrm>
            <a:off x="1750893" y="1554480"/>
            <a:ext cx="1279575" cy="640080"/>
          </a:xfrm>
          <a:prstGeom prst="roundRect">
            <a:avLst>
              <a:gd name="adj" fmla="val 14286"/>
            </a:avLst>
          </a:prstGeom>
          <a:solidFill>
            <a:srgbClr val="FBEDEB"/>
          </a:solidFill>
          <a:ln w="22225">
            <a:solidFill>
              <a:srgbClr val="B83227"/>
            </a:solidFill>
            <a:prstDash val="solid"/>
          </a:ln>
        </p:spPr>
      </p:sp>
      <p:sp>
        <p:nvSpPr>
          <p:cNvPr id="8" name="Text 5"/>
          <p:cNvSpPr txBox="1"/>
          <p:nvPr/>
        </p:nvSpPr>
        <p:spPr>
          <a:xfrm>
            <a:off x="1750893" y="1554480"/>
            <a:ext cx="1279575" cy="640080"/>
          </a:xfrm>
          <a:prstGeom prst="rect">
            <a:avLst/>
          </a:prstGeom>
          <a:noFill/>
          <a:ln/>
        </p:spPr>
        <p:txBody>
          <a:bodyPr wrap="square" lIns="0" tIns="0" rIns="0" bIns="0" rtlCol="0" anchor="ctr"/>
          <a:lstStyle/>
          <a:p>
            <a:pPr algn="ctr" indent="0" marL="0">
              <a:buNone/>
            </a:pPr>
            <a:r>
              <a:rPr lang="en-US" sz="2200" b="1" i="1" dirty="0">
                <a:solidFill>
                  <a:schemeClr val="accent6"/>
                </a:solidFill>
              </a:rPr>
              <a:t>visit</a:t>
            </a:r>
            <a:endParaRPr lang="en-US" sz="2200" dirty="0"/>
          </a:p>
        </p:txBody>
      </p:sp>
      <p:sp>
        <p:nvSpPr>
          <p:cNvPr id="9" name="Shape 6"/>
          <p:cNvSpPr/>
          <p:nvPr/>
        </p:nvSpPr>
        <p:spPr>
          <a:xfrm>
            <a:off x="3048756" y="1554480"/>
            <a:ext cx="642626" cy="640080"/>
          </a:xfrm>
          <a:prstGeom prst="roundRect">
            <a:avLst>
              <a:gd name="adj" fmla="val 14286"/>
            </a:avLst>
          </a:prstGeom>
          <a:solidFill>
            <a:schemeClr val="accent1"/>
          </a:solidFill>
          <a:ln w="12700">
            <a:solidFill>
              <a:srgbClr val="FFFFFF">
                <a:alpha val="0"/>
              </a:srgbClr>
            </a:solidFill>
            <a:prstDash val="solid"/>
          </a:ln>
        </p:spPr>
      </p:sp>
      <p:sp>
        <p:nvSpPr>
          <p:cNvPr id="10" name="Text 7"/>
          <p:cNvSpPr txBox="1"/>
          <p:nvPr/>
        </p:nvSpPr>
        <p:spPr>
          <a:xfrm>
            <a:off x="3048756" y="1554480"/>
            <a:ext cx="642626" cy="640080"/>
          </a:xfrm>
          <a:prstGeom prst="rect">
            <a:avLst/>
          </a:prstGeom>
          <a:noFill/>
          <a:ln/>
        </p:spPr>
        <p:txBody>
          <a:bodyPr wrap="square" lIns="0" tIns="0" rIns="0" bIns="0" rtlCol="0" anchor="ctr"/>
          <a:lstStyle/>
          <a:p>
            <a:pPr algn="ctr" indent="0" marL="0">
              <a:buNone/>
            </a:pPr>
            <a:r>
              <a:rPr lang="en-US" sz="2200" b="1" i="1" dirty="0">
                <a:solidFill>
                  <a:schemeClr val="bg1"/>
                </a:solidFill>
              </a:rPr>
              <a:t>ed</a:t>
            </a:r>
            <a:endParaRPr lang="en-US" sz="2200" dirty="0"/>
          </a:p>
        </p:txBody>
      </p:sp>
      <p:sp>
        <p:nvSpPr>
          <p:cNvPr id="11" name="Shape 8"/>
          <p:cNvSpPr/>
          <p:nvPr/>
        </p:nvSpPr>
        <p:spPr>
          <a:xfrm>
            <a:off x="3764534" y="1554480"/>
            <a:ext cx="2803185" cy="640080"/>
          </a:xfrm>
          <a:prstGeom prst="roundRect">
            <a:avLst>
              <a:gd name="adj" fmla="val 14286"/>
            </a:avLst>
          </a:prstGeom>
          <a:solidFill>
            <a:srgbClr val="FFFFFF"/>
          </a:solidFill>
          <a:ln w="15875">
            <a:solidFill>
              <a:srgbClr val="D5DCE6"/>
            </a:solidFill>
            <a:prstDash val="solid"/>
          </a:ln>
        </p:spPr>
      </p:sp>
      <p:sp>
        <p:nvSpPr>
          <p:cNvPr id="12" name="Text 9"/>
          <p:cNvSpPr txBox="1"/>
          <p:nvPr/>
        </p:nvSpPr>
        <p:spPr>
          <a:xfrm>
            <a:off x="3764534" y="1554480"/>
            <a:ext cx="2803185" cy="640080"/>
          </a:xfrm>
          <a:prstGeom prst="rect">
            <a:avLst/>
          </a:prstGeom>
          <a:noFill/>
          <a:ln/>
        </p:spPr>
        <p:txBody>
          <a:bodyPr wrap="square" lIns="0" tIns="0" rIns="0" bIns="0" rtlCol="0" anchor="ctr"/>
          <a:lstStyle/>
          <a:p>
            <a:pPr algn="ctr" indent="0" marL="0">
              <a:buNone/>
            </a:pPr>
            <a:r>
              <a:rPr lang="en-US" sz="2200" i="1" dirty="0">
                <a:solidFill>
                  <a:schemeClr val="tx1"/>
                </a:solidFill>
              </a:rPr>
              <a:t>her grandmother.</a:t>
            </a:r>
            <a:endParaRPr lang="en-US" sz="2200" dirty="0"/>
          </a:p>
        </p:txBody>
      </p:sp>
      <p:sp>
        <p:nvSpPr>
          <p:cNvPr id="13" name="Shape 10"/>
          <p:cNvSpPr/>
          <p:nvPr/>
        </p:nvSpPr>
        <p:spPr>
          <a:xfrm>
            <a:off x="914400" y="2971800"/>
            <a:ext cx="763341" cy="640080"/>
          </a:xfrm>
          <a:prstGeom prst="roundRect">
            <a:avLst>
              <a:gd name="adj" fmla="val 14286"/>
            </a:avLst>
          </a:prstGeom>
          <a:solidFill>
            <a:srgbClr val="FFFFFF"/>
          </a:solidFill>
          <a:ln w="15875">
            <a:solidFill>
              <a:srgbClr val="D5DCE6"/>
            </a:solidFill>
            <a:prstDash val="solid"/>
          </a:ln>
        </p:spPr>
      </p:sp>
      <p:sp>
        <p:nvSpPr>
          <p:cNvPr id="14" name="Text 11"/>
          <p:cNvSpPr txBox="1"/>
          <p:nvPr/>
        </p:nvSpPr>
        <p:spPr>
          <a:xfrm>
            <a:off x="914400" y="2971800"/>
            <a:ext cx="763341" cy="640080"/>
          </a:xfrm>
          <a:prstGeom prst="rect">
            <a:avLst/>
          </a:prstGeom>
          <a:noFill/>
          <a:ln/>
        </p:spPr>
        <p:txBody>
          <a:bodyPr wrap="square" lIns="0" tIns="0" rIns="0" bIns="0" rtlCol="0" anchor="ctr"/>
          <a:lstStyle/>
          <a:p>
            <a:pPr algn="ctr" indent="0" marL="0">
              <a:buNone/>
            </a:pPr>
            <a:r>
              <a:rPr lang="en-US" sz="2200" i="1" dirty="0">
                <a:solidFill>
                  <a:schemeClr val="tx1"/>
                </a:solidFill>
              </a:rPr>
              <a:t>She</a:t>
            </a:r>
            <a:endParaRPr lang="en-US" sz="2200" dirty="0"/>
          </a:p>
        </p:txBody>
      </p:sp>
      <p:sp>
        <p:nvSpPr>
          <p:cNvPr id="15" name="Text 12"/>
          <p:cNvSpPr txBox="1"/>
          <p:nvPr/>
        </p:nvSpPr>
        <p:spPr>
          <a:xfrm>
            <a:off x="594360" y="3648456"/>
            <a:ext cx="1403421"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16" name="Shape 13"/>
          <p:cNvSpPr/>
          <p:nvPr/>
        </p:nvSpPr>
        <p:spPr>
          <a:xfrm>
            <a:off x="1750893" y="2971800"/>
            <a:ext cx="928094" cy="640080"/>
          </a:xfrm>
          <a:prstGeom prst="roundRect">
            <a:avLst>
              <a:gd name="adj" fmla="val 14286"/>
            </a:avLst>
          </a:prstGeom>
          <a:solidFill>
            <a:schemeClr val="tx2"/>
          </a:solidFill>
          <a:ln w="12700">
            <a:solidFill>
              <a:srgbClr val="FFFFFF">
                <a:alpha val="0"/>
              </a:srgbClr>
            </a:solidFill>
            <a:prstDash val="solid"/>
          </a:ln>
        </p:spPr>
      </p:sp>
      <p:sp>
        <p:nvSpPr>
          <p:cNvPr id="17" name="Text 14"/>
          <p:cNvSpPr txBox="1"/>
          <p:nvPr/>
        </p:nvSpPr>
        <p:spPr>
          <a:xfrm>
            <a:off x="1750893" y="2971800"/>
            <a:ext cx="928094" cy="640080"/>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18" name="Text 15"/>
          <p:cNvSpPr txBox="1"/>
          <p:nvPr/>
        </p:nvSpPr>
        <p:spPr>
          <a:xfrm>
            <a:off x="1430853" y="3648456"/>
            <a:ext cx="1568174" cy="274320"/>
          </a:xfrm>
          <a:prstGeom prst="rect">
            <a:avLst/>
          </a:prstGeom>
          <a:noFill/>
          <a:ln/>
        </p:spPr>
        <p:txBody>
          <a:bodyPr wrap="square" lIns="0" tIns="0" rIns="0" bIns="0" rtlCol="0" anchor="t"/>
          <a:lstStyle/>
          <a:p>
            <a:pPr algn="ctr" indent="0" marL="0">
              <a:buNone/>
            </a:pPr>
            <a:r>
              <a:rPr lang="en-US" sz="1100" b="1" dirty="0">
                <a:solidFill>
                  <a:schemeClr val="tx2"/>
                </a:solidFill>
              </a:rPr>
              <a:t>AUX</a:t>
            </a:r>
            <a:endParaRPr lang="en-US" sz="1100" dirty="0"/>
          </a:p>
        </p:txBody>
      </p:sp>
      <p:sp>
        <p:nvSpPr>
          <p:cNvPr id="19" name="Shape 16"/>
          <p:cNvSpPr/>
          <p:nvPr/>
        </p:nvSpPr>
        <p:spPr>
          <a:xfrm>
            <a:off x="2697275" y="2971800"/>
            <a:ext cx="818366" cy="640080"/>
          </a:xfrm>
          <a:prstGeom prst="roundRect">
            <a:avLst>
              <a:gd name="adj" fmla="val 14286"/>
            </a:avLst>
          </a:prstGeom>
          <a:solidFill>
            <a:schemeClr val="accent6"/>
          </a:solidFill>
          <a:ln w="12700">
            <a:solidFill>
              <a:srgbClr val="FFFFFF">
                <a:alpha val="0"/>
              </a:srgbClr>
            </a:solidFill>
            <a:prstDash val="solid"/>
          </a:ln>
        </p:spPr>
      </p:sp>
      <p:sp>
        <p:nvSpPr>
          <p:cNvPr id="20" name="Text 17"/>
          <p:cNvSpPr txBox="1"/>
          <p:nvPr/>
        </p:nvSpPr>
        <p:spPr>
          <a:xfrm>
            <a:off x="2697275" y="2971800"/>
            <a:ext cx="818366" cy="640080"/>
          </a:xfrm>
          <a:prstGeom prst="rect">
            <a:avLst/>
          </a:prstGeom>
          <a:noFill/>
          <a:ln/>
        </p:spPr>
        <p:txBody>
          <a:bodyPr wrap="square" lIns="0" tIns="0" rIns="0" bIns="0" rtlCol="0" anchor="ctr"/>
          <a:lstStyle/>
          <a:p>
            <a:pPr algn="ctr" indent="0" marL="0">
              <a:buNone/>
            </a:pPr>
            <a:r>
              <a:rPr lang="en-US" sz="2200" b="1" i="1" dirty="0">
                <a:solidFill>
                  <a:schemeClr val="bg1"/>
                </a:solidFill>
              </a:rPr>
              <a:t>n’t</a:t>
            </a:r>
            <a:endParaRPr lang="en-US" sz="2200" dirty="0"/>
          </a:p>
        </p:txBody>
      </p:sp>
      <p:sp>
        <p:nvSpPr>
          <p:cNvPr id="21" name="Text 18"/>
          <p:cNvSpPr txBox="1"/>
          <p:nvPr/>
        </p:nvSpPr>
        <p:spPr>
          <a:xfrm>
            <a:off x="2377235" y="3648456"/>
            <a:ext cx="1458446" cy="274320"/>
          </a:xfrm>
          <a:prstGeom prst="rect">
            <a:avLst/>
          </a:prstGeom>
          <a:noFill/>
          <a:ln/>
        </p:spPr>
        <p:txBody>
          <a:bodyPr wrap="square" lIns="0" tIns="0" rIns="0" bIns="0" rtlCol="0" anchor="t"/>
          <a:lstStyle/>
          <a:p>
            <a:pPr algn="ctr" indent="0" marL="0">
              <a:buNone/>
            </a:pPr>
            <a:r>
              <a:rPr lang="en-US" sz="1100" b="1" dirty="0">
                <a:solidFill>
                  <a:schemeClr val="accent6"/>
                </a:solidFill>
              </a:rPr>
              <a:t>NOT</a:t>
            </a:r>
            <a:endParaRPr lang="en-US" sz="1100" dirty="0"/>
          </a:p>
        </p:txBody>
      </p:sp>
      <p:sp>
        <p:nvSpPr>
          <p:cNvPr id="22" name="Shape 19"/>
          <p:cNvSpPr/>
          <p:nvPr/>
        </p:nvSpPr>
        <p:spPr>
          <a:xfrm>
            <a:off x="3588793" y="2971800"/>
            <a:ext cx="1279575" cy="640080"/>
          </a:xfrm>
          <a:prstGeom prst="roundRect">
            <a:avLst>
              <a:gd name="adj" fmla="val 14286"/>
            </a:avLst>
          </a:prstGeom>
          <a:solidFill>
            <a:srgbClr val="FBEDEB"/>
          </a:solidFill>
          <a:ln w="22225">
            <a:solidFill>
              <a:srgbClr val="B83227"/>
            </a:solidFill>
            <a:prstDash val="solid"/>
          </a:ln>
        </p:spPr>
      </p:sp>
      <p:sp>
        <p:nvSpPr>
          <p:cNvPr id="23" name="Text 20"/>
          <p:cNvSpPr txBox="1"/>
          <p:nvPr/>
        </p:nvSpPr>
        <p:spPr>
          <a:xfrm>
            <a:off x="3588793" y="2971800"/>
            <a:ext cx="1279575" cy="640080"/>
          </a:xfrm>
          <a:prstGeom prst="rect">
            <a:avLst/>
          </a:prstGeom>
          <a:noFill/>
          <a:ln/>
        </p:spPr>
        <p:txBody>
          <a:bodyPr wrap="square" lIns="0" tIns="0" rIns="0" bIns="0" rtlCol="0" anchor="ctr"/>
          <a:lstStyle/>
          <a:p>
            <a:pPr algn="ctr" indent="0" marL="0">
              <a:buNone/>
            </a:pPr>
            <a:r>
              <a:rPr lang="en-US" sz="2200" b="1" i="1" dirty="0">
                <a:solidFill>
                  <a:schemeClr val="accent6"/>
                </a:solidFill>
              </a:rPr>
              <a:t>visit</a:t>
            </a:r>
            <a:endParaRPr lang="en-US" sz="2200" dirty="0"/>
          </a:p>
        </p:txBody>
      </p:sp>
      <p:sp>
        <p:nvSpPr>
          <p:cNvPr id="24" name="Text 21"/>
          <p:cNvSpPr txBox="1"/>
          <p:nvPr/>
        </p:nvSpPr>
        <p:spPr>
          <a:xfrm>
            <a:off x="3268753" y="3648456"/>
            <a:ext cx="1919655" cy="274320"/>
          </a:xfrm>
          <a:prstGeom prst="rect">
            <a:avLst/>
          </a:prstGeom>
          <a:noFill/>
          <a:ln/>
        </p:spPr>
        <p:txBody>
          <a:bodyPr wrap="square" lIns="0" tIns="0" rIns="0" bIns="0" rtlCol="0" anchor="t"/>
          <a:lstStyle/>
          <a:p>
            <a:pPr algn="ctr" indent="0" marL="0">
              <a:buNone/>
            </a:pPr>
            <a:r>
              <a:rPr lang="en-US" sz="1100" b="1" dirty="0">
                <a:solidFill>
                  <a:schemeClr val="accent6"/>
                </a:solidFill>
              </a:rPr>
              <a:t>BASE</a:t>
            </a:r>
            <a:endParaRPr lang="en-US" sz="1100" dirty="0"/>
          </a:p>
        </p:txBody>
      </p:sp>
      <p:sp>
        <p:nvSpPr>
          <p:cNvPr id="25" name="Shape 22"/>
          <p:cNvSpPr/>
          <p:nvPr/>
        </p:nvSpPr>
        <p:spPr>
          <a:xfrm>
            <a:off x="4941520" y="2971800"/>
            <a:ext cx="2803185" cy="640080"/>
          </a:xfrm>
          <a:prstGeom prst="roundRect">
            <a:avLst>
              <a:gd name="adj" fmla="val 14286"/>
            </a:avLst>
          </a:prstGeom>
          <a:solidFill>
            <a:srgbClr val="FFFFFF"/>
          </a:solidFill>
          <a:ln w="15875">
            <a:solidFill>
              <a:srgbClr val="D5DCE6"/>
            </a:solidFill>
            <a:prstDash val="solid"/>
          </a:ln>
        </p:spPr>
      </p:sp>
      <p:sp>
        <p:nvSpPr>
          <p:cNvPr id="26" name="Text 23"/>
          <p:cNvSpPr txBox="1"/>
          <p:nvPr/>
        </p:nvSpPr>
        <p:spPr>
          <a:xfrm>
            <a:off x="4941520" y="2971800"/>
            <a:ext cx="2803185" cy="640080"/>
          </a:xfrm>
          <a:prstGeom prst="rect">
            <a:avLst/>
          </a:prstGeom>
          <a:noFill/>
          <a:ln/>
        </p:spPr>
        <p:txBody>
          <a:bodyPr wrap="square" lIns="0" tIns="0" rIns="0" bIns="0" rtlCol="0" anchor="ctr"/>
          <a:lstStyle/>
          <a:p>
            <a:pPr algn="ctr" indent="0" marL="0">
              <a:buNone/>
            </a:pPr>
            <a:r>
              <a:rPr lang="en-US" sz="2200" i="1" dirty="0">
                <a:solidFill>
                  <a:schemeClr val="tx1"/>
                </a:solidFill>
              </a:rPr>
              <a:t>her grandmother.</a:t>
            </a:r>
            <a:endParaRPr lang="en-US" sz="2200" dirty="0"/>
          </a:p>
        </p:txBody>
      </p:sp>
      <p:sp>
        <p:nvSpPr>
          <p:cNvPr id="27" name="Shape 24"/>
          <p:cNvSpPr/>
          <p:nvPr/>
        </p:nvSpPr>
        <p:spPr>
          <a:xfrm flipH="1">
            <a:off x="2214940" y="2240280"/>
            <a:ext cx="1155129" cy="685800"/>
          </a:xfrm>
          <a:prstGeom prst="line">
            <a:avLst/>
          </a:prstGeom>
          <a:noFill/>
          <a:ln w="31750">
            <a:solidFill>
              <a:srgbClr val="D9700F"/>
            </a:solidFill>
            <a:prstDash val="solid"/>
            <a:tailEnd type="triangle"/>
          </a:ln>
        </p:spPr>
      </p:sp>
      <p:sp>
        <p:nvSpPr>
          <p:cNvPr id="28" name="Text 25"/>
          <p:cNvSpPr txBox="1"/>
          <p:nvPr/>
        </p:nvSpPr>
        <p:spPr>
          <a:xfrm>
            <a:off x="3505956" y="2331720"/>
            <a:ext cx="2926080" cy="365760"/>
          </a:xfrm>
          <a:prstGeom prst="rect">
            <a:avLst/>
          </a:prstGeom>
          <a:noFill/>
          <a:ln/>
        </p:spPr>
        <p:txBody>
          <a:bodyPr wrap="square" lIns="0" tIns="0" rIns="0" bIns="0" rtlCol="0" anchor="t"/>
          <a:lstStyle/>
          <a:p>
            <a:pPr algn="l" indent="0" marL="0">
              <a:buNone/>
            </a:pPr>
            <a:r>
              <a:rPr lang="en-US" sz="1400" b="1" i="1" dirty="0">
                <a:solidFill>
                  <a:schemeClr val="accent1"/>
                </a:solidFill>
              </a:rPr>
              <a:t>-ed moves to did</a:t>
            </a:r>
            <a:endParaRPr lang="en-US" sz="1400" dirty="0"/>
          </a:p>
        </p:txBody>
      </p:sp>
      <p:sp>
        <p:nvSpPr>
          <p:cNvPr id="29" name="Shape 26"/>
          <p:cNvSpPr/>
          <p:nvPr/>
        </p:nvSpPr>
        <p:spPr>
          <a:xfrm>
            <a:off x="8412480" y="1554480"/>
            <a:ext cx="606430" cy="640080"/>
          </a:xfrm>
          <a:prstGeom prst="roundRect">
            <a:avLst>
              <a:gd name="adj" fmla="val 15078"/>
            </a:avLst>
          </a:prstGeom>
          <a:solidFill>
            <a:srgbClr val="FFFFFF"/>
          </a:solidFill>
          <a:ln w="15875">
            <a:solidFill>
              <a:srgbClr val="D5DCE6"/>
            </a:solidFill>
            <a:prstDash val="solid"/>
          </a:ln>
        </p:spPr>
      </p:sp>
      <p:sp>
        <p:nvSpPr>
          <p:cNvPr id="30" name="Text 27"/>
          <p:cNvSpPr txBox="1"/>
          <p:nvPr/>
        </p:nvSpPr>
        <p:spPr>
          <a:xfrm>
            <a:off x="8412480" y="1554480"/>
            <a:ext cx="606430" cy="640080"/>
          </a:xfrm>
          <a:prstGeom prst="rect">
            <a:avLst/>
          </a:prstGeom>
          <a:noFill/>
          <a:ln/>
        </p:spPr>
        <p:txBody>
          <a:bodyPr wrap="square" lIns="0" tIns="0" rIns="0" bIns="0" rtlCol="0" anchor="ctr"/>
          <a:lstStyle/>
          <a:p>
            <a:pPr algn="ctr" indent="0" marL="0">
              <a:buNone/>
            </a:pPr>
            <a:r>
              <a:rPr lang="en-US" sz="2200" i="1" dirty="0">
                <a:solidFill>
                  <a:schemeClr val="tx1"/>
                </a:solidFill>
              </a:rPr>
              <a:t>He</a:t>
            </a:r>
            <a:endParaRPr lang="en-US" sz="2200" dirty="0"/>
          </a:p>
        </p:txBody>
      </p:sp>
      <p:sp>
        <p:nvSpPr>
          <p:cNvPr id="31" name="Shape 28"/>
          <p:cNvSpPr/>
          <p:nvPr/>
        </p:nvSpPr>
        <p:spPr>
          <a:xfrm>
            <a:off x="9092062" y="1554480"/>
            <a:ext cx="1103834" cy="640080"/>
          </a:xfrm>
          <a:prstGeom prst="roundRect">
            <a:avLst>
              <a:gd name="adj" fmla="val 14286"/>
            </a:avLst>
          </a:prstGeom>
          <a:solidFill>
            <a:schemeClr val="accent4"/>
          </a:solidFill>
          <a:ln w="12700">
            <a:solidFill>
              <a:srgbClr val="FFFFFF">
                <a:alpha val="0"/>
              </a:srgbClr>
            </a:solidFill>
            <a:prstDash val="solid"/>
          </a:ln>
        </p:spPr>
      </p:sp>
      <p:sp>
        <p:nvSpPr>
          <p:cNvPr id="32" name="Text 29"/>
          <p:cNvSpPr txBox="1"/>
          <p:nvPr/>
        </p:nvSpPr>
        <p:spPr>
          <a:xfrm>
            <a:off x="9092062" y="1554480"/>
            <a:ext cx="1103834" cy="640080"/>
          </a:xfrm>
          <a:prstGeom prst="rect">
            <a:avLst/>
          </a:prstGeom>
          <a:noFill/>
          <a:ln/>
        </p:spPr>
        <p:txBody>
          <a:bodyPr wrap="square" lIns="0" tIns="0" rIns="0" bIns="0" rtlCol="0" anchor="ctr"/>
          <a:lstStyle/>
          <a:p>
            <a:pPr algn="ctr" indent="0" marL="0">
              <a:buNone/>
            </a:pPr>
            <a:r>
              <a:rPr lang="en-US" sz="2200" b="1" i="1" dirty="0">
                <a:solidFill>
                  <a:schemeClr val="bg1"/>
                </a:solidFill>
              </a:rPr>
              <a:t>went</a:t>
            </a:r>
            <a:endParaRPr lang="en-US" sz="2200" dirty="0"/>
          </a:p>
        </p:txBody>
      </p:sp>
      <p:sp>
        <p:nvSpPr>
          <p:cNvPr id="33" name="Text 30"/>
          <p:cNvSpPr txBox="1"/>
          <p:nvPr/>
        </p:nvSpPr>
        <p:spPr>
          <a:xfrm>
            <a:off x="9052560" y="2286000"/>
            <a:ext cx="548640" cy="548640"/>
          </a:xfrm>
          <a:prstGeom prst="rect">
            <a:avLst/>
          </a:prstGeom>
          <a:noFill/>
          <a:ln/>
        </p:spPr>
        <p:txBody>
          <a:bodyPr wrap="square" lIns="0" tIns="0" rIns="0" bIns="0" rtlCol="0" anchor="ctr"/>
          <a:lstStyle/>
          <a:p>
            <a:pPr algn="ctr" indent="0" marL="0">
              <a:buNone/>
            </a:pPr>
            <a:r>
              <a:rPr lang="en-US" sz="2600" b="1" dirty="0">
                <a:solidFill>
                  <a:schemeClr val="accent5"/>
                </a:solidFill>
              </a:rPr>
              <a:t>↓</a:t>
            </a:r>
            <a:endParaRPr lang="en-US" sz="2600" dirty="0"/>
          </a:p>
        </p:txBody>
      </p:sp>
      <p:sp>
        <p:nvSpPr>
          <p:cNvPr id="34" name="Shape 31"/>
          <p:cNvSpPr/>
          <p:nvPr/>
        </p:nvSpPr>
        <p:spPr>
          <a:xfrm>
            <a:off x="8412480" y="2971800"/>
            <a:ext cx="606430" cy="640080"/>
          </a:xfrm>
          <a:prstGeom prst="roundRect">
            <a:avLst>
              <a:gd name="adj" fmla="val 15078"/>
            </a:avLst>
          </a:prstGeom>
          <a:solidFill>
            <a:srgbClr val="FFFFFF"/>
          </a:solidFill>
          <a:ln w="15875">
            <a:solidFill>
              <a:srgbClr val="D5DCE6"/>
            </a:solidFill>
            <a:prstDash val="solid"/>
          </a:ln>
        </p:spPr>
      </p:sp>
      <p:sp>
        <p:nvSpPr>
          <p:cNvPr id="35" name="Text 32"/>
          <p:cNvSpPr txBox="1"/>
          <p:nvPr/>
        </p:nvSpPr>
        <p:spPr>
          <a:xfrm>
            <a:off x="8412480" y="2971800"/>
            <a:ext cx="606430" cy="640080"/>
          </a:xfrm>
          <a:prstGeom prst="rect">
            <a:avLst/>
          </a:prstGeom>
          <a:noFill/>
          <a:ln/>
        </p:spPr>
        <p:txBody>
          <a:bodyPr wrap="square" lIns="0" tIns="0" rIns="0" bIns="0" rtlCol="0" anchor="ctr"/>
          <a:lstStyle/>
          <a:p>
            <a:pPr algn="ctr" indent="0" marL="0">
              <a:buNone/>
            </a:pPr>
            <a:r>
              <a:rPr lang="en-US" sz="2200" i="1" dirty="0">
                <a:solidFill>
                  <a:schemeClr val="tx1"/>
                </a:solidFill>
              </a:rPr>
              <a:t>He</a:t>
            </a:r>
            <a:endParaRPr lang="en-US" sz="2200" dirty="0"/>
          </a:p>
        </p:txBody>
      </p:sp>
      <p:sp>
        <p:nvSpPr>
          <p:cNvPr id="36" name="Shape 33"/>
          <p:cNvSpPr/>
          <p:nvPr/>
        </p:nvSpPr>
        <p:spPr>
          <a:xfrm>
            <a:off x="9092062" y="2971800"/>
            <a:ext cx="1455315" cy="640080"/>
          </a:xfrm>
          <a:prstGeom prst="roundRect">
            <a:avLst>
              <a:gd name="adj" fmla="val 14286"/>
            </a:avLst>
          </a:prstGeom>
          <a:solidFill>
            <a:schemeClr val="tx2"/>
          </a:solidFill>
          <a:ln w="12700">
            <a:solidFill>
              <a:srgbClr val="FFFFFF">
                <a:alpha val="0"/>
              </a:srgbClr>
            </a:solidFill>
            <a:prstDash val="solid"/>
          </a:ln>
        </p:spPr>
      </p:sp>
      <p:sp>
        <p:nvSpPr>
          <p:cNvPr id="37" name="Text 34"/>
          <p:cNvSpPr txBox="1"/>
          <p:nvPr/>
        </p:nvSpPr>
        <p:spPr>
          <a:xfrm>
            <a:off x="9092062" y="2971800"/>
            <a:ext cx="1455315" cy="640080"/>
          </a:xfrm>
          <a:prstGeom prst="rect">
            <a:avLst/>
          </a:prstGeom>
          <a:noFill/>
          <a:ln/>
        </p:spPr>
        <p:txBody>
          <a:bodyPr wrap="square" lIns="0" tIns="0" rIns="0" bIns="0" rtlCol="0" anchor="ctr"/>
          <a:lstStyle/>
          <a:p>
            <a:pPr algn="ctr" indent="0" marL="0">
              <a:buNone/>
            </a:pPr>
            <a:r>
              <a:rPr lang="en-US" sz="2200" b="1" i="1" dirty="0">
                <a:solidFill>
                  <a:schemeClr val="bg1"/>
                </a:solidFill>
              </a:rPr>
              <a:t>didn’t</a:t>
            </a:r>
            <a:endParaRPr lang="en-US" sz="2200" dirty="0"/>
          </a:p>
        </p:txBody>
      </p:sp>
      <p:sp>
        <p:nvSpPr>
          <p:cNvPr id="38" name="Shape 35"/>
          <p:cNvSpPr/>
          <p:nvPr/>
        </p:nvSpPr>
        <p:spPr>
          <a:xfrm>
            <a:off x="10620529" y="2971800"/>
            <a:ext cx="752354" cy="640080"/>
          </a:xfrm>
          <a:prstGeom prst="roundRect">
            <a:avLst>
              <a:gd name="adj" fmla="val 14286"/>
            </a:avLst>
          </a:prstGeom>
          <a:solidFill>
            <a:srgbClr val="FBEDEB"/>
          </a:solidFill>
          <a:ln w="22225">
            <a:solidFill>
              <a:srgbClr val="B83227"/>
            </a:solidFill>
            <a:prstDash val="solid"/>
          </a:ln>
        </p:spPr>
      </p:sp>
      <p:sp>
        <p:nvSpPr>
          <p:cNvPr id="39" name="Text 36"/>
          <p:cNvSpPr txBox="1"/>
          <p:nvPr/>
        </p:nvSpPr>
        <p:spPr>
          <a:xfrm>
            <a:off x="10620529" y="2971800"/>
            <a:ext cx="752354" cy="640080"/>
          </a:xfrm>
          <a:prstGeom prst="rect">
            <a:avLst/>
          </a:prstGeom>
          <a:noFill/>
          <a:ln/>
        </p:spPr>
        <p:txBody>
          <a:bodyPr wrap="square" lIns="0" tIns="0" rIns="0" bIns="0" rtlCol="0" anchor="ctr"/>
          <a:lstStyle/>
          <a:p>
            <a:pPr algn="ctr" indent="0" marL="0">
              <a:buNone/>
            </a:pPr>
            <a:r>
              <a:rPr lang="en-US" sz="2200" b="1" i="1" dirty="0">
                <a:solidFill>
                  <a:schemeClr val="accent6"/>
                </a:solidFill>
              </a:rPr>
              <a:t>go</a:t>
            </a:r>
            <a:endParaRPr lang="en-US" sz="2200" dirty="0"/>
          </a:p>
        </p:txBody>
      </p:sp>
      <p:sp>
        <p:nvSpPr>
          <p:cNvPr id="40" name="Shape 37"/>
          <p:cNvSpPr/>
          <p:nvPr/>
        </p:nvSpPr>
        <p:spPr>
          <a:xfrm>
            <a:off x="548640" y="4206240"/>
            <a:ext cx="5486400" cy="1325880"/>
          </a:xfrm>
          <a:prstGeom prst="roundRect">
            <a:avLst>
              <a:gd name="adj" fmla="val 8276"/>
            </a:avLst>
          </a:prstGeom>
          <a:solidFill>
            <a:srgbClr val="E8F4EC"/>
          </a:solidFill>
          <a:ln w="19050">
            <a:solidFill>
              <a:srgbClr val="2E7D4F"/>
            </a:solidFill>
            <a:prstDash val="solid"/>
          </a:ln>
        </p:spPr>
      </p:sp>
      <p:sp>
        <p:nvSpPr>
          <p:cNvPr id="41" name="Text 38"/>
          <p:cNvSpPr txBox="1"/>
          <p:nvPr/>
        </p:nvSpPr>
        <p:spPr>
          <a:xfrm>
            <a:off x="731520" y="4279392"/>
            <a:ext cx="5120640" cy="384048"/>
          </a:xfrm>
          <a:prstGeom prst="rect">
            <a:avLst/>
          </a:prstGeom>
          <a:noFill/>
          <a:ln/>
        </p:spPr>
        <p:txBody>
          <a:bodyPr wrap="square" lIns="0" tIns="0" rIns="0" bIns="0" rtlCol="0" anchor="ctr"/>
          <a:lstStyle/>
          <a:p>
            <a:pPr algn="l" indent="0" marL="0">
              <a:buNone/>
            </a:pPr>
            <a:r>
              <a:rPr lang="en-US" sz="1500" b="1" dirty="0">
                <a:solidFill>
                  <a:schemeClr val="accent3"/>
                </a:solidFill>
              </a:rPr>
              <a:t>✓ The rule</a:t>
            </a:r>
            <a:endParaRPr lang="en-US" sz="1500" dirty="0"/>
          </a:p>
        </p:txBody>
      </p:sp>
      <p:sp>
        <p:nvSpPr>
          <p:cNvPr id="42" name="Text 39"/>
          <p:cNvSpPr txBox="1"/>
          <p:nvPr/>
        </p:nvSpPr>
        <p:spPr>
          <a:xfrm>
            <a:off x="731520" y="4681728"/>
            <a:ext cx="5120640" cy="777240"/>
          </a:xfrm>
          <a:prstGeom prst="rect">
            <a:avLst/>
          </a:prstGeom>
          <a:noFill/>
          <a:ln/>
        </p:spPr>
        <p:txBody>
          <a:bodyPr wrap="square" lIns="0" tIns="0" rIns="0" bIns="0" rtlCol="0" anchor="t"/>
          <a:lstStyle/>
          <a:p>
            <a:pPr algn="l" indent="0" marL="0">
              <a:spcAft>
                <a:spcPts val="400"/>
              </a:spcAft>
              <a:buNone/>
            </a:pPr>
            <a:r>
              <a:rPr lang="en-US" sz="1500" i="1" dirty="0">
                <a:solidFill>
                  <a:schemeClr val="tx1"/>
                </a:solidFill>
              </a:rPr>
              <a:t>didn’t</a:t>
            </a:r>
            <a:r>
              <a:rPr lang="en-US" sz="1500" dirty="0">
                <a:solidFill>
                  <a:schemeClr val="tx1"/>
                </a:solidFill>
              </a:rPr>
              <a:t> (= did not) + </a:t>
            </a:r>
            <a:r>
              <a:rPr lang="en-US" sz="1500" b="1" dirty="0">
                <a:solidFill>
                  <a:schemeClr val="tx1"/>
                </a:solidFill>
              </a:rPr>
              <a:t>base form</a:t>
            </a:r>
            <a:endParaRPr lang="en-US" sz="1500" dirty="0"/>
          </a:p>
          <a:p>
            <a:pPr algn="l" indent="0" marL="0">
              <a:spcAft>
                <a:spcPts val="400"/>
              </a:spcAft>
              <a:buNone/>
            </a:pPr>
            <a:r>
              <a:rPr lang="en-US" sz="1500" dirty="0">
                <a:solidFill>
                  <a:schemeClr val="tx1"/>
                </a:solidFill>
              </a:rPr>
              <a:t>the same for everybody: </a:t>
            </a:r>
            <a:r>
              <a:rPr lang="en-US" sz="1500" i="1" dirty="0">
                <a:solidFill>
                  <a:schemeClr val="tx1"/>
                </a:solidFill>
              </a:rPr>
              <a:t>I, you, he, we… didn’t go</a:t>
            </a:r>
            <a:endParaRPr lang="en-US" sz="1500" dirty="0"/>
          </a:p>
        </p:txBody>
      </p:sp>
      <p:sp>
        <p:nvSpPr>
          <p:cNvPr id="43" name="Shape 40"/>
          <p:cNvSpPr/>
          <p:nvPr/>
        </p:nvSpPr>
        <p:spPr>
          <a:xfrm>
            <a:off x="6263640" y="4206240"/>
            <a:ext cx="5376672" cy="1325880"/>
          </a:xfrm>
          <a:prstGeom prst="roundRect">
            <a:avLst>
              <a:gd name="adj" fmla="val 8276"/>
            </a:avLst>
          </a:prstGeom>
          <a:solidFill>
            <a:srgbClr val="FBEDEB"/>
          </a:solidFill>
          <a:ln w="19050">
            <a:solidFill>
              <a:srgbClr val="B83227"/>
            </a:solidFill>
            <a:prstDash val="solid"/>
          </a:ln>
        </p:spPr>
      </p:sp>
      <p:sp>
        <p:nvSpPr>
          <p:cNvPr id="44" name="Shape 41"/>
          <p:cNvSpPr/>
          <p:nvPr/>
        </p:nvSpPr>
        <p:spPr>
          <a:xfrm>
            <a:off x="6446520" y="4352544"/>
            <a:ext cx="128016" cy="253472"/>
          </a:xfrm>
          <a:prstGeom prst="rect">
            <a:avLst/>
          </a:prstGeom>
          <a:solidFill>
            <a:srgbClr val="1F4FA3"/>
          </a:solidFill>
          <a:ln w="12700">
            <a:solidFill>
              <a:srgbClr val="FFFFFF">
                <a:alpha val="0"/>
              </a:srgbClr>
            </a:solidFill>
            <a:prstDash val="solid"/>
          </a:ln>
        </p:spPr>
      </p:sp>
      <p:sp>
        <p:nvSpPr>
          <p:cNvPr id="45" name="Shape 42"/>
          <p:cNvSpPr/>
          <p:nvPr/>
        </p:nvSpPr>
        <p:spPr>
          <a:xfrm>
            <a:off x="6574536" y="4352544"/>
            <a:ext cx="128016" cy="253472"/>
          </a:xfrm>
          <a:prstGeom prst="rect">
            <a:avLst/>
          </a:prstGeom>
          <a:solidFill>
            <a:srgbClr val="FFFFFF"/>
          </a:solidFill>
          <a:ln w="12700">
            <a:solidFill>
              <a:srgbClr val="FFFFFF">
                <a:alpha val="0"/>
              </a:srgbClr>
            </a:solidFill>
            <a:prstDash val="solid"/>
          </a:ln>
        </p:spPr>
      </p:sp>
      <p:sp>
        <p:nvSpPr>
          <p:cNvPr id="46" name="Shape 43"/>
          <p:cNvSpPr/>
          <p:nvPr/>
        </p:nvSpPr>
        <p:spPr>
          <a:xfrm>
            <a:off x="6702552" y="4352544"/>
            <a:ext cx="128016" cy="253472"/>
          </a:xfrm>
          <a:prstGeom prst="rect">
            <a:avLst/>
          </a:prstGeom>
          <a:solidFill>
            <a:srgbClr val="E2232A"/>
          </a:solidFill>
          <a:ln w="12700">
            <a:solidFill>
              <a:srgbClr val="FFFFFF">
                <a:alpha val="0"/>
              </a:srgbClr>
            </a:solidFill>
            <a:prstDash val="solid"/>
          </a:ln>
        </p:spPr>
      </p:sp>
      <p:sp>
        <p:nvSpPr>
          <p:cNvPr id="47" name="Shape 44"/>
          <p:cNvSpPr/>
          <p:nvPr/>
        </p:nvSpPr>
        <p:spPr>
          <a:xfrm>
            <a:off x="6446520" y="4352544"/>
            <a:ext cx="384048" cy="253472"/>
          </a:xfrm>
          <a:prstGeom prst="rect">
            <a:avLst/>
          </a:prstGeom>
          <a:noFill/>
          <a:ln w="9525">
            <a:solidFill>
              <a:srgbClr val="B8C2CF"/>
            </a:solidFill>
            <a:prstDash val="solid"/>
          </a:ln>
        </p:spPr>
      </p:sp>
      <p:sp>
        <p:nvSpPr>
          <p:cNvPr id="48" name="Text 45"/>
          <p:cNvSpPr txBox="1"/>
          <p:nvPr/>
        </p:nvSpPr>
        <p:spPr>
          <a:xfrm>
            <a:off x="6867144" y="427939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49" name="Shape 46"/>
          <p:cNvSpPr/>
          <p:nvPr/>
        </p:nvSpPr>
        <p:spPr>
          <a:xfrm>
            <a:off x="7159752" y="4352544"/>
            <a:ext cx="384048" cy="253472"/>
          </a:xfrm>
          <a:prstGeom prst="rect">
            <a:avLst/>
          </a:prstGeom>
          <a:solidFill>
            <a:srgbClr val="1F3B87"/>
          </a:solidFill>
          <a:ln w="12700">
            <a:solidFill>
              <a:srgbClr val="FFFFFF">
                <a:alpha val="0"/>
              </a:srgbClr>
            </a:solidFill>
            <a:prstDash val="solid"/>
          </a:ln>
        </p:spPr>
      </p:sp>
      <p:sp>
        <p:nvSpPr>
          <p:cNvPr id="50" name="Shape 47"/>
          <p:cNvSpPr/>
          <p:nvPr/>
        </p:nvSpPr>
        <p:spPr>
          <a:xfrm>
            <a:off x="7159752" y="435254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51" name="Shape 48"/>
          <p:cNvSpPr/>
          <p:nvPr/>
        </p:nvSpPr>
        <p:spPr>
          <a:xfrm>
            <a:off x="7159752" y="435254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52" name="Shape 49"/>
          <p:cNvSpPr/>
          <p:nvPr/>
        </p:nvSpPr>
        <p:spPr>
          <a:xfrm>
            <a:off x="7309193" y="4352544"/>
            <a:ext cx="85166" cy="253472"/>
          </a:xfrm>
          <a:prstGeom prst="rect">
            <a:avLst/>
          </a:prstGeom>
          <a:solidFill>
            <a:srgbClr val="FFFFFF"/>
          </a:solidFill>
          <a:ln w="12700">
            <a:solidFill>
              <a:srgbClr val="FFFFFF">
                <a:alpha val="0"/>
              </a:srgbClr>
            </a:solidFill>
            <a:prstDash val="solid"/>
          </a:ln>
        </p:spPr>
      </p:sp>
      <p:sp>
        <p:nvSpPr>
          <p:cNvPr id="53" name="Shape 50"/>
          <p:cNvSpPr/>
          <p:nvPr/>
        </p:nvSpPr>
        <p:spPr>
          <a:xfrm>
            <a:off x="7159752" y="4436697"/>
            <a:ext cx="384048" cy="85166"/>
          </a:xfrm>
          <a:prstGeom prst="rect">
            <a:avLst/>
          </a:prstGeom>
          <a:solidFill>
            <a:srgbClr val="FFFFFF"/>
          </a:solidFill>
          <a:ln w="12700">
            <a:solidFill>
              <a:srgbClr val="FFFFFF">
                <a:alpha val="0"/>
              </a:srgbClr>
            </a:solidFill>
            <a:prstDash val="solid"/>
          </a:ln>
        </p:spPr>
      </p:sp>
      <p:sp>
        <p:nvSpPr>
          <p:cNvPr id="54" name="Shape 51"/>
          <p:cNvSpPr/>
          <p:nvPr/>
        </p:nvSpPr>
        <p:spPr>
          <a:xfrm>
            <a:off x="7327443" y="4352544"/>
            <a:ext cx="48667" cy="253472"/>
          </a:xfrm>
          <a:prstGeom prst="rect">
            <a:avLst/>
          </a:prstGeom>
          <a:solidFill>
            <a:srgbClr val="C8102E"/>
          </a:solidFill>
          <a:ln w="12700">
            <a:solidFill>
              <a:srgbClr val="FFFFFF">
                <a:alpha val="0"/>
              </a:srgbClr>
            </a:solidFill>
            <a:prstDash val="solid"/>
          </a:ln>
        </p:spPr>
      </p:sp>
      <p:sp>
        <p:nvSpPr>
          <p:cNvPr id="55" name="Shape 52"/>
          <p:cNvSpPr/>
          <p:nvPr/>
        </p:nvSpPr>
        <p:spPr>
          <a:xfrm>
            <a:off x="7159752" y="4454947"/>
            <a:ext cx="384048" cy="48667"/>
          </a:xfrm>
          <a:prstGeom prst="rect">
            <a:avLst/>
          </a:prstGeom>
          <a:solidFill>
            <a:srgbClr val="C8102E"/>
          </a:solidFill>
          <a:ln w="12700">
            <a:solidFill>
              <a:srgbClr val="FFFFFF">
                <a:alpha val="0"/>
              </a:srgbClr>
            </a:solidFill>
            <a:prstDash val="solid"/>
          </a:ln>
        </p:spPr>
      </p:sp>
      <p:sp>
        <p:nvSpPr>
          <p:cNvPr id="56" name="Shape 53"/>
          <p:cNvSpPr/>
          <p:nvPr/>
        </p:nvSpPr>
        <p:spPr>
          <a:xfrm>
            <a:off x="7159752" y="4352544"/>
            <a:ext cx="384048" cy="253472"/>
          </a:xfrm>
          <a:prstGeom prst="rect">
            <a:avLst/>
          </a:prstGeom>
          <a:noFill/>
          <a:ln w="9525">
            <a:solidFill>
              <a:srgbClr val="B8C2CF"/>
            </a:solidFill>
            <a:prstDash val="solid"/>
          </a:ln>
        </p:spPr>
      </p:sp>
      <p:sp>
        <p:nvSpPr>
          <p:cNvPr id="57" name="Text 54"/>
          <p:cNvSpPr txBox="1"/>
          <p:nvPr/>
        </p:nvSpPr>
        <p:spPr>
          <a:xfrm>
            <a:off x="7680960" y="4279392"/>
            <a:ext cx="3822192" cy="384048"/>
          </a:xfrm>
          <a:prstGeom prst="rect">
            <a:avLst/>
          </a:prstGeom>
          <a:noFill/>
          <a:ln/>
        </p:spPr>
        <p:txBody>
          <a:bodyPr wrap="square" lIns="0" tIns="0" rIns="0" bIns="0" rtlCol="0" anchor="ctr"/>
          <a:lstStyle/>
          <a:p>
            <a:pPr algn="l" indent="0" marL="0">
              <a:buNone/>
            </a:pPr>
            <a:r>
              <a:rPr lang="en-US" sz="1500" b="1" dirty="0">
                <a:solidFill>
                  <a:schemeClr val="accent6"/>
                </a:solidFill>
              </a:rPr>
              <a:t>Une seule marque du passé !</a:t>
            </a:r>
            <a:endParaRPr lang="en-US" sz="1500" dirty="0"/>
          </a:p>
        </p:txBody>
      </p:sp>
      <p:sp>
        <p:nvSpPr>
          <p:cNvPr id="58" name="Text 55"/>
          <p:cNvSpPr txBox="1"/>
          <p:nvPr/>
        </p:nvSpPr>
        <p:spPr>
          <a:xfrm>
            <a:off x="6446520" y="4709160"/>
            <a:ext cx="5010912" cy="758952"/>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Le passé est </a:t>
            </a:r>
            <a:r>
              <a:rPr lang="en-US" sz="1500" b="1" dirty="0">
                <a:solidFill>
                  <a:schemeClr val="tx1"/>
                </a:solidFill>
              </a:rPr>
              <a:t>déjà</a:t>
            </a:r>
            <a:r>
              <a:rPr lang="en-US" sz="1500" dirty="0">
                <a:solidFill>
                  <a:schemeClr val="tx1"/>
                </a:solidFill>
              </a:rPr>
              <a:t> dans </a:t>
            </a:r>
            <a:r>
              <a:rPr lang="en-US" sz="1500" i="1" dirty="0">
                <a:solidFill>
                  <a:schemeClr val="tx1"/>
                </a:solidFill>
              </a:rPr>
              <a:t>did</a:t>
            </a:r>
            <a:r>
              <a:rPr lang="en-US" sz="1500" dirty="0">
                <a:solidFill>
                  <a:schemeClr val="tx1"/>
                </a:solidFill>
              </a:rPr>
              <a:t> : ✗ </a:t>
            </a:r>
            <a:r>
              <a:rPr lang="en-US" sz="1500" i="1" dirty="0">
                <a:solidFill>
                  <a:schemeClr val="tx1"/>
                </a:solidFill>
              </a:rPr>
              <a:t>didn’t visited</a:t>
            </a:r>
            <a:r>
              <a:rPr lang="en-US" sz="1500" dirty="0">
                <a:solidFill>
                  <a:schemeClr val="tx1"/>
                </a:solidFill>
              </a:rPr>
              <a:t> · ✗ </a:t>
            </a:r>
            <a:r>
              <a:rPr lang="en-US" sz="1500" i="1" dirty="0">
                <a:solidFill>
                  <a:schemeClr val="tx1"/>
                </a:solidFill>
              </a:rPr>
              <a:t>didn’t went</a:t>
            </a:r>
            <a:endParaRPr lang="en-US" sz="1500" dirty="0"/>
          </a:p>
        </p:txBody>
      </p:sp>
      <p:sp>
        <p:nvSpPr>
          <p:cNvPr id="59" name="Shape 56"/>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60" name="Text 57"/>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À l’écrit soigné : </a:t>
            </a:r>
            <a:r>
              <a:rPr lang="en-US" sz="1600" i="1" dirty="0">
                <a:solidFill>
                  <a:schemeClr val="bg1"/>
                </a:solidFill>
              </a:rPr>
              <a:t>did not</a:t>
            </a:r>
            <a:r>
              <a:rPr lang="en-US" sz="1600" dirty="0">
                <a:solidFill>
                  <a:schemeClr val="bg1"/>
                </a:solidFill>
              </a:rPr>
              <a:t>. À l’oral : </a:t>
            </a:r>
            <a:r>
              <a:rPr lang="en-US" sz="1600" i="1" dirty="0">
                <a:solidFill>
                  <a:schemeClr val="bg1"/>
                </a:solidFill>
              </a:rPr>
              <a:t>didn’t</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Questions: Did…? and QUASI</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822960" y="1554480"/>
            <a:ext cx="976023" cy="658368"/>
          </a:xfrm>
          <a:prstGeom prst="roundRect">
            <a:avLst>
              <a:gd name="adj" fmla="val 13889"/>
            </a:avLst>
          </a:prstGeom>
          <a:solidFill>
            <a:schemeClr val="tx2"/>
          </a:solidFill>
          <a:ln w="12700">
            <a:solidFill>
              <a:srgbClr val="FFFFFF">
                <a:alpha val="0"/>
              </a:srgbClr>
            </a:solidFill>
            <a:prstDash val="solid"/>
          </a:ln>
        </p:spPr>
      </p:sp>
      <p:sp>
        <p:nvSpPr>
          <p:cNvPr id="6" name="Text 3"/>
          <p:cNvSpPr txBox="1"/>
          <p:nvPr/>
        </p:nvSpPr>
        <p:spPr>
          <a:xfrm>
            <a:off x="822960" y="1554480"/>
            <a:ext cx="976023" cy="658368"/>
          </a:xfrm>
          <a:prstGeom prst="rect">
            <a:avLst/>
          </a:prstGeom>
          <a:noFill/>
          <a:ln/>
        </p:spPr>
        <p:txBody>
          <a:bodyPr wrap="square" lIns="0" tIns="0" rIns="0" bIns="0" rtlCol="0" anchor="ctr"/>
          <a:lstStyle/>
          <a:p>
            <a:pPr algn="ctr" indent="0" marL="0">
              <a:buNone/>
            </a:pPr>
            <a:r>
              <a:rPr lang="en-US" sz="2400" b="1" i="1" dirty="0">
                <a:solidFill>
                  <a:schemeClr val="bg1"/>
                </a:solidFill>
              </a:rPr>
              <a:t>Did</a:t>
            </a:r>
            <a:endParaRPr lang="en-US" sz="2400" dirty="0"/>
          </a:p>
        </p:txBody>
      </p:sp>
      <p:sp>
        <p:nvSpPr>
          <p:cNvPr id="7" name="Text 4"/>
          <p:cNvSpPr txBox="1"/>
          <p:nvPr/>
        </p:nvSpPr>
        <p:spPr>
          <a:xfrm>
            <a:off x="502920" y="2249424"/>
            <a:ext cx="1616103" cy="274320"/>
          </a:xfrm>
          <a:prstGeom prst="rect">
            <a:avLst/>
          </a:prstGeom>
          <a:noFill/>
          <a:ln/>
        </p:spPr>
        <p:txBody>
          <a:bodyPr wrap="square" lIns="0" tIns="0" rIns="0" bIns="0" rtlCol="0" anchor="t"/>
          <a:lstStyle/>
          <a:p>
            <a:pPr algn="ctr" indent="0" marL="0">
              <a:buNone/>
            </a:pPr>
            <a:r>
              <a:rPr lang="en-US" sz="1100" b="1" dirty="0">
                <a:solidFill>
                  <a:schemeClr val="tx2"/>
                </a:solidFill>
              </a:rPr>
              <a:t>AUX</a:t>
            </a:r>
            <a:endParaRPr lang="en-US" sz="1100" dirty="0"/>
          </a:p>
        </p:txBody>
      </p:sp>
      <p:sp>
        <p:nvSpPr>
          <p:cNvPr id="8" name="Shape 5"/>
          <p:cNvSpPr/>
          <p:nvPr/>
        </p:nvSpPr>
        <p:spPr>
          <a:xfrm>
            <a:off x="1872135" y="1554480"/>
            <a:ext cx="806135" cy="658368"/>
          </a:xfrm>
          <a:prstGeom prst="roundRect">
            <a:avLst>
              <a:gd name="adj" fmla="val 13889"/>
            </a:avLst>
          </a:prstGeom>
          <a:solidFill>
            <a:srgbClr val="FFFFFF"/>
          </a:solidFill>
          <a:ln w="15875">
            <a:solidFill>
              <a:srgbClr val="D5DCE6"/>
            </a:solidFill>
            <a:prstDash val="solid"/>
          </a:ln>
        </p:spPr>
      </p:sp>
      <p:sp>
        <p:nvSpPr>
          <p:cNvPr id="9" name="Text 6"/>
          <p:cNvSpPr txBox="1"/>
          <p:nvPr/>
        </p:nvSpPr>
        <p:spPr>
          <a:xfrm>
            <a:off x="1872135" y="1554480"/>
            <a:ext cx="806135" cy="658368"/>
          </a:xfrm>
          <a:prstGeom prst="rect">
            <a:avLst/>
          </a:prstGeom>
          <a:noFill/>
          <a:ln/>
        </p:spPr>
        <p:txBody>
          <a:bodyPr wrap="square" lIns="0" tIns="0" rIns="0" bIns="0" rtlCol="0" anchor="ctr"/>
          <a:lstStyle/>
          <a:p>
            <a:pPr algn="ctr" indent="0" marL="0">
              <a:buNone/>
            </a:pPr>
            <a:r>
              <a:rPr lang="en-US" sz="2400" i="1" dirty="0">
                <a:solidFill>
                  <a:schemeClr val="tx1"/>
                </a:solidFill>
              </a:rPr>
              <a:t>she</a:t>
            </a:r>
            <a:endParaRPr lang="en-US" sz="2400" dirty="0"/>
          </a:p>
        </p:txBody>
      </p:sp>
      <p:sp>
        <p:nvSpPr>
          <p:cNvPr id="10" name="Text 7"/>
          <p:cNvSpPr txBox="1"/>
          <p:nvPr/>
        </p:nvSpPr>
        <p:spPr>
          <a:xfrm>
            <a:off x="1552095" y="2249424"/>
            <a:ext cx="1446215"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11" name="Shape 8"/>
          <p:cNvSpPr/>
          <p:nvPr/>
        </p:nvSpPr>
        <p:spPr>
          <a:xfrm>
            <a:off x="2751422" y="1554480"/>
            <a:ext cx="1359457" cy="658368"/>
          </a:xfrm>
          <a:prstGeom prst="roundRect">
            <a:avLst>
              <a:gd name="adj" fmla="val 13889"/>
            </a:avLst>
          </a:prstGeom>
          <a:solidFill>
            <a:srgbClr val="FBEDEB"/>
          </a:solidFill>
          <a:ln w="22225">
            <a:solidFill>
              <a:srgbClr val="B83227"/>
            </a:solidFill>
            <a:prstDash val="solid"/>
          </a:ln>
        </p:spPr>
      </p:sp>
      <p:sp>
        <p:nvSpPr>
          <p:cNvPr id="12" name="Text 9"/>
          <p:cNvSpPr txBox="1"/>
          <p:nvPr/>
        </p:nvSpPr>
        <p:spPr>
          <a:xfrm>
            <a:off x="2751422" y="1554480"/>
            <a:ext cx="1359457" cy="658368"/>
          </a:xfrm>
          <a:prstGeom prst="rect">
            <a:avLst/>
          </a:prstGeom>
          <a:noFill/>
          <a:ln/>
        </p:spPr>
        <p:txBody>
          <a:bodyPr wrap="square" lIns="0" tIns="0" rIns="0" bIns="0" rtlCol="0" anchor="ctr"/>
          <a:lstStyle/>
          <a:p>
            <a:pPr algn="ctr" indent="0" marL="0">
              <a:buNone/>
            </a:pPr>
            <a:r>
              <a:rPr lang="en-US" sz="2400" b="1" i="1" dirty="0">
                <a:solidFill>
                  <a:schemeClr val="accent6"/>
                </a:solidFill>
              </a:rPr>
              <a:t>visit</a:t>
            </a:r>
            <a:endParaRPr lang="en-US" sz="2400" dirty="0"/>
          </a:p>
        </p:txBody>
      </p:sp>
      <p:sp>
        <p:nvSpPr>
          <p:cNvPr id="13" name="Text 10"/>
          <p:cNvSpPr txBox="1"/>
          <p:nvPr/>
        </p:nvSpPr>
        <p:spPr>
          <a:xfrm>
            <a:off x="2431382" y="2249424"/>
            <a:ext cx="1999537" cy="274320"/>
          </a:xfrm>
          <a:prstGeom prst="rect">
            <a:avLst/>
          </a:prstGeom>
          <a:noFill/>
          <a:ln/>
        </p:spPr>
        <p:txBody>
          <a:bodyPr wrap="square" lIns="0" tIns="0" rIns="0" bIns="0" rtlCol="0" anchor="t"/>
          <a:lstStyle/>
          <a:p>
            <a:pPr algn="ctr" indent="0" marL="0">
              <a:buNone/>
            </a:pPr>
            <a:r>
              <a:rPr lang="en-US" sz="1100" b="1" dirty="0">
                <a:solidFill>
                  <a:schemeClr val="accent6"/>
                </a:solidFill>
              </a:rPr>
              <a:t>BASE</a:t>
            </a:r>
            <a:endParaRPr lang="en-US" sz="1100" dirty="0"/>
          </a:p>
        </p:txBody>
      </p:sp>
      <p:sp>
        <p:nvSpPr>
          <p:cNvPr id="14" name="Shape 11"/>
          <p:cNvSpPr/>
          <p:nvPr/>
        </p:nvSpPr>
        <p:spPr>
          <a:xfrm>
            <a:off x="4184031" y="1554480"/>
            <a:ext cx="3031419" cy="658368"/>
          </a:xfrm>
          <a:prstGeom prst="roundRect">
            <a:avLst>
              <a:gd name="adj" fmla="val 13889"/>
            </a:avLst>
          </a:prstGeom>
          <a:solidFill>
            <a:srgbClr val="FFFFFF"/>
          </a:solidFill>
          <a:ln w="15875">
            <a:solidFill>
              <a:srgbClr val="D5DCE6"/>
            </a:solidFill>
            <a:prstDash val="solid"/>
          </a:ln>
        </p:spPr>
      </p:sp>
      <p:sp>
        <p:nvSpPr>
          <p:cNvPr id="15" name="Text 12"/>
          <p:cNvSpPr txBox="1"/>
          <p:nvPr/>
        </p:nvSpPr>
        <p:spPr>
          <a:xfrm>
            <a:off x="4184031" y="1554480"/>
            <a:ext cx="3031419" cy="658368"/>
          </a:xfrm>
          <a:prstGeom prst="rect">
            <a:avLst/>
          </a:prstGeom>
          <a:noFill/>
          <a:ln/>
        </p:spPr>
        <p:txBody>
          <a:bodyPr wrap="square" lIns="0" tIns="0" rIns="0" bIns="0" rtlCol="0" anchor="ctr"/>
          <a:lstStyle/>
          <a:p>
            <a:pPr algn="ctr" indent="0" marL="0">
              <a:buNone/>
            </a:pPr>
            <a:r>
              <a:rPr lang="en-US" sz="2400" i="1" dirty="0">
                <a:solidFill>
                  <a:schemeClr val="tx1"/>
                </a:solidFill>
              </a:rPr>
              <a:t>her grandmother?</a:t>
            </a:r>
            <a:endParaRPr lang="en-US" sz="2400" dirty="0"/>
          </a:p>
        </p:txBody>
      </p:sp>
      <p:sp>
        <p:nvSpPr>
          <p:cNvPr id="16" name="Shape 13"/>
          <p:cNvSpPr/>
          <p:nvPr/>
        </p:nvSpPr>
        <p:spPr>
          <a:xfrm>
            <a:off x="1310972" y="1216152"/>
            <a:ext cx="964231" cy="640080"/>
          </a:xfrm>
          <a:prstGeom prst="arc">
            <a:avLst>
              <a:gd name="adj1" fmla="val 10800000"/>
              <a:gd name="adj2" fmla="val 21600000"/>
            </a:avLst>
          </a:prstGeom>
          <a:solidFill>
            <a:srgbClr val="FFFFFF">
              <a:alpha val="0"/>
            </a:srgbClr>
          </a:solidFill>
          <a:ln w="25400">
            <a:solidFill>
              <a:srgbClr val="17375E"/>
            </a:solidFill>
            <a:prstDash val="solid"/>
            <a:headEnd type="triangle"/>
          </a:ln>
        </p:spPr>
      </p:sp>
      <p:sp>
        <p:nvSpPr>
          <p:cNvPr id="17" name="Text 14"/>
          <p:cNvSpPr txBox="1"/>
          <p:nvPr/>
        </p:nvSpPr>
        <p:spPr>
          <a:xfrm>
            <a:off x="7398330" y="1554480"/>
            <a:ext cx="2377440" cy="658368"/>
          </a:xfrm>
          <a:prstGeom prst="rect">
            <a:avLst/>
          </a:prstGeom>
          <a:noFill/>
          <a:ln/>
        </p:spPr>
        <p:txBody>
          <a:bodyPr wrap="square" lIns="0" tIns="0" rIns="0" bIns="0" rtlCol="0" anchor="ctr"/>
          <a:lstStyle/>
          <a:p>
            <a:pPr algn="l" indent="0" marL="0">
              <a:buNone/>
            </a:pPr>
            <a:r>
              <a:rPr lang="en-US" sz="1400" b="1" i="1" dirty="0">
                <a:solidFill>
                  <a:schemeClr val="tx2"/>
                </a:solidFill>
              </a:rPr>
              <a:t>did</a:t>
            </a:r>
            <a:r>
              <a:rPr lang="en-US" sz="1400" i="1" dirty="0">
                <a:solidFill>
                  <a:schemeClr val="tx2"/>
                </a:solidFill>
              </a:rPr>
              <a:t> comes first</a:t>
            </a:r>
            <a:endParaRPr lang="en-US" sz="1400" dirty="0"/>
          </a:p>
        </p:txBody>
      </p:sp>
      <p:sp>
        <p:nvSpPr>
          <p:cNvPr id="18" name="Shape 15"/>
          <p:cNvSpPr/>
          <p:nvPr/>
        </p:nvSpPr>
        <p:spPr>
          <a:xfrm>
            <a:off x="822960" y="2651760"/>
            <a:ext cx="2166265" cy="457200"/>
          </a:xfrm>
          <a:prstGeom prst="roundRect">
            <a:avLst>
              <a:gd name="adj" fmla="val 24000"/>
            </a:avLst>
          </a:prstGeom>
          <a:solidFill>
            <a:schemeClr val="accent3"/>
          </a:solidFill>
          <a:ln w="12700">
            <a:solidFill>
              <a:srgbClr val="FFFFFF">
                <a:alpha val="0"/>
              </a:srgbClr>
            </a:solidFill>
            <a:prstDash val="solid"/>
          </a:ln>
        </p:spPr>
      </p:sp>
      <p:sp>
        <p:nvSpPr>
          <p:cNvPr id="19" name="Text 16"/>
          <p:cNvSpPr txBox="1"/>
          <p:nvPr/>
        </p:nvSpPr>
        <p:spPr>
          <a:xfrm>
            <a:off x="822960" y="2651760"/>
            <a:ext cx="2166265" cy="457200"/>
          </a:xfrm>
          <a:prstGeom prst="rect">
            <a:avLst/>
          </a:prstGeom>
          <a:noFill/>
          <a:ln/>
        </p:spPr>
        <p:txBody>
          <a:bodyPr wrap="square" lIns="0" tIns="0" rIns="0" bIns="0" rtlCol="0" anchor="ctr"/>
          <a:lstStyle/>
          <a:p>
            <a:pPr algn="ctr" indent="0" marL="0">
              <a:buNone/>
            </a:pPr>
            <a:r>
              <a:rPr lang="en-US" sz="1700" b="1" i="1" dirty="0">
                <a:solidFill>
                  <a:schemeClr val="bg1"/>
                </a:solidFill>
              </a:rPr>
              <a:t>Yes, she did.</a:t>
            </a:r>
            <a:endParaRPr lang="en-US" sz="1700" dirty="0"/>
          </a:p>
        </p:txBody>
      </p:sp>
      <p:sp>
        <p:nvSpPr>
          <p:cNvPr id="20" name="Shape 17"/>
          <p:cNvSpPr/>
          <p:nvPr/>
        </p:nvSpPr>
        <p:spPr>
          <a:xfrm>
            <a:off x="3217825" y="2651760"/>
            <a:ext cx="2437864" cy="457200"/>
          </a:xfrm>
          <a:prstGeom prst="roundRect">
            <a:avLst>
              <a:gd name="adj" fmla="val 24000"/>
            </a:avLst>
          </a:prstGeom>
          <a:solidFill>
            <a:schemeClr val="accent6"/>
          </a:solidFill>
          <a:ln w="12700">
            <a:solidFill>
              <a:srgbClr val="FFFFFF">
                <a:alpha val="0"/>
              </a:srgbClr>
            </a:solidFill>
            <a:prstDash val="solid"/>
          </a:ln>
        </p:spPr>
      </p:sp>
      <p:sp>
        <p:nvSpPr>
          <p:cNvPr id="21" name="Text 18"/>
          <p:cNvSpPr txBox="1"/>
          <p:nvPr/>
        </p:nvSpPr>
        <p:spPr>
          <a:xfrm>
            <a:off x="3217825" y="2651760"/>
            <a:ext cx="2437864" cy="457200"/>
          </a:xfrm>
          <a:prstGeom prst="rect">
            <a:avLst/>
          </a:prstGeom>
          <a:noFill/>
          <a:ln/>
        </p:spPr>
        <p:txBody>
          <a:bodyPr wrap="square" lIns="0" tIns="0" rIns="0" bIns="0" rtlCol="0" anchor="ctr"/>
          <a:lstStyle/>
          <a:p>
            <a:pPr algn="ctr" indent="0" marL="0">
              <a:buNone/>
            </a:pPr>
            <a:r>
              <a:rPr lang="en-US" sz="1700" b="1" i="1" dirty="0">
                <a:solidFill>
                  <a:schemeClr val="bg1"/>
                </a:solidFill>
              </a:rPr>
              <a:t>No, she didn’t.</a:t>
            </a:r>
            <a:endParaRPr lang="en-US" sz="1700" dirty="0"/>
          </a:p>
        </p:txBody>
      </p:sp>
      <p:sp>
        <p:nvSpPr>
          <p:cNvPr id="22" name="Text 19"/>
          <p:cNvSpPr txBox="1"/>
          <p:nvPr/>
        </p:nvSpPr>
        <p:spPr>
          <a:xfrm>
            <a:off x="5930008" y="2651760"/>
            <a:ext cx="4572000" cy="457200"/>
          </a:xfrm>
          <a:prstGeom prst="rect">
            <a:avLst/>
          </a:prstGeom>
          <a:noFill/>
          <a:ln/>
        </p:spPr>
        <p:txBody>
          <a:bodyPr wrap="square" lIns="0" tIns="0" rIns="0" bIns="0" rtlCol="0" anchor="ctr"/>
          <a:lstStyle/>
          <a:p>
            <a:pPr algn="l" indent="0" marL="0">
              <a:buNone/>
            </a:pPr>
            <a:r>
              <a:rPr lang="en-US" sz="1400" i="1" dirty="0">
                <a:solidFill>
                  <a:schemeClr val="accent5"/>
                </a:solidFill>
              </a:rPr>
              <a:t>short answers</a:t>
            </a:r>
            <a:r>
              <a:rPr lang="en-US" sz="1400" i="1" dirty="0">
                <a:solidFill>
                  <a:schemeClr val="accent5"/>
                </a:solidFill>
              </a:rPr>
              <a:t> : pas de verbe principal</a:t>
            </a:r>
            <a:endParaRPr lang="en-US" sz="1400" dirty="0"/>
          </a:p>
        </p:txBody>
      </p:sp>
      <p:sp>
        <p:nvSpPr>
          <p:cNvPr id="23" name="Shape 20"/>
          <p:cNvSpPr/>
          <p:nvPr/>
        </p:nvSpPr>
        <p:spPr>
          <a:xfrm>
            <a:off x="548640" y="3429000"/>
            <a:ext cx="11091672" cy="2148840"/>
          </a:xfrm>
          <a:prstGeom prst="roundRect">
            <a:avLst>
              <a:gd name="adj" fmla="val 5106"/>
            </a:avLst>
          </a:prstGeom>
          <a:solidFill>
            <a:srgbClr val="E8F4EC"/>
          </a:solidFill>
          <a:ln w="19050">
            <a:solidFill>
              <a:srgbClr val="2E7D4F"/>
            </a:solidFill>
            <a:prstDash val="solid"/>
          </a:ln>
        </p:spPr>
      </p:sp>
      <p:sp>
        <p:nvSpPr>
          <p:cNvPr id="24" name="Text 21"/>
          <p:cNvSpPr txBox="1"/>
          <p:nvPr/>
        </p:nvSpPr>
        <p:spPr>
          <a:xfrm>
            <a:off x="777240" y="3493008"/>
            <a:ext cx="4572000" cy="384048"/>
          </a:xfrm>
          <a:prstGeom prst="rect">
            <a:avLst/>
          </a:prstGeom>
          <a:noFill/>
          <a:ln/>
        </p:spPr>
        <p:txBody>
          <a:bodyPr wrap="square" lIns="0" tIns="0" rIns="0" bIns="0" rtlCol="0" anchor="ctr"/>
          <a:lstStyle/>
          <a:p>
            <a:pPr algn="l" indent="0" marL="0">
              <a:buNone/>
            </a:pPr>
            <a:r>
              <a:rPr lang="en-US" sz="1600" b="1" dirty="0">
                <a:solidFill>
                  <a:schemeClr val="accent3"/>
                </a:solidFill>
              </a:rPr>
              <a:t>Wh- questions: QUASI</a:t>
            </a:r>
            <a:endParaRPr lang="en-US" sz="1600" dirty="0"/>
          </a:p>
        </p:txBody>
      </p:sp>
      <p:sp>
        <p:nvSpPr>
          <p:cNvPr id="25" name="Shape 22"/>
          <p:cNvSpPr/>
          <p:nvPr/>
        </p:nvSpPr>
        <p:spPr>
          <a:xfrm>
            <a:off x="822960" y="3977640"/>
            <a:ext cx="1359457" cy="658368"/>
          </a:xfrm>
          <a:prstGeom prst="roundRect">
            <a:avLst>
              <a:gd name="adj" fmla="val 13889"/>
            </a:avLst>
          </a:prstGeom>
          <a:solidFill>
            <a:schemeClr val="accent3"/>
          </a:solidFill>
          <a:ln w="12700">
            <a:solidFill>
              <a:srgbClr val="FFFFFF">
                <a:alpha val="0"/>
              </a:srgbClr>
            </a:solidFill>
            <a:prstDash val="solid"/>
          </a:ln>
        </p:spPr>
      </p:sp>
      <p:sp>
        <p:nvSpPr>
          <p:cNvPr id="26" name="Text 23"/>
          <p:cNvSpPr txBox="1"/>
          <p:nvPr/>
        </p:nvSpPr>
        <p:spPr>
          <a:xfrm>
            <a:off x="822960" y="3977640"/>
            <a:ext cx="1359457" cy="658368"/>
          </a:xfrm>
          <a:prstGeom prst="rect">
            <a:avLst/>
          </a:prstGeom>
          <a:noFill/>
          <a:ln/>
        </p:spPr>
        <p:txBody>
          <a:bodyPr wrap="square" lIns="0" tIns="0" rIns="0" bIns="0" rtlCol="0" anchor="ctr"/>
          <a:lstStyle/>
          <a:p>
            <a:pPr algn="ctr" indent="0" marL="0">
              <a:buNone/>
            </a:pPr>
            <a:r>
              <a:rPr lang="en-US" sz="2400" b="1" i="1" dirty="0">
                <a:solidFill>
                  <a:schemeClr val="bg1"/>
                </a:solidFill>
              </a:rPr>
              <a:t>Where</a:t>
            </a:r>
            <a:endParaRPr lang="en-US" sz="2400" dirty="0"/>
          </a:p>
        </p:txBody>
      </p:sp>
      <p:sp>
        <p:nvSpPr>
          <p:cNvPr id="27" name="Text 24"/>
          <p:cNvSpPr txBox="1"/>
          <p:nvPr/>
        </p:nvSpPr>
        <p:spPr>
          <a:xfrm>
            <a:off x="502920" y="4672584"/>
            <a:ext cx="1999537" cy="274320"/>
          </a:xfrm>
          <a:prstGeom prst="rect">
            <a:avLst/>
          </a:prstGeom>
          <a:noFill/>
          <a:ln/>
        </p:spPr>
        <p:txBody>
          <a:bodyPr wrap="square" lIns="0" tIns="0" rIns="0" bIns="0" rtlCol="0" anchor="t"/>
          <a:lstStyle/>
          <a:p>
            <a:pPr algn="ctr" indent="0" marL="0">
              <a:buNone/>
            </a:pPr>
            <a:r>
              <a:rPr lang="en-US" sz="1600" b="1" dirty="0">
                <a:solidFill>
                  <a:schemeClr val="accent3"/>
                </a:solidFill>
              </a:rPr>
              <a:t>Q</a:t>
            </a:r>
            <a:endParaRPr lang="en-US" sz="1600" dirty="0"/>
          </a:p>
        </p:txBody>
      </p:sp>
      <p:sp>
        <p:nvSpPr>
          <p:cNvPr id="28" name="Shape 25"/>
          <p:cNvSpPr/>
          <p:nvPr/>
        </p:nvSpPr>
        <p:spPr>
          <a:xfrm>
            <a:off x="2255569" y="3977640"/>
            <a:ext cx="976023" cy="658368"/>
          </a:xfrm>
          <a:prstGeom prst="roundRect">
            <a:avLst>
              <a:gd name="adj" fmla="val 13889"/>
            </a:avLst>
          </a:prstGeom>
          <a:solidFill>
            <a:schemeClr val="tx2"/>
          </a:solidFill>
          <a:ln w="12700">
            <a:solidFill>
              <a:srgbClr val="FFFFFF">
                <a:alpha val="0"/>
              </a:srgbClr>
            </a:solidFill>
            <a:prstDash val="solid"/>
          </a:ln>
        </p:spPr>
      </p:sp>
      <p:sp>
        <p:nvSpPr>
          <p:cNvPr id="29" name="Text 26"/>
          <p:cNvSpPr txBox="1"/>
          <p:nvPr/>
        </p:nvSpPr>
        <p:spPr>
          <a:xfrm>
            <a:off x="2255569" y="3977640"/>
            <a:ext cx="976023" cy="658368"/>
          </a:xfrm>
          <a:prstGeom prst="rect">
            <a:avLst/>
          </a:prstGeom>
          <a:noFill/>
          <a:ln/>
        </p:spPr>
        <p:txBody>
          <a:bodyPr wrap="square" lIns="0" tIns="0" rIns="0" bIns="0" rtlCol="0" anchor="ctr"/>
          <a:lstStyle/>
          <a:p>
            <a:pPr algn="ctr" indent="0" marL="0">
              <a:buNone/>
            </a:pPr>
            <a:r>
              <a:rPr lang="en-US" sz="2400" b="1" i="1" dirty="0">
                <a:solidFill>
                  <a:schemeClr val="bg1"/>
                </a:solidFill>
              </a:rPr>
              <a:t>did</a:t>
            </a:r>
            <a:endParaRPr lang="en-US" sz="2400" dirty="0"/>
          </a:p>
        </p:txBody>
      </p:sp>
      <p:sp>
        <p:nvSpPr>
          <p:cNvPr id="30" name="Text 27"/>
          <p:cNvSpPr txBox="1"/>
          <p:nvPr/>
        </p:nvSpPr>
        <p:spPr>
          <a:xfrm>
            <a:off x="1935529" y="4672584"/>
            <a:ext cx="1616103" cy="274320"/>
          </a:xfrm>
          <a:prstGeom prst="rect">
            <a:avLst/>
          </a:prstGeom>
          <a:noFill/>
          <a:ln/>
        </p:spPr>
        <p:txBody>
          <a:bodyPr wrap="square" lIns="0" tIns="0" rIns="0" bIns="0" rtlCol="0" anchor="t"/>
          <a:lstStyle/>
          <a:p>
            <a:pPr algn="ctr" indent="0" marL="0">
              <a:buNone/>
            </a:pPr>
            <a:r>
              <a:rPr lang="en-US" sz="1600" b="1" dirty="0">
                <a:solidFill>
                  <a:schemeClr val="tx2"/>
                </a:solidFill>
              </a:rPr>
              <a:t>A</a:t>
            </a:r>
            <a:endParaRPr lang="en-US" sz="1600" dirty="0"/>
          </a:p>
        </p:txBody>
      </p:sp>
      <p:sp>
        <p:nvSpPr>
          <p:cNvPr id="31" name="Shape 28"/>
          <p:cNvSpPr/>
          <p:nvPr/>
        </p:nvSpPr>
        <p:spPr>
          <a:xfrm>
            <a:off x="3304744" y="3977640"/>
            <a:ext cx="806135" cy="658368"/>
          </a:xfrm>
          <a:prstGeom prst="roundRect">
            <a:avLst>
              <a:gd name="adj" fmla="val 13889"/>
            </a:avLst>
          </a:prstGeom>
          <a:solidFill>
            <a:srgbClr val="FFFFFF"/>
          </a:solidFill>
          <a:ln w="15875">
            <a:solidFill>
              <a:srgbClr val="D5DCE6"/>
            </a:solidFill>
            <a:prstDash val="solid"/>
          </a:ln>
        </p:spPr>
      </p:sp>
      <p:sp>
        <p:nvSpPr>
          <p:cNvPr id="32" name="Text 29"/>
          <p:cNvSpPr txBox="1"/>
          <p:nvPr/>
        </p:nvSpPr>
        <p:spPr>
          <a:xfrm>
            <a:off x="3304744" y="3977640"/>
            <a:ext cx="806135" cy="658368"/>
          </a:xfrm>
          <a:prstGeom prst="rect">
            <a:avLst/>
          </a:prstGeom>
          <a:noFill/>
          <a:ln/>
        </p:spPr>
        <p:txBody>
          <a:bodyPr wrap="square" lIns="0" tIns="0" rIns="0" bIns="0" rtlCol="0" anchor="ctr"/>
          <a:lstStyle/>
          <a:p>
            <a:pPr algn="ctr" indent="0" marL="0">
              <a:buNone/>
            </a:pPr>
            <a:r>
              <a:rPr lang="en-US" sz="2400" i="1" dirty="0">
                <a:solidFill>
                  <a:schemeClr val="tx1"/>
                </a:solidFill>
              </a:rPr>
              <a:t>you</a:t>
            </a:r>
            <a:endParaRPr lang="en-US" sz="2400" dirty="0"/>
          </a:p>
        </p:txBody>
      </p:sp>
      <p:sp>
        <p:nvSpPr>
          <p:cNvPr id="33" name="Text 30"/>
          <p:cNvSpPr txBox="1"/>
          <p:nvPr/>
        </p:nvSpPr>
        <p:spPr>
          <a:xfrm>
            <a:off x="2984704" y="4672584"/>
            <a:ext cx="1446215" cy="274320"/>
          </a:xfrm>
          <a:prstGeom prst="rect">
            <a:avLst/>
          </a:prstGeom>
          <a:noFill/>
          <a:ln/>
        </p:spPr>
        <p:txBody>
          <a:bodyPr wrap="square" lIns="0" tIns="0" rIns="0" bIns="0" rtlCol="0" anchor="t"/>
          <a:lstStyle/>
          <a:p>
            <a:pPr algn="ctr" indent="0" marL="0">
              <a:buNone/>
            </a:pPr>
            <a:r>
              <a:rPr lang="en-US" sz="1600" b="1" dirty="0">
                <a:solidFill>
                  <a:schemeClr val="accent5"/>
                </a:solidFill>
              </a:rPr>
              <a:t>S</a:t>
            </a:r>
            <a:endParaRPr lang="en-US" sz="1600" dirty="0"/>
          </a:p>
        </p:txBody>
      </p:sp>
      <p:sp>
        <p:nvSpPr>
          <p:cNvPr id="34" name="Shape 31"/>
          <p:cNvSpPr/>
          <p:nvPr/>
        </p:nvSpPr>
        <p:spPr>
          <a:xfrm>
            <a:off x="4184031" y="3977640"/>
            <a:ext cx="784306" cy="658368"/>
          </a:xfrm>
          <a:prstGeom prst="roundRect">
            <a:avLst>
              <a:gd name="adj" fmla="val 13889"/>
            </a:avLst>
          </a:prstGeom>
          <a:solidFill>
            <a:srgbClr val="FBEDEB"/>
          </a:solidFill>
          <a:ln w="22225">
            <a:solidFill>
              <a:srgbClr val="B83227"/>
            </a:solidFill>
            <a:prstDash val="solid"/>
          </a:ln>
        </p:spPr>
      </p:sp>
      <p:sp>
        <p:nvSpPr>
          <p:cNvPr id="35" name="Text 32"/>
          <p:cNvSpPr txBox="1"/>
          <p:nvPr/>
        </p:nvSpPr>
        <p:spPr>
          <a:xfrm>
            <a:off x="4184031" y="3977640"/>
            <a:ext cx="784306" cy="658368"/>
          </a:xfrm>
          <a:prstGeom prst="rect">
            <a:avLst/>
          </a:prstGeom>
          <a:noFill/>
          <a:ln/>
        </p:spPr>
        <p:txBody>
          <a:bodyPr wrap="square" lIns="0" tIns="0" rIns="0" bIns="0" rtlCol="0" anchor="ctr"/>
          <a:lstStyle/>
          <a:p>
            <a:pPr algn="ctr" indent="0" marL="0">
              <a:buNone/>
            </a:pPr>
            <a:r>
              <a:rPr lang="en-US" sz="2400" b="1" i="1" dirty="0">
                <a:solidFill>
                  <a:schemeClr val="accent6"/>
                </a:solidFill>
              </a:rPr>
              <a:t>go</a:t>
            </a:r>
            <a:endParaRPr lang="en-US" sz="2400" dirty="0"/>
          </a:p>
        </p:txBody>
      </p:sp>
      <p:sp>
        <p:nvSpPr>
          <p:cNvPr id="36" name="Text 33"/>
          <p:cNvSpPr txBox="1"/>
          <p:nvPr/>
        </p:nvSpPr>
        <p:spPr>
          <a:xfrm>
            <a:off x="3863991" y="4672584"/>
            <a:ext cx="1424386" cy="274320"/>
          </a:xfrm>
          <a:prstGeom prst="rect">
            <a:avLst/>
          </a:prstGeom>
          <a:noFill/>
          <a:ln/>
        </p:spPr>
        <p:txBody>
          <a:bodyPr wrap="square" lIns="0" tIns="0" rIns="0" bIns="0" rtlCol="0" anchor="t"/>
          <a:lstStyle/>
          <a:p>
            <a:pPr algn="ctr" indent="0" marL="0">
              <a:buNone/>
            </a:pPr>
            <a:r>
              <a:rPr lang="en-US" sz="1600" b="1" dirty="0">
                <a:solidFill>
                  <a:schemeClr val="accent6"/>
                </a:solidFill>
              </a:rPr>
              <a:t>I</a:t>
            </a:r>
            <a:endParaRPr lang="en-US" sz="1600" dirty="0"/>
          </a:p>
        </p:txBody>
      </p:sp>
      <p:sp>
        <p:nvSpPr>
          <p:cNvPr id="37" name="Shape 34"/>
          <p:cNvSpPr/>
          <p:nvPr/>
        </p:nvSpPr>
        <p:spPr>
          <a:xfrm>
            <a:off x="5041490" y="3977640"/>
            <a:ext cx="2701474" cy="658368"/>
          </a:xfrm>
          <a:prstGeom prst="roundRect">
            <a:avLst>
              <a:gd name="adj" fmla="val 13889"/>
            </a:avLst>
          </a:prstGeom>
          <a:solidFill>
            <a:srgbClr val="FDF1E6"/>
          </a:solidFill>
          <a:ln w="19050">
            <a:solidFill>
              <a:srgbClr val="D9700F"/>
            </a:solidFill>
            <a:prstDash val="solid"/>
          </a:ln>
        </p:spPr>
      </p:sp>
      <p:sp>
        <p:nvSpPr>
          <p:cNvPr id="38" name="Text 35"/>
          <p:cNvSpPr txBox="1"/>
          <p:nvPr/>
        </p:nvSpPr>
        <p:spPr>
          <a:xfrm>
            <a:off x="5041490" y="3977640"/>
            <a:ext cx="2701474" cy="658368"/>
          </a:xfrm>
          <a:prstGeom prst="rect">
            <a:avLst/>
          </a:prstGeom>
          <a:noFill/>
          <a:ln/>
        </p:spPr>
        <p:txBody>
          <a:bodyPr wrap="square" lIns="0" tIns="0" rIns="0" bIns="0" rtlCol="0" anchor="ctr"/>
          <a:lstStyle/>
          <a:p>
            <a:pPr algn="ctr" indent="0" marL="0">
              <a:buNone/>
            </a:pPr>
            <a:r>
              <a:rPr lang="en-US" sz="2400" b="1" i="1" dirty="0">
                <a:solidFill>
                  <a:schemeClr val="accent1"/>
                </a:solidFill>
              </a:rPr>
              <a:t>last summer?</a:t>
            </a:r>
            <a:endParaRPr lang="en-US" sz="2400" dirty="0"/>
          </a:p>
        </p:txBody>
      </p:sp>
      <p:sp>
        <p:nvSpPr>
          <p:cNvPr id="39" name="Text 36"/>
          <p:cNvSpPr txBox="1"/>
          <p:nvPr/>
        </p:nvSpPr>
        <p:spPr>
          <a:xfrm>
            <a:off x="8778240" y="3886200"/>
            <a:ext cx="2743200" cy="1600200"/>
          </a:xfrm>
          <a:prstGeom prst="rect">
            <a:avLst/>
          </a:prstGeom>
          <a:noFill/>
          <a:ln/>
        </p:spPr>
        <p:txBody>
          <a:bodyPr wrap="square" lIns="0" tIns="0" rIns="0" bIns="0" rtlCol="0" anchor="ctr"/>
          <a:lstStyle/>
          <a:p>
            <a:pPr algn="l" indent="0" marL="0">
              <a:spcAft>
                <a:spcPts val="400"/>
              </a:spcAft>
              <a:buNone/>
            </a:pPr>
            <a:r>
              <a:rPr lang="en-US" sz="1600" b="1" i="1" dirty="0">
                <a:solidFill>
                  <a:schemeClr val="tx1"/>
                </a:solidFill>
              </a:rPr>
              <a:t>What</a:t>
            </a:r>
            <a:r>
              <a:rPr lang="en-US" sz="1600" i="1" dirty="0">
                <a:solidFill>
                  <a:schemeClr val="tx1"/>
                </a:solidFill>
              </a:rPr>
              <a:t> did you eat?</a:t>
            </a:r>
            <a:endParaRPr lang="en-US" sz="1600" dirty="0"/>
          </a:p>
          <a:p>
            <a:pPr algn="l" indent="0" marL="0">
              <a:spcAft>
                <a:spcPts val="400"/>
              </a:spcAft>
              <a:buNone/>
            </a:pPr>
            <a:r>
              <a:rPr lang="en-US" sz="1600" b="1" i="1" dirty="0">
                <a:solidFill>
                  <a:schemeClr val="tx1"/>
                </a:solidFill>
              </a:rPr>
              <a:t>When</a:t>
            </a:r>
            <a:r>
              <a:rPr lang="en-US" sz="1600" i="1" dirty="0">
                <a:solidFill>
                  <a:schemeClr val="tx1"/>
                </a:solidFill>
              </a:rPr>
              <a:t> did she arrive?</a:t>
            </a:r>
            <a:endParaRPr lang="en-US" sz="1600" dirty="0"/>
          </a:p>
          <a:p>
            <a:pPr algn="l" indent="0" marL="0">
              <a:spcAft>
                <a:spcPts val="400"/>
              </a:spcAft>
              <a:buNone/>
            </a:pPr>
            <a:r>
              <a:rPr lang="en-US" sz="1600" b="1" i="1" dirty="0">
                <a:solidFill>
                  <a:schemeClr val="tx1"/>
                </a:solidFill>
              </a:rPr>
              <a:t>Who</a:t>
            </a:r>
            <a:r>
              <a:rPr lang="en-US" sz="1600" i="1" dirty="0">
                <a:solidFill>
                  <a:schemeClr val="tx1"/>
                </a:solidFill>
              </a:rPr>
              <a:t> did you meet?</a:t>
            </a:r>
            <a:endParaRPr lang="en-US" sz="1600" dirty="0"/>
          </a:p>
        </p:txBody>
      </p:sp>
      <p:sp>
        <p:nvSpPr>
          <p:cNvPr id="40" name="Shape 37"/>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41" name="Text 38"/>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QUASI : </a:t>
            </a:r>
            <a:r>
              <a:rPr lang="en-US" sz="1600" b="1" dirty="0">
                <a:solidFill>
                  <a:schemeClr val="bg1"/>
                </a:solidFill>
              </a:rPr>
              <a:t>Q</a:t>
            </a:r>
            <a:r>
              <a:rPr lang="en-US" sz="1600" dirty="0">
                <a:solidFill>
                  <a:schemeClr val="bg1"/>
                </a:solidFill>
              </a:rPr>
              <a:t>uestion word · </a:t>
            </a:r>
            <a:r>
              <a:rPr lang="en-US" sz="1600" b="1" dirty="0">
                <a:solidFill>
                  <a:schemeClr val="bg1"/>
                </a:solidFill>
              </a:rPr>
              <a:t>A</a:t>
            </a:r>
            <a:r>
              <a:rPr lang="en-US" sz="1600" dirty="0">
                <a:solidFill>
                  <a:schemeClr val="bg1"/>
                </a:solidFill>
              </a:rPr>
              <a:t>uxiliary · </a:t>
            </a:r>
            <a:r>
              <a:rPr lang="en-US" sz="1600" b="1" dirty="0">
                <a:solidFill>
                  <a:schemeClr val="bg1"/>
                </a:solidFill>
              </a:rPr>
              <a:t>S</a:t>
            </a:r>
            <a:r>
              <a:rPr lang="en-US" sz="1600" dirty="0">
                <a:solidFill>
                  <a:schemeClr val="bg1"/>
                </a:solidFill>
              </a:rPr>
              <a:t>ubject · </a:t>
            </a:r>
            <a:r>
              <a:rPr lang="en-US" sz="1600" b="1" dirty="0">
                <a:solidFill>
                  <a:schemeClr val="bg1"/>
                </a:solidFill>
              </a:rPr>
              <a:t>I</a:t>
            </a:r>
            <a:r>
              <a:rPr lang="en-US" sz="1600" dirty="0">
                <a:solidFill>
                  <a:schemeClr val="bg1"/>
                </a:solidFill>
              </a:rPr>
              <a:t>nfinitive (la base).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Who called you? No did when who is the subject</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554480"/>
            <a:ext cx="11091672" cy="1691640"/>
          </a:xfrm>
          <a:prstGeom prst="roundRect">
            <a:avLst>
              <a:gd name="adj" fmla="val 6486"/>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pic>
        <p:nvPicPr>
          <p:cNvPr id="6" name="Image 0" descr="telephone receiver">    </p:cNvPr>
          <p:cNvPicPr>
            <a:picLocks noChangeAspect="1"/>
          </p:cNvPicPr>
          <p:nvPr/>
        </p:nvPicPr>
        <p:blipFill>
          <a:blip r:embed="rId1"/>
          <a:stretch>
            <a:fillRect/>
          </a:stretch>
        </p:blipFill>
        <p:spPr>
          <a:xfrm>
            <a:off x="731520" y="1920240"/>
            <a:ext cx="914400" cy="914400"/>
          </a:xfrm>
          <a:prstGeom prst="rect">
            <a:avLst/>
          </a:prstGeom>
        </p:spPr>
      </p:pic>
      <p:sp>
        <p:nvSpPr>
          <p:cNvPr id="7" name="Shape 3"/>
          <p:cNvSpPr/>
          <p:nvPr/>
        </p:nvSpPr>
        <p:spPr>
          <a:xfrm>
            <a:off x="1920240" y="1828800"/>
            <a:ext cx="1023952" cy="713232"/>
          </a:xfrm>
          <a:prstGeom prst="roundRect">
            <a:avLst>
              <a:gd name="adj" fmla="val 12821"/>
            </a:avLst>
          </a:prstGeom>
          <a:solidFill>
            <a:schemeClr val="accent3"/>
          </a:solidFill>
          <a:ln w="12700">
            <a:solidFill>
              <a:srgbClr val="FFFFFF">
                <a:alpha val="0"/>
              </a:srgbClr>
            </a:solidFill>
            <a:prstDash val="solid"/>
          </a:ln>
        </p:spPr>
      </p:sp>
      <p:sp>
        <p:nvSpPr>
          <p:cNvPr id="8" name="Text 4"/>
          <p:cNvSpPr txBox="1"/>
          <p:nvPr/>
        </p:nvSpPr>
        <p:spPr>
          <a:xfrm>
            <a:off x="1920240" y="1828800"/>
            <a:ext cx="1023952" cy="713232"/>
          </a:xfrm>
          <a:prstGeom prst="rect">
            <a:avLst/>
          </a:prstGeom>
          <a:noFill/>
          <a:ln/>
        </p:spPr>
        <p:txBody>
          <a:bodyPr wrap="square" lIns="0" tIns="0" rIns="0" bIns="0" rtlCol="0" anchor="ctr"/>
          <a:lstStyle/>
          <a:p>
            <a:pPr algn="ctr" indent="0" marL="0">
              <a:buNone/>
            </a:pPr>
            <a:r>
              <a:rPr lang="en-US" sz="2600" b="1" i="1" dirty="0">
                <a:solidFill>
                  <a:schemeClr val="bg1"/>
                </a:solidFill>
              </a:rPr>
              <a:t>Who</a:t>
            </a:r>
            <a:endParaRPr lang="en-US" sz="2600" dirty="0"/>
          </a:p>
        </p:txBody>
      </p:sp>
      <p:sp>
        <p:nvSpPr>
          <p:cNvPr id="9" name="Text 5"/>
          <p:cNvSpPr txBox="1"/>
          <p:nvPr/>
        </p:nvSpPr>
        <p:spPr>
          <a:xfrm>
            <a:off x="1600200" y="2578608"/>
            <a:ext cx="1664032" cy="274320"/>
          </a:xfrm>
          <a:prstGeom prst="rect">
            <a:avLst/>
          </a:prstGeom>
          <a:noFill/>
          <a:ln/>
        </p:spPr>
        <p:txBody>
          <a:bodyPr wrap="square" lIns="0" tIns="0" rIns="0" bIns="0" rtlCol="0" anchor="t"/>
          <a:lstStyle/>
          <a:p>
            <a:pPr algn="ctr" indent="0" marL="0">
              <a:buNone/>
            </a:pPr>
            <a:r>
              <a:rPr lang="en-US" sz="1100" b="1" dirty="0">
                <a:solidFill>
                  <a:schemeClr val="accent3"/>
                </a:solidFill>
              </a:rPr>
              <a:t>SUBJECT</a:t>
            </a:r>
            <a:endParaRPr lang="en-US" sz="1100" dirty="0"/>
          </a:p>
        </p:txBody>
      </p:sp>
      <p:sp>
        <p:nvSpPr>
          <p:cNvPr id="10" name="Shape 6"/>
          <p:cNvSpPr/>
          <p:nvPr/>
        </p:nvSpPr>
        <p:spPr>
          <a:xfrm>
            <a:off x="3017344" y="1828800"/>
            <a:ext cx="1647032" cy="713232"/>
          </a:xfrm>
          <a:prstGeom prst="roundRect">
            <a:avLst>
              <a:gd name="adj" fmla="val 12821"/>
            </a:avLst>
          </a:prstGeom>
          <a:solidFill>
            <a:schemeClr val="accent4"/>
          </a:solidFill>
          <a:ln w="12700">
            <a:solidFill>
              <a:srgbClr val="FFFFFF">
                <a:alpha val="0"/>
              </a:srgbClr>
            </a:solidFill>
            <a:prstDash val="solid"/>
          </a:ln>
        </p:spPr>
      </p:sp>
      <p:sp>
        <p:nvSpPr>
          <p:cNvPr id="11" name="Text 7"/>
          <p:cNvSpPr txBox="1"/>
          <p:nvPr/>
        </p:nvSpPr>
        <p:spPr>
          <a:xfrm>
            <a:off x="3017344" y="1828800"/>
            <a:ext cx="1647032" cy="713232"/>
          </a:xfrm>
          <a:prstGeom prst="rect">
            <a:avLst/>
          </a:prstGeom>
          <a:noFill/>
          <a:ln/>
        </p:spPr>
        <p:txBody>
          <a:bodyPr wrap="square" lIns="0" tIns="0" rIns="0" bIns="0" rtlCol="0" anchor="ctr"/>
          <a:lstStyle/>
          <a:p>
            <a:pPr algn="ctr" indent="0" marL="0">
              <a:buNone/>
            </a:pPr>
            <a:r>
              <a:rPr lang="en-US" sz="2600" b="1" i="1" dirty="0">
                <a:solidFill>
                  <a:schemeClr val="bg1"/>
                </a:solidFill>
              </a:rPr>
              <a:t>called</a:t>
            </a:r>
            <a:endParaRPr lang="en-US" sz="2600" dirty="0"/>
          </a:p>
        </p:txBody>
      </p:sp>
      <p:sp>
        <p:nvSpPr>
          <p:cNvPr id="12" name="Text 8"/>
          <p:cNvSpPr txBox="1"/>
          <p:nvPr/>
        </p:nvSpPr>
        <p:spPr>
          <a:xfrm>
            <a:off x="2697304" y="2578608"/>
            <a:ext cx="2287112" cy="274320"/>
          </a:xfrm>
          <a:prstGeom prst="rect">
            <a:avLst/>
          </a:prstGeom>
          <a:noFill/>
          <a:ln/>
        </p:spPr>
        <p:txBody>
          <a:bodyPr wrap="square" lIns="0" tIns="0" rIns="0" bIns="0" rtlCol="0" anchor="t"/>
          <a:lstStyle/>
          <a:p>
            <a:pPr algn="ctr" indent="0" marL="0">
              <a:buNone/>
            </a:pPr>
            <a:r>
              <a:rPr lang="en-US" sz="1100" b="1" dirty="0">
                <a:solidFill>
                  <a:schemeClr val="accent4"/>
                </a:solidFill>
              </a:rPr>
              <a:t>PAST</a:t>
            </a:r>
            <a:endParaRPr lang="en-US" sz="1100" dirty="0"/>
          </a:p>
        </p:txBody>
      </p:sp>
      <p:sp>
        <p:nvSpPr>
          <p:cNvPr id="13" name="Shape 9"/>
          <p:cNvSpPr/>
          <p:nvPr/>
        </p:nvSpPr>
        <p:spPr>
          <a:xfrm>
            <a:off x="4737528" y="1828800"/>
            <a:ext cx="1034369" cy="713232"/>
          </a:xfrm>
          <a:prstGeom prst="roundRect">
            <a:avLst>
              <a:gd name="adj" fmla="val 12821"/>
            </a:avLst>
          </a:prstGeom>
          <a:solidFill>
            <a:srgbClr val="FFFFFF"/>
          </a:solidFill>
          <a:ln w="15875">
            <a:solidFill>
              <a:srgbClr val="D5DCE6"/>
            </a:solidFill>
            <a:prstDash val="solid"/>
          </a:ln>
        </p:spPr>
      </p:sp>
      <p:sp>
        <p:nvSpPr>
          <p:cNvPr id="14" name="Text 10"/>
          <p:cNvSpPr txBox="1"/>
          <p:nvPr/>
        </p:nvSpPr>
        <p:spPr>
          <a:xfrm>
            <a:off x="4737528" y="1828800"/>
            <a:ext cx="1034369" cy="713232"/>
          </a:xfrm>
          <a:prstGeom prst="rect">
            <a:avLst/>
          </a:prstGeom>
          <a:noFill/>
          <a:ln/>
        </p:spPr>
        <p:txBody>
          <a:bodyPr wrap="square" lIns="0" tIns="0" rIns="0" bIns="0" rtlCol="0" anchor="ctr"/>
          <a:lstStyle/>
          <a:p>
            <a:pPr algn="ctr" indent="0" marL="0">
              <a:buNone/>
            </a:pPr>
            <a:r>
              <a:rPr lang="en-US" sz="2600" i="1" dirty="0">
                <a:solidFill>
                  <a:schemeClr val="tx1"/>
                </a:solidFill>
              </a:rPr>
              <a:t>you?</a:t>
            </a:r>
            <a:endParaRPr lang="en-US" sz="2600" dirty="0"/>
          </a:p>
        </p:txBody>
      </p:sp>
      <p:sp>
        <p:nvSpPr>
          <p:cNvPr id="15" name="Text 11"/>
          <p:cNvSpPr txBox="1"/>
          <p:nvPr/>
        </p:nvSpPr>
        <p:spPr>
          <a:xfrm>
            <a:off x="6766560" y="1783080"/>
            <a:ext cx="4754880" cy="822960"/>
          </a:xfrm>
          <a:prstGeom prst="rect">
            <a:avLst/>
          </a:prstGeom>
          <a:noFill/>
          <a:ln/>
        </p:spPr>
        <p:txBody>
          <a:bodyPr wrap="square" lIns="0" tIns="0" rIns="0" bIns="0" rtlCol="0" anchor="ctr"/>
          <a:lstStyle/>
          <a:p>
            <a:pPr algn="l" indent="0" marL="0">
              <a:buNone/>
            </a:pPr>
            <a:r>
              <a:rPr lang="en-US" sz="1500" i="1" dirty="0">
                <a:solidFill>
                  <a:schemeClr val="tx2"/>
                </a:solidFill>
              </a:rPr>
              <a:t>Someone called you. Who? = le sujet</a:t>
            </a:r>
            <a:endParaRPr lang="en-US" sz="1500" dirty="0"/>
          </a:p>
        </p:txBody>
      </p:sp>
      <p:sp>
        <p:nvSpPr>
          <p:cNvPr id="16" name="Shape 12"/>
          <p:cNvSpPr/>
          <p:nvPr/>
        </p:nvSpPr>
        <p:spPr>
          <a:xfrm>
            <a:off x="6766560" y="2606040"/>
            <a:ext cx="1295551" cy="420624"/>
          </a:xfrm>
          <a:prstGeom prst="roundRect">
            <a:avLst>
              <a:gd name="adj" fmla="val 26087"/>
            </a:avLst>
          </a:prstGeom>
          <a:solidFill>
            <a:schemeClr val="accent6"/>
          </a:solidFill>
          <a:ln w="12700">
            <a:solidFill>
              <a:srgbClr val="FFFFFF">
                <a:alpha val="0"/>
              </a:srgbClr>
            </a:solidFill>
            <a:prstDash val="solid"/>
          </a:ln>
        </p:spPr>
      </p:sp>
      <p:sp>
        <p:nvSpPr>
          <p:cNvPr id="17" name="Text 13"/>
          <p:cNvSpPr txBox="1"/>
          <p:nvPr/>
        </p:nvSpPr>
        <p:spPr>
          <a:xfrm>
            <a:off x="6766560" y="2606040"/>
            <a:ext cx="1295551" cy="420624"/>
          </a:xfrm>
          <a:prstGeom prst="rect">
            <a:avLst/>
          </a:prstGeom>
          <a:noFill/>
          <a:ln/>
        </p:spPr>
        <p:txBody>
          <a:bodyPr wrap="square" lIns="0" tIns="0" rIns="0" bIns="0" rtlCol="0" anchor="ctr"/>
          <a:lstStyle/>
          <a:p>
            <a:pPr algn="ctr" indent="0" marL="0">
              <a:buNone/>
            </a:pPr>
            <a:r>
              <a:rPr lang="en-US" sz="1600" b="1" dirty="0">
                <a:solidFill>
                  <a:schemeClr val="bg1"/>
                </a:solidFill>
              </a:rPr>
              <a:t>No did!</a:t>
            </a:r>
            <a:endParaRPr lang="en-US" sz="1600" dirty="0"/>
          </a:p>
        </p:txBody>
      </p:sp>
      <p:sp>
        <p:nvSpPr>
          <p:cNvPr id="18" name="Shape 14"/>
          <p:cNvSpPr/>
          <p:nvPr/>
        </p:nvSpPr>
        <p:spPr>
          <a:xfrm>
            <a:off x="548640" y="3429000"/>
            <a:ext cx="11091672" cy="1691640"/>
          </a:xfrm>
          <a:prstGeom prst="roundRect">
            <a:avLst>
              <a:gd name="adj" fmla="val 6486"/>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19" name="Image 1" descr="mobile phone">    </p:cNvPr>
          <p:cNvPicPr>
            <a:picLocks noChangeAspect="1"/>
          </p:cNvPicPr>
          <p:nvPr/>
        </p:nvPicPr>
        <p:blipFill>
          <a:blip r:embed="rId2"/>
          <a:stretch>
            <a:fillRect/>
          </a:stretch>
        </p:blipFill>
        <p:spPr>
          <a:xfrm>
            <a:off x="731520" y="3794760"/>
            <a:ext cx="914400" cy="914400"/>
          </a:xfrm>
          <a:prstGeom prst="rect">
            <a:avLst/>
          </a:prstGeom>
        </p:spPr>
      </p:pic>
      <p:sp>
        <p:nvSpPr>
          <p:cNvPr id="20" name="Shape 15"/>
          <p:cNvSpPr/>
          <p:nvPr/>
        </p:nvSpPr>
        <p:spPr>
          <a:xfrm>
            <a:off x="1920240" y="3703320"/>
            <a:ext cx="1023952" cy="713232"/>
          </a:xfrm>
          <a:prstGeom prst="roundRect">
            <a:avLst>
              <a:gd name="adj" fmla="val 12821"/>
            </a:avLst>
          </a:prstGeom>
          <a:solidFill>
            <a:schemeClr val="accent3"/>
          </a:solidFill>
          <a:ln w="12700">
            <a:solidFill>
              <a:srgbClr val="FFFFFF">
                <a:alpha val="0"/>
              </a:srgbClr>
            </a:solidFill>
            <a:prstDash val="solid"/>
          </a:ln>
        </p:spPr>
      </p:sp>
      <p:sp>
        <p:nvSpPr>
          <p:cNvPr id="21" name="Text 16"/>
          <p:cNvSpPr txBox="1"/>
          <p:nvPr/>
        </p:nvSpPr>
        <p:spPr>
          <a:xfrm>
            <a:off x="1920240" y="3703320"/>
            <a:ext cx="1023952" cy="713232"/>
          </a:xfrm>
          <a:prstGeom prst="rect">
            <a:avLst/>
          </a:prstGeom>
          <a:noFill/>
          <a:ln/>
        </p:spPr>
        <p:txBody>
          <a:bodyPr wrap="square" lIns="0" tIns="0" rIns="0" bIns="0" rtlCol="0" anchor="ctr"/>
          <a:lstStyle/>
          <a:p>
            <a:pPr algn="ctr" indent="0" marL="0">
              <a:buNone/>
            </a:pPr>
            <a:r>
              <a:rPr lang="en-US" sz="2600" b="1" i="1" dirty="0">
                <a:solidFill>
                  <a:schemeClr val="bg1"/>
                </a:solidFill>
              </a:rPr>
              <a:t>Who</a:t>
            </a:r>
            <a:endParaRPr lang="en-US" sz="2600" dirty="0"/>
          </a:p>
        </p:txBody>
      </p:sp>
      <p:sp>
        <p:nvSpPr>
          <p:cNvPr id="22" name="Text 17"/>
          <p:cNvSpPr txBox="1"/>
          <p:nvPr/>
        </p:nvSpPr>
        <p:spPr>
          <a:xfrm>
            <a:off x="1600200" y="4453128"/>
            <a:ext cx="1664032" cy="274320"/>
          </a:xfrm>
          <a:prstGeom prst="rect">
            <a:avLst/>
          </a:prstGeom>
          <a:noFill/>
          <a:ln/>
        </p:spPr>
        <p:txBody>
          <a:bodyPr wrap="square" lIns="0" tIns="0" rIns="0" bIns="0" rtlCol="0" anchor="t"/>
          <a:lstStyle/>
          <a:p>
            <a:pPr algn="ctr" indent="0" marL="0">
              <a:buNone/>
            </a:pPr>
            <a:r>
              <a:rPr lang="en-US" sz="1100" b="1" dirty="0">
                <a:solidFill>
                  <a:schemeClr val="accent3"/>
                </a:solidFill>
              </a:rPr>
              <a:t>OBJECT</a:t>
            </a:r>
            <a:endParaRPr lang="en-US" sz="1100" dirty="0"/>
          </a:p>
        </p:txBody>
      </p:sp>
      <p:sp>
        <p:nvSpPr>
          <p:cNvPr id="23" name="Shape 18"/>
          <p:cNvSpPr/>
          <p:nvPr/>
        </p:nvSpPr>
        <p:spPr>
          <a:xfrm>
            <a:off x="3017344" y="3703320"/>
            <a:ext cx="1023952" cy="713232"/>
          </a:xfrm>
          <a:prstGeom prst="roundRect">
            <a:avLst>
              <a:gd name="adj" fmla="val 12821"/>
            </a:avLst>
          </a:prstGeom>
          <a:solidFill>
            <a:schemeClr val="tx2"/>
          </a:solidFill>
          <a:ln w="12700">
            <a:solidFill>
              <a:srgbClr val="FFFFFF">
                <a:alpha val="0"/>
              </a:srgbClr>
            </a:solidFill>
            <a:prstDash val="solid"/>
          </a:ln>
        </p:spPr>
      </p:sp>
      <p:sp>
        <p:nvSpPr>
          <p:cNvPr id="24" name="Text 19"/>
          <p:cNvSpPr txBox="1"/>
          <p:nvPr/>
        </p:nvSpPr>
        <p:spPr>
          <a:xfrm>
            <a:off x="3017344" y="3703320"/>
            <a:ext cx="1023952" cy="713232"/>
          </a:xfrm>
          <a:prstGeom prst="rect">
            <a:avLst/>
          </a:prstGeom>
          <a:noFill/>
          <a:ln/>
        </p:spPr>
        <p:txBody>
          <a:bodyPr wrap="square" lIns="0" tIns="0" rIns="0" bIns="0" rtlCol="0" anchor="ctr"/>
          <a:lstStyle/>
          <a:p>
            <a:pPr algn="ctr" indent="0" marL="0">
              <a:buNone/>
            </a:pPr>
            <a:r>
              <a:rPr lang="en-US" sz="2600" b="1" i="1" dirty="0">
                <a:solidFill>
                  <a:schemeClr val="bg1"/>
                </a:solidFill>
              </a:rPr>
              <a:t>did</a:t>
            </a:r>
            <a:endParaRPr lang="en-US" sz="2600" dirty="0"/>
          </a:p>
        </p:txBody>
      </p:sp>
      <p:sp>
        <p:nvSpPr>
          <p:cNvPr id="25" name="Text 20"/>
          <p:cNvSpPr txBox="1"/>
          <p:nvPr/>
        </p:nvSpPr>
        <p:spPr>
          <a:xfrm>
            <a:off x="2697304" y="4453128"/>
            <a:ext cx="1664032" cy="274320"/>
          </a:xfrm>
          <a:prstGeom prst="rect">
            <a:avLst/>
          </a:prstGeom>
          <a:noFill/>
          <a:ln/>
        </p:spPr>
        <p:txBody>
          <a:bodyPr wrap="square" lIns="0" tIns="0" rIns="0" bIns="0" rtlCol="0" anchor="t"/>
          <a:lstStyle/>
          <a:p>
            <a:pPr algn="ctr" indent="0" marL="0">
              <a:buNone/>
            </a:pPr>
            <a:r>
              <a:rPr lang="en-US" sz="1100" b="1" dirty="0">
                <a:solidFill>
                  <a:schemeClr val="tx2"/>
                </a:solidFill>
              </a:rPr>
              <a:t>AUX</a:t>
            </a:r>
            <a:endParaRPr lang="en-US" sz="1100" dirty="0"/>
          </a:p>
        </p:txBody>
      </p:sp>
      <p:sp>
        <p:nvSpPr>
          <p:cNvPr id="26" name="Shape 21"/>
          <p:cNvSpPr/>
          <p:nvPr/>
        </p:nvSpPr>
        <p:spPr>
          <a:xfrm>
            <a:off x="4114449" y="3703320"/>
            <a:ext cx="848929" cy="713232"/>
          </a:xfrm>
          <a:prstGeom prst="roundRect">
            <a:avLst>
              <a:gd name="adj" fmla="val 12821"/>
            </a:avLst>
          </a:prstGeom>
          <a:solidFill>
            <a:srgbClr val="FFFFFF"/>
          </a:solidFill>
          <a:ln w="15875">
            <a:solidFill>
              <a:srgbClr val="D5DCE6"/>
            </a:solidFill>
            <a:prstDash val="solid"/>
          </a:ln>
        </p:spPr>
      </p:sp>
      <p:sp>
        <p:nvSpPr>
          <p:cNvPr id="27" name="Text 22"/>
          <p:cNvSpPr txBox="1"/>
          <p:nvPr/>
        </p:nvSpPr>
        <p:spPr>
          <a:xfrm>
            <a:off x="4114449" y="3703320"/>
            <a:ext cx="848929" cy="713232"/>
          </a:xfrm>
          <a:prstGeom prst="rect">
            <a:avLst/>
          </a:prstGeom>
          <a:noFill/>
          <a:ln/>
        </p:spPr>
        <p:txBody>
          <a:bodyPr wrap="square" lIns="0" tIns="0" rIns="0" bIns="0" rtlCol="0" anchor="ctr"/>
          <a:lstStyle/>
          <a:p>
            <a:pPr algn="ctr" indent="0" marL="0">
              <a:buNone/>
            </a:pPr>
            <a:r>
              <a:rPr lang="en-US" sz="2600" i="1" dirty="0">
                <a:solidFill>
                  <a:schemeClr val="tx1"/>
                </a:solidFill>
              </a:rPr>
              <a:t>you</a:t>
            </a:r>
            <a:endParaRPr lang="en-US" sz="2600" dirty="0"/>
          </a:p>
        </p:txBody>
      </p:sp>
      <p:sp>
        <p:nvSpPr>
          <p:cNvPr id="28" name="Text 23"/>
          <p:cNvSpPr txBox="1"/>
          <p:nvPr/>
        </p:nvSpPr>
        <p:spPr>
          <a:xfrm>
            <a:off x="3794409" y="4453128"/>
            <a:ext cx="1489009"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29" name="Shape 24"/>
          <p:cNvSpPr/>
          <p:nvPr/>
        </p:nvSpPr>
        <p:spPr>
          <a:xfrm>
            <a:off x="5036530" y="3703320"/>
            <a:ext cx="1439339" cy="713232"/>
          </a:xfrm>
          <a:prstGeom prst="roundRect">
            <a:avLst>
              <a:gd name="adj" fmla="val 12821"/>
            </a:avLst>
          </a:prstGeom>
          <a:solidFill>
            <a:srgbClr val="FBEDEB"/>
          </a:solidFill>
          <a:ln w="22225">
            <a:solidFill>
              <a:srgbClr val="B83227"/>
            </a:solidFill>
            <a:prstDash val="solid"/>
          </a:ln>
        </p:spPr>
      </p:sp>
      <p:sp>
        <p:nvSpPr>
          <p:cNvPr id="30" name="Text 25"/>
          <p:cNvSpPr txBox="1"/>
          <p:nvPr/>
        </p:nvSpPr>
        <p:spPr>
          <a:xfrm>
            <a:off x="5036530" y="3703320"/>
            <a:ext cx="1439339" cy="713232"/>
          </a:xfrm>
          <a:prstGeom prst="rect">
            <a:avLst/>
          </a:prstGeom>
          <a:noFill/>
          <a:ln/>
        </p:spPr>
        <p:txBody>
          <a:bodyPr wrap="square" lIns="0" tIns="0" rIns="0" bIns="0" rtlCol="0" anchor="ctr"/>
          <a:lstStyle/>
          <a:p>
            <a:pPr algn="ctr" indent="0" marL="0">
              <a:buNone/>
            </a:pPr>
            <a:r>
              <a:rPr lang="en-US" sz="2600" b="1" i="1" dirty="0">
                <a:solidFill>
                  <a:schemeClr val="accent6"/>
                </a:solidFill>
              </a:rPr>
              <a:t>call?</a:t>
            </a:r>
            <a:endParaRPr lang="en-US" sz="2600" dirty="0"/>
          </a:p>
        </p:txBody>
      </p:sp>
      <p:sp>
        <p:nvSpPr>
          <p:cNvPr id="31" name="Text 26"/>
          <p:cNvSpPr txBox="1"/>
          <p:nvPr/>
        </p:nvSpPr>
        <p:spPr>
          <a:xfrm>
            <a:off x="4716490" y="4453128"/>
            <a:ext cx="2079419" cy="274320"/>
          </a:xfrm>
          <a:prstGeom prst="rect">
            <a:avLst/>
          </a:prstGeom>
          <a:noFill/>
          <a:ln/>
        </p:spPr>
        <p:txBody>
          <a:bodyPr wrap="square" lIns="0" tIns="0" rIns="0" bIns="0" rtlCol="0" anchor="t"/>
          <a:lstStyle/>
          <a:p>
            <a:pPr algn="ctr" indent="0" marL="0">
              <a:buNone/>
            </a:pPr>
            <a:r>
              <a:rPr lang="en-US" sz="1100" b="1" dirty="0">
                <a:solidFill>
                  <a:schemeClr val="accent6"/>
                </a:solidFill>
              </a:rPr>
              <a:t>BASE</a:t>
            </a:r>
            <a:endParaRPr lang="en-US" sz="1100" dirty="0"/>
          </a:p>
        </p:txBody>
      </p:sp>
      <p:sp>
        <p:nvSpPr>
          <p:cNvPr id="32" name="Text 27"/>
          <p:cNvSpPr txBox="1"/>
          <p:nvPr/>
        </p:nvSpPr>
        <p:spPr>
          <a:xfrm>
            <a:off x="6766560" y="3657600"/>
            <a:ext cx="4754880" cy="822960"/>
          </a:xfrm>
          <a:prstGeom prst="rect">
            <a:avLst/>
          </a:prstGeom>
          <a:noFill/>
          <a:ln/>
        </p:spPr>
        <p:txBody>
          <a:bodyPr wrap="square" lIns="0" tIns="0" rIns="0" bIns="0" rtlCol="0" anchor="ctr"/>
          <a:lstStyle/>
          <a:p>
            <a:pPr algn="l" indent="0" marL="0">
              <a:buNone/>
            </a:pPr>
            <a:r>
              <a:rPr lang="en-US" sz="1500" i="1" dirty="0">
                <a:solidFill>
                  <a:schemeClr val="tx2"/>
                </a:solidFill>
              </a:rPr>
              <a:t>You called someone. Who? = le complément</a:t>
            </a:r>
            <a:endParaRPr lang="en-US" sz="1500" dirty="0"/>
          </a:p>
        </p:txBody>
      </p:sp>
      <p:sp>
        <p:nvSpPr>
          <p:cNvPr id="33" name="Shape 28"/>
          <p:cNvSpPr/>
          <p:nvPr/>
        </p:nvSpPr>
        <p:spPr>
          <a:xfrm>
            <a:off x="6766560" y="4480560"/>
            <a:ext cx="1678985" cy="420624"/>
          </a:xfrm>
          <a:prstGeom prst="roundRect">
            <a:avLst>
              <a:gd name="adj" fmla="val 26087"/>
            </a:avLst>
          </a:prstGeom>
          <a:solidFill>
            <a:schemeClr val="accent3"/>
          </a:solidFill>
          <a:ln w="12700">
            <a:solidFill>
              <a:srgbClr val="FFFFFF">
                <a:alpha val="0"/>
              </a:srgbClr>
            </a:solidFill>
            <a:prstDash val="solid"/>
          </a:ln>
        </p:spPr>
      </p:sp>
      <p:sp>
        <p:nvSpPr>
          <p:cNvPr id="34" name="Text 29"/>
          <p:cNvSpPr txBox="1"/>
          <p:nvPr/>
        </p:nvSpPr>
        <p:spPr>
          <a:xfrm>
            <a:off x="6766560" y="4480560"/>
            <a:ext cx="1678985" cy="420624"/>
          </a:xfrm>
          <a:prstGeom prst="rect">
            <a:avLst/>
          </a:prstGeom>
          <a:noFill/>
          <a:ln/>
        </p:spPr>
        <p:txBody>
          <a:bodyPr wrap="square" lIns="0" tIns="0" rIns="0" bIns="0" rtlCol="0" anchor="ctr"/>
          <a:lstStyle/>
          <a:p>
            <a:pPr algn="ctr" indent="0" marL="0">
              <a:buNone/>
            </a:pPr>
            <a:r>
              <a:rPr lang="en-US" sz="1600" b="1" dirty="0">
                <a:solidFill>
                  <a:schemeClr val="bg1"/>
                </a:solidFill>
              </a:rPr>
              <a:t>did + base</a:t>
            </a:r>
            <a:endParaRPr lang="en-US" sz="1600" dirty="0"/>
          </a:p>
        </p:txBody>
      </p:sp>
      <p:sp>
        <p:nvSpPr>
          <p:cNvPr id="35" name="Shape 30"/>
          <p:cNvSpPr/>
          <p:nvPr/>
        </p:nvSpPr>
        <p:spPr>
          <a:xfrm>
            <a:off x="548640" y="5486400"/>
            <a:ext cx="11091672" cy="640080"/>
          </a:xfrm>
          <a:prstGeom prst="roundRect">
            <a:avLst>
              <a:gd name="adj" fmla="val 11429"/>
            </a:avLst>
          </a:prstGeom>
          <a:solidFill>
            <a:schemeClr val="tx2"/>
          </a:solidFill>
          <a:ln w="12700">
            <a:solidFill>
              <a:srgbClr val="FFFFFF">
                <a:alpha val="0"/>
              </a:srgbClr>
            </a:solidFill>
            <a:prstDash val="solid"/>
          </a:ln>
        </p:spPr>
      </p:sp>
      <p:sp>
        <p:nvSpPr>
          <p:cNvPr id="36" name="Text 31"/>
          <p:cNvSpPr txBox="1"/>
          <p:nvPr/>
        </p:nvSpPr>
        <p:spPr>
          <a:xfrm>
            <a:off x="822960" y="5486400"/>
            <a:ext cx="10607040" cy="640080"/>
          </a:xfrm>
          <a:prstGeom prst="rect">
            <a:avLst/>
          </a:prstGeom>
          <a:noFill/>
          <a:ln/>
        </p:spPr>
        <p:txBody>
          <a:bodyPr wrap="square" lIns="0" tIns="0" rIns="0" bIns="0" rtlCol="0" anchor="ctr"/>
          <a:lstStyle/>
          <a:p>
            <a:pPr algn="l" indent="0" marL="0">
              <a:buNone/>
            </a:pPr>
            <a:r>
              <a:rPr lang="en-US" sz="1600" dirty="0">
                <a:solidFill>
                  <a:schemeClr val="bg1"/>
                </a:solidFill>
              </a:rPr>
              <a:t>Aussi : </a:t>
            </a:r>
            <a:r>
              <a:rPr lang="en-US" sz="1600" b="1" i="1" dirty="0">
                <a:solidFill>
                  <a:schemeClr val="bg1"/>
                </a:solidFill>
              </a:rPr>
              <a:t>What happened?</a:t>
            </a:r>
            <a:r>
              <a:rPr lang="en-US" sz="1600" dirty="0">
                <a:solidFill>
                  <a:schemeClr val="bg1"/>
                </a:solidFill>
              </a:rPr>
              <a:t> (✗ </a:t>
            </a:r>
            <a:r>
              <a:rPr lang="en-US" sz="1600" i="1" dirty="0">
                <a:solidFill>
                  <a:schemeClr val="bg1"/>
                </a:solidFill>
              </a:rPr>
              <a:t>What did happen?</a:t>
            </a:r>
            <a:r>
              <a:rPr lang="en-US" sz="1600" dirty="0">
                <a:solidFill>
                  <a:schemeClr val="bg1"/>
                </a:solidFill>
              </a:rPr>
              <a:t>) — une question très fréquente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Time markers: yesterday, last…, …ago</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VOCABULARY</a:t>
            </a:r>
            <a:endParaRPr lang="en-US" sz="1200" dirty="0"/>
          </a:p>
        </p:txBody>
      </p:sp>
      <p:sp>
        <p:nvSpPr>
          <p:cNvPr id="5" name="Shape 2"/>
          <p:cNvSpPr/>
          <p:nvPr/>
        </p:nvSpPr>
        <p:spPr>
          <a:xfrm>
            <a:off x="640080" y="2651760"/>
            <a:ext cx="11018520" cy="914"/>
          </a:xfrm>
          <a:prstGeom prst="line">
            <a:avLst/>
          </a:prstGeom>
          <a:noFill/>
          <a:ln w="31750">
            <a:solidFill>
              <a:srgbClr val="17375E"/>
            </a:solidFill>
            <a:prstDash val="solid"/>
            <a:tailEnd type="triangle"/>
          </a:ln>
        </p:spPr>
      </p:sp>
      <p:sp>
        <p:nvSpPr>
          <p:cNvPr id="6" name="Shape 3"/>
          <p:cNvSpPr/>
          <p:nvPr/>
        </p:nvSpPr>
        <p:spPr>
          <a:xfrm>
            <a:off x="10561320" y="2340864"/>
            <a:ext cx="91440" cy="621792"/>
          </a:xfrm>
          <a:prstGeom prst="rect">
            <a:avLst/>
          </a:prstGeom>
          <a:solidFill>
            <a:schemeClr val="accent6"/>
          </a:solidFill>
          <a:ln w="12700">
            <a:solidFill>
              <a:srgbClr val="FFFFFF">
                <a:alpha val="0"/>
              </a:srgbClr>
            </a:solidFill>
            <a:prstDash val="solid"/>
          </a:ln>
        </p:spPr>
      </p:sp>
      <p:sp>
        <p:nvSpPr>
          <p:cNvPr id="7" name="Text 4"/>
          <p:cNvSpPr txBox="1"/>
          <p:nvPr/>
        </p:nvSpPr>
        <p:spPr>
          <a:xfrm>
            <a:off x="10058400" y="1956816"/>
            <a:ext cx="1097280" cy="347472"/>
          </a:xfrm>
          <a:prstGeom prst="rect">
            <a:avLst/>
          </a:prstGeom>
          <a:noFill/>
          <a:ln/>
        </p:spPr>
        <p:txBody>
          <a:bodyPr wrap="square" lIns="0" tIns="0" rIns="0" bIns="0" rtlCol="0" anchor="ctr"/>
          <a:lstStyle/>
          <a:p>
            <a:pPr algn="ctr" indent="0" marL="0">
              <a:buNone/>
            </a:pPr>
            <a:r>
              <a:rPr lang="en-US" sz="1500" b="1" dirty="0">
                <a:solidFill>
                  <a:schemeClr val="accent6"/>
                </a:solidFill>
              </a:rPr>
              <a:t>NOW</a:t>
            </a:r>
            <a:endParaRPr lang="en-US" sz="1500" dirty="0"/>
          </a:p>
        </p:txBody>
      </p:sp>
      <p:sp>
        <p:nvSpPr>
          <p:cNvPr id="8" name="Shape 5"/>
          <p:cNvSpPr/>
          <p:nvPr/>
        </p:nvSpPr>
        <p:spPr>
          <a:xfrm>
            <a:off x="1636776" y="2551176"/>
            <a:ext cx="201168" cy="201168"/>
          </a:xfrm>
          <a:prstGeom prst="ellipse">
            <a:avLst/>
          </a:prstGeom>
          <a:solidFill>
            <a:schemeClr val="accent4"/>
          </a:solidFill>
          <a:ln w="12700">
            <a:solidFill>
              <a:srgbClr val="FFFFFF">
                <a:alpha val="0"/>
              </a:srgbClr>
            </a:solidFill>
            <a:prstDash val="solid"/>
          </a:ln>
        </p:spPr>
      </p:sp>
      <p:sp>
        <p:nvSpPr>
          <p:cNvPr id="9" name="Shape 6"/>
          <p:cNvSpPr/>
          <p:nvPr/>
        </p:nvSpPr>
        <p:spPr>
          <a:xfrm flipV="1">
            <a:off x="1737360" y="2203704"/>
            <a:ext cx="914" cy="356616"/>
          </a:xfrm>
          <a:prstGeom prst="line">
            <a:avLst/>
          </a:prstGeom>
          <a:noFill/>
          <a:ln w="12700">
            <a:solidFill>
              <a:srgbClr val="D9700F"/>
            </a:solidFill>
            <a:prstDash val="solid"/>
          </a:ln>
        </p:spPr>
      </p:sp>
      <p:sp>
        <p:nvSpPr>
          <p:cNvPr id="10" name="Shape 7"/>
          <p:cNvSpPr/>
          <p:nvPr/>
        </p:nvSpPr>
        <p:spPr>
          <a:xfrm>
            <a:off x="530411" y="1783080"/>
            <a:ext cx="2413899" cy="420624"/>
          </a:xfrm>
          <a:prstGeom prst="roundRect">
            <a:avLst>
              <a:gd name="adj" fmla="val 26087"/>
            </a:avLst>
          </a:prstGeom>
          <a:solidFill>
            <a:schemeClr val="accent1"/>
          </a:solidFill>
          <a:ln w="12700">
            <a:solidFill>
              <a:srgbClr val="FFFFFF">
                <a:alpha val="0"/>
              </a:srgbClr>
            </a:solidFill>
            <a:prstDash val="solid"/>
          </a:ln>
        </p:spPr>
      </p:sp>
      <p:sp>
        <p:nvSpPr>
          <p:cNvPr id="11" name="Text 8"/>
          <p:cNvSpPr txBox="1"/>
          <p:nvPr/>
        </p:nvSpPr>
        <p:spPr>
          <a:xfrm>
            <a:off x="530411" y="1783080"/>
            <a:ext cx="2413899" cy="420624"/>
          </a:xfrm>
          <a:prstGeom prst="rect">
            <a:avLst/>
          </a:prstGeom>
          <a:noFill/>
          <a:ln/>
        </p:spPr>
        <p:txBody>
          <a:bodyPr wrap="square" lIns="0" tIns="0" rIns="0" bIns="0" rtlCol="0" anchor="ctr"/>
          <a:lstStyle/>
          <a:p>
            <a:pPr algn="ctr" indent="0" marL="0">
              <a:buNone/>
            </a:pPr>
            <a:r>
              <a:rPr lang="en-US" sz="1400" b="1" i="1" dirty="0">
                <a:solidFill>
                  <a:schemeClr val="bg1"/>
                </a:solidFill>
              </a:rPr>
              <a:t>when I was a child</a:t>
            </a:r>
            <a:endParaRPr lang="en-US" sz="1400" dirty="0"/>
          </a:p>
        </p:txBody>
      </p:sp>
      <p:sp>
        <p:nvSpPr>
          <p:cNvPr id="12" name="Shape 9"/>
          <p:cNvSpPr/>
          <p:nvPr/>
        </p:nvSpPr>
        <p:spPr>
          <a:xfrm>
            <a:off x="3465576" y="2551176"/>
            <a:ext cx="201168" cy="201168"/>
          </a:xfrm>
          <a:prstGeom prst="ellipse">
            <a:avLst/>
          </a:prstGeom>
          <a:solidFill>
            <a:schemeClr val="accent4"/>
          </a:solidFill>
          <a:ln w="12700">
            <a:solidFill>
              <a:srgbClr val="FFFFFF">
                <a:alpha val="0"/>
              </a:srgbClr>
            </a:solidFill>
            <a:prstDash val="solid"/>
          </a:ln>
        </p:spPr>
      </p:sp>
      <p:sp>
        <p:nvSpPr>
          <p:cNvPr id="13" name="Shape 10"/>
          <p:cNvSpPr/>
          <p:nvPr/>
        </p:nvSpPr>
        <p:spPr>
          <a:xfrm>
            <a:off x="3566160" y="2743200"/>
            <a:ext cx="914" cy="274320"/>
          </a:xfrm>
          <a:prstGeom prst="line">
            <a:avLst/>
          </a:prstGeom>
          <a:noFill/>
          <a:ln w="12700">
            <a:solidFill>
              <a:srgbClr val="D9700F"/>
            </a:solidFill>
            <a:prstDash val="solid"/>
          </a:ln>
        </p:spPr>
      </p:sp>
      <p:sp>
        <p:nvSpPr>
          <p:cNvPr id="14" name="Shape 11"/>
          <p:cNvSpPr/>
          <p:nvPr/>
        </p:nvSpPr>
        <p:spPr>
          <a:xfrm>
            <a:off x="2974302" y="3017520"/>
            <a:ext cx="1183716" cy="420624"/>
          </a:xfrm>
          <a:prstGeom prst="roundRect">
            <a:avLst>
              <a:gd name="adj" fmla="val 26087"/>
            </a:avLst>
          </a:prstGeom>
          <a:solidFill>
            <a:schemeClr val="accent1"/>
          </a:solidFill>
          <a:ln w="12700">
            <a:solidFill>
              <a:srgbClr val="FFFFFF">
                <a:alpha val="0"/>
              </a:srgbClr>
            </a:solidFill>
            <a:prstDash val="solid"/>
          </a:ln>
        </p:spPr>
      </p:sp>
      <p:sp>
        <p:nvSpPr>
          <p:cNvPr id="15" name="Text 12"/>
          <p:cNvSpPr txBox="1"/>
          <p:nvPr/>
        </p:nvSpPr>
        <p:spPr>
          <a:xfrm>
            <a:off x="2974302" y="3017520"/>
            <a:ext cx="1183716" cy="420624"/>
          </a:xfrm>
          <a:prstGeom prst="rect">
            <a:avLst/>
          </a:prstGeom>
          <a:noFill/>
          <a:ln/>
        </p:spPr>
        <p:txBody>
          <a:bodyPr wrap="square" lIns="0" tIns="0" rIns="0" bIns="0" rtlCol="0" anchor="ctr"/>
          <a:lstStyle/>
          <a:p>
            <a:pPr algn="ctr" indent="0" marL="0">
              <a:buNone/>
            </a:pPr>
            <a:r>
              <a:rPr lang="en-US" sz="1400" b="1" i="1" dirty="0">
                <a:solidFill>
                  <a:schemeClr val="bg1"/>
                </a:solidFill>
              </a:rPr>
              <a:t>in 2019</a:t>
            </a:r>
            <a:endParaRPr lang="en-US" sz="1400" dirty="0"/>
          </a:p>
        </p:txBody>
      </p:sp>
      <p:sp>
        <p:nvSpPr>
          <p:cNvPr id="16" name="Shape 13"/>
          <p:cNvSpPr/>
          <p:nvPr/>
        </p:nvSpPr>
        <p:spPr>
          <a:xfrm>
            <a:off x="4837176" y="2551176"/>
            <a:ext cx="201168" cy="201168"/>
          </a:xfrm>
          <a:prstGeom prst="ellipse">
            <a:avLst/>
          </a:prstGeom>
          <a:solidFill>
            <a:schemeClr val="accent4"/>
          </a:solidFill>
          <a:ln w="12700">
            <a:solidFill>
              <a:srgbClr val="FFFFFF">
                <a:alpha val="0"/>
              </a:srgbClr>
            </a:solidFill>
            <a:prstDash val="solid"/>
          </a:ln>
        </p:spPr>
      </p:sp>
      <p:sp>
        <p:nvSpPr>
          <p:cNvPr id="17" name="Shape 14"/>
          <p:cNvSpPr/>
          <p:nvPr/>
        </p:nvSpPr>
        <p:spPr>
          <a:xfrm flipV="1">
            <a:off x="4937760" y="2203704"/>
            <a:ext cx="914" cy="356616"/>
          </a:xfrm>
          <a:prstGeom prst="line">
            <a:avLst/>
          </a:prstGeom>
          <a:noFill/>
          <a:ln w="12700">
            <a:solidFill>
              <a:srgbClr val="D9700F"/>
            </a:solidFill>
            <a:prstDash val="solid"/>
          </a:ln>
        </p:spPr>
      </p:sp>
      <p:sp>
        <p:nvSpPr>
          <p:cNvPr id="18" name="Shape 15"/>
          <p:cNvSpPr/>
          <p:nvPr/>
        </p:nvSpPr>
        <p:spPr>
          <a:xfrm>
            <a:off x="4122232" y="1783080"/>
            <a:ext cx="1631056" cy="420624"/>
          </a:xfrm>
          <a:prstGeom prst="roundRect">
            <a:avLst>
              <a:gd name="adj" fmla="val 26087"/>
            </a:avLst>
          </a:prstGeom>
          <a:solidFill>
            <a:schemeClr val="accent1"/>
          </a:solidFill>
          <a:ln w="12700">
            <a:solidFill>
              <a:srgbClr val="FFFFFF">
                <a:alpha val="0"/>
              </a:srgbClr>
            </a:solidFill>
            <a:prstDash val="solid"/>
          </a:ln>
        </p:spPr>
      </p:sp>
      <p:sp>
        <p:nvSpPr>
          <p:cNvPr id="19" name="Text 16"/>
          <p:cNvSpPr txBox="1"/>
          <p:nvPr/>
        </p:nvSpPr>
        <p:spPr>
          <a:xfrm>
            <a:off x="4122232" y="1783080"/>
            <a:ext cx="1631056" cy="420624"/>
          </a:xfrm>
          <a:prstGeom prst="rect">
            <a:avLst/>
          </a:prstGeom>
          <a:noFill/>
          <a:ln/>
        </p:spPr>
        <p:txBody>
          <a:bodyPr wrap="square" lIns="0" tIns="0" rIns="0" bIns="0" rtlCol="0" anchor="ctr"/>
          <a:lstStyle/>
          <a:p>
            <a:pPr algn="ctr" indent="0" marL="0">
              <a:buNone/>
            </a:pPr>
            <a:r>
              <a:rPr lang="en-US" sz="1400" b="1" i="1" dirty="0">
                <a:solidFill>
                  <a:schemeClr val="bg1"/>
                </a:solidFill>
              </a:rPr>
              <a:t>last summer</a:t>
            </a:r>
            <a:endParaRPr lang="en-US" sz="1400" dirty="0"/>
          </a:p>
        </p:txBody>
      </p:sp>
      <p:sp>
        <p:nvSpPr>
          <p:cNvPr id="20" name="Shape 17"/>
          <p:cNvSpPr/>
          <p:nvPr/>
        </p:nvSpPr>
        <p:spPr>
          <a:xfrm>
            <a:off x="6208776" y="2551176"/>
            <a:ext cx="201168" cy="201168"/>
          </a:xfrm>
          <a:prstGeom prst="ellipse">
            <a:avLst/>
          </a:prstGeom>
          <a:solidFill>
            <a:schemeClr val="accent4"/>
          </a:solidFill>
          <a:ln w="12700">
            <a:solidFill>
              <a:srgbClr val="FFFFFF">
                <a:alpha val="0"/>
              </a:srgbClr>
            </a:solidFill>
            <a:prstDash val="solid"/>
          </a:ln>
        </p:spPr>
      </p:sp>
      <p:sp>
        <p:nvSpPr>
          <p:cNvPr id="21" name="Shape 18"/>
          <p:cNvSpPr/>
          <p:nvPr/>
        </p:nvSpPr>
        <p:spPr>
          <a:xfrm>
            <a:off x="6309360" y="2743200"/>
            <a:ext cx="914" cy="274320"/>
          </a:xfrm>
          <a:prstGeom prst="line">
            <a:avLst/>
          </a:prstGeom>
          <a:noFill/>
          <a:ln w="12700">
            <a:solidFill>
              <a:srgbClr val="D9700F"/>
            </a:solidFill>
            <a:prstDash val="solid"/>
          </a:ln>
        </p:spPr>
      </p:sp>
      <p:sp>
        <p:nvSpPr>
          <p:cNvPr id="22" name="Shape 19"/>
          <p:cNvSpPr/>
          <p:nvPr/>
        </p:nvSpPr>
        <p:spPr>
          <a:xfrm>
            <a:off x="5605667" y="3017520"/>
            <a:ext cx="1407386" cy="420624"/>
          </a:xfrm>
          <a:prstGeom prst="roundRect">
            <a:avLst>
              <a:gd name="adj" fmla="val 26087"/>
            </a:avLst>
          </a:prstGeom>
          <a:solidFill>
            <a:schemeClr val="accent1"/>
          </a:solidFill>
          <a:ln w="12700">
            <a:solidFill>
              <a:srgbClr val="FFFFFF">
                <a:alpha val="0"/>
              </a:srgbClr>
            </a:solidFill>
            <a:prstDash val="solid"/>
          </a:ln>
        </p:spPr>
      </p:sp>
      <p:sp>
        <p:nvSpPr>
          <p:cNvPr id="23" name="Text 20"/>
          <p:cNvSpPr txBox="1"/>
          <p:nvPr/>
        </p:nvSpPr>
        <p:spPr>
          <a:xfrm>
            <a:off x="5605667" y="3017520"/>
            <a:ext cx="1407386" cy="420624"/>
          </a:xfrm>
          <a:prstGeom prst="rect">
            <a:avLst/>
          </a:prstGeom>
          <a:noFill/>
          <a:ln/>
        </p:spPr>
        <p:txBody>
          <a:bodyPr wrap="square" lIns="0" tIns="0" rIns="0" bIns="0" rtlCol="0" anchor="ctr"/>
          <a:lstStyle/>
          <a:p>
            <a:pPr algn="ctr" indent="0" marL="0">
              <a:buNone/>
            </a:pPr>
            <a:r>
              <a:rPr lang="en-US" sz="1400" b="1" i="1" dirty="0">
                <a:solidFill>
                  <a:schemeClr val="bg1"/>
                </a:solidFill>
              </a:rPr>
              <a:t>on Monday</a:t>
            </a:r>
            <a:endParaRPr lang="en-US" sz="1400" dirty="0"/>
          </a:p>
        </p:txBody>
      </p:sp>
      <p:sp>
        <p:nvSpPr>
          <p:cNvPr id="24" name="Shape 21"/>
          <p:cNvSpPr/>
          <p:nvPr/>
        </p:nvSpPr>
        <p:spPr>
          <a:xfrm>
            <a:off x="7488936" y="2551176"/>
            <a:ext cx="201168" cy="201168"/>
          </a:xfrm>
          <a:prstGeom prst="ellipse">
            <a:avLst/>
          </a:prstGeom>
          <a:solidFill>
            <a:schemeClr val="accent4"/>
          </a:solidFill>
          <a:ln w="12700">
            <a:solidFill>
              <a:srgbClr val="FFFFFF">
                <a:alpha val="0"/>
              </a:srgbClr>
            </a:solidFill>
            <a:prstDash val="solid"/>
          </a:ln>
        </p:spPr>
      </p:sp>
      <p:sp>
        <p:nvSpPr>
          <p:cNvPr id="25" name="Shape 22"/>
          <p:cNvSpPr/>
          <p:nvPr/>
        </p:nvSpPr>
        <p:spPr>
          <a:xfrm flipV="1">
            <a:off x="7589520" y="2203704"/>
            <a:ext cx="914" cy="356616"/>
          </a:xfrm>
          <a:prstGeom prst="line">
            <a:avLst/>
          </a:prstGeom>
          <a:noFill/>
          <a:ln w="12700">
            <a:solidFill>
              <a:srgbClr val="D9700F"/>
            </a:solidFill>
            <a:prstDash val="solid"/>
          </a:ln>
        </p:spPr>
      </p:sp>
      <p:sp>
        <p:nvSpPr>
          <p:cNvPr id="26" name="Shape 23"/>
          <p:cNvSpPr/>
          <p:nvPr/>
        </p:nvSpPr>
        <p:spPr>
          <a:xfrm>
            <a:off x="6718075" y="1783080"/>
            <a:ext cx="1742890" cy="420624"/>
          </a:xfrm>
          <a:prstGeom prst="roundRect">
            <a:avLst>
              <a:gd name="adj" fmla="val 26087"/>
            </a:avLst>
          </a:prstGeom>
          <a:solidFill>
            <a:schemeClr val="accent1"/>
          </a:solidFill>
          <a:ln w="12700">
            <a:solidFill>
              <a:srgbClr val="FFFFFF">
                <a:alpha val="0"/>
              </a:srgbClr>
            </a:solidFill>
            <a:prstDash val="solid"/>
          </a:ln>
        </p:spPr>
      </p:sp>
      <p:sp>
        <p:nvSpPr>
          <p:cNvPr id="27" name="Text 24"/>
          <p:cNvSpPr txBox="1"/>
          <p:nvPr/>
        </p:nvSpPr>
        <p:spPr>
          <a:xfrm>
            <a:off x="6718075" y="1783080"/>
            <a:ext cx="1742890" cy="420624"/>
          </a:xfrm>
          <a:prstGeom prst="rect">
            <a:avLst/>
          </a:prstGeom>
          <a:noFill/>
          <a:ln/>
        </p:spPr>
        <p:txBody>
          <a:bodyPr wrap="square" lIns="0" tIns="0" rIns="0" bIns="0" rtlCol="0" anchor="ctr"/>
          <a:lstStyle/>
          <a:p>
            <a:pPr algn="ctr" indent="0" marL="0">
              <a:buNone/>
            </a:pPr>
            <a:r>
              <a:rPr lang="en-US" sz="1400" b="1" i="1" dirty="0">
                <a:solidFill>
                  <a:schemeClr val="bg1"/>
                </a:solidFill>
              </a:rPr>
              <a:t>two days ago</a:t>
            </a:r>
            <a:endParaRPr lang="en-US" sz="1400" dirty="0"/>
          </a:p>
        </p:txBody>
      </p:sp>
      <p:sp>
        <p:nvSpPr>
          <p:cNvPr id="28" name="Shape 25"/>
          <p:cNvSpPr/>
          <p:nvPr/>
        </p:nvSpPr>
        <p:spPr>
          <a:xfrm>
            <a:off x="8951976" y="2551176"/>
            <a:ext cx="201168" cy="201168"/>
          </a:xfrm>
          <a:prstGeom prst="ellipse">
            <a:avLst/>
          </a:prstGeom>
          <a:solidFill>
            <a:schemeClr val="accent4"/>
          </a:solidFill>
          <a:ln w="12700">
            <a:solidFill>
              <a:srgbClr val="FFFFFF">
                <a:alpha val="0"/>
              </a:srgbClr>
            </a:solidFill>
            <a:prstDash val="solid"/>
          </a:ln>
        </p:spPr>
      </p:sp>
      <p:sp>
        <p:nvSpPr>
          <p:cNvPr id="29" name="Shape 26"/>
          <p:cNvSpPr/>
          <p:nvPr/>
        </p:nvSpPr>
        <p:spPr>
          <a:xfrm>
            <a:off x="9052560" y="2743200"/>
            <a:ext cx="914" cy="274320"/>
          </a:xfrm>
          <a:prstGeom prst="line">
            <a:avLst/>
          </a:prstGeom>
          <a:noFill/>
          <a:ln w="12700">
            <a:solidFill>
              <a:srgbClr val="D9700F"/>
            </a:solidFill>
            <a:prstDash val="solid"/>
          </a:ln>
        </p:spPr>
      </p:sp>
      <p:sp>
        <p:nvSpPr>
          <p:cNvPr id="30" name="Shape 27"/>
          <p:cNvSpPr/>
          <p:nvPr/>
        </p:nvSpPr>
        <p:spPr>
          <a:xfrm>
            <a:off x="8348867" y="3017520"/>
            <a:ext cx="1407386" cy="420624"/>
          </a:xfrm>
          <a:prstGeom prst="roundRect">
            <a:avLst>
              <a:gd name="adj" fmla="val 26087"/>
            </a:avLst>
          </a:prstGeom>
          <a:solidFill>
            <a:schemeClr val="accent1"/>
          </a:solidFill>
          <a:ln w="12700">
            <a:solidFill>
              <a:srgbClr val="FFFFFF">
                <a:alpha val="0"/>
              </a:srgbClr>
            </a:solidFill>
            <a:prstDash val="solid"/>
          </a:ln>
        </p:spPr>
      </p:sp>
      <p:sp>
        <p:nvSpPr>
          <p:cNvPr id="31" name="Text 28"/>
          <p:cNvSpPr txBox="1"/>
          <p:nvPr/>
        </p:nvSpPr>
        <p:spPr>
          <a:xfrm>
            <a:off x="8348867" y="3017520"/>
            <a:ext cx="1407386" cy="420624"/>
          </a:xfrm>
          <a:prstGeom prst="rect">
            <a:avLst/>
          </a:prstGeom>
          <a:noFill/>
          <a:ln/>
        </p:spPr>
        <p:txBody>
          <a:bodyPr wrap="square" lIns="0" tIns="0" rIns="0" bIns="0" rtlCol="0" anchor="ctr"/>
          <a:lstStyle/>
          <a:p>
            <a:pPr algn="ctr" indent="0" marL="0">
              <a:buNone/>
            </a:pPr>
            <a:r>
              <a:rPr lang="en-US" sz="1400" b="1" i="1" dirty="0">
                <a:solidFill>
                  <a:schemeClr val="bg1"/>
                </a:solidFill>
              </a:rPr>
              <a:t>yesterday</a:t>
            </a:r>
            <a:endParaRPr lang="en-US" sz="1400" dirty="0"/>
          </a:p>
        </p:txBody>
      </p:sp>
      <p:sp>
        <p:nvSpPr>
          <p:cNvPr id="32" name="Shape 29"/>
          <p:cNvSpPr/>
          <p:nvPr/>
        </p:nvSpPr>
        <p:spPr>
          <a:xfrm>
            <a:off x="548640" y="3794760"/>
            <a:ext cx="3593592" cy="1234440"/>
          </a:xfrm>
          <a:prstGeom prst="roundRect">
            <a:avLst>
              <a:gd name="adj" fmla="val 888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Shape 30"/>
          <p:cNvSpPr/>
          <p:nvPr/>
        </p:nvSpPr>
        <p:spPr>
          <a:xfrm>
            <a:off x="731520" y="3913632"/>
            <a:ext cx="688448" cy="457200"/>
          </a:xfrm>
          <a:prstGeom prst="roundRect">
            <a:avLst>
              <a:gd name="adj" fmla="val 24000"/>
            </a:avLst>
          </a:prstGeom>
          <a:solidFill>
            <a:schemeClr val="tx2"/>
          </a:solidFill>
          <a:ln w="12700">
            <a:solidFill>
              <a:srgbClr val="FFFFFF">
                <a:alpha val="0"/>
              </a:srgbClr>
            </a:solidFill>
            <a:prstDash val="solid"/>
          </a:ln>
        </p:spPr>
      </p:sp>
      <p:sp>
        <p:nvSpPr>
          <p:cNvPr id="34" name="Text 31"/>
          <p:cNvSpPr txBox="1"/>
          <p:nvPr/>
        </p:nvSpPr>
        <p:spPr>
          <a:xfrm>
            <a:off x="731520" y="3913632"/>
            <a:ext cx="688448" cy="457200"/>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35" name="Text 32"/>
          <p:cNvSpPr txBox="1"/>
          <p:nvPr/>
        </p:nvSpPr>
        <p:spPr>
          <a:xfrm>
            <a:off x="1463040" y="3913632"/>
            <a:ext cx="2560320" cy="457200"/>
          </a:xfrm>
          <a:prstGeom prst="rect">
            <a:avLst/>
          </a:prstGeom>
          <a:noFill/>
          <a:ln/>
        </p:spPr>
        <p:txBody>
          <a:bodyPr wrap="square" lIns="0" tIns="0" rIns="0" bIns="0" rtlCol="0" anchor="ctr"/>
          <a:lstStyle/>
          <a:p>
            <a:pPr algn="l" indent="0" marL="0">
              <a:buNone/>
            </a:pPr>
            <a:r>
              <a:rPr lang="en-US" sz="1300" i="1" dirty="0">
                <a:solidFill>
                  <a:schemeClr val="accent5"/>
                </a:solidFill>
              </a:rPr>
              <a:t>+ année, mois, saison</a:t>
            </a:r>
            <a:endParaRPr lang="en-US" sz="1300" dirty="0"/>
          </a:p>
        </p:txBody>
      </p:sp>
      <p:sp>
        <p:nvSpPr>
          <p:cNvPr id="36" name="Text 33"/>
          <p:cNvSpPr txBox="1"/>
          <p:nvPr/>
        </p:nvSpPr>
        <p:spPr>
          <a:xfrm>
            <a:off x="731520" y="4434840"/>
            <a:ext cx="3291840" cy="502920"/>
          </a:xfrm>
          <a:prstGeom prst="rect">
            <a:avLst/>
          </a:prstGeom>
          <a:noFill/>
          <a:ln/>
        </p:spPr>
        <p:txBody>
          <a:bodyPr wrap="square" lIns="0" tIns="0" rIns="0" bIns="0" rtlCol="0" anchor="ctr"/>
          <a:lstStyle/>
          <a:p>
            <a:pPr algn="l" indent="0" marL="0">
              <a:buNone/>
            </a:pPr>
            <a:r>
              <a:rPr lang="en-US" sz="1500" i="1" dirty="0">
                <a:solidFill>
                  <a:schemeClr val="tx1"/>
                </a:solidFill>
              </a:rPr>
              <a:t>in 2019 · in May · in the summer</a:t>
            </a:r>
            <a:endParaRPr lang="en-US" sz="1500" dirty="0"/>
          </a:p>
        </p:txBody>
      </p:sp>
      <p:sp>
        <p:nvSpPr>
          <p:cNvPr id="37" name="Shape 34"/>
          <p:cNvSpPr/>
          <p:nvPr/>
        </p:nvSpPr>
        <p:spPr>
          <a:xfrm>
            <a:off x="4297680" y="3794760"/>
            <a:ext cx="3593592" cy="1234440"/>
          </a:xfrm>
          <a:prstGeom prst="roundRect">
            <a:avLst>
              <a:gd name="adj" fmla="val 888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8" name="Shape 35"/>
          <p:cNvSpPr/>
          <p:nvPr/>
        </p:nvSpPr>
        <p:spPr>
          <a:xfrm>
            <a:off x="4480560" y="3913632"/>
            <a:ext cx="688448" cy="457200"/>
          </a:xfrm>
          <a:prstGeom prst="roundRect">
            <a:avLst>
              <a:gd name="adj" fmla="val 24000"/>
            </a:avLst>
          </a:prstGeom>
          <a:solidFill>
            <a:schemeClr val="tx2"/>
          </a:solidFill>
          <a:ln w="12700">
            <a:solidFill>
              <a:srgbClr val="FFFFFF">
                <a:alpha val="0"/>
              </a:srgbClr>
            </a:solidFill>
            <a:prstDash val="solid"/>
          </a:ln>
        </p:spPr>
      </p:sp>
      <p:sp>
        <p:nvSpPr>
          <p:cNvPr id="39" name="Text 36"/>
          <p:cNvSpPr txBox="1"/>
          <p:nvPr/>
        </p:nvSpPr>
        <p:spPr>
          <a:xfrm>
            <a:off x="4480560" y="3913632"/>
            <a:ext cx="688448" cy="457200"/>
          </a:xfrm>
          <a:prstGeom prst="rect">
            <a:avLst/>
          </a:prstGeom>
          <a:noFill/>
          <a:ln/>
        </p:spPr>
        <p:txBody>
          <a:bodyPr wrap="square" lIns="0" tIns="0" rIns="0" bIns="0" rtlCol="0" anchor="ctr"/>
          <a:lstStyle/>
          <a:p>
            <a:pPr algn="ctr" indent="0" marL="0">
              <a:buNone/>
            </a:pPr>
            <a:r>
              <a:rPr lang="en-US" sz="1800" b="1" dirty="0">
                <a:solidFill>
                  <a:schemeClr val="bg1"/>
                </a:solidFill>
              </a:rPr>
              <a:t>on</a:t>
            </a:r>
            <a:endParaRPr lang="en-US" sz="1800" dirty="0"/>
          </a:p>
        </p:txBody>
      </p:sp>
      <p:sp>
        <p:nvSpPr>
          <p:cNvPr id="40" name="Text 37"/>
          <p:cNvSpPr txBox="1"/>
          <p:nvPr/>
        </p:nvSpPr>
        <p:spPr>
          <a:xfrm>
            <a:off x="5212080" y="3913632"/>
            <a:ext cx="2560320" cy="457200"/>
          </a:xfrm>
          <a:prstGeom prst="rect">
            <a:avLst/>
          </a:prstGeom>
          <a:noFill/>
          <a:ln/>
        </p:spPr>
        <p:txBody>
          <a:bodyPr wrap="square" lIns="0" tIns="0" rIns="0" bIns="0" rtlCol="0" anchor="ctr"/>
          <a:lstStyle/>
          <a:p>
            <a:pPr algn="l" indent="0" marL="0">
              <a:buNone/>
            </a:pPr>
            <a:r>
              <a:rPr lang="en-US" sz="1300" i="1" dirty="0">
                <a:solidFill>
                  <a:schemeClr val="accent5"/>
                </a:solidFill>
              </a:rPr>
              <a:t>+ jour, date</a:t>
            </a:r>
            <a:endParaRPr lang="en-US" sz="1300" dirty="0"/>
          </a:p>
        </p:txBody>
      </p:sp>
      <p:sp>
        <p:nvSpPr>
          <p:cNvPr id="41" name="Text 38"/>
          <p:cNvSpPr txBox="1"/>
          <p:nvPr/>
        </p:nvSpPr>
        <p:spPr>
          <a:xfrm>
            <a:off x="4480560" y="4434840"/>
            <a:ext cx="3291840" cy="502920"/>
          </a:xfrm>
          <a:prstGeom prst="rect">
            <a:avLst/>
          </a:prstGeom>
          <a:noFill/>
          <a:ln/>
        </p:spPr>
        <p:txBody>
          <a:bodyPr wrap="square" lIns="0" tIns="0" rIns="0" bIns="0" rtlCol="0" anchor="ctr"/>
          <a:lstStyle/>
          <a:p>
            <a:pPr algn="l" indent="0" marL="0">
              <a:buNone/>
            </a:pPr>
            <a:r>
              <a:rPr lang="en-US" sz="1500" i="1" dirty="0">
                <a:solidFill>
                  <a:schemeClr val="tx1"/>
                </a:solidFill>
              </a:rPr>
              <a:t>on Monday · on 3 May</a:t>
            </a:r>
            <a:endParaRPr lang="en-US" sz="1500" dirty="0"/>
          </a:p>
        </p:txBody>
      </p:sp>
      <p:sp>
        <p:nvSpPr>
          <p:cNvPr id="42" name="Shape 39"/>
          <p:cNvSpPr/>
          <p:nvPr/>
        </p:nvSpPr>
        <p:spPr>
          <a:xfrm>
            <a:off x="8046720" y="3794760"/>
            <a:ext cx="3593592" cy="1234440"/>
          </a:xfrm>
          <a:prstGeom prst="roundRect">
            <a:avLst>
              <a:gd name="adj" fmla="val 888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3" name="Shape 40"/>
          <p:cNvSpPr/>
          <p:nvPr/>
        </p:nvSpPr>
        <p:spPr>
          <a:xfrm>
            <a:off x="8229600" y="3913632"/>
            <a:ext cx="688448" cy="457200"/>
          </a:xfrm>
          <a:prstGeom prst="roundRect">
            <a:avLst>
              <a:gd name="adj" fmla="val 24000"/>
            </a:avLst>
          </a:prstGeom>
          <a:solidFill>
            <a:schemeClr val="tx2"/>
          </a:solidFill>
          <a:ln w="12700">
            <a:solidFill>
              <a:srgbClr val="FFFFFF">
                <a:alpha val="0"/>
              </a:srgbClr>
            </a:solidFill>
            <a:prstDash val="solid"/>
          </a:ln>
        </p:spPr>
      </p:sp>
      <p:sp>
        <p:nvSpPr>
          <p:cNvPr id="44" name="Text 41"/>
          <p:cNvSpPr txBox="1"/>
          <p:nvPr/>
        </p:nvSpPr>
        <p:spPr>
          <a:xfrm>
            <a:off x="8229600" y="3913632"/>
            <a:ext cx="688448" cy="457200"/>
          </a:xfrm>
          <a:prstGeom prst="rect">
            <a:avLst/>
          </a:prstGeom>
          <a:noFill/>
          <a:ln/>
        </p:spPr>
        <p:txBody>
          <a:bodyPr wrap="square" lIns="0" tIns="0" rIns="0" bIns="0" rtlCol="0" anchor="ctr"/>
          <a:lstStyle/>
          <a:p>
            <a:pPr algn="ctr" indent="0" marL="0">
              <a:buNone/>
            </a:pPr>
            <a:r>
              <a:rPr lang="en-US" sz="1800" b="1" dirty="0">
                <a:solidFill>
                  <a:schemeClr val="bg1"/>
                </a:solidFill>
              </a:rPr>
              <a:t>at</a:t>
            </a:r>
            <a:endParaRPr lang="en-US" sz="1800" dirty="0"/>
          </a:p>
        </p:txBody>
      </p:sp>
      <p:sp>
        <p:nvSpPr>
          <p:cNvPr id="45" name="Text 42"/>
          <p:cNvSpPr txBox="1"/>
          <p:nvPr/>
        </p:nvSpPr>
        <p:spPr>
          <a:xfrm>
            <a:off x="8961120" y="3913632"/>
            <a:ext cx="2560320" cy="457200"/>
          </a:xfrm>
          <a:prstGeom prst="rect">
            <a:avLst/>
          </a:prstGeom>
          <a:noFill/>
          <a:ln/>
        </p:spPr>
        <p:txBody>
          <a:bodyPr wrap="square" lIns="0" tIns="0" rIns="0" bIns="0" rtlCol="0" anchor="ctr"/>
          <a:lstStyle/>
          <a:p>
            <a:pPr algn="l" indent="0" marL="0">
              <a:buNone/>
            </a:pPr>
            <a:r>
              <a:rPr lang="en-US" sz="1300" i="1" dirty="0">
                <a:solidFill>
                  <a:schemeClr val="accent5"/>
                </a:solidFill>
              </a:rPr>
              <a:t>+ heure (et </a:t>
            </a:r>
            <a:r>
              <a:rPr lang="en-US" sz="1300" i="1" dirty="0">
                <a:solidFill>
                  <a:schemeClr val="accent5"/>
                </a:solidFill>
              </a:rPr>
              <a:t>at night</a:t>
            </a:r>
            <a:r>
              <a:rPr lang="en-US" sz="1300" i="1" dirty="0">
                <a:solidFill>
                  <a:schemeClr val="accent5"/>
                </a:solidFill>
              </a:rPr>
              <a:t>)</a:t>
            </a:r>
            <a:endParaRPr lang="en-US" sz="1300" dirty="0"/>
          </a:p>
        </p:txBody>
      </p:sp>
      <p:sp>
        <p:nvSpPr>
          <p:cNvPr id="46" name="Text 43"/>
          <p:cNvSpPr txBox="1"/>
          <p:nvPr/>
        </p:nvSpPr>
        <p:spPr>
          <a:xfrm>
            <a:off x="8229600" y="4434840"/>
            <a:ext cx="3291840" cy="502920"/>
          </a:xfrm>
          <a:prstGeom prst="rect">
            <a:avLst/>
          </a:prstGeom>
          <a:noFill/>
          <a:ln/>
        </p:spPr>
        <p:txBody>
          <a:bodyPr wrap="square" lIns="0" tIns="0" rIns="0" bIns="0" rtlCol="0" anchor="ctr"/>
          <a:lstStyle/>
          <a:p>
            <a:pPr algn="l" indent="0" marL="0">
              <a:buNone/>
            </a:pPr>
            <a:r>
              <a:rPr lang="en-US" sz="1500" i="1" dirty="0">
                <a:solidFill>
                  <a:schemeClr val="tx1"/>
                </a:solidFill>
              </a:rPr>
              <a:t>at 9 o’clock · at night</a:t>
            </a:r>
            <a:endParaRPr lang="en-US" sz="1500" dirty="0"/>
          </a:p>
        </p:txBody>
      </p:sp>
      <p:sp>
        <p:nvSpPr>
          <p:cNvPr id="47" name="Shape 44"/>
          <p:cNvSpPr/>
          <p:nvPr/>
        </p:nvSpPr>
        <p:spPr>
          <a:xfrm>
            <a:off x="548640" y="5166360"/>
            <a:ext cx="11091672" cy="1051560"/>
          </a:xfrm>
          <a:prstGeom prst="roundRect">
            <a:avLst>
              <a:gd name="adj" fmla="val 10435"/>
            </a:avLst>
          </a:prstGeom>
          <a:solidFill>
            <a:srgbClr val="FBEDEB"/>
          </a:solidFill>
          <a:ln w="19050">
            <a:solidFill>
              <a:srgbClr val="B83227"/>
            </a:solidFill>
            <a:prstDash val="solid"/>
          </a:ln>
        </p:spPr>
      </p:sp>
      <p:sp>
        <p:nvSpPr>
          <p:cNvPr id="48" name="Shape 45"/>
          <p:cNvSpPr/>
          <p:nvPr/>
        </p:nvSpPr>
        <p:spPr>
          <a:xfrm>
            <a:off x="731520" y="5312664"/>
            <a:ext cx="128016" cy="253472"/>
          </a:xfrm>
          <a:prstGeom prst="rect">
            <a:avLst/>
          </a:prstGeom>
          <a:solidFill>
            <a:srgbClr val="1F4FA3"/>
          </a:solidFill>
          <a:ln w="12700">
            <a:solidFill>
              <a:srgbClr val="FFFFFF">
                <a:alpha val="0"/>
              </a:srgbClr>
            </a:solidFill>
            <a:prstDash val="solid"/>
          </a:ln>
        </p:spPr>
      </p:sp>
      <p:sp>
        <p:nvSpPr>
          <p:cNvPr id="49" name="Shape 46"/>
          <p:cNvSpPr/>
          <p:nvPr/>
        </p:nvSpPr>
        <p:spPr>
          <a:xfrm>
            <a:off x="859536" y="5312664"/>
            <a:ext cx="128016" cy="253472"/>
          </a:xfrm>
          <a:prstGeom prst="rect">
            <a:avLst/>
          </a:prstGeom>
          <a:solidFill>
            <a:srgbClr val="FFFFFF"/>
          </a:solidFill>
          <a:ln w="12700">
            <a:solidFill>
              <a:srgbClr val="FFFFFF">
                <a:alpha val="0"/>
              </a:srgbClr>
            </a:solidFill>
            <a:prstDash val="solid"/>
          </a:ln>
        </p:spPr>
      </p:sp>
      <p:sp>
        <p:nvSpPr>
          <p:cNvPr id="50" name="Shape 47"/>
          <p:cNvSpPr/>
          <p:nvPr/>
        </p:nvSpPr>
        <p:spPr>
          <a:xfrm>
            <a:off x="987552" y="5312664"/>
            <a:ext cx="128016" cy="253472"/>
          </a:xfrm>
          <a:prstGeom prst="rect">
            <a:avLst/>
          </a:prstGeom>
          <a:solidFill>
            <a:srgbClr val="E2232A"/>
          </a:solidFill>
          <a:ln w="12700">
            <a:solidFill>
              <a:srgbClr val="FFFFFF">
                <a:alpha val="0"/>
              </a:srgbClr>
            </a:solidFill>
            <a:prstDash val="solid"/>
          </a:ln>
        </p:spPr>
      </p:sp>
      <p:sp>
        <p:nvSpPr>
          <p:cNvPr id="51" name="Shape 48"/>
          <p:cNvSpPr/>
          <p:nvPr/>
        </p:nvSpPr>
        <p:spPr>
          <a:xfrm>
            <a:off x="731520" y="5312664"/>
            <a:ext cx="384048" cy="253472"/>
          </a:xfrm>
          <a:prstGeom prst="rect">
            <a:avLst/>
          </a:prstGeom>
          <a:noFill/>
          <a:ln w="9525">
            <a:solidFill>
              <a:srgbClr val="B8C2CF"/>
            </a:solidFill>
            <a:prstDash val="solid"/>
          </a:ln>
        </p:spPr>
      </p:sp>
      <p:sp>
        <p:nvSpPr>
          <p:cNvPr id="52" name="Text 49"/>
          <p:cNvSpPr txBox="1"/>
          <p:nvPr/>
        </p:nvSpPr>
        <p:spPr>
          <a:xfrm>
            <a:off x="1152144" y="523951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53" name="Shape 50"/>
          <p:cNvSpPr/>
          <p:nvPr/>
        </p:nvSpPr>
        <p:spPr>
          <a:xfrm>
            <a:off x="1444752" y="5312664"/>
            <a:ext cx="384048" cy="253472"/>
          </a:xfrm>
          <a:prstGeom prst="rect">
            <a:avLst/>
          </a:prstGeom>
          <a:solidFill>
            <a:srgbClr val="1F3B87"/>
          </a:solidFill>
          <a:ln w="12700">
            <a:solidFill>
              <a:srgbClr val="FFFFFF">
                <a:alpha val="0"/>
              </a:srgbClr>
            </a:solidFill>
            <a:prstDash val="solid"/>
          </a:ln>
        </p:spPr>
      </p:sp>
      <p:sp>
        <p:nvSpPr>
          <p:cNvPr id="54" name="Shape 51"/>
          <p:cNvSpPr/>
          <p:nvPr/>
        </p:nvSpPr>
        <p:spPr>
          <a:xfrm>
            <a:off x="1444752" y="531266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55" name="Shape 52"/>
          <p:cNvSpPr/>
          <p:nvPr/>
        </p:nvSpPr>
        <p:spPr>
          <a:xfrm>
            <a:off x="1444752" y="531266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56" name="Shape 53"/>
          <p:cNvSpPr/>
          <p:nvPr/>
        </p:nvSpPr>
        <p:spPr>
          <a:xfrm>
            <a:off x="1594193" y="5312664"/>
            <a:ext cx="85166" cy="253472"/>
          </a:xfrm>
          <a:prstGeom prst="rect">
            <a:avLst/>
          </a:prstGeom>
          <a:solidFill>
            <a:srgbClr val="FFFFFF"/>
          </a:solidFill>
          <a:ln w="12700">
            <a:solidFill>
              <a:srgbClr val="FFFFFF">
                <a:alpha val="0"/>
              </a:srgbClr>
            </a:solidFill>
            <a:prstDash val="solid"/>
          </a:ln>
        </p:spPr>
      </p:sp>
      <p:sp>
        <p:nvSpPr>
          <p:cNvPr id="57" name="Shape 54"/>
          <p:cNvSpPr/>
          <p:nvPr/>
        </p:nvSpPr>
        <p:spPr>
          <a:xfrm>
            <a:off x="1444752" y="5396817"/>
            <a:ext cx="384048" cy="85166"/>
          </a:xfrm>
          <a:prstGeom prst="rect">
            <a:avLst/>
          </a:prstGeom>
          <a:solidFill>
            <a:srgbClr val="FFFFFF"/>
          </a:solidFill>
          <a:ln w="12700">
            <a:solidFill>
              <a:srgbClr val="FFFFFF">
                <a:alpha val="0"/>
              </a:srgbClr>
            </a:solidFill>
            <a:prstDash val="solid"/>
          </a:ln>
        </p:spPr>
      </p:sp>
      <p:sp>
        <p:nvSpPr>
          <p:cNvPr id="58" name="Shape 55"/>
          <p:cNvSpPr/>
          <p:nvPr/>
        </p:nvSpPr>
        <p:spPr>
          <a:xfrm>
            <a:off x="1612443" y="5312664"/>
            <a:ext cx="48667" cy="253472"/>
          </a:xfrm>
          <a:prstGeom prst="rect">
            <a:avLst/>
          </a:prstGeom>
          <a:solidFill>
            <a:srgbClr val="C8102E"/>
          </a:solidFill>
          <a:ln w="12700">
            <a:solidFill>
              <a:srgbClr val="FFFFFF">
                <a:alpha val="0"/>
              </a:srgbClr>
            </a:solidFill>
            <a:prstDash val="solid"/>
          </a:ln>
        </p:spPr>
      </p:sp>
      <p:sp>
        <p:nvSpPr>
          <p:cNvPr id="59" name="Shape 56"/>
          <p:cNvSpPr/>
          <p:nvPr/>
        </p:nvSpPr>
        <p:spPr>
          <a:xfrm>
            <a:off x="1444752" y="5415067"/>
            <a:ext cx="384048" cy="48667"/>
          </a:xfrm>
          <a:prstGeom prst="rect">
            <a:avLst/>
          </a:prstGeom>
          <a:solidFill>
            <a:srgbClr val="C8102E"/>
          </a:solidFill>
          <a:ln w="12700">
            <a:solidFill>
              <a:srgbClr val="FFFFFF">
                <a:alpha val="0"/>
              </a:srgbClr>
            </a:solidFill>
            <a:prstDash val="solid"/>
          </a:ln>
        </p:spPr>
      </p:sp>
      <p:sp>
        <p:nvSpPr>
          <p:cNvPr id="60" name="Shape 57"/>
          <p:cNvSpPr/>
          <p:nvPr/>
        </p:nvSpPr>
        <p:spPr>
          <a:xfrm>
            <a:off x="1444752" y="5312664"/>
            <a:ext cx="384048" cy="253472"/>
          </a:xfrm>
          <a:prstGeom prst="rect">
            <a:avLst/>
          </a:prstGeom>
          <a:noFill/>
          <a:ln w="9525">
            <a:solidFill>
              <a:srgbClr val="B8C2CF"/>
            </a:solidFill>
            <a:prstDash val="solid"/>
          </a:ln>
        </p:spPr>
      </p:sp>
      <p:sp>
        <p:nvSpPr>
          <p:cNvPr id="61" name="Text 58"/>
          <p:cNvSpPr txBox="1"/>
          <p:nvPr/>
        </p:nvSpPr>
        <p:spPr>
          <a:xfrm>
            <a:off x="1965960" y="5239512"/>
            <a:ext cx="9537192" cy="384048"/>
          </a:xfrm>
          <a:prstGeom prst="rect">
            <a:avLst/>
          </a:prstGeom>
          <a:noFill/>
          <a:ln/>
        </p:spPr>
        <p:txBody>
          <a:bodyPr wrap="square" lIns="0" tIns="0" rIns="0" bIns="0" rtlCol="0" anchor="ctr"/>
          <a:lstStyle/>
          <a:p>
            <a:pPr algn="l" indent="0" marL="0">
              <a:buNone/>
            </a:pPr>
            <a:r>
              <a:rPr lang="en-US" sz="1500" b="1" dirty="0">
                <a:solidFill>
                  <a:schemeClr val="accent6"/>
                </a:solidFill>
              </a:rPr>
              <a:t>Piège pour francophones</a:t>
            </a:r>
            <a:endParaRPr lang="en-US" sz="1500" dirty="0"/>
          </a:p>
        </p:txBody>
      </p:sp>
      <p:sp>
        <p:nvSpPr>
          <p:cNvPr id="62" name="Text 59"/>
          <p:cNvSpPr txBox="1"/>
          <p:nvPr/>
        </p:nvSpPr>
        <p:spPr>
          <a:xfrm>
            <a:off x="731520" y="5669280"/>
            <a:ext cx="10725912" cy="484632"/>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 il y a deux jours » → </a:t>
            </a:r>
            <a:r>
              <a:rPr lang="en-US" sz="1500" i="1" dirty="0">
                <a:solidFill>
                  <a:schemeClr val="tx1"/>
                </a:solidFill>
              </a:rPr>
              <a:t>two days </a:t>
            </a:r>
            <a:r>
              <a:rPr lang="en-US" sz="1500" b="1" i="1" dirty="0">
                <a:solidFill>
                  <a:schemeClr val="tx1"/>
                </a:solidFill>
              </a:rPr>
              <a:t>ago</a:t>
            </a:r>
            <a:r>
              <a:rPr lang="en-US" sz="1500" dirty="0">
                <a:solidFill>
                  <a:schemeClr val="tx1"/>
                </a:solidFill>
              </a:rPr>
              <a:t> : </a:t>
            </a:r>
            <a:r>
              <a:rPr lang="en-US" sz="1500" i="1" dirty="0">
                <a:solidFill>
                  <a:schemeClr val="tx1"/>
                </a:solidFill>
              </a:rPr>
              <a:t>ago</a:t>
            </a:r>
            <a:r>
              <a:rPr lang="en-US" sz="1500" dirty="0">
                <a:solidFill>
                  <a:schemeClr val="tx1"/>
                </a:solidFill>
              </a:rPr>
              <a:t> se place </a:t>
            </a:r>
            <a:r>
              <a:rPr lang="en-US" sz="1500" b="1" dirty="0">
                <a:solidFill>
                  <a:schemeClr val="tx1"/>
                </a:solidFill>
              </a:rPr>
              <a:t>après</a:t>
            </a:r>
            <a:r>
              <a:rPr lang="en-US" sz="1500" dirty="0">
                <a:solidFill>
                  <a:schemeClr val="tx1"/>
                </a:solidFill>
              </a:rPr>
              <a:t> ! · « la semaine dernière » → </a:t>
            </a:r>
            <a:r>
              <a:rPr lang="en-US" sz="1500" b="1" i="1" dirty="0">
                <a:solidFill>
                  <a:schemeClr val="tx1"/>
                </a:solidFill>
              </a:rPr>
              <a:t>last</a:t>
            </a:r>
            <a:r>
              <a:rPr lang="en-US" sz="1500" i="1" dirty="0">
                <a:solidFill>
                  <a:schemeClr val="tx1"/>
                </a:solidFill>
              </a:rPr>
              <a:t> week</a:t>
            </a:r>
            <a:r>
              <a:rPr lang="en-US" sz="1500" dirty="0">
                <a:solidFill>
                  <a:schemeClr val="tx1"/>
                </a:solidFill>
              </a:rPr>
              <a:t> (sans </a:t>
            </a:r>
            <a:r>
              <a:rPr lang="en-US" sz="1500" i="1" dirty="0">
                <a:solidFill>
                  <a:schemeClr val="tx1"/>
                </a:solidFill>
              </a:rPr>
              <a:t>the</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Tell a story: first, then, after that, finally</a:t>
            </a:r>
            <a:endParaRPr lang="en-US" sz="3000" dirty="0"/>
          </a:p>
        </p:txBody>
      </p:sp>
      <p:sp>
        <p:nvSpPr>
          <p:cNvPr id="3" name="tag"/>
          <p:cNvSpPr/>
          <p:nvPr/>
        </p:nvSpPr>
        <p:spPr>
          <a:xfrm>
            <a:off x="548640" y="237744"/>
            <a:ext cx="905256"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STORY</a:t>
            </a:r>
            <a:endParaRPr lang="en-US" sz="1200" dirty="0"/>
          </a:p>
        </p:txBody>
      </p:sp>
      <p:sp>
        <p:nvSpPr>
          <p:cNvPr id="5" name="Shape 2"/>
          <p:cNvSpPr/>
          <p:nvPr/>
        </p:nvSpPr>
        <p:spPr>
          <a:xfrm>
            <a:off x="548640" y="1463040"/>
            <a:ext cx="2601468" cy="3566160"/>
          </a:xfrm>
          <a:prstGeom prst="roundRect">
            <a:avLst>
              <a:gd name="adj" fmla="val 351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685800" y="1572768"/>
            <a:ext cx="411480" cy="411480"/>
          </a:xfrm>
          <a:prstGeom prst="ellipse">
            <a:avLst/>
          </a:prstGeom>
          <a:solidFill>
            <a:schemeClr val="accent2"/>
          </a:solidFill>
          <a:ln w="12700">
            <a:solidFill>
              <a:srgbClr val="FFFFFF">
                <a:alpha val="0"/>
              </a:srgbClr>
            </a:solidFill>
            <a:prstDash val="solid"/>
          </a:ln>
        </p:spPr>
      </p:sp>
      <p:sp>
        <p:nvSpPr>
          <p:cNvPr id="7" name="Text 4"/>
          <p:cNvSpPr txBox="1"/>
          <p:nvPr/>
        </p:nvSpPr>
        <p:spPr>
          <a:xfrm>
            <a:off x="685800" y="157276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8" name="Image 0" descr="alarm clock">    </p:cNvPr>
          <p:cNvPicPr>
            <a:picLocks noChangeAspect="1"/>
          </p:cNvPicPr>
          <p:nvPr/>
        </p:nvPicPr>
        <p:blipFill>
          <a:blip r:embed="rId1"/>
          <a:stretch>
            <a:fillRect/>
          </a:stretch>
        </p:blipFill>
        <p:spPr>
          <a:xfrm>
            <a:off x="1072134" y="1828800"/>
            <a:ext cx="1554480" cy="1554480"/>
          </a:xfrm>
          <a:prstGeom prst="rect">
            <a:avLst/>
          </a:prstGeom>
        </p:spPr>
      </p:pic>
      <p:sp>
        <p:nvSpPr>
          <p:cNvPr id="9" name="Text 5"/>
          <p:cNvSpPr txBox="1"/>
          <p:nvPr/>
        </p:nvSpPr>
        <p:spPr>
          <a:xfrm>
            <a:off x="640080" y="3520440"/>
            <a:ext cx="2418588" cy="411480"/>
          </a:xfrm>
          <a:prstGeom prst="rect">
            <a:avLst/>
          </a:prstGeom>
          <a:noFill/>
          <a:ln/>
        </p:spPr>
        <p:txBody>
          <a:bodyPr wrap="square" lIns="0" tIns="0" rIns="0" bIns="0" rtlCol="0" anchor="ctr"/>
          <a:lstStyle/>
          <a:p>
            <a:pPr algn="ctr" indent="0" marL="0">
              <a:buNone/>
            </a:pPr>
            <a:r>
              <a:rPr lang="en-US" sz="1800" b="1" dirty="0">
                <a:solidFill>
                  <a:schemeClr val="accent2"/>
                </a:solidFill>
              </a:rPr>
              <a:t>First,</a:t>
            </a:r>
            <a:endParaRPr lang="en-US" sz="1800" dirty="0"/>
          </a:p>
        </p:txBody>
      </p:sp>
      <p:sp>
        <p:nvSpPr>
          <p:cNvPr id="10" name="Text 6"/>
          <p:cNvSpPr txBox="1"/>
          <p:nvPr/>
        </p:nvSpPr>
        <p:spPr>
          <a:xfrm>
            <a:off x="685800" y="3931920"/>
            <a:ext cx="2327148" cy="914400"/>
          </a:xfrm>
          <a:prstGeom prst="rect">
            <a:avLst/>
          </a:prstGeom>
          <a:noFill/>
          <a:ln/>
        </p:spPr>
        <p:txBody>
          <a:bodyPr wrap="square" lIns="0" tIns="0" rIns="0" bIns="0" rtlCol="0" anchor="ctr"/>
          <a:lstStyle/>
          <a:p>
            <a:pPr algn="ctr" indent="0" marL="0">
              <a:buNone/>
            </a:pPr>
            <a:r>
              <a:rPr lang="en-US" sz="1800" i="1" dirty="0">
                <a:solidFill>
                  <a:schemeClr val="tx1"/>
                </a:solidFill>
              </a:rPr>
              <a:t>I </a:t>
            </a:r>
            <a:r>
              <a:rPr lang="en-US" sz="1800" b="1" i="1" dirty="0">
                <a:solidFill>
                  <a:srgbClr val="B4236A"/>
                </a:solidFill>
              </a:rPr>
              <a:t>got</a:t>
            </a:r>
            <a:r>
              <a:rPr lang="en-US" sz="1800" i="1" dirty="0">
                <a:solidFill>
                  <a:schemeClr val="tx1"/>
                </a:solidFill>
              </a:rPr>
              <a:t> up late.</a:t>
            </a:r>
            <a:endParaRPr lang="en-US" sz="1800" dirty="0"/>
          </a:p>
        </p:txBody>
      </p:sp>
      <p:sp>
        <p:nvSpPr>
          <p:cNvPr id="11" name="Text 7"/>
          <p:cNvSpPr txBox="1"/>
          <p:nvPr/>
        </p:nvSpPr>
        <p:spPr>
          <a:xfrm>
            <a:off x="3104388" y="2926080"/>
            <a:ext cx="32004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2" name="Shape 8"/>
          <p:cNvSpPr/>
          <p:nvPr/>
        </p:nvSpPr>
        <p:spPr>
          <a:xfrm>
            <a:off x="3378708" y="1463040"/>
            <a:ext cx="2601468" cy="3566160"/>
          </a:xfrm>
          <a:prstGeom prst="roundRect">
            <a:avLst>
              <a:gd name="adj" fmla="val 351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3" name="Shape 9"/>
          <p:cNvSpPr/>
          <p:nvPr/>
        </p:nvSpPr>
        <p:spPr>
          <a:xfrm>
            <a:off x="3515868" y="1572768"/>
            <a:ext cx="411480" cy="411480"/>
          </a:xfrm>
          <a:prstGeom prst="ellipse">
            <a:avLst/>
          </a:prstGeom>
          <a:solidFill>
            <a:schemeClr val="accent2"/>
          </a:solidFill>
          <a:ln w="12700">
            <a:solidFill>
              <a:srgbClr val="FFFFFF">
                <a:alpha val="0"/>
              </a:srgbClr>
            </a:solidFill>
            <a:prstDash val="solid"/>
          </a:ln>
        </p:spPr>
      </p:sp>
      <p:sp>
        <p:nvSpPr>
          <p:cNvPr id="14" name="Text 10"/>
          <p:cNvSpPr txBox="1"/>
          <p:nvPr/>
        </p:nvSpPr>
        <p:spPr>
          <a:xfrm>
            <a:off x="3515868" y="157276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oncoming bus">    </p:cNvPr>
          <p:cNvPicPr>
            <a:picLocks noChangeAspect="1"/>
          </p:cNvPicPr>
          <p:nvPr/>
        </p:nvPicPr>
        <p:blipFill>
          <a:blip r:embed="rId2"/>
          <a:stretch>
            <a:fillRect/>
          </a:stretch>
        </p:blipFill>
        <p:spPr>
          <a:xfrm>
            <a:off x="3902202" y="1828800"/>
            <a:ext cx="1554480" cy="1554480"/>
          </a:xfrm>
          <a:prstGeom prst="rect">
            <a:avLst/>
          </a:prstGeom>
        </p:spPr>
      </p:pic>
      <p:sp>
        <p:nvSpPr>
          <p:cNvPr id="16" name="Text 11"/>
          <p:cNvSpPr txBox="1"/>
          <p:nvPr/>
        </p:nvSpPr>
        <p:spPr>
          <a:xfrm>
            <a:off x="3470148" y="3520440"/>
            <a:ext cx="2418588" cy="411480"/>
          </a:xfrm>
          <a:prstGeom prst="rect">
            <a:avLst/>
          </a:prstGeom>
          <a:noFill/>
          <a:ln/>
        </p:spPr>
        <p:txBody>
          <a:bodyPr wrap="square" lIns="0" tIns="0" rIns="0" bIns="0" rtlCol="0" anchor="ctr"/>
          <a:lstStyle/>
          <a:p>
            <a:pPr algn="ctr" indent="0" marL="0">
              <a:buNone/>
            </a:pPr>
            <a:r>
              <a:rPr lang="en-US" sz="1800" b="1" dirty="0">
                <a:solidFill>
                  <a:schemeClr val="accent2"/>
                </a:solidFill>
              </a:rPr>
              <a:t>Then,</a:t>
            </a:r>
            <a:endParaRPr lang="en-US" sz="1800" dirty="0"/>
          </a:p>
        </p:txBody>
      </p:sp>
      <p:sp>
        <p:nvSpPr>
          <p:cNvPr id="17" name="Text 12"/>
          <p:cNvSpPr txBox="1"/>
          <p:nvPr/>
        </p:nvSpPr>
        <p:spPr>
          <a:xfrm>
            <a:off x="3515868" y="3931920"/>
            <a:ext cx="2327148" cy="914400"/>
          </a:xfrm>
          <a:prstGeom prst="rect">
            <a:avLst/>
          </a:prstGeom>
          <a:noFill/>
          <a:ln/>
        </p:spPr>
        <p:txBody>
          <a:bodyPr wrap="square" lIns="0" tIns="0" rIns="0" bIns="0" rtlCol="0" anchor="ctr"/>
          <a:lstStyle/>
          <a:p>
            <a:pPr algn="ctr" indent="0" marL="0">
              <a:buNone/>
            </a:pPr>
            <a:r>
              <a:rPr lang="en-US" sz="1800" i="1" dirty="0">
                <a:solidFill>
                  <a:schemeClr val="tx1"/>
                </a:solidFill>
              </a:rPr>
              <a:t>I </a:t>
            </a:r>
            <a:r>
              <a:rPr lang="en-US" sz="1800" b="1" i="1" dirty="0">
                <a:solidFill>
                  <a:srgbClr val="B4236A"/>
                </a:solidFill>
              </a:rPr>
              <a:t>missed</a:t>
            </a:r>
            <a:r>
              <a:rPr lang="en-US" sz="1800" i="1" dirty="0">
                <a:solidFill>
                  <a:schemeClr val="tx1"/>
                </a:solidFill>
              </a:rPr>
              <a:t> the bus.</a:t>
            </a:r>
            <a:endParaRPr lang="en-US" sz="1800" dirty="0"/>
          </a:p>
        </p:txBody>
      </p:sp>
      <p:sp>
        <p:nvSpPr>
          <p:cNvPr id="18" name="Text 13"/>
          <p:cNvSpPr txBox="1"/>
          <p:nvPr/>
        </p:nvSpPr>
        <p:spPr>
          <a:xfrm>
            <a:off x="5934456" y="2926080"/>
            <a:ext cx="32004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9" name="Shape 14"/>
          <p:cNvSpPr/>
          <p:nvPr/>
        </p:nvSpPr>
        <p:spPr>
          <a:xfrm>
            <a:off x="6208776" y="1463040"/>
            <a:ext cx="2601468" cy="3566160"/>
          </a:xfrm>
          <a:prstGeom prst="roundRect">
            <a:avLst>
              <a:gd name="adj" fmla="val 351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0" name="Shape 15"/>
          <p:cNvSpPr/>
          <p:nvPr/>
        </p:nvSpPr>
        <p:spPr>
          <a:xfrm>
            <a:off x="6345936" y="1572768"/>
            <a:ext cx="411480" cy="411480"/>
          </a:xfrm>
          <a:prstGeom prst="ellipse">
            <a:avLst/>
          </a:prstGeom>
          <a:solidFill>
            <a:schemeClr val="accent2"/>
          </a:solidFill>
          <a:ln w="12700">
            <a:solidFill>
              <a:srgbClr val="FFFFFF">
                <a:alpha val="0"/>
              </a:srgbClr>
            </a:solidFill>
            <a:prstDash val="solid"/>
          </a:ln>
        </p:spPr>
      </p:sp>
      <p:sp>
        <p:nvSpPr>
          <p:cNvPr id="21" name="Text 16"/>
          <p:cNvSpPr txBox="1"/>
          <p:nvPr/>
        </p:nvSpPr>
        <p:spPr>
          <a:xfrm>
            <a:off x="6345936" y="157276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2" name="Image 2" descr="person running">    </p:cNvPr>
          <p:cNvPicPr>
            <a:picLocks noChangeAspect="1"/>
          </p:cNvPicPr>
          <p:nvPr/>
        </p:nvPicPr>
        <p:blipFill>
          <a:blip r:embed="rId3"/>
          <a:stretch>
            <a:fillRect/>
          </a:stretch>
        </p:blipFill>
        <p:spPr>
          <a:xfrm>
            <a:off x="6732270" y="1828800"/>
            <a:ext cx="1554480" cy="1554480"/>
          </a:xfrm>
          <a:prstGeom prst="rect">
            <a:avLst/>
          </a:prstGeom>
        </p:spPr>
      </p:pic>
      <p:sp>
        <p:nvSpPr>
          <p:cNvPr id="23" name="Text 17"/>
          <p:cNvSpPr txBox="1"/>
          <p:nvPr/>
        </p:nvSpPr>
        <p:spPr>
          <a:xfrm>
            <a:off x="6300216" y="3520440"/>
            <a:ext cx="2418588" cy="411480"/>
          </a:xfrm>
          <a:prstGeom prst="rect">
            <a:avLst/>
          </a:prstGeom>
          <a:noFill/>
          <a:ln/>
        </p:spPr>
        <p:txBody>
          <a:bodyPr wrap="square" lIns="0" tIns="0" rIns="0" bIns="0" rtlCol="0" anchor="ctr"/>
          <a:lstStyle/>
          <a:p>
            <a:pPr algn="ctr" indent="0" marL="0">
              <a:buNone/>
            </a:pPr>
            <a:r>
              <a:rPr lang="en-US" sz="1800" b="1" dirty="0">
                <a:solidFill>
                  <a:schemeClr val="accent2"/>
                </a:solidFill>
              </a:rPr>
              <a:t>After that,</a:t>
            </a:r>
            <a:endParaRPr lang="en-US" sz="1800" dirty="0"/>
          </a:p>
        </p:txBody>
      </p:sp>
      <p:sp>
        <p:nvSpPr>
          <p:cNvPr id="24" name="Text 18"/>
          <p:cNvSpPr txBox="1"/>
          <p:nvPr/>
        </p:nvSpPr>
        <p:spPr>
          <a:xfrm>
            <a:off x="6345936" y="3931920"/>
            <a:ext cx="2327148" cy="914400"/>
          </a:xfrm>
          <a:prstGeom prst="rect">
            <a:avLst/>
          </a:prstGeom>
          <a:noFill/>
          <a:ln/>
        </p:spPr>
        <p:txBody>
          <a:bodyPr wrap="square" lIns="0" tIns="0" rIns="0" bIns="0" rtlCol="0" anchor="ctr"/>
          <a:lstStyle/>
          <a:p>
            <a:pPr algn="ctr" indent="0" marL="0">
              <a:buNone/>
            </a:pPr>
            <a:r>
              <a:rPr lang="en-US" sz="1800" i="1" dirty="0">
                <a:solidFill>
                  <a:schemeClr val="tx1"/>
                </a:solidFill>
              </a:rPr>
              <a:t>I </a:t>
            </a:r>
            <a:r>
              <a:rPr lang="en-US" sz="1800" b="1" i="1" dirty="0">
                <a:solidFill>
                  <a:srgbClr val="B4236A"/>
                </a:solidFill>
              </a:rPr>
              <a:t>ran</a:t>
            </a:r>
            <a:r>
              <a:rPr lang="en-US" sz="1800" i="1" dirty="0">
                <a:solidFill>
                  <a:schemeClr val="tx1"/>
                </a:solidFill>
              </a:rPr>
              <a:t> to work.</a:t>
            </a:r>
            <a:endParaRPr lang="en-US" sz="1800" dirty="0"/>
          </a:p>
        </p:txBody>
      </p:sp>
      <p:sp>
        <p:nvSpPr>
          <p:cNvPr id="25" name="Text 19"/>
          <p:cNvSpPr txBox="1"/>
          <p:nvPr/>
        </p:nvSpPr>
        <p:spPr>
          <a:xfrm>
            <a:off x="8764524" y="2926080"/>
            <a:ext cx="32004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26" name="Shape 20"/>
          <p:cNvSpPr/>
          <p:nvPr/>
        </p:nvSpPr>
        <p:spPr>
          <a:xfrm>
            <a:off x="9038844" y="1463040"/>
            <a:ext cx="2601468" cy="3566160"/>
          </a:xfrm>
          <a:prstGeom prst="roundRect">
            <a:avLst>
              <a:gd name="adj" fmla="val 351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7" name="Shape 21"/>
          <p:cNvSpPr/>
          <p:nvPr/>
        </p:nvSpPr>
        <p:spPr>
          <a:xfrm>
            <a:off x="9176004" y="1572768"/>
            <a:ext cx="411480" cy="411480"/>
          </a:xfrm>
          <a:prstGeom prst="ellipse">
            <a:avLst/>
          </a:prstGeom>
          <a:solidFill>
            <a:schemeClr val="accent2"/>
          </a:solidFill>
          <a:ln w="12700">
            <a:solidFill>
              <a:srgbClr val="FFFFFF">
                <a:alpha val="0"/>
              </a:srgbClr>
            </a:solidFill>
            <a:prstDash val="solid"/>
          </a:ln>
        </p:spPr>
      </p:sp>
      <p:sp>
        <p:nvSpPr>
          <p:cNvPr id="28" name="Text 22"/>
          <p:cNvSpPr txBox="1"/>
          <p:nvPr/>
        </p:nvSpPr>
        <p:spPr>
          <a:xfrm>
            <a:off x="9176004" y="157276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9" name="Image 3" descr="office building">    </p:cNvPr>
          <p:cNvPicPr>
            <a:picLocks noChangeAspect="1"/>
          </p:cNvPicPr>
          <p:nvPr/>
        </p:nvPicPr>
        <p:blipFill>
          <a:blip r:embed="rId4"/>
          <a:stretch>
            <a:fillRect/>
          </a:stretch>
        </p:blipFill>
        <p:spPr>
          <a:xfrm>
            <a:off x="9562338" y="1828800"/>
            <a:ext cx="1554480" cy="1554480"/>
          </a:xfrm>
          <a:prstGeom prst="rect">
            <a:avLst/>
          </a:prstGeom>
        </p:spPr>
      </p:pic>
      <p:sp>
        <p:nvSpPr>
          <p:cNvPr id="30" name="Text 23"/>
          <p:cNvSpPr txBox="1"/>
          <p:nvPr/>
        </p:nvSpPr>
        <p:spPr>
          <a:xfrm>
            <a:off x="9130284" y="3520440"/>
            <a:ext cx="2418588" cy="411480"/>
          </a:xfrm>
          <a:prstGeom prst="rect">
            <a:avLst/>
          </a:prstGeom>
          <a:noFill/>
          <a:ln/>
        </p:spPr>
        <p:txBody>
          <a:bodyPr wrap="square" lIns="0" tIns="0" rIns="0" bIns="0" rtlCol="0" anchor="ctr"/>
          <a:lstStyle/>
          <a:p>
            <a:pPr algn="ctr" indent="0" marL="0">
              <a:buNone/>
            </a:pPr>
            <a:r>
              <a:rPr lang="en-US" sz="1800" b="1" dirty="0">
                <a:solidFill>
                  <a:schemeClr val="accent2"/>
                </a:solidFill>
              </a:rPr>
              <a:t>Finally,</a:t>
            </a:r>
            <a:endParaRPr lang="en-US" sz="1800" dirty="0"/>
          </a:p>
        </p:txBody>
      </p:sp>
      <p:sp>
        <p:nvSpPr>
          <p:cNvPr id="31" name="Text 24"/>
          <p:cNvSpPr txBox="1"/>
          <p:nvPr/>
        </p:nvSpPr>
        <p:spPr>
          <a:xfrm>
            <a:off x="9176004" y="3931920"/>
            <a:ext cx="2327148" cy="914400"/>
          </a:xfrm>
          <a:prstGeom prst="rect">
            <a:avLst/>
          </a:prstGeom>
          <a:noFill/>
          <a:ln/>
        </p:spPr>
        <p:txBody>
          <a:bodyPr wrap="square" lIns="0" tIns="0" rIns="0" bIns="0" rtlCol="0" anchor="ctr"/>
          <a:lstStyle/>
          <a:p>
            <a:pPr algn="ctr" indent="0" marL="0">
              <a:buNone/>
            </a:pPr>
            <a:r>
              <a:rPr lang="en-US" sz="1800" i="1" dirty="0">
                <a:solidFill>
                  <a:schemeClr val="tx1"/>
                </a:solidFill>
              </a:rPr>
              <a:t>I </a:t>
            </a:r>
            <a:r>
              <a:rPr lang="en-US" sz="1800" b="1" i="1" dirty="0">
                <a:solidFill>
                  <a:srgbClr val="B4236A"/>
                </a:solidFill>
              </a:rPr>
              <a:t>arrived</a:t>
            </a:r>
            <a:r>
              <a:rPr lang="en-US" sz="1800" i="1" dirty="0">
                <a:solidFill>
                  <a:schemeClr val="tx1"/>
                </a:solidFill>
              </a:rPr>
              <a:t> at 9.30!</a:t>
            </a:r>
            <a:endParaRPr lang="en-US" sz="1800" dirty="0"/>
          </a:p>
        </p:txBody>
      </p:sp>
      <p:sp>
        <p:nvSpPr>
          <p:cNvPr id="32" name="Shape 25"/>
          <p:cNvSpPr/>
          <p:nvPr/>
        </p:nvSpPr>
        <p:spPr>
          <a:xfrm>
            <a:off x="548640" y="5257800"/>
            <a:ext cx="11091672" cy="731520"/>
          </a:xfrm>
          <a:prstGeom prst="roundRect">
            <a:avLst>
              <a:gd name="adj" fmla="val 10000"/>
            </a:avLst>
          </a:prstGeom>
          <a:solidFill>
            <a:schemeClr val="tx2"/>
          </a:solidFill>
          <a:ln w="12700">
            <a:solidFill>
              <a:srgbClr val="FFFFFF">
                <a:alpha val="0"/>
              </a:srgbClr>
            </a:solidFill>
            <a:prstDash val="solid"/>
          </a:ln>
        </p:spPr>
      </p:sp>
      <p:sp>
        <p:nvSpPr>
          <p:cNvPr id="33" name="Text 26"/>
          <p:cNvSpPr txBox="1"/>
          <p:nvPr/>
        </p:nvSpPr>
        <p:spPr>
          <a:xfrm>
            <a:off x="822960" y="5257800"/>
            <a:ext cx="10607040" cy="731520"/>
          </a:xfrm>
          <a:prstGeom prst="rect">
            <a:avLst/>
          </a:prstGeom>
          <a:noFill/>
          <a:ln/>
        </p:spPr>
        <p:txBody>
          <a:bodyPr wrap="square" lIns="0" tIns="0" rIns="0" bIns="0" rtlCol="0" anchor="ctr"/>
          <a:lstStyle/>
          <a:p>
            <a:pPr algn="l" indent="0" marL="0">
              <a:buNone/>
            </a:pPr>
            <a:r>
              <a:rPr lang="en-US" sz="1600" dirty="0">
                <a:solidFill>
                  <a:schemeClr val="bg1"/>
                </a:solidFill>
              </a:rPr>
              <a:t>À vous : racontez votre matinée d’hier en 4 images : </a:t>
            </a:r>
            <a:r>
              <a:rPr lang="en-US" sz="1600" i="1" dirty="0">
                <a:solidFill>
                  <a:schemeClr val="bg1"/>
                </a:solidFill>
              </a:rPr>
              <a:t>First, I… Then, I… After that, I… Finally, I…</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Six traps for French speakers</a:t>
            </a:r>
            <a:endParaRPr lang="en-US" sz="3000" dirty="0"/>
          </a:p>
        </p:txBody>
      </p:sp>
      <p:sp>
        <p:nvSpPr>
          <p:cNvPr id="3" name="tag"/>
          <p:cNvSpPr/>
          <p:nvPr/>
        </p:nvSpPr>
        <p:spPr>
          <a:xfrm>
            <a:off x="548640" y="237744"/>
            <a:ext cx="123078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FR ≠ EN</a:t>
            </a:r>
            <a:endParaRPr lang="en-US" sz="1200" dirty="0"/>
          </a:p>
        </p:txBody>
      </p:sp>
      <p:sp>
        <p:nvSpPr>
          <p:cNvPr id="5" name="Shape 2"/>
          <p:cNvSpPr/>
          <p:nvPr/>
        </p:nvSpPr>
        <p:spPr>
          <a:xfrm>
            <a:off x="548640" y="146304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685800" y="153619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1. passé composé + date</a:t>
            </a:r>
            <a:endParaRPr lang="en-US" sz="1400" dirty="0"/>
          </a:p>
        </p:txBody>
      </p:sp>
      <p:sp>
        <p:nvSpPr>
          <p:cNvPr id="7" name="Text 4"/>
          <p:cNvSpPr txBox="1"/>
          <p:nvPr/>
        </p:nvSpPr>
        <p:spPr>
          <a:xfrm>
            <a:off x="685800" y="205740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I have seen him yesterday.</a:t>
            </a:r>
            <a:endParaRPr lang="en-US" sz="1600" dirty="0"/>
          </a:p>
        </p:txBody>
      </p:sp>
      <p:sp>
        <p:nvSpPr>
          <p:cNvPr id="8" name="Text 5"/>
          <p:cNvSpPr txBox="1"/>
          <p:nvPr/>
        </p:nvSpPr>
        <p:spPr>
          <a:xfrm>
            <a:off x="685800" y="265176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I saw him yesterday.</a:t>
            </a:r>
            <a:endParaRPr lang="en-US" sz="1600" dirty="0"/>
          </a:p>
        </p:txBody>
      </p:sp>
      <p:sp>
        <p:nvSpPr>
          <p:cNvPr id="9" name="Shape 6"/>
          <p:cNvSpPr/>
          <p:nvPr/>
        </p:nvSpPr>
        <p:spPr>
          <a:xfrm>
            <a:off x="4306824" y="146304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4443984" y="153619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2. did + past</a:t>
            </a:r>
            <a:endParaRPr lang="en-US" sz="1400" dirty="0"/>
          </a:p>
        </p:txBody>
      </p:sp>
      <p:sp>
        <p:nvSpPr>
          <p:cNvPr id="11" name="Text 8"/>
          <p:cNvSpPr txBox="1"/>
          <p:nvPr/>
        </p:nvSpPr>
        <p:spPr>
          <a:xfrm>
            <a:off x="4443984" y="205740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Did you went?</a:t>
            </a:r>
            <a:endParaRPr lang="en-US" sz="1600" dirty="0"/>
          </a:p>
        </p:txBody>
      </p:sp>
      <p:sp>
        <p:nvSpPr>
          <p:cNvPr id="12" name="Text 9"/>
          <p:cNvSpPr txBox="1"/>
          <p:nvPr/>
        </p:nvSpPr>
        <p:spPr>
          <a:xfrm>
            <a:off x="4443984" y="265176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Did you go?</a:t>
            </a:r>
            <a:endParaRPr lang="en-US" sz="1600" dirty="0"/>
          </a:p>
        </p:txBody>
      </p:sp>
      <p:sp>
        <p:nvSpPr>
          <p:cNvPr id="13" name="Shape 10"/>
          <p:cNvSpPr/>
          <p:nvPr/>
        </p:nvSpPr>
        <p:spPr>
          <a:xfrm>
            <a:off x="8065008" y="146304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8202168" y="153619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3. didn’t + past</a:t>
            </a:r>
            <a:endParaRPr lang="en-US" sz="1400" dirty="0"/>
          </a:p>
        </p:txBody>
      </p:sp>
      <p:sp>
        <p:nvSpPr>
          <p:cNvPr id="15" name="Text 12"/>
          <p:cNvSpPr txBox="1"/>
          <p:nvPr/>
        </p:nvSpPr>
        <p:spPr>
          <a:xfrm>
            <a:off x="8202168" y="205740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He didn’t bought it.</a:t>
            </a:r>
            <a:endParaRPr lang="en-US" sz="1600" dirty="0"/>
          </a:p>
        </p:txBody>
      </p:sp>
      <p:sp>
        <p:nvSpPr>
          <p:cNvPr id="16" name="Text 13"/>
          <p:cNvSpPr txBox="1"/>
          <p:nvPr/>
        </p:nvSpPr>
        <p:spPr>
          <a:xfrm>
            <a:off x="8202168" y="265176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He didn’t buy it.</a:t>
            </a:r>
            <a:endParaRPr lang="en-US" sz="1600" dirty="0"/>
          </a:p>
        </p:txBody>
      </p:sp>
      <p:sp>
        <p:nvSpPr>
          <p:cNvPr id="17" name="Shape 14"/>
          <p:cNvSpPr/>
          <p:nvPr/>
        </p:nvSpPr>
        <p:spPr>
          <a:xfrm>
            <a:off x="548640" y="356616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685800" y="363931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4. the irregular</a:t>
            </a:r>
            <a:endParaRPr lang="en-US" sz="1400" dirty="0"/>
          </a:p>
        </p:txBody>
      </p:sp>
      <p:sp>
        <p:nvSpPr>
          <p:cNvPr id="19" name="Text 16"/>
          <p:cNvSpPr txBox="1"/>
          <p:nvPr/>
        </p:nvSpPr>
        <p:spPr>
          <a:xfrm>
            <a:off x="685800" y="416052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I goed to Paris.</a:t>
            </a:r>
            <a:endParaRPr lang="en-US" sz="1600" dirty="0"/>
          </a:p>
        </p:txBody>
      </p:sp>
      <p:sp>
        <p:nvSpPr>
          <p:cNvPr id="20" name="Text 17"/>
          <p:cNvSpPr txBox="1"/>
          <p:nvPr/>
        </p:nvSpPr>
        <p:spPr>
          <a:xfrm>
            <a:off x="685800" y="475488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I went to Paris.</a:t>
            </a:r>
            <a:endParaRPr lang="en-US" sz="1600" dirty="0"/>
          </a:p>
        </p:txBody>
      </p:sp>
      <p:sp>
        <p:nvSpPr>
          <p:cNvPr id="21" name="Shape 18"/>
          <p:cNvSpPr/>
          <p:nvPr/>
        </p:nvSpPr>
        <p:spPr>
          <a:xfrm>
            <a:off x="4306824" y="356616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4443984" y="363931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5. the spelling</a:t>
            </a:r>
            <a:endParaRPr lang="en-US" sz="1400" dirty="0"/>
          </a:p>
        </p:txBody>
      </p:sp>
      <p:sp>
        <p:nvSpPr>
          <p:cNvPr id="23" name="Text 20"/>
          <p:cNvSpPr txBox="1"/>
          <p:nvPr/>
        </p:nvSpPr>
        <p:spPr>
          <a:xfrm>
            <a:off x="4443984" y="416052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She studyed.</a:t>
            </a:r>
            <a:endParaRPr lang="en-US" sz="1600" dirty="0"/>
          </a:p>
        </p:txBody>
      </p:sp>
      <p:sp>
        <p:nvSpPr>
          <p:cNvPr id="24" name="Text 21"/>
          <p:cNvSpPr txBox="1"/>
          <p:nvPr/>
        </p:nvSpPr>
        <p:spPr>
          <a:xfrm>
            <a:off x="4443984" y="475488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She studied.</a:t>
            </a:r>
            <a:endParaRPr lang="en-US" sz="1600" dirty="0"/>
          </a:p>
        </p:txBody>
      </p:sp>
      <p:sp>
        <p:nvSpPr>
          <p:cNvPr id="25" name="Shape 22"/>
          <p:cNvSpPr/>
          <p:nvPr/>
        </p:nvSpPr>
        <p:spPr>
          <a:xfrm>
            <a:off x="8065008" y="3566160"/>
            <a:ext cx="3575304" cy="1965960"/>
          </a:xfrm>
          <a:prstGeom prst="roundRect">
            <a:avLst>
              <a:gd name="adj" fmla="val 558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8202168" y="3639312"/>
            <a:ext cx="3300984" cy="457200"/>
          </a:xfrm>
          <a:prstGeom prst="rect">
            <a:avLst/>
          </a:prstGeom>
          <a:noFill/>
          <a:ln/>
        </p:spPr>
        <p:txBody>
          <a:bodyPr wrap="square" lIns="0" tIns="0" rIns="0" bIns="0" rtlCol="0" anchor="ctr"/>
          <a:lstStyle/>
          <a:p>
            <a:pPr algn="l" indent="0" marL="0">
              <a:buNone/>
            </a:pPr>
            <a:r>
              <a:rPr lang="en-US" sz="1400" b="1" dirty="0">
                <a:solidFill>
                  <a:schemeClr val="tx2"/>
                </a:solidFill>
              </a:rPr>
              <a:t>6. « il y a »</a:t>
            </a:r>
            <a:endParaRPr lang="en-US" sz="1400" dirty="0"/>
          </a:p>
        </p:txBody>
      </p:sp>
      <p:sp>
        <p:nvSpPr>
          <p:cNvPr id="27" name="Text 24"/>
          <p:cNvSpPr txBox="1"/>
          <p:nvPr/>
        </p:nvSpPr>
        <p:spPr>
          <a:xfrm>
            <a:off x="8202168" y="4160520"/>
            <a:ext cx="3300984" cy="594360"/>
          </a:xfrm>
          <a:prstGeom prst="rect">
            <a:avLst/>
          </a:prstGeom>
          <a:noFill/>
          <a:ln/>
        </p:spPr>
        <p:txBody>
          <a:bodyPr wrap="square" lIns="0" tIns="0" rIns="0" bIns="0" rtlCol="0" anchor="ctr"/>
          <a:lstStyle/>
          <a:p>
            <a:pPr algn="l" indent="0" marL="0">
              <a:buNone/>
            </a:pPr>
            <a:r>
              <a:rPr lang="en-US" sz="1600" dirty="0">
                <a:solidFill>
                  <a:schemeClr val="accent6"/>
                </a:solidFill>
              </a:rPr>
              <a:t>✗  </a:t>
            </a:r>
            <a:r>
              <a:rPr lang="en-US" sz="1600" strike="sngStrike" dirty="0">
                <a:solidFill>
                  <a:schemeClr val="accent6"/>
                </a:solidFill>
              </a:rPr>
              <a:t>I arrived there are two days.</a:t>
            </a:r>
            <a:endParaRPr lang="en-US" sz="1600" dirty="0"/>
          </a:p>
        </p:txBody>
      </p:sp>
      <p:sp>
        <p:nvSpPr>
          <p:cNvPr id="28" name="Text 25"/>
          <p:cNvSpPr txBox="1"/>
          <p:nvPr/>
        </p:nvSpPr>
        <p:spPr>
          <a:xfrm>
            <a:off x="8202168" y="4754880"/>
            <a:ext cx="3300984" cy="685800"/>
          </a:xfrm>
          <a:prstGeom prst="rect">
            <a:avLst/>
          </a:prstGeom>
          <a:noFill/>
          <a:ln/>
        </p:spPr>
        <p:txBody>
          <a:bodyPr wrap="square" lIns="0" tIns="0" rIns="0" bIns="0" rtlCol="0" anchor="ctr"/>
          <a:lstStyle/>
          <a:p>
            <a:pPr algn="l" indent="0" marL="0">
              <a:buNone/>
            </a:pPr>
            <a:r>
              <a:rPr lang="en-US" sz="1600" dirty="0">
                <a:solidFill>
                  <a:schemeClr val="accent3"/>
                </a:solidFill>
              </a:rPr>
              <a:t>✓  </a:t>
            </a:r>
            <a:r>
              <a:rPr lang="en-US" sz="1600" b="1" i="1" dirty="0">
                <a:solidFill>
                  <a:schemeClr val="accent3"/>
                </a:solidFill>
              </a:rPr>
              <a:t>I arrived two days ago.</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Remember: the past simple</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REMEMBER</a:t>
            </a:r>
            <a:endParaRPr lang="en-US" sz="1200" dirty="0"/>
          </a:p>
        </p:txBody>
      </p:sp>
      <p:sp>
        <p:nvSpPr>
          <p:cNvPr id="5" name="Shape 2"/>
          <p:cNvSpPr/>
          <p:nvPr/>
        </p:nvSpPr>
        <p:spPr>
          <a:xfrm>
            <a:off x="548640" y="1463040"/>
            <a:ext cx="2670048" cy="3017520"/>
          </a:xfrm>
          <a:prstGeom prst="roundRect">
            <a:avLst>
              <a:gd name="adj" fmla="val 4110"/>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2670048" cy="822960"/>
          </a:xfrm>
          <a:prstGeom prst="roundRect">
            <a:avLst>
              <a:gd name="adj" fmla="val 13333"/>
            </a:avLst>
          </a:prstGeom>
          <a:solidFill>
            <a:schemeClr val="accent4"/>
          </a:solidFill>
          <a:ln w="12700">
            <a:solidFill>
              <a:srgbClr val="FFFFFF">
                <a:alpha val="0"/>
              </a:srgbClr>
            </a:solidFill>
            <a:prstDash val="solid"/>
          </a:ln>
        </p:spPr>
      </p:sp>
      <p:sp>
        <p:nvSpPr>
          <p:cNvPr id="7" name="Text 4"/>
          <p:cNvSpPr txBox="1"/>
          <p:nvPr/>
        </p:nvSpPr>
        <p:spPr>
          <a:xfrm>
            <a:off x="548640" y="1463040"/>
            <a:ext cx="2670048" cy="8229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a:p>
            <a:pPr algn="ctr" indent="0" marL="0">
              <a:buNone/>
            </a:pPr>
            <a:r>
              <a:rPr lang="en-US" sz="1500" b="1" dirty="0">
                <a:solidFill>
                  <a:schemeClr val="bg1"/>
                </a:solidFill>
              </a:rPr>
              <a:t>AFFIRMATIVE</a:t>
            </a:r>
            <a:endParaRPr lang="en-US" sz="1500" dirty="0"/>
          </a:p>
        </p:txBody>
      </p:sp>
      <p:sp>
        <p:nvSpPr>
          <p:cNvPr id="8" name="Text 5"/>
          <p:cNvSpPr txBox="1"/>
          <p:nvPr/>
        </p:nvSpPr>
        <p:spPr>
          <a:xfrm>
            <a:off x="685800" y="2377440"/>
            <a:ext cx="2395728" cy="822960"/>
          </a:xfrm>
          <a:prstGeom prst="rect">
            <a:avLst/>
          </a:prstGeom>
          <a:noFill/>
          <a:ln/>
        </p:spPr>
        <p:txBody>
          <a:bodyPr wrap="square" lIns="0" tIns="0" rIns="0" bIns="0" rtlCol="0" anchor="ctr"/>
          <a:lstStyle/>
          <a:p>
            <a:pPr algn="ctr" indent="0" marL="0">
              <a:buNone/>
            </a:pPr>
            <a:r>
              <a:rPr lang="en-US" sz="1500" b="1" dirty="0">
                <a:solidFill>
                  <a:schemeClr val="accent4"/>
                </a:solidFill>
              </a:rPr>
              <a:t>base + -ed · irregular</a:t>
            </a:r>
            <a:endParaRPr lang="en-US" sz="1500" dirty="0"/>
          </a:p>
        </p:txBody>
      </p:sp>
      <p:sp>
        <p:nvSpPr>
          <p:cNvPr id="9" name="Text 6"/>
          <p:cNvSpPr txBox="1"/>
          <p:nvPr/>
        </p:nvSpPr>
        <p:spPr>
          <a:xfrm>
            <a:off x="685800" y="3246120"/>
            <a:ext cx="2395728" cy="1097280"/>
          </a:xfrm>
          <a:prstGeom prst="rect">
            <a:avLst/>
          </a:prstGeom>
          <a:noFill/>
          <a:ln/>
        </p:spPr>
        <p:txBody>
          <a:bodyPr wrap="square" lIns="0" tIns="0" rIns="0" bIns="0" rtlCol="0" anchor="ctr"/>
          <a:lstStyle/>
          <a:p>
            <a:pPr algn="ctr" indent="0" marL="0">
              <a:buNone/>
            </a:pPr>
            <a:r>
              <a:rPr lang="en-US" sz="1500" i="1" dirty="0">
                <a:solidFill>
                  <a:schemeClr val="tx1"/>
                </a:solidFill>
              </a:rPr>
              <a:t>I worked. · I went.</a:t>
            </a:r>
            <a:endParaRPr lang="en-US" sz="1500" dirty="0"/>
          </a:p>
        </p:txBody>
      </p:sp>
      <p:sp>
        <p:nvSpPr>
          <p:cNvPr id="10" name="Shape 7"/>
          <p:cNvSpPr/>
          <p:nvPr/>
        </p:nvSpPr>
        <p:spPr>
          <a:xfrm>
            <a:off x="3355848" y="1463040"/>
            <a:ext cx="2670048" cy="3017520"/>
          </a:xfrm>
          <a:prstGeom prst="roundRect">
            <a:avLst>
              <a:gd name="adj" fmla="val 4110"/>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3355848" y="1463040"/>
            <a:ext cx="2670048" cy="822960"/>
          </a:xfrm>
          <a:prstGeom prst="roundRect">
            <a:avLst>
              <a:gd name="adj" fmla="val 13333"/>
            </a:avLst>
          </a:prstGeom>
          <a:solidFill>
            <a:schemeClr val="accent6"/>
          </a:solidFill>
          <a:ln w="12700">
            <a:solidFill>
              <a:srgbClr val="FFFFFF">
                <a:alpha val="0"/>
              </a:srgbClr>
            </a:solidFill>
            <a:prstDash val="solid"/>
          </a:ln>
        </p:spPr>
      </p:sp>
      <p:sp>
        <p:nvSpPr>
          <p:cNvPr id="12" name="Text 9"/>
          <p:cNvSpPr txBox="1"/>
          <p:nvPr/>
        </p:nvSpPr>
        <p:spPr>
          <a:xfrm>
            <a:off x="3355848" y="1463040"/>
            <a:ext cx="2670048" cy="8229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a:p>
            <a:pPr algn="ctr" indent="0" marL="0">
              <a:buNone/>
            </a:pPr>
            <a:r>
              <a:rPr lang="en-US" sz="1500" b="1" dirty="0">
                <a:solidFill>
                  <a:schemeClr val="bg1"/>
                </a:solidFill>
              </a:rPr>
              <a:t>NEGATIVE</a:t>
            </a:r>
            <a:endParaRPr lang="en-US" sz="1500" dirty="0"/>
          </a:p>
        </p:txBody>
      </p:sp>
      <p:sp>
        <p:nvSpPr>
          <p:cNvPr id="13" name="Text 10"/>
          <p:cNvSpPr txBox="1"/>
          <p:nvPr/>
        </p:nvSpPr>
        <p:spPr>
          <a:xfrm>
            <a:off x="3493008" y="2377440"/>
            <a:ext cx="2395728" cy="822960"/>
          </a:xfrm>
          <a:prstGeom prst="rect">
            <a:avLst/>
          </a:prstGeom>
          <a:noFill/>
          <a:ln/>
        </p:spPr>
        <p:txBody>
          <a:bodyPr wrap="square" lIns="0" tIns="0" rIns="0" bIns="0" rtlCol="0" anchor="ctr"/>
          <a:lstStyle/>
          <a:p>
            <a:pPr algn="ctr" indent="0" marL="0">
              <a:buNone/>
            </a:pPr>
            <a:r>
              <a:rPr lang="en-US" sz="1500" b="1" dirty="0">
                <a:solidFill>
                  <a:schemeClr val="accent6"/>
                </a:solidFill>
              </a:rPr>
              <a:t>didn’t + base</a:t>
            </a:r>
            <a:endParaRPr lang="en-US" sz="1500" dirty="0"/>
          </a:p>
        </p:txBody>
      </p:sp>
      <p:sp>
        <p:nvSpPr>
          <p:cNvPr id="14" name="Text 11"/>
          <p:cNvSpPr txBox="1"/>
          <p:nvPr/>
        </p:nvSpPr>
        <p:spPr>
          <a:xfrm>
            <a:off x="3493008" y="3246120"/>
            <a:ext cx="2395728" cy="1097280"/>
          </a:xfrm>
          <a:prstGeom prst="rect">
            <a:avLst/>
          </a:prstGeom>
          <a:noFill/>
          <a:ln/>
        </p:spPr>
        <p:txBody>
          <a:bodyPr wrap="square" lIns="0" tIns="0" rIns="0" bIns="0" rtlCol="0" anchor="ctr"/>
          <a:lstStyle/>
          <a:p>
            <a:pPr algn="ctr" indent="0" marL="0">
              <a:buNone/>
            </a:pPr>
            <a:r>
              <a:rPr lang="en-US" sz="1500" i="1" dirty="0">
                <a:solidFill>
                  <a:schemeClr val="tx1"/>
                </a:solidFill>
              </a:rPr>
              <a:t>I didn’t work. · I didn’t go.</a:t>
            </a:r>
            <a:endParaRPr lang="en-US" sz="1500" dirty="0"/>
          </a:p>
        </p:txBody>
      </p:sp>
      <p:sp>
        <p:nvSpPr>
          <p:cNvPr id="15" name="Shape 12"/>
          <p:cNvSpPr/>
          <p:nvPr/>
        </p:nvSpPr>
        <p:spPr>
          <a:xfrm>
            <a:off x="6163056" y="1463040"/>
            <a:ext cx="2670048" cy="3017520"/>
          </a:xfrm>
          <a:prstGeom prst="roundRect">
            <a:avLst>
              <a:gd name="adj" fmla="val 4110"/>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6163056" y="1463040"/>
            <a:ext cx="2670048" cy="822960"/>
          </a:xfrm>
          <a:prstGeom prst="roundRect">
            <a:avLst>
              <a:gd name="adj" fmla="val 13333"/>
            </a:avLst>
          </a:prstGeom>
          <a:solidFill>
            <a:schemeClr val="accent3"/>
          </a:solidFill>
          <a:ln w="12700">
            <a:solidFill>
              <a:srgbClr val="FFFFFF">
                <a:alpha val="0"/>
              </a:srgbClr>
            </a:solidFill>
            <a:prstDash val="solid"/>
          </a:ln>
        </p:spPr>
      </p:sp>
      <p:sp>
        <p:nvSpPr>
          <p:cNvPr id="17" name="Text 14"/>
          <p:cNvSpPr txBox="1"/>
          <p:nvPr/>
        </p:nvSpPr>
        <p:spPr>
          <a:xfrm>
            <a:off x="6163056" y="1463040"/>
            <a:ext cx="2670048" cy="8229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a:p>
            <a:pPr algn="ctr" indent="0" marL="0">
              <a:buNone/>
            </a:pPr>
            <a:r>
              <a:rPr lang="en-US" sz="1500" b="1" dirty="0">
                <a:solidFill>
                  <a:schemeClr val="bg1"/>
                </a:solidFill>
              </a:rPr>
              <a:t>QUESTION</a:t>
            </a:r>
            <a:endParaRPr lang="en-US" sz="1500" dirty="0"/>
          </a:p>
        </p:txBody>
      </p:sp>
      <p:sp>
        <p:nvSpPr>
          <p:cNvPr id="18" name="Text 15"/>
          <p:cNvSpPr txBox="1"/>
          <p:nvPr/>
        </p:nvSpPr>
        <p:spPr>
          <a:xfrm>
            <a:off x="6300216" y="2377440"/>
            <a:ext cx="2395728" cy="822960"/>
          </a:xfrm>
          <a:prstGeom prst="rect">
            <a:avLst/>
          </a:prstGeom>
          <a:noFill/>
          <a:ln/>
        </p:spPr>
        <p:txBody>
          <a:bodyPr wrap="square" lIns="0" tIns="0" rIns="0" bIns="0" rtlCol="0" anchor="ctr"/>
          <a:lstStyle/>
          <a:p>
            <a:pPr algn="ctr" indent="0" marL="0">
              <a:buNone/>
            </a:pPr>
            <a:r>
              <a:rPr lang="en-US" sz="1500" b="1" dirty="0">
                <a:solidFill>
                  <a:schemeClr val="accent3"/>
                </a:solidFill>
              </a:rPr>
              <a:t>(Q) + did + subject + base</a:t>
            </a:r>
            <a:endParaRPr lang="en-US" sz="1500" dirty="0"/>
          </a:p>
        </p:txBody>
      </p:sp>
      <p:sp>
        <p:nvSpPr>
          <p:cNvPr id="19" name="Text 16"/>
          <p:cNvSpPr txBox="1"/>
          <p:nvPr/>
        </p:nvSpPr>
        <p:spPr>
          <a:xfrm>
            <a:off x="6300216" y="3246120"/>
            <a:ext cx="2395728" cy="1097280"/>
          </a:xfrm>
          <a:prstGeom prst="rect">
            <a:avLst/>
          </a:prstGeom>
          <a:noFill/>
          <a:ln/>
        </p:spPr>
        <p:txBody>
          <a:bodyPr wrap="square" lIns="0" tIns="0" rIns="0" bIns="0" rtlCol="0" anchor="ctr"/>
          <a:lstStyle/>
          <a:p>
            <a:pPr algn="ctr" indent="0" marL="0">
              <a:buNone/>
            </a:pPr>
            <a:r>
              <a:rPr lang="en-US" sz="1500" i="1" dirty="0">
                <a:solidFill>
                  <a:schemeClr val="tx1"/>
                </a:solidFill>
              </a:rPr>
              <a:t>Did you work? · Where did you go?</a:t>
            </a:r>
            <a:endParaRPr lang="en-US" sz="1500" dirty="0"/>
          </a:p>
        </p:txBody>
      </p:sp>
      <p:sp>
        <p:nvSpPr>
          <p:cNvPr id="20" name="Shape 17"/>
          <p:cNvSpPr/>
          <p:nvPr/>
        </p:nvSpPr>
        <p:spPr>
          <a:xfrm>
            <a:off x="8970264" y="1463040"/>
            <a:ext cx="2670048" cy="3017520"/>
          </a:xfrm>
          <a:prstGeom prst="roundRect">
            <a:avLst>
              <a:gd name="adj" fmla="val 4110"/>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8970264" y="1463040"/>
            <a:ext cx="2670048" cy="822960"/>
          </a:xfrm>
          <a:prstGeom prst="roundRect">
            <a:avLst>
              <a:gd name="adj" fmla="val 13333"/>
            </a:avLst>
          </a:prstGeom>
          <a:solidFill>
            <a:schemeClr val="accent1"/>
          </a:solidFill>
          <a:ln w="12700">
            <a:solidFill>
              <a:srgbClr val="FFFFFF">
                <a:alpha val="0"/>
              </a:srgbClr>
            </a:solidFill>
            <a:prstDash val="solid"/>
          </a:ln>
        </p:spPr>
      </p:sp>
      <p:sp>
        <p:nvSpPr>
          <p:cNvPr id="22" name="Text 19"/>
          <p:cNvSpPr txBox="1"/>
          <p:nvPr/>
        </p:nvSpPr>
        <p:spPr>
          <a:xfrm>
            <a:off x="8970264" y="1463040"/>
            <a:ext cx="2670048" cy="8229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a:p>
            <a:pPr algn="ctr" indent="0" marL="0">
              <a:buNone/>
            </a:pPr>
            <a:r>
              <a:rPr lang="en-US" sz="1500" b="1" dirty="0">
                <a:solidFill>
                  <a:schemeClr val="bg1"/>
                </a:solidFill>
              </a:rPr>
              <a:t>USE</a:t>
            </a:r>
            <a:endParaRPr lang="en-US" sz="1500" dirty="0"/>
          </a:p>
        </p:txBody>
      </p:sp>
      <p:sp>
        <p:nvSpPr>
          <p:cNvPr id="23" name="Text 20"/>
          <p:cNvSpPr txBox="1"/>
          <p:nvPr/>
        </p:nvSpPr>
        <p:spPr>
          <a:xfrm>
            <a:off x="9107424" y="2377440"/>
            <a:ext cx="2395728" cy="822960"/>
          </a:xfrm>
          <a:prstGeom prst="rect">
            <a:avLst/>
          </a:prstGeom>
          <a:noFill/>
          <a:ln/>
        </p:spPr>
        <p:txBody>
          <a:bodyPr wrap="square" lIns="0" tIns="0" rIns="0" bIns="0" rtlCol="0" anchor="ctr"/>
          <a:lstStyle/>
          <a:p>
            <a:pPr algn="ctr" indent="0" marL="0">
              <a:buNone/>
            </a:pPr>
            <a:r>
              <a:rPr lang="en-US" sz="1500" b="1" dirty="0">
                <a:solidFill>
                  <a:schemeClr val="accent1"/>
                </a:solidFill>
              </a:rPr>
              <a:t>finished action, finished time</a:t>
            </a:r>
            <a:endParaRPr lang="en-US" sz="1500" dirty="0"/>
          </a:p>
        </p:txBody>
      </p:sp>
      <p:sp>
        <p:nvSpPr>
          <p:cNvPr id="24" name="Text 21"/>
          <p:cNvSpPr txBox="1"/>
          <p:nvPr/>
        </p:nvSpPr>
        <p:spPr>
          <a:xfrm>
            <a:off x="9107424" y="3246120"/>
            <a:ext cx="2395728" cy="1097280"/>
          </a:xfrm>
          <a:prstGeom prst="rect">
            <a:avLst/>
          </a:prstGeom>
          <a:noFill/>
          <a:ln/>
        </p:spPr>
        <p:txBody>
          <a:bodyPr wrap="square" lIns="0" tIns="0" rIns="0" bIns="0" rtlCol="0" anchor="ctr"/>
          <a:lstStyle/>
          <a:p>
            <a:pPr algn="ctr" indent="0" marL="0">
              <a:buNone/>
            </a:pPr>
            <a:r>
              <a:rPr lang="en-US" sz="1500" i="1" dirty="0">
                <a:solidFill>
                  <a:schemeClr val="tx1"/>
                </a:solidFill>
              </a:rPr>
              <a:t>yesterday · last… · …ago · in 2019</a:t>
            </a:r>
            <a:endParaRPr lang="en-US" sz="1500" dirty="0"/>
          </a:p>
        </p:txBody>
      </p:sp>
      <p:sp>
        <p:nvSpPr>
          <p:cNvPr id="25" name="Shape 22"/>
          <p:cNvSpPr/>
          <p:nvPr/>
        </p:nvSpPr>
        <p:spPr>
          <a:xfrm>
            <a:off x="548640" y="4663440"/>
            <a:ext cx="11091672" cy="1508760"/>
          </a:xfrm>
          <a:prstGeom prst="roundRect">
            <a:avLst>
              <a:gd name="adj" fmla="val 7273"/>
            </a:avLst>
          </a:prstGeom>
          <a:solidFill>
            <a:schemeClr val="bg2"/>
          </a:solidFill>
          <a:ln w="12700">
            <a:solidFill>
              <a:srgbClr val="D5DCE6"/>
            </a:solidFill>
            <a:prstDash val="solid"/>
          </a:ln>
        </p:spPr>
      </p:sp>
      <p:sp>
        <p:nvSpPr>
          <p:cNvPr id="26" name="Text 23"/>
          <p:cNvSpPr txBox="1"/>
          <p:nvPr/>
        </p:nvSpPr>
        <p:spPr>
          <a:xfrm>
            <a:off x="777240" y="4663440"/>
            <a:ext cx="10698480" cy="1508760"/>
          </a:xfrm>
          <a:prstGeom prst="rect">
            <a:avLst/>
          </a:prstGeom>
          <a:noFill/>
          <a:ln/>
        </p:spPr>
        <p:txBody>
          <a:bodyPr wrap="square" lIns="0" tIns="0" rIns="0" bIns="0" rtlCol="0" anchor="ctr"/>
          <a:lstStyle/>
          <a:p>
            <a:pPr algn="l" indent="0" marL="0">
              <a:spcAft>
                <a:spcPts val="600"/>
              </a:spcAft>
              <a:buNone/>
            </a:pPr>
            <a:r>
              <a:rPr lang="en-US" sz="1500" b="1" dirty="0">
                <a:solidFill>
                  <a:schemeClr val="tx1"/>
                </a:solidFill>
              </a:rPr>
              <a:t>Spelling</a:t>
            </a:r>
            <a:r>
              <a:rPr lang="en-US" sz="1500" dirty="0">
                <a:solidFill>
                  <a:schemeClr val="tx1"/>
                </a:solidFill>
              </a:rPr>
              <a:t>: </a:t>
            </a:r>
            <a:r>
              <a:rPr lang="en-US" sz="1500" i="1" dirty="0">
                <a:solidFill>
                  <a:schemeClr val="tx1"/>
                </a:solidFill>
              </a:rPr>
              <a:t>lived · studied · stopped · played</a:t>
            </a:r>
            <a:r>
              <a:rPr lang="en-US" sz="1500" dirty="0">
                <a:solidFill>
                  <a:schemeClr val="tx1"/>
                </a:solidFill>
              </a:rPr>
              <a:t> — </a:t>
            </a:r>
            <a:r>
              <a:rPr lang="en-US" sz="1500" b="1" dirty="0">
                <a:solidFill>
                  <a:schemeClr val="tx1"/>
                </a:solidFill>
              </a:rPr>
              <a:t>Sounds</a:t>
            </a:r>
            <a:r>
              <a:rPr lang="en-US" sz="1500" dirty="0">
                <a:solidFill>
                  <a:schemeClr val="tx1"/>
                </a:solidFill>
              </a:rPr>
              <a:t>: /t/ </a:t>
            </a:r>
            <a:r>
              <a:rPr lang="en-US" sz="1500" i="1" dirty="0">
                <a:solidFill>
                  <a:schemeClr val="tx1"/>
                </a:solidFill>
              </a:rPr>
              <a:t>worked</a:t>
            </a:r>
            <a:r>
              <a:rPr lang="en-US" sz="1500" dirty="0">
                <a:solidFill>
                  <a:schemeClr val="tx1"/>
                </a:solidFill>
              </a:rPr>
              <a:t> · /d/ </a:t>
            </a:r>
            <a:r>
              <a:rPr lang="en-US" sz="1500" i="1" dirty="0">
                <a:solidFill>
                  <a:schemeClr val="tx1"/>
                </a:solidFill>
              </a:rPr>
              <a:t>played</a:t>
            </a:r>
            <a:r>
              <a:rPr lang="en-US" sz="1500" dirty="0">
                <a:solidFill>
                  <a:schemeClr val="tx1"/>
                </a:solidFill>
              </a:rPr>
              <a:t> · /ɪd/ </a:t>
            </a:r>
            <a:r>
              <a:rPr lang="en-US" sz="1500" i="1" dirty="0">
                <a:solidFill>
                  <a:schemeClr val="tx1"/>
                </a:solidFill>
              </a:rPr>
              <a:t>wanted</a:t>
            </a:r>
            <a:endParaRPr lang="en-US" sz="1500" dirty="0"/>
          </a:p>
          <a:p>
            <a:pPr algn="l" indent="0" marL="0">
              <a:spcAft>
                <a:spcPts val="600"/>
              </a:spcAft>
              <a:buNone/>
            </a:pPr>
            <a:r>
              <a:rPr lang="en-US" sz="1500" b="1" dirty="0">
                <a:solidFill>
                  <a:schemeClr val="tx1"/>
                </a:solidFill>
              </a:rPr>
              <a:t>Exceptions</a:t>
            </a:r>
            <a:r>
              <a:rPr lang="en-US" sz="1500" dirty="0">
                <a:solidFill>
                  <a:schemeClr val="tx1"/>
                </a:solidFill>
              </a:rPr>
              <a:t>: irregular verbs (learn them!) · </a:t>
            </a:r>
            <a:r>
              <a:rPr lang="en-US" sz="1500" i="1" dirty="0">
                <a:solidFill>
                  <a:schemeClr val="tx1"/>
                </a:solidFill>
              </a:rPr>
              <a:t>was / were</a:t>
            </a:r>
            <a:r>
              <a:rPr lang="en-US" sz="1500" dirty="0">
                <a:solidFill>
                  <a:schemeClr val="tx1"/>
                </a:solidFill>
              </a:rPr>
              <a:t> (no </a:t>
            </a:r>
            <a:r>
              <a:rPr lang="en-US" sz="1500" i="1" dirty="0">
                <a:solidFill>
                  <a:schemeClr val="tx1"/>
                </a:solidFill>
              </a:rPr>
              <a:t>did</a:t>
            </a:r>
            <a:r>
              <a:rPr lang="en-US" sz="1500" dirty="0">
                <a:solidFill>
                  <a:schemeClr val="tx1"/>
                </a:solidFill>
              </a:rPr>
              <a:t>) · </a:t>
            </a:r>
            <a:r>
              <a:rPr lang="en-US" sz="1500" i="1" dirty="0">
                <a:solidFill>
                  <a:schemeClr val="tx1"/>
                </a:solidFill>
              </a:rPr>
              <a:t>Who called?</a:t>
            </a:r>
            <a:r>
              <a:rPr lang="en-US" sz="1500" dirty="0">
                <a:solidFill>
                  <a:schemeClr val="tx1"/>
                </a:solidFill>
              </a:rPr>
              <a:t> (no </a:t>
            </a:r>
            <a:r>
              <a:rPr lang="en-US" sz="1500" i="1" dirty="0">
                <a:solidFill>
                  <a:schemeClr val="tx1"/>
                </a:solidFill>
              </a:rPr>
              <a:t>did</a:t>
            </a:r>
            <a:r>
              <a:rPr lang="en-US" sz="1500" dirty="0">
                <a:solidFill>
                  <a:schemeClr val="tx1"/>
                </a:solidFill>
              </a:rPr>
              <a:t>)</a:t>
            </a:r>
            <a:endParaRPr lang="en-US" sz="1500" dirty="0"/>
          </a:p>
        </p:txBody>
      </p:sp>
      <p:pic>
        <p:nvPicPr>
          <p:cNvPr id="27"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Exercises</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YOUR TURN!</a:t>
            </a:r>
            <a:endParaRPr lang="en-US" sz="5400" dirty="0"/>
          </a:p>
        </p:txBody>
      </p:sp>
      <p:sp>
        <p:nvSpPr>
          <p:cNvPr id="6" name="Shape 3"/>
          <p:cNvSpPr/>
          <p:nvPr/>
        </p:nvSpPr>
        <p:spPr>
          <a:xfrm>
            <a:off x="548640"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gs">    </p:cNvPr>
          <p:cNvPicPr>
            <a:picLocks noChangeAspect="1"/>
          </p:cNvPicPr>
          <p:nvPr/>
        </p:nvPicPr>
        <p:blipFill>
          <a:blip r:embed="rId1"/>
          <a:stretch>
            <a:fillRect/>
          </a:stretch>
        </p:blipFill>
        <p:spPr>
          <a:xfrm>
            <a:off x="1700784" y="2770632"/>
            <a:ext cx="384048" cy="384048"/>
          </a:xfrm>
          <a:prstGeom prst="rect">
            <a:avLst/>
          </a:prstGeom>
        </p:spPr>
      </p:pic>
      <p:sp>
        <p:nvSpPr>
          <p:cNvPr id="10" name="Text 6"/>
          <p:cNvSpPr txBox="1"/>
          <p:nvPr/>
        </p:nvSpPr>
        <p:spPr>
          <a:xfrm>
            <a:off x="685800"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The -ed machine</a:t>
            </a:r>
            <a:endParaRPr lang="en-US" sz="1600" dirty="0"/>
          </a:p>
        </p:txBody>
      </p:sp>
      <p:sp>
        <p:nvSpPr>
          <p:cNvPr id="11" name="Text 7"/>
          <p:cNvSpPr txBox="1"/>
          <p:nvPr/>
        </p:nvSpPr>
        <p:spPr>
          <a:xfrm>
            <a:off x="685800"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478024"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2615184"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2615184"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VolumeUp">    </p:cNvPr>
          <p:cNvPicPr>
            <a:picLocks noChangeAspect="1"/>
          </p:cNvPicPr>
          <p:nvPr/>
        </p:nvPicPr>
        <p:blipFill>
          <a:blip r:embed="rId2"/>
          <a:stretch>
            <a:fillRect/>
          </a:stretch>
        </p:blipFill>
        <p:spPr>
          <a:xfrm>
            <a:off x="3630168" y="2770632"/>
            <a:ext cx="384048" cy="384048"/>
          </a:xfrm>
          <a:prstGeom prst="rect">
            <a:avLst/>
          </a:prstGeom>
        </p:spPr>
      </p:pic>
      <p:sp>
        <p:nvSpPr>
          <p:cNvPr id="16" name="Text 11"/>
          <p:cNvSpPr txBox="1"/>
          <p:nvPr/>
        </p:nvSpPr>
        <p:spPr>
          <a:xfrm>
            <a:off x="2615184"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/t/ /d/ /ɪd/</a:t>
            </a:r>
            <a:endParaRPr lang="en-US" sz="1600" dirty="0"/>
          </a:p>
        </p:txBody>
      </p:sp>
      <p:sp>
        <p:nvSpPr>
          <p:cNvPr id="17" name="Text 12"/>
          <p:cNvSpPr txBox="1"/>
          <p:nvPr/>
        </p:nvSpPr>
        <p:spPr>
          <a:xfrm>
            <a:off x="2615184"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4407408"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4544568"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4544568"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Clone">    </p:cNvPr>
          <p:cNvPicPr>
            <a:picLocks noChangeAspect="1"/>
          </p:cNvPicPr>
          <p:nvPr/>
        </p:nvPicPr>
        <p:blipFill>
          <a:blip r:embed="rId3"/>
          <a:stretch>
            <a:fillRect/>
          </a:stretch>
        </p:blipFill>
        <p:spPr>
          <a:xfrm>
            <a:off x="5559552" y="2770632"/>
            <a:ext cx="384048" cy="384048"/>
          </a:xfrm>
          <a:prstGeom prst="rect">
            <a:avLst/>
          </a:prstGeom>
        </p:spPr>
      </p:pic>
      <p:sp>
        <p:nvSpPr>
          <p:cNvPr id="22" name="Text 16"/>
          <p:cNvSpPr txBox="1"/>
          <p:nvPr/>
        </p:nvSpPr>
        <p:spPr>
          <a:xfrm>
            <a:off x="4544568"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Memory</a:t>
            </a:r>
            <a:endParaRPr lang="en-US" sz="1600" dirty="0"/>
          </a:p>
        </p:txBody>
      </p:sp>
      <p:sp>
        <p:nvSpPr>
          <p:cNvPr id="23" name="Text 17"/>
          <p:cNvSpPr txBox="1"/>
          <p:nvPr/>
        </p:nvSpPr>
        <p:spPr>
          <a:xfrm>
            <a:off x="4544568"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6336792"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473952"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473952"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CalendarAlt">    </p:cNvPr>
          <p:cNvPicPr>
            <a:picLocks noChangeAspect="1"/>
          </p:cNvPicPr>
          <p:nvPr/>
        </p:nvPicPr>
        <p:blipFill>
          <a:blip r:embed="rId4"/>
          <a:stretch>
            <a:fillRect/>
          </a:stretch>
        </p:blipFill>
        <p:spPr>
          <a:xfrm>
            <a:off x="7488936" y="2770632"/>
            <a:ext cx="384048" cy="384048"/>
          </a:xfrm>
          <a:prstGeom prst="rect">
            <a:avLst/>
          </a:prstGeom>
        </p:spPr>
      </p:pic>
      <p:sp>
        <p:nvSpPr>
          <p:cNvPr id="28" name="Text 21"/>
          <p:cNvSpPr txBox="1"/>
          <p:nvPr/>
        </p:nvSpPr>
        <p:spPr>
          <a:xfrm>
            <a:off x="6473952"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My Saturday</a:t>
            </a:r>
            <a:endParaRPr lang="en-US" sz="1600" dirty="0"/>
          </a:p>
        </p:txBody>
      </p:sp>
      <p:sp>
        <p:nvSpPr>
          <p:cNvPr id="29" name="Text 22"/>
          <p:cNvSpPr txBox="1"/>
          <p:nvPr/>
        </p:nvSpPr>
        <p:spPr>
          <a:xfrm>
            <a:off x="6473952"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8266176"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8403336" y="27432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8403336"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ExchangeAlt">    </p:cNvPr>
          <p:cNvPicPr>
            <a:picLocks noChangeAspect="1"/>
          </p:cNvPicPr>
          <p:nvPr/>
        </p:nvPicPr>
        <p:blipFill>
          <a:blip r:embed="rId5"/>
          <a:stretch>
            <a:fillRect/>
          </a:stretch>
        </p:blipFill>
        <p:spPr>
          <a:xfrm>
            <a:off x="9418320" y="2770632"/>
            <a:ext cx="384048" cy="384048"/>
          </a:xfrm>
          <a:prstGeom prst="rect">
            <a:avLst/>
          </a:prstGeom>
        </p:spPr>
      </p:pic>
      <p:sp>
        <p:nvSpPr>
          <p:cNvPr id="34" name="Text 26"/>
          <p:cNvSpPr txBox="1"/>
          <p:nvPr/>
        </p:nvSpPr>
        <p:spPr>
          <a:xfrm>
            <a:off x="8403336"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No? Yes?</a:t>
            </a:r>
            <a:endParaRPr lang="en-US" sz="1600" dirty="0"/>
          </a:p>
        </p:txBody>
      </p:sp>
      <p:sp>
        <p:nvSpPr>
          <p:cNvPr id="35" name="Text 27"/>
          <p:cNvSpPr txBox="1"/>
          <p:nvPr/>
        </p:nvSpPr>
        <p:spPr>
          <a:xfrm>
            <a:off x="8403336"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548640"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PuzzlePiece">    </p:cNvPr>
          <p:cNvPicPr>
            <a:picLocks noChangeAspect="1"/>
          </p:cNvPicPr>
          <p:nvPr/>
        </p:nvPicPr>
        <p:blipFill>
          <a:blip r:embed="rId6"/>
          <a:stretch>
            <a:fillRect/>
          </a:stretch>
        </p:blipFill>
        <p:spPr>
          <a:xfrm>
            <a:off x="1700784" y="4599432"/>
            <a:ext cx="384048" cy="384048"/>
          </a:xfrm>
          <a:prstGeom prst="rect">
            <a:avLst/>
          </a:prstGeom>
        </p:spPr>
      </p:pic>
      <p:sp>
        <p:nvSpPr>
          <p:cNvPr id="40" name="Text 31"/>
          <p:cNvSpPr txBox="1"/>
          <p:nvPr/>
        </p:nvSpPr>
        <p:spPr>
          <a:xfrm>
            <a:off x="685800"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Word order</a:t>
            </a:r>
            <a:endParaRPr lang="en-US" sz="1600" dirty="0"/>
          </a:p>
        </p:txBody>
      </p:sp>
      <p:sp>
        <p:nvSpPr>
          <p:cNvPr id="41" name="Text 32"/>
          <p:cNvSpPr txBox="1"/>
          <p:nvPr/>
        </p:nvSpPr>
        <p:spPr>
          <a:xfrm>
            <a:off x="685800"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2478024"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2615184"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2615184"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Question">    </p:cNvPr>
          <p:cNvPicPr>
            <a:picLocks noChangeAspect="1"/>
          </p:cNvPicPr>
          <p:nvPr/>
        </p:nvPicPr>
        <p:blipFill>
          <a:blip r:embed="rId7"/>
          <a:stretch>
            <a:fillRect/>
          </a:stretch>
        </p:blipFill>
        <p:spPr>
          <a:xfrm>
            <a:off x="3630168" y="4599432"/>
            <a:ext cx="384048" cy="384048"/>
          </a:xfrm>
          <a:prstGeom prst="rect">
            <a:avLst/>
          </a:prstGeom>
        </p:spPr>
      </p:pic>
      <p:sp>
        <p:nvSpPr>
          <p:cNvPr id="46" name="Text 36"/>
          <p:cNvSpPr txBox="1"/>
          <p:nvPr/>
        </p:nvSpPr>
        <p:spPr>
          <a:xfrm>
            <a:off x="2615184"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Find the question</a:t>
            </a:r>
            <a:endParaRPr lang="en-US" sz="1600" dirty="0"/>
          </a:p>
        </p:txBody>
      </p:sp>
      <p:sp>
        <p:nvSpPr>
          <p:cNvPr id="47" name="Text 37"/>
          <p:cNvSpPr txBox="1"/>
          <p:nvPr/>
        </p:nvSpPr>
        <p:spPr>
          <a:xfrm>
            <a:off x="2615184"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8" name="Shape 38"/>
          <p:cNvSpPr/>
          <p:nvPr/>
        </p:nvSpPr>
        <p:spPr>
          <a:xfrm>
            <a:off x="4407408"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9" name="Shape 39"/>
          <p:cNvSpPr/>
          <p:nvPr/>
        </p:nvSpPr>
        <p:spPr>
          <a:xfrm>
            <a:off x="4544568" y="4572000"/>
            <a:ext cx="438912" cy="438912"/>
          </a:xfrm>
          <a:prstGeom prst="ellipse">
            <a:avLst/>
          </a:prstGeom>
          <a:solidFill>
            <a:schemeClr val="accent1"/>
          </a:solidFill>
          <a:ln w="12700">
            <a:solidFill>
              <a:srgbClr val="FFFFFF">
                <a:alpha val="0"/>
              </a:srgbClr>
            </a:solidFill>
            <a:prstDash val="solid"/>
          </a:ln>
        </p:spPr>
      </p:sp>
      <p:sp>
        <p:nvSpPr>
          <p:cNvPr id="50" name="Text 40"/>
          <p:cNvSpPr txBox="1"/>
          <p:nvPr/>
        </p:nvSpPr>
        <p:spPr>
          <a:xfrm>
            <a:off x="4544568"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pic>
        <p:nvPicPr>
          <p:cNvPr id="51" name="Image 7" descr="Search">    </p:cNvPr>
          <p:cNvPicPr>
            <a:picLocks noChangeAspect="1"/>
          </p:cNvPicPr>
          <p:nvPr/>
        </p:nvPicPr>
        <p:blipFill>
          <a:blip r:embed="rId8"/>
          <a:stretch>
            <a:fillRect/>
          </a:stretch>
        </p:blipFill>
        <p:spPr>
          <a:xfrm>
            <a:off x="5559552" y="4599432"/>
            <a:ext cx="384048" cy="384048"/>
          </a:xfrm>
          <a:prstGeom prst="rect">
            <a:avLst/>
          </a:prstGeom>
        </p:spPr>
      </p:pic>
      <p:sp>
        <p:nvSpPr>
          <p:cNvPr id="52" name="Text 41"/>
          <p:cNvSpPr txBox="1"/>
          <p:nvPr/>
        </p:nvSpPr>
        <p:spPr>
          <a:xfrm>
            <a:off x="4544568"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Detective</a:t>
            </a:r>
            <a:endParaRPr lang="en-US" sz="1600" dirty="0"/>
          </a:p>
        </p:txBody>
      </p:sp>
      <p:sp>
        <p:nvSpPr>
          <p:cNvPr id="53" name="Text 42"/>
          <p:cNvSpPr txBox="1"/>
          <p:nvPr/>
        </p:nvSpPr>
        <p:spPr>
          <a:xfrm>
            <a:off x="4544568"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54" name="Shape 43"/>
          <p:cNvSpPr/>
          <p:nvPr/>
        </p:nvSpPr>
        <p:spPr>
          <a:xfrm>
            <a:off x="6336792"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55" name="Shape 44"/>
          <p:cNvSpPr/>
          <p:nvPr/>
        </p:nvSpPr>
        <p:spPr>
          <a:xfrm>
            <a:off x="6473952" y="4572000"/>
            <a:ext cx="438912" cy="438912"/>
          </a:xfrm>
          <a:prstGeom prst="ellipse">
            <a:avLst/>
          </a:prstGeom>
          <a:solidFill>
            <a:schemeClr val="accent1"/>
          </a:solidFill>
          <a:ln w="12700">
            <a:solidFill>
              <a:srgbClr val="FFFFFF">
                <a:alpha val="0"/>
              </a:srgbClr>
            </a:solidFill>
            <a:prstDash val="solid"/>
          </a:ln>
        </p:spPr>
      </p:sp>
      <p:sp>
        <p:nvSpPr>
          <p:cNvPr id="56" name="Text 45"/>
          <p:cNvSpPr txBox="1"/>
          <p:nvPr/>
        </p:nvSpPr>
        <p:spPr>
          <a:xfrm>
            <a:off x="6473952"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pic>
        <p:nvPicPr>
          <p:cNvPr id="57" name="Image 8" descr="TheaterMasks">    </p:cNvPr>
          <p:cNvPicPr>
            <a:picLocks noChangeAspect="1"/>
          </p:cNvPicPr>
          <p:nvPr/>
        </p:nvPicPr>
        <p:blipFill>
          <a:blip r:embed="rId9"/>
          <a:stretch>
            <a:fillRect/>
          </a:stretch>
        </p:blipFill>
        <p:spPr>
          <a:xfrm>
            <a:off x="7488936" y="4599432"/>
            <a:ext cx="384048" cy="384048"/>
          </a:xfrm>
          <a:prstGeom prst="rect">
            <a:avLst/>
          </a:prstGeom>
        </p:spPr>
      </p:pic>
      <p:sp>
        <p:nvSpPr>
          <p:cNvPr id="58" name="Text 46"/>
          <p:cNvSpPr txBox="1"/>
          <p:nvPr/>
        </p:nvSpPr>
        <p:spPr>
          <a:xfrm>
            <a:off x="6473952"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Two truths, one lie</a:t>
            </a:r>
            <a:endParaRPr lang="en-US" sz="1600" dirty="0"/>
          </a:p>
        </p:txBody>
      </p:sp>
      <p:sp>
        <p:nvSpPr>
          <p:cNvPr id="59" name="Text 47"/>
          <p:cNvSpPr txBox="1"/>
          <p:nvPr/>
        </p:nvSpPr>
        <p:spPr>
          <a:xfrm>
            <a:off x="6473952"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0" name="Shape 48"/>
          <p:cNvSpPr/>
          <p:nvPr/>
        </p:nvSpPr>
        <p:spPr>
          <a:xfrm>
            <a:off x="8266176"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61" name="Shape 49"/>
          <p:cNvSpPr/>
          <p:nvPr/>
        </p:nvSpPr>
        <p:spPr>
          <a:xfrm>
            <a:off x="8403336" y="4572000"/>
            <a:ext cx="438912" cy="438912"/>
          </a:xfrm>
          <a:prstGeom prst="ellipse">
            <a:avLst/>
          </a:prstGeom>
          <a:solidFill>
            <a:schemeClr val="accent1"/>
          </a:solidFill>
          <a:ln w="12700">
            <a:solidFill>
              <a:srgbClr val="FFFFFF">
                <a:alpha val="0"/>
              </a:srgbClr>
            </a:solidFill>
            <a:prstDash val="solid"/>
          </a:ln>
        </p:spPr>
      </p:sp>
      <p:sp>
        <p:nvSpPr>
          <p:cNvPr id="62" name="Text 50"/>
          <p:cNvSpPr txBox="1"/>
          <p:nvPr/>
        </p:nvSpPr>
        <p:spPr>
          <a:xfrm>
            <a:off x="8403336"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pic>
        <p:nvPicPr>
          <p:cNvPr id="63" name="Image 9" descr="Users">    </p:cNvPr>
          <p:cNvPicPr>
            <a:picLocks noChangeAspect="1"/>
          </p:cNvPicPr>
          <p:nvPr/>
        </p:nvPicPr>
        <p:blipFill>
          <a:blip r:embed="rId10"/>
          <a:stretch>
            <a:fillRect/>
          </a:stretch>
        </p:blipFill>
        <p:spPr>
          <a:xfrm>
            <a:off x="9418320" y="4599432"/>
            <a:ext cx="384048" cy="384048"/>
          </a:xfrm>
          <a:prstGeom prst="rect">
            <a:avLst/>
          </a:prstGeom>
        </p:spPr>
      </p:pic>
      <p:sp>
        <p:nvSpPr>
          <p:cNvPr id="64" name="Text 51"/>
          <p:cNvSpPr txBox="1"/>
          <p:nvPr/>
        </p:nvSpPr>
        <p:spPr>
          <a:xfrm>
            <a:off x="8403336"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Monday morning</a:t>
            </a:r>
            <a:endParaRPr lang="en-US" sz="1600" dirty="0"/>
          </a:p>
        </p:txBody>
      </p:sp>
      <p:sp>
        <p:nvSpPr>
          <p:cNvPr id="65" name="Text 52"/>
          <p:cNvSpPr txBox="1"/>
          <p:nvPr/>
        </p:nvSpPr>
        <p:spPr>
          <a:xfrm>
            <a:off x="8403336"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66" name="Image 10" descr="man teacher">    </p:cNvPr>
          <p:cNvPicPr>
            <a:picLocks noChangeAspect="1"/>
          </p:cNvPicPr>
          <p:nvPr/>
        </p:nvPicPr>
        <p:blipFill>
          <a:blip r:embed="rId11"/>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 — The -ed machine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Write the past simple. Which spelling rule?</a:t>
            </a:r>
            <a:endParaRPr lang="en-US" sz="1700" dirty="0"/>
          </a:p>
        </p:txBody>
      </p:sp>
      <p:sp>
        <p:nvSpPr>
          <p:cNvPr id="8" name="Shape 4"/>
          <p:cNvSpPr/>
          <p:nvPr/>
        </p:nvSpPr>
        <p:spPr>
          <a:xfrm>
            <a:off x="548640" y="1969008"/>
            <a:ext cx="5454396" cy="756514"/>
          </a:xfrm>
          <a:prstGeom prst="roundRect">
            <a:avLst>
              <a:gd name="adj" fmla="val 12087"/>
            </a:avLst>
          </a:prstGeom>
          <a:solidFill>
            <a:schemeClr val="bg2"/>
          </a:solidFill>
          <a:ln w="9525">
            <a:solidFill>
              <a:srgbClr val="D5DCE6"/>
            </a:solidFill>
            <a:prstDash val="solid"/>
          </a:ln>
        </p:spPr>
      </p:sp>
      <p:sp>
        <p:nvSpPr>
          <p:cNvPr id="9" name="Text 5"/>
          <p:cNvSpPr txBox="1"/>
          <p:nvPr/>
        </p:nvSpPr>
        <p:spPr>
          <a:xfrm>
            <a:off x="640080" y="1969008"/>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0" name="Shape 6"/>
          <p:cNvSpPr/>
          <p:nvPr/>
        </p:nvSpPr>
        <p:spPr>
          <a:xfrm>
            <a:off x="1051560" y="2100377"/>
            <a:ext cx="1371600" cy="402336"/>
          </a:xfrm>
          <a:prstGeom prst="roundRect">
            <a:avLst>
              <a:gd name="adj" fmla="val 27273"/>
            </a:avLst>
          </a:prstGeom>
          <a:solidFill>
            <a:srgbClr val="FBEDEB"/>
          </a:solidFill>
          <a:ln w="19050">
            <a:solidFill>
              <a:srgbClr val="B83227"/>
            </a:solidFill>
            <a:prstDash val="solid"/>
          </a:ln>
        </p:spPr>
      </p:sp>
      <p:sp>
        <p:nvSpPr>
          <p:cNvPr id="11" name="Text 7"/>
          <p:cNvSpPr txBox="1"/>
          <p:nvPr/>
        </p:nvSpPr>
        <p:spPr>
          <a:xfrm>
            <a:off x="1051560" y="2100377"/>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play</a:t>
            </a:r>
            <a:endParaRPr lang="en-US" sz="1600" dirty="0"/>
          </a:p>
        </p:txBody>
      </p:sp>
      <p:sp>
        <p:nvSpPr>
          <p:cNvPr id="12" name="Text 8"/>
          <p:cNvSpPr txBox="1"/>
          <p:nvPr/>
        </p:nvSpPr>
        <p:spPr>
          <a:xfrm>
            <a:off x="2514600" y="1969008"/>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3" name="Text 9"/>
          <p:cNvSpPr txBox="1"/>
          <p:nvPr/>
        </p:nvSpPr>
        <p:spPr>
          <a:xfrm>
            <a:off x="3063240" y="1969008"/>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14" name="Shape 10"/>
          <p:cNvSpPr/>
          <p:nvPr/>
        </p:nvSpPr>
        <p:spPr>
          <a:xfrm>
            <a:off x="548640" y="2816962"/>
            <a:ext cx="5454396" cy="756514"/>
          </a:xfrm>
          <a:prstGeom prst="roundRect">
            <a:avLst>
              <a:gd name="adj" fmla="val 12087"/>
            </a:avLst>
          </a:prstGeom>
          <a:solidFill>
            <a:srgbClr val="FFFFFF"/>
          </a:solidFill>
          <a:ln w="9525">
            <a:solidFill>
              <a:srgbClr val="D5DCE6"/>
            </a:solidFill>
            <a:prstDash val="solid"/>
          </a:ln>
        </p:spPr>
      </p:sp>
      <p:sp>
        <p:nvSpPr>
          <p:cNvPr id="15" name="Text 11"/>
          <p:cNvSpPr txBox="1"/>
          <p:nvPr/>
        </p:nvSpPr>
        <p:spPr>
          <a:xfrm>
            <a:off x="640080" y="2816962"/>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6" name="Shape 12"/>
          <p:cNvSpPr/>
          <p:nvPr/>
        </p:nvSpPr>
        <p:spPr>
          <a:xfrm>
            <a:off x="1051560" y="2948330"/>
            <a:ext cx="1371600" cy="402336"/>
          </a:xfrm>
          <a:prstGeom prst="roundRect">
            <a:avLst>
              <a:gd name="adj" fmla="val 27273"/>
            </a:avLst>
          </a:prstGeom>
          <a:solidFill>
            <a:srgbClr val="FBEDEB"/>
          </a:solidFill>
          <a:ln w="19050">
            <a:solidFill>
              <a:srgbClr val="B83227"/>
            </a:solidFill>
            <a:prstDash val="solid"/>
          </a:ln>
        </p:spPr>
      </p:sp>
      <p:sp>
        <p:nvSpPr>
          <p:cNvPr id="17" name="Text 13"/>
          <p:cNvSpPr txBox="1"/>
          <p:nvPr/>
        </p:nvSpPr>
        <p:spPr>
          <a:xfrm>
            <a:off x="1051560" y="2948330"/>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study</a:t>
            </a:r>
            <a:endParaRPr lang="en-US" sz="1600" dirty="0"/>
          </a:p>
        </p:txBody>
      </p:sp>
      <p:sp>
        <p:nvSpPr>
          <p:cNvPr id="18" name="Text 14"/>
          <p:cNvSpPr txBox="1"/>
          <p:nvPr/>
        </p:nvSpPr>
        <p:spPr>
          <a:xfrm>
            <a:off x="2514600" y="2816962"/>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9" name="Text 15"/>
          <p:cNvSpPr txBox="1"/>
          <p:nvPr/>
        </p:nvSpPr>
        <p:spPr>
          <a:xfrm>
            <a:off x="3063240" y="2816962"/>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0" name="Shape 16"/>
          <p:cNvSpPr/>
          <p:nvPr/>
        </p:nvSpPr>
        <p:spPr>
          <a:xfrm>
            <a:off x="548640" y="3664915"/>
            <a:ext cx="5454396" cy="756514"/>
          </a:xfrm>
          <a:prstGeom prst="roundRect">
            <a:avLst>
              <a:gd name="adj" fmla="val 12087"/>
            </a:avLst>
          </a:prstGeom>
          <a:solidFill>
            <a:schemeClr val="bg2"/>
          </a:solidFill>
          <a:ln w="9525">
            <a:solidFill>
              <a:srgbClr val="D5DCE6"/>
            </a:solidFill>
            <a:prstDash val="solid"/>
          </a:ln>
        </p:spPr>
      </p:sp>
      <p:sp>
        <p:nvSpPr>
          <p:cNvPr id="21" name="Text 17"/>
          <p:cNvSpPr txBox="1"/>
          <p:nvPr/>
        </p:nvSpPr>
        <p:spPr>
          <a:xfrm>
            <a:off x="640080" y="3664915"/>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2" name="Shape 18"/>
          <p:cNvSpPr/>
          <p:nvPr/>
        </p:nvSpPr>
        <p:spPr>
          <a:xfrm>
            <a:off x="1051560" y="3796284"/>
            <a:ext cx="1371600" cy="402336"/>
          </a:xfrm>
          <a:prstGeom prst="roundRect">
            <a:avLst>
              <a:gd name="adj" fmla="val 27273"/>
            </a:avLst>
          </a:prstGeom>
          <a:solidFill>
            <a:srgbClr val="FBEDEB"/>
          </a:solidFill>
          <a:ln w="19050">
            <a:solidFill>
              <a:srgbClr val="B83227"/>
            </a:solidFill>
            <a:prstDash val="solid"/>
          </a:ln>
        </p:spPr>
      </p:sp>
      <p:sp>
        <p:nvSpPr>
          <p:cNvPr id="23" name="Text 19"/>
          <p:cNvSpPr txBox="1"/>
          <p:nvPr/>
        </p:nvSpPr>
        <p:spPr>
          <a:xfrm>
            <a:off x="1051560" y="379628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stop</a:t>
            </a:r>
            <a:endParaRPr lang="en-US" sz="1600" dirty="0"/>
          </a:p>
        </p:txBody>
      </p:sp>
      <p:sp>
        <p:nvSpPr>
          <p:cNvPr id="24" name="Text 20"/>
          <p:cNvSpPr txBox="1"/>
          <p:nvPr/>
        </p:nvSpPr>
        <p:spPr>
          <a:xfrm>
            <a:off x="2514600" y="3664915"/>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5" name="Text 21"/>
          <p:cNvSpPr txBox="1"/>
          <p:nvPr/>
        </p:nvSpPr>
        <p:spPr>
          <a:xfrm>
            <a:off x="3063240" y="3664915"/>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6" name="Shape 22"/>
          <p:cNvSpPr/>
          <p:nvPr/>
        </p:nvSpPr>
        <p:spPr>
          <a:xfrm>
            <a:off x="548640" y="4512869"/>
            <a:ext cx="5454396" cy="756514"/>
          </a:xfrm>
          <a:prstGeom prst="roundRect">
            <a:avLst>
              <a:gd name="adj" fmla="val 12087"/>
            </a:avLst>
          </a:prstGeom>
          <a:solidFill>
            <a:srgbClr val="FFFFFF"/>
          </a:solidFill>
          <a:ln w="9525">
            <a:solidFill>
              <a:srgbClr val="D5DCE6"/>
            </a:solidFill>
            <a:prstDash val="solid"/>
          </a:ln>
        </p:spPr>
      </p:sp>
      <p:sp>
        <p:nvSpPr>
          <p:cNvPr id="27" name="Text 23"/>
          <p:cNvSpPr txBox="1"/>
          <p:nvPr/>
        </p:nvSpPr>
        <p:spPr>
          <a:xfrm>
            <a:off x="640080" y="4512869"/>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28" name="Shape 24"/>
          <p:cNvSpPr/>
          <p:nvPr/>
        </p:nvSpPr>
        <p:spPr>
          <a:xfrm>
            <a:off x="1051560" y="4644238"/>
            <a:ext cx="1371600" cy="402336"/>
          </a:xfrm>
          <a:prstGeom prst="roundRect">
            <a:avLst>
              <a:gd name="adj" fmla="val 27273"/>
            </a:avLst>
          </a:prstGeom>
          <a:solidFill>
            <a:srgbClr val="FBEDEB"/>
          </a:solidFill>
          <a:ln w="19050">
            <a:solidFill>
              <a:srgbClr val="B83227"/>
            </a:solidFill>
            <a:prstDash val="solid"/>
          </a:ln>
        </p:spPr>
      </p:sp>
      <p:sp>
        <p:nvSpPr>
          <p:cNvPr id="29" name="Text 25"/>
          <p:cNvSpPr txBox="1"/>
          <p:nvPr/>
        </p:nvSpPr>
        <p:spPr>
          <a:xfrm>
            <a:off x="1051560" y="4644238"/>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live</a:t>
            </a:r>
            <a:endParaRPr lang="en-US" sz="1600" dirty="0"/>
          </a:p>
        </p:txBody>
      </p:sp>
      <p:sp>
        <p:nvSpPr>
          <p:cNvPr id="30" name="Text 26"/>
          <p:cNvSpPr txBox="1"/>
          <p:nvPr/>
        </p:nvSpPr>
        <p:spPr>
          <a:xfrm>
            <a:off x="2514600" y="4512869"/>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1" name="Text 27"/>
          <p:cNvSpPr txBox="1"/>
          <p:nvPr/>
        </p:nvSpPr>
        <p:spPr>
          <a:xfrm>
            <a:off x="3063240" y="4512869"/>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32" name="Shape 28"/>
          <p:cNvSpPr/>
          <p:nvPr/>
        </p:nvSpPr>
        <p:spPr>
          <a:xfrm>
            <a:off x="548640" y="5360822"/>
            <a:ext cx="5454396" cy="756514"/>
          </a:xfrm>
          <a:prstGeom prst="roundRect">
            <a:avLst>
              <a:gd name="adj" fmla="val 12087"/>
            </a:avLst>
          </a:prstGeom>
          <a:solidFill>
            <a:schemeClr val="bg2"/>
          </a:solidFill>
          <a:ln w="9525">
            <a:solidFill>
              <a:srgbClr val="D5DCE6"/>
            </a:solidFill>
            <a:prstDash val="solid"/>
          </a:ln>
        </p:spPr>
      </p:sp>
      <p:sp>
        <p:nvSpPr>
          <p:cNvPr id="33" name="Text 29"/>
          <p:cNvSpPr txBox="1"/>
          <p:nvPr/>
        </p:nvSpPr>
        <p:spPr>
          <a:xfrm>
            <a:off x="640080" y="5360822"/>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4" name="Shape 30"/>
          <p:cNvSpPr/>
          <p:nvPr/>
        </p:nvSpPr>
        <p:spPr>
          <a:xfrm>
            <a:off x="1051560" y="5492191"/>
            <a:ext cx="1371600" cy="402336"/>
          </a:xfrm>
          <a:prstGeom prst="roundRect">
            <a:avLst>
              <a:gd name="adj" fmla="val 27273"/>
            </a:avLst>
          </a:prstGeom>
          <a:solidFill>
            <a:srgbClr val="FBEDEB"/>
          </a:solidFill>
          <a:ln w="19050">
            <a:solidFill>
              <a:srgbClr val="B83227"/>
            </a:solidFill>
            <a:prstDash val="solid"/>
          </a:ln>
        </p:spPr>
      </p:sp>
      <p:sp>
        <p:nvSpPr>
          <p:cNvPr id="35" name="Text 31"/>
          <p:cNvSpPr txBox="1"/>
          <p:nvPr/>
        </p:nvSpPr>
        <p:spPr>
          <a:xfrm>
            <a:off x="1051560" y="5492191"/>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plan</a:t>
            </a:r>
            <a:endParaRPr lang="en-US" sz="1600" dirty="0"/>
          </a:p>
        </p:txBody>
      </p:sp>
      <p:sp>
        <p:nvSpPr>
          <p:cNvPr id="36" name="Text 32"/>
          <p:cNvSpPr txBox="1"/>
          <p:nvPr/>
        </p:nvSpPr>
        <p:spPr>
          <a:xfrm>
            <a:off x="2514600" y="5360822"/>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7" name="Text 33"/>
          <p:cNvSpPr txBox="1"/>
          <p:nvPr/>
        </p:nvSpPr>
        <p:spPr>
          <a:xfrm>
            <a:off x="3063240" y="5360822"/>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38" name="Shape 34"/>
          <p:cNvSpPr/>
          <p:nvPr/>
        </p:nvSpPr>
        <p:spPr>
          <a:xfrm>
            <a:off x="6185916" y="1969008"/>
            <a:ext cx="5454396" cy="756514"/>
          </a:xfrm>
          <a:prstGeom prst="roundRect">
            <a:avLst>
              <a:gd name="adj" fmla="val 12087"/>
            </a:avLst>
          </a:prstGeom>
          <a:solidFill>
            <a:srgbClr val="FFFFFF"/>
          </a:solidFill>
          <a:ln w="9525">
            <a:solidFill>
              <a:srgbClr val="D5DCE6"/>
            </a:solidFill>
            <a:prstDash val="solid"/>
          </a:ln>
        </p:spPr>
      </p:sp>
      <p:sp>
        <p:nvSpPr>
          <p:cNvPr id="39" name="Text 35"/>
          <p:cNvSpPr txBox="1"/>
          <p:nvPr/>
        </p:nvSpPr>
        <p:spPr>
          <a:xfrm>
            <a:off x="6277356" y="1969008"/>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0" name="Shape 36"/>
          <p:cNvSpPr/>
          <p:nvPr/>
        </p:nvSpPr>
        <p:spPr>
          <a:xfrm>
            <a:off x="6688836" y="2100377"/>
            <a:ext cx="1371600" cy="402336"/>
          </a:xfrm>
          <a:prstGeom prst="roundRect">
            <a:avLst>
              <a:gd name="adj" fmla="val 27273"/>
            </a:avLst>
          </a:prstGeom>
          <a:solidFill>
            <a:srgbClr val="FBEDEB"/>
          </a:solidFill>
          <a:ln w="19050">
            <a:solidFill>
              <a:srgbClr val="B83227"/>
            </a:solidFill>
            <a:prstDash val="solid"/>
          </a:ln>
        </p:spPr>
      </p:sp>
      <p:sp>
        <p:nvSpPr>
          <p:cNvPr id="41" name="Text 37"/>
          <p:cNvSpPr txBox="1"/>
          <p:nvPr/>
        </p:nvSpPr>
        <p:spPr>
          <a:xfrm>
            <a:off x="6688836" y="2100377"/>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cry</a:t>
            </a:r>
            <a:endParaRPr lang="en-US" sz="1600" dirty="0"/>
          </a:p>
        </p:txBody>
      </p:sp>
      <p:sp>
        <p:nvSpPr>
          <p:cNvPr id="42" name="Text 38"/>
          <p:cNvSpPr txBox="1"/>
          <p:nvPr/>
        </p:nvSpPr>
        <p:spPr>
          <a:xfrm>
            <a:off x="8151876" y="1969008"/>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43" name="Text 39"/>
          <p:cNvSpPr txBox="1"/>
          <p:nvPr/>
        </p:nvSpPr>
        <p:spPr>
          <a:xfrm>
            <a:off x="8700516" y="1969008"/>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44" name="Shape 40"/>
          <p:cNvSpPr/>
          <p:nvPr/>
        </p:nvSpPr>
        <p:spPr>
          <a:xfrm>
            <a:off x="6185916" y="2816962"/>
            <a:ext cx="5454396" cy="756514"/>
          </a:xfrm>
          <a:prstGeom prst="roundRect">
            <a:avLst>
              <a:gd name="adj" fmla="val 12087"/>
            </a:avLst>
          </a:prstGeom>
          <a:solidFill>
            <a:schemeClr val="bg2"/>
          </a:solidFill>
          <a:ln w="9525">
            <a:solidFill>
              <a:srgbClr val="D5DCE6"/>
            </a:solidFill>
            <a:prstDash val="solid"/>
          </a:ln>
        </p:spPr>
      </p:sp>
      <p:sp>
        <p:nvSpPr>
          <p:cNvPr id="45" name="Text 41"/>
          <p:cNvSpPr txBox="1"/>
          <p:nvPr/>
        </p:nvSpPr>
        <p:spPr>
          <a:xfrm>
            <a:off x="6277356" y="2816962"/>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6" name="Shape 42"/>
          <p:cNvSpPr/>
          <p:nvPr/>
        </p:nvSpPr>
        <p:spPr>
          <a:xfrm>
            <a:off x="6688836" y="2948330"/>
            <a:ext cx="1371600" cy="402336"/>
          </a:xfrm>
          <a:prstGeom prst="roundRect">
            <a:avLst>
              <a:gd name="adj" fmla="val 27273"/>
            </a:avLst>
          </a:prstGeom>
          <a:solidFill>
            <a:srgbClr val="FBEDEB"/>
          </a:solidFill>
          <a:ln w="19050">
            <a:solidFill>
              <a:srgbClr val="B83227"/>
            </a:solidFill>
            <a:prstDash val="solid"/>
          </a:ln>
        </p:spPr>
      </p:sp>
      <p:sp>
        <p:nvSpPr>
          <p:cNvPr id="47" name="Text 43"/>
          <p:cNvSpPr txBox="1"/>
          <p:nvPr/>
        </p:nvSpPr>
        <p:spPr>
          <a:xfrm>
            <a:off x="6688836" y="2948330"/>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visit</a:t>
            </a:r>
            <a:endParaRPr lang="en-US" sz="1600" dirty="0"/>
          </a:p>
        </p:txBody>
      </p:sp>
      <p:sp>
        <p:nvSpPr>
          <p:cNvPr id="48" name="Text 44"/>
          <p:cNvSpPr txBox="1"/>
          <p:nvPr/>
        </p:nvSpPr>
        <p:spPr>
          <a:xfrm>
            <a:off x="8151876" y="2816962"/>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49" name="Text 45"/>
          <p:cNvSpPr txBox="1"/>
          <p:nvPr/>
        </p:nvSpPr>
        <p:spPr>
          <a:xfrm>
            <a:off x="8700516" y="2816962"/>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50" name="Shape 46"/>
          <p:cNvSpPr/>
          <p:nvPr/>
        </p:nvSpPr>
        <p:spPr>
          <a:xfrm>
            <a:off x="6185916" y="3664915"/>
            <a:ext cx="5454396" cy="756514"/>
          </a:xfrm>
          <a:prstGeom prst="roundRect">
            <a:avLst>
              <a:gd name="adj" fmla="val 12087"/>
            </a:avLst>
          </a:prstGeom>
          <a:solidFill>
            <a:srgbClr val="FFFFFF"/>
          </a:solidFill>
          <a:ln w="9525">
            <a:solidFill>
              <a:srgbClr val="D5DCE6"/>
            </a:solidFill>
            <a:prstDash val="solid"/>
          </a:ln>
        </p:spPr>
      </p:sp>
      <p:sp>
        <p:nvSpPr>
          <p:cNvPr id="51" name="Text 47"/>
          <p:cNvSpPr txBox="1"/>
          <p:nvPr/>
        </p:nvSpPr>
        <p:spPr>
          <a:xfrm>
            <a:off x="6277356" y="3664915"/>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52" name="Shape 48"/>
          <p:cNvSpPr/>
          <p:nvPr/>
        </p:nvSpPr>
        <p:spPr>
          <a:xfrm>
            <a:off x="6688836" y="3796284"/>
            <a:ext cx="1371600" cy="402336"/>
          </a:xfrm>
          <a:prstGeom prst="roundRect">
            <a:avLst>
              <a:gd name="adj" fmla="val 27273"/>
            </a:avLst>
          </a:prstGeom>
          <a:solidFill>
            <a:srgbClr val="FBEDEB"/>
          </a:solidFill>
          <a:ln w="19050">
            <a:solidFill>
              <a:srgbClr val="B83227"/>
            </a:solidFill>
            <a:prstDash val="solid"/>
          </a:ln>
        </p:spPr>
      </p:sp>
      <p:sp>
        <p:nvSpPr>
          <p:cNvPr id="53" name="Text 49"/>
          <p:cNvSpPr txBox="1"/>
          <p:nvPr/>
        </p:nvSpPr>
        <p:spPr>
          <a:xfrm>
            <a:off x="6688836" y="379628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enjoy</a:t>
            </a:r>
            <a:endParaRPr lang="en-US" sz="1600" dirty="0"/>
          </a:p>
        </p:txBody>
      </p:sp>
      <p:sp>
        <p:nvSpPr>
          <p:cNvPr id="54" name="Text 50"/>
          <p:cNvSpPr txBox="1"/>
          <p:nvPr/>
        </p:nvSpPr>
        <p:spPr>
          <a:xfrm>
            <a:off x="8151876" y="3664915"/>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55" name="Text 51"/>
          <p:cNvSpPr txBox="1"/>
          <p:nvPr/>
        </p:nvSpPr>
        <p:spPr>
          <a:xfrm>
            <a:off x="8700516" y="3664915"/>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56" name="Shape 52"/>
          <p:cNvSpPr/>
          <p:nvPr/>
        </p:nvSpPr>
        <p:spPr>
          <a:xfrm>
            <a:off x="6185916" y="4512869"/>
            <a:ext cx="5454396" cy="756514"/>
          </a:xfrm>
          <a:prstGeom prst="roundRect">
            <a:avLst>
              <a:gd name="adj" fmla="val 12087"/>
            </a:avLst>
          </a:prstGeom>
          <a:solidFill>
            <a:schemeClr val="bg2"/>
          </a:solidFill>
          <a:ln w="9525">
            <a:solidFill>
              <a:srgbClr val="D5DCE6"/>
            </a:solidFill>
            <a:prstDash val="solid"/>
          </a:ln>
        </p:spPr>
      </p:sp>
      <p:sp>
        <p:nvSpPr>
          <p:cNvPr id="57" name="Text 53"/>
          <p:cNvSpPr txBox="1"/>
          <p:nvPr/>
        </p:nvSpPr>
        <p:spPr>
          <a:xfrm>
            <a:off x="6277356" y="4512869"/>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9</a:t>
            </a:r>
            <a:endParaRPr lang="en-US" sz="1400" dirty="0"/>
          </a:p>
        </p:txBody>
      </p:sp>
      <p:sp>
        <p:nvSpPr>
          <p:cNvPr id="58" name="Shape 54"/>
          <p:cNvSpPr/>
          <p:nvPr/>
        </p:nvSpPr>
        <p:spPr>
          <a:xfrm>
            <a:off x="6688836" y="4644238"/>
            <a:ext cx="1371600" cy="402336"/>
          </a:xfrm>
          <a:prstGeom prst="roundRect">
            <a:avLst>
              <a:gd name="adj" fmla="val 27273"/>
            </a:avLst>
          </a:prstGeom>
          <a:solidFill>
            <a:srgbClr val="FBEDEB"/>
          </a:solidFill>
          <a:ln w="19050">
            <a:solidFill>
              <a:srgbClr val="B83227"/>
            </a:solidFill>
            <a:prstDash val="solid"/>
          </a:ln>
        </p:spPr>
      </p:sp>
      <p:sp>
        <p:nvSpPr>
          <p:cNvPr id="59" name="Text 55"/>
          <p:cNvSpPr txBox="1"/>
          <p:nvPr/>
        </p:nvSpPr>
        <p:spPr>
          <a:xfrm>
            <a:off x="6688836" y="4644238"/>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travel</a:t>
            </a:r>
            <a:endParaRPr lang="en-US" sz="1600" dirty="0"/>
          </a:p>
        </p:txBody>
      </p:sp>
      <p:sp>
        <p:nvSpPr>
          <p:cNvPr id="60" name="Text 56"/>
          <p:cNvSpPr txBox="1"/>
          <p:nvPr/>
        </p:nvSpPr>
        <p:spPr>
          <a:xfrm>
            <a:off x="8151876" y="4512869"/>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61" name="Text 57"/>
          <p:cNvSpPr txBox="1"/>
          <p:nvPr/>
        </p:nvSpPr>
        <p:spPr>
          <a:xfrm>
            <a:off x="8700516" y="4512869"/>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62" name="Shape 58"/>
          <p:cNvSpPr/>
          <p:nvPr/>
        </p:nvSpPr>
        <p:spPr>
          <a:xfrm>
            <a:off x="6185916" y="5360822"/>
            <a:ext cx="5454396" cy="756514"/>
          </a:xfrm>
          <a:prstGeom prst="roundRect">
            <a:avLst>
              <a:gd name="adj" fmla="val 12087"/>
            </a:avLst>
          </a:prstGeom>
          <a:solidFill>
            <a:srgbClr val="FFFFFF"/>
          </a:solidFill>
          <a:ln w="9525">
            <a:solidFill>
              <a:srgbClr val="D5DCE6"/>
            </a:solidFill>
            <a:prstDash val="solid"/>
          </a:ln>
        </p:spPr>
      </p:sp>
      <p:sp>
        <p:nvSpPr>
          <p:cNvPr id="63" name="Text 59"/>
          <p:cNvSpPr txBox="1"/>
          <p:nvPr/>
        </p:nvSpPr>
        <p:spPr>
          <a:xfrm>
            <a:off x="6277356" y="5360822"/>
            <a:ext cx="365760" cy="756514"/>
          </a:xfrm>
          <a:prstGeom prst="rect">
            <a:avLst/>
          </a:prstGeom>
          <a:noFill/>
          <a:ln/>
        </p:spPr>
        <p:txBody>
          <a:bodyPr wrap="square" lIns="0" tIns="0" rIns="0" bIns="0" rtlCol="0" anchor="ctr"/>
          <a:lstStyle/>
          <a:p>
            <a:pPr algn="l" indent="0" marL="0">
              <a:buNone/>
            </a:pPr>
            <a:r>
              <a:rPr lang="en-US" sz="1400" b="1" dirty="0">
                <a:solidFill>
                  <a:schemeClr val="accent5"/>
                </a:solidFill>
              </a:rPr>
              <a:t>10</a:t>
            </a:r>
            <a:endParaRPr lang="en-US" sz="1400" dirty="0"/>
          </a:p>
        </p:txBody>
      </p:sp>
      <p:sp>
        <p:nvSpPr>
          <p:cNvPr id="64" name="Shape 60"/>
          <p:cNvSpPr/>
          <p:nvPr/>
        </p:nvSpPr>
        <p:spPr>
          <a:xfrm>
            <a:off x="6688836" y="5492191"/>
            <a:ext cx="1371600" cy="402336"/>
          </a:xfrm>
          <a:prstGeom prst="roundRect">
            <a:avLst>
              <a:gd name="adj" fmla="val 27273"/>
            </a:avLst>
          </a:prstGeom>
          <a:solidFill>
            <a:srgbClr val="FBEDEB"/>
          </a:solidFill>
          <a:ln w="19050">
            <a:solidFill>
              <a:srgbClr val="B83227"/>
            </a:solidFill>
            <a:prstDash val="solid"/>
          </a:ln>
        </p:spPr>
      </p:sp>
      <p:sp>
        <p:nvSpPr>
          <p:cNvPr id="65" name="Text 61"/>
          <p:cNvSpPr txBox="1"/>
          <p:nvPr/>
        </p:nvSpPr>
        <p:spPr>
          <a:xfrm>
            <a:off x="6688836" y="5492191"/>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try</a:t>
            </a:r>
            <a:endParaRPr lang="en-US" sz="1600" dirty="0"/>
          </a:p>
        </p:txBody>
      </p:sp>
      <p:sp>
        <p:nvSpPr>
          <p:cNvPr id="66" name="Text 62"/>
          <p:cNvSpPr txBox="1"/>
          <p:nvPr/>
        </p:nvSpPr>
        <p:spPr>
          <a:xfrm>
            <a:off x="8151876" y="5360822"/>
            <a:ext cx="457200" cy="756514"/>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67" name="Text 63"/>
          <p:cNvSpPr txBox="1"/>
          <p:nvPr/>
        </p:nvSpPr>
        <p:spPr>
          <a:xfrm>
            <a:off x="8700516" y="5360822"/>
            <a:ext cx="2848356" cy="756514"/>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 — The -ed machine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Write the past simple. Which spelling rule?</a:t>
            </a:r>
            <a:endParaRPr lang="en-US" sz="1700" dirty="0"/>
          </a:p>
        </p:txBody>
      </p:sp>
      <p:sp>
        <p:nvSpPr>
          <p:cNvPr id="9" name="Shape 5"/>
          <p:cNvSpPr/>
          <p:nvPr/>
        </p:nvSpPr>
        <p:spPr>
          <a:xfrm>
            <a:off x="548640" y="1969008"/>
            <a:ext cx="5454396" cy="701650"/>
          </a:xfrm>
          <a:prstGeom prst="roundRect">
            <a:avLst>
              <a:gd name="adj" fmla="val 13032"/>
            </a:avLst>
          </a:prstGeom>
          <a:solidFill>
            <a:schemeClr val="bg2"/>
          </a:solidFill>
          <a:ln w="9525">
            <a:solidFill>
              <a:srgbClr val="D5DCE6"/>
            </a:solidFill>
            <a:prstDash val="solid"/>
          </a:ln>
        </p:spPr>
      </p:sp>
      <p:sp>
        <p:nvSpPr>
          <p:cNvPr id="10" name="Text 6"/>
          <p:cNvSpPr txBox="1"/>
          <p:nvPr/>
        </p:nvSpPr>
        <p:spPr>
          <a:xfrm>
            <a:off x="640080" y="1969008"/>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1" name="Shape 7"/>
          <p:cNvSpPr/>
          <p:nvPr/>
        </p:nvSpPr>
        <p:spPr>
          <a:xfrm>
            <a:off x="1051560" y="2072945"/>
            <a:ext cx="1371600" cy="402336"/>
          </a:xfrm>
          <a:prstGeom prst="roundRect">
            <a:avLst>
              <a:gd name="adj" fmla="val 27273"/>
            </a:avLst>
          </a:prstGeom>
          <a:solidFill>
            <a:srgbClr val="FBEDEB"/>
          </a:solidFill>
          <a:ln w="19050">
            <a:solidFill>
              <a:srgbClr val="B83227"/>
            </a:solidFill>
            <a:prstDash val="solid"/>
          </a:ln>
        </p:spPr>
      </p:sp>
      <p:sp>
        <p:nvSpPr>
          <p:cNvPr id="12" name="Text 8"/>
          <p:cNvSpPr txBox="1"/>
          <p:nvPr/>
        </p:nvSpPr>
        <p:spPr>
          <a:xfrm>
            <a:off x="1051560" y="2072945"/>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play</a:t>
            </a:r>
            <a:endParaRPr lang="en-US" sz="1600" dirty="0"/>
          </a:p>
        </p:txBody>
      </p:sp>
      <p:sp>
        <p:nvSpPr>
          <p:cNvPr id="13" name="Text 9"/>
          <p:cNvSpPr txBox="1"/>
          <p:nvPr/>
        </p:nvSpPr>
        <p:spPr>
          <a:xfrm>
            <a:off x="2514600" y="1969008"/>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4" name="Text 10"/>
          <p:cNvSpPr txBox="1"/>
          <p:nvPr/>
        </p:nvSpPr>
        <p:spPr>
          <a:xfrm>
            <a:off x="3063240" y="1969008"/>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played</a:t>
            </a:r>
            <a:endParaRPr lang="en-US" sz="1900" dirty="0"/>
          </a:p>
        </p:txBody>
      </p:sp>
      <p:sp>
        <p:nvSpPr>
          <p:cNvPr id="15" name="Shape 11"/>
          <p:cNvSpPr/>
          <p:nvPr/>
        </p:nvSpPr>
        <p:spPr>
          <a:xfrm>
            <a:off x="548640" y="2762098"/>
            <a:ext cx="5454396" cy="701650"/>
          </a:xfrm>
          <a:prstGeom prst="roundRect">
            <a:avLst>
              <a:gd name="adj" fmla="val 13032"/>
            </a:avLst>
          </a:prstGeom>
          <a:solidFill>
            <a:srgbClr val="FFFFFF"/>
          </a:solidFill>
          <a:ln w="9525">
            <a:solidFill>
              <a:srgbClr val="D5DCE6"/>
            </a:solidFill>
            <a:prstDash val="solid"/>
          </a:ln>
        </p:spPr>
      </p:sp>
      <p:sp>
        <p:nvSpPr>
          <p:cNvPr id="16" name="Text 12"/>
          <p:cNvSpPr txBox="1"/>
          <p:nvPr/>
        </p:nvSpPr>
        <p:spPr>
          <a:xfrm>
            <a:off x="640080" y="2762098"/>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7" name="Shape 13"/>
          <p:cNvSpPr/>
          <p:nvPr/>
        </p:nvSpPr>
        <p:spPr>
          <a:xfrm>
            <a:off x="1051560" y="2866034"/>
            <a:ext cx="1371600" cy="402336"/>
          </a:xfrm>
          <a:prstGeom prst="roundRect">
            <a:avLst>
              <a:gd name="adj" fmla="val 27273"/>
            </a:avLst>
          </a:prstGeom>
          <a:solidFill>
            <a:srgbClr val="FBEDEB"/>
          </a:solidFill>
          <a:ln w="19050">
            <a:solidFill>
              <a:srgbClr val="B83227"/>
            </a:solidFill>
            <a:prstDash val="solid"/>
          </a:ln>
        </p:spPr>
      </p:sp>
      <p:sp>
        <p:nvSpPr>
          <p:cNvPr id="18" name="Text 14"/>
          <p:cNvSpPr txBox="1"/>
          <p:nvPr/>
        </p:nvSpPr>
        <p:spPr>
          <a:xfrm>
            <a:off x="1051560" y="286603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study</a:t>
            </a:r>
            <a:endParaRPr lang="en-US" sz="1600" dirty="0"/>
          </a:p>
        </p:txBody>
      </p:sp>
      <p:sp>
        <p:nvSpPr>
          <p:cNvPr id="19" name="Text 15"/>
          <p:cNvSpPr txBox="1"/>
          <p:nvPr/>
        </p:nvSpPr>
        <p:spPr>
          <a:xfrm>
            <a:off x="2514600" y="2762098"/>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0" name="Text 16"/>
          <p:cNvSpPr txBox="1"/>
          <p:nvPr/>
        </p:nvSpPr>
        <p:spPr>
          <a:xfrm>
            <a:off x="3063240" y="2762098"/>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studied</a:t>
            </a:r>
            <a:endParaRPr lang="en-US" sz="1900" dirty="0"/>
          </a:p>
        </p:txBody>
      </p:sp>
      <p:sp>
        <p:nvSpPr>
          <p:cNvPr id="21" name="Shape 17"/>
          <p:cNvSpPr/>
          <p:nvPr/>
        </p:nvSpPr>
        <p:spPr>
          <a:xfrm>
            <a:off x="548640" y="3555187"/>
            <a:ext cx="5454396" cy="701650"/>
          </a:xfrm>
          <a:prstGeom prst="roundRect">
            <a:avLst>
              <a:gd name="adj" fmla="val 13032"/>
            </a:avLst>
          </a:prstGeom>
          <a:solidFill>
            <a:schemeClr val="bg2"/>
          </a:solidFill>
          <a:ln w="9525">
            <a:solidFill>
              <a:srgbClr val="D5DCE6"/>
            </a:solidFill>
            <a:prstDash val="solid"/>
          </a:ln>
        </p:spPr>
      </p:sp>
      <p:sp>
        <p:nvSpPr>
          <p:cNvPr id="22" name="Text 18"/>
          <p:cNvSpPr txBox="1"/>
          <p:nvPr/>
        </p:nvSpPr>
        <p:spPr>
          <a:xfrm>
            <a:off x="640080" y="3555187"/>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3" name="Shape 19"/>
          <p:cNvSpPr/>
          <p:nvPr/>
        </p:nvSpPr>
        <p:spPr>
          <a:xfrm>
            <a:off x="1051560" y="3659124"/>
            <a:ext cx="1371600" cy="402336"/>
          </a:xfrm>
          <a:prstGeom prst="roundRect">
            <a:avLst>
              <a:gd name="adj" fmla="val 27273"/>
            </a:avLst>
          </a:prstGeom>
          <a:solidFill>
            <a:srgbClr val="FBEDEB"/>
          </a:solidFill>
          <a:ln w="19050">
            <a:solidFill>
              <a:srgbClr val="B83227"/>
            </a:solidFill>
            <a:prstDash val="solid"/>
          </a:ln>
        </p:spPr>
      </p:sp>
      <p:sp>
        <p:nvSpPr>
          <p:cNvPr id="24" name="Text 20"/>
          <p:cNvSpPr txBox="1"/>
          <p:nvPr/>
        </p:nvSpPr>
        <p:spPr>
          <a:xfrm>
            <a:off x="1051560" y="365912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stop</a:t>
            </a:r>
            <a:endParaRPr lang="en-US" sz="1600" dirty="0"/>
          </a:p>
        </p:txBody>
      </p:sp>
      <p:sp>
        <p:nvSpPr>
          <p:cNvPr id="25" name="Text 21"/>
          <p:cNvSpPr txBox="1"/>
          <p:nvPr/>
        </p:nvSpPr>
        <p:spPr>
          <a:xfrm>
            <a:off x="2514600" y="3555187"/>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6" name="Text 22"/>
          <p:cNvSpPr txBox="1"/>
          <p:nvPr/>
        </p:nvSpPr>
        <p:spPr>
          <a:xfrm>
            <a:off x="3063240" y="3555187"/>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stopped</a:t>
            </a:r>
            <a:endParaRPr lang="en-US" sz="1900" dirty="0"/>
          </a:p>
        </p:txBody>
      </p:sp>
      <p:sp>
        <p:nvSpPr>
          <p:cNvPr id="27" name="Shape 23"/>
          <p:cNvSpPr/>
          <p:nvPr/>
        </p:nvSpPr>
        <p:spPr>
          <a:xfrm>
            <a:off x="548640" y="4348277"/>
            <a:ext cx="5454396" cy="701650"/>
          </a:xfrm>
          <a:prstGeom prst="roundRect">
            <a:avLst>
              <a:gd name="adj" fmla="val 13032"/>
            </a:avLst>
          </a:prstGeom>
          <a:solidFill>
            <a:srgbClr val="FFFFFF"/>
          </a:solidFill>
          <a:ln w="9525">
            <a:solidFill>
              <a:srgbClr val="D5DCE6"/>
            </a:solidFill>
            <a:prstDash val="solid"/>
          </a:ln>
        </p:spPr>
      </p:sp>
      <p:sp>
        <p:nvSpPr>
          <p:cNvPr id="28" name="Text 24"/>
          <p:cNvSpPr txBox="1"/>
          <p:nvPr/>
        </p:nvSpPr>
        <p:spPr>
          <a:xfrm>
            <a:off x="640080" y="4348277"/>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29" name="Shape 25"/>
          <p:cNvSpPr/>
          <p:nvPr/>
        </p:nvSpPr>
        <p:spPr>
          <a:xfrm>
            <a:off x="1051560" y="4452214"/>
            <a:ext cx="1371600" cy="402336"/>
          </a:xfrm>
          <a:prstGeom prst="roundRect">
            <a:avLst>
              <a:gd name="adj" fmla="val 27273"/>
            </a:avLst>
          </a:prstGeom>
          <a:solidFill>
            <a:srgbClr val="FBEDEB"/>
          </a:solidFill>
          <a:ln w="19050">
            <a:solidFill>
              <a:srgbClr val="B83227"/>
            </a:solidFill>
            <a:prstDash val="solid"/>
          </a:ln>
        </p:spPr>
      </p:sp>
      <p:sp>
        <p:nvSpPr>
          <p:cNvPr id="30" name="Text 26"/>
          <p:cNvSpPr txBox="1"/>
          <p:nvPr/>
        </p:nvSpPr>
        <p:spPr>
          <a:xfrm>
            <a:off x="1051560" y="445221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live</a:t>
            </a:r>
            <a:endParaRPr lang="en-US" sz="1600" dirty="0"/>
          </a:p>
        </p:txBody>
      </p:sp>
      <p:sp>
        <p:nvSpPr>
          <p:cNvPr id="31" name="Text 27"/>
          <p:cNvSpPr txBox="1"/>
          <p:nvPr/>
        </p:nvSpPr>
        <p:spPr>
          <a:xfrm>
            <a:off x="2514600" y="4348277"/>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2" name="Text 28"/>
          <p:cNvSpPr txBox="1"/>
          <p:nvPr/>
        </p:nvSpPr>
        <p:spPr>
          <a:xfrm>
            <a:off x="3063240" y="4348277"/>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lived</a:t>
            </a:r>
            <a:endParaRPr lang="en-US" sz="1900" dirty="0"/>
          </a:p>
        </p:txBody>
      </p:sp>
      <p:sp>
        <p:nvSpPr>
          <p:cNvPr id="33" name="Shape 29"/>
          <p:cNvSpPr/>
          <p:nvPr/>
        </p:nvSpPr>
        <p:spPr>
          <a:xfrm>
            <a:off x="548640" y="5141366"/>
            <a:ext cx="5454396" cy="701650"/>
          </a:xfrm>
          <a:prstGeom prst="roundRect">
            <a:avLst>
              <a:gd name="adj" fmla="val 13032"/>
            </a:avLst>
          </a:prstGeom>
          <a:solidFill>
            <a:schemeClr val="bg2"/>
          </a:solidFill>
          <a:ln w="9525">
            <a:solidFill>
              <a:srgbClr val="D5DCE6"/>
            </a:solidFill>
            <a:prstDash val="solid"/>
          </a:ln>
        </p:spPr>
      </p:sp>
      <p:sp>
        <p:nvSpPr>
          <p:cNvPr id="34" name="Text 30"/>
          <p:cNvSpPr txBox="1"/>
          <p:nvPr/>
        </p:nvSpPr>
        <p:spPr>
          <a:xfrm>
            <a:off x="640080" y="5141366"/>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5" name="Shape 31"/>
          <p:cNvSpPr/>
          <p:nvPr/>
        </p:nvSpPr>
        <p:spPr>
          <a:xfrm>
            <a:off x="1051560" y="5245303"/>
            <a:ext cx="1371600" cy="402336"/>
          </a:xfrm>
          <a:prstGeom prst="roundRect">
            <a:avLst>
              <a:gd name="adj" fmla="val 27273"/>
            </a:avLst>
          </a:prstGeom>
          <a:solidFill>
            <a:srgbClr val="FBEDEB"/>
          </a:solidFill>
          <a:ln w="19050">
            <a:solidFill>
              <a:srgbClr val="B83227"/>
            </a:solidFill>
            <a:prstDash val="solid"/>
          </a:ln>
        </p:spPr>
      </p:sp>
      <p:sp>
        <p:nvSpPr>
          <p:cNvPr id="36" name="Text 32"/>
          <p:cNvSpPr txBox="1"/>
          <p:nvPr/>
        </p:nvSpPr>
        <p:spPr>
          <a:xfrm>
            <a:off x="1051560" y="5245303"/>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plan</a:t>
            </a:r>
            <a:endParaRPr lang="en-US" sz="1600" dirty="0"/>
          </a:p>
        </p:txBody>
      </p:sp>
      <p:sp>
        <p:nvSpPr>
          <p:cNvPr id="37" name="Text 33"/>
          <p:cNvSpPr txBox="1"/>
          <p:nvPr/>
        </p:nvSpPr>
        <p:spPr>
          <a:xfrm>
            <a:off x="2514600" y="5141366"/>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8" name="Text 34"/>
          <p:cNvSpPr txBox="1"/>
          <p:nvPr/>
        </p:nvSpPr>
        <p:spPr>
          <a:xfrm>
            <a:off x="3063240" y="5141366"/>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planned</a:t>
            </a:r>
            <a:endParaRPr lang="en-US" sz="1900" dirty="0"/>
          </a:p>
        </p:txBody>
      </p:sp>
      <p:sp>
        <p:nvSpPr>
          <p:cNvPr id="39" name="Shape 35"/>
          <p:cNvSpPr/>
          <p:nvPr/>
        </p:nvSpPr>
        <p:spPr>
          <a:xfrm>
            <a:off x="6185916" y="1969008"/>
            <a:ext cx="5454396" cy="701650"/>
          </a:xfrm>
          <a:prstGeom prst="roundRect">
            <a:avLst>
              <a:gd name="adj" fmla="val 13032"/>
            </a:avLst>
          </a:prstGeom>
          <a:solidFill>
            <a:srgbClr val="FFFFFF"/>
          </a:solidFill>
          <a:ln w="9525">
            <a:solidFill>
              <a:srgbClr val="D5DCE6"/>
            </a:solidFill>
            <a:prstDash val="solid"/>
          </a:ln>
        </p:spPr>
      </p:sp>
      <p:sp>
        <p:nvSpPr>
          <p:cNvPr id="40" name="Text 36"/>
          <p:cNvSpPr txBox="1"/>
          <p:nvPr/>
        </p:nvSpPr>
        <p:spPr>
          <a:xfrm>
            <a:off x="6277356" y="1969008"/>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1" name="Shape 37"/>
          <p:cNvSpPr/>
          <p:nvPr/>
        </p:nvSpPr>
        <p:spPr>
          <a:xfrm>
            <a:off x="6688836" y="2072945"/>
            <a:ext cx="1371600" cy="402336"/>
          </a:xfrm>
          <a:prstGeom prst="roundRect">
            <a:avLst>
              <a:gd name="adj" fmla="val 27273"/>
            </a:avLst>
          </a:prstGeom>
          <a:solidFill>
            <a:srgbClr val="FBEDEB"/>
          </a:solidFill>
          <a:ln w="19050">
            <a:solidFill>
              <a:srgbClr val="B83227"/>
            </a:solidFill>
            <a:prstDash val="solid"/>
          </a:ln>
        </p:spPr>
      </p:sp>
      <p:sp>
        <p:nvSpPr>
          <p:cNvPr id="42" name="Text 38"/>
          <p:cNvSpPr txBox="1"/>
          <p:nvPr/>
        </p:nvSpPr>
        <p:spPr>
          <a:xfrm>
            <a:off x="6688836" y="2072945"/>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cry</a:t>
            </a:r>
            <a:endParaRPr lang="en-US" sz="1600" dirty="0"/>
          </a:p>
        </p:txBody>
      </p:sp>
      <p:sp>
        <p:nvSpPr>
          <p:cNvPr id="43" name="Text 39"/>
          <p:cNvSpPr txBox="1"/>
          <p:nvPr/>
        </p:nvSpPr>
        <p:spPr>
          <a:xfrm>
            <a:off x="8151876" y="1969008"/>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44" name="Text 40"/>
          <p:cNvSpPr txBox="1"/>
          <p:nvPr/>
        </p:nvSpPr>
        <p:spPr>
          <a:xfrm>
            <a:off x="8700516" y="1969008"/>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cried</a:t>
            </a:r>
            <a:endParaRPr lang="en-US" sz="1900" dirty="0"/>
          </a:p>
        </p:txBody>
      </p:sp>
      <p:sp>
        <p:nvSpPr>
          <p:cNvPr id="45" name="Shape 41"/>
          <p:cNvSpPr/>
          <p:nvPr/>
        </p:nvSpPr>
        <p:spPr>
          <a:xfrm>
            <a:off x="6185916" y="2762098"/>
            <a:ext cx="5454396" cy="701650"/>
          </a:xfrm>
          <a:prstGeom prst="roundRect">
            <a:avLst>
              <a:gd name="adj" fmla="val 13032"/>
            </a:avLst>
          </a:prstGeom>
          <a:solidFill>
            <a:schemeClr val="bg2"/>
          </a:solidFill>
          <a:ln w="9525">
            <a:solidFill>
              <a:srgbClr val="D5DCE6"/>
            </a:solidFill>
            <a:prstDash val="solid"/>
          </a:ln>
        </p:spPr>
      </p:sp>
      <p:sp>
        <p:nvSpPr>
          <p:cNvPr id="46" name="Text 42"/>
          <p:cNvSpPr txBox="1"/>
          <p:nvPr/>
        </p:nvSpPr>
        <p:spPr>
          <a:xfrm>
            <a:off x="6277356" y="2762098"/>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7" name="Shape 43"/>
          <p:cNvSpPr/>
          <p:nvPr/>
        </p:nvSpPr>
        <p:spPr>
          <a:xfrm>
            <a:off x="6688836" y="2866034"/>
            <a:ext cx="1371600" cy="402336"/>
          </a:xfrm>
          <a:prstGeom prst="roundRect">
            <a:avLst>
              <a:gd name="adj" fmla="val 27273"/>
            </a:avLst>
          </a:prstGeom>
          <a:solidFill>
            <a:srgbClr val="FBEDEB"/>
          </a:solidFill>
          <a:ln w="19050">
            <a:solidFill>
              <a:srgbClr val="B83227"/>
            </a:solidFill>
            <a:prstDash val="solid"/>
          </a:ln>
        </p:spPr>
      </p:sp>
      <p:sp>
        <p:nvSpPr>
          <p:cNvPr id="48" name="Text 44"/>
          <p:cNvSpPr txBox="1"/>
          <p:nvPr/>
        </p:nvSpPr>
        <p:spPr>
          <a:xfrm>
            <a:off x="6688836" y="286603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visit</a:t>
            </a:r>
            <a:endParaRPr lang="en-US" sz="1600" dirty="0"/>
          </a:p>
        </p:txBody>
      </p:sp>
      <p:sp>
        <p:nvSpPr>
          <p:cNvPr id="49" name="Text 45"/>
          <p:cNvSpPr txBox="1"/>
          <p:nvPr/>
        </p:nvSpPr>
        <p:spPr>
          <a:xfrm>
            <a:off x="8151876" y="2762098"/>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50" name="Text 46"/>
          <p:cNvSpPr txBox="1"/>
          <p:nvPr/>
        </p:nvSpPr>
        <p:spPr>
          <a:xfrm>
            <a:off x="8700516" y="2762098"/>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visited</a:t>
            </a:r>
            <a:endParaRPr lang="en-US" sz="1900" dirty="0"/>
          </a:p>
        </p:txBody>
      </p:sp>
      <p:sp>
        <p:nvSpPr>
          <p:cNvPr id="51" name="Shape 47"/>
          <p:cNvSpPr/>
          <p:nvPr/>
        </p:nvSpPr>
        <p:spPr>
          <a:xfrm>
            <a:off x="6185916" y="3555187"/>
            <a:ext cx="5454396" cy="701650"/>
          </a:xfrm>
          <a:prstGeom prst="roundRect">
            <a:avLst>
              <a:gd name="adj" fmla="val 13032"/>
            </a:avLst>
          </a:prstGeom>
          <a:solidFill>
            <a:srgbClr val="FFFFFF"/>
          </a:solidFill>
          <a:ln w="9525">
            <a:solidFill>
              <a:srgbClr val="D5DCE6"/>
            </a:solidFill>
            <a:prstDash val="solid"/>
          </a:ln>
        </p:spPr>
      </p:sp>
      <p:sp>
        <p:nvSpPr>
          <p:cNvPr id="52" name="Text 48"/>
          <p:cNvSpPr txBox="1"/>
          <p:nvPr/>
        </p:nvSpPr>
        <p:spPr>
          <a:xfrm>
            <a:off x="6277356" y="3555187"/>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53" name="Shape 49"/>
          <p:cNvSpPr/>
          <p:nvPr/>
        </p:nvSpPr>
        <p:spPr>
          <a:xfrm>
            <a:off x="6688836" y="3659124"/>
            <a:ext cx="1371600" cy="402336"/>
          </a:xfrm>
          <a:prstGeom prst="roundRect">
            <a:avLst>
              <a:gd name="adj" fmla="val 27273"/>
            </a:avLst>
          </a:prstGeom>
          <a:solidFill>
            <a:srgbClr val="FBEDEB"/>
          </a:solidFill>
          <a:ln w="19050">
            <a:solidFill>
              <a:srgbClr val="B83227"/>
            </a:solidFill>
            <a:prstDash val="solid"/>
          </a:ln>
        </p:spPr>
      </p:sp>
      <p:sp>
        <p:nvSpPr>
          <p:cNvPr id="54" name="Text 50"/>
          <p:cNvSpPr txBox="1"/>
          <p:nvPr/>
        </p:nvSpPr>
        <p:spPr>
          <a:xfrm>
            <a:off x="6688836" y="365912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enjoy</a:t>
            </a:r>
            <a:endParaRPr lang="en-US" sz="1600" dirty="0"/>
          </a:p>
        </p:txBody>
      </p:sp>
      <p:sp>
        <p:nvSpPr>
          <p:cNvPr id="55" name="Text 51"/>
          <p:cNvSpPr txBox="1"/>
          <p:nvPr/>
        </p:nvSpPr>
        <p:spPr>
          <a:xfrm>
            <a:off x="8151876" y="3555187"/>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56" name="Text 52"/>
          <p:cNvSpPr txBox="1"/>
          <p:nvPr/>
        </p:nvSpPr>
        <p:spPr>
          <a:xfrm>
            <a:off x="8700516" y="3555187"/>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enjoyed</a:t>
            </a:r>
            <a:endParaRPr lang="en-US" sz="1900" dirty="0"/>
          </a:p>
        </p:txBody>
      </p:sp>
      <p:sp>
        <p:nvSpPr>
          <p:cNvPr id="57" name="Shape 53"/>
          <p:cNvSpPr/>
          <p:nvPr/>
        </p:nvSpPr>
        <p:spPr>
          <a:xfrm>
            <a:off x="6185916" y="4348277"/>
            <a:ext cx="5454396" cy="701650"/>
          </a:xfrm>
          <a:prstGeom prst="roundRect">
            <a:avLst>
              <a:gd name="adj" fmla="val 13032"/>
            </a:avLst>
          </a:prstGeom>
          <a:solidFill>
            <a:schemeClr val="bg2"/>
          </a:solidFill>
          <a:ln w="9525">
            <a:solidFill>
              <a:srgbClr val="D5DCE6"/>
            </a:solidFill>
            <a:prstDash val="solid"/>
          </a:ln>
        </p:spPr>
      </p:sp>
      <p:sp>
        <p:nvSpPr>
          <p:cNvPr id="58" name="Text 54"/>
          <p:cNvSpPr txBox="1"/>
          <p:nvPr/>
        </p:nvSpPr>
        <p:spPr>
          <a:xfrm>
            <a:off x="6277356" y="4348277"/>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9</a:t>
            </a:r>
            <a:endParaRPr lang="en-US" sz="1400" dirty="0"/>
          </a:p>
        </p:txBody>
      </p:sp>
      <p:sp>
        <p:nvSpPr>
          <p:cNvPr id="59" name="Shape 55"/>
          <p:cNvSpPr/>
          <p:nvPr/>
        </p:nvSpPr>
        <p:spPr>
          <a:xfrm>
            <a:off x="6688836" y="4452214"/>
            <a:ext cx="1371600" cy="402336"/>
          </a:xfrm>
          <a:prstGeom prst="roundRect">
            <a:avLst>
              <a:gd name="adj" fmla="val 27273"/>
            </a:avLst>
          </a:prstGeom>
          <a:solidFill>
            <a:srgbClr val="FBEDEB"/>
          </a:solidFill>
          <a:ln w="19050">
            <a:solidFill>
              <a:srgbClr val="B83227"/>
            </a:solidFill>
            <a:prstDash val="solid"/>
          </a:ln>
        </p:spPr>
      </p:sp>
      <p:sp>
        <p:nvSpPr>
          <p:cNvPr id="60" name="Text 56"/>
          <p:cNvSpPr txBox="1"/>
          <p:nvPr/>
        </p:nvSpPr>
        <p:spPr>
          <a:xfrm>
            <a:off x="6688836" y="4452214"/>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travel</a:t>
            </a:r>
            <a:endParaRPr lang="en-US" sz="1600" dirty="0"/>
          </a:p>
        </p:txBody>
      </p:sp>
      <p:sp>
        <p:nvSpPr>
          <p:cNvPr id="61" name="Text 57"/>
          <p:cNvSpPr txBox="1"/>
          <p:nvPr/>
        </p:nvSpPr>
        <p:spPr>
          <a:xfrm>
            <a:off x="8151876" y="4348277"/>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62" name="Text 58"/>
          <p:cNvSpPr txBox="1"/>
          <p:nvPr/>
        </p:nvSpPr>
        <p:spPr>
          <a:xfrm>
            <a:off x="8700516" y="4348277"/>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travelled</a:t>
            </a:r>
            <a:endParaRPr lang="en-US" sz="1900" dirty="0"/>
          </a:p>
        </p:txBody>
      </p:sp>
      <p:sp>
        <p:nvSpPr>
          <p:cNvPr id="63" name="Shape 59"/>
          <p:cNvSpPr/>
          <p:nvPr/>
        </p:nvSpPr>
        <p:spPr>
          <a:xfrm>
            <a:off x="6185916" y="5141366"/>
            <a:ext cx="5454396" cy="701650"/>
          </a:xfrm>
          <a:prstGeom prst="roundRect">
            <a:avLst>
              <a:gd name="adj" fmla="val 13032"/>
            </a:avLst>
          </a:prstGeom>
          <a:solidFill>
            <a:srgbClr val="FFFFFF"/>
          </a:solidFill>
          <a:ln w="9525">
            <a:solidFill>
              <a:srgbClr val="D5DCE6"/>
            </a:solidFill>
            <a:prstDash val="solid"/>
          </a:ln>
        </p:spPr>
      </p:sp>
      <p:sp>
        <p:nvSpPr>
          <p:cNvPr id="64" name="Text 60"/>
          <p:cNvSpPr txBox="1"/>
          <p:nvPr/>
        </p:nvSpPr>
        <p:spPr>
          <a:xfrm>
            <a:off x="6277356" y="5141366"/>
            <a:ext cx="365760" cy="701650"/>
          </a:xfrm>
          <a:prstGeom prst="rect">
            <a:avLst/>
          </a:prstGeom>
          <a:noFill/>
          <a:ln/>
        </p:spPr>
        <p:txBody>
          <a:bodyPr wrap="square" lIns="0" tIns="0" rIns="0" bIns="0" rtlCol="0" anchor="ctr"/>
          <a:lstStyle/>
          <a:p>
            <a:pPr algn="l" indent="0" marL="0">
              <a:buNone/>
            </a:pPr>
            <a:r>
              <a:rPr lang="en-US" sz="1400" b="1" dirty="0">
                <a:solidFill>
                  <a:schemeClr val="accent5"/>
                </a:solidFill>
              </a:rPr>
              <a:t>10</a:t>
            </a:r>
            <a:endParaRPr lang="en-US" sz="1400" dirty="0"/>
          </a:p>
        </p:txBody>
      </p:sp>
      <p:sp>
        <p:nvSpPr>
          <p:cNvPr id="65" name="Shape 61"/>
          <p:cNvSpPr/>
          <p:nvPr/>
        </p:nvSpPr>
        <p:spPr>
          <a:xfrm>
            <a:off x="6688836" y="5245303"/>
            <a:ext cx="1371600" cy="402336"/>
          </a:xfrm>
          <a:prstGeom prst="roundRect">
            <a:avLst>
              <a:gd name="adj" fmla="val 27273"/>
            </a:avLst>
          </a:prstGeom>
          <a:solidFill>
            <a:srgbClr val="FBEDEB"/>
          </a:solidFill>
          <a:ln w="19050">
            <a:solidFill>
              <a:srgbClr val="B83227"/>
            </a:solidFill>
            <a:prstDash val="solid"/>
          </a:ln>
        </p:spPr>
      </p:sp>
      <p:sp>
        <p:nvSpPr>
          <p:cNvPr id="66" name="Text 62"/>
          <p:cNvSpPr txBox="1"/>
          <p:nvPr/>
        </p:nvSpPr>
        <p:spPr>
          <a:xfrm>
            <a:off x="6688836" y="5245303"/>
            <a:ext cx="1371600" cy="402336"/>
          </a:xfrm>
          <a:prstGeom prst="rect">
            <a:avLst/>
          </a:prstGeom>
          <a:noFill/>
          <a:ln/>
        </p:spPr>
        <p:txBody>
          <a:bodyPr wrap="square" lIns="0" tIns="0" rIns="0" bIns="0" rtlCol="0" anchor="ctr"/>
          <a:lstStyle/>
          <a:p>
            <a:pPr algn="ctr" indent="0" marL="0">
              <a:buNone/>
            </a:pPr>
            <a:r>
              <a:rPr lang="en-US" sz="1600" b="1" i="1" dirty="0">
                <a:solidFill>
                  <a:schemeClr val="accent6"/>
                </a:solidFill>
              </a:rPr>
              <a:t>try</a:t>
            </a:r>
            <a:endParaRPr lang="en-US" sz="1600" dirty="0"/>
          </a:p>
        </p:txBody>
      </p:sp>
      <p:sp>
        <p:nvSpPr>
          <p:cNvPr id="67" name="Text 63"/>
          <p:cNvSpPr txBox="1"/>
          <p:nvPr/>
        </p:nvSpPr>
        <p:spPr>
          <a:xfrm>
            <a:off x="8151876" y="5141366"/>
            <a:ext cx="457200" cy="70165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68" name="Text 64"/>
          <p:cNvSpPr txBox="1"/>
          <p:nvPr/>
        </p:nvSpPr>
        <p:spPr>
          <a:xfrm>
            <a:off x="8700516" y="5141366"/>
            <a:ext cx="2848356" cy="701650"/>
          </a:xfrm>
          <a:prstGeom prst="rect">
            <a:avLst/>
          </a:prstGeom>
          <a:noFill/>
          <a:ln/>
        </p:spPr>
        <p:txBody>
          <a:bodyPr wrap="square" lIns="0" tIns="0" rIns="0" bIns="0" rtlCol="0" anchor="ctr"/>
          <a:lstStyle/>
          <a:p>
            <a:pPr algn="l" indent="0" marL="0">
              <a:buNone/>
            </a:pPr>
            <a:r>
              <a:rPr lang="en-US" sz="1900" b="1" i="1" dirty="0">
                <a:solidFill>
                  <a:schemeClr val="accent3"/>
                </a:solidFill>
              </a:rPr>
              <a:t>tried</a:t>
            </a:r>
            <a:endParaRPr lang="en-US" sz="1900" dirty="0"/>
          </a:p>
        </p:txBody>
      </p:sp>
      <p:sp>
        <p:nvSpPr>
          <p:cNvPr id="69" name="Text 65"/>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Règles : ① 1, 8 · ② 4 · ③ 2, 6, 10 · ④ 3, 5 · pas de doublement : 7 (</a:t>
            </a:r>
            <a:r>
              <a:rPr lang="en-US" sz="1300" b="1" i="1" dirty="0">
                <a:solidFill>
                  <a:schemeClr val="accent5"/>
                </a:solidFill>
              </a:rPr>
              <a:t>vi</a:t>
            </a:r>
            <a:r>
              <a:rPr lang="en-US" sz="1300" i="1" dirty="0">
                <a:solidFill>
                  <a:schemeClr val="accent5"/>
                </a:solidFill>
              </a:rPr>
              <a:t>sit</a:t>
            </a:r>
            <a:r>
              <a:rPr lang="en-US" sz="1300" i="1" dirty="0">
                <a:solidFill>
                  <a:schemeClr val="accent5"/>
                </a:solidFill>
              </a:rPr>
              <a:t>) · 9 : </a:t>
            </a:r>
            <a:r>
              <a:rPr lang="en-US" sz="1300" i="1" dirty="0">
                <a:solidFill>
                  <a:schemeClr val="accent5"/>
                </a:solidFill>
              </a:rPr>
              <a:t>-l</a:t>
            </a:r>
            <a:r>
              <a:rPr lang="en-US" sz="1300" i="1" dirty="0">
                <a:solidFill>
                  <a:schemeClr val="accent5"/>
                </a:solidFill>
              </a:rPr>
              <a:t> doublé en anglais britannique → </a:t>
            </a:r>
            <a:r>
              <a:rPr lang="en-US" sz="1300" i="1" dirty="0">
                <a:solidFill>
                  <a:schemeClr val="accent5"/>
                </a:solidFill>
              </a:rPr>
              <a:t>travelled</a:t>
            </a:r>
            <a:r>
              <a:rPr lang="en-US" sz="1300" i="1" dirty="0">
                <a:solidFill>
                  <a:schemeClr val="accent5"/>
                </a:solidFill>
              </a:rPr>
              <a:t> (US </a:t>
            </a:r>
            <a:r>
              <a:rPr lang="en-US" sz="1300" i="1" dirty="0">
                <a:solidFill>
                  <a:schemeClr val="accent5"/>
                </a:solidFill>
              </a:rPr>
              <a:t>traveled</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2 — /t/, /d/ or /ɪd/?</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Say each verb aloud. Put it in the right box.</a:t>
            </a:r>
            <a:endParaRPr lang="en-US" sz="1700" dirty="0"/>
          </a:p>
        </p:txBody>
      </p:sp>
      <p:sp>
        <p:nvSpPr>
          <p:cNvPr id="8" name="Shape 4"/>
          <p:cNvSpPr/>
          <p:nvPr/>
        </p:nvSpPr>
        <p:spPr>
          <a:xfrm rot="-120000">
            <a:off x="548640" y="1932432"/>
            <a:ext cx="1734312" cy="457200"/>
          </a:xfrm>
          <a:prstGeom prst="roundRect">
            <a:avLst>
              <a:gd name="adj" fmla="val 24000"/>
            </a:avLst>
          </a:prstGeom>
          <a:solidFill>
            <a:srgbClr val="FFFFFF"/>
          </a:solidFill>
          <a:ln w="15875">
            <a:solidFill>
              <a:srgbClr val="4A5A70"/>
            </a:solidFill>
            <a:prstDash val="solid"/>
          </a:ln>
        </p:spPr>
      </p:sp>
      <p:sp>
        <p:nvSpPr>
          <p:cNvPr id="9" name="Text 5"/>
          <p:cNvSpPr txBox="1"/>
          <p:nvPr/>
        </p:nvSpPr>
        <p:spPr>
          <a:xfrm rot="-120000">
            <a:off x="548640"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looked</a:t>
            </a:r>
            <a:endParaRPr lang="en-US" sz="1700" dirty="0"/>
          </a:p>
        </p:txBody>
      </p:sp>
      <p:sp>
        <p:nvSpPr>
          <p:cNvPr id="10" name="Shape 6"/>
          <p:cNvSpPr/>
          <p:nvPr/>
        </p:nvSpPr>
        <p:spPr>
          <a:xfrm rot="60000">
            <a:off x="2420112" y="1932432"/>
            <a:ext cx="1734312" cy="457200"/>
          </a:xfrm>
          <a:prstGeom prst="roundRect">
            <a:avLst>
              <a:gd name="adj" fmla="val 24000"/>
            </a:avLst>
          </a:prstGeom>
          <a:solidFill>
            <a:srgbClr val="FFFFFF"/>
          </a:solidFill>
          <a:ln w="15875">
            <a:solidFill>
              <a:srgbClr val="4A5A70"/>
            </a:solidFill>
            <a:prstDash val="solid"/>
          </a:ln>
        </p:spPr>
      </p:sp>
      <p:sp>
        <p:nvSpPr>
          <p:cNvPr id="11" name="Text 7"/>
          <p:cNvSpPr txBox="1"/>
          <p:nvPr/>
        </p:nvSpPr>
        <p:spPr>
          <a:xfrm rot="60000">
            <a:off x="2420112"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called</a:t>
            </a:r>
            <a:endParaRPr lang="en-US" sz="1700" dirty="0"/>
          </a:p>
        </p:txBody>
      </p:sp>
      <p:sp>
        <p:nvSpPr>
          <p:cNvPr id="12" name="Shape 8"/>
          <p:cNvSpPr/>
          <p:nvPr/>
        </p:nvSpPr>
        <p:spPr>
          <a:xfrm rot="120000">
            <a:off x="4291584" y="1932432"/>
            <a:ext cx="1734312" cy="457200"/>
          </a:xfrm>
          <a:prstGeom prst="roundRect">
            <a:avLst>
              <a:gd name="adj" fmla="val 24000"/>
            </a:avLst>
          </a:prstGeom>
          <a:solidFill>
            <a:srgbClr val="FFFFFF"/>
          </a:solidFill>
          <a:ln w="15875">
            <a:solidFill>
              <a:srgbClr val="4A5A70"/>
            </a:solidFill>
            <a:prstDash val="solid"/>
          </a:ln>
        </p:spPr>
      </p:sp>
      <p:sp>
        <p:nvSpPr>
          <p:cNvPr id="13" name="Text 9"/>
          <p:cNvSpPr txBox="1"/>
          <p:nvPr/>
        </p:nvSpPr>
        <p:spPr>
          <a:xfrm rot="120000">
            <a:off x="4291584"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started</a:t>
            </a:r>
            <a:endParaRPr lang="en-US" sz="1700" dirty="0"/>
          </a:p>
        </p:txBody>
      </p:sp>
      <p:sp>
        <p:nvSpPr>
          <p:cNvPr id="14" name="Shape 10"/>
          <p:cNvSpPr/>
          <p:nvPr/>
        </p:nvSpPr>
        <p:spPr>
          <a:xfrm rot="-60000">
            <a:off x="6163056" y="1932432"/>
            <a:ext cx="1734312" cy="457200"/>
          </a:xfrm>
          <a:prstGeom prst="roundRect">
            <a:avLst>
              <a:gd name="adj" fmla="val 24000"/>
            </a:avLst>
          </a:prstGeom>
          <a:solidFill>
            <a:srgbClr val="FFFFFF"/>
          </a:solidFill>
          <a:ln w="15875">
            <a:solidFill>
              <a:srgbClr val="4A5A70"/>
            </a:solidFill>
            <a:prstDash val="solid"/>
          </a:ln>
        </p:spPr>
      </p:sp>
      <p:sp>
        <p:nvSpPr>
          <p:cNvPr id="15" name="Text 11"/>
          <p:cNvSpPr txBox="1"/>
          <p:nvPr/>
        </p:nvSpPr>
        <p:spPr>
          <a:xfrm rot="-60000">
            <a:off x="6163056"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helped</a:t>
            </a:r>
            <a:endParaRPr lang="en-US" sz="1700" dirty="0"/>
          </a:p>
        </p:txBody>
      </p:sp>
      <p:sp>
        <p:nvSpPr>
          <p:cNvPr id="16" name="Shape 12"/>
          <p:cNvSpPr/>
          <p:nvPr/>
        </p:nvSpPr>
        <p:spPr>
          <a:xfrm rot="60000">
            <a:off x="8034528" y="1932432"/>
            <a:ext cx="1734312" cy="457200"/>
          </a:xfrm>
          <a:prstGeom prst="roundRect">
            <a:avLst>
              <a:gd name="adj" fmla="val 24000"/>
            </a:avLst>
          </a:prstGeom>
          <a:solidFill>
            <a:srgbClr val="FFFFFF"/>
          </a:solidFill>
          <a:ln w="15875">
            <a:solidFill>
              <a:srgbClr val="4A5A70"/>
            </a:solidFill>
            <a:prstDash val="solid"/>
          </a:ln>
        </p:spPr>
      </p:sp>
      <p:sp>
        <p:nvSpPr>
          <p:cNvPr id="17" name="Text 13"/>
          <p:cNvSpPr txBox="1"/>
          <p:nvPr/>
        </p:nvSpPr>
        <p:spPr>
          <a:xfrm rot="60000">
            <a:off x="8034528"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tried</a:t>
            </a:r>
            <a:endParaRPr lang="en-US" sz="1700" dirty="0"/>
          </a:p>
        </p:txBody>
      </p:sp>
      <p:sp>
        <p:nvSpPr>
          <p:cNvPr id="18" name="Shape 14"/>
          <p:cNvSpPr/>
          <p:nvPr/>
        </p:nvSpPr>
        <p:spPr>
          <a:xfrm rot="-120000">
            <a:off x="9906000" y="1932432"/>
            <a:ext cx="1734312" cy="457200"/>
          </a:xfrm>
          <a:prstGeom prst="roundRect">
            <a:avLst>
              <a:gd name="adj" fmla="val 24000"/>
            </a:avLst>
          </a:prstGeom>
          <a:solidFill>
            <a:srgbClr val="FFFFFF"/>
          </a:solidFill>
          <a:ln w="15875">
            <a:solidFill>
              <a:srgbClr val="4A5A70"/>
            </a:solidFill>
            <a:prstDash val="solid"/>
          </a:ln>
        </p:spPr>
      </p:sp>
      <p:sp>
        <p:nvSpPr>
          <p:cNvPr id="19" name="Text 15"/>
          <p:cNvSpPr txBox="1"/>
          <p:nvPr/>
        </p:nvSpPr>
        <p:spPr>
          <a:xfrm rot="-120000">
            <a:off x="9906000" y="193243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waited</a:t>
            </a:r>
            <a:endParaRPr lang="en-US" sz="1700" dirty="0"/>
          </a:p>
        </p:txBody>
      </p:sp>
      <p:sp>
        <p:nvSpPr>
          <p:cNvPr id="20" name="Shape 16"/>
          <p:cNvSpPr/>
          <p:nvPr/>
        </p:nvSpPr>
        <p:spPr>
          <a:xfrm rot="-120000">
            <a:off x="548640" y="2481072"/>
            <a:ext cx="1734312" cy="457200"/>
          </a:xfrm>
          <a:prstGeom prst="roundRect">
            <a:avLst>
              <a:gd name="adj" fmla="val 24000"/>
            </a:avLst>
          </a:prstGeom>
          <a:solidFill>
            <a:srgbClr val="FFFFFF"/>
          </a:solidFill>
          <a:ln w="15875">
            <a:solidFill>
              <a:srgbClr val="4A5A70"/>
            </a:solidFill>
            <a:prstDash val="solid"/>
          </a:ln>
        </p:spPr>
      </p:sp>
      <p:sp>
        <p:nvSpPr>
          <p:cNvPr id="21" name="Text 17"/>
          <p:cNvSpPr txBox="1"/>
          <p:nvPr/>
        </p:nvSpPr>
        <p:spPr>
          <a:xfrm rot="-120000">
            <a:off x="548640"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missed</a:t>
            </a:r>
            <a:endParaRPr lang="en-US" sz="1700" dirty="0"/>
          </a:p>
        </p:txBody>
      </p:sp>
      <p:sp>
        <p:nvSpPr>
          <p:cNvPr id="22" name="Shape 18"/>
          <p:cNvSpPr/>
          <p:nvPr/>
        </p:nvSpPr>
        <p:spPr>
          <a:xfrm rot="60000">
            <a:off x="2420112" y="2481072"/>
            <a:ext cx="1734312" cy="457200"/>
          </a:xfrm>
          <a:prstGeom prst="roundRect">
            <a:avLst>
              <a:gd name="adj" fmla="val 24000"/>
            </a:avLst>
          </a:prstGeom>
          <a:solidFill>
            <a:srgbClr val="FFFFFF"/>
          </a:solidFill>
          <a:ln w="15875">
            <a:solidFill>
              <a:srgbClr val="4A5A70"/>
            </a:solidFill>
            <a:prstDash val="solid"/>
          </a:ln>
        </p:spPr>
      </p:sp>
      <p:sp>
        <p:nvSpPr>
          <p:cNvPr id="23" name="Text 19"/>
          <p:cNvSpPr txBox="1"/>
          <p:nvPr/>
        </p:nvSpPr>
        <p:spPr>
          <a:xfrm rot="60000">
            <a:off x="2420112"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listened</a:t>
            </a:r>
            <a:endParaRPr lang="en-US" sz="1700" dirty="0"/>
          </a:p>
        </p:txBody>
      </p:sp>
      <p:sp>
        <p:nvSpPr>
          <p:cNvPr id="24" name="Shape 20"/>
          <p:cNvSpPr/>
          <p:nvPr/>
        </p:nvSpPr>
        <p:spPr>
          <a:xfrm rot="120000">
            <a:off x="4291584" y="2481072"/>
            <a:ext cx="1734312" cy="457200"/>
          </a:xfrm>
          <a:prstGeom prst="roundRect">
            <a:avLst>
              <a:gd name="adj" fmla="val 24000"/>
            </a:avLst>
          </a:prstGeom>
          <a:solidFill>
            <a:srgbClr val="FFFFFF"/>
          </a:solidFill>
          <a:ln w="15875">
            <a:solidFill>
              <a:srgbClr val="4A5A70"/>
            </a:solidFill>
            <a:prstDash val="solid"/>
          </a:ln>
        </p:spPr>
      </p:sp>
      <p:sp>
        <p:nvSpPr>
          <p:cNvPr id="25" name="Text 21"/>
          <p:cNvSpPr txBox="1"/>
          <p:nvPr/>
        </p:nvSpPr>
        <p:spPr>
          <a:xfrm rot="120000">
            <a:off x="4291584"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ended</a:t>
            </a:r>
            <a:endParaRPr lang="en-US" sz="1700" dirty="0"/>
          </a:p>
        </p:txBody>
      </p:sp>
      <p:sp>
        <p:nvSpPr>
          <p:cNvPr id="26" name="Shape 22"/>
          <p:cNvSpPr/>
          <p:nvPr/>
        </p:nvSpPr>
        <p:spPr>
          <a:xfrm rot="-60000">
            <a:off x="6163056" y="2481072"/>
            <a:ext cx="1734312" cy="457200"/>
          </a:xfrm>
          <a:prstGeom prst="roundRect">
            <a:avLst>
              <a:gd name="adj" fmla="val 24000"/>
            </a:avLst>
          </a:prstGeom>
          <a:solidFill>
            <a:srgbClr val="FFFFFF"/>
          </a:solidFill>
          <a:ln w="15875">
            <a:solidFill>
              <a:srgbClr val="4A5A70"/>
            </a:solidFill>
            <a:prstDash val="solid"/>
          </a:ln>
        </p:spPr>
      </p:sp>
      <p:sp>
        <p:nvSpPr>
          <p:cNvPr id="27" name="Text 23"/>
          <p:cNvSpPr txBox="1"/>
          <p:nvPr/>
        </p:nvSpPr>
        <p:spPr>
          <a:xfrm rot="-60000">
            <a:off x="6163056"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washed</a:t>
            </a:r>
            <a:endParaRPr lang="en-US" sz="1700" dirty="0"/>
          </a:p>
        </p:txBody>
      </p:sp>
      <p:sp>
        <p:nvSpPr>
          <p:cNvPr id="28" name="Shape 24"/>
          <p:cNvSpPr/>
          <p:nvPr/>
        </p:nvSpPr>
        <p:spPr>
          <a:xfrm rot="60000">
            <a:off x="8034528" y="2481072"/>
            <a:ext cx="1734312" cy="457200"/>
          </a:xfrm>
          <a:prstGeom prst="roundRect">
            <a:avLst>
              <a:gd name="adj" fmla="val 24000"/>
            </a:avLst>
          </a:prstGeom>
          <a:solidFill>
            <a:srgbClr val="FFFFFF"/>
          </a:solidFill>
          <a:ln w="15875">
            <a:solidFill>
              <a:srgbClr val="4A5A70"/>
            </a:solidFill>
            <a:prstDash val="solid"/>
          </a:ln>
        </p:spPr>
      </p:sp>
      <p:sp>
        <p:nvSpPr>
          <p:cNvPr id="29" name="Text 25"/>
          <p:cNvSpPr txBox="1"/>
          <p:nvPr/>
        </p:nvSpPr>
        <p:spPr>
          <a:xfrm rot="60000">
            <a:off x="8034528"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enjoyed</a:t>
            </a:r>
            <a:endParaRPr lang="en-US" sz="1700" dirty="0"/>
          </a:p>
        </p:txBody>
      </p:sp>
      <p:sp>
        <p:nvSpPr>
          <p:cNvPr id="30" name="Shape 26"/>
          <p:cNvSpPr/>
          <p:nvPr/>
        </p:nvSpPr>
        <p:spPr>
          <a:xfrm rot="-120000">
            <a:off x="9906000" y="2481072"/>
            <a:ext cx="1734312" cy="457200"/>
          </a:xfrm>
          <a:prstGeom prst="roundRect">
            <a:avLst>
              <a:gd name="adj" fmla="val 24000"/>
            </a:avLst>
          </a:prstGeom>
          <a:solidFill>
            <a:srgbClr val="FFFFFF"/>
          </a:solidFill>
          <a:ln w="15875">
            <a:solidFill>
              <a:srgbClr val="4A5A70"/>
            </a:solidFill>
            <a:prstDash val="solid"/>
          </a:ln>
        </p:spPr>
      </p:sp>
      <p:sp>
        <p:nvSpPr>
          <p:cNvPr id="31" name="Text 27"/>
          <p:cNvSpPr txBox="1"/>
          <p:nvPr/>
        </p:nvSpPr>
        <p:spPr>
          <a:xfrm rot="-120000">
            <a:off x="9906000" y="2481072"/>
            <a:ext cx="1734312" cy="457200"/>
          </a:xfrm>
          <a:prstGeom prst="rect">
            <a:avLst/>
          </a:prstGeom>
          <a:noFill/>
          <a:ln/>
        </p:spPr>
        <p:txBody>
          <a:bodyPr wrap="square" lIns="0" tIns="0" rIns="0" bIns="0" rtlCol="0" anchor="ctr"/>
          <a:lstStyle/>
          <a:p>
            <a:pPr algn="ctr" indent="0" marL="0">
              <a:buNone/>
            </a:pPr>
            <a:r>
              <a:rPr lang="en-US" sz="1700" b="1" i="1" dirty="0">
                <a:solidFill>
                  <a:schemeClr val="tx1"/>
                </a:solidFill>
              </a:rPr>
              <a:t>hated</a:t>
            </a:r>
            <a:endParaRPr lang="en-US" sz="1700" dirty="0"/>
          </a:p>
        </p:txBody>
      </p:sp>
      <p:sp>
        <p:nvSpPr>
          <p:cNvPr id="32" name="Shape 28"/>
          <p:cNvSpPr/>
          <p:nvPr/>
        </p:nvSpPr>
        <p:spPr>
          <a:xfrm>
            <a:off x="548640" y="3212592"/>
            <a:ext cx="3575304" cy="3051048"/>
          </a:xfrm>
          <a:prstGeom prst="roundRect">
            <a:avLst>
              <a:gd name="adj" fmla="val 3596"/>
            </a:avLst>
          </a:prstGeom>
          <a:solidFill>
            <a:srgbClr val="EAF2FB"/>
          </a:solidFill>
          <a:ln w="25400">
            <a:solidFill>
              <a:srgbClr val="2A6FB0"/>
            </a:solidFill>
            <a:prstDash val="dash"/>
          </a:ln>
        </p:spPr>
      </p:sp>
      <p:sp>
        <p:nvSpPr>
          <p:cNvPr id="33" name="Text 29"/>
          <p:cNvSpPr txBox="1"/>
          <p:nvPr/>
        </p:nvSpPr>
        <p:spPr>
          <a:xfrm>
            <a:off x="548640" y="3304032"/>
            <a:ext cx="3575304" cy="640080"/>
          </a:xfrm>
          <a:prstGeom prst="rect">
            <a:avLst/>
          </a:prstGeom>
          <a:noFill/>
          <a:ln/>
        </p:spPr>
        <p:txBody>
          <a:bodyPr wrap="square" lIns="0" tIns="0" rIns="0" bIns="0" rtlCol="0" anchor="ctr"/>
          <a:lstStyle/>
          <a:p>
            <a:pPr algn="ctr" indent="0" marL="0">
              <a:buNone/>
            </a:pPr>
            <a:r>
              <a:rPr lang="en-US" sz="3000" b="1" dirty="0">
                <a:solidFill>
                  <a:schemeClr val="accent2"/>
                </a:solidFill>
              </a:rPr>
              <a:t>/t/</a:t>
            </a:r>
            <a:endParaRPr lang="en-US" sz="3000" dirty="0"/>
          </a:p>
        </p:txBody>
      </p:sp>
      <p:sp>
        <p:nvSpPr>
          <p:cNvPr id="34" name="Shape 30"/>
          <p:cNvSpPr/>
          <p:nvPr/>
        </p:nvSpPr>
        <p:spPr>
          <a:xfrm>
            <a:off x="4306824" y="3212592"/>
            <a:ext cx="3575304" cy="3051048"/>
          </a:xfrm>
          <a:prstGeom prst="roundRect">
            <a:avLst>
              <a:gd name="adj" fmla="val 3596"/>
            </a:avLst>
          </a:prstGeom>
          <a:solidFill>
            <a:srgbClr val="E8F4EC"/>
          </a:solidFill>
          <a:ln w="25400">
            <a:solidFill>
              <a:srgbClr val="2E7D4F"/>
            </a:solidFill>
            <a:prstDash val="dash"/>
          </a:ln>
        </p:spPr>
      </p:sp>
      <p:sp>
        <p:nvSpPr>
          <p:cNvPr id="35" name="Text 31"/>
          <p:cNvSpPr txBox="1"/>
          <p:nvPr/>
        </p:nvSpPr>
        <p:spPr>
          <a:xfrm>
            <a:off x="4306824" y="3304032"/>
            <a:ext cx="3575304" cy="640080"/>
          </a:xfrm>
          <a:prstGeom prst="rect">
            <a:avLst/>
          </a:prstGeom>
          <a:noFill/>
          <a:ln/>
        </p:spPr>
        <p:txBody>
          <a:bodyPr wrap="square" lIns="0" tIns="0" rIns="0" bIns="0" rtlCol="0" anchor="ctr"/>
          <a:lstStyle/>
          <a:p>
            <a:pPr algn="ctr" indent="0" marL="0">
              <a:buNone/>
            </a:pPr>
            <a:r>
              <a:rPr lang="en-US" sz="3000" b="1" dirty="0">
                <a:solidFill>
                  <a:schemeClr val="accent3"/>
                </a:solidFill>
              </a:rPr>
              <a:t>/d/</a:t>
            </a:r>
            <a:endParaRPr lang="en-US" sz="3000" dirty="0"/>
          </a:p>
        </p:txBody>
      </p:sp>
      <p:sp>
        <p:nvSpPr>
          <p:cNvPr id="36" name="Shape 32"/>
          <p:cNvSpPr/>
          <p:nvPr/>
        </p:nvSpPr>
        <p:spPr>
          <a:xfrm>
            <a:off x="8065008" y="3212592"/>
            <a:ext cx="3575304" cy="3051048"/>
          </a:xfrm>
          <a:prstGeom prst="roundRect">
            <a:avLst>
              <a:gd name="adj" fmla="val 3596"/>
            </a:avLst>
          </a:prstGeom>
          <a:solidFill>
            <a:srgbClr val="FDF1E6"/>
          </a:solidFill>
          <a:ln w="25400">
            <a:solidFill>
              <a:srgbClr val="D9700F"/>
            </a:solidFill>
            <a:prstDash val="dash"/>
          </a:ln>
        </p:spPr>
      </p:sp>
      <p:sp>
        <p:nvSpPr>
          <p:cNvPr id="37" name="Text 33"/>
          <p:cNvSpPr txBox="1"/>
          <p:nvPr/>
        </p:nvSpPr>
        <p:spPr>
          <a:xfrm>
            <a:off x="8065008" y="3304032"/>
            <a:ext cx="3575304" cy="640080"/>
          </a:xfrm>
          <a:prstGeom prst="rect">
            <a:avLst/>
          </a:prstGeom>
          <a:noFill/>
          <a:ln/>
        </p:spPr>
        <p:txBody>
          <a:bodyPr wrap="square" lIns="0" tIns="0" rIns="0" bIns="0" rtlCol="0" anchor="ctr"/>
          <a:lstStyle/>
          <a:p>
            <a:pPr algn="ctr" indent="0" marL="0">
              <a:buNone/>
            </a:pPr>
            <a:r>
              <a:rPr lang="en-US" sz="3000" b="1" dirty="0">
                <a:solidFill>
                  <a:schemeClr val="accent1"/>
                </a:solidFill>
              </a:rPr>
              <a:t>/ɪd/</a:t>
            </a: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2 — /t/, /d/ or /ɪd/?</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Say each verb aloud. Put it in the right box.</a:t>
            </a:r>
            <a:endParaRPr lang="en-US" sz="1700" dirty="0"/>
          </a:p>
        </p:txBody>
      </p:sp>
      <p:sp>
        <p:nvSpPr>
          <p:cNvPr id="9" name="Shape 5"/>
          <p:cNvSpPr/>
          <p:nvPr/>
        </p:nvSpPr>
        <p:spPr>
          <a:xfrm>
            <a:off x="548640" y="1932432"/>
            <a:ext cx="3575304" cy="4331208"/>
          </a:xfrm>
          <a:prstGeom prst="roundRect">
            <a:avLst>
              <a:gd name="adj" fmla="val 3069"/>
            </a:avLst>
          </a:prstGeom>
          <a:solidFill>
            <a:srgbClr val="EAF2FB"/>
          </a:solidFill>
          <a:ln w="25400">
            <a:solidFill>
              <a:srgbClr val="2A6FB0"/>
            </a:solidFill>
            <a:prstDash val="solid"/>
          </a:ln>
        </p:spPr>
      </p:sp>
      <p:sp>
        <p:nvSpPr>
          <p:cNvPr id="10" name="Text 6"/>
          <p:cNvSpPr txBox="1"/>
          <p:nvPr/>
        </p:nvSpPr>
        <p:spPr>
          <a:xfrm>
            <a:off x="548640" y="2023872"/>
            <a:ext cx="3575304" cy="640080"/>
          </a:xfrm>
          <a:prstGeom prst="rect">
            <a:avLst/>
          </a:prstGeom>
          <a:noFill/>
          <a:ln/>
        </p:spPr>
        <p:txBody>
          <a:bodyPr wrap="square" lIns="0" tIns="0" rIns="0" bIns="0" rtlCol="0" anchor="ctr"/>
          <a:lstStyle/>
          <a:p>
            <a:pPr algn="ctr" indent="0" marL="0">
              <a:buNone/>
            </a:pPr>
            <a:r>
              <a:rPr lang="en-US" sz="3000" b="1" dirty="0">
                <a:solidFill>
                  <a:schemeClr val="accent2"/>
                </a:solidFill>
              </a:rPr>
              <a:t>/t/</a:t>
            </a:r>
            <a:endParaRPr lang="en-US" sz="3000" dirty="0"/>
          </a:p>
        </p:txBody>
      </p:sp>
      <p:sp>
        <p:nvSpPr>
          <p:cNvPr id="11" name="Text 7"/>
          <p:cNvSpPr txBox="1"/>
          <p:nvPr/>
        </p:nvSpPr>
        <p:spPr>
          <a:xfrm>
            <a:off x="731520" y="2709672"/>
            <a:ext cx="3209544" cy="3416808"/>
          </a:xfrm>
          <a:prstGeom prst="rect">
            <a:avLst/>
          </a:prstGeom>
          <a:noFill/>
          <a:ln/>
        </p:spPr>
        <p:txBody>
          <a:bodyPr wrap="square" lIns="0" tIns="0" rIns="0" bIns="0" rtlCol="0" anchor="ctr"/>
          <a:lstStyle/>
          <a:p>
            <a:pPr algn="ctr" indent="0" marL="0">
              <a:spcAft>
                <a:spcPts val="600"/>
              </a:spcAft>
              <a:buNone/>
            </a:pPr>
            <a:r>
              <a:rPr lang="en-US" sz="2200" b="1" i="1" dirty="0">
                <a:solidFill>
                  <a:schemeClr val="accent2"/>
                </a:solidFill>
              </a:rPr>
              <a:t>looked</a:t>
            </a:r>
            <a:endParaRPr lang="en-US" sz="2200" dirty="0"/>
          </a:p>
          <a:p>
            <a:pPr algn="ctr" indent="0" marL="0">
              <a:spcAft>
                <a:spcPts val="600"/>
              </a:spcAft>
              <a:buNone/>
            </a:pPr>
            <a:r>
              <a:rPr lang="en-US" sz="2200" b="1" i="1" dirty="0">
                <a:solidFill>
                  <a:schemeClr val="accent2"/>
                </a:solidFill>
              </a:rPr>
              <a:t>helped</a:t>
            </a:r>
            <a:endParaRPr lang="en-US" sz="2200" dirty="0"/>
          </a:p>
          <a:p>
            <a:pPr algn="ctr" indent="0" marL="0">
              <a:spcAft>
                <a:spcPts val="600"/>
              </a:spcAft>
              <a:buNone/>
            </a:pPr>
            <a:r>
              <a:rPr lang="en-US" sz="2200" b="1" i="1" dirty="0">
                <a:solidFill>
                  <a:schemeClr val="accent2"/>
                </a:solidFill>
              </a:rPr>
              <a:t>missed</a:t>
            </a:r>
            <a:endParaRPr lang="en-US" sz="2200" dirty="0"/>
          </a:p>
          <a:p>
            <a:pPr algn="ctr" indent="0" marL="0">
              <a:spcAft>
                <a:spcPts val="600"/>
              </a:spcAft>
              <a:buNone/>
            </a:pPr>
            <a:r>
              <a:rPr lang="en-US" sz="2200" b="1" i="1" dirty="0">
                <a:solidFill>
                  <a:schemeClr val="accent2"/>
                </a:solidFill>
              </a:rPr>
              <a:t>washed</a:t>
            </a:r>
            <a:endParaRPr lang="en-US" sz="2200" dirty="0"/>
          </a:p>
        </p:txBody>
      </p:sp>
      <p:sp>
        <p:nvSpPr>
          <p:cNvPr id="12" name="Shape 8"/>
          <p:cNvSpPr/>
          <p:nvPr/>
        </p:nvSpPr>
        <p:spPr>
          <a:xfrm>
            <a:off x="4306824" y="1932432"/>
            <a:ext cx="3575304" cy="4331208"/>
          </a:xfrm>
          <a:prstGeom prst="roundRect">
            <a:avLst>
              <a:gd name="adj" fmla="val 3069"/>
            </a:avLst>
          </a:prstGeom>
          <a:solidFill>
            <a:srgbClr val="E8F4EC"/>
          </a:solidFill>
          <a:ln w="25400">
            <a:solidFill>
              <a:srgbClr val="2E7D4F"/>
            </a:solidFill>
            <a:prstDash val="solid"/>
          </a:ln>
        </p:spPr>
      </p:sp>
      <p:sp>
        <p:nvSpPr>
          <p:cNvPr id="13" name="Text 9"/>
          <p:cNvSpPr txBox="1"/>
          <p:nvPr/>
        </p:nvSpPr>
        <p:spPr>
          <a:xfrm>
            <a:off x="4306824" y="2023872"/>
            <a:ext cx="3575304" cy="640080"/>
          </a:xfrm>
          <a:prstGeom prst="rect">
            <a:avLst/>
          </a:prstGeom>
          <a:noFill/>
          <a:ln/>
        </p:spPr>
        <p:txBody>
          <a:bodyPr wrap="square" lIns="0" tIns="0" rIns="0" bIns="0" rtlCol="0" anchor="ctr"/>
          <a:lstStyle/>
          <a:p>
            <a:pPr algn="ctr" indent="0" marL="0">
              <a:buNone/>
            </a:pPr>
            <a:r>
              <a:rPr lang="en-US" sz="3000" b="1" dirty="0">
                <a:solidFill>
                  <a:schemeClr val="accent3"/>
                </a:solidFill>
              </a:rPr>
              <a:t>/d/</a:t>
            </a:r>
            <a:endParaRPr lang="en-US" sz="3000" dirty="0"/>
          </a:p>
        </p:txBody>
      </p:sp>
      <p:sp>
        <p:nvSpPr>
          <p:cNvPr id="14" name="Text 10"/>
          <p:cNvSpPr txBox="1"/>
          <p:nvPr/>
        </p:nvSpPr>
        <p:spPr>
          <a:xfrm>
            <a:off x="4489704" y="2709672"/>
            <a:ext cx="3209544" cy="3416808"/>
          </a:xfrm>
          <a:prstGeom prst="rect">
            <a:avLst/>
          </a:prstGeom>
          <a:noFill/>
          <a:ln/>
        </p:spPr>
        <p:txBody>
          <a:bodyPr wrap="square" lIns="0" tIns="0" rIns="0" bIns="0" rtlCol="0" anchor="ctr"/>
          <a:lstStyle/>
          <a:p>
            <a:pPr algn="ctr" indent="0" marL="0">
              <a:spcAft>
                <a:spcPts val="600"/>
              </a:spcAft>
              <a:buNone/>
            </a:pPr>
            <a:r>
              <a:rPr lang="en-US" sz="2200" b="1" i="1" dirty="0">
                <a:solidFill>
                  <a:schemeClr val="accent3"/>
                </a:solidFill>
              </a:rPr>
              <a:t>called</a:t>
            </a:r>
            <a:endParaRPr lang="en-US" sz="2200" dirty="0"/>
          </a:p>
          <a:p>
            <a:pPr algn="ctr" indent="0" marL="0">
              <a:spcAft>
                <a:spcPts val="600"/>
              </a:spcAft>
              <a:buNone/>
            </a:pPr>
            <a:r>
              <a:rPr lang="en-US" sz="2200" b="1" i="1" dirty="0">
                <a:solidFill>
                  <a:schemeClr val="accent3"/>
                </a:solidFill>
              </a:rPr>
              <a:t>tried</a:t>
            </a:r>
            <a:endParaRPr lang="en-US" sz="2200" dirty="0"/>
          </a:p>
          <a:p>
            <a:pPr algn="ctr" indent="0" marL="0">
              <a:spcAft>
                <a:spcPts val="600"/>
              </a:spcAft>
              <a:buNone/>
            </a:pPr>
            <a:r>
              <a:rPr lang="en-US" sz="2200" b="1" i="1" dirty="0">
                <a:solidFill>
                  <a:schemeClr val="accent3"/>
                </a:solidFill>
              </a:rPr>
              <a:t>listened</a:t>
            </a:r>
            <a:endParaRPr lang="en-US" sz="2200" dirty="0"/>
          </a:p>
          <a:p>
            <a:pPr algn="ctr" indent="0" marL="0">
              <a:spcAft>
                <a:spcPts val="600"/>
              </a:spcAft>
              <a:buNone/>
            </a:pPr>
            <a:r>
              <a:rPr lang="en-US" sz="2200" b="1" i="1" dirty="0">
                <a:solidFill>
                  <a:schemeClr val="accent3"/>
                </a:solidFill>
              </a:rPr>
              <a:t>enjoyed</a:t>
            </a:r>
            <a:endParaRPr lang="en-US" sz="2200" dirty="0"/>
          </a:p>
        </p:txBody>
      </p:sp>
      <p:sp>
        <p:nvSpPr>
          <p:cNvPr id="15" name="Shape 11"/>
          <p:cNvSpPr/>
          <p:nvPr/>
        </p:nvSpPr>
        <p:spPr>
          <a:xfrm>
            <a:off x="8065008" y="1932432"/>
            <a:ext cx="3575304" cy="4331208"/>
          </a:xfrm>
          <a:prstGeom prst="roundRect">
            <a:avLst>
              <a:gd name="adj" fmla="val 3069"/>
            </a:avLst>
          </a:prstGeom>
          <a:solidFill>
            <a:srgbClr val="FDF1E6"/>
          </a:solidFill>
          <a:ln w="25400">
            <a:solidFill>
              <a:srgbClr val="D9700F"/>
            </a:solidFill>
            <a:prstDash val="solid"/>
          </a:ln>
        </p:spPr>
      </p:sp>
      <p:sp>
        <p:nvSpPr>
          <p:cNvPr id="16" name="Text 12"/>
          <p:cNvSpPr txBox="1"/>
          <p:nvPr/>
        </p:nvSpPr>
        <p:spPr>
          <a:xfrm>
            <a:off x="8065008" y="2023872"/>
            <a:ext cx="3575304" cy="640080"/>
          </a:xfrm>
          <a:prstGeom prst="rect">
            <a:avLst/>
          </a:prstGeom>
          <a:noFill/>
          <a:ln/>
        </p:spPr>
        <p:txBody>
          <a:bodyPr wrap="square" lIns="0" tIns="0" rIns="0" bIns="0" rtlCol="0" anchor="ctr"/>
          <a:lstStyle/>
          <a:p>
            <a:pPr algn="ctr" indent="0" marL="0">
              <a:buNone/>
            </a:pPr>
            <a:r>
              <a:rPr lang="en-US" sz="3000" b="1" dirty="0">
                <a:solidFill>
                  <a:schemeClr val="accent1"/>
                </a:solidFill>
              </a:rPr>
              <a:t>/ɪd/</a:t>
            </a:r>
            <a:endParaRPr lang="en-US" sz="3000" dirty="0"/>
          </a:p>
        </p:txBody>
      </p:sp>
      <p:sp>
        <p:nvSpPr>
          <p:cNvPr id="17" name="Text 13"/>
          <p:cNvSpPr txBox="1"/>
          <p:nvPr/>
        </p:nvSpPr>
        <p:spPr>
          <a:xfrm>
            <a:off x="8247888" y="2709672"/>
            <a:ext cx="3209544" cy="3416808"/>
          </a:xfrm>
          <a:prstGeom prst="rect">
            <a:avLst/>
          </a:prstGeom>
          <a:noFill/>
          <a:ln/>
        </p:spPr>
        <p:txBody>
          <a:bodyPr wrap="square" lIns="0" tIns="0" rIns="0" bIns="0" rtlCol="0" anchor="ctr"/>
          <a:lstStyle/>
          <a:p>
            <a:pPr algn="ctr" indent="0" marL="0">
              <a:spcAft>
                <a:spcPts val="600"/>
              </a:spcAft>
              <a:buNone/>
            </a:pPr>
            <a:r>
              <a:rPr lang="en-US" sz="2200" b="1" i="1" dirty="0">
                <a:solidFill>
                  <a:schemeClr val="accent1"/>
                </a:solidFill>
              </a:rPr>
              <a:t>started</a:t>
            </a:r>
            <a:endParaRPr lang="en-US" sz="2200" dirty="0"/>
          </a:p>
          <a:p>
            <a:pPr algn="ctr" indent="0" marL="0">
              <a:spcAft>
                <a:spcPts val="600"/>
              </a:spcAft>
              <a:buNone/>
            </a:pPr>
            <a:r>
              <a:rPr lang="en-US" sz="2200" b="1" i="1" dirty="0">
                <a:solidFill>
                  <a:schemeClr val="accent1"/>
                </a:solidFill>
              </a:rPr>
              <a:t>waited</a:t>
            </a:r>
            <a:endParaRPr lang="en-US" sz="2200" dirty="0"/>
          </a:p>
          <a:p>
            <a:pPr algn="ctr" indent="0" marL="0">
              <a:spcAft>
                <a:spcPts val="600"/>
              </a:spcAft>
              <a:buNone/>
            </a:pPr>
            <a:r>
              <a:rPr lang="en-US" sz="2200" b="1" i="1" dirty="0">
                <a:solidFill>
                  <a:schemeClr val="accent1"/>
                </a:solidFill>
              </a:rPr>
              <a:t>ended</a:t>
            </a:r>
            <a:endParaRPr lang="en-US" sz="2200" dirty="0"/>
          </a:p>
          <a:p>
            <a:pPr algn="ctr" indent="0" marL="0">
              <a:spcAft>
                <a:spcPts val="600"/>
              </a:spcAft>
              <a:buNone/>
            </a:pPr>
            <a:r>
              <a:rPr lang="en-US" sz="2200" b="1" i="1" dirty="0">
                <a:solidFill>
                  <a:schemeClr val="accent1"/>
                </a:solidFill>
              </a:rPr>
              <a:t>hated</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3 — Irregular memory</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Find the 8 pairs: base form + past simple. (Imprimez les cartes pour un vrai memory.)</a:t>
            </a:r>
            <a:endParaRPr lang="en-US" sz="1700" dirty="0"/>
          </a:p>
        </p:txBody>
      </p:sp>
      <p:sp>
        <p:nvSpPr>
          <p:cNvPr id="8" name="Shape 4"/>
          <p:cNvSpPr/>
          <p:nvPr/>
        </p:nvSpPr>
        <p:spPr>
          <a:xfrm rot="-120000">
            <a:off x="548640" y="1932432"/>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9" name="Image 1" descr="game die">    </p:cNvPr>
          <p:cNvPicPr>
            <a:picLocks noChangeAspect="1"/>
          </p:cNvPicPr>
          <p:nvPr/>
        </p:nvPicPr>
        <p:blipFill>
          <a:blip r:embed="rId2"/>
          <a:stretch>
            <a:fillRect/>
          </a:stretch>
        </p:blipFill>
        <p:spPr>
          <a:xfrm>
            <a:off x="953262" y="2161032"/>
            <a:ext cx="457200" cy="457200"/>
          </a:xfrm>
          <a:prstGeom prst="rect">
            <a:avLst/>
          </a:prstGeom>
        </p:spPr>
      </p:pic>
      <p:sp>
        <p:nvSpPr>
          <p:cNvPr id="10" name="Text 5"/>
          <p:cNvSpPr txBox="1"/>
          <p:nvPr/>
        </p:nvSpPr>
        <p:spPr>
          <a:xfrm rot="-120000">
            <a:off x="548640" y="2683764"/>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saw</a:t>
            </a:r>
            <a:endParaRPr lang="en-US" sz="2000" dirty="0"/>
          </a:p>
        </p:txBody>
      </p:sp>
      <p:sp>
        <p:nvSpPr>
          <p:cNvPr id="11" name="Shape 6"/>
          <p:cNvSpPr/>
          <p:nvPr/>
        </p:nvSpPr>
        <p:spPr>
          <a:xfrm rot="60000">
            <a:off x="1952244" y="1932432"/>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12" name="Image 2" descr="game die">    </p:cNvPr>
          <p:cNvPicPr>
            <a:picLocks noChangeAspect="1"/>
          </p:cNvPicPr>
          <p:nvPr/>
        </p:nvPicPr>
        <p:blipFill>
          <a:blip r:embed="rId3"/>
          <a:stretch>
            <a:fillRect/>
          </a:stretch>
        </p:blipFill>
        <p:spPr>
          <a:xfrm>
            <a:off x="2356866" y="2161032"/>
            <a:ext cx="457200" cy="457200"/>
          </a:xfrm>
          <a:prstGeom prst="rect">
            <a:avLst/>
          </a:prstGeom>
        </p:spPr>
      </p:pic>
      <p:sp>
        <p:nvSpPr>
          <p:cNvPr id="13" name="Text 7"/>
          <p:cNvSpPr txBox="1"/>
          <p:nvPr/>
        </p:nvSpPr>
        <p:spPr>
          <a:xfrm rot="60000">
            <a:off x="1952244" y="2683764"/>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think</a:t>
            </a:r>
            <a:endParaRPr lang="en-US" sz="2000" dirty="0"/>
          </a:p>
        </p:txBody>
      </p:sp>
      <p:sp>
        <p:nvSpPr>
          <p:cNvPr id="14" name="Shape 8"/>
          <p:cNvSpPr/>
          <p:nvPr/>
        </p:nvSpPr>
        <p:spPr>
          <a:xfrm rot="120000">
            <a:off x="3355848" y="1932432"/>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15" name="Image 3" descr="game die">    </p:cNvPr>
          <p:cNvPicPr>
            <a:picLocks noChangeAspect="1"/>
          </p:cNvPicPr>
          <p:nvPr/>
        </p:nvPicPr>
        <p:blipFill>
          <a:blip r:embed="rId4"/>
          <a:stretch>
            <a:fillRect/>
          </a:stretch>
        </p:blipFill>
        <p:spPr>
          <a:xfrm>
            <a:off x="3760470" y="2161032"/>
            <a:ext cx="457200" cy="457200"/>
          </a:xfrm>
          <a:prstGeom prst="rect">
            <a:avLst/>
          </a:prstGeom>
        </p:spPr>
      </p:pic>
      <p:sp>
        <p:nvSpPr>
          <p:cNvPr id="16" name="Text 9"/>
          <p:cNvSpPr txBox="1"/>
          <p:nvPr/>
        </p:nvSpPr>
        <p:spPr>
          <a:xfrm rot="120000">
            <a:off x="3355848" y="2683764"/>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eat</a:t>
            </a:r>
            <a:endParaRPr lang="en-US" sz="2000" dirty="0"/>
          </a:p>
        </p:txBody>
      </p:sp>
      <p:sp>
        <p:nvSpPr>
          <p:cNvPr id="17" name="Shape 10"/>
          <p:cNvSpPr/>
          <p:nvPr/>
        </p:nvSpPr>
        <p:spPr>
          <a:xfrm rot="-60000">
            <a:off x="4759452" y="1932432"/>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18" name="Image 4" descr="game die">    </p:cNvPr>
          <p:cNvPicPr>
            <a:picLocks noChangeAspect="1"/>
          </p:cNvPicPr>
          <p:nvPr/>
        </p:nvPicPr>
        <p:blipFill>
          <a:blip r:embed="rId5"/>
          <a:stretch>
            <a:fillRect/>
          </a:stretch>
        </p:blipFill>
        <p:spPr>
          <a:xfrm>
            <a:off x="5164074" y="2161032"/>
            <a:ext cx="457200" cy="457200"/>
          </a:xfrm>
          <a:prstGeom prst="rect">
            <a:avLst/>
          </a:prstGeom>
        </p:spPr>
      </p:pic>
      <p:sp>
        <p:nvSpPr>
          <p:cNvPr id="19" name="Text 11"/>
          <p:cNvSpPr txBox="1"/>
          <p:nvPr/>
        </p:nvSpPr>
        <p:spPr>
          <a:xfrm rot="-60000">
            <a:off x="4759452" y="2683764"/>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took</a:t>
            </a:r>
            <a:endParaRPr lang="en-US" sz="2000" dirty="0"/>
          </a:p>
        </p:txBody>
      </p:sp>
      <p:sp>
        <p:nvSpPr>
          <p:cNvPr id="20" name="Shape 12"/>
          <p:cNvSpPr/>
          <p:nvPr/>
        </p:nvSpPr>
        <p:spPr>
          <a:xfrm rot="-120000">
            <a:off x="6163056" y="1932432"/>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21" name="Image 5" descr="game die">    </p:cNvPr>
          <p:cNvPicPr>
            <a:picLocks noChangeAspect="1"/>
          </p:cNvPicPr>
          <p:nvPr/>
        </p:nvPicPr>
        <p:blipFill>
          <a:blip r:embed="rId6"/>
          <a:stretch>
            <a:fillRect/>
          </a:stretch>
        </p:blipFill>
        <p:spPr>
          <a:xfrm>
            <a:off x="6567678" y="2161032"/>
            <a:ext cx="457200" cy="457200"/>
          </a:xfrm>
          <a:prstGeom prst="rect">
            <a:avLst/>
          </a:prstGeom>
        </p:spPr>
      </p:pic>
      <p:sp>
        <p:nvSpPr>
          <p:cNvPr id="22" name="Text 13"/>
          <p:cNvSpPr txBox="1"/>
          <p:nvPr/>
        </p:nvSpPr>
        <p:spPr>
          <a:xfrm rot="-120000">
            <a:off x="6163056" y="2683764"/>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go</a:t>
            </a:r>
            <a:endParaRPr lang="en-US" sz="2000" dirty="0"/>
          </a:p>
        </p:txBody>
      </p:sp>
      <p:sp>
        <p:nvSpPr>
          <p:cNvPr id="23" name="Shape 14"/>
          <p:cNvSpPr/>
          <p:nvPr/>
        </p:nvSpPr>
        <p:spPr>
          <a:xfrm rot="60000">
            <a:off x="7566660" y="1932432"/>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24" name="Image 6" descr="game die">    </p:cNvPr>
          <p:cNvPicPr>
            <a:picLocks noChangeAspect="1"/>
          </p:cNvPicPr>
          <p:nvPr/>
        </p:nvPicPr>
        <p:blipFill>
          <a:blip r:embed="rId7"/>
          <a:stretch>
            <a:fillRect/>
          </a:stretch>
        </p:blipFill>
        <p:spPr>
          <a:xfrm>
            <a:off x="7971282" y="2161032"/>
            <a:ext cx="457200" cy="457200"/>
          </a:xfrm>
          <a:prstGeom prst="rect">
            <a:avLst/>
          </a:prstGeom>
        </p:spPr>
      </p:pic>
      <p:sp>
        <p:nvSpPr>
          <p:cNvPr id="25" name="Text 15"/>
          <p:cNvSpPr txBox="1"/>
          <p:nvPr/>
        </p:nvSpPr>
        <p:spPr>
          <a:xfrm rot="60000">
            <a:off x="7566660" y="2683764"/>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met</a:t>
            </a:r>
            <a:endParaRPr lang="en-US" sz="2000" dirty="0"/>
          </a:p>
        </p:txBody>
      </p:sp>
      <p:sp>
        <p:nvSpPr>
          <p:cNvPr id="26" name="Shape 16"/>
          <p:cNvSpPr/>
          <p:nvPr/>
        </p:nvSpPr>
        <p:spPr>
          <a:xfrm rot="120000">
            <a:off x="8970264" y="1932432"/>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27" name="Image 7" descr="game die">    </p:cNvPr>
          <p:cNvPicPr>
            <a:picLocks noChangeAspect="1"/>
          </p:cNvPicPr>
          <p:nvPr/>
        </p:nvPicPr>
        <p:blipFill>
          <a:blip r:embed="rId8"/>
          <a:stretch>
            <a:fillRect/>
          </a:stretch>
        </p:blipFill>
        <p:spPr>
          <a:xfrm>
            <a:off x="9374886" y="2161032"/>
            <a:ext cx="457200" cy="457200"/>
          </a:xfrm>
          <a:prstGeom prst="rect">
            <a:avLst/>
          </a:prstGeom>
        </p:spPr>
      </p:pic>
      <p:sp>
        <p:nvSpPr>
          <p:cNvPr id="28" name="Text 17"/>
          <p:cNvSpPr txBox="1"/>
          <p:nvPr/>
        </p:nvSpPr>
        <p:spPr>
          <a:xfrm rot="120000">
            <a:off x="8970264" y="2683764"/>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bought</a:t>
            </a:r>
            <a:endParaRPr lang="en-US" sz="2000" dirty="0"/>
          </a:p>
        </p:txBody>
      </p:sp>
      <p:sp>
        <p:nvSpPr>
          <p:cNvPr id="29" name="Shape 18"/>
          <p:cNvSpPr/>
          <p:nvPr/>
        </p:nvSpPr>
        <p:spPr>
          <a:xfrm rot="-60000">
            <a:off x="10373868" y="1932432"/>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30" name="Image 8" descr="game die">    </p:cNvPr>
          <p:cNvPicPr>
            <a:picLocks noChangeAspect="1"/>
          </p:cNvPicPr>
          <p:nvPr/>
        </p:nvPicPr>
        <p:blipFill>
          <a:blip r:embed="rId9"/>
          <a:stretch>
            <a:fillRect/>
          </a:stretch>
        </p:blipFill>
        <p:spPr>
          <a:xfrm>
            <a:off x="10778490" y="2161032"/>
            <a:ext cx="457200" cy="457200"/>
          </a:xfrm>
          <a:prstGeom prst="rect">
            <a:avLst/>
          </a:prstGeom>
        </p:spPr>
      </p:pic>
      <p:sp>
        <p:nvSpPr>
          <p:cNvPr id="31" name="Text 19"/>
          <p:cNvSpPr txBox="1"/>
          <p:nvPr/>
        </p:nvSpPr>
        <p:spPr>
          <a:xfrm rot="-60000">
            <a:off x="10373868" y="2683764"/>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write</a:t>
            </a:r>
            <a:endParaRPr lang="en-US" sz="2000" dirty="0"/>
          </a:p>
        </p:txBody>
      </p:sp>
      <p:sp>
        <p:nvSpPr>
          <p:cNvPr id="32" name="Shape 20"/>
          <p:cNvSpPr/>
          <p:nvPr/>
        </p:nvSpPr>
        <p:spPr>
          <a:xfrm rot="-120000">
            <a:off x="548640" y="4166616"/>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33" name="Image 9" descr="game die">    </p:cNvPr>
          <p:cNvPicPr>
            <a:picLocks noChangeAspect="1"/>
          </p:cNvPicPr>
          <p:nvPr/>
        </p:nvPicPr>
        <p:blipFill>
          <a:blip r:embed="rId10"/>
          <a:stretch>
            <a:fillRect/>
          </a:stretch>
        </p:blipFill>
        <p:spPr>
          <a:xfrm>
            <a:off x="953262" y="4395216"/>
            <a:ext cx="457200" cy="457200"/>
          </a:xfrm>
          <a:prstGeom prst="rect">
            <a:avLst/>
          </a:prstGeom>
        </p:spPr>
      </p:pic>
      <p:sp>
        <p:nvSpPr>
          <p:cNvPr id="34" name="Text 21"/>
          <p:cNvSpPr txBox="1"/>
          <p:nvPr/>
        </p:nvSpPr>
        <p:spPr>
          <a:xfrm rot="-120000">
            <a:off x="548640" y="4917948"/>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thought</a:t>
            </a:r>
            <a:endParaRPr lang="en-US" sz="2000" dirty="0"/>
          </a:p>
        </p:txBody>
      </p:sp>
      <p:sp>
        <p:nvSpPr>
          <p:cNvPr id="35" name="Shape 22"/>
          <p:cNvSpPr/>
          <p:nvPr/>
        </p:nvSpPr>
        <p:spPr>
          <a:xfrm rot="60000">
            <a:off x="1952244" y="4166616"/>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36" name="Image 10" descr="game die">    </p:cNvPr>
          <p:cNvPicPr>
            <a:picLocks noChangeAspect="1"/>
          </p:cNvPicPr>
          <p:nvPr/>
        </p:nvPicPr>
        <p:blipFill>
          <a:blip r:embed="rId11"/>
          <a:stretch>
            <a:fillRect/>
          </a:stretch>
        </p:blipFill>
        <p:spPr>
          <a:xfrm>
            <a:off x="2356866" y="4395216"/>
            <a:ext cx="457200" cy="457200"/>
          </a:xfrm>
          <a:prstGeom prst="rect">
            <a:avLst/>
          </a:prstGeom>
        </p:spPr>
      </p:pic>
      <p:sp>
        <p:nvSpPr>
          <p:cNvPr id="37" name="Text 23"/>
          <p:cNvSpPr txBox="1"/>
          <p:nvPr/>
        </p:nvSpPr>
        <p:spPr>
          <a:xfrm rot="60000">
            <a:off x="1952244" y="4917948"/>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see</a:t>
            </a:r>
            <a:endParaRPr lang="en-US" sz="2000" dirty="0"/>
          </a:p>
        </p:txBody>
      </p:sp>
      <p:sp>
        <p:nvSpPr>
          <p:cNvPr id="38" name="Shape 24"/>
          <p:cNvSpPr/>
          <p:nvPr/>
        </p:nvSpPr>
        <p:spPr>
          <a:xfrm rot="120000">
            <a:off x="3355848" y="4166616"/>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39" name="Image 11" descr="game die">    </p:cNvPr>
          <p:cNvPicPr>
            <a:picLocks noChangeAspect="1"/>
          </p:cNvPicPr>
          <p:nvPr/>
        </p:nvPicPr>
        <p:blipFill>
          <a:blip r:embed="rId12"/>
          <a:stretch>
            <a:fillRect/>
          </a:stretch>
        </p:blipFill>
        <p:spPr>
          <a:xfrm>
            <a:off x="3760470" y="4395216"/>
            <a:ext cx="457200" cy="457200"/>
          </a:xfrm>
          <a:prstGeom prst="rect">
            <a:avLst/>
          </a:prstGeom>
        </p:spPr>
      </p:pic>
      <p:sp>
        <p:nvSpPr>
          <p:cNvPr id="40" name="Text 25"/>
          <p:cNvSpPr txBox="1"/>
          <p:nvPr/>
        </p:nvSpPr>
        <p:spPr>
          <a:xfrm rot="120000">
            <a:off x="3355848" y="4917948"/>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take</a:t>
            </a:r>
            <a:endParaRPr lang="en-US" sz="2000" dirty="0"/>
          </a:p>
        </p:txBody>
      </p:sp>
      <p:sp>
        <p:nvSpPr>
          <p:cNvPr id="41" name="Shape 26"/>
          <p:cNvSpPr/>
          <p:nvPr/>
        </p:nvSpPr>
        <p:spPr>
          <a:xfrm rot="-60000">
            <a:off x="4759452" y="4166616"/>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42" name="Image 12" descr="game die">    </p:cNvPr>
          <p:cNvPicPr>
            <a:picLocks noChangeAspect="1"/>
          </p:cNvPicPr>
          <p:nvPr/>
        </p:nvPicPr>
        <p:blipFill>
          <a:blip r:embed="rId13"/>
          <a:stretch>
            <a:fillRect/>
          </a:stretch>
        </p:blipFill>
        <p:spPr>
          <a:xfrm>
            <a:off x="5164074" y="4395216"/>
            <a:ext cx="457200" cy="457200"/>
          </a:xfrm>
          <a:prstGeom prst="rect">
            <a:avLst/>
          </a:prstGeom>
        </p:spPr>
      </p:pic>
      <p:sp>
        <p:nvSpPr>
          <p:cNvPr id="43" name="Text 27"/>
          <p:cNvSpPr txBox="1"/>
          <p:nvPr/>
        </p:nvSpPr>
        <p:spPr>
          <a:xfrm rot="-60000">
            <a:off x="4759452" y="4917948"/>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ate</a:t>
            </a:r>
            <a:endParaRPr lang="en-US" sz="2000" dirty="0"/>
          </a:p>
        </p:txBody>
      </p:sp>
      <p:sp>
        <p:nvSpPr>
          <p:cNvPr id="44" name="Shape 28"/>
          <p:cNvSpPr/>
          <p:nvPr/>
        </p:nvSpPr>
        <p:spPr>
          <a:xfrm rot="-120000">
            <a:off x="6163056" y="4166616"/>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45" name="Image 13" descr="game die">    </p:cNvPr>
          <p:cNvPicPr>
            <a:picLocks noChangeAspect="1"/>
          </p:cNvPicPr>
          <p:nvPr/>
        </p:nvPicPr>
        <p:blipFill>
          <a:blip r:embed="rId14"/>
          <a:stretch>
            <a:fillRect/>
          </a:stretch>
        </p:blipFill>
        <p:spPr>
          <a:xfrm>
            <a:off x="6567678" y="4395216"/>
            <a:ext cx="457200" cy="457200"/>
          </a:xfrm>
          <a:prstGeom prst="rect">
            <a:avLst/>
          </a:prstGeom>
        </p:spPr>
      </p:pic>
      <p:sp>
        <p:nvSpPr>
          <p:cNvPr id="46" name="Text 29"/>
          <p:cNvSpPr txBox="1"/>
          <p:nvPr/>
        </p:nvSpPr>
        <p:spPr>
          <a:xfrm rot="-120000">
            <a:off x="6163056" y="4917948"/>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meet</a:t>
            </a:r>
            <a:endParaRPr lang="en-US" sz="2000" dirty="0"/>
          </a:p>
        </p:txBody>
      </p:sp>
      <p:sp>
        <p:nvSpPr>
          <p:cNvPr id="47" name="Shape 30"/>
          <p:cNvSpPr/>
          <p:nvPr/>
        </p:nvSpPr>
        <p:spPr>
          <a:xfrm rot="60000">
            <a:off x="7566660" y="4166616"/>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48" name="Image 14" descr="game die">    </p:cNvPr>
          <p:cNvPicPr>
            <a:picLocks noChangeAspect="1"/>
          </p:cNvPicPr>
          <p:nvPr/>
        </p:nvPicPr>
        <p:blipFill>
          <a:blip r:embed="rId15"/>
          <a:stretch>
            <a:fillRect/>
          </a:stretch>
        </p:blipFill>
        <p:spPr>
          <a:xfrm>
            <a:off x="7971282" y="4395216"/>
            <a:ext cx="457200" cy="457200"/>
          </a:xfrm>
          <a:prstGeom prst="rect">
            <a:avLst/>
          </a:prstGeom>
        </p:spPr>
      </p:pic>
      <p:sp>
        <p:nvSpPr>
          <p:cNvPr id="49" name="Text 31"/>
          <p:cNvSpPr txBox="1"/>
          <p:nvPr/>
        </p:nvSpPr>
        <p:spPr>
          <a:xfrm rot="60000">
            <a:off x="7566660" y="4917948"/>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went</a:t>
            </a:r>
            <a:endParaRPr lang="en-US" sz="2000" dirty="0"/>
          </a:p>
        </p:txBody>
      </p:sp>
      <p:sp>
        <p:nvSpPr>
          <p:cNvPr id="50" name="Shape 32"/>
          <p:cNvSpPr/>
          <p:nvPr/>
        </p:nvSpPr>
        <p:spPr>
          <a:xfrm rot="120000">
            <a:off x="8970264" y="4166616"/>
            <a:ext cx="1266444" cy="2051304"/>
          </a:xfrm>
          <a:prstGeom prst="roundRect">
            <a:avLst>
              <a:gd name="adj" fmla="val 8664"/>
            </a:avLst>
          </a:prstGeom>
          <a:solidFill>
            <a:srgbClr val="FBEAF2"/>
          </a:solidFill>
          <a:ln w="22225">
            <a:solidFill>
              <a:srgbClr val="B4236A"/>
            </a:solidFill>
            <a:prstDash val="solid"/>
          </a:ln>
          <a:effectLst>
            <a:outerShdw sx="100000" sy="100000" kx="0" ky="0" algn="bl" rotWithShape="0" blurRad="101600" dist="25400" dir="3600000">
              <a:srgbClr val="000000">
                <a:alpha val="16000"/>
              </a:srgbClr>
            </a:outerShdw>
          </a:effectLst>
        </p:spPr>
      </p:sp>
      <p:pic>
        <p:nvPicPr>
          <p:cNvPr id="51" name="Image 15" descr="game die">    </p:cNvPr>
          <p:cNvPicPr>
            <a:picLocks noChangeAspect="1"/>
          </p:cNvPicPr>
          <p:nvPr/>
        </p:nvPicPr>
        <p:blipFill>
          <a:blip r:embed="rId16"/>
          <a:stretch>
            <a:fillRect/>
          </a:stretch>
        </p:blipFill>
        <p:spPr>
          <a:xfrm>
            <a:off x="9374886" y="4395216"/>
            <a:ext cx="457200" cy="457200"/>
          </a:xfrm>
          <a:prstGeom prst="rect">
            <a:avLst/>
          </a:prstGeom>
        </p:spPr>
      </p:pic>
      <p:sp>
        <p:nvSpPr>
          <p:cNvPr id="52" name="Text 33"/>
          <p:cNvSpPr txBox="1"/>
          <p:nvPr/>
        </p:nvSpPr>
        <p:spPr>
          <a:xfrm rot="120000">
            <a:off x="8970264" y="4917948"/>
            <a:ext cx="1266444" cy="731520"/>
          </a:xfrm>
          <a:prstGeom prst="rect">
            <a:avLst/>
          </a:prstGeom>
          <a:noFill/>
          <a:ln/>
        </p:spPr>
        <p:txBody>
          <a:bodyPr wrap="square" lIns="0" tIns="0" rIns="0" bIns="0" rtlCol="0" anchor="ctr"/>
          <a:lstStyle/>
          <a:p>
            <a:pPr algn="ctr" indent="0" marL="0">
              <a:buNone/>
            </a:pPr>
            <a:r>
              <a:rPr lang="en-US" sz="2000" b="1" i="1" dirty="0">
                <a:solidFill>
                  <a:schemeClr val="accent4"/>
                </a:solidFill>
              </a:rPr>
              <a:t>wrote</a:t>
            </a:r>
            <a:endParaRPr lang="en-US" sz="2000" dirty="0"/>
          </a:p>
        </p:txBody>
      </p:sp>
      <p:sp>
        <p:nvSpPr>
          <p:cNvPr id="53" name="Shape 34"/>
          <p:cNvSpPr/>
          <p:nvPr/>
        </p:nvSpPr>
        <p:spPr>
          <a:xfrm rot="-60000">
            <a:off x="10373868" y="4166616"/>
            <a:ext cx="1266444" cy="2051304"/>
          </a:xfrm>
          <a:prstGeom prst="roundRect">
            <a:avLst>
              <a:gd name="adj" fmla="val 8664"/>
            </a:avLst>
          </a:prstGeom>
          <a:solidFill>
            <a:srgbClr val="FFFFFF"/>
          </a:solidFill>
          <a:ln w="22225">
            <a:solidFill>
              <a:srgbClr val="4A5A70"/>
            </a:solidFill>
            <a:prstDash val="solid"/>
          </a:ln>
          <a:effectLst>
            <a:outerShdw sx="100000" sy="100000" kx="0" ky="0" algn="bl" rotWithShape="0" blurRad="101600" dist="25400" dir="3600000">
              <a:srgbClr val="000000">
                <a:alpha val="16000"/>
              </a:srgbClr>
            </a:outerShdw>
          </a:effectLst>
        </p:spPr>
      </p:sp>
      <p:pic>
        <p:nvPicPr>
          <p:cNvPr id="54" name="Image 16" descr="game die">    </p:cNvPr>
          <p:cNvPicPr>
            <a:picLocks noChangeAspect="1"/>
          </p:cNvPicPr>
          <p:nvPr/>
        </p:nvPicPr>
        <p:blipFill>
          <a:blip r:embed="rId17"/>
          <a:stretch>
            <a:fillRect/>
          </a:stretch>
        </p:blipFill>
        <p:spPr>
          <a:xfrm>
            <a:off x="10778490" y="4395216"/>
            <a:ext cx="457200" cy="457200"/>
          </a:xfrm>
          <a:prstGeom prst="rect">
            <a:avLst/>
          </a:prstGeom>
        </p:spPr>
      </p:pic>
      <p:sp>
        <p:nvSpPr>
          <p:cNvPr id="55" name="Text 35"/>
          <p:cNvSpPr txBox="1"/>
          <p:nvPr/>
        </p:nvSpPr>
        <p:spPr>
          <a:xfrm rot="-60000">
            <a:off x="10373868" y="4917948"/>
            <a:ext cx="1266444" cy="731520"/>
          </a:xfrm>
          <a:prstGeom prst="rect">
            <a:avLst/>
          </a:prstGeom>
          <a:noFill/>
          <a:ln/>
        </p:spPr>
        <p:txBody>
          <a:bodyPr wrap="square" lIns="0" tIns="0" rIns="0" bIns="0" rtlCol="0" anchor="ctr"/>
          <a:lstStyle/>
          <a:p>
            <a:pPr algn="ctr" indent="0" marL="0">
              <a:buNone/>
            </a:pPr>
            <a:r>
              <a:rPr lang="en-US" sz="2000" b="1" i="1" dirty="0">
                <a:solidFill>
                  <a:schemeClr val="tx1"/>
                </a:solidFill>
              </a:rPr>
              <a:t>buy</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3 — Irregular memory</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Find the 8 pairs: base form + past simple. (Imprimez les cartes pour un vrai memory.)</a:t>
            </a:r>
            <a:endParaRPr lang="en-US" sz="1700" dirty="0"/>
          </a:p>
        </p:txBody>
      </p:sp>
      <p:sp>
        <p:nvSpPr>
          <p:cNvPr id="9" name="Shape 5"/>
          <p:cNvSpPr/>
          <p:nvPr/>
        </p:nvSpPr>
        <p:spPr>
          <a:xfrm>
            <a:off x="548640" y="1932432"/>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548640" y="2206752"/>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go</a:t>
            </a:r>
            <a:endParaRPr lang="en-US" sz="2200" dirty="0"/>
          </a:p>
        </p:txBody>
      </p:sp>
      <p:sp>
        <p:nvSpPr>
          <p:cNvPr id="11" name="Text 7"/>
          <p:cNvSpPr txBox="1"/>
          <p:nvPr/>
        </p:nvSpPr>
        <p:spPr>
          <a:xfrm>
            <a:off x="548640" y="2755392"/>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2" name="Shape 8"/>
          <p:cNvSpPr/>
          <p:nvPr/>
        </p:nvSpPr>
        <p:spPr>
          <a:xfrm>
            <a:off x="822960" y="3258312"/>
            <a:ext cx="2087118" cy="548640"/>
          </a:xfrm>
          <a:prstGeom prst="roundRect">
            <a:avLst>
              <a:gd name="adj" fmla="val 20000"/>
            </a:avLst>
          </a:prstGeom>
          <a:solidFill>
            <a:schemeClr val="accent4"/>
          </a:solidFill>
          <a:ln w="12700">
            <a:solidFill>
              <a:srgbClr val="FFFFFF">
                <a:alpha val="0"/>
              </a:srgbClr>
            </a:solidFill>
            <a:prstDash val="solid"/>
          </a:ln>
        </p:spPr>
      </p:sp>
      <p:sp>
        <p:nvSpPr>
          <p:cNvPr id="13" name="Text 9"/>
          <p:cNvSpPr txBox="1"/>
          <p:nvPr/>
        </p:nvSpPr>
        <p:spPr>
          <a:xfrm>
            <a:off x="822960" y="3258312"/>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went</a:t>
            </a:r>
            <a:endParaRPr lang="en-US" sz="2200" dirty="0"/>
          </a:p>
        </p:txBody>
      </p:sp>
      <p:sp>
        <p:nvSpPr>
          <p:cNvPr id="14" name="Shape 10"/>
          <p:cNvSpPr/>
          <p:nvPr/>
        </p:nvSpPr>
        <p:spPr>
          <a:xfrm>
            <a:off x="3367278" y="1932432"/>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15" name="Text 11"/>
          <p:cNvSpPr txBox="1"/>
          <p:nvPr/>
        </p:nvSpPr>
        <p:spPr>
          <a:xfrm>
            <a:off x="3367278" y="2206752"/>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see</a:t>
            </a:r>
            <a:endParaRPr lang="en-US" sz="2200" dirty="0"/>
          </a:p>
        </p:txBody>
      </p:sp>
      <p:sp>
        <p:nvSpPr>
          <p:cNvPr id="16" name="Text 12"/>
          <p:cNvSpPr txBox="1"/>
          <p:nvPr/>
        </p:nvSpPr>
        <p:spPr>
          <a:xfrm>
            <a:off x="3367278" y="2755392"/>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7" name="Shape 13"/>
          <p:cNvSpPr/>
          <p:nvPr/>
        </p:nvSpPr>
        <p:spPr>
          <a:xfrm>
            <a:off x="3641598" y="3258312"/>
            <a:ext cx="2087118" cy="548640"/>
          </a:xfrm>
          <a:prstGeom prst="roundRect">
            <a:avLst>
              <a:gd name="adj" fmla="val 20000"/>
            </a:avLst>
          </a:prstGeom>
          <a:solidFill>
            <a:schemeClr val="accent4"/>
          </a:solidFill>
          <a:ln w="12700">
            <a:solidFill>
              <a:srgbClr val="FFFFFF">
                <a:alpha val="0"/>
              </a:srgbClr>
            </a:solidFill>
            <a:prstDash val="solid"/>
          </a:ln>
        </p:spPr>
      </p:sp>
      <p:sp>
        <p:nvSpPr>
          <p:cNvPr id="18" name="Text 14"/>
          <p:cNvSpPr txBox="1"/>
          <p:nvPr/>
        </p:nvSpPr>
        <p:spPr>
          <a:xfrm>
            <a:off x="3641598" y="3258312"/>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saw</a:t>
            </a:r>
            <a:endParaRPr lang="en-US" sz="2200" dirty="0"/>
          </a:p>
        </p:txBody>
      </p:sp>
      <p:sp>
        <p:nvSpPr>
          <p:cNvPr id="19" name="Shape 15"/>
          <p:cNvSpPr/>
          <p:nvPr/>
        </p:nvSpPr>
        <p:spPr>
          <a:xfrm>
            <a:off x="6185916" y="1932432"/>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20" name="Text 16"/>
          <p:cNvSpPr txBox="1"/>
          <p:nvPr/>
        </p:nvSpPr>
        <p:spPr>
          <a:xfrm>
            <a:off x="6185916" y="2206752"/>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buy</a:t>
            </a:r>
            <a:endParaRPr lang="en-US" sz="2200" dirty="0"/>
          </a:p>
        </p:txBody>
      </p:sp>
      <p:sp>
        <p:nvSpPr>
          <p:cNvPr id="21" name="Text 17"/>
          <p:cNvSpPr txBox="1"/>
          <p:nvPr/>
        </p:nvSpPr>
        <p:spPr>
          <a:xfrm>
            <a:off x="6185916" y="2755392"/>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2" name="Shape 18"/>
          <p:cNvSpPr/>
          <p:nvPr/>
        </p:nvSpPr>
        <p:spPr>
          <a:xfrm>
            <a:off x="6460236" y="3258312"/>
            <a:ext cx="2087118" cy="548640"/>
          </a:xfrm>
          <a:prstGeom prst="roundRect">
            <a:avLst>
              <a:gd name="adj" fmla="val 20000"/>
            </a:avLst>
          </a:prstGeom>
          <a:solidFill>
            <a:schemeClr val="accent4"/>
          </a:solidFill>
          <a:ln w="12700">
            <a:solidFill>
              <a:srgbClr val="FFFFFF">
                <a:alpha val="0"/>
              </a:srgbClr>
            </a:solidFill>
            <a:prstDash val="solid"/>
          </a:ln>
        </p:spPr>
      </p:sp>
      <p:sp>
        <p:nvSpPr>
          <p:cNvPr id="23" name="Text 19"/>
          <p:cNvSpPr txBox="1"/>
          <p:nvPr/>
        </p:nvSpPr>
        <p:spPr>
          <a:xfrm>
            <a:off x="6460236" y="3258312"/>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bought</a:t>
            </a:r>
            <a:endParaRPr lang="en-US" sz="2200" dirty="0"/>
          </a:p>
        </p:txBody>
      </p:sp>
      <p:sp>
        <p:nvSpPr>
          <p:cNvPr id="24" name="Shape 20"/>
          <p:cNvSpPr/>
          <p:nvPr/>
        </p:nvSpPr>
        <p:spPr>
          <a:xfrm>
            <a:off x="9004554" y="1932432"/>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9004554" y="2206752"/>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eat</a:t>
            </a:r>
            <a:endParaRPr lang="en-US" sz="2200" dirty="0"/>
          </a:p>
        </p:txBody>
      </p:sp>
      <p:sp>
        <p:nvSpPr>
          <p:cNvPr id="26" name="Text 22"/>
          <p:cNvSpPr txBox="1"/>
          <p:nvPr/>
        </p:nvSpPr>
        <p:spPr>
          <a:xfrm>
            <a:off x="9004554" y="2755392"/>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7" name="Shape 23"/>
          <p:cNvSpPr/>
          <p:nvPr/>
        </p:nvSpPr>
        <p:spPr>
          <a:xfrm>
            <a:off x="9278874" y="3258312"/>
            <a:ext cx="2087118" cy="548640"/>
          </a:xfrm>
          <a:prstGeom prst="roundRect">
            <a:avLst>
              <a:gd name="adj" fmla="val 20000"/>
            </a:avLst>
          </a:prstGeom>
          <a:solidFill>
            <a:schemeClr val="accent4"/>
          </a:solidFill>
          <a:ln w="12700">
            <a:solidFill>
              <a:srgbClr val="FFFFFF">
                <a:alpha val="0"/>
              </a:srgbClr>
            </a:solidFill>
            <a:prstDash val="solid"/>
          </a:ln>
        </p:spPr>
      </p:sp>
      <p:sp>
        <p:nvSpPr>
          <p:cNvPr id="28" name="Text 24"/>
          <p:cNvSpPr txBox="1"/>
          <p:nvPr/>
        </p:nvSpPr>
        <p:spPr>
          <a:xfrm>
            <a:off x="9278874" y="3258312"/>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ate</a:t>
            </a:r>
            <a:endParaRPr lang="en-US" sz="2200" dirty="0"/>
          </a:p>
        </p:txBody>
      </p:sp>
      <p:sp>
        <p:nvSpPr>
          <p:cNvPr id="29" name="Shape 25"/>
          <p:cNvSpPr/>
          <p:nvPr/>
        </p:nvSpPr>
        <p:spPr>
          <a:xfrm>
            <a:off x="548640" y="4166616"/>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30" name="Text 26"/>
          <p:cNvSpPr txBox="1"/>
          <p:nvPr/>
        </p:nvSpPr>
        <p:spPr>
          <a:xfrm>
            <a:off x="548640" y="4440936"/>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take</a:t>
            </a:r>
            <a:endParaRPr lang="en-US" sz="2200" dirty="0"/>
          </a:p>
        </p:txBody>
      </p:sp>
      <p:sp>
        <p:nvSpPr>
          <p:cNvPr id="31" name="Text 27"/>
          <p:cNvSpPr txBox="1"/>
          <p:nvPr/>
        </p:nvSpPr>
        <p:spPr>
          <a:xfrm>
            <a:off x="548640" y="4989576"/>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32" name="Shape 28"/>
          <p:cNvSpPr/>
          <p:nvPr/>
        </p:nvSpPr>
        <p:spPr>
          <a:xfrm>
            <a:off x="822960" y="5492496"/>
            <a:ext cx="2087118" cy="548640"/>
          </a:xfrm>
          <a:prstGeom prst="roundRect">
            <a:avLst>
              <a:gd name="adj" fmla="val 20000"/>
            </a:avLst>
          </a:prstGeom>
          <a:solidFill>
            <a:schemeClr val="accent4"/>
          </a:solidFill>
          <a:ln w="12700">
            <a:solidFill>
              <a:srgbClr val="FFFFFF">
                <a:alpha val="0"/>
              </a:srgbClr>
            </a:solidFill>
            <a:prstDash val="solid"/>
          </a:ln>
        </p:spPr>
      </p:sp>
      <p:sp>
        <p:nvSpPr>
          <p:cNvPr id="33" name="Text 29"/>
          <p:cNvSpPr txBox="1"/>
          <p:nvPr/>
        </p:nvSpPr>
        <p:spPr>
          <a:xfrm>
            <a:off x="822960" y="5492496"/>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took</a:t>
            </a:r>
            <a:endParaRPr lang="en-US" sz="2200" dirty="0"/>
          </a:p>
        </p:txBody>
      </p:sp>
      <p:sp>
        <p:nvSpPr>
          <p:cNvPr id="34" name="Shape 30"/>
          <p:cNvSpPr/>
          <p:nvPr/>
        </p:nvSpPr>
        <p:spPr>
          <a:xfrm>
            <a:off x="3367278" y="4166616"/>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35" name="Text 31"/>
          <p:cNvSpPr txBox="1"/>
          <p:nvPr/>
        </p:nvSpPr>
        <p:spPr>
          <a:xfrm>
            <a:off x="3367278" y="4440936"/>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write</a:t>
            </a:r>
            <a:endParaRPr lang="en-US" sz="2200" dirty="0"/>
          </a:p>
        </p:txBody>
      </p:sp>
      <p:sp>
        <p:nvSpPr>
          <p:cNvPr id="36" name="Text 32"/>
          <p:cNvSpPr txBox="1"/>
          <p:nvPr/>
        </p:nvSpPr>
        <p:spPr>
          <a:xfrm>
            <a:off x="3367278" y="4989576"/>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37" name="Shape 33"/>
          <p:cNvSpPr/>
          <p:nvPr/>
        </p:nvSpPr>
        <p:spPr>
          <a:xfrm>
            <a:off x="3641598" y="5492496"/>
            <a:ext cx="2087118" cy="548640"/>
          </a:xfrm>
          <a:prstGeom prst="roundRect">
            <a:avLst>
              <a:gd name="adj" fmla="val 20000"/>
            </a:avLst>
          </a:prstGeom>
          <a:solidFill>
            <a:schemeClr val="accent4"/>
          </a:solidFill>
          <a:ln w="12700">
            <a:solidFill>
              <a:srgbClr val="FFFFFF">
                <a:alpha val="0"/>
              </a:srgbClr>
            </a:solidFill>
            <a:prstDash val="solid"/>
          </a:ln>
        </p:spPr>
      </p:sp>
      <p:sp>
        <p:nvSpPr>
          <p:cNvPr id="38" name="Text 34"/>
          <p:cNvSpPr txBox="1"/>
          <p:nvPr/>
        </p:nvSpPr>
        <p:spPr>
          <a:xfrm>
            <a:off x="3641598" y="5492496"/>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wrote</a:t>
            </a:r>
            <a:endParaRPr lang="en-US" sz="2200" dirty="0"/>
          </a:p>
        </p:txBody>
      </p:sp>
      <p:sp>
        <p:nvSpPr>
          <p:cNvPr id="39" name="Shape 35"/>
          <p:cNvSpPr/>
          <p:nvPr/>
        </p:nvSpPr>
        <p:spPr>
          <a:xfrm>
            <a:off x="6185916" y="4166616"/>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40" name="Text 36"/>
          <p:cNvSpPr txBox="1"/>
          <p:nvPr/>
        </p:nvSpPr>
        <p:spPr>
          <a:xfrm>
            <a:off x="6185916" y="4440936"/>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think</a:t>
            </a:r>
            <a:endParaRPr lang="en-US" sz="2200" dirty="0"/>
          </a:p>
        </p:txBody>
      </p:sp>
      <p:sp>
        <p:nvSpPr>
          <p:cNvPr id="41" name="Text 37"/>
          <p:cNvSpPr txBox="1"/>
          <p:nvPr/>
        </p:nvSpPr>
        <p:spPr>
          <a:xfrm>
            <a:off x="6185916" y="4989576"/>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42" name="Shape 38"/>
          <p:cNvSpPr/>
          <p:nvPr/>
        </p:nvSpPr>
        <p:spPr>
          <a:xfrm>
            <a:off x="6460236" y="5492496"/>
            <a:ext cx="2087118" cy="548640"/>
          </a:xfrm>
          <a:prstGeom prst="roundRect">
            <a:avLst>
              <a:gd name="adj" fmla="val 20000"/>
            </a:avLst>
          </a:prstGeom>
          <a:solidFill>
            <a:schemeClr val="accent4"/>
          </a:solidFill>
          <a:ln w="12700">
            <a:solidFill>
              <a:srgbClr val="FFFFFF">
                <a:alpha val="0"/>
              </a:srgbClr>
            </a:solidFill>
            <a:prstDash val="solid"/>
          </a:ln>
        </p:spPr>
      </p:sp>
      <p:sp>
        <p:nvSpPr>
          <p:cNvPr id="43" name="Text 39"/>
          <p:cNvSpPr txBox="1"/>
          <p:nvPr/>
        </p:nvSpPr>
        <p:spPr>
          <a:xfrm>
            <a:off x="6460236" y="5492496"/>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thought</a:t>
            </a:r>
            <a:endParaRPr lang="en-US" sz="2200" dirty="0"/>
          </a:p>
        </p:txBody>
      </p:sp>
      <p:sp>
        <p:nvSpPr>
          <p:cNvPr id="44" name="Shape 40"/>
          <p:cNvSpPr/>
          <p:nvPr/>
        </p:nvSpPr>
        <p:spPr>
          <a:xfrm>
            <a:off x="9004554" y="4166616"/>
            <a:ext cx="2635758" cy="2051304"/>
          </a:xfrm>
          <a:prstGeom prst="roundRect">
            <a:avLst>
              <a:gd name="adj" fmla="val 5349"/>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45" name="Text 41"/>
          <p:cNvSpPr txBox="1"/>
          <p:nvPr/>
        </p:nvSpPr>
        <p:spPr>
          <a:xfrm>
            <a:off x="9004554" y="4440936"/>
            <a:ext cx="2635758" cy="548640"/>
          </a:xfrm>
          <a:prstGeom prst="rect">
            <a:avLst/>
          </a:prstGeom>
          <a:noFill/>
          <a:ln/>
        </p:spPr>
        <p:txBody>
          <a:bodyPr wrap="square" lIns="0" tIns="0" rIns="0" bIns="0" rtlCol="0" anchor="ctr"/>
          <a:lstStyle/>
          <a:p>
            <a:pPr algn="ctr" indent="0" marL="0">
              <a:buNone/>
            </a:pPr>
            <a:r>
              <a:rPr lang="en-US" sz="2200" b="1" i="1" dirty="0">
                <a:solidFill>
                  <a:schemeClr val="tx2"/>
                </a:solidFill>
              </a:rPr>
              <a:t>meet</a:t>
            </a:r>
            <a:endParaRPr lang="en-US" sz="2200" dirty="0"/>
          </a:p>
        </p:txBody>
      </p:sp>
      <p:sp>
        <p:nvSpPr>
          <p:cNvPr id="46" name="Text 42"/>
          <p:cNvSpPr txBox="1"/>
          <p:nvPr/>
        </p:nvSpPr>
        <p:spPr>
          <a:xfrm>
            <a:off x="9004554" y="4989576"/>
            <a:ext cx="2635758" cy="457200"/>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47" name="Shape 43"/>
          <p:cNvSpPr/>
          <p:nvPr/>
        </p:nvSpPr>
        <p:spPr>
          <a:xfrm>
            <a:off x="9278874" y="5492496"/>
            <a:ext cx="2087118" cy="548640"/>
          </a:xfrm>
          <a:prstGeom prst="roundRect">
            <a:avLst>
              <a:gd name="adj" fmla="val 20000"/>
            </a:avLst>
          </a:prstGeom>
          <a:solidFill>
            <a:schemeClr val="accent4"/>
          </a:solidFill>
          <a:ln w="12700">
            <a:solidFill>
              <a:srgbClr val="FFFFFF">
                <a:alpha val="0"/>
              </a:srgbClr>
            </a:solidFill>
            <a:prstDash val="solid"/>
          </a:ln>
        </p:spPr>
      </p:sp>
      <p:sp>
        <p:nvSpPr>
          <p:cNvPr id="48" name="Text 44"/>
          <p:cNvSpPr txBox="1"/>
          <p:nvPr/>
        </p:nvSpPr>
        <p:spPr>
          <a:xfrm>
            <a:off x="9278874" y="5492496"/>
            <a:ext cx="2087118" cy="548640"/>
          </a:xfrm>
          <a:prstGeom prst="rect">
            <a:avLst/>
          </a:prstGeom>
          <a:noFill/>
          <a:ln/>
        </p:spPr>
        <p:txBody>
          <a:bodyPr wrap="square" lIns="0" tIns="0" rIns="0" bIns="0" rtlCol="0" anchor="ctr"/>
          <a:lstStyle/>
          <a:p>
            <a:pPr algn="ctr" indent="0" marL="0">
              <a:buNone/>
            </a:pPr>
            <a:r>
              <a:rPr lang="en-US" sz="2200" b="1" i="1" dirty="0">
                <a:solidFill>
                  <a:schemeClr val="bg1"/>
                </a:solidFill>
              </a:rPr>
              <a:t>met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4 — My Saturday</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Put the verbs in the past simple. Regular or irregular?</a:t>
            </a:r>
            <a:endParaRPr lang="en-US" sz="1700" dirty="0"/>
          </a:p>
        </p:txBody>
      </p:sp>
      <p:sp>
        <p:nvSpPr>
          <p:cNvPr id="8" name="Shape 4"/>
          <p:cNvSpPr/>
          <p:nvPr/>
        </p:nvSpPr>
        <p:spPr>
          <a:xfrm>
            <a:off x="548640" y="1932432"/>
            <a:ext cx="8138160" cy="4331208"/>
          </a:xfrm>
          <a:prstGeom prst="roundRect">
            <a:avLst>
              <a:gd name="adj" fmla="val 253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777240" y="2069592"/>
            <a:ext cx="7680960" cy="4056888"/>
          </a:xfrm>
          <a:prstGeom prst="rect">
            <a:avLst/>
          </a:prstGeom>
          <a:noFill/>
          <a:ln/>
        </p:spPr>
        <p:txBody>
          <a:bodyPr wrap="square" lIns="0" tIns="0" rIns="0" bIns="0" rtlCol="0" anchor="t"/>
          <a:lstStyle/>
          <a:p>
            <a:pPr algn="l" indent="0" marL="0">
              <a:lnSpc>
                <a:spcPct val="145000"/>
              </a:lnSpc>
              <a:buNone/>
            </a:pPr>
            <a:r>
              <a:rPr lang="en-US" sz="1900" dirty="0">
                <a:solidFill>
                  <a:schemeClr val="tx1"/>
                </a:solidFill>
              </a:rPr>
              <a:t>Last Saturday, I </a:t>
            </a:r>
            <a:r>
              <a:rPr lang="en-US" sz="1900" dirty="0">
                <a:solidFill>
                  <a:schemeClr val="accent5"/>
                </a:solidFill>
              </a:rPr>
              <a:t>…………</a:t>
            </a:r>
            <a:r>
              <a:rPr lang="en-US" sz="1900" dirty="0">
                <a:solidFill>
                  <a:schemeClr val="tx1"/>
                </a:solidFill>
              </a:rPr>
              <a:t> </a:t>
            </a:r>
            <a:r>
              <a:rPr lang="en-US" sz="1900" i="1" dirty="0">
                <a:solidFill>
                  <a:schemeClr val="tx1"/>
                </a:solidFill>
              </a:rPr>
              <a:t>(get)</a:t>
            </a:r>
            <a:r>
              <a:rPr lang="en-US" sz="1900" dirty="0">
                <a:solidFill>
                  <a:schemeClr val="tx1"/>
                </a:solidFill>
              </a:rPr>
              <a:t> up at nine. I </a:t>
            </a:r>
            <a:r>
              <a:rPr lang="en-US" sz="1900" dirty="0">
                <a:solidFill>
                  <a:schemeClr val="accent5"/>
                </a:solidFill>
              </a:rPr>
              <a:t>…………</a:t>
            </a:r>
            <a:r>
              <a:rPr lang="en-US" sz="1900" dirty="0">
                <a:solidFill>
                  <a:schemeClr val="tx1"/>
                </a:solidFill>
              </a:rPr>
              <a:t> </a:t>
            </a:r>
            <a:r>
              <a:rPr lang="en-US" sz="1900" i="1" dirty="0">
                <a:solidFill>
                  <a:schemeClr val="tx1"/>
                </a:solidFill>
              </a:rPr>
              <a:t>(have)</a:t>
            </a:r>
            <a:r>
              <a:rPr lang="en-US" sz="1900" dirty="0">
                <a:solidFill>
                  <a:schemeClr val="tx1"/>
                </a:solidFill>
              </a:rPr>
              <a:t> breakfast and I </a:t>
            </a:r>
            <a:r>
              <a:rPr lang="en-US" sz="1900" dirty="0">
                <a:solidFill>
                  <a:schemeClr val="accent5"/>
                </a:solidFill>
              </a:rPr>
              <a:t>…………</a:t>
            </a:r>
            <a:r>
              <a:rPr lang="en-US" sz="1900" dirty="0">
                <a:solidFill>
                  <a:schemeClr val="tx1"/>
                </a:solidFill>
              </a:rPr>
              <a:t> </a:t>
            </a:r>
            <a:r>
              <a:rPr lang="en-US" sz="1900" i="1" dirty="0">
                <a:solidFill>
                  <a:schemeClr val="tx1"/>
                </a:solidFill>
              </a:rPr>
              <a:t>(go)</a:t>
            </a:r>
            <a:r>
              <a:rPr lang="en-US" sz="1900" dirty="0">
                <a:solidFill>
                  <a:schemeClr val="tx1"/>
                </a:solidFill>
              </a:rPr>
              <a:t> to the market. I </a:t>
            </a:r>
            <a:r>
              <a:rPr lang="en-US" sz="1900" dirty="0">
                <a:solidFill>
                  <a:schemeClr val="accent5"/>
                </a:solidFill>
              </a:rPr>
              <a:t>…………</a:t>
            </a:r>
            <a:r>
              <a:rPr lang="en-US" sz="1900" dirty="0">
                <a:solidFill>
                  <a:schemeClr val="tx1"/>
                </a:solidFill>
              </a:rPr>
              <a:t> </a:t>
            </a:r>
            <a:r>
              <a:rPr lang="en-US" sz="1900" i="1" dirty="0">
                <a:solidFill>
                  <a:schemeClr val="tx1"/>
                </a:solidFill>
              </a:rPr>
              <a:t>(buy)</a:t>
            </a:r>
            <a:r>
              <a:rPr lang="en-US" sz="1900" dirty="0">
                <a:solidFill>
                  <a:schemeClr val="tx1"/>
                </a:solidFill>
              </a:rPr>
              <a:t> some fruit and I </a:t>
            </a:r>
            <a:r>
              <a:rPr lang="en-US" sz="1900" dirty="0">
                <a:solidFill>
                  <a:schemeClr val="accent5"/>
                </a:solidFill>
              </a:rPr>
              <a:t>…………</a:t>
            </a:r>
            <a:r>
              <a:rPr lang="en-US" sz="1900" dirty="0">
                <a:solidFill>
                  <a:schemeClr val="tx1"/>
                </a:solidFill>
              </a:rPr>
              <a:t> </a:t>
            </a:r>
            <a:r>
              <a:rPr lang="en-US" sz="1900" i="1" dirty="0">
                <a:solidFill>
                  <a:schemeClr val="tx1"/>
                </a:solidFill>
              </a:rPr>
              <a:t>(meet)</a:t>
            </a:r>
            <a:r>
              <a:rPr lang="en-US" sz="1900" dirty="0">
                <a:solidFill>
                  <a:schemeClr val="tx1"/>
                </a:solidFill>
              </a:rPr>
              <a:t> my friend Sam. We </a:t>
            </a:r>
            <a:r>
              <a:rPr lang="en-US" sz="1900" dirty="0">
                <a:solidFill>
                  <a:schemeClr val="accent5"/>
                </a:solidFill>
              </a:rPr>
              <a:t>…………</a:t>
            </a:r>
            <a:r>
              <a:rPr lang="en-US" sz="1900" dirty="0">
                <a:solidFill>
                  <a:schemeClr val="tx1"/>
                </a:solidFill>
              </a:rPr>
              <a:t> </a:t>
            </a:r>
            <a:r>
              <a:rPr lang="en-US" sz="1900" i="1" dirty="0">
                <a:solidFill>
                  <a:schemeClr val="tx1"/>
                </a:solidFill>
              </a:rPr>
              <a:t>(drink)</a:t>
            </a:r>
            <a:r>
              <a:rPr lang="en-US" sz="1900" dirty="0">
                <a:solidFill>
                  <a:schemeClr val="tx1"/>
                </a:solidFill>
              </a:rPr>
              <a:t> a coffee and we </a:t>
            </a:r>
            <a:r>
              <a:rPr lang="en-US" sz="1900" dirty="0">
                <a:solidFill>
                  <a:schemeClr val="accent5"/>
                </a:solidFill>
              </a:rPr>
              <a:t>…………</a:t>
            </a:r>
            <a:r>
              <a:rPr lang="en-US" sz="1900" dirty="0">
                <a:solidFill>
                  <a:schemeClr val="tx1"/>
                </a:solidFill>
              </a:rPr>
              <a:t> </a:t>
            </a:r>
            <a:r>
              <a:rPr lang="en-US" sz="1900" i="1" dirty="0">
                <a:solidFill>
                  <a:schemeClr val="tx1"/>
                </a:solidFill>
              </a:rPr>
              <a:t>(talk)</a:t>
            </a:r>
            <a:r>
              <a:rPr lang="en-US" sz="1900" dirty="0">
                <a:solidFill>
                  <a:schemeClr val="tx1"/>
                </a:solidFill>
              </a:rPr>
              <a:t> for an hour. In the evening, I </a:t>
            </a:r>
            <a:r>
              <a:rPr lang="en-US" sz="1900" dirty="0">
                <a:solidFill>
                  <a:schemeClr val="accent5"/>
                </a:solidFill>
              </a:rPr>
              <a:t>…………</a:t>
            </a:r>
            <a:r>
              <a:rPr lang="en-US" sz="1900" dirty="0">
                <a:solidFill>
                  <a:schemeClr val="tx1"/>
                </a:solidFill>
              </a:rPr>
              <a:t> </a:t>
            </a:r>
            <a:r>
              <a:rPr lang="en-US" sz="1900" i="1" dirty="0">
                <a:solidFill>
                  <a:schemeClr val="tx1"/>
                </a:solidFill>
              </a:rPr>
              <a:t>(watch)</a:t>
            </a:r>
            <a:r>
              <a:rPr lang="en-US" sz="1900" dirty="0">
                <a:solidFill>
                  <a:schemeClr val="tx1"/>
                </a:solidFill>
              </a:rPr>
              <a:t> a film. It </a:t>
            </a:r>
            <a:r>
              <a:rPr lang="en-US" sz="1900" dirty="0">
                <a:solidFill>
                  <a:schemeClr val="accent5"/>
                </a:solidFill>
              </a:rPr>
              <a:t>…………</a:t>
            </a:r>
            <a:r>
              <a:rPr lang="en-US" sz="1900" dirty="0">
                <a:solidFill>
                  <a:schemeClr val="tx1"/>
                </a:solidFill>
              </a:rPr>
              <a:t> </a:t>
            </a:r>
            <a:r>
              <a:rPr lang="en-US" sz="1900" i="1" dirty="0">
                <a:solidFill>
                  <a:schemeClr val="tx1"/>
                </a:solidFill>
              </a:rPr>
              <a:t>(be)</a:t>
            </a:r>
            <a:r>
              <a:rPr lang="en-US" sz="1900" dirty="0">
                <a:solidFill>
                  <a:schemeClr val="tx1"/>
                </a:solidFill>
              </a:rPr>
              <a:t> great!</a:t>
            </a:r>
            <a:endParaRPr lang="en-US" sz="1900" dirty="0"/>
          </a:p>
        </p:txBody>
      </p:sp>
      <p:sp>
        <p:nvSpPr>
          <p:cNvPr id="10" name="Shape 6"/>
          <p:cNvSpPr/>
          <p:nvPr/>
        </p:nvSpPr>
        <p:spPr>
          <a:xfrm>
            <a:off x="8915400" y="1932432"/>
            <a:ext cx="2724912" cy="4331208"/>
          </a:xfrm>
          <a:prstGeom prst="roundRect">
            <a:avLst>
              <a:gd name="adj" fmla="val 4027"/>
            </a:avLst>
          </a:prstGeom>
          <a:solidFill>
            <a:srgbClr val="FBEAF2"/>
          </a:solidFill>
          <a:ln w="19050">
            <a:solidFill>
              <a:srgbClr val="B4236A"/>
            </a:solidFill>
            <a:prstDash val="solid"/>
          </a:ln>
        </p:spPr>
      </p:sp>
      <p:pic>
        <p:nvPicPr>
          <p:cNvPr id="11" name="Image 1" descr="alarm clock">    </p:cNvPr>
          <p:cNvPicPr>
            <a:picLocks noChangeAspect="1"/>
          </p:cNvPicPr>
          <p:nvPr/>
        </p:nvPicPr>
        <p:blipFill>
          <a:blip r:embed="rId2"/>
          <a:stretch>
            <a:fillRect/>
          </a:stretch>
        </p:blipFill>
        <p:spPr>
          <a:xfrm>
            <a:off x="9098280" y="2161032"/>
            <a:ext cx="914400" cy="914400"/>
          </a:xfrm>
          <a:prstGeom prst="rect">
            <a:avLst/>
          </a:prstGeom>
        </p:spPr>
      </p:pic>
      <p:pic>
        <p:nvPicPr>
          <p:cNvPr id="12" name="Image 2" descr="croissant">    </p:cNvPr>
          <p:cNvPicPr>
            <a:picLocks noChangeAspect="1"/>
          </p:cNvPicPr>
          <p:nvPr/>
        </p:nvPicPr>
        <p:blipFill>
          <a:blip r:embed="rId3"/>
          <a:stretch>
            <a:fillRect/>
          </a:stretch>
        </p:blipFill>
        <p:spPr>
          <a:xfrm>
            <a:off x="10332720" y="2161032"/>
            <a:ext cx="914400" cy="914400"/>
          </a:xfrm>
          <a:prstGeom prst="rect">
            <a:avLst/>
          </a:prstGeom>
        </p:spPr>
      </p:pic>
      <p:pic>
        <p:nvPicPr>
          <p:cNvPr id="13" name="Image 3" descr="shopping cart">    </p:cNvPr>
          <p:cNvPicPr>
            <a:picLocks noChangeAspect="1"/>
          </p:cNvPicPr>
          <p:nvPr/>
        </p:nvPicPr>
        <p:blipFill>
          <a:blip r:embed="rId4"/>
          <a:stretch>
            <a:fillRect/>
          </a:stretch>
        </p:blipFill>
        <p:spPr>
          <a:xfrm>
            <a:off x="9098280" y="3395472"/>
            <a:ext cx="914400" cy="914400"/>
          </a:xfrm>
          <a:prstGeom prst="rect">
            <a:avLst/>
          </a:prstGeom>
        </p:spPr>
      </p:pic>
      <p:pic>
        <p:nvPicPr>
          <p:cNvPr id="14" name="Image 4" descr="hot beverage">    </p:cNvPr>
          <p:cNvPicPr>
            <a:picLocks noChangeAspect="1"/>
          </p:cNvPicPr>
          <p:nvPr/>
        </p:nvPicPr>
        <p:blipFill>
          <a:blip r:embed="rId5"/>
          <a:stretch>
            <a:fillRect/>
          </a:stretch>
        </p:blipFill>
        <p:spPr>
          <a:xfrm>
            <a:off x="10332720" y="3395472"/>
            <a:ext cx="914400" cy="914400"/>
          </a:xfrm>
          <a:prstGeom prst="rect">
            <a:avLst/>
          </a:prstGeom>
        </p:spPr>
      </p:pic>
      <p:pic>
        <p:nvPicPr>
          <p:cNvPr id="15" name="Image 5" descr="television">    </p:cNvPr>
          <p:cNvPicPr>
            <a:picLocks noChangeAspect="1"/>
          </p:cNvPicPr>
          <p:nvPr/>
        </p:nvPicPr>
        <p:blipFill>
          <a:blip r:embed="rId6"/>
          <a:stretch>
            <a:fillRect/>
          </a:stretch>
        </p:blipFill>
        <p:spPr>
          <a:xfrm>
            <a:off x="9098280" y="4629912"/>
            <a:ext cx="914400" cy="91440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4 — My Saturday</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Put the verbs in the past simple. Regular or irregular?</a:t>
            </a:r>
            <a:endParaRPr lang="en-US" sz="1700" dirty="0"/>
          </a:p>
        </p:txBody>
      </p:sp>
      <p:sp>
        <p:nvSpPr>
          <p:cNvPr id="9" name="Shape 5"/>
          <p:cNvSpPr/>
          <p:nvPr/>
        </p:nvSpPr>
        <p:spPr>
          <a:xfrm>
            <a:off x="548640" y="1932432"/>
            <a:ext cx="8138160" cy="4331208"/>
          </a:xfrm>
          <a:prstGeom prst="roundRect">
            <a:avLst>
              <a:gd name="adj" fmla="val 253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777240" y="2069592"/>
            <a:ext cx="7680960" cy="4056888"/>
          </a:xfrm>
          <a:prstGeom prst="rect">
            <a:avLst/>
          </a:prstGeom>
          <a:noFill/>
          <a:ln/>
        </p:spPr>
        <p:txBody>
          <a:bodyPr wrap="square" lIns="0" tIns="0" rIns="0" bIns="0" rtlCol="0" anchor="t"/>
          <a:lstStyle/>
          <a:p>
            <a:pPr algn="l" indent="0" marL="0">
              <a:lnSpc>
                <a:spcPct val="145000"/>
              </a:lnSpc>
              <a:buNone/>
            </a:pPr>
            <a:r>
              <a:rPr lang="en-US" sz="1900" dirty="0">
                <a:solidFill>
                  <a:schemeClr val="tx1"/>
                </a:solidFill>
              </a:rPr>
              <a:t>Last Saturday, I </a:t>
            </a:r>
            <a:r>
              <a:rPr lang="en-US" sz="1900" b="1" dirty="0">
                <a:solidFill>
                  <a:schemeClr val="accent3"/>
                </a:solidFill>
              </a:rPr>
              <a:t>got</a:t>
            </a:r>
            <a:r>
              <a:rPr lang="en-US" sz="1900" dirty="0">
                <a:solidFill>
                  <a:schemeClr val="tx1"/>
                </a:solidFill>
              </a:rPr>
              <a:t> </a:t>
            </a:r>
            <a:r>
              <a:rPr lang="en-US" sz="1900" i="1" dirty="0">
                <a:solidFill>
                  <a:schemeClr val="tx1"/>
                </a:solidFill>
              </a:rPr>
              <a:t>(get)</a:t>
            </a:r>
            <a:r>
              <a:rPr lang="en-US" sz="1900" dirty="0">
                <a:solidFill>
                  <a:schemeClr val="tx1"/>
                </a:solidFill>
              </a:rPr>
              <a:t> up at nine. I </a:t>
            </a:r>
            <a:r>
              <a:rPr lang="en-US" sz="1900" b="1" dirty="0">
                <a:solidFill>
                  <a:schemeClr val="accent3"/>
                </a:solidFill>
              </a:rPr>
              <a:t>had</a:t>
            </a:r>
            <a:r>
              <a:rPr lang="en-US" sz="1900" dirty="0">
                <a:solidFill>
                  <a:schemeClr val="tx1"/>
                </a:solidFill>
              </a:rPr>
              <a:t> </a:t>
            </a:r>
            <a:r>
              <a:rPr lang="en-US" sz="1900" i="1" dirty="0">
                <a:solidFill>
                  <a:schemeClr val="tx1"/>
                </a:solidFill>
              </a:rPr>
              <a:t>(have)</a:t>
            </a:r>
            <a:r>
              <a:rPr lang="en-US" sz="1900" dirty="0">
                <a:solidFill>
                  <a:schemeClr val="tx1"/>
                </a:solidFill>
              </a:rPr>
              <a:t> breakfast and I </a:t>
            </a:r>
            <a:r>
              <a:rPr lang="en-US" sz="1900" b="1" dirty="0">
                <a:solidFill>
                  <a:schemeClr val="accent3"/>
                </a:solidFill>
              </a:rPr>
              <a:t>went</a:t>
            </a:r>
            <a:r>
              <a:rPr lang="en-US" sz="1900" dirty="0">
                <a:solidFill>
                  <a:schemeClr val="tx1"/>
                </a:solidFill>
              </a:rPr>
              <a:t> </a:t>
            </a:r>
            <a:r>
              <a:rPr lang="en-US" sz="1900" i="1" dirty="0">
                <a:solidFill>
                  <a:schemeClr val="tx1"/>
                </a:solidFill>
              </a:rPr>
              <a:t>(go)</a:t>
            </a:r>
            <a:r>
              <a:rPr lang="en-US" sz="1900" dirty="0">
                <a:solidFill>
                  <a:schemeClr val="tx1"/>
                </a:solidFill>
              </a:rPr>
              <a:t> to the market. I </a:t>
            </a:r>
            <a:r>
              <a:rPr lang="en-US" sz="1900" b="1" dirty="0">
                <a:solidFill>
                  <a:schemeClr val="accent3"/>
                </a:solidFill>
              </a:rPr>
              <a:t>bought</a:t>
            </a:r>
            <a:r>
              <a:rPr lang="en-US" sz="1900" dirty="0">
                <a:solidFill>
                  <a:schemeClr val="tx1"/>
                </a:solidFill>
              </a:rPr>
              <a:t> </a:t>
            </a:r>
            <a:r>
              <a:rPr lang="en-US" sz="1900" i="1" dirty="0">
                <a:solidFill>
                  <a:schemeClr val="tx1"/>
                </a:solidFill>
              </a:rPr>
              <a:t>(buy)</a:t>
            </a:r>
            <a:r>
              <a:rPr lang="en-US" sz="1900" dirty="0">
                <a:solidFill>
                  <a:schemeClr val="tx1"/>
                </a:solidFill>
              </a:rPr>
              <a:t> some fruit and I </a:t>
            </a:r>
            <a:r>
              <a:rPr lang="en-US" sz="1900" b="1" dirty="0">
                <a:solidFill>
                  <a:schemeClr val="accent3"/>
                </a:solidFill>
              </a:rPr>
              <a:t>met</a:t>
            </a:r>
            <a:r>
              <a:rPr lang="en-US" sz="1900" dirty="0">
                <a:solidFill>
                  <a:schemeClr val="tx1"/>
                </a:solidFill>
              </a:rPr>
              <a:t> </a:t>
            </a:r>
            <a:r>
              <a:rPr lang="en-US" sz="1900" i="1" dirty="0">
                <a:solidFill>
                  <a:schemeClr val="tx1"/>
                </a:solidFill>
              </a:rPr>
              <a:t>(meet)</a:t>
            </a:r>
            <a:r>
              <a:rPr lang="en-US" sz="1900" dirty="0">
                <a:solidFill>
                  <a:schemeClr val="tx1"/>
                </a:solidFill>
              </a:rPr>
              <a:t> my friend Sam. We </a:t>
            </a:r>
            <a:r>
              <a:rPr lang="en-US" sz="1900" b="1" dirty="0">
                <a:solidFill>
                  <a:schemeClr val="accent3"/>
                </a:solidFill>
              </a:rPr>
              <a:t>drank</a:t>
            </a:r>
            <a:r>
              <a:rPr lang="en-US" sz="1900" dirty="0">
                <a:solidFill>
                  <a:schemeClr val="tx1"/>
                </a:solidFill>
              </a:rPr>
              <a:t> </a:t>
            </a:r>
            <a:r>
              <a:rPr lang="en-US" sz="1900" i="1" dirty="0">
                <a:solidFill>
                  <a:schemeClr val="tx1"/>
                </a:solidFill>
              </a:rPr>
              <a:t>(drink)</a:t>
            </a:r>
            <a:r>
              <a:rPr lang="en-US" sz="1900" dirty="0">
                <a:solidFill>
                  <a:schemeClr val="tx1"/>
                </a:solidFill>
              </a:rPr>
              <a:t> a coffee and we </a:t>
            </a:r>
            <a:r>
              <a:rPr lang="en-US" sz="1900" b="1" dirty="0">
                <a:solidFill>
                  <a:schemeClr val="accent3"/>
                </a:solidFill>
              </a:rPr>
              <a:t>talked</a:t>
            </a:r>
            <a:r>
              <a:rPr lang="en-US" sz="1900" dirty="0">
                <a:solidFill>
                  <a:schemeClr val="tx1"/>
                </a:solidFill>
              </a:rPr>
              <a:t> </a:t>
            </a:r>
            <a:r>
              <a:rPr lang="en-US" sz="1900" i="1" dirty="0">
                <a:solidFill>
                  <a:schemeClr val="tx1"/>
                </a:solidFill>
              </a:rPr>
              <a:t>(talk)</a:t>
            </a:r>
            <a:r>
              <a:rPr lang="en-US" sz="1900" dirty="0">
                <a:solidFill>
                  <a:schemeClr val="tx1"/>
                </a:solidFill>
              </a:rPr>
              <a:t> for an hour. In the evening, I </a:t>
            </a:r>
            <a:r>
              <a:rPr lang="en-US" sz="1900" b="1" dirty="0">
                <a:solidFill>
                  <a:schemeClr val="accent3"/>
                </a:solidFill>
              </a:rPr>
              <a:t>watched</a:t>
            </a:r>
            <a:r>
              <a:rPr lang="en-US" sz="1900" dirty="0">
                <a:solidFill>
                  <a:schemeClr val="tx1"/>
                </a:solidFill>
              </a:rPr>
              <a:t> </a:t>
            </a:r>
            <a:r>
              <a:rPr lang="en-US" sz="1900" i="1" dirty="0">
                <a:solidFill>
                  <a:schemeClr val="tx1"/>
                </a:solidFill>
              </a:rPr>
              <a:t>(watch)</a:t>
            </a:r>
            <a:r>
              <a:rPr lang="en-US" sz="1900" dirty="0">
                <a:solidFill>
                  <a:schemeClr val="tx1"/>
                </a:solidFill>
              </a:rPr>
              <a:t> a film. It </a:t>
            </a:r>
            <a:r>
              <a:rPr lang="en-US" sz="1900" b="1" dirty="0">
                <a:solidFill>
                  <a:schemeClr val="accent3"/>
                </a:solidFill>
              </a:rPr>
              <a:t>was</a:t>
            </a:r>
            <a:r>
              <a:rPr lang="en-US" sz="1900" dirty="0">
                <a:solidFill>
                  <a:schemeClr val="tx1"/>
                </a:solidFill>
              </a:rPr>
              <a:t> </a:t>
            </a:r>
            <a:r>
              <a:rPr lang="en-US" sz="1900" i="1" dirty="0">
                <a:solidFill>
                  <a:schemeClr val="tx1"/>
                </a:solidFill>
              </a:rPr>
              <a:t>(be)</a:t>
            </a:r>
            <a:r>
              <a:rPr lang="en-US" sz="1900" dirty="0">
                <a:solidFill>
                  <a:schemeClr val="tx1"/>
                </a:solidFill>
              </a:rPr>
              <a:t> great!</a:t>
            </a:r>
            <a:endParaRPr lang="en-US" sz="1900" dirty="0"/>
          </a:p>
        </p:txBody>
      </p:sp>
      <p:sp>
        <p:nvSpPr>
          <p:cNvPr id="11" name="Shape 7"/>
          <p:cNvSpPr/>
          <p:nvPr/>
        </p:nvSpPr>
        <p:spPr>
          <a:xfrm>
            <a:off x="8915400" y="1932432"/>
            <a:ext cx="2724912" cy="4331208"/>
          </a:xfrm>
          <a:prstGeom prst="roundRect">
            <a:avLst>
              <a:gd name="adj" fmla="val 4027"/>
            </a:avLst>
          </a:prstGeom>
          <a:solidFill>
            <a:srgbClr val="FBEAF2"/>
          </a:solidFill>
          <a:ln w="19050">
            <a:solidFill>
              <a:srgbClr val="B4236A"/>
            </a:solidFill>
            <a:prstDash val="solid"/>
          </a:ln>
        </p:spPr>
      </p:sp>
      <p:pic>
        <p:nvPicPr>
          <p:cNvPr id="12" name="Image 1" descr="alarm clock">    </p:cNvPr>
          <p:cNvPicPr>
            <a:picLocks noChangeAspect="1"/>
          </p:cNvPicPr>
          <p:nvPr/>
        </p:nvPicPr>
        <p:blipFill>
          <a:blip r:embed="rId2"/>
          <a:stretch>
            <a:fillRect/>
          </a:stretch>
        </p:blipFill>
        <p:spPr>
          <a:xfrm>
            <a:off x="9098280" y="2161032"/>
            <a:ext cx="914400" cy="914400"/>
          </a:xfrm>
          <a:prstGeom prst="rect">
            <a:avLst/>
          </a:prstGeom>
        </p:spPr>
      </p:pic>
      <p:pic>
        <p:nvPicPr>
          <p:cNvPr id="13" name="Image 2" descr="croissant">    </p:cNvPr>
          <p:cNvPicPr>
            <a:picLocks noChangeAspect="1"/>
          </p:cNvPicPr>
          <p:nvPr/>
        </p:nvPicPr>
        <p:blipFill>
          <a:blip r:embed="rId3"/>
          <a:stretch>
            <a:fillRect/>
          </a:stretch>
        </p:blipFill>
        <p:spPr>
          <a:xfrm>
            <a:off x="10332720" y="2161032"/>
            <a:ext cx="914400" cy="914400"/>
          </a:xfrm>
          <a:prstGeom prst="rect">
            <a:avLst/>
          </a:prstGeom>
        </p:spPr>
      </p:pic>
      <p:pic>
        <p:nvPicPr>
          <p:cNvPr id="14" name="Image 3" descr="shopping cart">    </p:cNvPr>
          <p:cNvPicPr>
            <a:picLocks noChangeAspect="1"/>
          </p:cNvPicPr>
          <p:nvPr/>
        </p:nvPicPr>
        <p:blipFill>
          <a:blip r:embed="rId4"/>
          <a:stretch>
            <a:fillRect/>
          </a:stretch>
        </p:blipFill>
        <p:spPr>
          <a:xfrm>
            <a:off x="9098280" y="3395472"/>
            <a:ext cx="914400" cy="914400"/>
          </a:xfrm>
          <a:prstGeom prst="rect">
            <a:avLst/>
          </a:prstGeom>
        </p:spPr>
      </p:pic>
      <p:pic>
        <p:nvPicPr>
          <p:cNvPr id="15" name="Image 4" descr="hot beverage">    </p:cNvPr>
          <p:cNvPicPr>
            <a:picLocks noChangeAspect="1"/>
          </p:cNvPicPr>
          <p:nvPr/>
        </p:nvPicPr>
        <p:blipFill>
          <a:blip r:embed="rId5"/>
          <a:stretch>
            <a:fillRect/>
          </a:stretch>
        </p:blipFill>
        <p:spPr>
          <a:xfrm>
            <a:off x="10332720" y="3395472"/>
            <a:ext cx="914400" cy="914400"/>
          </a:xfrm>
          <a:prstGeom prst="rect">
            <a:avLst/>
          </a:prstGeom>
        </p:spPr>
      </p:pic>
      <p:pic>
        <p:nvPicPr>
          <p:cNvPr id="16" name="Image 5" descr="television">    </p:cNvPr>
          <p:cNvPicPr>
            <a:picLocks noChangeAspect="1"/>
          </p:cNvPicPr>
          <p:nvPr/>
        </p:nvPicPr>
        <p:blipFill>
          <a:blip r:embed="rId6"/>
          <a:stretch>
            <a:fillRect/>
          </a:stretch>
        </p:blipFill>
        <p:spPr>
          <a:xfrm>
            <a:off x="9098280" y="4629912"/>
            <a:ext cx="914400" cy="914400"/>
          </a:xfrm>
          <a:prstGeom prst="rect">
            <a:avLst/>
          </a:prstGeom>
        </p:spPr>
      </p:pic>
      <p:sp>
        <p:nvSpPr>
          <p:cNvPr id="17" name="Text 8"/>
          <p:cNvSpPr txBox="1"/>
          <p:nvPr/>
        </p:nvSpPr>
        <p:spPr>
          <a:xfrm>
            <a:off x="9052560" y="5394960"/>
            <a:ext cx="2468880" cy="777240"/>
          </a:xfrm>
          <a:prstGeom prst="rect">
            <a:avLst/>
          </a:prstGeom>
          <a:noFill/>
          <a:ln/>
        </p:spPr>
        <p:txBody>
          <a:bodyPr wrap="square" lIns="0" tIns="0" rIns="0" bIns="0" rtlCol="0" anchor="ctr"/>
          <a:lstStyle/>
          <a:p>
            <a:pPr algn="l" indent="0" marL="0">
              <a:buNone/>
            </a:pPr>
            <a:r>
              <a:rPr lang="en-US" sz="1250" i="1" dirty="0">
                <a:solidFill>
                  <a:schemeClr val="tx2"/>
                </a:solidFill>
              </a:rPr>
              <a:t>Réguliers : </a:t>
            </a:r>
            <a:r>
              <a:rPr lang="en-US" sz="1250" i="1" dirty="0">
                <a:solidFill>
                  <a:schemeClr val="tx2"/>
                </a:solidFill>
              </a:rPr>
              <a:t>talked, watched</a:t>
            </a:r>
            <a:r>
              <a:rPr lang="en-US" sz="1250" i="1" dirty="0">
                <a:solidFill>
                  <a:schemeClr val="tx2"/>
                </a:solidFill>
              </a:rPr>
              <a:t> · irréguliers : les 7 autres.</a:t>
            </a:r>
            <a:endParaRPr lang="en-US" sz="12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5 — No? Yes?</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Make the sentence negative (−), then make a question (?).</a:t>
            </a:r>
            <a:endParaRPr lang="en-US" sz="1700" dirty="0"/>
          </a:p>
        </p:txBody>
      </p:sp>
      <p:sp>
        <p:nvSpPr>
          <p:cNvPr id="8" name="Shape 4"/>
          <p:cNvSpPr/>
          <p:nvPr/>
        </p:nvSpPr>
        <p:spPr>
          <a:xfrm>
            <a:off x="548640" y="1932432"/>
            <a:ext cx="3337560" cy="411480"/>
          </a:xfrm>
          <a:prstGeom prst="roundRect">
            <a:avLst>
              <a:gd name="adj" fmla="val 17778"/>
            </a:avLst>
          </a:prstGeom>
          <a:solidFill>
            <a:schemeClr val="tx2"/>
          </a:solidFill>
          <a:ln w="12700">
            <a:solidFill>
              <a:srgbClr val="FFFFFF">
                <a:alpha val="0"/>
              </a:srgbClr>
            </a:solidFill>
            <a:prstDash val="solid"/>
          </a:ln>
        </p:spPr>
      </p:sp>
      <p:sp>
        <p:nvSpPr>
          <p:cNvPr id="9" name="Text 5"/>
          <p:cNvSpPr txBox="1"/>
          <p:nvPr/>
        </p:nvSpPr>
        <p:spPr>
          <a:xfrm>
            <a:off x="548640" y="1932432"/>
            <a:ext cx="333756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0" name="Shape 6"/>
          <p:cNvSpPr/>
          <p:nvPr/>
        </p:nvSpPr>
        <p:spPr>
          <a:xfrm>
            <a:off x="4023360" y="1932432"/>
            <a:ext cx="3657600" cy="411480"/>
          </a:xfrm>
          <a:prstGeom prst="roundRect">
            <a:avLst>
              <a:gd name="adj" fmla="val 17778"/>
            </a:avLst>
          </a:prstGeom>
          <a:solidFill>
            <a:schemeClr val="accent6"/>
          </a:solidFill>
          <a:ln w="12700">
            <a:solidFill>
              <a:srgbClr val="FFFFFF">
                <a:alpha val="0"/>
              </a:srgbClr>
            </a:solidFill>
            <a:prstDash val="solid"/>
          </a:ln>
        </p:spPr>
      </p:sp>
      <p:sp>
        <p:nvSpPr>
          <p:cNvPr id="11" name="Text 7"/>
          <p:cNvSpPr txBox="1"/>
          <p:nvPr/>
        </p:nvSpPr>
        <p:spPr>
          <a:xfrm>
            <a:off x="4023360" y="1932432"/>
            <a:ext cx="365760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2" name="Shape 8"/>
          <p:cNvSpPr/>
          <p:nvPr/>
        </p:nvSpPr>
        <p:spPr>
          <a:xfrm>
            <a:off x="7818120" y="1932432"/>
            <a:ext cx="3822192" cy="411480"/>
          </a:xfrm>
          <a:prstGeom prst="roundRect">
            <a:avLst>
              <a:gd name="adj" fmla="val 17778"/>
            </a:avLst>
          </a:prstGeom>
          <a:solidFill>
            <a:schemeClr val="accent3"/>
          </a:solidFill>
          <a:ln w="12700">
            <a:solidFill>
              <a:srgbClr val="FFFFFF">
                <a:alpha val="0"/>
              </a:srgbClr>
            </a:solidFill>
            <a:prstDash val="solid"/>
          </a:ln>
        </p:spPr>
      </p:sp>
      <p:sp>
        <p:nvSpPr>
          <p:cNvPr id="13" name="Text 9"/>
          <p:cNvSpPr txBox="1"/>
          <p:nvPr/>
        </p:nvSpPr>
        <p:spPr>
          <a:xfrm>
            <a:off x="7818120" y="1932432"/>
            <a:ext cx="3822192"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4" name="Shape 10"/>
          <p:cNvSpPr/>
          <p:nvPr/>
        </p:nvSpPr>
        <p:spPr>
          <a:xfrm>
            <a:off x="548640" y="2462784"/>
            <a:ext cx="11091672" cy="701650"/>
          </a:xfrm>
          <a:prstGeom prst="roundRect">
            <a:avLst>
              <a:gd name="adj" fmla="val 10426"/>
            </a:avLst>
          </a:prstGeom>
          <a:solidFill>
            <a:schemeClr val="bg2"/>
          </a:solidFill>
          <a:ln w="12700">
            <a:solidFill>
              <a:srgbClr val="FFFFFF">
                <a:alpha val="0"/>
              </a:srgbClr>
            </a:solidFill>
            <a:prstDash val="solid"/>
          </a:ln>
        </p:spPr>
      </p:sp>
      <p:sp>
        <p:nvSpPr>
          <p:cNvPr id="15" name="Text 11"/>
          <p:cNvSpPr txBox="1"/>
          <p:nvPr/>
        </p:nvSpPr>
        <p:spPr>
          <a:xfrm>
            <a:off x="658368" y="2435352"/>
            <a:ext cx="3154680" cy="765658"/>
          </a:xfrm>
          <a:prstGeom prst="rect">
            <a:avLst/>
          </a:prstGeom>
          <a:noFill/>
          <a:ln/>
        </p:spPr>
        <p:txBody>
          <a:bodyPr wrap="square" lIns="0" tIns="0" rIns="0" bIns="0" rtlCol="0" anchor="ctr"/>
          <a:lstStyle/>
          <a:p>
            <a:pPr algn="l" indent="0" marL="0">
              <a:buNone/>
            </a:pPr>
            <a:r>
              <a:rPr lang="en-US" sz="1650" i="1" dirty="0">
                <a:solidFill>
                  <a:schemeClr val="tx2"/>
                </a:solidFill>
              </a:rPr>
              <a:t>She played tennis.</a:t>
            </a:r>
            <a:endParaRPr lang="en-US" sz="1650" dirty="0"/>
          </a:p>
        </p:txBody>
      </p:sp>
      <p:sp>
        <p:nvSpPr>
          <p:cNvPr id="16" name="Text 12"/>
          <p:cNvSpPr txBox="1"/>
          <p:nvPr/>
        </p:nvSpPr>
        <p:spPr>
          <a:xfrm>
            <a:off x="4133088" y="2435352"/>
            <a:ext cx="3474720" cy="765658"/>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i="1" dirty="0">
                <a:solidFill>
                  <a:schemeClr val="accent5"/>
                </a:solidFill>
              </a:rPr>
              <a:t>…………………</a:t>
            </a:r>
            <a:r>
              <a:rPr lang="en-US" sz="1650" i="1" dirty="0">
                <a:solidFill>
                  <a:schemeClr val="tx1"/>
                </a:solidFill>
              </a:rPr>
              <a:t> tennis.</a:t>
            </a:r>
            <a:endParaRPr lang="en-US" sz="1650" dirty="0"/>
          </a:p>
        </p:txBody>
      </p:sp>
      <p:sp>
        <p:nvSpPr>
          <p:cNvPr id="17" name="Text 13"/>
          <p:cNvSpPr txBox="1"/>
          <p:nvPr/>
        </p:nvSpPr>
        <p:spPr>
          <a:xfrm>
            <a:off x="7927848" y="2435352"/>
            <a:ext cx="3639312" cy="765658"/>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tennis?</a:t>
            </a:r>
            <a:endParaRPr lang="en-US" sz="1650" dirty="0"/>
          </a:p>
        </p:txBody>
      </p:sp>
      <p:sp>
        <p:nvSpPr>
          <p:cNvPr id="18" name="Shape 14"/>
          <p:cNvSpPr/>
          <p:nvPr/>
        </p:nvSpPr>
        <p:spPr>
          <a:xfrm>
            <a:off x="548640" y="3228442"/>
            <a:ext cx="11091672" cy="701650"/>
          </a:xfrm>
          <a:prstGeom prst="roundRect">
            <a:avLst>
              <a:gd name="adj" fmla="val 10426"/>
            </a:avLst>
          </a:prstGeom>
          <a:solidFill>
            <a:srgbClr val="FFFFFF"/>
          </a:solidFill>
          <a:ln w="12700">
            <a:solidFill>
              <a:srgbClr val="FFFFFF">
                <a:alpha val="0"/>
              </a:srgbClr>
            </a:solidFill>
            <a:prstDash val="solid"/>
          </a:ln>
        </p:spPr>
      </p:sp>
      <p:sp>
        <p:nvSpPr>
          <p:cNvPr id="19" name="Text 15"/>
          <p:cNvSpPr txBox="1"/>
          <p:nvPr/>
        </p:nvSpPr>
        <p:spPr>
          <a:xfrm>
            <a:off x="658368" y="3201010"/>
            <a:ext cx="3154680" cy="765658"/>
          </a:xfrm>
          <a:prstGeom prst="rect">
            <a:avLst/>
          </a:prstGeom>
          <a:noFill/>
          <a:ln/>
        </p:spPr>
        <p:txBody>
          <a:bodyPr wrap="square" lIns="0" tIns="0" rIns="0" bIns="0" rtlCol="0" anchor="ctr"/>
          <a:lstStyle/>
          <a:p>
            <a:pPr algn="l" indent="0" marL="0">
              <a:buNone/>
            </a:pPr>
            <a:r>
              <a:rPr lang="en-US" sz="1650" i="1" dirty="0">
                <a:solidFill>
                  <a:schemeClr val="tx2"/>
                </a:solidFill>
              </a:rPr>
              <a:t>They went to Rome.</a:t>
            </a:r>
            <a:endParaRPr lang="en-US" sz="1650" dirty="0"/>
          </a:p>
        </p:txBody>
      </p:sp>
      <p:sp>
        <p:nvSpPr>
          <p:cNvPr id="20" name="Text 16"/>
          <p:cNvSpPr txBox="1"/>
          <p:nvPr/>
        </p:nvSpPr>
        <p:spPr>
          <a:xfrm>
            <a:off x="4133088" y="3201010"/>
            <a:ext cx="3474720" cy="765658"/>
          </a:xfrm>
          <a:prstGeom prst="rect">
            <a:avLst/>
          </a:prstGeom>
          <a:noFill/>
          <a:ln/>
        </p:spPr>
        <p:txBody>
          <a:bodyPr wrap="square" lIns="0" tIns="0" rIns="0" bIns="0" rtlCol="0" anchor="ctr"/>
          <a:lstStyle/>
          <a:p>
            <a:pPr algn="l" indent="0" marL="0">
              <a:buNone/>
            </a:pPr>
            <a:r>
              <a:rPr lang="en-US" sz="1650" i="1" dirty="0">
                <a:solidFill>
                  <a:schemeClr val="tx1"/>
                </a:solidFill>
              </a:rPr>
              <a:t>They </a:t>
            </a:r>
            <a:r>
              <a:rPr lang="en-US" sz="1650" i="1" dirty="0">
                <a:solidFill>
                  <a:schemeClr val="accent5"/>
                </a:solidFill>
              </a:rPr>
              <a:t>……………</a:t>
            </a:r>
            <a:r>
              <a:rPr lang="en-US" sz="1650" i="1" dirty="0">
                <a:solidFill>
                  <a:schemeClr val="tx1"/>
                </a:solidFill>
              </a:rPr>
              <a:t> to Rome.</a:t>
            </a:r>
            <a:endParaRPr lang="en-US" sz="1650" dirty="0"/>
          </a:p>
        </p:txBody>
      </p:sp>
      <p:sp>
        <p:nvSpPr>
          <p:cNvPr id="21" name="Text 17"/>
          <p:cNvSpPr txBox="1"/>
          <p:nvPr/>
        </p:nvSpPr>
        <p:spPr>
          <a:xfrm>
            <a:off x="7927848" y="3201010"/>
            <a:ext cx="3639312" cy="765658"/>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to Rome?</a:t>
            </a:r>
            <a:endParaRPr lang="en-US" sz="1650" dirty="0"/>
          </a:p>
        </p:txBody>
      </p:sp>
      <p:sp>
        <p:nvSpPr>
          <p:cNvPr id="22" name="Shape 18"/>
          <p:cNvSpPr/>
          <p:nvPr/>
        </p:nvSpPr>
        <p:spPr>
          <a:xfrm>
            <a:off x="548640" y="3994099"/>
            <a:ext cx="11091672" cy="701650"/>
          </a:xfrm>
          <a:prstGeom prst="roundRect">
            <a:avLst>
              <a:gd name="adj" fmla="val 10426"/>
            </a:avLst>
          </a:prstGeom>
          <a:solidFill>
            <a:schemeClr val="bg2"/>
          </a:solidFill>
          <a:ln w="12700">
            <a:solidFill>
              <a:srgbClr val="FFFFFF">
                <a:alpha val="0"/>
              </a:srgbClr>
            </a:solidFill>
            <a:prstDash val="solid"/>
          </a:ln>
        </p:spPr>
      </p:sp>
      <p:sp>
        <p:nvSpPr>
          <p:cNvPr id="23" name="Text 19"/>
          <p:cNvSpPr txBox="1"/>
          <p:nvPr/>
        </p:nvSpPr>
        <p:spPr>
          <a:xfrm>
            <a:off x="658368" y="3966667"/>
            <a:ext cx="3154680" cy="765658"/>
          </a:xfrm>
          <a:prstGeom prst="rect">
            <a:avLst/>
          </a:prstGeom>
          <a:noFill/>
          <a:ln/>
        </p:spPr>
        <p:txBody>
          <a:bodyPr wrap="square" lIns="0" tIns="0" rIns="0" bIns="0" rtlCol="0" anchor="ctr"/>
          <a:lstStyle/>
          <a:p>
            <a:pPr algn="l" indent="0" marL="0">
              <a:buNone/>
            </a:pPr>
            <a:r>
              <a:rPr lang="en-US" sz="1650" i="1" dirty="0">
                <a:solidFill>
                  <a:schemeClr val="tx2"/>
                </a:solidFill>
              </a:rPr>
              <a:t>He bought a car.</a:t>
            </a:r>
            <a:endParaRPr lang="en-US" sz="1650" dirty="0"/>
          </a:p>
        </p:txBody>
      </p:sp>
      <p:sp>
        <p:nvSpPr>
          <p:cNvPr id="24" name="Text 20"/>
          <p:cNvSpPr txBox="1"/>
          <p:nvPr/>
        </p:nvSpPr>
        <p:spPr>
          <a:xfrm>
            <a:off x="4133088" y="3966667"/>
            <a:ext cx="3474720" cy="765658"/>
          </a:xfrm>
          <a:prstGeom prst="rect">
            <a:avLst/>
          </a:prstGeom>
          <a:noFill/>
          <a:ln/>
        </p:spPr>
        <p:txBody>
          <a:bodyPr wrap="square" lIns="0" tIns="0" rIns="0" bIns="0" rtlCol="0" anchor="ctr"/>
          <a:lstStyle/>
          <a:p>
            <a:pPr algn="l" indent="0" marL="0">
              <a:buNone/>
            </a:pPr>
            <a:r>
              <a:rPr lang="en-US" sz="1650" i="1" dirty="0">
                <a:solidFill>
                  <a:schemeClr val="tx1"/>
                </a:solidFill>
              </a:rPr>
              <a:t>He </a:t>
            </a:r>
            <a:r>
              <a:rPr lang="en-US" sz="1650" i="1" dirty="0">
                <a:solidFill>
                  <a:schemeClr val="accent5"/>
                </a:solidFill>
              </a:rPr>
              <a:t>………………</a:t>
            </a:r>
            <a:r>
              <a:rPr lang="en-US" sz="1650" i="1" dirty="0">
                <a:solidFill>
                  <a:schemeClr val="tx1"/>
                </a:solidFill>
              </a:rPr>
              <a:t> a car.</a:t>
            </a:r>
            <a:endParaRPr lang="en-US" sz="1650" dirty="0"/>
          </a:p>
        </p:txBody>
      </p:sp>
      <p:sp>
        <p:nvSpPr>
          <p:cNvPr id="25" name="Text 21"/>
          <p:cNvSpPr txBox="1"/>
          <p:nvPr/>
        </p:nvSpPr>
        <p:spPr>
          <a:xfrm>
            <a:off x="7927848" y="3966667"/>
            <a:ext cx="3639312" cy="765658"/>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a car?</a:t>
            </a:r>
            <a:endParaRPr lang="en-US" sz="1650" dirty="0"/>
          </a:p>
        </p:txBody>
      </p:sp>
      <p:sp>
        <p:nvSpPr>
          <p:cNvPr id="26" name="Shape 22"/>
          <p:cNvSpPr/>
          <p:nvPr/>
        </p:nvSpPr>
        <p:spPr>
          <a:xfrm>
            <a:off x="548640" y="4759757"/>
            <a:ext cx="11091672" cy="701650"/>
          </a:xfrm>
          <a:prstGeom prst="roundRect">
            <a:avLst>
              <a:gd name="adj" fmla="val 10426"/>
            </a:avLst>
          </a:prstGeom>
          <a:solidFill>
            <a:srgbClr val="FFFFFF"/>
          </a:solidFill>
          <a:ln w="12700">
            <a:solidFill>
              <a:srgbClr val="FFFFFF">
                <a:alpha val="0"/>
              </a:srgbClr>
            </a:solidFill>
            <a:prstDash val="solid"/>
          </a:ln>
        </p:spPr>
      </p:sp>
      <p:sp>
        <p:nvSpPr>
          <p:cNvPr id="27" name="Text 23"/>
          <p:cNvSpPr txBox="1"/>
          <p:nvPr/>
        </p:nvSpPr>
        <p:spPr>
          <a:xfrm>
            <a:off x="658368" y="4732325"/>
            <a:ext cx="3154680" cy="765658"/>
          </a:xfrm>
          <a:prstGeom prst="rect">
            <a:avLst/>
          </a:prstGeom>
          <a:noFill/>
          <a:ln/>
        </p:spPr>
        <p:txBody>
          <a:bodyPr wrap="square" lIns="0" tIns="0" rIns="0" bIns="0" rtlCol="0" anchor="ctr"/>
          <a:lstStyle/>
          <a:p>
            <a:pPr algn="l" indent="0" marL="0">
              <a:buNone/>
            </a:pPr>
            <a:r>
              <a:rPr lang="en-US" sz="1650" i="1" dirty="0">
                <a:solidFill>
                  <a:schemeClr val="tx2"/>
                </a:solidFill>
              </a:rPr>
              <a:t>You saw the film.</a:t>
            </a:r>
            <a:endParaRPr lang="en-US" sz="1650" dirty="0"/>
          </a:p>
        </p:txBody>
      </p:sp>
      <p:sp>
        <p:nvSpPr>
          <p:cNvPr id="28" name="Text 24"/>
          <p:cNvSpPr txBox="1"/>
          <p:nvPr/>
        </p:nvSpPr>
        <p:spPr>
          <a:xfrm>
            <a:off x="4133088" y="4732325"/>
            <a:ext cx="3474720" cy="765658"/>
          </a:xfrm>
          <a:prstGeom prst="rect">
            <a:avLst/>
          </a:prstGeom>
          <a:noFill/>
          <a:ln/>
        </p:spPr>
        <p:txBody>
          <a:bodyPr wrap="square" lIns="0" tIns="0" rIns="0" bIns="0" rtlCol="0" anchor="ctr"/>
          <a:lstStyle/>
          <a:p>
            <a:pPr algn="l" indent="0" marL="0">
              <a:buNone/>
            </a:pPr>
            <a:r>
              <a:rPr lang="en-US" sz="1650" i="1" dirty="0">
                <a:solidFill>
                  <a:schemeClr val="tx1"/>
                </a:solidFill>
              </a:rPr>
              <a:t>You </a:t>
            </a:r>
            <a:r>
              <a:rPr lang="en-US" sz="1650" i="1" dirty="0">
                <a:solidFill>
                  <a:schemeClr val="accent5"/>
                </a:solidFill>
              </a:rPr>
              <a:t>………………</a:t>
            </a:r>
            <a:r>
              <a:rPr lang="en-US" sz="1650" i="1" dirty="0">
                <a:solidFill>
                  <a:schemeClr val="tx1"/>
                </a:solidFill>
              </a:rPr>
              <a:t> the film.</a:t>
            </a:r>
            <a:endParaRPr lang="en-US" sz="1650" dirty="0"/>
          </a:p>
        </p:txBody>
      </p:sp>
      <p:sp>
        <p:nvSpPr>
          <p:cNvPr id="29" name="Text 25"/>
          <p:cNvSpPr txBox="1"/>
          <p:nvPr/>
        </p:nvSpPr>
        <p:spPr>
          <a:xfrm>
            <a:off x="7927848" y="4732325"/>
            <a:ext cx="3639312" cy="765658"/>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the film?</a:t>
            </a:r>
            <a:endParaRPr lang="en-US" sz="1650" dirty="0"/>
          </a:p>
        </p:txBody>
      </p:sp>
      <p:sp>
        <p:nvSpPr>
          <p:cNvPr id="30" name="Shape 26"/>
          <p:cNvSpPr/>
          <p:nvPr/>
        </p:nvSpPr>
        <p:spPr>
          <a:xfrm>
            <a:off x="548640" y="5525414"/>
            <a:ext cx="11091672" cy="701650"/>
          </a:xfrm>
          <a:prstGeom prst="roundRect">
            <a:avLst>
              <a:gd name="adj" fmla="val 10426"/>
            </a:avLst>
          </a:prstGeom>
          <a:solidFill>
            <a:schemeClr val="bg2"/>
          </a:solidFill>
          <a:ln w="12700">
            <a:solidFill>
              <a:srgbClr val="FFFFFF">
                <a:alpha val="0"/>
              </a:srgbClr>
            </a:solidFill>
            <a:prstDash val="solid"/>
          </a:ln>
        </p:spPr>
      </p:sp>
      <p:sp>
        <p:nvSpPr>
          <p:cNvPr id="31" name="Text 27"/>
          <p:cNvSpPr txBox="1"/>
          <p:nvPr/>
        </p:nvSpPr>
        <p:spPr>
          <a:xfrm>
            <a:off x="658368" y="5497982"/>
            <a:ext cx="3154680" cy="765658"/>
          </a:xfrm>
          <a:prstGeom prst="rect">
            <a:avLst/>
          </a:prstGeom>
          <a:noFill/>
          <a:ln/>
        </p:spPr>
        <p:txBody>
          <a:bodyPr wrap="square" lIns="0" tIns="0" rIns="0" bIns="0" rtlCol="0" anchor="ctr"/>
          <a:lstStyle/>
          <a:p>
            <a:pPr algn="l" indent="0" marL="0">
              <a:buNone/>
            </a:pPr>
            <a:r>
              <a:rPr lang="en-US" sz="1650" i="1" dirty="0">
                <a:solidFill>
                  <a:schemeClr val="tx2"/>
                </a:solidFill>
              </a:rPr>
              <a:t>It was cold.</a:t>
            </a:r>
            <a:endParaRPr lang="en-US" sz="1650" dirty="0"/>
          </a:p>
        </p:txBody>
      </p:sp>
      <p:sp>
        <p:nvSpPr>
          <p:cNvPr id="32" name="Text 28"/>
          <p:cNvSpPr txBox="1"/>
          <p:nvPr/>
        </p:nvSpPr>
        <p:spPr>
          <a:xfrm>
            <a:off x="4133088" y="5497982"/>
            <a:ext cx="3474720" cy="765658"/>
          </a:xfrm>
          <a:prstGeom prst="rect">
            <a:avLst/>
          </a:prstGeom>
          <a:noFill/>
          <a:ln/>
        </p:spPr>
        <p:txBody>
          <a:bodyPr wrap="square" lIns="0" tIns="0" rIns="0" bIns="0" rtlCol="0" anchor="ctr"/>
          <a:lstStyle/>
          <a:p>
            <a:pPr algn="l" indent="0" marL="0">
              <a:buNone/>
            </a:pPr>
            <a:r>
              <a:rPr lang="en-US" sz="1650" i="1" dirty="0">
                <a:solidFill>
                  <a:schemeClr val="tx1"/>
                </a:solidFill>
              </a:rPr>
              <a:t>It </a:t>
            </a:r>
            <a:r>
              <a:rPr lang="en-US" sz="1650" i="1" dirty="0">
                <a:solidFill>
                  <a:schemeClr val="accent5"/>
                </a:solidFill>
              </a:rPr>
              <a:t>…………</a:t>
            </a:r>
            <a:r>
              <a:rPr lang="en-US" sz="1650" i="1" dirty="0">
                <a:solidFill>
                  <a:schemeClr val="tx1"/>
                </a:solidFill>
              </a:rPr>
              <a:t> cold.</a:t>
            </a:r>
            <a:endParaRPr lang="en-US" sz="1650" dirty="0"/>
          </a:p>
        </p:txBody>
      </p:sp>
      <p:sp>
        <p:nvSpPr>
          <p:cNvPr id="33" name="Text 29"/>
          <p:cNvSpPr txBox="1"/>
          <p:nvPr/>
        </p:nvSpPr>
        <p:spPr>
          <a:xfrm>
            <a:off x="7927848" y="5497982"/>
            <a:ext cx="3639312" cy="765658"/>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cold?</a:t>
            </a:r>
            <a:endParaRPr lang="en-US" sz="16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5 — No? Yes?</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Make the sentence negative (−), then make a question (?).</a:t>
            </a:r>
            <a:endParaRPr lang="en-US" sz="1700" dirty="0"/>
          </a:p>
        </p:txBody>
      </p:sp>
      <p:sp>
        <p:nvSpPr>
          <p:cNvPr id="9" name="Shape 5"/>
          <p:cNvSpPr/>
          <p:nvPr/>
        </p:nvSpPr>
        <p:spPr>
          <a:xfrm>
            <a:off x="548640" y="1932432"/>
            <a:ext cx="3337560" cy="411480"/>
          </a:xfrm>
          <a:prstGeom prst="roundRect">
            <a:avLst>
              <a:gd name="adj" fmla="val 17778"/>
            </a:avLst>
          </a:prstGeom>
          <a:solidFill>
            <a:schemeClr val="tx2"/>
          </a:solidFill>
          <a:ln w="12700">
            <a:solidFill>
              <a:srgbClr val="FFFFFF">
                <a:alpha val="0"/>
              </a:srgbClr>
            </a:solidFill>
            <a:prstDash val="solid"/>
          </a:ln>
        </p:spPr>
      </p:sp>
      <p:sp>
        <p:nvSpPr>
          <p:cNvPr id="10" name="Text 6"/>
          <p:cNvSpPr txBox="1"/>
          <p:nvPr/>
        </p:nvSpPr>
        <p:spPr>
          <a:xfrm>
            <a:off x="548640" y="1932432"/>
            <a:ext cx="333756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1" name="Shape 7"/>
          <p:cNvSpPr/>
          <p:nvPr/>
        </p:nvSpPr>
        <p:spPr>
          <a:xfrm>
            <a:off x="4023360" y="1932432"/>
            <a:ext cx="3657600" cy="411480"/>
          </a:xfrm>
          <a:prstGeom prst="roundRect">
            <a:avLst>
              <a:gd name="adj" fmla="val 17778"/>
            </a:avLst>
          </a:prstGeom>
          <a:solidFill>
            <a:schemeClr val="accent6"/>
          </a:solidFill>
          <a:ln w="12700">
            <a:solidFill>
              <a:srgbClr val="FFFFFF">
                <a:alpha val="0"/>
              </a:srgbClr>
            </a:solidFill>
            <a:prstDash val="solid"/>
          </a:ln>
        </p:spPr>
      </p:sp>
      <p:sp>
        <p:nvSpPr>
          <p:cNvPr id="12" name="Text 8"/>
          <p:cNvSpPr txBox="1"/>
          <p:nvPr/>
        </p:nvSpPr>
        <p:spPr>
          <a:xfrm>
            <a:off x="4023360" y="1932432"/>
            <a:ext cx="365760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3" name="Shape 9"/>
          <p:cNvSpPr/>
          <p:nvPr/>
        </p:nvSpPr>
        <p:spPr>
          <a:xfrm>
            <a:off x="7818120" y="1932432"/>
            <a:ext cx="3822192" cy="411480"/>
          </a:xfrm>
          <a:prstGeom prst="roundRect">
            <a:avLst>
              <a:gd name="adj" fmla="val 17778"/>
            </a:avLst>
          </a:prstGeom>
          <a:solidFill>
            <a:schemeClr val="accent3"/>
          </a:solidFill>
          <a:ln w="12700">
            <a:solidFill>
              <a:srgbClr val="FFFFFF">
                <a:alpha val="0"/>
              </a:srgbClr>
            </a:solidFill>
            <a:prstDash val="solid"/>
          </a:ln>
        </p:spPr>
      </p:sp>
      <p:sp>
        <p:nvSpPr>
          <p:cNvPr id="14" name="Text 10"/>
          <p:cNvSpPr txBox="1"/>
          <p:nvPr/>
        </p:nvSpPr>
        <p:spPr>
          <a:xfrm>
            <a:off x="7818120" y="1932432"/>
            <a:ext cx="3822192"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5" name="Shape 11"/>
          <p:cNvSpPr/>
          <p:nvPr/>
        </p:nvSpPr>
        <p:spPr>
          <a:xfrm>
            <a:off x="548640" y="2462784"/>
            <a:ext cx="11091672" cy="628498"/>
          </a:xfrm>
          <a:prstGeom prst="roundRect">
            <a:avLst>
              <a:gd name="adj" fmla="val 11639"/>
            </a:avLst>
          </a:prstGeom>
          <a:solidFill>
            <a:schemeClr val="bg2"/>
          </a:solidFill>
          <a:ln w="12700">
            <a:solidFill>
              <a:srgbClr val="FFFFFF">
                <a:alpha val="0"/>
              </a:srgbClr>
            </a:solidFill>
            <a:prstDash val="solid"/>
          </a:ln>
        </p:spPr>
      </p:sp>
      <p:sp>
        <p:nvSpPr>
          <p:cNvPr id="16" name="Text 12"/>
          <p:cNvSpPr txBox="1"/>
          <p:nvPr/>
        </p:nvSpPr>
        <p:spPr>
          <a:xfrm>
            <a:off x="658368" y="2435352"/>
            <a:ext cx="3154680" cy="692506"/>
          </a:xfrm>
          <a:prstGeom prst="rect">
            <a:avLst/>
          </a:prstGeom>
          <a:noFill/>
          <a:ln/>
        </p:spPr>
        <p:txBody>
          <a:bodyPr wrap="square" lIns="0" tIns="0" rIns="0" bIns="0" rtlCol="0" anchor="ctr"/>
          <a:lstStyle/>
          <a:p>
            <a:pPr algn="l" indent="0" marL="0">
              <a:buNone/>
            </a:pPr>
            <a:r>
              <a:rPr lang="en-US" sz="1650" i="1" dirty="0">
                <a:solidFill>
                  <a:schemeClr val="tx2"/>
                </a:solidFill>
              </a:rPr>
              <a:t>She played tennis.</a:t>
            </a:r>
            <a:endParaRPr lang="en-US" sz="1650" dirty="0"/>
          </a:p>
        </p:txBody>
      </p:sp>
      <p:sp>
        <p:nvSpPr>
          <p:cNvPr id="17" name="Text 13"/>
          <p:cNvSpPr txBox="1"/>
          <p:nvPr/>
        </p:nvSpPr>
        <p:spPr>
          <a:xfrm>
            <a:off x="4133088" y="2435352"/>
            <a:ext cx="3474720" cy="692506"/>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b="1" i="1" dirty="0">
                <a:solidFill>
                  <a:schemeClr val="accent3"/>
                </a:solidFill>
              </a:rPr>
              <a:t>didn’t play</a:t>
            </a:r>
            <a:r>
              <a:rPr lang="en-US" sz="1650" i="1" dirty="0">
                <a:solidFill>
                  <a:schemeClr val="tx1"/>
                </a:solidFill>
              </a:rPr>
              <a:t> tennis.</a:t>
            </a:r>
            <a:endParaRPr lang="en-US" sz="1650" dirty="0"/>
          </a:p>
        </p:txBody>
      </p:sp>
      <p:sp>
        <p:nvSpPr>
          <p:cNvPr id="18" name="Text 14"/>
          <p:cNvSpPr txBox="1"/>
          <p:nvPr/>
        </p:nvSpPr>
        <p:spPr>
          <a:xfrm>
            <a:off x="7927848" y="2435352"/>
            <a:ext cx="3639312" cy="692506"/>
          </a:xfrm>
          <a:prstGeom prst="rect">
            <a:avLst/>
          </a:prstGeom>
          <a:noFill/>
          <a:ln/>
        </p:spPr>
        <p:txBody>
          <a:bodyPr wrap="square" lIns="0" tIns="0" rIns="0" bIns="0" rtlCol="0" anchor="ctr"/>
          <a:lstStyle/>
          <a:p>
            <a:pPr algn="l" indent="0" marL="0">
              <a:buNone/>
            </a:pPr>
            <a:r>
              <a:rPr lang="en-US" sz="1650" b="1" i="1" dirty="0">
                <a:solidFill>
                  <a:schemeClr val="accent3"/>
                </a:solidFill>
              </a:rPr>
              <a:t>Did she play</a:t>
            </a:r>
            <a:r>
              <a:rPr lang="en-US" sz="1650" i="1" dirty="0">
                <a:solidFill>
                  <a:schemeClr val="tx1"/>
                </a:solidFill>
              </a:rPr>
              <a:t> tennis?</a:t>
            </a:r>
            <a:endParaRPr lang="en-US" sz="1650" dirty="0"/>
          </a:p>
        </p:txBody>
      </p:sp>
      <p:sp>
        <p:nvSpPr>
          <p:cNvPr id="19" name="Shape 15"/>
          <p:cNvSpPr/>
          <p:nvPr/>
        </p:nvSpPr>
        <p:spPr>
          <a:xfrm>
            <a:off x="548640" y="3155290"/>
            <a:ext cx="11091672" cy="628498"/>
          </a:xfrm>
          <a:prstGeom prst="roundRect">
            <a:avLst>
              <a:gd name="adj" fmla="val 11639"/>
            </a:avLst>
          </a:prstGeom>
          <a:solidFill>
            <a:srgbClr val="FFFFFF"/>
          </a:solidFill>
          <a:ln w="12700">
            <a:solidFill>
              <a:srgbClr val="FFFFFF">
                <a:alpha val="0"/>
              </a:srgbClr>
            </a:solidFill>
            <a:prstDash val="solid"/>
          </a:ln>
        </p:spPr>
      </p:sp>
      <p:sp>
        <p:nvSpPr>
          <p:cNvPr id="20" name="Text 16"/>
          <p:cNvSpPr txBox="1"/>
          <p:nvPr/>
        </p:nvSpPr>
        <p:spPr>
          <a:xfrm>
            <a:off x="658368" y="3127858"/>
            <a:ext cx="3154680" cy="692506"/>
          </a:xfrm>
          <a:prstGeom prst="rect">
            <a:avLst/>
          </a:prstGeom>
          <a:noFill/>
          <a:ln/>
        </p:spPr>
        <p:txBody>
          <a:bodyPr wrap="square" lIns="0" tIns="0" rIns="0" bIns="0" rtlCol="0" anchor="ctr"/>
          <a:lstStyle/>
          <a:p>
            <a:pPr algn="l" indent="0" marL="0">
              <a:buNone/>
            </a:pPr>
            <a:r>
              <a:rPr lang="en-US" sz="1650" i="1" dirty="0">
                <a:solidFill>
                  <a:schemeClr val="tx2"/>
                </a:solidFill>
              </a:rPr>
              <a:t>They went to Rome.</a:t>
            </a:r>
            <a:endParaRPr lang="en-US" sz="1650" dirty="0"/>
          </a:p>
        </p:txBody>
      </p:sp>
      <p:sp>
        <p:nvSpPr>
          <p:cNvPr id="21" name="Text 17"/>
          <p:cNvSpPr txBox="1"/>
          <p:nvPr/>
        </p:nvSpPr>
        <p:spPr>
          <a:xfrm>
            <a:off x="4133088" y="3127858"/>
            <a:ext cx="3474720" cy="692506"/>
          </a:xfrm>
          <a:prstGeom prst="rect">
            <a:avLst/>
          </a:prstGeom>
          <a:noFill/>
          <a:ln/>
        </p:spPr>
        <p:txBody>
          <a:bodyPr wrap="square" lIns="0" tIns="0" rIns="0" bIns="0" rtlCol="0" anchor="ctr"/>
          <a:lstStyle/>
          <a:p>
            <a:pPr algn="l" indent="0" marL="0">
              <a:buNone/>
            </a:pPr>
            <a:r>
              <a:rPr lang="en-US" sz="1650" i="1" dirty="0">
                <a:solidFill>
                  <a:schemeClr val="tx1"/>
                </a:solidFill>
              </a:rPr>
              <a:t>They </a:t>
            </a:r>
            <a:r>
              <a:rPr lang="en-US" sz="1650" b="1" i="1" dirty="0">
                <a:solidFill>
                  <a:schemeClr val="accent3"/>
                </a:solidFill>
              </a:rPr>
              <a:t>didn’t go</a:t>
            </a:r>
            <a:r>
              <a:rPr lang="en-US" sz="1650" i="1" dirty="0">
                <a:solidFill>
                  <a:schemeClr val="tx1"/>
                </a:solidFill>
              </a:rPr>
              <a:t> to Rome.</a:t>
            </a:r>
            <a:endParaRPr lang="en-US" sz="1650" dirty="0"/>
          </a:p>
        </p:txBody>
      </p:sp>
      <p:sp>
        <p:nvSpPr>
          <p:cNvPr id="22" name="Text 18"/>
          <p:cNvSpPr txBox="1"/>
          <p:nvPr/>
        </p:nvSpPr>
        <p:spPr>
          <a:xfrm>
            <a:off x="7927848" y="3127858"/>
            <a:ext cx="3639312" cy="692506"/>
          </a:xfrm>
          <a:prstGeom prst="rect">
            <a:avLst/>
          </a:prstGeom>
          <a:noFill/>
          <a:ln/>
        </p:spPr>
        <p:txBody>
          <a:bodyPr wrap="square" lIns="0" tIns="0" rIns="0" bIns="0" rtlCol="0" anchor="ctr"/>
          <a:lstStyle/>
          <a:p>
            <a:pPr algn="l" indent="0" marL="0">
              <a:buNone/>
            </a:pPr>
            <a:r>
              <a:rPr lang="en-US" sz="1650" b="1" i="1" dirty="0">
                <a:solidFill>
                  <a:schemeClr val="accent3"/>
                </a:solidFill>
              </a:rPr>
              <a:t>Did they go</a:t>
            </a:r>
            <a:r>
              <a:rPr lang="en-US" sz="1650" i="1" dirty="0">
                <a:solidFill>
                  <a:schemeClr val="tx1"/>
                </a:solidFill>
              </a:rPr>
              <a:t> to Rome?</a:t>
            </a:r>
            <a:endParaRPr lang="en-US" sz="1650" dirty="0"/>
          </a:p>
        </p:txBody>
      </p:sp>
      <p:sp>
        <p:nvSpPr>
          <p:cNvPr id="23" name="Shape 19"/>
          <p:cNvSpPr/>
          <p:nvPr/>
        </p:nvSpPr>
        <p:spPr>
          <a:xfrm>
            <a:off x="548640" y="3847795"/>
            <a:ext cx="11091672" cy="628498"/>
          </a:xfrm>
          <a:prstGeom prst="roundRect">
            <a:avLst>
              <a:gd name="adj" fmla="val 11639"/>
            </a:avLst>
          </a:prstGeom>
          <a:solidFill>
            <a:schemeClr val="bg2"/>
          </a:solidFill>
          <a:ln w="12700">
            <a:solidFill>
              <a:srgbClr val="FFFFFF">
                <a:alpha val="0"/>
              </a:srgbClr>
            </a:solidFill>
            <a:prstDash val="solid"/>
          </a:ln>
        </p:spPr>
      </p:sp>
      <p:sp>
        <p:nvSpPr>
          <p:cNvPr id="24" name="Text 20"/>
          <p:cNvSpPr txBox="1"/>
          <p:nvPr/>
        </p:nvSpPr>
        <p:spPr>
          <a:xfrm>
            <a:off x="658368" y="3820363"/>
            <a:ext cx="3154680" cy="692506"/>
          </a:xfrm>
          <a:prstGeom prst="rect">
            <a:avLst/>
          </a:prstGeom>
          <a:noFill/>
          <a:ln/>
        </p:spPr>
        <p:txBody>
          <a:bodyPr wrap="square" lIns="0" tIns="0" rIns="0" bIns="0" rtlCol="0" anchor="ctr"/>
          <a:lstStyle/>
          <a:p>
            <a:pPr algn="l" indent="0" marL="0">
              <a:buNone/>
            </a:pPr>
            <a:r>
              <a:rPr lang="en-US" sz="1650" i="1" dirty="0">
                <a:solidFill>
                  <a:schemeClr val="tx2"/>
                </a:solidFill>
              </a:rPr>
              <a:t>He bought a car.</a:t>
            </a:r>
            <a:endParaRPr lang="en-US" sz="1650" dirty="0"/>
          </a:p>
        </p:txBody>
      </p:sp>
      <p:sp>
        <p:nvSpPr>
          <p:cNvPr id="25" name="Text 21"/>
          <p:cNvSpPr txBox="1"/>
          <p:nvPr/>
        </p:nvSpPr>
        <p:spPr>
          <a:xfrm>
            <a:off x="4133088" y="3820363"/>
            <a:ext cx="3474720" cy="692506"/>
          </a:xfrm>
          <a:prstGeom prst="rect">
            <a:avLst/>
          </a:prstGeom>
          <a:noFill/>
          <a:ln/>
        </p:spPr>
        <p:txBody>
          <a:bodyPr wrap="square" lIns="0" tIns="0" rIns="0" bIns="0" rtlCol="0" anchor="ctr"/>
          <a:lstStyle/>
          <a:p>
            <a:pPr algn="l" indent="0" marL="0">
              <a:buNone/>
            </a:pPr>
            <a:r>
              <a:rPr lang="en-US" sz="1650" i="1" dirty="0">
                <a:solidFill>
                  <a:schemeClr val="tx1"/>
                </a:solidFill>
              </a:rPr>
              <a:t>He </a:t>
            </a:r>
            <a:r>
              <a:rPr lang="en-US" sz="1650" b="1" i="1" dirty="0">
                <a:solidFill>
                  <a:schemeClr val="accent3"/>
                </a:solidFill>
              </a:rPr>
              <a:t>didn’t buy</a:t>
            </a:r>
            <a:r>
              <a:rPr lang="en-US" sz="1650" i="1" dirty="0">
                <a:solidFill>
                  <a:schemeClr val="tx1"/>
                </a:solidFill>
              </a:rPr>
              <a:t> a car.</a:t>
            </a:r>
            <a:endParaRPr lang="en-US" sz="1650" dirty="0"/>
          </a:p>
        </p:txBody>
      </p:sp>
      <p:sp>
        <p:nvSpPr>
          <p:cNvPr id="26" name="Text 22"/>
          <p:cNvSpPr txBox="1"/>
          <p:nvPr/>
        </p:nvSpPr>
        <p:spPr>
          <a:xfrm>
            <a:off x="7927848" y="3820363"/>
            <a:ext cx="3639312" cy="692506"/>
          </a:xfrm>
          <a:prstGeom prst="rect">
            <a:avLst/>
          </a:prstGeom>
          <a:noFill/>
          <a:ln/>
        </p:spPr>
        <p:txBody>
          <a:bodyPr wrap="square" lIns="0" tIns="0" rIns="0" bIns="0" rtlCol="0" anchor="ctr"/>
          <a:lstStyle/>
          <a:p>
            <a:pPr algn="l" indent="0" marL="0">
              <a:buNone/>
            </a:pPr>
            <a:r>
              <a:rPr lang="en-US" sz="1650" b="1" i="1" dirty="0">
                <a:solidFill>
                  <a:schemeClr val="accent3"/>
                </a:solidFill>
              </a:rPr>
              <a:t>Did he buy</a:t>
            </a:r>
            <a:r>
              <a:rPr lang="en-US" sz="1650" i="1" dirty="0">
                <a:solidFill>
                  <a:schemeClr val="tx1"/>
                </a:solidFill>
              </a:rPr>
              <a:t> a car?</a:t>
            </a:r>
            <a:endParaRPr lang="en-US" sz="1650" dirty="0"/>
          </a:p>
        </p:txBody>
      </p:sp>
      <p:sp>
        <p:nvSpPr>
          <p:cNvPr id="27" name="Shape 23"/>
          <p:cNvSpPr/>
          <p:nvPr/>
        </p:nvSpPr>
        <p:spPr>
          <a:xfrm>
            <a:off x="548640" y="4540301"/>
            <a:ext cx="11091672" cy="628498"/>
          </a:xfrm>
          <a:prstGeom prst="roundRect">
            <a:avLst>
              <a:gd name="adj" fmla="val 11639"/>
            </a:avLst>
          </a:prstGeom>
          <a:solidFill>
            <a:srgbClr val="FFFFFF"/>
          </a:solidFill>
          <a:ln w="12700">
            <a:solidFill>
              <a:srgbClr val="FFFFFF">
                <a:alpha val="0"/>
              </a:srgbClr>
            </a:solidFill>
            <a:prstDash val="solid"/>
          </a:ln>
        </p:spPr>
      </p:sp>
      <p:sp>
        <p:nvSpPr>
          <p:cNvPr id="28" name="Text 24"/>
          <p:cNvSpPr txBox="1"/>
          <p:nvPr/>
        </p:nvSpPr>
        <p:spPr>
          <a:xfrm>
            <a:off x="658368" y="4512869"/>
            <a:ext cx="3154680" cy="692506"/>
          </a:xfrm>
          <a:prstGeom prst="rect">
            <a:avLst/>
          </a:prstGeom>
          <a:noFill/>
          <a:ln/>
        </p:spPr>
        <p:txBody>
          <a:bodyPr wrap="square" lIns="0" tIns="0" rIns="0" bIns="0" rtlCol="0" anchor="ctr"/>
          <a:lstStyle/>
          <a:p>
            <a:pPr algn="l" indent="0" marL="0">
              <a:buNone/>
            </a:pPr>
            <a:r>
              <a:rPr lang="en-US" sz="1650" i="1" dirty="0">
                <a:solidFill>
                  <a:schemeClr val="tx2"/>
                </a:solidFill>
              </a:rPr>
              <a:t>You saw the film.</a:t>
            </a:r>
            <a:endParaRPr lang="en-US" sz="1650" dirty="0"/>
          </a:p>
        </p:txBody>
      </p:sp>
      <p:sp>
        <p:nvSpPr>
          <p:cNvPr id="29" name="Text 25"/>
          <p:cNvSpPr txBox="1"/>
          <p:nvPr/>
        </p:nvSpPr>
        <p:spPr>
          <a:xfrm>
            <a:off x="4133088" y="4512869"/>
            <a:ext cx="3474720" cy="692506"/>
          </a:xfrm>
          <a:prstGeom prst="rect">
            <a:avLst/>
          </a:prstGeom>
          <a:noFill/>
          <a:ln/>
        </p:spPr>
        <p:txBody>
          <a:bodyPr wrap="square" lIns="0" tIns="0" rIns="0" bIns="0" rtlCol="0" anchor="ctr"/>
          <a:lstStyle/>
          <a:p>
            <a:pPr algn="l" indent="0" marL="0">
              <a:buNone/>
            </a:pPr>
            <a:r>
              <a:rPr lang="en-US" sz="1650" i="1" dirty="0">
                <a:solidFill>
                  <a:schemeClr val="tx1"/>
                </a:solidFill>
              </a:rPr>
              <a:t>You </a:t>
            </a:r>
            <a:r>
              <a:rPr lang="en-US" sz="1650" b="1" i="1" dirty="0">
                <a:solidFill>
                  <a:schemeClr val="accent3"/>
                </a:solidFill>
              </a:rPr>
              <a:t>didn’t see</a:t>
            </a:r>
            <a:r>
              <a:rPr lang="en-US" sz="1650" i="1" dirty="0">
                <a:solidFill>
                  <a:schemeClr val="tx1"/>
                </a:solidFill>
              </a:rPr>
              <a:t> the film.</a:t>
            </a:r>
            <a:endParaRPr lang="en-US" sz="1650" dirty="0"/>
          </a:p>
        </p:txBody>
      </p:sp>
      <p:sp>
        <p:nvSpPr>
          <p:cNvPr id="30" name="Text 26"/>
          <p:cNvSpPr txBox="1"/>
          <p:nvPr/>
        </p:nvSpPr>
        <p:spPr>
          <a:xfrm>
            <a:off x="7927848" y="4512869"/>
            <a:ext cx="3639312" cy="692506"/>
          </a:xfrm>
          <a:prstGeom prst="rect">
            <a:avLst/>
          </a:prstGeom>
          <a:noFill/>
          <a:ln/>
        </p:spPr>
        <p:txBody>
          <a:bodyPr wrap="square" lIns="0" tIns="0" rIns="0" bIns="0" rtlCol="0" anchor="ctr"/>
          <a:lstStyle/>
          <a:p>
            <a:pPr algn="l" indent="0" marL="0">
              <a:buNone/>
            </a:pPr>
            <a:r>
              <a:rPr lang="en-US" sz="1650" b="1" i="1" dirty="0">
                <a:solidFill>
                  <a:schemeClr val="accent3"/>
                </a:solidFill>
              </a:rPr>
              <a:t>Did you see</a:t>
            </a:r>
            <a:r>
              <a:rPr lang="en-US" sz="1650" i="1" dirty="0">
                <a:solidFill>
                  <a:schemeClr val="tx1"/>
                </a:solidFill>
              </a:rPr>
              <a:t> the film?</a:t>
            </a:r>
            <a:endParaRPr lang="en-US" sz="1650" dirty="0"/>
          </a:p>
        </p:txBody>
      </p:sp>
      <p:sp>
        <p:nvSpPr>
          <p:cNvPr id="31" name="Shape 27"/>
          <p:cNvSpPr/>
          <p:nvPr/>
        </p:nvSpPr>
        <p:spPr>
          <a:xfrm>
            <a:off x="548640" y="5232806"/>
            <a:ext cx="11091672" cy="628498"/>
          </a:xfrm>
          <a:prstGeom prst="roundRect">
            <a:avLst>
              <a:gd name="adj" fmla="val 11639"/>
            </a:avLst>
          </a:prstGeom>
          <a:solidFill>
            <a:schemeClr val="bg2"/>
          </a:solidFill>
          <a:ln w="12700">
            <a:solidFill>
              <a:srgbClr val="FFFFFF">
                <a:alpha val="0"/>
              </a:srgbClr>
            </a:solidFill>
            <a:prstDash val="solid"/>
          </a:ln>
        </p:spPr>
      </p:sp>
      <p:sp>
        <p:nvSpPr>
          <p:cNvPr id="32" name="Text 28"/>
          <p:cNvSpPr txBox="1"/>
          <p:nvPr/>
        </p:nvSpPr>
        <p:spPr>
          <a:xfrm>
            <a:off x="658368" y="5205374"/>
            <a:ext cx="3154680" cy="692506"/>
          </a:xfrm>
          <a:prstGeom prst="rect">
            <a:avLst/>
          </a:prstGeom>
          <a:noFill/>
          <a:ln/>
        </p:spPr>
        <p:txBody>
          <a:bodyPr wrap="square" lIns="0" tIns="0" rIns="0" bIns="0" rtlCol="0" anchor="ctr"/>
          <a:lstStyle/>
          <a:p>
            <a:pPr algn="l" indent="0" marL="0">
              <a:buNone/>
            </a:pPr>
            <a:r>
              <a:rPr lang="en-US" sz="1650" i="1" dirty="0">
                <a:solidFill>
                  <a:schemeClr val="tx2"/>
                </a:solidFill>
              </a:rPr>
              <a:t>It was cold.</a:t>
            </a:r>
            <a:endParaRPr lang="en-US" sz="1650" dirty="0"/>
          </a:p>
        </p:txBody>
      </p:sp>
      <p:sp>
        <p:nvSpPr>
          <p:cNvPr id="33" name="Text 29"/>
          <p:cNvSpPr txBox="1"/>
          <p:nvPr/>
        </p:nvSpPr>
        <p:spPr>
          <a:xfrm>
            <a:off x="4133088" y="5205374"/>
            <a:ext cx="3474720" cy="692506"/>
          </a:xfrm>
          <a:prstGeom prst="rect">
            <a:avLst/>
          </a:prstGeom>
          <a:noFill/>
          <a:ln/>
        </p:spPr>
        <p:txBody>
          <a:bodyPr wrap="square" lIns="0" tIns="0" rIns="0" bIns="0" rtlCol="0" anchor="ctr"/>
          <a:lstStyle/>
          <a:p>
            <a:pPr algn="l" indent="0" marL="0">
              <a:buNone/>
            </a:pPr>
            <a:r>
              <a:rPr lang="en-US" sz="1650" i="1" dirty="0">
                <a:solidFill>
                  <a:schemeClr val="tx1"/>
                </a:solidFill>
              </a:rPr>
              <a:t>It </a:t>
            </a:r>
            <a:r>
              <a:rPr lang="en-US" sz="1650" b="1" i="1" dirty="0">
                <a:solidFill>
                  <a:schemeClr val="accent3"/>
                </a:solidFill>
              </a:rPr>
              <a:t>wasn’t</a:t>
            </a:r>
            <a:r>
              <a:rPr lang="en-US" sz="1650" i="1" dirty="0">
                <a:solidFill>
                  <a:schemeClr val="tx1"/>
                </a:solidFill>
              </a:rPr>
              <a:t> cold.</a:t>
            </a:r>
            <a:endParaRPr lang="en-US" sz="1650" dirty="0"/>
          </a:p>
        </p:txBody>
      </p:sp>
      <p:sp>
        <p:nvSpPr>
          <p:cNvPr id="34" name="Text 30"/>
          <p:cNvSpPr txBox="1"/>
          <p:nvPr/>
        </p:nvSpPr>
        <p:spPr>
          <a:xfrm>
            <a:off x="7927848" y="5205374"/>
            <a:ext cx="3639312" cy="692506"/>
          </a:xfrm>
          <a:prstGeom prst="rect">
            <a:avLst/>
          </a:prstGeom>
          <a:noFill/>
          <a:ln/>
        </p:spPr>
        <p:txBody>
          <a:bodyPr wrap="square" lIns="0" tIns="0" rIns="0" bIns="0" rtlCol="0" anchor="ctr"/>
          <a:lstStyle/>
          <a:p>
            <a:pPr algn="l" indent="0" marL="0">
              <a:buNone/>
            </a:pPr>
            <a:r>
              <a:rPr lang="en-US" sz="1650" b="1" i="1" dirty="0">
                <a:solidFill>
                  <a:schemeClr val="accent3"/>
                </a:solidFill>
              </a:rPr>
              <a:t>Was it</a:t>
            </a:r>
            <a:r>
              <a:rPr lang="en-US" sz="1650" i="1" dirty="0">
                <a:solidFill>
                  <a:schemeClr val="tx1"/>
                </a:solidFill>
              </a:rPr>
              <a:t> cold?</a:t>
            </a:r>
            <a:endParaRPr lang="en-US" sz="1650" dirty="0"/>
          </a:p>
        </p:txBody>
      </p:sp>
      <p:sp>
        <p:nvSpPr>
          <p:cNvPr id="35" name="Text 31"/>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5 : </a:t>
            </a:r>
            <a:r>
              <a:rPr lang="en-US" sz="1300" i="1" dirty="0">
                <a:solidFill>
                  <a:schemeClr val="accent5"/>
                </a:solidFill>
              </a:rPr>
              <a:t>be</a:t>
            </a:r>
            <a:r>
              <a:rPr lang="en-US" sz="1300" i="1" dirty="0">
                <a:solidFill>
                  <a:schemeClr val="accent5"/>
                </a:solidFill>
              </a:rPr>
              <a:t> → pas de </a:t>
            </a:r>
            <a:r>
              <a:rPr lang="en-US" sz="1300" i="1" dirty="0">
                <a:solidFill>
                  <a:schemeClr val="accent5"/>
                </a:solidFill>
              </a:rPr>
              <a:t>did</a:t>
            </a:r>
            <a:r>
              <a:rPr lang="en-US" sz="1300" i="1" dirty="0">
                <a:solidFill>
                  <a:schemeClr val="accent5"/>
                </a:solidFill>
              </a:rPr>
              <a:t> : </a:t>
            </a:r>
            <a:r>
              <a:rPr lang="en-US" sz="1300" i="1" dirty="0">
                <a:solidFill>
                  <a:schemeClr val="accent5"/>
                </a:solidFill>
              </a:rPr>
              <a:t>wasn’t · Was it…?</a:t>
            </a:r>
            <a:r>
              <a:rPr lang="en-US" sz="1300" i="1" dirty="0">
                <a:solidFill>
                  <a:schemeClr val="accent5"/>
                </a:solidFill>
              </a:rPr>
              <a:t> (diapo 10).</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6 — Word order (QUASI)</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Put the pieces in order. Remember QUASI: Question word · Auxiliary · Subject · Infinitive.</a:t>
            </a:r>
            <a:endParaRPr lang="en-US" sz="1700" dirty="0"/>
          </a:p>
        </p:txBody>
      </p:sp>
      <p:sp>
        <p:nvSpPr>
          <p:cNvPr id="8" name="Text 4"/>
          <p:cNvSpPr txBox="1"/>
          <p:nvPr/>
        </p:nvSpPr>
        <p:spPr>
          <a:xfrm>
            <a:off x="548640" y="2042160"/>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1</a:t>
            </a:r>
            <a:endParaRPr lang="en-US" sz="1800" dirty="0"/>
          </a:p>
        </p:txBody>
      </p:sp>
      <p:sp>
        <p:nvSpPr>
          <p:cNvPr id="9" name="Shape 5"/>
          <p:cNvSpPr/>
          <p:nvPr/>
        </p:nvSpPr>
        <p:spPr>
          <a:xfrm>
            <a:off x="960120" y="2042160"/>
            <a:ext cx="752354" cy="603504"/>
          </a:xfrm>
          <a:prstGeom prst="roundRect">
            <a:avLst>
              <a:gd name="adj" fmla="val 15152"/>
            </a:avLst>
          </a:prstGeom>
          <a:solidFill>
            <a:srgbClr val="FBEDEB"/>
          </a:solidFill>
          <a:ln w="22225">
            <a:solidFill>
              <a:srgbClr val="B83227"/>
            </a:solidFill>
            <a:prstDash val="solid"/>
          </a:ln>
        </p:spPr>
      </p:sp>
      <p:sp>
        <p:nvSpPr>
          <p:cNvPr id="10" name="Text 6"/>
          <p:cNvSpPr txBox="1"/>
          <p:nvPr/>
        </p:nvSpPr>
        <p:spPr>
          <a:xfrm>
            <a:off x="960120" y="2042160"/>
            <a:ext cx="75235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go</a:t>
            </a:r>
            <a:endParaRPr lang="en-US" sz="2200" dirty="0"/>
          </a:p>
        </p:txBody>
      </p:sp>
      <p:sp>
        <p:nvSpPr>
          <p:cNvPr id="11" name="Shape 7"/>
          <p:cNvSpPr/>
          <p:nvPr/>
        </p:nvSpPr>
        <p:spPr>
          <a:xfrm>
            <a:off x="1986794" y="2042160"/>
            <a:ext cx="2509757" cy="603504"/>
          </a:xfrm>
          <a:prstGeom prst="roundRect">
            <a:avLst>
              <a:gd name="adj" fmla="val 15152"/>
            </a:avLst>
          </a:prstGeom>
          <a:solidFill>
            <a:srgbClr val="FDF1E6"/>
          </a:solidFill>
          <a:ln w="19050">
            <a:solidFill>
              <a:srgbClr val="D9700F"/>
            </a:solidFill>
            <a:prstDash val="solid"/>
          </a:ln>
        </p:spPr>
      </p:sp>
      <p:sp>
        <p:nvSpPr>
          <p:cNvPr id="12" name="Text 8"/>
          <p:cNvSpPr txBox="1"/>
          <p:nvPr/>
        </p:nvSpPr>
        <p:spPr>
          <a:xfrm>
            <a:off x="1986794" y="2042160"/>
            <a:ext cx="2509757" cy="603504"/>
          </a:xfrm>
          <a:prstGeom prst="rect">
            <a:avLst/>
          </a:prstGeom>
          <a:noFill/>
          <a:ln/>
        </p:spPr>
        <p:txBody>
          <a:bodyPr wrap="square" lIns="0" tIns="0" rIns="0" bIns="0" rtlCol="0" anchor="ctr"/>
          <a:lstStyle/>
          <a:p>
            <a:pPr algn="ctr" indent="0" marL="0">
              <a:buNone/>
            </a:pPr>
            <a:r>
              <a:rPr lang="en-US" sz="2200" b="1" i="1" dirty="0">
                <a:solidFill>
                  <a:schemeClr val="accent1"/>
                </a:solidFill>
              </a:rPr>
              <a:t>last summer?</a:t>
            </a:r>
            <a:endParaRPr lang="en-US" sz="2200" dirty="0"/>
          </a:p>
        </p:txBody>
      </p:sp>
      <p:sp>
        <p:nvSpPr>
          <p:cNvPr id="13" name="Shape 9"/>
          <p:cNvSpPr/>
          <p:nvPr/>
        </p:nvSpPr>
        <p:spPr>
          <a:xfrm>
            <a:off x="4770871" y="2042160"/>
            <a:ext cx="763341" cy="603504"/>
          </a:xfrm>
          <a:prstGeom prst="roundRect">
            <a:avLst>
              <a:gd name="adj" fmla="val 15152"/>
            </a:avLst>
          </a:prstGeom>
          <a:solidFill>
            <a:srgbClr val="FFFFFF"/>
          </a:solidFill>
          <a:ln w="15875">
            <a:solidFill>
              <a:srgbClr val="D5DCE6"/>
            </a:solidFill>
            <a:prstDash val="solid"/>
          </a:ln>
        </p:spPr>
      </p:sp>
      <p:sp>
        <p:nvSpPr>
          <p:cNvPr id="14" name="Text 10"/>
          <p:cNvSpPr txBox="1"/>
          <p:nvPr/>
        </p:nvSpPr>
        <p:spPr>
          <a:xfrm>
            <a:off x="4770871" y="2042160"/>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you</a:t>
            </a:r>
            <a:endParaRPr lang="en-US" sz="2200" dirty="0"/>
          </a:p>
        </p:txBody>
      </p:sp>
      <p:sp>
        <p:nvSpPr>
          <p:cNvPr id="15" name="Shape 11"/>
          <p:cNvSpPr/>
          <p:nvPr/>
        </p:nvSpPr>
        <p:spPr>
          <a:xfrm>
            <a:off x="5808532" y="2042160"/>
            <a:ext cx="1279575" cy="603504"/>
          </a:xfrm>
          <a:prstGeom prst="roundRect">
            <a:avLst>
              <a:gd name="adj" fmla="val 15152"/>
            </a:avLst>
          </a:prstGeom>
          <a:solidFill>
            <a:schemeClr val="accent3"/>
          </a:solidFill>
          <a:ln w="12700">
            <a:solidFill>
              <a:srgbClr val="FFFFFF">
                <a:alpha val="0"/>
              </a:srgbClr>
            </a:solidFill>
            <a:prstDash val="solid"/>
          </a:ln>
        </p:spPr>
      </p:sp>
      <p:sp>
        <p:nvSpPr>
          <p:cNvPr id="16" name="Text 12"/>
          <p:cNvSpPr txBox="1"/>
          <p:nvPr/>
        </p:nvSpPr>
        <p:spPr>
          <a:xfrm>
            <a:off x="5808532" y="2042160"/>
            <a:ext cx="1279575" cy="603504"/>
          </a:xfrm>
          <a:prstGeom prst="rect">
            <a:avLst/>
          </a:prstGeom>
          <a:noFill/>
          <a:ln/>
        </p:spPr>
        <p:txBody>
          <a:bodyPr wrap="square" lIns="0" tIns="0" rIns="0" bIns="0" rtlCol="0" anchor="ctr"/>
          <a:lstStyle/>
          <a:p>
            <a:pPr algn="ctr" indent="0" marL="0">
              <a:buNone/>
            </a:pPr>
            <a:r>
              <a:rPr lang="en-US" sz="2200" b="1" i="1" dirty="0">
                <a:solidFill>
                  <a:schemeClr val="bg1"/>
                </a:solidFill>
              </a:rPr>
              <a:t>Where</a:t>
            </a:r>
            <a:endParaRPr lang="en-US" sz="2200" dirty="0"/>
          </a:p>
        </p:txBody>
      </p:sp>
      <p:sp>
        <p:nvSpPr>
          <p:cNvPr id="17" name="Shape 13"/>
          <p:cNvSpPr/>
          <p:nvPr/>
        </p:nvSpPr>
        <p:spPr>
          <a:xfrm>
            <a:off x="7362427" y="2042160"/>
            <a:ext cx="928094" cy="603504"/>
          </a:xfrm>
          <a:prstGeom prst="roundRect">
            <a:avLst>
              <a:gd name="adj" fmla="val 15152"/>
            </a:avLst>
          </a:prstGeom>
          <a:solidFill>
            <a:schemeClr val="tx2"/>
          </a:solidFill>
          <a:ln w="12700">
            <a:solidFill>
              <a:srgbClr val="FFFFFF">
                <a:alpha val="0"/>
              </a:srgbClr>
            </a:solidFill>
            <a:prstDash val="solid"/>
          </a:ln>
        </p:spPr>
      </p:sp>
      <p:sp>
        <p:nvSpPr>
          <p:cNvPr id="18" name="Text 14"/>
          <p:cNvSpPr txBox="1"/>
          <p:nvPr/>
        </p:nvSpPr>
        <p:spPr>
          <a:xfrm>
            <a:off x="7362427" y="2042160"/>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19" name="Text 15"/>
          <p:cNvSpPr txBox="1"/>
          <p:nvPr/>
        </p:nvSpPr>
        <p:spPr>
          <a:xfrm>
            <a:off x="548640" y="3090672"/>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2</a:t>
            </a:r>
            <a:endParaRPr lang="en-US" sz="1800" dirty="0"/>
          </a:p>
        </p:txBody>
      </p:sp>
      <p:sp>
        <p:nvSpPr>
          <p:cNvPr id="20" name="Shape 16"/>
          <p:cNvSpPr/>
          <p:nvPr/>
        </p:nvSpPr>
        <p:spPr>
          <a:xfrm>
            <a:off x="960120" y="3090672"/>
            <a:ext cx="1103834" cy="603504"/>
          </a:xfrm>
          <a:prstGeom prst="roundRect">
            <a:avLst>
              <a:gd name="adj" fmla="val 15152"/>
            </a:avLst>
          </a:prstGeom>
          <a:solidFill>
            <a:srgbClr val="FBEDEB"/>
          </a:solidFill>
          <a:ln w="22225">
            <a:solidFill>
              <a:srgbClr val="B83227"/>
            </a:solidFill>
            <a:prstDash val="solid"/>
          </a:ln>
        </p:spPr>
      </p:sp>
      <p:sp>
        <p:nvSpPr>
          <p:cNvPr id="21" name="Text 17"/>
          <p:cNvSpPr txBox="1"/>
          <p:nvPr/>
        </p:nvSpPr>
        <p:spPr>
          <a:xfrm>
            <a:off x="960120" y="3090672"/>
            <a:ext cx="110383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buy?</a:t>
            </a:r>
            <a:endParaRPr lang="en-US" sz="2200" dirty="0"/>
          </a:p>
        </p:txBody>
      </p:sp>
      <p:sp>
        <p:nvSpPr>
          <p:cNvPr id="22" name="Shape 18"/>
          <p:cNvSpPr/>
          <p:nvPr/>
        </p:nvSpPr>
        <p:spPr>
          <a:xfrm>
            <a:off x="2338274" y="3090672"/>
            <a:ext cx="763341" cy="603504"/>
          </a:xfrm>
          <a:prstGeom prst="roundRect">
            <a:avLst>
              <a:gd name="adj" fmla="val 15152"/>
            </a:avLst>
          </a:prstGeom>
          <a:solidFill>
            <a:srgbClr val="FFFFFF"/>
          </a:solidFill>
          <a:ln w="15875">
            <a:solidFill>
              <a:srgbClr val="D5DCE6"/>
            </a:solidFill>
            <a:prstDash val="solid"/>
          </a:ln>
        </p:spPr>
      </p:sp>
      <p:sp>
        <p:nvSpPr>
          <p:cNvPr id="23" name="Text 19"/>
          <p:cNvSpPr txBox="1"/>
          <p:nvPr/>
        </p:nvSpPr>
        <p:spPr>
          <a:xfrm>
            <a:off x="2338274" y="3090672"/>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she</a:t>
            </a:r>
            <a:endParaRPr lang="en-US" sz="2200" dirty="0"/>
          </a:p>
        </p:txBody>
      </p:sp>
      <p:sp>
        <p:nvSpPr>
          <p:cNvPr id="24" name="Shape 20"/>
          <p:cNvSpPr/>
          <p:nvPr/>
        </p:nvSpPr>
        <p:spPr>
          <a:xfrm>
            <a:off x="3375936" y="3090672"/>
            <a:ext cx="1103834" cy="603504"/>
          </a:xfrm>
          <a:prstGeom prst="roundRect">
            <a:avLst>
              <a:gd name="adj" fmla="val 15152"/>
            </a:avLst>
          </a:prstGeom>
          <a:solidFill>
            <a:schemeClr val="accent3"/>
          </a:solidFill>
          <a:ln w="12700">
            <a:solidFill>
              <a:srgbClr val="FFFFFF">
                <a:alpha val="0"/>
              </a:srgbClr>
            </a:solidFill>
            <a:prstDash val="solid"/>
          </a:ln>
        </p:spPr>
      </p:sp>
      <p:sp>
        <p:nvSpPr>
          <p:cNvPr id="25" name="Text 21"/>
          <p:cNvSpPr txBox="1"/>
          <p:nvPr/>
        </p:nvSpPr>
        <p:spPr>
          <a:xfrm>
            <a:off x="3375936" y="3090672"/>
            <a:ext cx="1103834" cy="603504"/>
          </a:xfrm>
          <a:prstGeom prst="rect">
            <a:avLst/>
          </a:prstGeom>
          <a:noFill/>
          <a:ln/>
        </p:spPr>
        <p:txBody>
          <a:bodyPr wrap="square" lIns="0" tIns="0" rIns="0" bIns="0" rtlCol="0" anchor="ctr"/>
          <a:lstStyle/>
          <a:p>
            <a:pPr algn="ctr" indent="0" marL="0">
              <a:buNone/>
            </a:pPr>
            <a:r>
              <a:rPr lang="en-US" sz="2200" b="1" i="1" dirty="0">
                <a:solidFill>
                  <a:schemeClr val="bg1"/>
                </a:solidFill>
              </a:rPr>
              <a:t>What</a:t>
            </a:r>
            <a:endParaRPr lang="en-US" sz="2200" dirty="0"/>
          </a:p>
        </p:txBody>
      </p:sp>
      <p:sp>
        <p:nvSpPr>
          <p:cNvPr id="26" name="Shape 22"/>
          <p:cNvSpPr/>
          <p:nvPr/>
        </p:nvSpPr>
        <p:spPr>
          <a:xfrm>
            <a:off x="4754090" y="3090672"/>
            <a:ext cx="928094" cy="603504"/>
          </a:xfrm>
          <a:prstGeom prst="roundRect">
            <a:avLst>
              <a:gd name="adj" fmla="val 15152"/>
            </a:avLst>
          </a:prstGeom>
          <a:solidFill>
            <a:schemeClr val="tx2"/>
          </a:solidFill>
          <a:ln w="12700">
            <a:solidFill>
              <a:srgbClr val="FFFFFF">
                <a:alpha val="0"/>
              </a:srgbClr>
            </a:solidFill>
            <a:prstDash val="solid"/>
          </a:ln>
        </p:spPr>
      </p:sp>
      <p:sp>
        <p:nvSpPr>
          <p:cNvPr id="27" name="Text 23"/>
          <p:cNvSpPr txBox="1"/>
          <p:nvPr/>
        </p:nvSpPr>
        <p:spPr>
          <a:xfrm>
            <a:off x="4754090" y="3090672"/>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28" name="Text 24"/>
          <p:cNvSpPr txBox="1"/>
          <p:nvPr/>
        </p:nvSpPr>
        <p:spPr>
          <a:xfrm>
            <a:off x="548640" y="4139184"/>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3</a:t>
            </a:r>
            <a:endParaRPr lang="en-US" sz="1800" dirty="0"/>
          </a:p>
        </p:txBody>
      </p:sp>
      <p:sp>
        <p:nvSpPr>
          <p:cNvPr id="29" name="Shape 25"/>
          <p:cNvSpPr/>
          <p:nvPr/>
        </p:nvSpPr>
        <p:spPr>
          <a:xfrm>
            <a:off x="960120" y="4139184"/>
            <a:ext cx="928094" cy="603504"/>
          </a:xfrm>
          <a:prstGeom prst="roundRect">
            <a:avLst>
              <a:gd name="adj" fmla="val 15152"/>
            </a:avLst>
          </a:prstGeom>
          <a:solidFill>
            <a:schemeClr val="tx2"/>
          </a:solidFill>
          <a:ln w="12700">
            <a:solidFill>
              <a:srgbClr val="FFFFFF">
                <a:alpha val="0"/>
              </a:srgbClr>
            </a:solidFill>
            <a:prstDash val="solid"/>
          </a:ln>
        </p:spPr>
      </p:sp>
      <p:sp>
        <p:nvSpPr>
          <p:cNvPr id="30" name="Text 26"/>
          <p:cNvSpPr txBox="1"/>
          <p:nvPr/>
        </p:nvSpPr>
        <p:spPr>
          <a:xfrm>
            <a:off x="960120" y="4139184"/>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31" name="Shape 27"/>
          <p:cNvSpPr/>
          <p:nvPr/>
        </p:nvSpPr>
        <p:spPr>
          <a:xfrm>
            <a:off x="2162534" y="4139184"/>
            <a:ext cx="1631056" cy="603504"/>
          </a:xfrm>
          <a:prstGeom prst="roundRect">
            <a:avLst>
              <a:gd name="adj" fmla="val 15152"/>
            </a:avLst>
          </a:prstGeom>
          <a:solidFill>
            <a:srgbClr val="FBEDEB"/>
          </a:solidFill>
          <a:ln w="22225">
            <a:solidFill>
              <a:srgbClr val="B83227"/>
            </a:solidFill>
            <a:prstDash val="solid"/>
          </a:ln>
        </p:spPr>
      </p:sp>
      <p:sp>
        <p:nvSpPr>
          <p:cNvPr id="32" name="Text 28"/>
          <p:cNvSpPr txBox="1"/>
          <p:nvPr/>
        </p:nvSpPr>
        <p:spPr>
          <a:xfrm>
            <a:off x="2162534" y="4139184"/>
            <a:ext cx="1631056"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arrive?</a:t>
            </a:r>
            <a:endParaRPr lang="en-US" sz="2200" dirty="0"/>
          </a:p>
        </p:txBody>
      </p:sp>
      <p:sp>
        <p:nvSpPr>
          <p:cNvPr id="33" name="Shape 29"/>
          <p:cNvSpPr/>
          <p:nvPr/>
        </p:nvSpPr>
        <p:spPr>
          <a:xfrm>
            <a:off x="4067910" y="4139184"/>
            <a:ext cx="1103834" cy="603504"/>
          </a:xfrm>
          <a:prstGeom prst="roundRect">
            <a:avLst>
              <a:gd name="adj" fmla="val 15152"/>
            </a:avLst>
          </a:prstGeom>
          <a:solidFill>
            <a:schemeClr val="accent3"/>
          </a:solidFill>
          <a:ln w="12700">
            <a:solidFill>
              <a:srgbClr val="FFFFFF">
                <a:alpha val="0"/>
              </a:srgbClr>
            </a:solidFill>
            <a:prstDash val="solid"/>
          </a:ln>
        </p:spPr>
      </p:sp>
      <p:sp>
        <p:nvSpPr>
          <p:cNvPr id="34" name="Text 30"/>
          <p:cNvSpPr txBox="1"/>
          <p:nvPr/>
        </p:nvSpPr>
        <p:spPr>
          <a:xfrm>
            <a:off x="4067910" y="4139184"/>
            <a:ext cx="1103834" cy="603504"/>
          </a:xfrm>
          <a:prstGeom prst="rect">
            <a:avLst/>
          </a:prstGeom>
          <a:noFill/>
          <a:ln/>
        </p:spPr>
        <p:txBody>
          <a:bodyPr wrap="square" lIns="0" tIns="0" rIns="0" bIns="0" rtlCol="0" anchor="ctr"/>
          <a:lstStyle/>
          <a:p>
            <a:pPr algn="ctr" indent="0" marL="0">
              <a:buNone/>
            </a:pPr>
            <a:r>
              <a:rPr lang="en-US" sz="2200" b="1" i="1" dirty="0">
                <a:solidFill>
                  <a:schemeClr val="bg1"/>
                </a:solidFill>
              </a:rPr>
              <a:t>When</a:t>
            </a:r>
            <a:endParaRPr lang="en-US" sz="2200" dirty="0"/>
          </a:p>
        </p:txBody>
      </p:sp>
      <p:sp>
        <p:nvSpPr>
          <p:cNvPr id="35" name="Shape 31"/>
          <p:cNvSpPr/>
          <p:nvPr/>
        </p:nvSpPr>
        <p:spPr>
          <a:xfrm>
            <a:off x="5446064" y="4139184"/>
            <a:ext cx="920252" cy="603504"/>
          </a:xfrm>
          <a:prstGeom prst="roundRect">
            <a:avLst>
              <a:gd name="adj" fmla="val 15152"/>
            </a:avLst>
          </a:prstGeom>
          <a:solidFill>
            <a:srgbClr val="FFFFFF"/>
          </a:solidFill>
          <a:ln w="15875">
            <a:solidFill>
              <a:srgbClr val="D5DCE6"/>
            </a:solidFill>
            <a:prstDash val="solid"/>
          </a:ln>
        </p:spPr>
      </p:sp>
      <p:sp>
        <p:nvSpPr>
          <p:cNvPr id="36" name="Text 32"/>
          <p:cNvSpPr txBox="1"/>
          <p:nvPr/>
        </p:nvSpPr>
        <p:spPr>
          <a:xfrm>
            <a:off x="5446064" y="4139184"/>
            <a:ext cx="920252" cy="603504"/>
          </a:xfrm>
          <a:prstGeom prst="rect">
            <a:avLst/>
          </a:prstGeom>
          <a:noFill/>
          <a:ln/>
        </p:spPr>
        <p:txBody>
          <a:bodyPr wrap="square" lIns="0" tIns="0" rIns="0" bIns="0" rtlCol="0" anchor="ctr"/>
          <a:lstStyle/>
          <a:p>
            <a:pPr algn="ctr" indent="0" marL="0">
              <a:buNone/>
            </a:pPr>
            <a:r>
              <a:rPr lang="en-US" sz="2200" i="1" dirty="0">
                <a:solidFill>
                  <a:schemeClr val="tx1"/>
                </a:solidFill>
              </a:rPr>
              <a:t>they</a:t>
            </a:r>
            <a:endParaRPr lang="en-US" sz="2200" dirty="0"/>
          </a:p>
        </p:txBody>
      </p:sp>
      <p:sp>
        <p:nvSpPr>
          <p:cNvPr id="37" name="Text 33"/>
          <p:cNvSpPr txBox="1"/>
          <p:nvPr/>
        </p:nvSpPr>
        <p:spPr>
          <a:xfrm>
            <a:off x="548640" y="5187696"/>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4</a:t>
            </a:r>
            <a:endParaRPr lang="en-US" sz="1800" dirty="0"/>
          </a:p>
        </p:txBody>
      </p:sp>
      <p:sp>
        <p:nvSpPr>
          <p:cNvPr id="38" name="Shape 34"/>
          <p:cNvSpPr/>
          <p:nvPr/>
        </p:nvSpPr>
        <p:spPr>
          <a:xfrm>
            <a:off x="960120" y="5187696"/>
            <a:ext cx="1704807" cy="603504"/>
          </a:xfrm>
          <a:prstGeom prst="roundRect">
            <a:avLst>
              <a:gd name="adj" fmla="val 15152"/>
            </a:avLst>
          </a:prstGeom>
          <a:solidFill>
            <a:srgbClr val="FFFFFF"/>
          </a:solidFill>
          <a:ln w="15875">
            <a:solidFill>
              <a:srgbClr val="D5DCE6"/>
            </a:solidFill>
            <a:prstDash val="solid"/>
          </a:ln>
        </p:spPr>
      </p:sp>
      <p:sp>
        <p:nvSpPr>
          <p:cNvPr id="39" name="Text 35"/>
          <p:cNvSpPr txBox="1"/>
          <p:nvPr/>
        </p:nvSpPr>
        <p:spPr>
          <a:xfrm>
            <a:off x="960120" y="5187696"/>
            <a:ext cx="1704807" cy="603504"/>
          </a:xfrm>
          <a:prstGeom prst="rect">
            <a:avLst/>
          </a:prstGeom>
          <a:noFill/>
          <a:ln/>
        </p:spPr>
        <p:txBody>
          <a:bodyPr wrap="square" lIns="0" tIns="0" rIns="0" bIns="0" rtlCol="0" anchor="ctr"/>
          <a:lstStyle/>
          <a:p>
            <a:pPr algn="ctr" indent="0" marL="0">
              <a:buNone/>
            </a:pPr>
            <a:r>
              <a:rPr lang="en-US" sz="2200" i="1" dirty="0">
                <a:solidFill>
                  <a:schemeClr val="tx1"/>
                </a:solidFill>
              </a:rPr>
              <a:t>the film?</a:t>
            </a:r>
            <a:endParaRPr lang="en-US" sz="2200" dirty="0"/>
          </a:p>
        </p:txBody>
      </p:sp>
      <p:sp>
        <p:nvSpPr>
          <p:cNvPr id="40" name="Shape 36"/>
          <p:cNvSpPr/>
          <p:nvPr/>
        </p:nvSpPr>
        <p:spPr>
          <a:xfrm>
            <a:off x="2939247" y="5187696"/>
            <a:ext cx="1103834" cy="603504"/>
          </a:xfrm>
          <a:prstGeom prst="roundRect">
            <a:avLst>
              <a:gd name="adj" fmla="val 15152"/>
            </a:avLst>
          </a:prstGeom>
          <a:solidFill>
            <a:srgbClr val="FBEDEB"/>
          </a:solidFill>
          <a:ln w="22225">
            <a:solidFill>
              <a:srgbClr val="B83227"/>
            </a:solidFill>
            <a:prstDash val="solid"/>
          </a:ln>
        </p:spPr>
      </p:sp>
      <p:sp>
        <p:nvSpPr>
          <p:cNvPr id="41" name="Text 37"/>
          <p:cNvSpPr txBox="1"/>
          <p:nvPr/>
        </p:nvSpPr>
        <p:spPr>
          <a:xfrm>
            <a:off x="2939247" y="5187696"/>
            <a:ext cx="110383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like</a:t>
            </a:r>
            <a:endParaRPr lang="en-US" sz="2200" dirty="0"/>
          </a:p>
        </p:txBody>
      </p:sp>
      <p:sp>
        <p:nvSpPr>
          <p:cNvPr id="42" name="Shape 38"/>
          <p:cNvSpPr/>
          <p:nvPr/>
        </p:nvSpPr>
        <p:spPr>
          <a:xfrm>
            <a:off x="4317402" y="5187696"/>
            <a:ext cx="928094" cy="603504"/>
          </a:xfrm>
          <a:prstGeom prst="roundRect">
            <a:avLst>
              <a:gd name="adj" fmla="val 15152"/>
            </a:avLst>
          </a:prstGeom>
          <a:solidFill>
            <a:schemeClr val="tx2"/>
          </a:solidFill>
          <a:ln w="12700">
            <a:solidFill>
              <a:srgbClr val="FFFFFF">
                <a:alpha val="0"/>
              </a:srgbClr>
            </a:solidFill>
            <a:prstDash val="solid"/>
          </a:ln>
        </p:spPr>
      </p:sp>
      <p:sp>
        <p:nvSpPr>
          <p:cNvPr id="43" name="Text 39"/>
          <p:cNvSpPr txBox="1"/>
          <p:nvPr/>
        </p:nvSpPr>
        <p:spPr>
          <a:xfrm>
            <a:off x="4317402" y="5187696"/>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44" name="Shape 40"/>
          <p:cNvSpPr/>
          <p:nvPr/>
        </p:nvSpPr>
        <p:spPr>
          <a:xfrm>
            <a:off x="5519816" y="5187696"/>
            <a:ext cx="763341" cy="603504"/>
          </a:xfrm>
          <a:prstGeom prst="roundRect">
            <a:avLst>
              <a:gd name="adj" fmla="val 15152"/>
            </a:avLst>
          </a:prstGeom>
          <a:solidFill>
            <a:srgbClr val="FFFFFF"/>
          </a:solidFill>
          <a:ln w="15875">
            <a:solidFill>
              <a:srgbClr val="D5DCE6"/>
            </a:solidFill>
            <a:prstDash val="solid"/>
          </a:ln>
        </p:spPr>
      </p:sp>
      <p:sp>
        <p:nvSpPr>
          <p:cNvPr id="45" name="Text 41"/>
          <p:cNvSpPr txBox="1"/>
          <p:nvPr/>
        </p:nvSpPr>
        <p:spPr>
          <a:xfrm>
            <a:off x="5519816" y="5187696"/>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you</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6 — Word order (QUASI)</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Put the pieces in order. Remember QUASI: Question word · Auxiliary · Subject · Infinitive.</a:t>
            </a:r>
            <a:endParaRPr lang="en-US" sz="1700" dirty="0"/>
          </a:p>
        </p:txBody>
      </p:sp>
      <p:sp>
        <p:nvSpPr>
          <p:cNvPr id="9" name="Text 5"/>
          <p:cNvSpPr txBox="1"/>
          <p:nvPr/>
        </p:nvSpPr>
        <p:spPr>
          <a:xfrm>
            <a:off x="548640" y="2042160"/>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1</a:t>
            </a:r>
            <a:endParaRPr lang="en-US" sz="1800" dirty="0"/>
          </a:p>
        </p:txBody>
      </p:sp>
      <p:sp>
        <p:nvSpPr>
          <p:cNvPr id="10" name="Shape 6"/>
          <p:cNvSpPr/>
          <p:nvPr/>
        </p:nvSpPr>
        <p:spPr>
          <a:xfrm>
            <a:off x="960120" y="2042160"/>
            <a:ext cx="1279575" cy="603504"/>
          </a:xfrm>
          <a:prstGeom prst="roundRect">
            <a:avLst>
              <a:gd name="adj" fmla="val 15152"/>
            </a:avLst>
          </a:prstGeom>
          <a:solidFill>
            <a:schemeClr val="accent3"/>
          </a:solidFill>
          <a:ln w="12700">
            <a:solidFill>
              <a:srgbClr val="FFFFFF">
                <a:alpha val="0"/>
              </a:srgbClr>
            </a:solidFill>
            <a:prstDash val="solid"/>
          </a:ln>
        </p:spPr>
      </p:sp>
      <p:sp>
        <p:nvSpPr>
          <p:cNvPr id="11" name="Text 7"/>
          <p:cNvSpPr txBox="1"/>
          <p:nvPr/>
        </p:nvSpPr>
        <p:spPr>
          <a:xfrm>
            <a:off x="960120" y="2042160"/>
            <a:ext cx="1279575" cy="603504"/>
          </a:xfrm>
          <a:prstGeom prst="rect">
            <a:avLst/>
          </a:prstGeom>
          <a:noFill/>
          <a:ln/>
        </p:spPr>
        <p:txBody>
          <a:bodyPr wrap="square" lIns="0" tIns="0" rIns="0" bIns="0" rtlCol="0" anchor="ctr"/>
          <a:lstStyle/>
          <a:p>
            <a:pPr algn="ctr" indent="0" marL="0">
              <a:buNone/>
            </a:pPr>
            <a:r>
              <a:rPr lang="en-US" sz="2200" b="1" i="1" dirty="0">
                <a:solidFill>
                  <a:schemeClr val="bg1"/>
                </a:solidFill>
              </a:rPr>
              <a:t>Where</a:t>
            </a:r>
            <a:endParaRPr lang="en-US" sz="2200" dirty="0"/>
          </a:p>
        </p:txBody>
      </p:sp>
      <p:sp>
        <p:nvSpPr>
          <p:cNvPr id="12" name="Shape 8"/>
          <p:cNvSpPr/>
          <p:nvPr/>
        </p:nvSpPr>
        <p:spPr>
          <a:xfrm>
            <a:off x="2312847" y="2042160"/>
            <a:ext cx="928094" cy="603504"/>
          </a:xfrm>
          <a:prstGeom prst="roundRect">
            <a:avLst>
              <a:gd name="adj" fmla="val 15152"/>
            </a:avLst>
          </a:prstGeom>
          <a:solidFill>
            <a:schemeClr val="tx2"/>
          </a:solidFill>
          <a:ln w="12700">
            <a:solidFill>
              <a:srgbClr val="FFFFFF">
                <a:alpha val="0"/>
              </a:srgbClr>
            </a:solidFill>
            <a:prstDash val="solid"/>
          </a:ln>
        </p:spPr>
      </p:sp>
      <p:sp>
        <p:nvSpPr>
          <p:cNvPr id="13" name="Text 9"/>
          <p:cNvSpPr txBox="1"/>
          <p:nvPr/>
        </p:nvSpPr>
        <p:spPr>
          <a:xfrm>
            <a:off x="2312847" y="2042160"/>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14" name="Shape 10"/>
          <p:cNvSpPr/>
          <p:nvPr/>
        </p:nvSpPr>
        <p:spPr>
          <a:xfrm>
            <a:off x="3314093" y="2042160"/>
            <a:ext cx="763341" cy="603504"/>
          </a:xfrm>
          <a:prstGeom prst="roundRect">
            <a:avLst>
              <a:gd name="adj" fmla="val 15152"/>
            </a:avLst>
          </a:prstGeom>
          <a:solidFill>
            <a:srgbClr val="FFFFFF"/>
          </a:solidFill>
          <a:ln w="15875">
            <a:solidFill>
              <a:srgbClr val="D5DCE6"/>
            </a:solidFill>
            <a:prstDash val="solid"/>
          </a:ln>
        </p:spPr>
      </p:sp>
      <p:sp>
        <p:nvSpPr>
          <p:cNvPr id="15" name="Text 11"/>
          <p:cNvSpPr txBox="1"/>
          <p:nvPr/>
        </p:nvSpPr>
        <p:spPr>
          <a:xfrm>
            <a:off x="3314093" y="2042160"/>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you</a:t>
            </a:r>
            <a:endParaRPr lang="en-US" sz="2200" dirty="0"/>
          </a:p>
        </p:txBody>
      </p:sp>
      <p:sp>
        <p:nvSpPr>
          <p:cNvPr id="16" name="Shape 12"/>
          <p:cNvSpPr/>
          <p:nvPr/>
        </p:nvSpPr>
        <p:spPr>
          <a:xfrm>
            <a:off x="4150586" y="2042160"/>
            <a:ext cx="752354" cy="603504"/>
          </a:xfrm>
          <a:prstGeom prst="roundRect">
            <a:avLst>
              <a:gd name="adj" fmla="val 15152"/>
            </a:avLst>
          </a:prstGeom>
          <a:solidFill>
            <a:srgbClr val="FBEDEB"/>
          </a:solidFill>
          <a:ln w="22225">
            <a:solidFill>
              <a:srgbClr val="B83227"/>
            </a:solidFill>
            <a:prstDash val="solid"/>
          </a:ln>
        </p:spPr>
      </p:sp>
      <p:sp>
        <p:nvSpPr>
          <p:cNvPr id="17" name="Text 13"/>
          <p:cNvSpPr txBox="1"/>
          <p:nvPr/>
        </p:nvSpPr>
        <p:spPr>
          <a:xfrm>
            <a:off x="4150586" y="2042160"/>
            <a:ext cx="75235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go</a:t>
            </a:r>
            <a:endParaRPr lang="en-US" sz="2200" dirty="0"/>
          </a:p>
        </p:txBody>
      </p:sp>
      <p:sp>
        <p:nvSpPr>
          <p:cNvPr id="18" name="Shape 14"/>
          <p:cNvSpPr/>
          <p:nvPr/>
        </p:nvSpPr>
        <p:spPr>
          <a:xfrm>
            <a:off x="4976092" y="2042160"/>
            <a:ext cx="2509757" cy="603504"/>
          </a:xfrm>
          <a:prstGeom prst="roundRect">
            <a:avLst>
              <a:gd name="adj" fmla="val 15152"/>
            </a:avLst>
          </a:prstGeom>
          <a:solidFill>
            <a:srgbClr val="FDF1E6"/>
          </a:solidFill>
          <a:ln w="19050">
            <a:solidFill>
              <a:srgbClr val="D9700F"/>
            </a:solidFill>
            <a:prstDash val="solid"/>
          </a:ln>
        </p:spPr>
      </p:sp>
      <p:sp>
        <p:nvSpPr>
          <p:cNvPr id="19" name="Text 15"/>
          <p:cNvSpPr txBox="1"/>
          <p:nvPr/>
        </p:nvSpPr>
        <p:spPr>
          <a:xfrm>
            <a:off x="4976092" y="2042160"/>
            <a:ext cx="2509757" cy="603504"/>
          </a:xfrm>
          <a:prstGeom prst="rect">
            <a:avLst/>
          </a:prstGeom>
          <a:noFill/>
          <a:ln/>
        </p:spPr>
        <p:txBody>
          <a:bodyPr wrap="square" lIns="0" tIns="0" rIns="0" bIns="0" rtlCol="0" anchor="ctr"/>
          <a:lstStyle/>
          <a:p>
            <a:pPr algn="ctr" indent="0" marL="0">
              <a:buNone/>
            </a:pPr>
            <a:r>
              <a:rPr lang="en-US" sz="2200" b="1" i="1" dirty="0">
                <a:solidFill>
                  <a:schemeClr val="accent1"/>
                </a:solidFill>
              </a:rPr>
              <a:t>last summer?</a:t>
            </a:r>
            <a:endParaRPr lang="en-US" sz="2200" dirty="0"/>
          </a:p>
        </p:txBody>
      </p:sp>
      <p:sp>
        <p:nvSpPr>
          <p:cNvPr id="20" name="Text 16"/>
          <p:cNvSpPr txBox="1"/>
          <p:nvPr/>
        </p:nvSpPr>
        <p:spPr>
          <a:xfrm>
            <a:off x="548640" y="3090672"/>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2</a:t>
            </a:r>
            <a:endParaRPr lang="en-US" sz="1800" dirty="0"/>
          </a:p>
        </p:txBody>
      </p:sp>
      <p:sp>
        <p:nvSpPr>
          <p:cNvPr id="21" name="Shape 17"/>
          <p:cNvSpPr/>
          <p:nvPr/>
        </p:nvSpPr>
        <p:spPr>
          <a:xfrm>
            <a:off x="960120" y="3090672"/>
            <a:ext cx="1103834" cy="603504"/>
          </a:xfrm>
          <a:prstGeom prst="roundRect">
            <a:avLst>
              <a:gd name="adj" fmla="val 15152"/>
            </a:avLst>
          </a:prstGeom>
          <a:solidFill>
            <a:schemeClr val="accent3"/>
          </a:solidFill>
          <a:ln w="12700">
            <a:solidFill>
              <a:srgbClr val="FFFFFF">
                <a:alpha val="0"/>
              </a:srgbClr>
            </a:solidFill>
            <a:prstDash val="solid"/>
          </a:ln>
        </p:spPr>
      </p:sp>
      <p:sp>
        <p:nvSpPr>
          <p:cNvPr id="22" name="Text 18"/>
          <p:cNvSpPr txBox="1"/>
          <p:nvPr/>
        </p:nvSpPr>
        <p:spPr>
          <a:xfrm>
            <a:off x="960120" y="3090672"/>
            <a:ext cx="1103834" cy="603504"/>
          </a:xfrm>
          <a:prstGeom prst="rect">
            <a:avLst/>
          </a:prstGeom>
          <a:noFill/>
          <a:ln/>
        </p:spPr>
        <p:txBody>
          <a:bodyPr wrap="square" lIns="0" tIns="0" rIns="0" bIns="0" rtlCol="0" anchor="ctr"/>
          <a:lstStyle/>
          <a:p>
            <a:pPr algn="ctr" indent="0" marL="0">
              <a:buNone/>
            </a:pPr>
            <a:r>
              <a:rPr lang="en-US" sz="2200" b="1" i="1" dirty="0">
                <a:solidFill>
                  <a:schemeClr val="bg1"/>
                </a:solidFill>
              </a:rPr>
              <a:t>What</a:t>
            </a:r>
            <a:endParaRPr lang="en-US" sz="2200" dirty="0"/>
          </a:p>
        </p:txBody>
      </p:sp>
      <p:sp>
        <p:nvSpPr>
          <p:cNvPr id="23" name="Shape 19"/>
          <p:cNvSpPr/>
          <p:nvPr/>
        </p:nvSpPr>
        <p:spPr>
          <a:xfrm>
            <a:off x="2137106" y="3090672"/>
            <a:ext cx="928094" cy="603504"/>
          </a:xfrm>
          <a:prstGeom prst="roundRect">
            <a:avLst>
              <a:gd name="adj" fmla="val 15152"/>
            </a:avLst>
          </a:prstGeom>
          <a:solidFill>
            <a:schemeClr val="tx2"/>
          </a:solidFill>
          <a:ln w="12700">
            <a:solidFill>
              <a:srgbClr val="FFFFFF">
                <a:alpha val="0"/>
              </a:srgbClr>
            </a:solidFill>
            <a:prstDash val="solid"/>
          </a:ln>
        </p:spPr>
      </p:sp>
      <p:sp>
        <p:nvSpPr>
          <p:cNvPr id="24" name="Text 20"/>
          <p:cNvSpPr txBox="1"/>
          <p:nvPr/>
        </p:nvSpPr>
        <p:spPr>
          <a:xfrm>
            <a:off x="2137106" y="3090672"/>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25" name="Shape 21"/>
          <p:cNvSpPr/>
          <p:nvPr/>
        </p:nvSpPr>
        <p:spPr>
          <a:xfrm>
            <a:off x="3138352" y="3090672"/>
            <a:ext cx="763341" cy="603504"/>
          </a:xfrm>
          <a:prstGeom prst="roundRect">
            <a:avLst>
              <a:gd name="adj" fmla="val 15152"/>
            </a:avLst>
          </a:prstGeom>
          <a:solidFill>
            <a:srgbClr val="FFFFFF"/>
          </a:solidFill>
          <a:ln w="15875">
            <a:solidFill>
              <a:srgbClr val="D5DCE6"/>
            </a:solidFill>
            <a:prstDash val="solid"/>
          </a:ln>
        </p:spPr>
      </p:sp>
      <p:sp>
        <p:nvSpPr>
          <p:cNvPr id="26" name="Text 22"/>
          <p:cNvSpPr txBox="1"/>
          <p:nvPr/>
        </p:nvSpPr>
        <p:spPr>
          <a:xfrm>
            <a:off x="3138352" y="3090672"/>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she</a:t>
            </a:r>
            <a:endParaRPr lang="en-US" sz="2200" dirty="0"/>
          </a:p>
        </p:txBody>
      </p:sp>
      <p:sp>
        <p:nvSpPr>
          <p:cNvPr id="27" name="Shape 23"/>
          <p:cNvSpPr/>
          <p:nvPr/>
        </p:nvSpPr>
        <p:spPr>
          <a:xfrm>
            <a:off x="3974846" y="3090672"/>
            <a:ext cx="1103834" cy="603504"/>
          </a:xfrm>
          <a:prstGeom prst="roundRect">
            <a:avLst>
              <a:gd name="adj" fmla="val 15152"/>
            </a:avLst>
          </a:prstGeom>
          <a:solidFill>
            <a:srgbClr val="FBEDEB"/>
          </a:solidFill>
          <a:ln w="22225">
            <a:solidFill>
              <a:srgbClr val="B83227"/>
            </a:solidFill>
            <a:prstDash val="solid"/>
          </a:ln>
        </p:spPr>
      </p:sp>
      <p:sp>
        <p:nvSpPr>
          <p:cNvPr id="28" name="Text 24"/>
          <p:cNvSpPr txBox="1"/>
          <p:nvPr/>
        </p:nvSpPr>
        <p:spPr>
          <a:xfrm>
            <a:off x="3974846" y="3090672"/>
            <a:ext cx="110383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buy?</a:t>
            </a:r>
            <a:endParaRPr lang="en-US" sz="2200" dirty="0"/>
          </a:p>
        </p:txBody>
      </p:sp>
      <p:sp>
        <p:nvSpPr>
          <p:cNvPr id="29" name="Text 25"/>
          <p:cNvSpPr txBox="1"/>
          <p:nvPr/>
        </p:nvSpPr>
        <p:spPr>
          <a:xfrm>
            <a:off x="548640" y="4139184"/>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3</a:t>
            </a:r>
            <a:endParaRPr lang="en-US" sz="1800" dirty="0"/>
          </a:p>
        </p:txBody>
      </p:sp>
      <p:sp>
        <p:nvSpPr>
          <p:cNvPr id="30" name="Shape 26"/>
          <p:cNvSpPr/>
          <p:nvPr/>
        </p:nvSpPr>
        <p:spPr>
          <a:xfrm>
            <a:off x="960120" y="4139184"/>
            <a:ext cx="1103834" cy="603504"/>
          </a:xfrm>
          <a:prstGeom prst="roundRect">
            <a:avLst>
              <a:gd name="adj" fmla="val 15152"/>
            </a:avLst>
          </a:prstGeom>
          <a:solidFill>
            <a:schemeClr val="accent3"/>
          </a:solidFill>
          <a:ln w="12700">
            <a:solidFill>
              <a:srgbClr val="FFFFFF">
                <a:alpha val="0"/>
              </a:srgbClr>
            </a:solidFill>
            <a:prstDash val="solid"/>
          </a:ln>
        </p:spPr>
      </p:sp>
      <p:sp>
        <p:nvSpPr>
          <p:cNvPr id="31" name="Text 27"/>
          <p:cNvSpPr txBox="1"/>
          <p:nvPr/>
        </p:nvSpPr>
        <p:spPr>
          <a:xfrm>
            <a:off x="960120" y="4139184"/>
            <a:ext cx="1103834" cy="603504"/>
          </a:xfrm>
          <a:prstGeom prst="rect">
            <a:avLst/>
          </a:prstGeom>
          <a:noFill/>
          <a:ln/>
        </p:spPr>
        <p:txBody>
          <a:bodyPr wrap="square" lIns="0" tIns="0" rIns="0" bIns="0" rtlCol="0" anchor="ctr"/>
          <a:lstStyle/>
          <a:p>
            <a:pPr algn="ctr" indent="0" marL="0">
              <a:buNone/>
            </a:pPr>
            <a:r>
              <a:rPr lang="en-US" sz="2200" b="1" i="1" dirty="0">
                <a:solidFill>
                  <a:schemeClr val="bg1"/>
                </a:solidFill>
              </a:rPr>
              <a:t>When</a:t>
            </a:r>
            <a:endParaRPr lang="en-US" sz="2200" dirty="0"/>
          </a:p>
        </p:txBody>
      </p:sp>
      <p:sp>
        <p:nvSpPr>
          <p:cNvPr id="32" name="Shape 28"/>
          <p:cNvSpPr/>
          <p:nvPr/>
        </p:nvSpPr>
        <p:spPr>
          <a:xfrm>
            <a:off x="2137106" y="4139184"/>
            <a:ext cx="928094" cy="603504"/>
          </a:xfrm>
          <a:prstGeom prst="roundRect">
            <a:avLst>
              <a:gd name="adj" fmla="val 15152"/>
            </a:avLst>
          </a:prstGeom>
          <a:solidFill>
            <a:schemeClr val="tx2"/>
          </a:solidFill>
          <a:ln w="12700">
            <a:solidFill>
              <a:srgbClr val="FFFFFF">
                <a:alpha val="0"/>
              </a:srgbClr>
            </a:solidFill>
            <a:prstDash val="solid"/>
          </a:ln>
        </p:spPr>
      </p:sp>
      <p:sp>
        <p:nvSpPr>
          <p:cNvPr id="33" name="Text 29"/>
          <p:cNvSpPr txBox="1"/>
          <p:nvPr/>
        </p:nvSpPr>
        <p:spPr>
          <a:xfrm>
            <a:off x="2137106" y="4139184"/>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34" name="Shape 30"/>
          <p:cNvSpPr/>
          <p:nvPr/>
        </p:nvSpPr>
        <p:spPr>
          <a:xfrm>
            <a:off x="3138352" y="4139184"/>
            <a:ext cx="920252" cy="603504"/>
          </a:xfrm>
          <a:prstGeom prst="roundRect">
            <a:avLst>
              <a:gd name="adj" fmla="val 15152"/>
            </a:avLst>
          </a:prstGeom>
          <a:solidFill>
            <a:srgbClr val="FFFFFF"/>
          </a:solidFill>
          <a:ln w="15875">
            <a:solidFill>
              <a:srgbClr val="D5DCE6"/>
            </a:solidFill>
            <a:prstDash val="solid"/>
          </a:ln>
        </p:spPr>
      </p:sp>
      <p:sp>
        <p:nvSpPr>
          <p:cNvPr id="35" name="Text 31"/>
          <p:cNvSpPr txBox="1"/>
          <p:nvPr/>
        </p:nvSpPr>
        <p:spPr>
          <a:xfrm>
            <a:off x="3138352" y="4139184"/>
            <a:ext cx="920252" cy="603504"/>
          </a:xfrm>
          <a:prstGeom prst="rect">
            <a:avLst/>
          </a:prstGeom>
          <a:noFill/>
          <a:ln/>
        </p:spPr>
        <p:txBody>
          <a:bodyPr wrap="square" lIns="0" tIns="0" rIns="0" bIns="0" rtlCol="0" anchor="ctr"/>
          <a:lstStyle/>
          <a:p>
            <a:pPr algn="ctr" indent="0" marL="0">
              <a:buNone/>
            </a:pPr>
            <a:r>
              <a:rPr lang="en-US" sz="2200" i="1" dirty="0">
                <a:solidFill>
                  <a:schemeClr val="tx1"/>
                </a:solidFill>
              </a:rPr>
              <a:t>they</a:t>
            </a:r>
            <a:endParaRPr lang="en-US" sz="2200" dirty="0"/>
          </a:p>
        </p:txBody>
      </p:sp>
      <p:sp>
        <p:nvSpPr>
          <p:cNvPr id="36" name="Shape 32"/>
          <p:cNvSpPr/>
          <p:nvPr/>
        </p:nvSpPr>
        <p:spPr>
          <a:xfrm>
            <a:off x="4131757" y="4139184"/>
            <a:ext cx="1631056" cy="603504"/>
          </a:xfrm>
          <a:prstGeom prst="roundRect">
            <a:avLst>
              <a:gd name="adj" fmla="val 15152"/>
            </a:avLst>
          </a:prstGeom>
          <a:solidFill>
            <a:srgbClr val="FBEDEB"/>
          </a:solidFill>
          <a:ln w="22225">
            <a:solidFill>
              <a:srgbClr val="B83227"/>
            </a:solidFill>
            <a:prstDash val="solid"/>
          </a:ln>
        </p:spPr>
      </p:sp>
      <p:sp>
        <p:nvSpPr>
          <p:cNvPr id="37" name="Text 33"/>
          <p:cNvSpPr txBox="1"/>
          <p:nvPr/>
        </p:nvSpPr>
        <p:spPr>
          <a:xfrm>
            <a:off x="4131757" y="4139184"/>
            <a:ext cx="1631056"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arrive?</a:t>
            </a:r>
            <a:endParaRPr lang="en-US" sz="2200" dirty="0"/>
          </a:p>
        </p:txBody>
      </p:sp>
      <p:sp>
        <p:nvSpPr>
          <p:cNvPr id="38" name="Text 34"/>
          <p:cNvSpPr txBox="1"/>
          <p:nvPr/>
        </p:nvSpPr>
        <p:spPr>
          <a:xfrm>
            <a:off x="548640" y="5187696"/>
            <a:ext cx="365760" cy="603504"/>
          </a:xfrm>
          <a:prstGeom prst="rect">
            <a:avLst/>
          </a:prstGeom>
          <a:noFill/>
          <a:ln/>
        </p:spPr>
        <p:txBody>
          <a:bodyPr wrap="square" lIns="0" tIns="0" rIns="0" bIns="0" rtlCol="0" anchor="ctr"/>
          <a:lstStyle/>
          <a:p>
            <a:pPr algn="l" indent="0" marL="0">
              <a:buNone/>
            </a:pPr>
            <a:r>
              <a:rPr lang="en-US" sz="1800" b="1" dirty="0">
                <a:solidFill>
                  <a:schemeClr val="accent5"/>
                </a:solidFill>
              </a:rPr>
              <a:t>4</a:t>
            </a:r>
            <a:endParaRPr lang="en-US" sz="1800" dirty="0"/>
          </a:p>
        </p:txBody>
      </p:sp>
      <p:sp>
        <p:nvSpPr>
          <p:cNvPr id="39" name="Shape 35"/>
          <p:cNvSpPr/>
          <p:nvPr/>
        </p:nvSpPr>
        <p:spPr>
          <a:xfrm>
            <a:off x="960120" y="5187696"/>
            <a:ext cx="928094" cy="603504"/>
          </a:xfrm>
          <a:prstGeom prst="roundRect">
            <a:avLst>
              <a:gd name="adj" fmla="val 15152"/>
            </a:avLst>
          </a:prstGeom>
          <a:solidFill>
            <a:schemeClr val="tx2"/>
          </a:solidFill>
          <a:ln w="12700">
            <a:solidFill>
              <a:srgbClr val="FFFFFF">
                <a:alpha val="0"/>
              </a:srgbClr>
            </a:solidFill>
            <a:prstDash val="solid"/>
          </a:ln>
        </p:spPr>
      </p:sp>
      <p:sp>
        <p:nvSpPr>
          <p:cNvPr id="40" name="Text 36"/>
          <p:cNvSpPr txBox="1"/>
          <p:nvPr/>
        </p:nvSpPr>
        <p:spPr>
          <a:xfrm>
            <a:off x="960120" y="5187696"/>
            <a:ext cx="928094" cy="603504"/>
          </a:xfrm>
          <a:prstGeom prst="rect">
            <a:avLst/>
          </a:prstGeom>
          <a:noFill/>
          <a:ln/>
        </p:spPr>
        <p:txBody>
          <a:bodyPr wrap="square" lIns="0" tIns="0" rIns="0" bIns="0" rtlCol="0" anchor="ctr"/>
          <a:lstStyle/>
          <a:p>
            <a:pPr algn="ctr" indent="0" marL="0">
              <a:buNone/>
            </a:pPr>
            <a:r>
              <a:rPr lang="en-US" sz="2200" b="1" i="1" dirty="0">
                <a:solidFill>
                  <a:schemeClr val="bg1"/>
                </a:solidFill>
              </a:rPr>
              <a:t>Did</a:t>
            </a:r>
            <a:endParaRPr lang="en-US" sz="2200" dirty="0"/>
          </a:p>
        </p:txBody>
      </p:sp>
      <p:sp>
        <p:nvSpPr>
          <p:cNvPr id="41" name="Shape 37"/>
          <p:cNvSpPr/>
          <p:nvPr/>
        </p:nvSpPr>
        <p:spPr>
          <a:xfrm>
            <a:off x="1961366" y="5187696"/>
            <a:ext cx="763341" cy="603504"/>
          </a:xfrm>
          <a:prstGeom prst="roundRect">
            <a:avLst>
              <a:gd name="adj" fmla="val 15152"/>
            </a:avLst>
          </a:prstGeom>
          <a:solidFill>
            <a:srgbClr val="FFFFFF"/>
          </a:solidFill>
          <a:ln w="15875">
            <a:solidFill>
              <a:srgbClr val="D5DCE6"/>
            </a:solidFill>
            <a:prstDash val="solid"/>
          </a:ln>
        </p:spPr>
      </p:sp>
      <p:sp>
        <p:nvSpPr>
          <p:cNvPr id="42" name="Text 38"/>
          <p:cNvSpPr txBox="1"/>
          <p:nvPr/>
        </p:nvSpPr>
        <p:spPr>
          <a:xfrm>
            <a:off x="1961366" y="5187696"/>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you</a:t>
            </a:r>
            <a:endParaRPr lang="en-US" sz="2200" dirty="0"/>
          </a:p>
        </p:txBody>
      </p:sp>
      <p:sp>
        <p:nvSpPr>
          <p:cNvPr id="43" name="Shape 39"/>
          <p:cNvSpPr/>
          <p:nvPr/>
        </p:nvSpPr>
        <p:spPr>
          <a:xfrm>
            <a:off x="2797859" y="5187696"/>
            <a:ext cx="1103834" cy="603504"/>
          </a:xfrm>
          <a:prstGeom prst="roundRect">
            <a:avLst>
              <a:gd name="adj" fmla="val 15152"/>
            </a:avLst>
          </a:prstGeom>
          <a:solidFill>
            <a:srgbClr val="FBEDEB"/>
          </a:solidFill>
          <a:ln w="22225">
            <a:solidFill>
              <a:srgbClr val="B83227"/>
            </a:solidFill>
            <a:prstDash val="solid"/>
          </a:ln>
        </p:spPr>
      </p:sp>
      <p:sp>
        <p:nvSpPr>
          <p:cNvPr id="44" name="Text 40"/>
          <p:cNvSpPr txBox="1"/>
          <p:nvPr/>
        </p:nvSpPr>
        <p:spPr>
          <a:xfrm>
            <a:off x="2797859" y="5187696"/>
            <a:ext cx="1103834" cy="603504"/>
          </a:xfrm>
          <a:prstGeom prst="rect">
            <a:avLst/>
          </a:prstGeom>
          <a:noFill/>
          <a:ln/>
        </p:spPr>
        <p:txBody>
          <a:bodyPr wrap="square" lIns="0" tIns="0" rIns="0" bIns="0" rtlCol="0" anchor="ctr"/>
          <a:lstStyle/>
          <a:p>
            <a:pPr algn="ctr" indent="0" marL="0">
              <a:buNone/>
            </a:pPr>
            <a:r>
              <a:rPr lang="en-US" sz="2200" b="1" i="1" dirty="0">
                <a:solidFill>
                  <a:schemeClr val="accent6"/>
                </a:solidFill>
              </a:rPr>
              <a:t>like</a:t>
            </a:r>
            <a:endParaRPr lang="en-US" sz="2200" dirty="0"/>
          </a:p>
        </p:txBody>
      </p:sp>
      <p:sp>
        <p:nvSpPr>
          <p:cNvPr id="45" name="Shape 41"/>
          <p:cNvSpPr/>
          <p:nvPr/>
        </p:nvSpPr>
        <p:spPr>
          <a:xfrm>
            <a:off x="3974846" y="5187696"/>
            <a:ext cx="1704807" cy="603504"/>
          </a:xfrm>
          <a:prstGeom prst="roundRect">
            <a:avLst>
              <a:gd name="adj" fmla="val 15152"/>
            </a:avLst>
          </a:prstGeom>
          <a:solidFill>
            <a:srgbClr val="FFFFFF"/>
          </a:solidFill>
          <a:ln w="15875">
            <a:solidFill>
              <a:srgbClr val="D5DCE6"/>
            </a:solidFill>
            <a:prstDash val="solid"/>
          </a:ln>
        </p:spPr>
      </p:sp>
      <p:sp>
        <p:nvSpPr>
          <p:cNvPr id="46" name="Text 42"/>
          <p:cNvSpPr txBox="1"/>
          <p:nvPr/>
        </p:nvSpPr>
        <p:spPr>
          <a:xfrm>
            <a:off x="3974846" y="5187696"/>
            <a:ext cx="1704807" cy="603504"/>
          </a:xfrm>
          <a:prstGeom prst="rect">
            <a:avLst/>
          </a:prstGeom>
          <a:noFill/>
          <a:ln/>
        </p:spPr>
        <p:txBody>
          <a:bodyPr wrap="square" lIns="0" tIns="0" rIns="0" bIns="0" rtlCol="0" anchor="ctr"/>
          <a:lstStyle/>
          <a:p>
            <a:pPr algn="ctr" indent="0" marL="0">
              <a:buNone/>
            </a:pPr>
            <a:r>
              <a:rPr lang="en-US" sz="2200" i="1" dirty="0">
                <a:solidFill>
                  <a:schemeClr val="tx1"/>
                </a:solidFill>
              </a:rPr>
              <a:t>the film?</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7 — Find the question</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Here are the answers. Write the questions with the question word.</a:t>
            </a:r>
            <a:endParaRPr lang="en-US" sz="1700" dirty="0"/>
          </a:p>
        </p:txBody>
      </p:sp>
      <p:sp>
        <p:nvSpPr>
          <p:cNvPr id="8" name="Shape 4"/>
          <p:cNvSpPr/>
          <p:nvPr/>
        </p:nvSpPr>
        <p:spPr>
          <a:xfrm>
            <a:off x="548640" y="1969008"/>
            <a:ext cx="11091672" cy="577088"/>
          </a:xfrm>
          <a:prstGeom prst="roundRect">
            <a:avLst>
              <a:gd name="adj" fmla="val 15845"/>
            </a:avLst>
          </a:prstGeom>
          <a:solidFill>
            <a:schemeClr val="bg2"/>
          </a:solidFill>
          <a:ln w="9525">
            <a:solidFill>
              <a:srgbClr val="D5DCE6"/>
            </a:solidFill>
            <a:prstDash val="solid"/>
          </a:ln>
        </p:spPr>
      </p:sp>
      <p:sp>
        <p:nvSpPr>
          <p:cNvPr id="9" name="Shape 5"/>
          <p:cNvSpPr/>
          <p:nvPr/>
        </p:nvSpPr>
        <p:spPr>
          <a:xfrm>
            <a:off x="685800" y="2056384"/>
            <a:ext cx="1325880" cy="365760"/>
          </a:xfrm>
          <a:prstGeom prst="roundRect">
            <a:avLst>
              <a:gd name="adj" fmla="val 30000"/>
            </a:avLst>
          </a:prstGeom>
          <a:solidFill>
            <a:schemeClr val="accent3"/>
          </a:solidFill>
          <a:ln w="12700">
            <a:solidFill>
              <a:srgbClr val="FFFFFF">
                <a:alpha val="0"/>
              </a:srgbClr>
            </a:solidFill>
            <a:prstDash val="solid"/>
          </a:ln>
        </p:spPr>
      </p:sp>
      <p:sp>
        <p:nvSpPr>
          <p:cNvPr id="10" name="Text 6"/>
          <p:cNvSpPr txBox="1"/>
          <p:nvPr/>
        </p:nvSpPr>
        <p:spPr>
          <a:xfrm>
            <a:off x="685800" y="2056384"/>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Where</a:t>
            </a:r>
            <a:endParaRPr lang="en-US" sz="1400" dirty="0"/>
          </a:p>
        </p:txBody>
      </p:sp>
      <p:sp>
        <p:nvSpPr>
          <p:cNvPr id="11" name="Text 7"/>
          <p:cNvSpPr txBox="1"/>
          <p:nvPr/>
        </p:nvSpPr>
        <p:spPr>
          <a:xfrm>
            <a:off x="2148840" y="1969008"/>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12" name="Text 8"/>
          <p:cNvSpPr txBox="1"/>
          <p:nvPr/>
        </p:nvSpPr>
        <p:spPr>
          <a:xfrm>
            <a:off x="6766560" y="196900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3" name="Text 9"/>
          <p:cNvSpPr txBox="1"/>
          <p:nvPr/>
        </p:nvSpPr>
        <p:spPr>
          <a:xfrm>
            <a:off x="7223760" y="1969008"/>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went to Spain.</a:t>
            </a:r>
            <a:r>
              <a:rPr lang="en-US" sz="1500" dirty="0">
                <a:solidFill>
                  <a:schemeClr val="tx2"/>
                </a:solidFill>
              </a:rPr>
              <a:t> »</a:t>
            </a:r>
            <a:endParaRPr lang="en-US" sz="1500" dirty="0"/>
          </a:p>
        </p:txBody>
      </p:sp>
      <p:sp>
        <p:nvSpPr>
          <p:cNvPr id="14" name="Shape 10"/>
          <p:cNvSpPr/>
          <p:nvPr/>
        </p:nvSpPr>
        <p:spPr>
          <a:xfrm>
            <a:off x="548640" y="2637536"/>
            <a:ext cx="11091672" cy="577088"/>
          </a:xfrm>
          <a:prstGeom prst="roundRect">
            <a:avLst>
              <a:gd name="adj" fmla="val 15845"/>
            </a:avLst>
          </a:prstGeom>
          <a:solidFill>
            <a:srgbClr val="FFFFFF"/>
          </a:solidFill>
          <a:ln w="9525">
            <a:solidFill>
              <a:srgbClr val="D5DCE6"/>
            </a:solidFill>
            <a:prstDash val="solid"/>
          </a:ln>
        </p:spPr>
      </p:sp>
      <p:sp>
        <p:nvSpPr>
          <p:cNvPr id="15" name="Shape 11"/>
          <p:cNvSpPr/>
          <p:nvPr/>
        </p:nvSpPr>
        <p:spPr>
          <a:xfrm>
            <a:off x="685800" y="2724912"/>
            <a:ext cx="1325880" cy="365760"/>
          </a:xfrm>
          <a:prstGeom prst="roundRect">
            <a:avLst>
              <a:gd name="adj" fmla="val 30000"/>
            </a:avLst>
          </a:prstGeom>
          <a:solidFill>
            <a:schemeClr val="accent3"/>
          </a:solidFill>
          <a:ln w="12700">
            <a:solidFill>
              <a:srgbClr val="FFFFFF">
                <a:alpha val="0"/>
              </a:srgbClr>
            </a:solidFill>
            <a:prstDash val="solid"/>
          </a:ln>
        </p:spPr>
      </p:sp>
      <p:sp>
        <p:nvSpPr>
          <p:cNvPr id="16" name="Text 12"/>
          <p:cNvSpPr txBox="1"/>
          <p:nvPr/>
        </p:nvSpPr>
        <p:spPr>
          <a:xfrm>
            <a:off x="685800" y="2724912"/>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What time</a:t>
            </a:r>
            <a:endParaRPr lang="en-US" sz="1400" dirty="0"/>
          </a:p>
        </p:txBody>
      </p:sp>
      <p:sp>
        <p:nvSpPr>
          <p:cNvPr id="17" name="Text 13"/>
          <p:cNvSpPr txBox="1"/>
          <p:nvPr/>
        </p:nvSpPr>
        <p:spPr>
          <a:xfrm>
            <a:off x="2148840" y="2637536"/>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18" name="Text 14"/>
          <p:cNvSpPr txBox="1"/>
          <p:nvPr/>
        </p:nvSpPr>
        <p:spPr>
          <a:xfrm>
            <a:off x="6766560" y="2637536"/>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9" name="Text 15"/>
          <p:cNvSpPr txBox="1"/>
          <p:nvPr/>
        </p:nvSpPr>
        <p:spPr>
          <a:xfrm>
            <a:off x="7223760" y="2637536"/>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arrived at nine.</a:t>
            </a:r>
            <a:r>
              <a:rPr lang="en-US" sz="1500" dirty="0">
                <a:solidFill>
                  <a:schemeClr val="tx2"/>
                </a:solidFill>
              </a:rPr>
              <a:t> »</a:t>
            </a:r>
            <a:endParaRPr lang="en-US" sz="1500" dirty="0"/>
          </a:p>
        </p:txBody>
      </p:sp>
      <p:sp>
        <p:nvSpPr>
          <p:cNvPr id="20" name="Shape 16"/>
          <p:cNvSpPr/>
          <p:nvPr/>
        </p:nvSpPr>
        <p:spPr>
          <a:xfrm>
            <a:off x="548640" y="3306064"/>
            <a:ext cx="11091672" cy="577088"/>
          </a:xfrm>
          <a:prstGeom prst="roundRect">
            <a:avLst>
              <a:gd name="adj" fmla="val 15845"/>
            </a:avLst>
          </a:prstGeom>
          <a:solidFill>
            <a:schemeClr val="bg2"/>
          </a:solidFill>
          <a:ln w="9525">
            <a:solidFill>
              <a:srgbClr val="D5DCE6"/>
            </a:solidFill>
            <a:prstDash val="solid"/>
          </a:ln>
        </p:spPr>
      </p:sp>
      <p:sp>
        <p:nvSpPr>
          <p:cNvPr id="21" name="Shape 17"/>
          <p:cNvSpPr/>
          <p:nvPr/>
        </p:nvSpPr>
        <p:spPr>
          <a:xfrm>
            <a:off x="685800" y="3393440"/>
            <a:ext cx="1325880" cy="365760"/>
          </a:xfrm>
          <a:prstGeom prst="roundRect">
            <a:avLst>
              <a:gd name="adj" fmla="val 30000"/>
            </a:avLst>
          </a:prstGeom>
          <a:solidFill>
            <a:schemeClr val="accent3"/>
          </a:solidFill>
          <a:ln w="12700">
            <a:solidFill>
              <a:srgbClr val="FFFFFF">
                <a:alpha val="0"/>
              </a:srgbClr>
            </a:solidFill>
            <a:prstDash val="solid"/>
          </a:ln>
        </p:spPr>
      </p:sp>
      <p:sp>
        <p:nvSpPr>
          <p:cNvPr id="22" name="Text 18"/>
          <p:cNvSpPr txBox="1"/>
          <p:nvPr/>
        </p:nvSpPr>
        <p:spPr>
          <a:xfrm>
            <a:off x="685800" y="3393440"/>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What</a:t>
            </a:r>
            <a:endParaRPr lang="en-US" sz="1400" dirty="0"/>
          </a:p>
        </p:txBody>
      </p:sp>
      <p:sp>
        <p:nvSpPr>
          <p:cNvPr id="23" name="Text 19"/>
          <p:cNvSpPr txBox="1"/>
          <p:nvPr/>
        </p:nvSpPr>
        <p:spPr>
          <a:xfrm>
            <a:off x="2148840" y="3306064"/>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24" name="Text 20"/>
          <p:cNvSpPr txBox="1"/>
          <p:nvPr/>
        </p:nvSpPr>
        <p:spPr>
          <a:xfrm>
            <a:off x="6766560" y="3306064"/>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5" name="Text 21"/>
          <p:cNvSpPr txBox="1"/>
          <p:nvPr/>
        </p:nvSpPr>
        <p:spPr>
          <a:xfrm>
            <a:off x="7223760" y="3306064"/>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bought a new phone.</a:t>
            </a:r>
            <a:r>
              <a:rPr lang="en-US" sz="1500" dirty="0">
                <a:solidFill>
                  <a:schemeClr val="tx2"/>
                </a:solidFill>
              </a:rPr>
              <a:t> »</a:t>
            </a:r>
            <a:endParaRPr lang="en-US" sz="1500" dirty="0"/>
          </a:p>
        </p:txBody>
      </p:sp>
      <p:sp>
        <p:nvSpPr>
          <p:cNvPr id="26" name="Shape 22"/>
          <p:cNvSpPr/>
          <p:nvPr/>
        </p:nvSpPr>
        <p:spPr>
          <a:xfrm>
            <a:off x="548640" y="3974592"/>
            <a:ext cx="11091672" cy="577088"/>
          </a:xfrm>
          <a:prstGeom prst="roundRect">
            <a:avLst>
              <a:gd name="adj" fmla="val 15845"/>
            </a:avLst>
          </a:prstGeom>
          <a:solidFill>
            <a:srgbClr val="FFFFFF"/>
          </a:solidFill>
          <a:ln w="9525">
            <a:solidFill>
              <a:srgbClr val="D5DCE6"/>
            </a:solidFill>
            <a:prstDash val="solid"/>
          </a:ln>
        </p:spPr>
      </p:sp>
      <p:sp>
        <p:nvSpPr>
          <p:cNvPr id="27" name="Shape 23"/>
          <p:cNvSpPr/>
          <p:nvPr/>
        </p:nvSpPr>
        <p:spPr>
          <a:xfrm>
            <a:off x="685800" y="4061968"/>
            <a:ext cx="1325880" cy="365760"/>
          </a:xfrm>
          <a:prstGeom prst="roundRect">
            <a:avLst>
              <a:gd name="adj" fmla="val 30000"/>
            </a:avLst>
          </a:prstGeom>
          <a:solidFill>
            <a:schemeClr val="accent3"/>
          </a:solidFill>
          <a:ln w="12700">
            <a:solidFill>
              <a:srgbClr val="FFFFFF">
                <a:alpha val="0"/>
              </a:srgbClr>
            </a:solidFill>
            <a:prstDash val="solid"/>
          </a:ln>
        </p:spPr>
      </p:sp>
      <p:sp>
        <p:nvSpPr>
          <p:cNvPr id="28" name="Text 24"/>
          <p:cNvSpPr txBox="1"/>
          <p:nvPr/>
        </p:nvSpPr>
        <p:spPr>
          <a:xfrm>
            <a:off x="685800" y="4061968"/>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Who</a:t>
            </a:r>
            <a:endParaRPr lang="en-US" sz="1400" dirty="0"/>
          </a:p>
        </p:txBody>
      </p:sp>
      <p:sp>
        <p:nvSpPr>
          <p:cNvPr id="29" name="Text 25"/>
          <p:cNvSpPr txBox="1"/>
          <p:nvPr/>
        </p:nvSpPr>
        <p:spPr>
          <a:xfrm>
            <a:off x="2148840" y="3974592"/>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30" name="Text 26"/>
          <p:cNvSpPr txBox="1"/>
          <p:nvPr/>
        </p:nvSpPr>
        <p:spPr>
          <a:xfrm>
            <a:off x="6766560" y="3974592"/>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1" name="Text 27"/>
          <p:cNvSpPr txBox="1"/>
          <p:nvPr/>
        </p:nvSpPr>
        <p:spPr>
          <a:xfrm>
            <a:off x="7223760" y="3974592"/>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met Sam at the station.</a:t>
            </a:r>
            <a:r>
              <a:rPr lang="en-US" sz="1500" dirty="0">
                <a:solidFill>
                  <a:schemeClr val="tx2"/>
                </a:solidFill>
              </a:rPr>
              <a:t> »</a:t>
            </a:r>
            <a:endParaRPr lang="en-US" sz="1500" dirty="0"/>
          </a:p>
        </p:txBody>
      </p:sp>
      <p:sp>
        <p:nvSpPr>
          <p:cNvPr id="32" name="Shape 28"/>
          <p:cNvSpPr/>
          <p:nvPr/>
        </p:nvSpPr>
        <p:spPr>
          <a:xfrm>
            <a:off x="548640" y="4643120"/>
            <a:ext cx="11091672" cy="577088"/>
          </a:xfrm>
          <a:prstGeom prst="roundRect">
            <a:avLst>
              <a:gd name="adj" fmla="val 15845"/>
            </a:avLst>
          </a:prstGeom>
          <a:solidFill>
            <a:schemeClr val="bg2"/>
          </a:solidFill>
          <a:ln w="9525">
            <a:solidFill>
              <a:srgbClr val="D5DCE6"/>
            </a:solidFill>
            <a:prstDash val="solid"/>
          </a:ln>
        </p:spPr>
      </p:sp>
      <p:sp>
        <p:nvSpPr>
          <p:cNvPr id="33" name="Shape 29"/>
          <p:cNvSpPr/>
          <p:nvPr/>
        </p:nvSpPr>
        <p:spPr>
          <a:xfrm>
            <a:off x="685800" y="4730496"/>
            <a:ext cx="1325880" cy="365760"/>
          </a:xfrm>
          <a:prstGeom prst="roundRect">
            <a:avLst>
              <a:gd name="adj" fmla="val 30000"/>
            </a:avLst>
          </a:prstGeom>
          <a:solidFill>
            <a:schemeClr val="accent3"/>
          </a:solidFill>
          <a:ln w="12700">
            <a:solidFill>
              <a:srgbClr val="FFFFFF">
                <a:alpha val="0"/>
              </a:srgbClr>
            </a:solidFill>
            <a:prstDash val="solid"/>
          </a:ln>
        </p:spPr>
      </p:sp>
      <p:sp>
        <p:nvSpPr>
          <p:cNvPr id="34" name="Text 30"/>
          <p:cNvSpPr txBox="1"/>
          <p:nvPr/>
        </p:nvSpPr>
        <p:spPr>
          <a:xfrm>
            <a:off x="685800" y="4730496"/>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Why</a:t>
            </a:r>
            <a:endParaRPr lang="en-US" sz="1400" dirty="0"/>
          </a:p>
        </p:txBody>
      </p:sp>
      <p:sp>
        <p:nvSpPr>
          <p:cNvPr id="35" name="Text 31"/>
          <p:cNvSpPr txBox="1"/>
          <p:nvPr/>
        </p:nvSpPr>
        <p:spPr>
          <a:xfrm>
            <a:off x="2148840" y="4643120"/>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36" name="Text 32"/>
          <p:cNvSpPr txBox="1"/>
          <p:nvPr/>
        </p:nvSpPr>
        <p:spPr>
          <a:xfrm>
            <a:off x="6766560" y="4643120"/>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7" name="Text 33"/>
          <p:cNvSpPr txBox="1"/>
          <p:nvPr/>
        </p:nvSpPr>
        <p:spPr>
          <a:xfrm>
            <a:off x="7223760" y="4643120"/>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went home early because I was tired.</a:t>
            </a:r>
            <a:r>
              <a:rPr lang="en-US" sz="1500" dirty="0">
                <a:solidFill>
                  <a:schemeClr val="tx2"/>
                </a:solidFill>
              </a:rPr>
              <a:t> »</a:t>
            </a:r>
            <a:endParaRPr lang="en-US" sz="1500" dirty="0"/>
          </a:p>
        </p:txBody>
      </p:sp>
      <p:sp>
        <p:nvSpPr>
          <p:cNvPr id="38" name="Shape 34"/>
          <p:cNvSpPr/>
          <p:nvPr/>
        </p:nvSpPr>
        <p:spPr>
          <a:xfrm>
            <a:off x="548640" y="5311648"/>
            <a:ext cx="11091672" cy="577088"/>
          </a:xfrm>
          <a:prstGeom prst="roundRect">
            <a:avLst>
              <a:gd name="adj" fmla="val 15845"/>
            </a:avLst>
          </a:prstGeom>
          <a:solidFill>
            <a:srgbClr val="FFFFFF"/>
          </a:solidFill>
          <a:ln w="9525">
            <a:solidFill>
              <a:srgbClr val="D5DCE6"/>
            </a:solidFill>
            <a:prstDash val="solid"/>
          </a:ln>
        </p:spPr>
      </p:sp>
      <p:sp>
        <p:nvSpPr>
          <p:cNvPr id="39" name="Shape 35"/>
          <p:cNvSpPr/>
          <p:nvPr/>
        </p:nvSpPr>
        <p:spPr>
          <a:xfrm>
            <a:off x="685800" y="5399024"/>
            <a:ext cx="1325880" cy="365760"/>
          </a:xfrm>
          <a:prstGeom prst="roundRect">
            <a:avLst>
              <a:gd name="adj" fmla="val 30000"/>
            </a:avLst>
          </a:prstGeom>
          <a:solidFill>
            <a:schemeClr val="accent3"/>
          </a:solidFill>
          <a:ln w="12700">
            <a:solidFill>
              <a:srgbClr val="FFFFFF">
                <a:alpha val="0"/>
              </a:srgbClr>
            </a:solidFill>
            <a:prstDash val="solid"/>
          </a:ln>
        </p:spPr>
      </p:sp>
      <p:sp>
        <p:nvSpPr>
          <p:cNvPr id="40" name="Text 36"/>
          <p:cNvSpPr txBox="1"/>
          <p:nvPr/>
        </p:nvSpPr>
        <p:spPr>
          <a:xfrm>
            <a:off x="685800" y="5399024"/>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How</a:t>
            </a:r>
            <a:endParaRPr lang="en-US" sz="1400" dirty="0"/>
          </a:p>
        </p:txBody>
      </p:sp>
      <p:sp>
        <p:nvSpPr>
          <p:cNvPr id="41" name="Text 37"/>
          <p:cNvSpPr txBox="1"/>
          <p:nvPr/>
        </p:nvSpPr>
        <p:spPr>
          <a:xfrm>
            <a:off x="2148840" y="5311648"/>
            <a:ext cx="4663440" cy="577088"/>
          </a:xfrm>
          <a:prstGeom prst="rect">
            <a:avLst/>
          </a:prstGeom>
          <a:noFill/>
          <a:ln/>
        </p:spPr>
        <p:txBody>
          <a:bodyPr wrap="square" lIns="0" tIns="0" rIns="0" bIns="0" rtlCol="0" anchor="ctr"/>
          <a:lstStyle/>
          <a:p>
            <a:pPr algn="l" indent="0" marL="0">
              <a:buNone/>
            </a:pPr>
            <a:r>
              <a:rPr lang="en-US" sz="1700" i="1" dirty="0">
                <a:solidFill>
                  <a:schemeClr val="accent5"/>
                </a:solidFill>
              </a:rPr>
              <a:t>……………………………</a:t>
            </a:r>
            <a:endParaRPr lang="en-US" sz="1700" dirty="0"/>
          </a:p>
        </p:txBody>
      </p:sp>
      <p:sp>
        <p:nvSpPr>
          <p:cNvPr id="42" name="Text 38"/>
          <p:cNvSpPr txBox="1"/>
          <p:nvPr/>
        </p:nvSpPr>
        <p:spPr>
          <a:xfrm>
            <a:off x="6766560" y="531164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43" name="Text 39"/>
          <p:cNvSpPr txBox="1"/>
          <p:nvPr/>
        </p:nvSpPr>
        <p:spPr>
          <a:xfrm>
            <a:off x="7223760" y="5311648"/>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travelled by train.</a:t>
            </a:r>
            <a:r>
              <a:rPr lang="en-US" sz="1500" dirty="0">
                <a:solidFill>
                  <a:schemeClr val="tx2"/>
                </a:solidFill>
              </a:rPr>
              <a:t>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7 — Find the question</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Here are the answers. Write the questions with the question word.</a:t>
            </a:r>
            <a:endParaRPr lang="en-US" sz="1700" dirty="0"/>
          </a:p>
        </p:txBody>
      </p:sp>
      <p:sp>
        <p:nvSpPr>
          <p:cNvPr id="9" name="Shape 5"/>
          <p:cNvSpPr/>
          <p:nvPr/>
        </p:nvSpPr>
        <p:spPr>
          <a:xfrm>
            <a:off x="548640" y="1969008"/>
            <a:ext cx="11091672" cy="577088"/>
          </a:xfrm>
          <a:prstGeom prst="roundRect">
            <a:avLst>
              <a:gd name="adj" fmla="val 15845"/>
            </a:avLst>
          </a:prstGeom>
          <a:solidFill>
            <a:schemeClr val="bg2"/>
          </a:solidFill>
          <a:ln w="9525">
            <a:solidFill>
              <a:srgbClr val="D5DCE6"/>
            </a:solidFill>
            <a:prstDash val="solid"/>
          </a:ln>
        </p:spPr>
      </p:sp>
      <p:sp>
        <p:nvSpPr>
          <p:cNvPr id="10" name="Shape 6"/>
          <p:cNvSpPr/>
          <p:nvPr/>
        </p:nvSpPr>
        <p:spPr>
          <a:xfrm>
            <a:off x="685800" y="2056384"/>
            <a:ext cx="1325880" cy="365760"/>
          </a:xfrm>
          <a:prstGeom prst="roundRect">
            <a:avLst>
              <a:gd name="adj" fmla="val 30000"/>
            </a:avLst>
          </a:prstGeom>
          <a:solidFill>
            <a:schemeClr val="accent3"/>
          </a:solidFill>
          <a:ln w="12700">
            <a:solidFill>
              <a:srgbClr val="FFFFFF">
                <a:alpha val="0"/>
              </a:srgbClr>
            </a:solidFill>
            <a:prstDash val="solid"/>
          </a:ln>
        </p:spPr>
      </p:sp>
      <p:sp>
        <p:nvSpPr>
          <p:cNvPr id="11" name="Text 7"/>
          <p:cNvSpPr txBox="1"/>
          <p:nvPr/>
        </p:nvSpPr>
        <p:spPr>
          <a:xfrm>
            <a:off x="685800" y="2056384"/>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Where</a:t>
            </a:r>
            <a:endParaRPr lang="en-US" sz="1400" dirty="0"/>
          </a:p>
        </p:txBody>
      </p:sp>
      <p:sp>
        <p:nvSpPr>
          <p:cNvPr id="12" name="Text 8"/>
          <p:cNvSpPr txBox="1"/>
          <p:nvPr/>
        </p:nvSpPr>
        <p:spPr>
          <a:xfrm>
            <a:off x="2148840" y="1969008"/>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Where did you go?</a:t>
            </a:r>
            <a:endParaRPr lang="en-US" sz="1700" dirty="0"/>
          </a:p>
        </p:txBody>
      </p:sp>
      <p:sp>
        <p:nvSpPr>
          <p:cNvPr id="13" name="Text 9"/>
          <p:cNvSpPr txBox="1"/>
          <p:nvPr/>
        </p:nvSpPr>
        <p:spPr>
          <a:xfrm>
            <a:off x="6766560" y="196900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4" name="Text 10"/>
          <p:cNvSpPr txBox="1"/>
          <p:nvPr/>
        </p:nvSpPr>
        <p:spPr>
          <a:xfrm>
            <a:off x="7223760" y="1969008"/>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went to Spain.</a:t>
            </a:r>
            <a:r>
              <a:rPr lang="en-US" sz="1500" dirty="0">
                <a:solidFill>
                  <a:schemeClr val="tx2"/>
                </a:solidFill>
              </a:rPr>
              <a:t> »</a:t>
            </a:r>
            <a:endParaRPr lang="en-US" sz="1500" dirty="0"/>
          </a:p>
        </p:txBody>
      </p:sp>
      <p:sp>
        <p:nvSpPr>
          <p:cNvPr id="15" name="Shape 11"/>
          <p:cNvSpPr/>
          <p:nvPr/>
        </p:nvSpPr>
        <p:spPr>
          <a:xfrm>
            <a:off x="548640" y="2637536"/>
            <a:ext cx="11091672" cy="577088"/>
          </a:xfrm>
          <a:prstGeom prst="roundRect">
            <a:avLst>
              <a:gd name="adj" fmla="val 15845"/>
            </a:avLst>
          </a:prstGeom>
          <a:solidFill>
            <a:srgbClr val="FFFFFF"/>
          </a:solidFill>
          <a:ln w="9525">
            <a:solidFill>
              <a:srgbClr val="D5DCE6"/>
            </a:solidFill>
            <a:prstDash val="solid"/>
          </a:ln>
        </p:spPr>
      </p:sp>
      <p:sp>
        <p:nvSpPr>
          <p:cNvPr id="16" name="Shape 12"/>
          <p:cNvSpPr/>
          <p:nvPr/>
        </p:nvSpPr>
        <p:spPr>
          <a:xfrm>
            <a:off x="685800" y="2724912"/>
            <a:ext cx="1325880" cy="365760"/>
          </a:xfrm>
          <a:prstGeom prst="roundRect">
            <a:avLst>
              <a:gd name="adj" fmla="val 30000"/>
            </a:avLst>
          </a:prstGeom>
          <a:solidFill>
            <a:schemeClr val="accent3"/>
          </a:solidFill>
          <a:ln w="12700">
            <a:solidFill>
              <a:srgbClr val="FFFFFF">
                <a:alpha val="0"/>
              </a:srgbClr>
            </a:solidFill>
            <a:prstDash val="solid"/>
          </a:ln>
        </p:spPr>
      </p:sp>
      <p:sp>
        <p:nvSpPr>
          <p:cNvPr id="17" name="Text 13"/>
          <p:cNvSpPr txBox="1"/>
          <p:nvPr/>
        </p:nvSpPr>
        <p:spPr>
          <a:xfrm>
            <a:off x="685800" y="2724912"/>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What time</a:t>
            </a:r>
            <a:endParaRPr lang="en-US" sz="1400" dirty="0"/>
          </a:p>
        </p:txBody>
      </p:sp>
      <p:sp>
        <p:nvSpPr>
          <p:cNvPr id="18" name="Text 14"/>
          <p:cNvSpPr txBox="1"/>
          <p:nvPr/>
        </p:nvSpPr>
        <p:spPr>
          <a:xfrm>
            <a:off x="2148840" y="2637536"/>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What time did you arrive?</a:t>
            </a:r>
            <a:endParaRPr lang="en-US" sz="1700" dirty="0"/>
          </a:p>
        </p:txBody>
      </p:sp>
      <p:sp>
        <p:nvSpPr>
          <p:cNvPr id="19" name="Text 15"/>
          <p:cNvSpPr txBox="1"/>
          <p:nvPr/>
        </p:nvSpPr>
        <p:spPr>
          <a:xfrm>
            <a:off x="6766560" y="2637536"/>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Text 16"/>
          <p:cNvSpPr txBox="1"/>
          <p:nvPr/>
        </p:nvSpPr>
        <p:spPr>
          <a:xfrm>
            <a:off x="7223760" y="2637536"/>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arrived at nine.</a:t>
            </a:r>
            <a:r>
              <a:rPr lang="en-US" sz="1500" dirty="0">
                <a:solidFill>
                  <a:schemeClr val="tx2"/>
                </a:solidFill>
              </a:rPr>
              <a:t> »</a:t>
            </a:r>
            <a:endParaRPr lang="en-US" sz="1500" dirty="0"/>
          </a:p>
        </p:txBody>
      </p:sp>
      <p:sp>
        <p:nvSpPr>
          <p:cNvPr id="21" name="Shape 17"/>
          <p:cNvSpPr/>
          <p:nvPr/>
        </p:nvSpPr>
        <p:spPr>
          <a:xfrm>
            <a:off x="548640" y="3306064"/>
            <a:ext cx="11091672" cy="577088"/>
          </a:xfrm>
          <a:prstGeom prst="roundRect">
            <a:avLst>
              <a:gd name="adj" fmla="val 15845"/>
            </a:avLst>
          </a:prstGeom>
          <a:solidFill>
            <a:schemeClr val="bg2"/>
          </a:solidFill>
          <a:ln w="9525">
            <a:solidFill>
              <a:srgbClr val="D5DCE6"/>
            </a:solidFill>
            <a:prstDash val="solid"/>
          </a:ln>
        </p:spPr>
      </p:sp>
      <p:sp>
        <p:nvSpPr>
          <p:cNvPr id="22" name="Shape 18"/>
          <p:cNvSpPr/>
          <p:nvPr/>
        </p:nvSpPr>
        <p:spPr>
          <a:xfrm>
            <a:off x="685800" y="3393440"/>
            <a:ext cx="1325880" cy="365760"/>
          </a:xfrm>
          <a:prstGeom prst="roundRect">
            <a:avLst>
              <a:gd name="adj" fmla="val 30000"/>
            </a:avLst>
          </a:prstGeom>
          <a:solidFill>
            <a:schemeClr val="accent3"/>
          </a:solidFill>
          <a:ln w="12700">
            <a:solidFill>
              <a:srgbClr val="FFFFFF">
                <a:alpha val="0"/>
              </a:srgbClr>
            </a:solidFill>
            <a:prstDash val="solid"/>
          </a:ln>
        </p:spPr>
      </p:sp>
      <p:sp>
        <p:nvSpPr>
          <p:cNvPr id="23" name="Text 19"/>
          <p:cNvSpPr txBox="1"/>
          <p:nvPr/>
        </p:nvSpPr>
        <p:spPr>
          <a:xfrm>
            <a:off x="685800" y="3393440"/>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What</a:t>
            </a:r>
            <a:endParaRPr lang="en-US" sz="1400" dirty="0"/>
          </a:p>
        </p:txBody>
      </p:sp>
      <p:sp>
        <p:nvSpPr>
          <p:cNvPr id="24" name="Text 20"/>
          <p:cNvSpPr txBox="1"/>
          <p:nvPr/>
        </p:nvSpPr>
        <p:spPr>
          <a:xfrm>
            <a:off x="2148840" y="3306064"/>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What did you buy?</a:t>
            </a:r>
            <a:endParaRPr lang="en-US" sz="1700" dirty="0"/>
          </a:p>
        </p:txBody>
      </p:sp>
      <p:sp>
        <p:nvSpPr>
          <p:cNvPr id="25" name="Text 21"/>
          <p:cNvSpPr txBox="1"/>
          <p:nvPr/>
        </p:nvSpPr>
        <p:spPr>
          <a:xfrm>
            <a:off x="6766560" y="3306064"/>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6" name="Text 22"/>
          <p:cNvSpPr txBox="1"/>
          <p:nvPr/>
        </p:nvSpPr>
        <p:spPr>
          <a:xfrm>
            <a:off x="7223760" y="3306064"/>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bought a new phone.</a:t>
            </a:r>
            <a:r>
              <a:rPr lang="en-US" sz="1500" dirty="0">
                <a:solidFill>
                  <a:schemeClr val="tx2"/>
                </a:solidFill>
              </a:rPr>
              <a:t> »</a:t>
            </a:r>
            <a:endParaRPr lang="en-US" sz="1500" dirty="0"/>
          </a:p>
        </p:txBody>
      </p:sp>
      <p:sp>
        <p:nvSpPr>
          <p:cNvPr id="27" name="Shape 23"/>
          <p:cNvSpPr/>
          <p:nvPr/>
        </p:nvSpPr>
        <p:spPr>
          <a:xfrm>
            <a:off x="548640" y="3974592"/>
            <a:ext cx="11091672" cy="577088"/>
          </a:xfrm>
          <a:prstGeom prst="roundRect">
            <a:avLst>
              <a:gd name="adj" fmla="val 15845"/>
            </a:avLst>
          </a:prstGeom>
          <a:solidFill>
            <a:srgbClr val="FFFFFF"/>
          </a:solidFill>
          <a:ln w="9525">
            <a:solidFill>
              <a:srgbClr val="D5DCE6"/>
            </a:solidFill>
            <a:prstDash val="solid"/>
          </a:ln>
        </p:spPr>
      </p:sp>
      <p:sp>
        <p:nvSpPr>
          <p:cNvPr id="28" name="Shape 24"/>
          <p:cNvSpPr/>
          <p:nvPr/>
        </p:nvSpPr>
        <p:spPr>
          <a:xfrm>
            <a:off x="685800" y="4061968"/>
            <a:ext cx="1325880" cy="365760"/>
          </a:xfrm>
          <a:prstGeom prst="roundRect">
            <a:avLst>
              <a:gd name="adj" fmla="val 30000"/>
            </a:avLst>
          </a:prstGeom>
          <a:solidFill>
            <a:schemeClr val="accent3"/>
          </a:solidFill>
          <a:ln w="12700">
            <a:solidFill>
              <a:srgbClr val="FFFFFF">
                <a:alpha val="0"/>
              </a:srgbClr>
            </a:solidFill>
            <a:prstDash val="solid"/>
          </a:ln>
        </p:spPr>
      </p:sp>
      <p:sp>
        <p:nvSpPr>
          <p:cNvPr id="29" name="Text 25"/>
          <p:cNvSpPr txBox="1"/>
          <p:nvPr/>
        </p:nvSpPr>
        <p:spPr>
          <a:xfrm>
            <a:off x="685800" y="4061968"/>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Who</a:t>
            </a:r>
            <a:endParaRPr lang="en-US" sz="1400" dirty="0"/>
          </a:p>
        </p:txBody>
      </p:sp>
      <p:sp>
        <p:nvSpPr>
          <p:cNvPr id="30" name="Text 26"/>
          <p:cNvSpPr txBox="1"/>
          <p:nvPr/>
        </p:nvSpPr>
        <p:spPr>
          <a:xfrm>
            <a:off x="2148840" y="3974592"/>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Who did you meet?</a:t>
            </a:r>
            <a:endParaRPr lang="en-US" sz="1700" dirty="0"/>
          </a:p>
        </p:txBody>
      </p:sp>
      <p:sp>
        <p:nvSpPr>
          <p:cNvPr id="31" name="Text 27"/>
          <p:cNvSpPr txBox="1"/>
          <p:nvPr/>
        </p:nvSpPr>
        <p:spPr>
          <a:xfrm>
            <a:off x="6766560" y="3974592"/>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2" name="Text 28"/>
          <p:cNvSpPr txBox="1"/>
          <p:nvPr/>
        </p:nvSpPr>
        <p:spPr>
          <a:xfrm>
            <a:off x="7223760" y="3974592"/>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met Sam at the station.</a:t>
            </a:r>
            <a:r>
              <a:rPr lang="en-US" sz="1500" dirty="0">
                <a:solidFill>
                  <a:schemeClr val="tx2"/>
                </a:solidFill>
              </a:rPr>
              <a:t> »</a:t>
            </a:r>
            <a:endParaRPr lang="en-US" sz="1500" dirty="0"/>
          </a:p>
        </p:txBody>
      </p:sp>
      <p:sp>
        <p:nvSpPr>
          <p:cNvPr id="33" name="Shape 29"/>
          <p:cNvSpPr/>
          <p:nvPr/>
        </p:nvSpPr>
        <p:spPr>
          <a:xfrm>
            <a:off x="548640" y="4643120"/>
            <a:ext cx="11091672" cy="577088"/>
          </a:xfrm>
          <a:prstGeom prst="roundRect">
            <a:avLst>
              <a:gd name="adj" fmla="val 15845"/>
            </a:avLst>
          </a:prstGeom>
          <a:solidFill>
            <a:schemeClr val="bg2"/>
          </a:solidFill>
          <a:ln w="9525">
            <a:solidFill>
              <a:srgbClr val="D5DCE6"/>
            </a:solidFill>
            <a:prstDash val="solid"/>
          </a:ln>
        </p:spPr>
      </p:sp>
      <p:sp>
        <p:nvSpPr>
          <p:cNvPr id="34" name="Shape 30"/>
          <p:cNvSpPr/>
          <p:nvPr/>
        </p:nvSpPr>
        <p:spPr>
          <a:xfrm>
            <a:off x="685800" y="4730496"/>
            <a:ext cx="1325880" cy="365760"/>
          </a:xfrm>
          <a:prstGeom prst="roundRect">
            <a:avLst>
              <a:gd name="adj" fmla="val 30000"/>
            </a:avLst>
          </a:prstGeom>
          <a:solidFill>
            <a:schemeClr val="accent3"/>
          </a:solidFill>
          <a:ln w="12700">
            <a:solidFill>
              <a:srgbClr val="FFFFFF">
                <a:alpha val="0"/>
              </a:srgbClr>
            </a:solidFill>
            <a:prstDash val="solid"/>
          </a:ln>
        </p:spPr>
      </p:sp>
      <p:sp>
        <p:nvSpPr>
          <p:cNvPr id="35" name="Text 31"/>
          <p:cNvSpPr txBox="1"/>
          <p:nvPr/>
        </p:nvSpPr>
        <p:spPr>
          <a:xfrm>
            <a:off x="685800" y="4730496"/>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Why</a:t>
            </a:r>
            <a:endParaRPr lang="en-US" sz="1400" dirty="0"/>
          </a:p>
        </p:txBody>
      </p:sp>
      <p:sp>
        <p:nvSpPr>
          <p:cNvPr id="36" name="Text 32"/>
          <p:cNvSpPr txBox="1"/>
          <p:nvPr/>
        </p:nvSpPr>
        <p:spPr>
          <a:xfrm>
            <a:off x="2148840" y="4643120"/>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Why did you go home early?</a:t>
            </a:r>
            <a:endParaRPr lang="en-US" sz="1700" dirty="0"/>
          </a:p>
        </p:txBody>
      </p:sp>
      <p:sp>
        <p:nvSpPr>
          <p:cNvPr id="37" name="Text 33"/>
          <p:cNvSpPr txBox="1"/>
          <p:nvPr/>
        </p:nvSpPr>
        <p:spPr>
          <a:xfrm>
            <a:off x="6766560" y="4643120"/>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8" name="Text 34"/>
          <p:cNvSpPr txBox="1"/>
          <p:nvPr/>
        </p:nvSpPr>
        <p:spPr>
          <a:xfrm>
            <a:off x="7223760" y="4643120"/>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went home early because I was tired.</a:t>
            </a:r>
            <a:r>
              <a:rPr lang="en-US" sz="1500" dirty="0">
                <a:solidFill>
                  <a:schemeClr val="tx2"/>
                </a:solidFill>
              </a:rPr>
              <a:t> »</a:t>
            </a:r>
            <a:endParaRPr lang="en-US" sz="1500" dirty="0"/>
          </a:p>
        </p:txBody>
      </p:sp>
      <p:sp>
        <p:nvSpPr>
          <p:cNvPr id="39" name="Shape 35"/>
          <p:cNvSpPr/>
          <p:nvPr/>
        </p:nvSpPr>
        <p:spPr>
          <a:xfrm>
            <a:off x="548640" y="5311648"/>
            <a:ext cx="11091672" cy="577088"/>
          </a:xfrm>
          <a:prstGeom prst="roundRect">
            <a:avLst>
              <a:gd name="adj" fmla="val 15845"/>
            </a:avLst>
          </a:prstGeom>
          <a:solidFill>
            <a:srgbClr val="FFFFFF"/>
          </a:solidFill>
          <a:ln w="9525">
            <a:solidFill>
              <a:srgbClr val="D5DCE6"/>
            </a:solidFill>
            <a:prstDash val="solid"/>
          </a:ln>
        </p:spPr>
      </p:sp>
      <p:sp>
        <p:nvSpPr>
          <p:cNvPr id="40" name="Shape 36"/>
          <p:cNvSpPr/>
          <p:nvPr/>
        </p:nvSpPr>
        <p:spPr>
          <a:xfrm>
            <a:off x="685800" y="5399024"/>
            <a:ext cx="1325880" cy="365760"/>
          </a:xfrm>
          <a:prstGeom prst="roundRect">
            <a:avLst>
              <a:gd name="adj" fmla="val 30000"/>
            </a:avLst>
          </a:prstGeom>
          <a:solidFill>
            <a:schemeClr val="accent3"/>
          </a:solidFill>
          <a:ln w="12700">
            <a:solidFill>
              <a:srgbClr val="FFFFFF">
                <a:alpha val="0"/>
              </a:srgbClr>
            </a:solidFill>
            <a:prstDash val="solid"/>
          </a:ln>
        </p:spPr>
      </p:sp>
      <p:sp>
        <p:nvSpPr>
          <p:cNvPr id="41" name="Text 37"/>
          <p:cNvSpPr txBox="1"/>
          <p:nvPr/>
        </p:nvSpPr>
        <p:spPr>
          <a:xfrm>
            <a:off x="685800" y="5399024"/>
            <a:ext cx="1325880" cy="365760"/>
          </a:xfrm>
          <a:prstGeom prst="rect">
            <a:avLst/>
          </a:prstGeom>
          <a:noFill/>
          <a:ln/>
        </p:spPr>
        <p:txBody>
          <a:bodyPr wrap="square" lIns="0" tIns="0" rIns="0" bIns="0" rtlCol="0" anchor="ctr"/>
          <a:lstStyle/>
          <a:p>
            <a:pPr algn="ctr" indent="0" marL="0">
              <a:buNone/>
            </a:pPr>
            <a:r>
              <a:rPr lang="en-US" sz="1400" b="1" i="1" dirty="0">
                <a:solidFill>
                  <a:schemeClr val="bg1"/>
                </a:solidFill>
              </a:rPr>
              <a:t>How</a:t>
            </a:r>
            <a:endParaRPr lang="en-US" sz="1400" dirty="0"/>
          </a:p>
        </p:txBody>
      </p:sp>
      <p:sp>
        <p:nvSpPr>
          <p:cNvPr id="42" name="Text 38"/>
          <p:cNvSpPr txBox="1"/>
          <p:nvPr/>
        </p:nvSpPr>
        <p:spPr>
          <a:xfrm>
            <a:off x="2148840" y="5311648"/>
            <a:ext cx="4663440" cy="577088"/>
          </a:xfrm>
          <a:prstGeom prst="rect">
            <a:avLst/>
          </a:prstGeom>
          <a:noFill/>
          <a:ln/>
        </p:spPr>
        <p:txBody>
          <a:bodyPr wrap="square" lIns="0" tIns="0" rIns="0" bIns="0" rtlCol="0" anchor="ctr"/>
          <a:lstStyle/>
          <a:p>
            <a:pPr algn="l" indent="0" marL="0">
              <a:buNone/>
            </a:pPr>
            <a:r>
              <a:rPr lang="en-US" sz="1700" b="1" i="1" dirty="0">
                <a:solidFill>
                  <a:schemeClr val="accent3"/>
                </a:solidFill>
              </a:rPr>
              <a:t>How did you travel?</a:t>
            </a:r>
            <a:endParaRPr lang="en-US" sz="1700" dirty="0"/>
          </a:p>
        </p:txBody>
      </p:sp>
      <p:sp>
        <p:nvSpPr>
          <p:cNvPr id="43" name="Text 39"/>
          <p:cNvSpPr txBox="1"/>
          <p:nvPr/>
        </p:nvSpPr>
        <p:spPr>
          <a:xfrm>
            <a:off x="6766560" y="531164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44" name="Text 40"/>
          <p:cNvSpPr txBox="1"/>
          <p:nvPr/>
        </p:nvSpPr>
        <p:spPr>
          <a:xfrm>
            <a:off x="7223760" y="5311648"/>
            <a:ext cx="4343400" cy="577088"/>
          </a:xfrm>
          <a:prstGeom prst="rect">
            <a:avLst/>
          </a:prstGeom>
          <a:noFill/>
          <a:ln/>
        </p:spPr>
        <p:txBody>
          <a:bodyPr wrap="square" lIns="0" tIns="0" rIns="0" bIns="0" rtlCol="0" anchor="ctr"/>
          <a:lstStyle/>
          <a:p>
            <a:pPr algn="l" indent="0" marL="0">
              <a:buNone/>
            </a:pPr>
            <a:r>
              <a:rPr lang="en-US" sz="1500" dirty="0">
                <a:solidFill>
                  <a:schemeClr val="tx2"/>
                </a:solidFill>
              </a:rPr>
              <a:t>« </a:t>
            </a:r>
            <a:r>
              <a:rPr lang="en-US" sz="1500" i="1" dirty="0">
                <a:solidFill>
                  <a:schemeClr val="tx2"/>
                </a:solidFill>
              </a:rPr>
              <a:t>I travelled by train.</a:t>
            </a:r>
            <a:r>
              <a:rPr lang="en-US" sz="1500" dirty="0">
                <a:solidFill>
                  <a:schemeClr val="tx2"/>
                </a:solidFill>
              </a:rPr>
              <a:t> »</a:t>
            </a:r>
            <a:endParaRPr lang="en-US" sz="1500" dirty="0"/>
          </a:p>
        </p:txBody>
      </p:sp>
      <p:sp>
        <p:nvSpPr>
          <p:cNvPr id="45" name="Text 41"/>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6 : aussi </a:t>
            </a:r>
            <a:r>
              <a:rPr lang="en-US" sz="1300" i="1" dirty="0">
                <a:solidFill>
                  <a:schemeClr val="accent5"/>
                </a:solidFill>
              </a:rPr>
              <a:t>How did you go there?</a:t>
            </a:r>
            <a:r>
              <a:rPr lang="en-US" sz="1300" i="1" dirty="0">
                <a:solidFill>
                  <a:schemeClr val="accent5"/>
                </a:solidFill>
              </a:rPr>
              <a:t>. Toujours : question word + </a:t>
            </a:r>
            <a:r>
              <a:rPr lang="en-US" sz="1300" i="1" dirty="0">
                <a:solidFill>
                  <a:schemeClr val="accent5"/>
                </a:solidFill>
              </a:rPr>
              <a:t>did</a:t>
            </a:r>
            <a:r>
              <a:rPr lang="en-US" sz="1300" i="1" dirty="0">
                <a:solidFill>
                  <a:schemeClr val="accent5"/>
                </a:solidFill>
              </a:rPr>
              <a:t> + subject + base.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8 — The detective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Lucas writes to Emma about his trip to Rome. Find the 5 mistakes.</a:t>
            </a:r>
            <a:endParaRPr lang="en-US" sz="1700" dirty="0"/>
          </a:p>
        </p:txBody>
      </p:sp>
      <p:sp>
        <p:nvSpPr>
          <p:cNvPr id="8" name="Shape 4"/>
          <p:cNvSpPr/>
          <p:nvPr/>
        </p:nvSpPr>
        <p:spPr>
          <a:xfrm>
            <a:off x="548640" y="1932432"/>
            <a:ext cx="8229600" cy="4358640"/>
          </a:xfrm>
          <a:prstGeom prst="roundRect">
            <a:avLst>
              <a:gd name="adj" fmla="val 1678"/>
            </a:avLst>
          </a:prstGeom>
          <a:solidFill>
            <a:srgbClr val="FFFDF7"/>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760720" y="2206752"/>
            <a:ext cx="914" cy="3810000"/>
          </a:xfrm>
          <a:prstGeom prst="line">
            <a:avLst/>
          </a:prstGeom>
          <a:noFill/>
          <a:ln w="12700">
            <a:solidFill>
              <a:srgbClr val="D5DCE6"/>
            </a:solidFill>
            <a:prstDash val="solid"/>
          </a:ln>
        </p:spPr>
      </p:sp>
      <p:pic>
        <p:nvPicPr>
          <p:cNvPr id="10" name="Image 1" descr="classical building">    </p:cNvPr>
          <p:cNvPicPr>
            <a:picLocks noChangeAspect="1"/>
          </p:cNvPicPr>
          <p:nvPr/>
        </p:nvPicPr>
        <p:blipFill>
          <a:blip r:embed="rId2"/>
          <a:stretch>
            <a:fillRect/>
          </a:stretch>
        </p:blipFill>
        <p:spPr>
          <a:xfrm>
            <a:off x="6949440" y="2161032"/>
            <a:ext cx="1097280" cy="1097280"/>
          </a:xfrm>
          <a:prstGeom prst="rect">
            <a:avLst/>
          </a:prstGeom>
        </p:spPr>
      </p:pic>
      <p:sp>
        <p:nvSpPr>
          <p:cNvPr id="11" name="Text 6"/>
          <p:cNvSpPr txBox="1"/>
          <p:nvPr/>
        </p:nvSpPr>
        <p:spPr>
          <a:xfrm>
            <a:off x="5943600" y="3395472"/>
            <a:ext cx="2743200" cy="1097280"/>
          </a:xfrm>
          <a:prstGeom prst="rect">
            <a:avLst/>
          </a:prstGeom>
          <a:noFill/>
          <a:ln/>
        </p:spPr>
        <p:txBody>
          <a:bodyPr wrap="square" lIns="0" tIns="0" rIns="0" bIns="0" rtlCol="0" anchor="t"/>
          <a:lstStyle/>
          <a:p>
            <a:pPr algn="l" indent="0" marL="0">
              <a:spcAft>
                <a:spcPts val="200"/>
              </a:spcAft>
              <a:buNone/>
            </a:pPr>
            <a:r>
              <a:rPr lang="en-US" sz="1300" i="1" dirty="0">
                <a:solidFill>
                  <a:schemeClr val="accent5"/>
                </a:solidFill>
              </a:rPr>
              <a:t>To: Emma Smith</a:t>
            </a:r>
            <a:endParaRPr lang="en-US" sz="1300" dirty="0"/>
          </a:p>
          <a:p>
            <a:pPr algn="l" indent="0" marL="0">
              <a:spcAft>
                <a:spcPts val="200"/>
              </a:spcAft>
              <a:buNone/>
            </a:pPr>
            <a:r>
              <a:rPr lang="en-US" sz="1300" i="1" dirty="0">
                <a:solidFill>
                  <a:schemeClr val="accent5"/>
                </a:solidFill>
              </a:rPr>
              <a:t>12 Park Road</a:t>
            </a:r>
            <a:endParaRPr lang="en-US" sz="1300" dirty="0"/>
          </a:p>
          <a:p>
            <a:pPr algn="l" indent="0" marL="0">
              <a:spcAft>
                <a:spcPts val="200"/>
              </a:spcAft>
              <a:buNone/>
            </a:pPr>
            <a:r>
              <a:rPr lang="en-US" sz="1300" i="1" dirty="0">
                <a:solidFill>
                  <a:schemeClr val="accent5"/>
                </a:solidFill>
              </a:rPr>
              <a:t>Brighton, UK</a:t>
            </a:r>
            <a:endParaRPr lang="en-US" sz="1300" dirty="0"/>
          </a:p>
        </p:txBody>
      </p:sp>
      <p:sp>
        <p:nvSpPr>
          <p:cNvPr id="12" name="Text 7"/>
          <p:cNvSpPr txBox="1"/>
          <p:nvPr/>
        </p:nvSpPr>
        <p:spPr>
          <a:xfrm>
            <a:off x="777240" y="2115312"/>
            <a:ext cx="4846320" cy="3992880"/>
          </a:xfrm>
          <a:prstGeom prst="rect">
            <a:avLst/>
          </a:prstGeom>
          <a:noFill/>
          <a:ln/>
        </p:spPr>
        <p:txBody>
          <a:bodyPr wrap="square" lIns="0" tIns="0" rIns="0" bIns="0" rtlCol="0" anchor="t"/>
          <a:lstStyle/>
          <a:p>
            <a:pPr algn="l" indent="0" marL="0">
              <a:lnSpc>
                <a:spcPct val="115000"/>
              </a:lnSpc>
              <a:spcAft>
                <a:spcPts val="600"/>
              </a:spcAft>
              <a:buNone/>
            </a:pPr>
            <a:r>
              <a:rPr lang="en-US" sz="1550" i="1" dirty="0">
                <a:solidFill>
                  <a:schemeClr val="tx1"/>
                </a:solidFill>
              </a:rPr>
              <a:t>Hi Emma!</a:t>
            </a:r>
            <a:endParaRPr lang="en-US" sz="1550" dirty="0"/>
          </a:p>
          <a:p>
            <a:pPr algn="l" indent="0" marL="0">
              <a:lnSpc>
                <a:spcPct val="115000"/>
              </a:lnSpc>
              <a:spcAft>
                <a:spcPts val="600"/>
              </a:spcAft>
              <a:buNone/>
            </a:pPr>
            <a:r>
              <a:rPr lang="en-US" sz="1550" i="1" dirty="0">
                <a:solidFill>
                  <a:schemeClr val="tx1"/>
                </a:solidFill>
              </a:rPr>
              <a:t>Last week we </a:t>
            </a:r>
            <a:r>
              <a:rPr lang="en-US" sz="1550" i="1" dirty="0">
                <a:solidFill>
                  <a:schemeClr val="tx1"/>
                </a:solidFill>
              </a:rPr>
              <a:t>have visited</a:t>
            </a:r>
            <a:r>
              <a:rPr lang="en-US" sz="1550" i="1" dirty="0">
                <a:solidFill>
                  <a:schemeClr val="tx1"/>
                </a:solidFill>
              </a:rPr>
              <a:t> Rome. It was amazing! On Monday we </a:t>
            </a:r>
            <a:r>
              <a:rPr lang="en-US" sz="1550" i="1" dirty="0">
                <a:solidFill>
                  <a:schemeClr val="tx1"/>
                </a:solidFill>
              </a:rPr>
              <a:t>goed</a:t>
            </a:r>
            <a:r>
              <a:rPr lang="en-US" sz="1550" i="1" dirty="0">
                <a:solidFill>
                  <a:schemeClr val="tx1"/>
                </a:solidFill>
              </a:rPr>
              <a:t> to the Colosseum and we </a:t>
            </a:r>
            <a:r>
              <a:rPr lang="en-US" sz="1550" i="1" dirty="0">
                <a:solidFill>
                  <a:schemeClr val="tx1"/>
                </a:solidFill>
              </a:rPr>
              <a:t>eated</a:t>
            </a:r>
            <a:r>
              <a:rPr lang="en-US" sz="1550" i="1" dirty="0">
                <a:solidFill>
                  <a:schemeClr val="tx1"/>
                </a:solidFill>
              </a:rPr>
              <a:t> a lot of pizza. On Tuesday it rained, so we stayed at the hotel. </a:t>
            </a:r>
            <a:r>
              <a:rPr lang="en-US" sz="1550" i="1" dirty="0">
                <a:solidFill>
                  <a:schemeClr val="tx1"/>
                </a:solidFill>
              </a:rPr>
              <a:t>Did you received</a:t>
            </a:r>
            <a:r>
              <a:rPr lang="en-US" sz="1550" i="1" dirty="0">
                <a:solidFill>
                  <a:schemeClr val="tx1"/>
                </a:solidFill>
              </a:rPr>
              <a:t> my message? I </a:t>
            </a:r>
            <a:r>
              <a:rPr lang="en-US" sz="1550" i="1" dirty="0">
                <a:solidFill>
                  <a:schemeClr val="tx1"/>
                </a:solidFill>
              </a:rPr>
              <a:t>studyed</a:t>
            </a:r>
            <a:r>
              <a:rPr lang="en-US" sz="1550" i="1" dirty="0">
                <a:solidFill>
                  <a:schemeClr val="tx1"/>
                </a:solidFill>
              </a:rPr>
              <a:t> Italian for this trip!</a:t>
            </a:r>
            <a:endParaRPr lang="en-US" sz="1550" dirty="0"/>
          </a:p>
          <a:p>
            <a:pPr algn="l" indent="0" marL="0">
              <a:lnSpc>
                <a:spcPct val="115000"/>
              </a:lnSpc>
              <a:spcAft>
                <a:spcPts val="600"/>
              </a:spcAft>
              <a:buNone/>
            </a:pPr>
            <a:r>
              <a:rPr lang="en-US" sz="1550" i="1" dirty="0">
                <a:solidFill>
                  <a:schemeClr val="tx1"/>
                </a:solidFill>
              </a:rPr>
              <a:t>Love, Lucas</a:t>
            </a:r>
            <a:endParaRPr lang="en-US" sz="1550" dirty="0"/>
          </a:p>
        </p:txBody>
      </p:sp>
      <p:pic>
        <p:nvPicPr>
          <p:cNvPr id="13" name="Image 2" descr="magnifying glass tilted left">    </p:cNvPr>
          <p:cNvPicPr>
            <a:picLocks noChangeAspect="1"/>
          </p:cNvPicPr>
          <p:nvPr/>
        </p:nvPicPr>
        <p:blipFill>
          <a:blip r:embed="rId3"/>
          <a:stretch>
            <a:fillRect/>
          </a:stretch>
        </p:blipFill>
        <p:spPr>
          <a:xfrm>
            <a:off x="9509760" y="2023872"/>
            <a:ext cx="1463040" cy="1463040"/>
          </a:xfrm>
          <a:prstGeom prst="rect">
            <a:avLst/>
          </a:prstGeom>
        </p:spPr>
      </p:pic>
      <p:sp>
        <p:nvSpPr>
          <p:cNvPr id="14"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mistakes?</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8 — The detective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Lucas writes to Emma about his trip to Rome. Find the 5 mistakes.</a:t>
            </a:r>
            <a:endParaRPr lang="en-US" sz="1700" dirty="0"/>
          </a:p>
        </p:txBody>
      </p:sp>
      <p:sp>
        <p:nvSpPr>
          <p:cNvPr id="9" name="Shape 5"/>
          <p:cNvSpPr/>
          <p:nvPr/>
        </p:nvSpPr>
        <p:spPr>
          <a:xfrm>
            <a:off x="548640" y="1932432"/>
            <a:ext cx="8229600" cy="4358640"/>
          </a:xfrm>
          <a:prstGeom prst="roundRect">
            <a:avLst>
              <a:gd name="adj" fmla="val 1678"/>
            </a:avLst>
          </a:prstGeom>
          <a:solidFill>
            <a:srgbClr val="FFFDF7"/>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760720" y="2206752"/>
            <a:ext cx="914" cy="3810000"/>
          </a:xfrm>
          <a:prstGeom prst="line">
            <a:avLst/>
          </a:prstGeom>
          <a:noFill/>
          <a:ln w="12700">
            <a:solidFill>
              <a:srgbClr val="D5DCE6"/>
            </a:solidFill>
            <a:prstDash val="solid"/>
          </a:ln>
        </p:spPr>
      </p:sp>
      <p:pic>
        <p:nvPicPr>
          <p:cNvPr id="11" name="Image 1" descr="classical building">    </p:cNvPr>
          <p:cNvPicPr>
            <a:picLocks noChangeAspect="1"/>
          </p:cNvPicPr>
          <p:nvPr/>
        </p:nvPicPr>
        <p:blipFill>
          <a:blip r:embed="rId2"/>
          <a:stretch>
            <a:fillRect/>
          </a:stretch>
        </p:blipFill>
        <p:spPr>
          <a:xfrm>
            <a:off x="6949440" y="2161032"/>
            <a:ext cx="1097280" cy="1097280"/>
          </a:xfrm>
          <a:prstGeom prst="rect">
            <a:avLst/>
          </a:prstGeom>
        </p:spPr>
      </p:pic>
      <p:sp>
        <p:nvSpPr>
          <p:cNvPr id="12" name="Text 7"/>
          <p:cNvSpPr txBox="1"/>
          <p:nvPr/>
        </p:nvSpPr>
        <p:spPr>
          <a:xfrm>
            <a:off x="5943600" y="3395472"/>
            <a:ext cx="2743200" cy="1097280"/>
          </a:xfrm>
          <a:prstGeom prst="rect">
            <a:avLst/>
          </a:prstGeom>
          <a:noFill/>
          <a:ln/>
        </p:spPr>
        <p:txBody>
          <a:bodyPr wrap="square" lIns="0" tIns="0" rIns="0" bIns="0" rtlCol="0" anchor="t"/>
          <a:lstStyle/>
          <a:p>
            <a:pPr algn="l" indent="0" marL="0">
              <a:spcAft>
                <a:spcPts val="200"/>
              </a:spcAft>
              <a:buNone/>
            </a:pPr>
            <a:r>
              <a:rPr lang="en-US" sz="1300" i="1" dirty="0">
                <a:solidFill>
                  <a:schemeClr val="accent5"/>
                </a:solidFill>
              </a:rPr>
              <a:t>To: Emma Smith</a:t>
            </a:r>
            <a:endParaRPr lang="en-US" sz="1300" dirty="0"/>
          </a:p>
          <a:p>
            <a:pPr algn="l" indent="0" marL="0">
              <a:spcAft>
                <a:spcPts val="200"/>
              </a:spcAft>
              <a:buNone/>
            </a:pPr>
            <a:r>
              <a:rPr lang="en-US" sz="1300" i="1" dirty="0">
                <a:solidFill>
                  <a:schemeClr val="accent5"/>
                </a:solidFill>
              </a:rPr>
              <a:t>12 Park Road</a:t>
            </a:r>
            <a:endParaRPr lang="en-US" sz="1300" dirty="0"/>
          </a:p>
          <a:p>
            <a:pPr algn="l" indent="0" marL="0">
              <a:spcAft>
                <a:spcPts val="200"/>
              </a:spcAft>
              <a:buNone/>
            </a:pPr>
            <a:r>
              <a:rPr lang="en-US" sz="1300" i="1" dirty="0">
                <a:solidFill>
                  <a:schemeClr val="accent5"/>
                </a:solidFill>
              </a:rPr>
              <a:t>Brighton, UK</a:t>
            </a:r>
            <a:endParaRPr lang="en-US" sz="1300" dirty="0"/>
          </a:p>
        </p:txBody>
      </p:sp>
      <p:sp>
        <p:nvSpPr>
          <p:cNvPr id="13" name="Text 8"/>
          <p:cNvSpPr txBox="1"/>
          <p:nvPr/>
        </p:nvSpPr>
        <p:spPr>
          <a:xfrm>
            <a:off x="777240" y="2115312"/>
            <a:ext cx="4846320" cy="3992880"/>
          </a:xfrm>
          <a:prstGeom prst="rect">
            <a:avLst/>
          </a:prstGeom>
          <a:noFill/>
          <a:ln/>
        </p:spPr>
        <p:txBody>
          <a:bodyPr wrap="square" lIns="0" tIns="0" rIns="0" bIns="0" rtlCol="0" anchor="t"/>
          <a:lstStyle/>
          <a:p>
            <a:pPr algn="l" indent="0" marL="0">
              <a:lnSpc>
                <a:spcPct val="115000"/>
              </a:lnSpc>
              <a:spcAft>
                <a:spcPts val="600"/>
              </a:spcAft>
              <a:buNone/>
            </a:pPr>
            <a:r>
              <a:rPr lang="en-US" sz="1550" i="1" dirty="0">
                <a:solidFill>
                  <a:schemeClr val="tx1"/>
                </a:solidFill>
              </a:rPr>
              <a:t>Hi Emma!</a:t>
            </a:r>
            <a:endParaRPr lang="en-US" sz="1550" dirty="0"/>
          </a:p>
          <a:p>
            <a:pPr algn="l" indent="0" marL="0">
              <a:lnSpc>
                <a:spcPct val="115000"/>
              </a:lnSpc>
              <a:spcAft>
                <a:spcPts val="600"/>
              </a:spcAft>
              <a:buNone/>
            </a:pPr>
            <a:r>
              <a:rPr lang="en-US" sz="1550" i="1" dirty="0">
                <a:solidFill>
                  <a:schemeClr val="tx1"/>
                </a:solidFill>
              </a:rPr>
              <a:t>Last week we </a:t>
            </a:r>
            <a:r>
              <a:rPr lang="en-US" sz="1550" i="1" strike="sngStrike" dirty="0">
                <a:solidFill>
                  <a:schemeClr val="accent6"/>
                </a:solidFill>
              </a:rPr>
              <a:t>have visited</a:t>
            </a:r>
            <a:r>
              <a:rPr lang="en-US" sz="1550" b="1" i="1" dirty="0">
                <a:solidFill>
                  <a:schemeClr val="accent3"/>
                </a:solidFill>
              </a:rPr>
              <a:t> visited</a:t>
            </a:r>
            <a:r>
              <a:rPr lang="en-US" sz="1550" i="1" dirty="0">
                <a:solidFill>
                  <a:schemeClr val="tx1"/>
                </a:solidFill>
              </a:rPr>
              <a:t> Rome. It was amazing! On Monday we </a:t>
            </a:r>
            <a:r>
              <a:rPr lang="en-US" sz="1550" i="1" strike="sngStrike" dirty="0">
                <a:solidFill>
                  <a:schemeClr val="accent6"/>
                </a:solidFill>
              </a:rPr>
              <a:t>goed</a:t>
            </a:r>
            <a:r>
              <a:rPr lang="en-US" sz="1550" b="1" i="1" dirty="0">
                <a:solidFill>
                  <a:schemeClr val="accent3"/>
                </a:solidFill>
              </a:rPr>
              <a:t> went</a:t>
            </a:r>
            <a:r>
              <a:rPr lang="en-US" sz="1550" i="1" dirty="0">
                <a:solidFill>
                  <a:schemeClr val="tx1"/>
                </a:solidFill>
              </a:rPr>
              <a:t> to the Colosseum and we </a:t>
            </a:r>
            <a:r>
              <a:rPr lang="en-US" sz="1550" i="1" strike="sngStrike" dirty="0">
                <a:solidFill>
                  <a:schemeClr val="accent6"/>
                </a:solidFill>
              </a:rPr>
              <a:t>eated</a:t>
            </a:r>
            <a:r>
              <a:rPr lang="en-US" sz="1550" b="1" i="1" dirty="0">
                <a:solidFill>
                  <a:schemeClr val="accent3"/>
                </a:solidFill>
              </a:rPr>
              <a:t> ate</a:t>
            </a:r>
            <a:r>
              <a:rPr lang="en-US" sz="1550" i="1" dirty="0">
                <a:solidFill>
                  <a:schemeClr val="tx1"/>
                </a:solidFill>
              </a:rPr>
              <a:t> a lot of pizza. On Tuesday it rained, so we stayed at the hotel. </a:t>
            </a:r>
            <a:r>
              <a:rPr lang="en-US" sz="1550" i="1" strike="sngStrike" dirty="0">
                <a:solidFill>
                  <a:schemeClr val="accent6"/>
                </a:solidFill>
              </a:rPr>
              <a:t>Did you received</a:t>
            </a:r>
            <a:r>
              <a:rPr lang="en-US" sz="1550" b="1" i="1" dirty="0">
                <a:solidFill>
                  <a:schemeClr val="accent3"/>
                </a:solidFill>
              </a:rPr>
              <a:t> Did you receive</a:t>
            </a:r>
            <a:r>
              <a:rPr lang="en-US" sz="1550" i="1" dirty="0">
                <a:solidFill>
                  <a:schemeClr val="tx1"/>
                </a:solidFill>
              </a:rPr>
              <a:t> my message? I </a:t>
            </a:r>
            <a:r>
              <a:rPr lang="en-US" sz="1550" i="1" strike="sngStrike" dirty="0">
                <a:solidFill>
                  <a:schemeClr val="accent6"/>
                </a:solidFill>
              </a:rPr>
              <a:t>studyed</a:t>
            </a:r>
            <a:r>
              <a:rPr lang="en-US" sz="1550" b="1" i="1" dirty="0">
                <a:solidFill>
                  <a:schemeClr val="accent3"/>
                </a:solidFill>
              </a:rPr>
              <a:t> studied</a:t>
            </a:r>
            <a:r>
              <a:rPr lang="en-US" sz="1550" i="1" dirty="0">
                <a:solidFill>
                  <a:schemeClr val="tx1"/>
                </a:solidFill>
              </a:rPr>
              <a:t> Italian for this trip!</a:t>
            </a:r>
            <a:endParaRPr lang="en-US" sz="1550" dirty="0"/>
          </a:p>
          <a:p>
            <a:pPr algn="l" indent="0" marL="0">
              <a:lnSpc>
                <a:spcPct val="115000"/>
              </a:lnSpc>
              <a:spcAft>
                <a:spcPts val="600"/>
              </a:spcAft>
              <a:buNone/>
            </a:pPr>
            <a:r>
              <a:rPr lang="en-US" sz="1550" i="1" dirty="0">
                <a:solidFill>
                  <a:schemeClr val="tx1"/>
                </a:solidFill>
              </a:rPr>
              <a:t>Love, Lucas</a:t>
            </a:r>
            <a:endParaRPr lang="en-US" sz="1550" dirty="0"/>
          </a:p>
        </p:txBody>
      </p:sp>
      <p:pic>
        <p:nvPicPr>
          <p:cNvPr id="14" name="Image 2" descr="magnifying glass tilted left">    </p:cNvPr>
          <p:cNvPicPr>
            <a:picLocks noChangeAspect="1"/>
          </p:cNvPicPr>
          <p:nvPr/>
        </p:nvPicPr>
        <p:blipFill>
          <a:blip r:embed="rId3"/>
          <a:stretch>
            <a:fillRect/>
          </a:stretch>
        </p:blipFill>
        <p:spPr>
          <a:xfrm>
            <a:off x="9509760" y="2023872"/>
            <a:ext cx="1463040" cy="1463040"/>
          </a:xfrm>
          <a:prstGeom prst="rect">
            <a:avLst/>
          </a:prstGeom>
        </p:spPr>
      </p:pic>
      <p:sp>
        <p:nvSpPr>
          <p:cNvPr id="15"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6"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mistakes ✓</a:t>
            </a:r>
            <a:endParaRPr lang="en-US" sz="2200" dirty="0"/>
          </a:p>
        </p:txBody>
      </p:sp>
      <p:sp>
        <p:nvSpPr>
          <p:cNvPr id="17" name="Text 11"/>
          <p:cNvSpPr txBox="1"/>
          <p:nvPr/>
        </p:nvSpPr>
        <p:spPr>
          <a:xfrm>
            <a:off x="9052560" y="4721352"/>
            <a:ext cx="2587752" cy="1463040"/>
          </a:xfrm>
          <a:prstGeom prst="rect">
            <a:avLst/>
          </a:prstGeom>
          <a:noFill/>
          <a:ln/>
        </p:spPr>
        <p:txBody>
          <a:bodyPr wrap="square" lIns="0" tIns="0" rIns="0" bIns="0" rtlCol="0" anchor="t"/>
          <a:lstStyle/>
          <a:p>
            <a:pPr algn="l" indent="0" marL="0">
              <a:buNone/>
            </a:pPr>
            <a:r>
              <a:rPr lang="en-US" sz="1300" i="1" dirty="0">
                <a:solidFill>
                  <a:schemeClr val="accent5"/>
                </a:solidFill>
              </a:rPr>
              <a:t>Correct : </a:t>
            </a:r>
            <a:r>
              <a:rPr lang="en-US" sz="1300" i="1" dirty="0">
                <a:solidFill>
                  <a:schemeClr val="accent5"/>
                </a:solidFill>
              </a:rPr>
              <a:t>It was amazing · it rained · we stayed</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9 — Two truths and a lie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performing arts">    </p:cNvPr>
          <p:cNvPicPr>
            <a:picLocks noChangeAspect="1"/>
          </p:cNvPicPr>
          <p:nvPr/>
        </p:nvPicPr>
        <p:blipFill>
          <a:blip r:embed="rId1"/>
          <a:stretch>
            <a:fillRect/>
          </a:stretch>
        </p:blipFill>
        <p:spPr>
          <a:xfrm>
            <a:off x="548640" y="1371600"/>
            <a:ext cx="822960" cy="822960"/>
          </a:xfrm>
          <a:prstGeom prst="rect">
            <a:avLst/>
          </a:prstGeom>
        </p:spPr>
      </p:pic>
      <p:sp>
        <p:nvSpPr>
          <p:cNvPr id="7" name="Text 3"/>
          <p:cNvSpPr txBox="1"/>
          <p:nvPr/>
        </p:nvSpPr>
        <p:spPr>
          <a:xfrm>
            <a:off x="1508760" y="1371600"/>
            <a:ext cx="10149840" cy="822960"/>
          </a:xfrm>
          <a:prstGeom prst="rect">
            <a:avLst/>
          </a:prstGeom>
          <a:noFill/>
          <a:ln/>
        </p:spPr>
        <p:txBody>
          <a:bodyPr wrap="square" lIns="0" tIns="0" rIns="0" bIns="0" rtlCol="0" anchor="ctr"/>
          <a:lstStyle/>
          <a:p>
            <a:pPr algn="l" indent="0" marL="0">
              <a:buNone/>
            </a:pPr>
            <a:r>
              <a:rPr lang="en-US" sz="1700" dirty="0">
                <a:solidFill>
                  <a:schemeClr val="tx1"/>
                </a:solidFill>
              </a:rPr>
              <a:t>Write </a:t>
            </a:r>
            <a:r>
              <a:rPr lang="en-US" sz="1700" b="1" dirty="0">
                <a:solidFill>
                  <a:schemeClr val="tx1"/>
                </a:solidFill>
              </a:rPr>
              <a:t>3 sentences</a:t>
            </a:r>
            <a:r>
              <a:rPr lang="en-US" sz="1700" dirty="0">
                <a:solidFill>
                  <a:schemeClr val="tx1"/>
                </a:solidFill>
              </a:rPr>
              <a:t> about your past: </a:t>
            </a:r>
            <a:r>
              <a:rPr lang="en-US" sz="1700" b="1" dirty="0">
                <a:solidFill>
                  <a:schemeClr val="tx1"/>
                </a:solidFill>
              </a:rPr>
              <a:t>2 true</a:t>
            </a:r>
            <a:r>
              <a:rPr lang="en-US" sz="1700" dirty="0">
                <a:solidFill>
                  <a:schemeClr val="tx1"/>
                </a:solidFill>
              </a:rPr>
              <a:t>, </a:t>
            </a:r>
            <a:r>
              <a:rPr lang="en-US" sz="1700" b="1" dirty="0">
                <a:solidFill>
                  <a:schemeClr val="tx1"/>
                </a:solidFill>
              </a:rPr>
              <a:t>1 false</a:t>
            </a:r>
            <a:r>
              <a:rPr lang="en-US" sz="1700" dirty="0">
                <a:solidFill>
                  <a:schemeClr val="tx1"/>
                </a:solidFill>
              </a:rPr>
              <a:t>. The group asks questions, then guesses the lie!</a:t>
            </a:r>
            <a:endParaRPr lang="en-US" sz="1700" dirty="0"/>
          </a:p>
        </p:txBody>
      </p:sp>
      <p:sp>
        <p:nvSpPr>
          <p:cNvPr id="8" name="Shape 4"/>
          <p:cNvSpPr/>
          <p:nvPr/>
        </p:nvSpPr>
        <p:spPr>
          <a:xfrm rot="-120000">
            <a:off x="548640" y="2423160"/>
            <a:ext cx="3575304" cy="1828800"/>
          </a:xfrm>
          <a:prstGeom prst="roundRect">
            <a:avLst>
              <a:gd name="adj" fmla="val 6000"/>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9" name="Image 1" descr="star struck">    </p:cNvPr>
          <p:cNvPicPr>
            <a:picLocks noChangeAspect="1"/>
          </p:cNvPicPr>
          <p:nvPr/>
        </p:nvPicPr>
        <p:blipFill>
          <a:blip r:embed="rId2"/>
          <a:stretch>
            <a:fillRect/>
          </a:stretch>
        </p:blipFill>
        <p:spPr>
          <a:xfrm>
            <a:off x="1970532" y="2560320"/>
            <a:ext cx="731520" cy="731520"/>
          </a:xfrm>
          <a:prstGeom prst="rect">
            <a:avLst/>
          </a:prstGeom>
        </p:spPr>
      </p:pic>
      <p:sp>
        <p:nvSpPr>
          <p:cNvPr id="10" name="Text 5"/>
          <p:cNvSpPr txBox="1"/>
          <p:nvPr/>
        </p:nvSpPr>
        <p:spPr>
          <a:xfrm>
            <a:off x="731520" y="3337560"/>
            <a:ext cx="3209544" cy="822960"/>
          </a:xfrm>
          <a:prstGeom prst="rect">
            <a:avLst/>
          </a:prstGeom>
          <a:noFill/>
          <a:ln/>
        </p:spPr>
        <p:txBody>
          <a:bodyPr wrap="square" lIns="0" tIns="0" rIns="0" bIns="0" rtlCol="0" anchor="ctr"/>
          <a:lstStyle/>
          <a:p>
            <a:pPr algn="ctr" indent="0" marL="0">
              <a:buNone/>
            </a:pPr>
            <a:r>
              <a:rPr lang="en-US" sz="1700" i="1" dirty="0">
                <a:solidFill>
                  <a:schemeClr val="tx1"/>
                </a:solidFill>
              </a:rPr>
              <a:t>I </a:t>
            </a:r>
            <a:r>
              <a:rPr lang="en-US" sz="1700" b="1" i="1" dirty="0">
                <a:solidFill>
                  <a:srgbClr val="B4236A"/>
                </a:solidFill>
              </a:rPr>
              <a:t>met</a:t>
            </a:r>
            <a:r>
              <a:rPr lang="en-US" sz="1700" i="1" dirty="0">
                <a:solidFill>
                  <a:schemeClr val="tx1"/>
                </a:solidFill>
              </a:rPr>
              <a:t> a famous singer </a:t>
            </a:r>
            <a:r>
              <a:rPr lang="en-US" sz="1700" b="1" i="1" dirty="0">
                <a:solidFill>
                  <a:srgbClr val="D9700F"/>
                </a:solidFill>
              </a:rPr>
              <a:t>in 2015</a:t>
            </a:r>
            <a:r>
              <a:rPr lang="en-US" sz="1700" i="1" dirty="0">
                <a:solidFill>
                  <a:schemeClr val="tx1"/>
                </a:solidFill>
              </a:rPr>
              <a:t>.</a:t>
            </a:r>
            <a:endParaRPr lang="en-US" sz="1800" dirty="0"/>
          </a:p>
        </p:txBody>
      </p:sp>
      <p:sp>
        <p:nvSpPr>
          <p:cNvPr id="11" name="Text 6"/>
          <p:cNvSpPr txBox="1"/>
          <p:nvPr/>
        </p:nvSpPr>
        <p:spPr>
          <a:xfrm>
            <a:off x="3575304" y="2468880"/>
            <a:ext cx="411480" cy="411480"/>
          </a:xfrm>
          <a:prstGeom prst="rect">
            <a:avLst/>
          </a:prstGeom>
          <a:noFill/>
          <a:ln/>
        </p:spPr>
        <p:txBody>
          <a:bodyPr wrap="square" lIns="0" tIns="0" rIns="0" bIns="0" rtlCol="0" anchor="t"/>
          <a:lstStyle/>
          <a:p>
            <a:pPr algn="ctr" indent="0" marL="0">
              <a:buNone/>
            </a:pPr>
            <a:r>
              <a:rPr lang="en-US" sz="2000" b="1" dirty="0">
                <a:solidFill>
                  <a:schemeClr val="accent4"/>
                </a:solidFill>
              </a:rPr>
              <a:t>?</a:t>
            </a:r>
            <a:endParaRPr lang="en-US" sz="2000" dirty="0"/>
          </a:p>
        </p:txBody>
      </p:sp>
      <p:sp>
        <p:nvSpPr>
          <p:cNvPr id="12" name="Shape 7"/>
          <p:cNvSpPr/>
          <p:nvPr/>
        </p:nvSpPr>
        <p:spPr>
          <a:xfrm rot="60000">
            <a:off x="4306824" y="2423160"/>
            <a:ext cx="3575304" cy="1828800"/>
          </a:xfrm>
          <a:prstGeom prst="roundRect">
            <a:avLst>
              <a:gd name="adj" fmla="val 6000"/>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3" name="Image 2" descr="maple leaf">    </p:cNvPr>
          <p:cNvPicPr>
            <a:picLocks noChangeAspect="1"/>
          </p:cNvPicPr>
          <p:nvPr/>
        </p:nvPicPr>
        <p:blipFill>
          <a:blip r:embed="rId3"/>
          <a:stretch>
            <a:fillRect/>
          </a:stretch>
        </p:blipFill>
        <p:spPr>
          <a:xfrm>
            <a:off x="5728716" y="2560320"/>
            <a:ext cx="731520" cy="731520"/>
          </a:xfrm>
          <a:prstGeom prst="rect">
            <a:avLst/>
          </a:prstGeom>
        </p:spPr>
      </p:pic>
      <p:sp>
        <p:nvSpPr>
          <p:cNvPr id="14" name="Text 8"/>
          <p:cNvSpPr txBox="1"/>
          <p:nvPr/>
        </p:nvSpPr>
        <p:spPr>
          <a:xfrm>
            <a:off x="4489704" y="3337560"/>
            <a:ext cx="3209544" cy="822960"/>
          </a:xfrm>
          <a:prstGeom prst="rect">
            <a:avLst/>
          </a:prstGeom>
          <a:noFill/>
          <a:ln/>
        </p:spPr>
        <p:txBody>
          <a:bodyPr wrap="square" lIns="0" tIns="0" rIns="0" bIns="0" rtlCol="0" anchor="ctr"/>
          <a:lstStyle/>
          <a:p>
            <a:pPr algn="ctr" indent="0" marL="0">
              <a:buNone/>
            </a:pPr>
            <a:r>
              <a:rPr lang="en-US" sz="1700" i="1" dirty="0">
                <a:solidFill>
                  <a:schemeClr val="tx1"/>
                </a:solidFill>
              </a:rPr>
              <a:t>I </a:t>
            </a:r>
            <a:r>
              <a:rPr lang="en-US" sz="1700" b="1" i="1" dirty="0">
                <a:solidFill>
                  <a:srgbClr val="B4236A"/>
                </a:solidFill>
              </a:rPr>
              <a:t>lived</a:t>
            </a:r>
            <a:r>
              <a:rPr lang="en-US" sz="1700" i="1" dirty="0">
                <a:solidFill>
                  <a:schemeClr val="tx1"/>
                </a:solidFill>
              </a:rPr>
              <a:t> in Canada </a:t>
            </a:r>
            <a:r>
              <a:rPr lang="en-US" sz="1700" b="1" i="1" dirty="0">
                <a:solidFill>
                  <a:srgbClr val="D9700F"/>
                </a:solidFill>
              </a:rPr>
              <a:t>when I was a child</a:t>
            </a:r>
            <a:r>
              <a:rPr lang="en-US" sz="1700" i="1" dirty="0">
                <a:solidFill>
                  <a:schemeClr val="tx1"/>
                </a:solidFill>
              </a:rPr>
              <a:t>.</a:t>
            </a:r>
            <a:endParaRPr lang="en-US" sz="1800" dirty="0"/>
          </a:p>
        </p:txBody>
      </p:sp>
      <p:sp>
        <p:nvSpPr>
          <p:cNvPr id="15" name="Text 9"/>
          <p:cNvSpPr txBox="1"/>
          <p:nvPr/>
        </p:nvSpPr>
        <p:spPr>
          <a:xfrm>
            <a:off x="7333488" y="2468880"/>
            <a:ext cx="411480" cy="411480"/>
          </a:xfrm>
          <a:prstGeom prst="rect">
            <a:avLst/>
          </a:prstGeom>
          <a:noFill/>
          <a:ln/>
        </p:spPr>
        <p:txBody>
          <a:bodyPr wrap="square" lIns="0" tIns="0" rIns="0" bIns="0" rtlCol="0" anchor="t"/>
          <a:lstStyle/>
          <a:p>
            <a:pPr algn="ctr" indent="0" marL="0">
              <a:buNone/>
            </a:pPr>
            <a:r>
              <a:rPr lang="en-US" sz="2000" b="1" dirty="0">
                <a:solidFill>
                  <a:schemeClr val="accent4"/>
                </a:solidFill>
              </a:rPr>
              <a:t>?</a:t>
            </a:r>
            <a:endParaRPr lang="en-US" sz="2000" dirty="0"/>
          </a:p>
        </p:txBody>
      </p:sp>
      <p:sp>
        <p:nvSpPr>
          <p:cNvPr id="16" name="Shape 10"/>
          <p:cNvSpPr/>
          <p:nvPr/>
        </p:nvSpPr>
        <p:spPr>
          <a:xfrm rot="-60000">
            <a:off x="8065008" y="2423160"/>
            <a:ext cx="3575304" cy="1828800"/>
          </a:xfrm>
          <a:prstGeom prst="roundRect">
            <a:avLst>
              <a:gd name="adj" fmla="val 6000"/>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pic>
        <p:nvPicPr>
          <p:cNvPr id="17" name="Image 3" descr="adhesive bandage">    </p:cNvPr>
          <p:cNvPicPr>
            <a:picLocks noChangeAspect="1"/>
          </p:cNvPicPr>
          <p:nvPr/>
        </p:nvPicPr>
        <p:blipFill>
          <a:blip r:embed="rId4"/>
          <a:stretch>
            <a:fillRect/>
          </a:stretch>
        </p:blipFill>
        <p:spPr>
          <a:xfrm>
            <a:off x="9486900" y="2560320"/>
            <a:ext cx="731520" cy="731520"/>
          </a:xfrm>
          <a:prstGeom prst="rect">
            <a:avLst/>
          </a:prstGeom>
        </p:spPr>
      </p:pic>
      <p:sp>
        <p:nvSpPr>
          <p:cNvPr id="18" name="Text 11"/>
          <p:cNvSpPr txBox="1"/>
          <p:nvPr/>
        </p:nvSpPr>
        <p:spPr>
          <a:xfrm>
            <a:off x="8247888" y="3337560"/>
            <a:ext cx="3209544" cy="822960"/>
          </a:xfrm>
          <a:prstGeom prst="rect">
            <a:avLst/>
          </a:prstGeom>
          <a:noFill/>
          <a:ln/>
        </p:spPr>
        <p:txBody>
          <a:bodyPr wrap="square" lIns="0" tIns="0" rIns="0" bIns="0" rtlCol="0" anchor="ctr"/>
          <a:lstStyle/>
          <a:p>
            <a:pPr algn="ctr" indent="0" marL="0">
              <a:buNone/>
            </a:pPr>
            <a:r>
              <a:rPr lang="en-US" sz="1700" i="1" dirty="0">
                <a:solidFill>
                  <a:schemeClr val="tx1"/>
                </a:solidFill>
              </a:rPr>
              <a:t>I </a:t>
            </a:r>
            <a:r>
              <a:rPr lang="en-US" sz="1700" b="1" i="1" dirty="0">
                <a:solidFill>
                  <a:srgbClr val="B4236A"/>
                </a:solidFill>
              </a:rPr>
              <a:t>broke</a:t>
            </a:r>
            <a:r>
              <a:rPr lang="en-US" sz="1700" i="1" dirty="0">
                <a:solidFill>
                  <a:schemeClr val="tx1"/>
                </a:solidFill>
              </a:rPr>
              <a:t> my arm </a:t>
            </a:r>
            <a:r>
              <a:rPr lang="en-US" sz="1700" b="1" i="1" dirty="0">
                <a:solidFill>
                  <a:srgbClr val="D9700F"/>
                </a:solidFill>
              </a:rPr>
              <a:t>last year</a:t>
            </a:r>
            <a:r>
              <a:rPr lang="en-US" sz="1700" i="1" dirty="0">
                <a:solidFill>
                  <a:schemeClr val="tx1"/>
                </a:solidFill>
              </a:rPr>
              <a:t>.</a:t>
            </a:r>
            <a:endParaRPr lang="en-US" sz="1800" dirty="0"/>
          </a:p>
        </p:txBody>
      </p:sp>
      <p:sp>
        <p:nvSpPr>
          <p:cNvPr id="19" name="Text 12"/>
          <p:cNvSpPr txBox="1"/>
          <p:nvPr/>
        </p:nvSpPr>
        <p:spPr>
          <a:xfrm>
            <a:off x="11091672" y="2468880"/>
            <a:ext cx="411480" cy="411480"/>
          </a:xfrm>
          <a:prstGeom prst="rect">
            <a:avLst/>
          </a:prstGeom>
          <a:noFill/>
          <a:ln/>
        </p:spPr>
        <p:txBody>
          <a:bodyPr wrap="square" lIns="0" tIns="0" rIns="0" bIns="0" rtlCol="0" anchor="t"/>
          <a:lstStyle/>
          <a:p>
            <a:pPr algn="ctr" indent="0" marL="0">
              <a:buNone/>
            </a:pPr>
            <a:r>
              <a:rPr lang="en-US" sz="2000" b="1" dirty="0">
                <a:solidFill>
                  <a:schemeClr val="accent4"/>
                </a:solidFill>
              </a:rPr>
              <a:t>?</a:t>
            </a:r>
            <a:endParaRPr lang="en-US" sz="2000" dirty="0"/>
          </a:p>
        </p:txBody>
      </p:sp>
      <p:sp>
        <p:nvSpPr>
          <p:cNvPr id="20" name="Shape 13"/>
          <p:cNvSpPr/>
          <p:nvPr/>
        </p:nvSpPr>
        <p:spPr>
          <a:xfrm>
            <a:off x="548640" y="4480560"/>
            <a:ext cx="11091672" cy="1691640"/>
          </a:xfrm>
          <a:prstGeom prst="roundRect">
            <a:avLst>
              <a:gd name="adj" fmla="val 6486"/>
            </a:avLst>
          </a:prstGeom>
          <a:solidFill>
            <a:srgbClr val="E8F4EC"/>
          </a:solidFill>
          <a:ln w="19050">
            <a:solidFill>
              <a:srgbClr val="2E7D4F"/>
            </a:solidFill>
            <a:prstDash val="solid"/>
          </a:ln>
        </p:spPr>
      </p:sp>
      <p:sp>
        <p:nvSpPr>
          <p:cNvPr id="21" name="Text 14"/>
          <p:cNvSpPr txBox="1"/>
          <p:nvPr/>
        </p:nvSpPr>
        <p:spPr>
          <a:xfrm>
            <a:off x="777240" y="4526280"/>
            <a:ext cx="2743200" cy="365760"/>
          </a:xfrm>
          <a:prstGeom prst="rect">
            <a:avLst/>
          </a:prstGeom>
          <a:noFill/>
          <a:ln/>
        </p:spPr>
        <p:txBody>
          <a:bodyPr wrap="square" lIns="0" tIns="0" rIns="0" bIns="0" rtlCol="0" anchor="t"/>
          <a:lstStyle/>
          <a:p>
            <a:pPr algn="l" indent="0" marL="0">
              <a:buNone/>
            </a:pPr>
            <a:r>
              <a:rPr lang="en-US" sz="1500" b="1" spc="100" kern="0" dirty="0">
                <a:solidFill>
                  <a:schemeClr val="accent3"/>
                </a:solidFill>
              </a:rPr>
              <a:t>ASK!</a:t>
            </a:r>
            <a:endParaRPr lang="en-US" sz="1500" dirty="0"/>
          </a:p>
        </p:txBody>
      </p:sp>
      <p:sp>
        <p:nvSpPr>
          <p:cNvPr id="22" name="Text 15"/>
          <p:cNvSpPr txBox="1"/>
          <p:nvPr/>
        </p:nvSpPr>
        <p:spPr>
          <a:xfrm>
            <a:off x="777240" y="4892040"/>
            <a:ext cx="10698480" cy="548640"/>
          </a:xfrm>
          <a:prstGeom prst="rect">
            <a:avLst/>
          </a:prstGeom>
          <a:noFill/>
          <a:ln/>
        </p:spPr>
        <p:txBody>
          <a:bodyPr wrap="square" lIns="0" tIns="0" rIns="0" bIns="0" rtlCol="0" anchor="ctr"/>
          <a:lstStyle/>
          <a:p>
            <a:pPr algn="l" indent="0" marL="0">
              <a:buNone/>
            </a:pPr>
            <a:r>
              <a:rPr lang="en-US" sz="1700" i="1" dirty="0">
                <a:solidFill>
                  <a:schemeClr val="tx1"/>
                </a:solidFill>
              </a:rPr>
              <a:t>Did you…? · When did you…? · Where did you…? · Who did you…? · What happened? · How did you feel?</a:t>
            </a:r>
            <a:endParaRPr lang="en-US" sz="1700" dirty="0"/>
          </a:p>
        </p:txBody>
      </p:sp>
      <p:sp>
        <p:nvSpPr>
          <p:cNvPr id="23" name="Text 16"/>
          <p:cNvSpPr txBox="1"/>
          <p:nvPr/>
        </p:nvSpPr>
        <p:spPr>
          <a:xfrm>
            <a:off x="777240" y="5440680"/>
            <a:ext cx="10698480" cy="548640"/>
          </a:xfrm>
          <a:prstGeom prst="rect">
            <a:avLst/>
          </a:prstGeom>
          <a:noFill/>
          <a:ln/>
        </p:spPr>
        <p:txBody>
          <a:bodyPr wrap="square" lIns="0" tIns="0" rIns="0" bIns="0" rtlCol="0" anchor="ctr"/>
          <a:lstStyle/>
          <a:p>
            <a:pPr algn="l" indent="0" marL="0">
              <a:buNone/>
            </a:pPr>
            <a:r>
              <a:rPr lang="en-US" sz="1500" b="1" dirty="0">
                <a:solidFill>
                  <a:schemeClr val="tx2"/>
                </a:solidFill>
              </a:rPr>
              <a:t>1 point</a:t>
            </a:r>
            <a:r>
              <a:rPr lang="en-US" sz="1500" dirty="0">
                <a:solidFill>
                  <a:schemeClr val="tx2"/>
                </a:solidFill>
              </a:rPr>
              <a:t> for each good question (correct form) · </a:t>
            </a:r>
            <a:r>
              <a:rPr lang="en-US" sz="1500" b="1" dirty="0">
                <a:solidFill>
                  <a:schemeClr val="tx2"/>
                </a:solidFill>
              </a:rPr>
              <a:t>2 points</a:t>
            </a:r>
            <a:r>
              <a:rPr lang="en-US" sz="1500" dirty="0">
                <a:solidFill>
                  <a:schemeClr val="tx2"/>
                </a:solidFill>
              </a:rPr>
              <a:t> if you find the lie!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10 — Monday morning</a:t>
            </a:r>
            <a:endParaRPr lang="en-US" sz="3000" dirty="0"/>
          </a:p>
        </p:txBody>
      </p:sp>
      <p:sp>
        <p:nvSpPr>
          <p:cNvPr id="3" name="tag"/>
          <p:cNvSpPr/>
          <p:nvPr/>
        </p:nvSpPr>
        <p:spPr>
          <a:xfrm>
            <a:off x="548640" y="237744"/>
            <a:ext cx="1336853"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ROLE PLAY</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Monday, 9 a.m., at the coffee machine. A asks about the weekend; B answers with the picture card. Then swap!</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A — the curious colleague</a:t>
            </a:r>
            <a:endParaRPr lang="en-US" sz="1700" dirty="0"/>
          </a:p>
          <a:p>
            <a:pPr algn="l" indent="0" marL="0">
              <a:spcAft>
                <a:spcPts val="600"/>
              </a:spcAft>
              <a:buNone/>
            </a:pPr>
            <a:r>
              <a:rPr lang="en-US" sz="1700" dirty="0">
                <a:solidFill>
                  <a:schemeClr val="tx1"/>
                </a:solidFill>
              </a:rPr>
              <a:t>Ask 6 questions about B’s weekend. React: </a:t>
            </a:r>
            <a:r>
              <a:rPr lang="en-US" sz="1700" i="1" dirty="0">
                <a:solidFill>
                  <a:schemeClr val="tx1"/>
                </a:solidFill>
              </a:rPr>
              <a:t>Really? · Lucky you! · Sounds great!</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B — back from the weekend</a:t>
            </a:r>
            <a:endParaRPr lang="en-US" sz="1700" dirty="0"/>
          </a:p>
          <a:p>
            <a:pPr algn="l" indent="0" marL="0">
              <a:spcAft>
                <a:spcPts val="600"/>
              </a:spcAft>
              <a:buNone/>
            </a:pPr>
            <a:r>
              <a:rPr lang="en-US" sz="1700" dirty="0">
                <a:solidFill>
                  <a:schemeClr val="tx1"/>
                </a:solidFill>
              </a:rPr>
              <a:t>Answer with the card: past simple, regular and irregular. Give one more detail each time.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USEFUL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How was your weekend? · What did you do? · Where did you go? · Who did you go with? · Did you…? — Yes, I did. / No, I didn’t. · It was great / boring / fun. · First… then… after that…</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48640"/>
          </a:xfrm>
          <a:prstGeom prst="roundRect">
            <a:avLst>
              <a:gd name="adj" fmla="val 6667"/>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48640"/>
          </a:xfrm>
          <a:prstGeom prst="rect">
            <a:avLst/>
          </a:prstGeom>
          <a:noFill/>
          <a:ln/>
        </p:spPr>
        <p:txBody>
          <a:bodyPr wrap="square" lIns="0" tIns="0" rIns="0" bIns="0" rtlCol="0" anchor="ctr"/>
          <a:lstStyle/>
          <a:p>
            <a:pPr algn="l" indent="0" marL="0">
              <a:buNone/>
            </a:pPr>
            <a:r>
              <a:rPr lang="en-US" sz="1300" b="1" spc="100" kern="0" dirty="0">
                <a:solidFill>
                  <a:schemeClr val="bg1"/>
                </a:solidFill>
              </a:rPr>
              <a:t>B’S WEEKEND</a:t>
            </a:r>
            <a:endParaRPr lang="en-US" sz="1300" dirty="0"/>
          </a:p>
        </p:txBody>
      </p:sp>
      <p:sp>
        <p:nvSpPr>
          <p:cNvPr id="22" name="Text 19"/>
          <p:cNvSpPr txBox="1"/>
          <p:nvPr/>
        </p:nvSpPr>
        <p:spPr>
          <a:xfrm>
            <a:off x="8257032" y="2139696"/>
            <a:ext cx="3200400" cy="310896"/>
          </a:xfrm>
          <a:prstGeom prst="rect">
            <a:avLst/>
          </a:prstGeom>
          <a:noFill/>
          <a:ln/>
        </p:spPr>
        <p:txBody>
          <a:bodyPr wrap="square" lIns="0" tIns="0" rIns="0" bIns="0" rtlCol="0" anchor="t"/>
          <a:lstStyle/>
          <a:p>
            <a:pPr algn="l" indent="0" marL="0">
              <a:buNone/>
            </a:pPr>
            <a:r>
              <a:rPr lang="en-US" sz="1200" b="1" spc="100" kern="0" dirty="0">
                <a:solidFill>
                  <a:schemeClr val="accent4"/>
                </a:solidFill>
              </a:rPr>
              <a:t>SATURDAY</a:t>
            </a:r>
            <a:endParaRPr lang="en-US" sz="1200" dirty="0"/>
          </a:p>
        </p:txBody>
      </p:sp>
      <p:pic>
        <p:nvPicPr>
          <p:cNvPr id="23" name="Image 0" descr="beach with umbrella">    </p:cNvPr>
          <p:cNvPicPr>
            <a:picLocks noChangeAspect="1"/>
          </p:cNvPicPr>
          <p:nvPr/>
        </p:nvPicPr>
        <p:blipFill>
          <a:blip r:embed="rId1"/>
          <a:stretch>
            <a:fillRect/>
          </a:stretch>
        </p:blipFill>
        <p:spPr>
          <a:xfrm>
            <a:off x="8257032" y="2487168"/>
            <a:ext cx="457200" cy="457200"/>
          </a:xfrm>
          <a:prstGeom prst="rect">
            <a:avLst/>
          </a:prstGeom>
        </p:spPr>
      </p:pic>
      <p:sp>
        <p:nvSpPr>
          <p:cNvPr id="24" name="Text 20"/>
          <p:cNvSpPr txBox="1"/>
          <p:nvPr/>
        </p:nvSpPr>
        <p:spPr>
          <a:xfrm>
            <a:off x="8851392" y="2450592"/>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go to the beach</a:t>
            </a:r>
            <a:endParaRPr lang="en-US" sz="1400" dirty="0"/>
          </a:p>
        </p:txBody>
      </p:sp>
      <p:pic>
        <p:nvPicPr>
          <p:cNvPr id="25" name="Image 1" descr="person swimming">    </p:cNvPr>
          <p:cNvPicPr>
            <a:picLocks noChangeAspect="1"/>
          </p:cNvPicPr>
          <p:nvPr/>
        </p:nvPicPr>
        <p:blipFill>
          <a:blip r:embed="rId2"/>
          <a:stretch>
            <a:fillRect/>
          </a:stretch>
        </p:blipFill>
        <p:spPr>
          <a:xfrm>
            <a:off x="8257032" y="3054096"/>
            <a:ext cx="457200" cy="457200"/>
          </a:xfrm>
          <a:prstGeom prst="rect">
            <a:avLst/>
          </a:prstGeom>
        </p:spPr>
      </p:pic>
      <p:sp>
        <p:nvSpPr>
          <p:cNvPr id="26" name="Text 21"/>
          <p:cNvSpPr txBox="1"/>
          <p:nvPr/>
        </p:nvSpPr>
        <p:spPr>
          <a:xfrm>
            <a:off x="8851392" y="3017520"/>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swim in the sea</a:t>
            </a:r>
            <a:endParaRPr lang="en-US" sz="1400" dirty="0"/>
          </a:p>
        </p:txBody>
      </p:sp>
      <p:pic>
        <p:nvPicPr>
          <p:cNvPr id="27" name="Image 2" descr="fish">    </p:cNvPr>
          <p:cNvPicPr>
            <a:picLocks noChangeAspect="1"/>
          </p:cNvPicPr>
          <p:nvPr/>
        </p:nvPicPr>
        <p:blipFill>
          <a:blip r:embed="rId3"/>
          <a:stretch>
            <a:fillRect/>
          </a:stretch>
        </p:blipFill>
        <p:spPr>
          <a:xfrm>
            <a:off x="8257032" y="3621024"/>
            <a:ext cx="457200" cy="457200"/>
          </a:xfrm>
          <a:prstGeom prst="rect">
            <a:avLst/>
          </a:prstGeom>
        </p:spPr>
      </p:pic>
      <p:sp>
        <p:nvSpPr>
          <p:cNvPr id="28" name="Text 22"/>
          <p:cNvSpPr txBox="1"/>
          <p:nvPr/>
        </p:nvSpPr>
        <p:spPr>
          <a:xfrm>
            <a:off x="8851392" y="3584448"/>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eat fish</a:t>
            </a:r>
            <a:endParaRPr lang="en-US" sz="1400" dirty="0"/>
          </a:p>
        </p:txBody>
      </p:sp>
      <p:sp>
        <p:nvSpPr>
          <p:cNvPr id="29" name="Text 23"/>
          <p:cNvSpPr txBox="1"/>
          <p:nvPr/>
        </p:nvSpPr>
        <p:spPr>
          <a:xfrm>
            <a:off x="8257032" y="4187952"/>
            <a:ext cx="3200400" cy="310896"/>
          </a:xfrm>
          <a:prstGeom prst="rect">
            <a:avLst/>
          </a:prstGeom>
          <a:noFill/>
          <a:ln/>
        </p:spPr>
        <p:txBody>
          <a:bodyPr wrap="square" lIns="0" tIns="0" rIns="0" bIns="0" rtlCol="0" anchor="t"/>
          <a:lstStyle/>
          <a:p>
            <a:pPr algn="l" indent="0" marL="0">
              <a:buNone/>
            </a:pPr>
            <a:r>
              <a:rPr lang="en-US" sz="1200" b="1" spc="100" kern="0" dirty="0">
                <a:solidFill>
                  <a:schemeClr val="accent4"/>
                </a:solidFill>
              </a:rPr>
              <a:t>SUNDAY</a:t>
            </a:r>
            <a:endParaRPr lang="en-US" sz="1200" dirty="0"/>
          </a:p>
        </p:txBody>
      </p:sp>
      <p:pic>
        <p:nvPicPr>
          <p:cNvPr id="30" name="Image 3" descr="old woman">    </p:cNvPr>
          <p:cNvPicPr>
            <a:picLocks noChangeAspect="1"/>
          </p:cNvPicPr>
          <p:nvPr/>
        </p:nvPicPr>
        <p:blipFill>
          <a:blip r:embed="rId4"/>
          <a:stretch>
            <a:fillRect/>
          </a:stretch>
        </p:blipFill>
        <p:spPr>
          <a:xfrm>
            <a:off x="8257032" y="4535424"/>
            <a:ext cx="457200" cy="457200"/>
          </a:xfrm>
          <a:prstGeom prst="rect">
            <a:avLst/>
          </a:prstGeom>
        </p:spPr>
      </p:pic>
      <p:sp>
        <p:nvSpPr>
          <p:cNvPr id="31" name="Text 24"/>
          <p:cNvSpPr txBox="1"/>
          <p:nvPr/>
        </p:nvSpPr>
        <p:spPr>
          <a:xfrm>
            <a:off x="8851392" y="4498848"/>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visit grandma</a:t>
            </a:r>
            <a:endParaRPr lang="en-US" sz="1400" dirty="0"/>
          </a:p>
        </p:txBody>
      </p:sp>
      <p:pic>
        <p:nvPicPr>
          <p:cNvPr id="32" name="Image 4" descr="cooking">    </p:cNvPr>
          <p:cNvPicPr>
            <a:picLocks noChangeAspect="1"/>
          </p:cNvPicPr>
          <p:nvPr/>
        </p:nvPicPr>
        <p:blipFill>
          <a:blip r:embed="rId5"/>
          <a:stretch>
            <a:fillRect/>
          </a:stretch>
        </p:blipFill>
        <p:spPr>
          <a:xfrm>
            <a:off x="8257032" y="5102352"/>
            <a:ext cx="457200" cy="457200"/>
          </a:xfrm>
          <a:prstGeom prst="rect">
            <a:avLst/>
          </a:prstGeom>
        </p:spPr>
      </p:pic>
      <p:sp>
        <p:nvSpPr>
          <p:cNvPr id="33" name="Text 25"/>
          <p:cNvSpPr txBox="1"/>
          <p:nvPr/>
        </p:nvSpPr>
        <p:spPr>
          <a:xfrm>
            <a:off x="8851392" y="5065776"/>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bake a cake</a:t>
            </a:r>
            <a:endParaRPr lang="en-US" sz="1400" dirty="0"/>
          </a:p>
        </p:txBody>
      </p:sp>
      <p:pic>
        <p:nvPicPr>
          <p:cNvPr id="34" name="Image 5" descr="television">    </p:cNvPr>
          <p:cNvPicPr>
            <a:picLocks noChangeAspect="1"/>
          </p:cNvPicPr>
          <p:nvPr/>
        </p:nvPicPr>
        <p:blipFill>
          <a:blip r:embed="rId6"/>
          <a:stretch>
            <a:fillRect/>
          </a:stretch>
        </p:blipFill>
        <p:spPr>
          <a:xfrm>
            <a:off x="8257032" y="5669280"/>
            <a:ext cx="457200" cy="457200"/>
          </a:xfrm>
          <a:prstGeom prst="rect">
            <a:avLst/>
          </a:prstGeom>
        </p:spPr>
      </p:pic>
      <p:sp>
        <p:nvSpPr>
          <p:cNvPr id="35" name="Text 26"/>
          <p:cNvSpPr txBox="1"/>
          <p:nvPr/>
        </p:nvSpPr>
        <p:spPr>
          <a:xfrm>
            <a:off x="8851392" y="5632704"/>
            <a:ext cx="2651760" cy="530352"/>
          </a:xfrm>
          <a:prstGeom prst="rect">
            <a:avLst/>
          </a:prstGeom>
          <a:noFill/>
          <a:ln/>
        </p:spPr>
        <p:txBody>
          <a:bodyPr wrap="square" lIns="0" tIns="0" rIns="0" bIns="0" rtlCol="0" anchor="ctr"/>
          <a:lstStyle/>
          <a:p>
            <a:pPr algn="l" indent="0" marL="0">
              <a:buNone/>
            </a:pPr>
            <a:r>
              <a:rPr lang="en-US" sz="1400" i="1" dirty="0">
                <a:solidFill>
                  <a:schemeClr val="tx1"/>
                </a:solidFill>
              </a:rPr>
              <a:t>watch a series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Exit ticket</a:t>
            </a:r>
            <a:endParaRPr lang="en-US" sz="3000" dirty="0"/>
          </a:p>
        </p:txBody>
      </p:sp>
      <p:sp>
        <p:nvSpPr>
          <p:cNvPr id="3" name="tag"/>
          <p:cNvSpPr/>
          <p:nvPr/>
        </p:nvSpPr>
        <p:spPr>
          <a:xfrm>
            <a:off x="548640" y="237744"/>
            <a:ext cx="1552651"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EXIT TICKET</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Past simple of </a:t>
            </a:r>
            <a:r>
              <a:rPr lang="en-US" sz="2000" i="1" dirty="0">
                <a:solidFill>
                  <a:schemeClr val="tx1"/>
                </a:solidFill>
              </a:rPr>
              <a:t>go</a:t>
            </a:r>
            <a:r>
              <a:rPr lang="en-US" sz="2000" dirty="0">
                <a:solidFill>
                  <a:schemeClr val="tx1"/>
                </a:solidFill>
              </a:rPr>
              <a:t>, </a:t>
            </a:r>
            <a:r>
              <a:rPr lang="en-US" sz="2000" i="1" dirty="0">
                <a:solidFill>
                  <a:schemeClr val="tx1"/>
                </a:solidFill>
              </a:rPr>
              <a:t>study</a:t>
            </a:r>
            <a:r>
              <a:rPr lang="en-US" sz="2000" dirty="0">
                <a:solidFill>
                  <a:schemeClr val="tx1"/>
                </a:solidFill>
              </a:rPr>
              <a:t>, </a:t>
            </a:r>
            <a:r>
              <a:rPr lang="en-US" sz="2000" i="1" dirty="0">
                <a:solidFill>
                  <a:schemeClr val="tx1"/>
                </a:solidFill>
              </a:rPr>
              <a:t>stop</a:t>
            </a:r>
            <a:r>
              <a:rPr lang="en-US" sz="2000" dirty="0">
                <a:solidFill>
                  <a:schemeClr val="tx1"/>
                </a:solidFill>
              </a:rPr>
              <a: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Negative: </a:t>
            </a:r>
            <a:r>
              <a:rPr lang="en-US" sz="2000" i="1" dirty="0">
                <a:solidFill>
                  <a:schemeClr val="tx1"/>
                </a:solidFill>
              </a:rPr>
              <a:t>She saw the film.</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Question: </a:t>
            </a:r>
            <a:r>
              <a:rPr lang="en-US" sz="2000" i="1" dirty="0">
                <a:solidFill>
                  <a:schemeClr val="tx1"/>
                </a:solidFill>
              </a:rPr>
              <a:t>They arrived yesterday.</a:t>
            </a:r>
            <a:r>
              <a:rPr lang="en-US" sz="2000" dirty="0">
                <a:solidFill>
                  <a:schemeClr val="tx1"/>
                </a:solidFill>
              </a:rPr>
              <a:t> (When…?)</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SELF-CHECK</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Build</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Use</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Tell</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Homework</a:t>
            </a:r>
            <a:r>
              <a:rPr lang="en-US" sz="1800" dirty="0">
                <a:solidFill>
                  <a:schemeClr val="bg1"/>
                </a:solidFill>
              </a:rPr>
              <a:t>: write 6 sentences about your last holiday (2 negatives, 2 questions).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IRAM — English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A2–B1 — The past simple</dc:title>
  <dc:subject>English A2–B1 — The past simple</dc:subject>
  <dc:creator>A. Jouniaux</dc:creator>
  <cp:lastModifiedBy>A. Jouniaux</cp:lastModifiedBy>
  <cp:revision>1</cp:revision>
  <dcterms:created xsi:type="dcterms:W3CDTF">2026-10-08T11:35:16Z</dcterms:created>
  <dcterms:modified xsi:type="dcterms:W3CDTF">2026-10-08T11:35:16Z</dcterms:modified>
</cp:coreProperties>
</file>